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888" r:id="rId2"/>
  </p:sldMasterIdLst>
  <p:notesMasterIdLst>
    <p:notesMasterId r:id="rId22"/>
  </p:notesMasterIdLst>
  <p:handoutMasterIdLst>
    <p:handoutMasterId r:id="rId23"/>
  </p:handoutMasterIdLst>
  <p:sldIdLst>
    <p:sldId id="300" r:id="rId3"/>
    <p:sldId id="1224" r:id="rId4"/>
    <p:sldId id="482" r:id="rId5"/>
    <p:sldId id="1174" r:id="rId6"/>
    <p:sldId id="1226" r:id="rId7"/>
    <p:sldId id="1228" r:id="rId8"/>
    <p:sldId id="1234" r:id="rId9"/>
    <p:sldId id="1235" r:id="rId10"/>
    <p:sldId id="1237" r:id="rId11"/>
    <p:sldId id="1246" r:id="rId12"/>
    <p:sldId id="1239" r:id="rId13"/>
    <p:sldId id="1240" r:id="rId14"/>
    <p:sldId id="1227" r:id="rId15"/>
    <p:sldId id="1243" r:id="rId16"/>
    <p:sldId id="442" r:id="rId17"/>
    <p:sldId id="1244" r:id="rId18"/>
    <p:sldId id="1245" r:id="rId19"/>
    <p:sldId id="430" r:id="rId20"/>
    <p:sldId id="441" r:id="rId21"/>
  </p:sldIdLst>
  <p:sldSz cx="12192000" cy="6858000"/>
  <p:notesSz cx="6950075" cy="9236075"/>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sz="4000" kern="1200">
        <a:solidFill>
          <a:schemeClr val="tx1"/>
        </a:solidFill>
        <a:latin typeface="Arial" charset="0"/>
        <a:ea typeface="+mn-ea"/>
        <a:cs typeface="+mn-cs"/>
      </a:defRPr>
    </a:lvl1pPr>
    <a:lvl2pPr marL="457200" algn="l" rtl="0" eaLnBrk="0" fontAlgn="base" hangingPunct="0">
      <a:spcBef>
        <a:spcPct val="0"/>
      </a:spcBef>
      <a:spcAft>
        <a:spcPct val="0"/>
      </a:spcAft>
      <a:defRPr sz="4000" kern="1200">
        <a:solidFill>
          <a:schemeClr val="tx1"/>
        </a:solidFill>
        <a:latin typeface="Arial" charset="0"/>
        <a:ea typeface="+mn-ea"/>
        <a:cs typeface="+mn-cs"/>
      </a:defRPr>
    </a:lvl2pPr>
    <a:lvl3pPr marL="914400" algn="l" rtl="0" eaLnBrk="0" fontAlgn="base" hangingPunct="0">
      <a:spcBef>
        <a:spcPct val="0"/>
      </a:spcBef>
      <a:spcAft>
        <a:spcPct val="0"/>
      </a:spcAft>
      <a:defRPr sz="4000" kern="1200">
        <a:solidFill>
          <a:schemeClr val="tx1"/>
        </a:solidFill>
        <a:latin typeface="Arial" charset="0"/>
        <a:ea typeface="+mn-ea"/>
        <a:cs typeface="+mn-cs"/>
      </a:defRPr>
    </a:lvl3pPr>
    <a:lvl4pPr marL="1371600" algn="l" rtl="0" eaLnBrk="0" fontAlgn="base" hangingPunct="0">
      <a:spcBef>
        <a:spcPct val="0"/>
      </a:spcBef>
      <a:spcAft>
        <a:spcPct val="0"/>
      </a:spcAft>
      <a:defRPr sz="4000" kern="1200">
        <a:solidFill>
          <a:schemeClr val="tx1"/>
        </a:solidFill>
        <a:latin typeface="Arial" charset="0"/>
        <a:ea typeface="+mn-ea"/>
        <a:cs typeface="+mn-cs"/>
      </a:defRPr>
    </a:lvl4pPr>
    <a:lvl5pPr marL="1828800" algn="l" rtl="0" eaLnBrk="0" fontAlgn="base" hangingPunct="0">
      <a:spcBef>
        <a:spcPct val="0"/>
      </a:spcBef>
      <a:spcAft>
        <a:spcPct val="0"/>
      </a:spcAft>
      <a:defRPr sz="4000" kern="1200">
        <a:solidFill>
          <a:schemeClr val="tx1"/>
        </a:solidFill>
        <a:latin typeface="Arial" charset="0"/>
        <a:ea typeface="+mn-ea"/>
        <a:cs typeface="+mn-cs"/>
      </a:defRPr>
    </a:lvl5pPr>
    <a:lvl6pPr marL="2286000" algn="l" defTabSz="914400" rtl="0" eaLnBrk="1" latinLnBrk="0" hangingPunct="1">
      <a:defRPr sz="4000" kern="1200">
        <a:solidFill>
          <a:schemeClr val="tx1"/>
        </a:solidFill>
        <a:latin typeface="Arial" charset="0"/>
        <a:ea typeface="+mn-ea"/>
        <a:cs typeface="+mn-cs"/>
      </a:defRPr>
    </a:lvl6pPr>
    <a:lvl7pPr marL="2743200" algn="l" defTabSz="914400" rtl="0" eaLnBrk="1" latinLnBrk="0" hangingPunct="1">
      <a:defRPr sz="4000" kern="1200">
        <a:solidFill>
          <a:schemeClr val="tx1"/>
        </a:solidFill>
        <a:latin typeface="Arial" charset="0"/>
        <a:ea typeface="+mn-ea"/>
        <a:cs typeface="+mn-cs"/>
      </a:defRPr>
    </a:lvl7pPr>
    <a:lvl8pPr marL="3200400" algn="l" defTabSz="914400" rtl="0" eaLnBrk="1" latinLnBrk="0" hangingPunct="1">
      <a:defRPr sz="4000" kern="1200">
        <a:solidFill>
          <a:schemeClr val="tx1"/>
        </a:solidFill>
        <a:latin typeface="Arial" charset="0"/>
        <a:ea typeface="+mn-ea"/>
        <a:cs typeface="+mn-cs"/>
      </a:defRPr>
    </a:lvl8pPr>
    <a:lvl9pPr marL="3657600" algn="l" defTabSz="914400" rtl="0" eaLnBrk="1" latinLnBrk="0" hangingPunct="1">
      <a:defRPr sz="40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4032" userDrawn="1">
          <p15:clr>
            <a:srgbClr val="A4A3A4"/>
          </p15:clr>
        </p15:guide>
        <p15:guide id="2" orient="horz" pos="768" userDrawn="1">
          <p15:clr>
            <a:srgbClr val="A4A3A4"/>
          </p15:clr>
        </p15:guide>
        <p15:guide id="3" pos="384" userDrawn="1">
          <p15:clr>
            <a:srgbClr val="A4A3A4"/>
          </p15:clr>
        </p15:guide>
        <p15:guide id="4" pos="7296" userDrawn="1">
          <p15:clr>
            <a:srgbClr val="A4A3A4"/>
          </p15:clr>
        </p15:guide>
      </p15:sldGuideLst>
    </p:ext>
    <p:ext uri="{2D200454-40CA-4A62-9FC3-DE9A4176ACB9}">
      <p15:notesGuideLst xmlns:p15="http://schemas.microsoft.com/office/powerpoint/2012/main">
        <p15:guide id="1" orient="horz" pos="2909">
          <p15:clr>
            <a:srgbClr val="A4A3A4"/>
          </p15:clr>
        </p15:guide>
        <p15:guide id="2" pos="2189">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259FE3"/>
    <a:srgbClr val="2098F3"/>
    <a:srgbClr val="FFAAAA"/>
    <a:srgbClr val="00AE00"/>
    <a:srgbClr val="FF9900"/>
    <a:srgbClr val="EAEEFF"/>
    <a:srgbClr val="FFCC66"/>
    <a:srgbClr val="FFFF99"/>
    <a:srgbClr val="D2DBFE"/>
    <a:srgbClr val="7E808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283" autoAdjust="0"/>
    <p:restoredTop sz="87519" autoAdjust="0"/>
  </p:normalViewPr>
  <p:slideViewPr>
    <p:cSldViewPr snapToGrid="0">
      <p:cViewPr varScale="1">
        <p:scale>
          <a:sx n="76" d="100"/>
          <a:sy n="76" d="100"/>
        </p:scale>
        <p:origin x="888" y="262"/>
      </p:cViewPr>
      <p:guideLst>
        <p:guide orient="horz" pos="4032"/>
        <p:guide orient="horz" pos="768"/>
        <p:guide pos="384"/>
        <p:guide pos="7296"/>
      </p:guideLst>
    </p:cSldViewPr>
  </p:slideViewPr>
  <p:outlineViewPr>
    <p:cViewPr>
      <p:scale>
        <a:sx n="33" d="100"/>
        <a:sy n="33" d="100"/>
      </p:scale>
      <p:origin x="0" y="-2328"/>
    </p:cViewPr>
  </p:outlineViewPr>
  <p:notesTextViewPr>
    <p:cViewPr>
      <p:scale>
        <a:sx n="100" d="100"/>
        <a:sy n="100" d="100"/>
      </p:scale>
      <p:origin x="0" y="0"/>
    </p:cViewPr>
  </p:notesTextViewPr>
  <p:sorterViewPr>
    <p:cViewPr>
      <p:scale>
        <a:sx n="75" d="100"/>
        <a:sy n="75" d="100"/>
      </p:scale>
      <p:origin x="0" y="0"/>
    </p:cViewPr>
  </p:sorterViewPr>
  <p:notesViewPr>
    <p:cSldViewPr snapToGrid="0">
      <p:cViewPr varScale="1">
        <p:scale>
          <a:sx n="141" d="100"/>
          <a:sy n="141" d="100"/>
        </p:scale>
        <p:origin x="-342" y="-108"/>
      </p:cViewPr>
      <p:guideLst>
        <p:guide orient="horz" pos="2909"/>
        <p:guide pos="2189"/>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757723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25513" y="4387850"/>
            <a:ext cx="5099050" cy="415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746" tIns="45068" rIns="91746" bIns="45068"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53251" name="Rectangle 3"/>
          <p:cNvSpPr>
            <a:spLocks noGrp="1" noRot="1" noChangeAspect="1" noChangeArrowheads="1" noTextEdit="1"/>
          </p:cNvSpPr>
          <p:nvPr>
            <p:ph type="sldImg" idx="2"/>
          </p:nvPr>
        </p:nvSpPr>
        <p:spPr bwMode="auto">
          <a:xfrm>
            <a:off x="396875" y="692150"/>
            <a:ext cx="6157913" cy="346392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Tree>
    <p:extLst>
      <p:ext uri="{BB962C8B-B14F-4D97-AF65-F5344CB8AC3E}">
        <p14:creationId xmlns:p14="http://schemas.microsoft.com/office/powerpoint/2010/main" val="306638493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896517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2B369-9C22-46C8-1288-0876B4FEA3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8AA998-FD7E-E86D-8647-C64CAA9913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DB7413-0FD1-74F3-24EC-12527E883905}"/>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465382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901109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129665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38C26-57A4-3AC5-BFF4-9E92BE1A1E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B4C4D6-949A-F293-0B36-356019DFE1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C3B448-7154-C962-6A1F-443691A7AEFD}"/>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85536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53626-B8B9-052F-774E-E5D1F6F323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C93BB1-F245-6E85-4937-B8C2D85060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96F6D4-D197-7BAD-CEA8-0D026542AA5B}"/>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5588756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426773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905571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2F93A-F17E-D6B2-F535-909C13DCF0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3C6D8A-981A-0EA1-A24D-19FC03F355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AC26BD-B561-4B24-951E-A1C500ACFBEE}"/>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001826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108781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7508732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B577A-08F8-6620-8E93-FF2B1A975E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49C081-6D6C-B6A3-6397-91CD878C2C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7B057A-C90C-8A80-0517-9B5CFB0928D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242561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E648F-A502-4D36-DE5A-260A549536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F88A8A-88DB-551F-3C76-97E293756C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7CB25A-CBC3-0652-154D-F6CEBB472A08}"/>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432957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0590F-260A-B213-085F-111609D297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7DF865-36B8-D2C4-A3DB-3C3AD0C5DE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4971B-2EDF-CD10-7F3A-63330CA4D98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23238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0590F-260A-B213-085F-111609D297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7DF865-36B8-D2C4-A3DB-3C3AD0C5DE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4971B-2EDF-CD10-7F3A-63330CA4D98A}"/>
              </a:ext>
            </a:extLst>
          </p:cNvPr>
          <p:cNvSpPr>
            <a:spLocks noGrp="1"/>
          </p:cNvSpPr>
          <p:nvPr>
            <p:ph type="body" idx="1"/>
          </p:nvPr>
        </p:nvSpPr>
        <p:spPr/>
        <p:txBody>
          <a:bodyPr/>
          <a:lstStyle/>
          <a:p>
            <a:r>
              <a:rPr lang="en-US" dirty="0"/>
              <a:t>Much of MODFLOW uses three letter acronyms to refer to different model types and also the packages within models</a:t>
            </a:r>
          </a:p>
        </p:txBody>
      </p:sp>
    </p:spTree>
    <p:extLst>
      <p:ext uri="{BB962C8B-B14F-4D97-AF65-F5344CB8AC3E}">
        <p14:creationId xmlns:p14="http://schemas.microsoft.com/office/powerpoint/2010/main" val="9734588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a:xfrm>
            <a:off x="396875" y="692150"/>
            <a:ext cx="6157913" cy="3463925"/>
          </a:xfrm>
          <a:ln/>
        </p:spPr>
      </p:sp>
      <p:sp>
        <p:nvSpPr>
          <p:cNvPr id="80899" name="Notes Placeholder 2"/>
          <p:cNvSpPr>
            <a:spLocks noGrp="1"/>
          </p:cNvSpPr>
          <p:nvPr>
            <p:ph type="body" idx="1"/>
          </p:nvPr>
        </p:nvSpPr>
        <p:spPr>
          <a:noFill/>
        </p:spPr>
        <p:txBody>
          <a:bodyPr/>
          <a:lstStyle/>
          <a:p>
            <a:endParaRPr lang="en-US" altLang="en-US" dirty="0">
              <a:latin typeface="Times New Roman" pitchFamily="18" charset="0"/>
            </a:endParaRPr>
          </a:p>
        </p:txBody>
      </p:sp>
    </p:spTree>
    <p:extLst>
      <p:ext uri="{BB962C8B-B14F-4D97-AF65-F5344CB8AC3E}">
        <p14:creationId xmlns:p14="http://schemas.microsoft.com/office/powerpoint/2010/main" val="164485577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7"/>
          <p:cNvSpPr>
            <a:spLocks noChangeArrowheads="1"/>
          </p:cNvSpPr>
          <p:nvPr/>
        </p:nvSpPr>
        <p:spPr bwMode="auto">
          <a:xfrm>
            <a:off x="539751" y="6083300"/>
            <a:ext cx="203581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8900" tIns="44450" rIns="88900" bIns="44450">
            <a:spAutoFit/>
          </a:bodyPr>
          <a:lstStyle>
            <a:lvl1pPr defTabSz="885825">
              <a:defRPr sz="2400">
                <a:solidFill>
                  <a:schemeClr val="tx1"/>
                </a:solidFill>
                <a:latin typeface="Times New Roman" charset="0"/>
              </a:defRPr>
            </a:lvl1pPr>
            <a:lvl2pPr marL="442913" defTabSz="885825">
              <a:defRPr sz="2400">
                <a:solidFill>
                  <a:schemeClr val="tx1"/>
                </a:solidFill>
                <a:latin typeface="Times New Roman" charset="0"/>
              </a:defRPr>
            </a:lvl2pPr>
            <a:lvl3pPr marL="885825" defTabSz="885825">
              <a:defRPr sz="2400">
                <a:solidFill>
                  <a:schemeClr val="tx1"/>
                </a:solidFill>
                <a:latin typeface="Times New Roman" charset="0"/>
              </a:defRPr>
            </a:lvl3pPr>
            <a:lvl4pPr marL="1327150" defTabSz="885825">
              <a:defRPr sz="2400">
                <a:solidFill>
                  <a:schemeClr val="tx1"/>
                </a:solidFill>
                <a:latin typeface="Times New Roman" charset="0"/>
              </a:defRPr>
            </a:lvl4pPr>
            <a:lvl5pPr marL="1770063" defTabSz="885825">
              <a:defRPr sz="2400">
                <a:solidFill>
                  <a:schemeClr val="tx1"/>
                </a:solidFill>
                <a:latin typeface="Times New Roman" charset="0"/>
              </a:defRPr>
            </a:lvl5pPr>
            <a:lvl6pPr marL="2227263" defTabSz="885825" eaLnBrk="0" fontAlgn="base" hangingPunct="0">
              <a:spcBef>
                <a:spcPct val="0"/>
              </a:spcBef>
              <a:spcAft>
                <a:spcPct val="0"/>
              </a:spcAft>
              <a:defRPr sz="2400">
                <a:solidFill>
                  <a:schemeClr val="tx1"/>
                </a:solidFill>
                <a:latin typeface="Times New Roman" charset="0"/>
              </a:defRPr>
            </a:lvl6pPr>
            <a:lvl7pPr marL="2684463" defTabSz="885825" eaLnBrk="0" fontAlgn="base" hangingPunct="0">
              <a:spcBef>
                <a:spcPct val="0"/>
              </a:spcBef>
              <a:spcAft>
                <a:spcPct val="0"/>
              </a:spcAft>
              <a:defRPr sz="2400">
                <a:solidFill>
                  <a:schemeClr val="tx1"/>
                </a:solidFill>
                <a:latin typeface="Times New Roman" charset="0"/>
              </a:defRPr>
            </a:lvl7pPr>
            <a:lvl8pPr marL="3141663" defTabSz="885825" eaLnBrk="0" fontAlgn="base" hangingPunct="0">
              <a:spcBef>
                <a:spcPct val="0"/>
              </a:spcBef>
              <a:spcAft>
                <a:spcPct val="0"/>
              </a:spcAft>
              <a:defRPr sz="2400">
                <a:solidFill>
                  <a:schemeClr val="tx1"/>
                </a:solidFill>
                <a:latin typeface="Times New Roman" charset="0"/>
              </a:defRPr>
            </a:lvl8pPr>
            <a:lvl9pPr marL="3598863" defTabSz="885825" eaLnBrk="0" fontAlgn="base" hangingPunct="0">
              <a:spcBef>
                <a:spcPct val="0"/>
              </a:spcBef>
              <a:spcAft>
                <a:spcPct val="0"/>
              </a:spcAft>
              <a:defRPr sz="2400">
                <a:solidFill>
                  <a:schemeClr val="tx1"/>
                </a:solidFill>
                <a:latin typeface="Times New Roman" charset="0"/>
              </a:defRPr>
            </a:lvl9pPr>
          </a:lstStyle>
          <a:p>
            <a:pPr>
              <a:defRPr/>
            </a:pPr>
            <a:r>
              <a:rPr lang="en-US" altLang="en-US" sz="1000" b="1">
                <a:solidFill>
                  <a:schemeClr val="bg1"/>
                </a:solidFill>
                <a:latin typeface="Arial" charset="0"/>
              </a:rPr>
              <a:t>U.S. Department of the Interior</a:t>
            </a:r>
          </a:p>
          <a:p>
            <a:pPr>
              <a:defRPr/>
            </a:pPr>
            <a:r>
              <a:rPr lang="en-US" altLang="en-US" sz="1000" b="1">
                <a:solidFill>
                  <a:schemeClr val="bg1"/>
                </a:solidFill>
                <a:latin typeface="Arial" charset="0"/>
              </a:rPr>
              <a:t>U.S. Geological Survey</a:t>
            </a:r>
          </a:p>
        </p:txBody>
      </p:sp>
      <p:pic>
        <p:nvPicPr>
          <p:cNvPr id="5" name="Picture 9" descr="D:\Vugraph Info\Vugraph Templates\Templates-NEW-NMP and Bureau\ident_4_onscreen_png.png"/>
          <p:cNvPicPr>
            <a:picLocks noChangeAspect="1" noChangeArrowheads="1"/>
          </p:cNvPicPr>
          <p:nvPr/>
        </p:nvPicPr>
        <p:blipFill>
          <a:blip r:embed="rId2">
            <a:lum bright="100000"/>
            <a:extLst>
              <a:ext uri="{28A0092B-C50C-407E-A947-70E740481C1C}">
                <a14:useLocalDpi xmlns:a14="http://schemas.microsoft.com/office/drawing/2010/main" val="0"/>
              </a:ext>
            </a:extLst>
          </a:blip>
          <a:srcRect/>
          <a:stretch>
            <a:fillRect/>
          </a:stretch>
        </p:blipFill>
        <p:spPr bwMode="black">
          <a:xfrm>
            <a:off x="609600" y="461964"/>
            <a:ext cx="2743200" cy="757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450" name="Rectangle 2"/>
          <p:cNvSpPr>
            <a:spLocks noGrp="1" noChangeArrowheads="1"/>
          </p:cNvSpPr>
          <p:nvPr>
            <p:ph type="ctrTitle"/>
          </p:nvPr>
        </p:nvSpPr>
        <p:spPr>
          <a:xfrm>
            <a:off x="508000" y="2286000"/>
            <a:ext cx="11074400" cy="1143000"/>
          </a:xfrm>
        </p:spPr>
        <p:txBody>
          <a:bodyPr/>
          <a:lstStyle>
            <a:lvl1pPr>
              <a:defRPr sz="4400"/>
            </a:lvl1pPr>
          </a:lstStyle>
          <a:p>
            <a:pPr lvl="0"/>
            <a:r>
              <a:rPr lang="en-US" altLang="en-US" noProof="0"/>
              <a:t>Click to edit Master title style</a:t>
            </a:r>
          </a:p>
        </p:txBody>
      </p:sp>
      <p:sp>
        <p:nvSpPr>
          <p:cNvPr id="104451" name="Rectangle 3"/>
          <p:cNvSpPr>
            <a:spLocks noGrp="1" noChangeArrowheads="1"/>
          </p:cNvSpPr>
          <p:nvPr>
            <p:ph type="subTitle" idx="1"/>
          </p:nvPr>
        </p:nvSpPr>
        <p:spPr>
          <a:xfrm>
            <a:off x="508000" y="3886200"/>
            <a:ext cx="11074400" cy="1752600"/>
          </a:xfrm>
        </p:spPr>
        <p:txBody>
          <a:bodyPr/>
          <a:lstStyle>
            <a:lvl1pPr marL="0" indent="0">
              <a:buFont typeface="Wingdings" pitchFamily="2" charset="2"/>
              <a:buNone/>
              <a:defRPr/>
            </a:lvl1pPr>
          </a:lstStyle>
          <a:p>
            <a:pPr lvl="0"/>
            <a:r>
              <a:rPr lang="en-US" altLang="en-US" noProof="0"/>
              <a:t>Click to edit Master subtitle style</a:t>
            </a:r>
          </a:p>
        </p:txBody>
      </p:sp>
    </p:spTree>
    <p:extLst>
      <p:ext uri="{BB962C8B-B14F-4D97-AF65-F5344CB8AC3E}">
        <p14:creationId xmlns:p14="http://schemas.microsoft.com/office/powerpoint/2010/main" val="32220974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72111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41384002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08000" y="1371600"/>
            <a:ext cx="54356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46800" y="1371600"/>
            <a:ext cx="54356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362592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223207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430504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18489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8928048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6509929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629763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13800" y="152400"/>
            <a:ext cx="2768600"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08000" y="152400"/>
            <a:ext cx="8102600"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117019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99778D2-5D79-4FA2-8287-5B937E02F85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F177C2-D5CD-4C64-8890-4DF49BDF24F2}" type="slidenum">
              <a:rPr lang="en-US" smtClean="0"/>
              <a:t>‹#›</a:t>
            </a:fld>
            <a:endParaRPr lang="en-US"/>
          </a:p>
        </p:txBody>
      </p:sp>
    </p:spTree>
    <p:extLst>
      <p:ext uri="{BB962C8B-B14F-4D97-AF65-F5344CB8AC3E}">
        <p14:creationId xmlns:p14="http://schemas.microsoft.com/office/powerpoint/2010/main" val="32724101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9778D2-5D79-4FA2-8287-5B937E02F85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F177C2-D5CD-4C64-8890-4DF49BDF24F2}" type="slidenum">
              <a:rPr lang="en-US" smtClean="0"/>
              <a:t>‹#›</a:t>
            </a:fld>
            <a:endParaRPr lang="en-US"/>
          </a:p>
        </p:txBody>
      </p:sp>
    </p:spTree>
    <p:extLst>
      <p:ext uri="{BB962C8B-B14F-4D97-AF65-F5344CB8AC3E}">
        <p14:creationId xmlns:p14="http://schemas.microsoft.com/office/powerpoint/2010/main" val="36590517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99778D2-5D79-4FA2-8287-5B937E02F85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F177C2-D5CD-4C64-8890-4DF49BDF24F2}" type="slidenum">
              <a:rPr lang="en-US" smtClean="0"/>
              <a:t>‹#›</a:t>
            </a:fld>
            <a:endParaRPr lang="en-US"/>
          </a:p>
        </p:txBody>
      </p:sp>
    </p:spTree>
    <p:extLst>
      <p:ext uri="{BB962C8B-B14F-4D97-AF65-F5344CB8AC3E}">
        <p14:creationId xmlns:p14="http://schemas.microsoft.com/office/powerpoint/2010/main" val="7010855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99778D2-5D79-4FA2-8287-5B937E02F854}" type="datetimeFigureOut">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F177C2-D5CD-4C64-8890-4DF49BDF24F2}" type="slidenum">
              <a:rPr lang="en-US" smtClean="0"/>
              <a:t>‹#›</a:t>
            </a:fld>
            <a:endParaRPr lang="en-US"/>
          </a:p>
        </p:txBody>
      </p:sp>
    </p:spTree>
    <p:extLst>
      <p:ext uri="{BB962C8B-B14F-4D97-AF65-F5344CB8AC3E}">
        <p14:creationId xmlns:p14="http://schemas.microsoft.com/office/powerpoint/2010/main" val="3460736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99778D2-5D79-4FA2-8287-5B937E02F854}" type="datetimeFigureOut">
              <a:rPr lang="en-US" smtClean="0"/>
              <a:t>9/10/2026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AF177C2-D5CD-4C64-8890-4DF49BDF24F2}" type="slidenum">
              <a:rPr lang="en-US" smtClean="0"/>
              <a:t>‹#›</a:t>
            </a:fld>
            <a:endParaRPr lang="en-US"/>
          </a:p>
        </p:txBody>
      </p:sp>
    </p:spTree>
    <p:extLst>
      <p:ext uri="{BB962C8B-B14F-4D97-AF65-F5344CB8AC3E}">
        <p14:creationId xmlns:p14="http://schemas.microsoft.com/office/powerpoint/2010/main" val="30852796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99778D2-5D79-4FA2-8287-5B937E02F854}" type="datetimeFigureOut">
              <a:rPr lang="en-US" smtClean="0"/>
              <a:t>9/10/2026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AF177C2-D5CD-4C64-8890-4DF49BDF24F2}" type="slidenum">
              <a:rPr lang="en-US" smtClean="0"/>
              <a:t>‹#›</a:t>
            </a:fld>
            <a:endParaRPr lang="en-US"/>
          </a:p>
        </p:txBody>
      </p:sp>
    </p:spTree>
    <p:extLst>
      <p:ext uri="{BB962C8B-B14F-4D97-AF65-F5344CB8AC3E}">
        <p14:creationId xmlns:p14="http://schemas.microsoft.com/office/powerpoint/2010/main" val="42873203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99778D2-5D79-4FA2-8287-5B937E02F854}" type="datetimeFigureOut">
              <a:rPr lang="en-US" smtClean="0"/>
              <a:t>9/10/2026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AF177C2-D5CD-4C64-8890-4DF49BDF24F2}" type="slidenum">
              <a:rPr lang="en-US" smtClean="0"/>
              <a:t>‹#›</a:t>
            </a:fld>
            <a:endParaRPr lang="en-US"/>
          </a:p>
        </p:txBody>
      </p:sp>
    </p:spTree>
    <p:extLst>
      <p:ext uri="{BB962C8B-B14F-4D97-AF65-F5344CB8AC3E}">
        <p14:creationId xmlns:p14="http://schemas.microsoft.com/office/powerpoint/2010/main" val="40038860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99778D2-5D79-4FA2-8287-5B937E02F854}" type="datetimeFigureOut">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F177C2-D5CD-4C64-8890-4DF49BDF24F2}" type="slidenum">
              <a:rPr lang="en-US" smtClean="0"/>
              <a:t>‹#›</a:t>
            </a:fld>
            <a:endParaRPr lang="en-US"/>
          </a:p>
        </p:txBody>
      </p:sp>
    </p:spTree>
    <p:extLst>
      <p:ext uri="{BB962C8B-B14F-4D97-AF65-F5344CB8AC3E}">
        <p14:creationId xmlns:p14="http://schemas.microsoft.com/office/powerpoint/2010/main" val="362124922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99778D2-5D79-4FA2-8287-5B937E02F854}" type="datetimeFigureOut">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F177C2-D5CD-4C64-8890-4DF49BDF24F2}" type="slidenum">
              <a:rPr lang="en-US" smtClean="0"/>
              <a:t>‹#›</a:t>
            </a:fld>
            <a:endParaRPr lang="en-US"/>
          </a:p>
        </p:txBody>
      </p:sp>
    </p:spTree>
    <p:extLst>
      <p:ext uri="{BB962C8B-B14F-4D97-AF65-F5344CB8AC3E}">
        <p14:creationId xmlns:p14="http://schemas.microsoft.com/office/powerpoint/2010/main" val="14707382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9778D2-5D79-4FA2-8287-5B937E02F85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F177C2-D5CD-4C64-8890-4DF49BDF24F2}" type="slidenum">
              <a:rPr lang="en-US" smtClean="0"/>
              <a:t>‹#›</a:t>
            </a:fld>
            <a:endParaRPr lang="en-US"/>
          </a:p>
        </p:txBody>
      </p:sp>
    </p:spTree>
    <p:extLst>
      <p:ext uri="{BB962C8B-B14F-4D97-AF65-F5344CB8AC3E}">
        <p14:creationId xmlns:p14="http://schemas.microsoft.com/office/powerpoint/2010/main" val="19418998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9778D2-5D79-4FA2-8287-5B937E02F85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F177C2-D5CD-4C64-8890-4DF49BDF24F2}" type="slidenum">
              <a:rPr lang="en-US" smtClean="0"/>
              <a:t>‹#›</a:t>
            </a:fld>
            <a:endParaRPr lang="en-US"/>
          </a:p>
        </p:txBody>
      </p:sp>
    </p:spTree>
    <p:extLst>
      <p:ext uri="{BB962C8B-B14F-4D97-AF65-F5344CB8AC3E}">
        <p14:creationId xmlns:p14="http://schemas.microsoft.com/office/powerpoint/2010/main" val="24845939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2F57"/>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508000" y="152400"/>
            <a:ext cx="11074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ctr" anchorCtr="0" compatLnSpc="1">
            <a:prstTxWarp prst="textNoShape">
              <a:avLst/>
            </a:prstTxWarp>
          </a:bodyPr>
          <a:lstStyle/>
          <a:p>
            <a:pPr lvl="0"/>
            <a:r>
              <a:rPr lang="en-US" altLang="en-US"/>
              <a:t>Click to edit Master </a:t>
            </a:r>
          </a:p>
        </p:txBody>
      </p:sp>
      <p:sp>
        <p:nvSpPr>
          <p:cNvPr id="1027" name="Rectangle 3"/>
          <p:cNvSpPr>
            <a:spLocks noGrp="1" noChangeArrowheads="1"/>
          </p:cNvSpPr>
          <p:nvPr>
            <p:ph type="body" idx="1"/>
          </p:nvPr>
        </p:nvSpPr>
        <p:spPr bwMode="auto">
          <a:xfrm>
            <a:off x="508000" y="1371600"/>
            <a:ext cx="11074400"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t" anchorCtr="0" compatLnSpc="1">
            <a:prstTxWarp prst="textNoShape">
              <a:avLst/>
            </a:prstTxWarp>
          </a:bodyPr>
          <a:lstStyle/>
          <a:p>
            <a:pPr lvl="0"/>
            <a:r>
              <a:rPr lang="en-US" altLang="en-US"/>
              <a:t>First level</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8" name="Picture 11" descr="D:\Vugraph Info\Vugraph Templates\Templates-NEW-NMP and Bureau\ident-small_4_onscreen_png.png"/>
          <p:cNvPicPr>
            <a:picLocks noChangeAspect="1" noChangeArrowheads="1"/>
          </p:cNvPicPr>
          <p:nvPr/>
        </p:nvPicPr>
        <p:blipFill>
          <a:blip r:embed="rId13">
            <a:lum bright="100000"/>
            <a:extLst>
              <a:ext uri="{28A0092B-C50C-407E-A947-70E740481C1C}">
                <a14:useLocalDpi xmlns:a14="http://schemas.microsoft.com/office/drawing/2010/main" val="0"/>
              </a:ext>
            </a:extLst>
          </a:blip>
          <a:srcRect/>
          <a:stretch>
            <a:fillRect/>
          </a:stretch>
        </p:blipFill>
        <p:spPr bwMode="black">
          <a:xfrm>
            <a:off x="609600" y="6094414"/>
            <a:ext cx="1524000"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75" r:id="rId1"/>
    <p:sldLayoutId id="2147483865" r:id="rId2"/>
    <p:sldLayoutId id="2147483866" r:id="rId3"/>
    <p:sldLayoutId id="2147483867" r:id="rId4"/>
    <p:sldLayoutId id="2147483868" r:id="rId5"/>
    <p:sldLayoutId id="2147483869" r:id="rId6"/>
    <p:sldLayoutId id="2147483870" r:id="rId7"/>
    <p:sldLayoutId id="2147483871" r:id="rId8"/>
    <p:sldLayoutId id="2147483872" r:id="rId9"/>
    <p:sldLayoutId id="2147483873" r:id="rId10"/>
    <p:sldLayoutId id="2147483874" r:id="rId11"/>
  </p:sldLayoutIdLst>
  <p:txStyles>
    <p:titleStyle>
      <a:lvl1pPr algn="l" rtl="0" eaLnBrk="0" fontAlgn="base" hangingPunct="0">
        <a:spcBef>
          <a:spcPct val="0"/>
        </a:spcBef>
        <a:spcAft>
          <a:spcPct val="0"/>
        </a:spcAft>
        <a:defRPr sz="3600" b="1">
          <a:solidFill>
            <a:srgbClr val="FFFF99"/>
          </a:solidFill>
          <a:latin typeface="+mj-lt"/>
          <a:ea typeface="+mj-ea"/>
          <a:cs typeface="+mj-cs"/>
        </a:defRPr>
      </a:lvl1pPr>
      <a:lvl2pPr algn="l" rtl="0" eaLnBrk="0" fontAlgn="base" hangingPunct="0">
        <a:spcBef>
          <a:spcPct val="0"/>
        </a:spcBef>
        <a:spcAft>
          <a:spcPct val="0"/>
        </a:spcAft>
        <a:defRPr sz="3600" b="1">
          <a:solidFill>
            <a:srgbClr val="FFFF99"/>
          </a:solidFill>
          <a:latin typeface="Arial" charset="0"/>
        </a:defRPr>
      </a:lvl2pPr>
      <a:lvl3pPr algn="l" rtl="0" eaLnBrk="0" fontAlgn="base" hangingPunct="0">
        <a:spcBef>
          <a:spcPct val="0"/>
        </a:spcBef>
        <a:spcAft>
          <a:spcPct val="0"/>
        </a:spcAft>
        <a:defRPr sz="3600" b="1">
          <a:solidFill>
            <a:srgbClr val="FFFF99"/>
          </a:solidFill>
          <a:latin typeface="Arial" charset="0"/>
        </a:defRPr>
      </a:lvl3pPr>
      <a:lvl4pPr algn="l" rtl="0" eaLnBrk="0" fontAlgn="base" hangingPunct="0">
        <a:spcBef>
          <a:spcPct val="0"/>
        </a:spcBef>
        <a:spcAft>
          <a:spcPct val="0"/>
        </a:spcAft>
        <a:defRPr sz="3600" b="1">
          <a:solidFill>
            <a:srgbClr val="FFFF99"/>
          </a:solidFill>
          <a:latin typeface="Arial" charset="0"/>
        </a:defRPr>
      </a:lvl4pPr>
      <a:lvl5pPr algn="l" rtl="0" eaLnBrk="0" fontAlgn="base" hangingPunct="0">
        <a:spcBef>
          <a:spcPct val="0"/>
        </a:spcBef>
        <a:spcAft>
          <a:spcPct val="0"/>
        </a:spcAft>
        <a:defRPr sz="3600" b="1">
          <a:solidFill>
            <a:srgbClr val="FFFF99"/>
          </a:solidFill>
          <a:latin typeface="Arial" charset="0"/>
        </a:defRPr>
      </a:lvl5pPr>
      <a:lvl6pPr marL="457200" algn="l" rtl="0" eaLnBrk="0" fontAlgn="base" hangingPunct="0">
        <a:spcBef>
          <a:spcPct val="0"/>
        </a:spcBef>
        <a:spcAft>
          <a:spcPct val="0"/>
        </a:spcAft>
        <a:defRPr sz="3600" b="1">
          <a:solidFill>
            <a:srgbClr val="FFFF99"/>
          </a:solidFill>
          <a:latin typeface="Arial" charset="0"/>
        </a:defRPr>
      </a:lvl6pPr>
      <a:lvl7pPr marL="914400" algn="l" rtl="0" eaLnBrk="0" fontAlgn="base" hangingPunct="0">
        <a:spcBef>
          <a:spcPct val="0"/>
        </a:spcBef>
        <a:spcAft>
          <a:spcPct val="0"/>
        </a:spcAft>
        <a:defRPr sz="3600" b="1">
          <a:solidFill>
            <a:srgbClr val="FFFF99"/>
          </a:solidFill>
          <a:latin typeface="Arial" charset="0"/>
        </a:defRPr>
      </a:lvl7pPr>
      <a:lvl8pPr marL="1371600" algn="l" rtl="0" eaLnBrk="0" fontAlgn="base" hangingPunct="0">
        <a:spcBef>
          <a:spcPct val="0"/>
        </a:spcBef>
        <a:spcAft>
          <a:spcPct val="0"/>
        </a:spcAft>
        <a:defRPr sz="3600" b="1">
          <a:solidFill>
            <a:srgbClr val="FFFF99"/>
          </a:solidFill>
          <a:latin typeface="Arial" charset="0"/>
        </a:defRPr>
      </a:lvl8pPr>
      <a:lvl9pPr marL="1828800" algn="l" rtl="0" eaLnBrk="0" fontAlgn="base" hangingPunct="0">
        <a:spcBef>
          <a:spcPct val="0"/>
        </a:spcBef>
        <a:spcAft>
          <a:spcPct val="0"/>
        </a:spcAft>
        <a:defRPr sz="3600" b="1">
          <a:solidFill>
            <a:srgbClr val="FFFF99"/>
          </a:solidFill>
          <a:latin typeface="Arial" charset="0"/>
        </a:defRPr>
      </a:lvl9pPr>
    </p:titleStyle>
    <p:bodyStyle>
      <a:lvl1pPr marL="342900" indent="-342900" algn="l" rtl="0" eaLnBrk="0" fontAlgn="base" hangingPunct="0">
        <a:spcBef>
          <a:spcPct val="20000"/>
        </a:spcBef>
        <a:spcAft>
          <a:spcPct val="0"/>
        </a:spcAft>
        <a:buClr>
          <a:srgbClr val="FFFF99"/>
        </a:buClr>
        <a:buSzPct val="125000"/>
        <a:buFont typeface="Wingdings" pitchFamily="2" charset="2"/>
        <a:buChar char="§"/>
        <a:defRPr sz="2800" b="1">
          <a:solidFill>
            <a:schemeClr val="bg1"/>
          </a:solidFill>
          <a:latin typeface="+mn-lt"/>
          <a:ea typeface="+mn-ea"/>
          <a:cs typeface="+mn-cs"/>
        </a:defRPr>
      </a:lvl1pPr>
      <a:lvl2pPr marL="742950" indent="-285750" algn="l" rtl="0" eaLnBrk="0" fontAlgn="base" hangingPunct="0">
        <a:spcBef>
          <a:spcPct val="20000"/>
        </a:spcBef>
        <a:spcAft>
          <a:spcPct val="0"/>
        </a:spcAft>
        <a:buClr>
          <a:srgbClr val="FFFF99"/>
        </a:buClr>
        <a:buSzPct val="125000"/>
        <a:buFont typeface="Wingdings" pitchFamily="2" charset="2"/>
        <a:buChar char="§"/>
        <a:defRPr sz="2400" b="1">
          <a:solidFill>
            <a:schemeClr val="bg1"/>
          </a:solidFill>
          <a:latin typeface="+mn-lt"/>
        </a:defRPr>
      </a:lvl2pPr>
      <a:lvl3pPr marL="1143000" indent="-228600" algn="l" rtl="0" eaLnBrk="0" fontAlgn="base" hangingPunct="0">
        <a:spcBef>
          <a:spcPct val="20000"/>
        </a:spcBef>
        <a:spcAft>
          <a:spcPct val="0"/>
        </a:spcAft>
        <a:buClr>
          <a:srgbClr val="FFFF99"/>
        </a:buClr>
        <a:buSzPct val="125000"/>
        <a:buFont typeface="Wingdings" pitchFamily="2" charset="2"/>
        <a:buChar char="§"/>
        <a:defRPr sz="2000" b="1">
          <a:solidFill>
            <a:schemeClr val="bg1"/>
          </a:solidFill>
          <a:latin typeface="+mn-lt"/>
        </a:defRPr>
      </a:lvl3pPr>
      <a:lvl4pPr marL="1600200" indent="-228600" algn="l" rtl="0" eaLnBrk="0" fontAlgn="base" hangingPunct="0">
        <a:spcBef>
          <a:spcPct val="20000"/>
        </a:spcBef>
        <a:spcAft>
          <a:spcPct val="0"/>
        </a:spcAft>
        <a:buClr>
          <a:srgbClr val="FFFF99"/>
        </a:buClr>
        <a:buSzPct val="125000"/>
        <a:buFont typeface="Wingdings" pitchFamily="2" charset="2"/>
        <a:buChar char="§"/>
        <a:defRPr b="1">
          <a:solidFill>
            <a:schemeClr val="bg1"/>
          </a:solidFill>
          <a:latin typeface="+mn-lt"/>
        </a:defRPr>
      </a:lvl4pPr>
      <a:lvl5pPr marL="2057400" indent="-228600" algn="l" rtl="0" eaLnBrk="0" fontAlgn="base" hangingPunct="0">
        <a:spcBef>
          <a:spcPct val="20000"/>
        </a:spcBef>
        <a:spcAft>
          <a:spcPct val="0"/>
        </a:spcAft>
        <a:buClr>
          <a:srgbClr val="FFFF99"/>
        </a:buClr>
        <a:buSzPct val="125000"/>
        <a:buFont typeface="Wingdings" pitchFamily="2" charset="2"/>
        <a:buChar char="§"/>
        <a:defRPr b="1">
          <a:solidFill>
            <a:schemeClr val="bg1"/>
          </a:solidFill>
          <a:latin typeface="+mn-lt"/>
        </a:defRPr>
      </a:lvl5pPr>
      <a:lvl6pPr marL="2514600" indent="-228600" algn="l" rtl="0" eaLnBrk="0" fontAlgn="base" hangingPunct="0">
        <a:spcBef>
          <a:spcPct val="20000"/>
        </a:spcBef>
        <a:spcAft>
          <a:spcPct val="0"/>
        </a:spcAft>
        <a:buClr>
          <a:srgbClr val="FFFF99"/>
        </a:buClr>
        <a:buSzPct val="125000"/>
        <a:buFont typeface="Wingdings" pitchFamily="2" charset="2"/>
        <a:buChar char="§"/>
        <a:defRPr b="1">
          <a:solidFill>
            <a:schemeClr val="bg1"/>
          </a:solidFill>
          <a:latin typeface="+mn-lt"/>
        </a:defRPr>
      </a:lvl6pPr>
      <a:lvl7pPr marL="2971800" indent="-228600" algn="l" rtl="0" eaLnBrk="0" fontAlgn="base" hangingPunct="0">
        <a:spcBef>
          <a:spcPct val="20000"/>
        </a:spcBef>
        <a:spcAft>
          <a:spcPct val="0"/>
        </a:spcAft>
        <a:buClr>
          <a:srgbClr val="FFFF99"/>
        </a:buClr>
        <a:buSzPct val="125000"/>
        <a:buFont typeface="Wingdings" pitchFamily="2" charset="2"/>
        <a:buChar char="§"/>
        <a:defRPr b="1">
          <a:solidFill>
            <a:schemeClr val="bg1"/>
          </a:solidFill>
          <a:latin typeface="+mn-lt"/>
        </a:defRPr>
      </a:lvl7pPr>
      <a:lvl8pPr marL="3429000" indent="-228600" algn="l" rtl="0" eaLnBrk="0" fontAlgn="base" hangingPunct="0">
        <a:spcBef>
          <a:spcPct val="20000"/>
        </a:spcBef>
        <a:spcAft>
          <a:spcPct val="0"/>
        </a:spcAft>
        <a:buClr>
          <a:srgbClr val="FFFF99"/>
        </a:buClr>
        <a:buSzPct val="125000"/>
        <a:buFont typeface="Wingdings" pitchFamily="2" charset="2"/>
        <a:buChar char="§"/>
        <a:defRPr b="1">
          <a:solidFill>
            <a:schemeClr val="bg1"/>
          </a:solidFill>
          <a:latin typeface="+mn-lt"/>
        </a:defRPr>
      </a:lvl8pPr>
      <a:lvl9pPr marL="3886200" indent="-228600" algn="l" rtl="0" eaLnBrk="0" fontAlgn="base" hangingPunct="0">
        <a:spcBef>
          <a:spcPct val="20000"/>
        </a:spcBef>
        <a:spcAft>
          <a:spcPct val="0"/>
        </a:spcAft>
        <a:buClr>
          <a:srgbClr val="FFFF99"/>
        </a:buClr>
        <a:buSzPct val="125000"/>
        <a:buFont typeface="Wingdings" pitchFamily="2" charset="2"/>
        <a:buChar char="§"/>
        <a:defRPr b="1">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9/10/2026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776446058"/>
      </p:ext>
    </p:extLst>
  </p:cSld>
  <p:clrMap bg1="lt1" tx1="dk1" bg2="lt2" tx2="dk2" accent1="accent1" accent2="accent2" accent3="accent3" accent4="accent4" accent5="accent5" accent6="accent6" hlink="hlink" folHlink="folHlink"/>
  <p:sldLayoutIdLst>
    <p:sldLayoutId id="2147483889" r:id="rId1"/>
    <p:sldLayoutId id="2147483890" r:id="rId2"/>
    <p:sldLayoutId id="2147483891" r:id="rId3"/>
    <p:sldLayoutId id="2147483892" r:id="rId4"/>
    <p:sldLayoutId id="2147483893" r:id="rId5"/>
    <p:sldLayoutId id="2147483894" r:id="rId6"/>
    <p:sldLayoutId id="2147483895" r:id="rId7"/>
    <p:sldLayoutId id="2147483896" r:id="rId8"/>
    <p:sldLayoutId id="2147483897" r:id="rId9"/>
    <p:sldLayoutId id="2147483898" r:id="rId10"/>
    <p:sldLayoutId id="214748389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6.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jpeg"/></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13.xml"/><Relationship Id="rId5" Type="http://schemas.openxmlformats.org/officeDocument/2006/relationships/image" Target="../media/image11.jpeg"/><Relationship Id="rId4" Type="http://schemas.openxmlformats.org/officeDocument/2006/relationships/image" Target="../media/image10.jpeg"/></Relationships>
</file>

<file path=ppt/slides/_rels/slide9.xml.rels><?xml version="1.0" encoding="UTF-8" standalone="yes"?>
<Relationships xmlns="http://schemas.openxmlformats.org/package/2006/relationships"><Relationship Id="rId8" Type="http://schemas.openxmlformats.org/officeDocument/2006/relationships/hyperlink" Target="http://dizzyducklingdiary.blogspot.com/2011/06/sun-sun-sun.html" TargetMode="External"/><Relationship Id="rId3" Type="http://schemas.openxmlformats.org/officeDocument/2006/relationships/image" Target="../media/image8.jpeg"/><Relationship Id="rId7" Type="http://schemas.openxmlformats.org/officeDocument/2006/relationships/image" Target="../media/image12.jpeg"/><Relationship Id="rId12"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11.jpeg"/><Relationship Id="rId11" Type="http://schemas.openxmlformats.org/officeDocument/2006/relationships/image" Target="../media/image15.png"/><Relationship Id="rId5" Type="http://schemas.openxmlformats.org/officeDocument/2006/relationships/image" Target="../media/image10.jpeg"/><Relationship Id="rId10" Type="http://schemas.openxmlformats.org/officeDocument/2006/relationships/image" Target="../media/image14.png"/><Relationship Id="rId4" Type="http://schemas.openxmlformats.org/officeDocument/2006/relationships/image" Target="../media/image9.jpeg"/><Relationship Id="rId9" Type="http://schemas.openxmlformats.org/officeDocument/2006/relationships/image" Target="../media/image13.png"/></Relationships>
</file>

<file path=ppt/slides/_rels/slide10.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image" Target="../media/image17.png"/><Relationship Id="rId7"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 Id="rId9" Type="http://schemas.openxmlformats.org/officeDocument/2006/relationships/hyperlink" Target="http://dizzyducklingdiary.blogspot.com/2011/06/sun-sun-sun.html" TargetMode="External"/></Relationships>
</file>

<file path=ppt/slides/_rels/slide11.xml.rels><?xml version="1.0" encoding="UTF-8" standalone="yes"?>
<Relationships xmlns="http://schemas.openxmlformats.org/package/2006/relationships"><Relationship Id="rId8" Type="http://schemas.openxmlformats.org/officeDocument/2006/relationships/image" Target="../media/image11.jpeg"/><Relationship Id="rId7"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image" Target="../media/image9.jpeg"/><Relationship Id="rId5" Type="http://schemas.openxmlformats.org/officeDocument/2006/relationships/image" Target="../media/image8.jpeg"/><Relationship Id="rId10" Type="http://schemas.openxmlformats.org/officeDocument/2006/relationships/hyperlink" Target="http://dizzyducklingdiary.blogspot.com/2011/06/sun-sun-sun.html" TargetMode="External"/><Relationship Id="rId4" Type="http://schemas.openxmlformats.org/officeDocument/2006/relationships/image" Target="../media/image35.png"/><Relationship Id="rId9" Type="http://schemas.openxmlformats.org/officeDocument/2006/relationships/image" Target="../media/image12.jpeg"/></Relationships>
</file>

<file path=ppt/slides/_rels/slide12.xml.rels><?xml version="1.0" encoding="UTF-8" standalone="yes"?>
<Relationships xmlns="http://schemas.openxmlformats.org/package/2006/relationships"><Relationship Id="rId8" Type="http://schemas.openxmlformats.org/officeDocument/2006/relationships/image" Target="../media/image10.jpeg"/><Relationship Id="rId7" Type="http://schemas.openxmlformats.org/officeDocument/2006/relationships/image" Target="../media/image9.jpeg"/><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image" Target="../media/image8.jpeg"/><Relationship Id="rId11" Type="http://schemas.openxmlformats.org/officeDocument/2006/relationships/hyperlink" Target="http://dizzyducklingdiary.blogspot.com/2011/06/sun-sun-sun.html" TargetMode="External"/><Relationship Id="rId5" Type="http://schemas.openxmlformats.org/officeDocument/2006/relationships/image" Target="../media/image37.png"/><Relationship Id="rId10" Type="http://schemas.openxmlformats.org/officeDocument/2006/relationships/image" Target="../media/image12.jpeg"/><Relationship Id="rId9" Type="http://schemas.openxmlformats.org/officeDocument/2006/relationships/image" Target="../media/image11.jpe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26.png"/><Relationship Id="rId2"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70.png"/><Relationship Id="rId4" Type="http://schemas.openxmlformats.org/officeDocument/2006/relationships/image" Target="../media/image50.png"/></Relationships>
</file>

<file path=ppt/slides/_rels/slide1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1027"/>
          <p:cNvSpPr>
            <a:spLocks noGrp="1" noChangeArrowheads="1"/>
          </p:cNvSpPr>
          <p:nvPr>
            <p:ph type="subTitle" idx="1"/>
          </p:nvPr>
        </p:nvSpPr>
        <p:spPr>
          <a:xfrm>
            <a:off x="1078505" y="4162616"/>
            <a:ext cx="9558412" cy="2416066"/>
          </a:xfrm>
        </p:spPr>
        <p:txBody>
          <a:bodyPr/>
          <a:lstStyle/>
          <a:p>
            <a:r>
              <a:rPr lang="en-US" altLang="en-US" sz="1600" dirty="0">
                <a:solidFill>
                  <a:srgbClr val="FFFF99"/>
                </a:solidFill>
                <a:latin typeface="Lucida Fax" panose="02060602050505020204" pitchFamily="18" charset="0"/>
              </a:rPr>
              <a:t>Katie Fogg, </a:t>
            </a:r>
            <a:r>
              <a:rPr lang="en-US" altLang="en-US" sz="1200" dirty="0">
                <a:latin typeface="Lucida Fax" panose="02060602050505020204" pitchFamily="18" charset="0"/>
              </a:rPr>
              <a:t>Montana State University, Bozeman, MT USA</a:t>
            </a:r>
          </a:p>
          <a:p>
            <a:r>
              <a:rPr lang="en-US" altLang="en-US" sz="1600" dirty="0">
                <a:solidFill>
                  <a:srgbClr val="FFFF99"/>
                </a:solidFill>
                <a:latin typeface="Lucida Fax" panose="02060602050505020204" pitchFamily="18" charset="0"/>
              </a:rPr>
              <a:t>Eric D. Morway, </a:t>
            </a:r>
            <a:r>
              <a:rPr lang="en-US" altLang="en-US" sz="1200" dirty="0">
                <a:latin typeface="Lucida Fax" panose="02060602050505020204" pitchFamily="18" charset="0"/>
              </a:rPr>
              <a:t>U.S. Geological Survey, Carson City, NV USA</a:t>
            </a:r>
          </a:p>
          <a:p>
            <a:r>
              <a:rPr lang="en-US" altLang="en-US" sz="1600" dirty="0">
                <a:solidFill>
                  <a:srgbClr val="FFFF99"/>
                </a:solidFill>
                <a:latin typeface="Lucida Fax" panose="02060602050505020204" pitchFamily="18" charset="0"/>
              </a:rPr>
              <a:t>Alden M. Provost, </a:t>
            </a:r>
            <a:r>
              <a:rPr lang="en-US" altLang="en-US" sz="1200" dirty="0">
                <a:latin typeface="Lucida Fax" panose="02060602050505020204" pitchFamily="18" charset="0"/>
              </a:rPr>
              <a:t>U.S. Geological Survey, Reston, VA USA</a:t>
            </a:r>
          </a:p>
          <a:p>
            <a:r>
              <a:rPr lang="en-US" altLang="en-US" sz="1600" dirty="0">
                <a:solidFill>
                  <a:srgbClr val="FFFF99"/>
                </a:solidFill>
                <a:latin typeface="Lucida Fax" panose="02060602050505020204" pitchFamily="18" charset="0"/>
              </a:rPr>
              <a:t>Christian D. Langevin, </a:t>
            </a:r>
            <a:r>
              <a:rPr lang="pt-BR" altLang="en-US" sz="1200" dirty="0">
                <a:latin typeface="Lucida Fax" panose="02060602050505020204" pitchFamily="18" charset="0"/>
              </a:rPr>
              <a:t>S.S. Papadopulos &amp; Associates, USA</a:t>
            </a:r>
            <a:endParaRPr lang="en-US" altLang="en-US" sz="1200" dirty="0">
              <a:latin typeface="Lucida Fax" panose="02060602050505020204" pitchFamily="18" charset="0"/>
            </a:endParaRPr>
          </a:p>
          <a:p>
            <a:r>
              <a:rPr lang="en-US" altLang="en-US" sz="1600" dirty="0">
                <a:solidFill>
                  <a:srgbClr val="FFFF99"/>
                </a:solidFill>
                <a:latin typeface="Lucida Fax" panose="02060602050505020204" pitchFamily="18" charset="0"/>
              </a:rPr>
              <a:t>Joseph D. Hughes, </a:t>
            </a:r>
            <a:r>
              <a:rPr lang="en-US" altLang="en-US" sz="1200" dirty="0">
                <a:latin typeface="Lucida Fax" panose="02060602050505020204" pitchFamily="18" charset="0"/>
              </a:rPr>
              <a:t>INTERA, USA</a:t>
            </a:r>
          </a:p>
          <a:p>
            <a:r>
              <a:rPr lang="en-US" altLang="en-US" sz="1600" dirty="0" err="1">
                <a:solidFill>
                  <a:srgbClr val="FFFF99"/>
                </a:solidFill>
                <a:latin typeface="Lucida Fax" panose="02060602050505020204" pitchFamily="18" charset="0"/>
              </a:rPr>
              <a:t>Martijn</a:t>
            </a:r>
            <a:r>
              <a:rPr lang="en-US" altLang="en-US" sz="1600" dirty="0">
                <a:solidFill>
                  <a:srgbClr val="FFFF99"/>
                </a:solidFill>
                <a:latin typeface="Lucida Fax" panose="02060602050505020204" pitchFamily="18" charset="0"/>
              </a:rPr>
              <a:t> J. Russcher, </a:t>
            </a:r>
            <a:r>
              <a:rPr lang="en-US" altLang="en-US" sz="1200" dirty="0" err="1">
                <a:latin typeface="Lucida Fax" panose="02060602050505020204" pitchFamily="18" charset="0"/>
              </a:rPr>
              <a:t>Deltares</a:t>
            </a:r>
            <a:r>
              <a:rPr lang="en-US" altLang="en-US" sz="1200" dirty="0">
                <a:latin typeface="Lucida Fax" panose="02060602050505020204" pitchFamily="18" charset="0"/>
              </a:rPr>
              <a:t>, Hydrology Software Group, Delft, Netherlands</a:t>
            </a:r>
          </a:p>
        </p:txBody>
      </p:sp>
      <p:sp>
        <p:nvSpPr>
          <p:cNvPr id="3" name="TextBox 2">
            <a:extLst>
              <a:ext uri="{FF2B5EF4-FFF2-40B4-BE49-F238E27FC236}">
                <a16:creationId xmlns:a16="http://schemas.microsoft.com/office/drawing/2014/main" id="{7804C644-365D-B7EE-C716-C1B7D8FA094B}"/>
              </a:ext>
            </a:extLst>
          </p:cNvPr>
          <p:cNvSpPr txBox="1"/>
          <p:nvPr/>
        </p:nvSpPr>
        <p:spPr>
          <a:xfrm>
            <a:off x="301486" y="1427167"/>
            <a:ext cx="11589025" cy="2800767"/>
          </a:xfrm>
          <a:prstGeom prst="rect">
            <a:avLst/>
          </a:prstGeom>
          <a:noFill/>
        </p:spPr>
        <p:txBody>
          <a:bodyPr wrap="square" rtlCol="0">
            <a:spAutoFit/>
          </a:bodyPr>
          <a:lstStyle/>
          <a:p>
            <a:pPr algn="ctr"/>
            <a:r>
              <a:rPr lang="en-US" sz="4400" b="1" dirty="0">
                <a:gradFill>
                  <a:gsLst>
                    <a:gs pos="57000">
                      <a:srgbClr val="FF9900"/>
                    </a:gs>
                    <a:gs pos="22000">
                      <a:srgbClr val="00B0F0"/>
                    </a:gs>
                    <a:gs pos="100000">
                      <a:srgbClr val="FF0000"/>
                    </a:gs>
                  </a:gsLst>
                  <a:lin ang="2700000" scaled="1"/>
                </a:gradFill>
                <a:latin typeface="+mj-lt"/>
              </a:rPr>
              <a:t>The Atmospheric Boundary Condition (ABC) Utility: A Process-Based Approach for Stream Temperature Modeling in MODFLOW 6</a:t>
            </a:r>
          </a:p>
        </p:txBody>
      </p:sp>
    </p:spTree>
  </p:cSld>
  <p:clrMapOvr>
    <a:masterClrMapping/>
  </p:clrMapOvr>
  <mc:AlternateContent xmlns:mc="http://schemas.openxmlformats.org/markup-compatibility/2006" xmlns:p14="http://schemas.microsoft.com/office/powerpoint/2010/main">
    <mc:Choice Requires="p14">
      <p:transition spd="slow" p14:dur="2000" advTm="37172"/>
    </mc:Choice>
    <mc:Fallback xmlns="">
      <p:transition spd="slow" advTm="3717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CE3E8-1BD3-12F3-B049-17888CCC184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9D1E959-92AB-A9F3-F034-43271FF4D631}"/>
              </a:ext>
            </a:extLst>
          </p:cNvPr>
          <p:cNvSpPr>
            <a:spLocks noGrp="1"/>
          </p:cNvSpPr>
          <p:nvPr>
            <p:ph type="title"/>
          </p:nvPr>
        </p:nvSpPr>
        <p:spPr>
          <a:xfrm>
            <a:off x="814976" y="286529"/>
            <a:ext cx="9924143" cy="738664"/>
          </a:xfrm>
        </p:spPr>
        <p:txBody>
          <a:bodyPr/>
          <a:lstStyle/>
          <a:p>
            <a:r>
              <a:rPr lang="en-US" dirty="0"/>
              <a:t>Mass and Heat Transport in MODFLOW 6 </a:t>
            </a:r>
          </a:p>
        </p:txBody>
      </p:sp>
      <p:pic>
        <p:nvPicPr>
          <p:cNvPr id="7" name="Picture 6">
            <a:extLst>
              <a:ext uri="{FF2B5EF4-FFF2-40B4-BE49-F238E27FC236}">
                <a16:creationId xmlns:a16="http://schemas.microsoft.com/office/drawing/2014/main" id="{C512E843-5D6B-A9BF-A8AD-E8FDBE672529}"/>
              </a:ext>
            </a:extLst>
          </p:cNvPr>
          <p:cNvPicPr>
            <a:picLocks noChangeAspect="1"/>
          </p:cNvPicPr>
          <p:nvPr/>
        </p:nvPicPr>
        <p:blipFill>
          <a:blip r:embed="rId3"/>
          <a:stretch>
            <a:fillRect/>
          </a:stretch>
        </p:blipFill>
        <p:spPr>
          <a:xfrm>
            <a:off x="7446216" y="2393409"/>
            <a:ext cx="2535729" cy="3245386"/>
          </a:xfrm>
          <a:prstGeom prst="rect">
            <a:avLst/>
          </a:prstGeom>
        </p:spPr>
      </p:pic>
      <p:sp>
        <p:nvSpPr>
          <p:cNvPr id="9" name="TextBox 8">
            <a:extLst>
              <a:ext uri="{FF2B5EF4-FFF2-40B4-BE49-F238E27FC236}">
                <a16:creationId xmlns:a16="http://schemas.microsoft.com/office/drawing/2014/main" id="{63511E49-D3D9-2572-644F-1D442CD56DEC}"/>
              </a:ext>
            </a:extLst>
          </p:cNvPr>
          <p:cNvSpPr txBox="1"/>
          <p:nvPr/>
        </p:nvSpPr>
        <p:spPr>
          <a:xfrm>
            <a:off x="4546392" y="1255827"/>
            <a:ext cx="2197307" cy="1015663"/>
          </a:xfrm>
          <a:prstGeom prst="rect">
            <a:avLst/>
          </a:prstGeom>
          <a:noFill/>
        </p:spPr>
        <p:txBody>
          <a:bodyPr wrap="square" rtlCol="0">
            <a:spAutoFit/>
          </a:bodyPr>
          <a:lstStyle/>
          <a:p>
            <a:pPr algn="ctr"/>
            <a:r>
              <a:rPr lang="en-US" sz="2000" b="1" dirty="0">
                <a:solidFill>
                  <a:srgbClr val="FFFF99"/>
                </a:solidFill>
                <a:latin typeface="+mj-lt"/>
                <a:ea typeface="+mj-ea"/>
                <a:cs typeface="+mj-cs"/>
              </a:rPr>
              <a:t>MODFLOW 6 Groundwater Transport Model</a:t>
            </a:r>
          </a:p>
        </p:txBody>
      </p:sp>
      <p:pic>
        <p:nvPicPr>
          <p:cNvPr id="10" name="Picture 9">
            <a:extLst>
              <a:ext uri="{FF2B5EF4-FFF2-40B4-BE49-F238E27FC236}">
                <a16:creationId xmlns:a16="http://schemas.microsoft.com/office/drawing/2014/main" id="{FEB55C7D-BF90-D203-EF6F-E4DEB31057D4}"/>
              </a:ext>
            </a:extLst>
          </p:cNvPr>
          <p:cNvPicPr>
            <a:picLocks noChangeAspect="1"/>
          </p:cNvPicPr>
          <p:nvPr/>
        </p:nvPicPr>
        <p:blipFill>
          <a:blip r:embed="rId4"/>
          <a:stretch>
            <a:fillRect/>
          </a:stretch>
        </p:blipFill>
        <p:spPr>
          <a:xfrm>
            <a:off x="4416072" y="2393409"/>
            <a:ext cx="2455436" cy="3245389"/>
          </a:xfrm>
          <a:prstGeom prst="rect">
            <a:avLst/>
          </a:prstGeom>
        </p:spPr>
      </p:pic>
      <p:sp>
        <p:nvSpPr>
          <p:cNvPr id="14" name="TextBox 13">
            <a:extLst>
              <a:ext uri="{FF2B5EF4-FFF2-40B4-BE49-F238E27FC236}">
                <a16:creationId xmlns:a16="http://schemas.microsoft.com/office/drawing/2014/main" id="{77742B93-403C-F28B-A3FB-8F5C51FA57A4}"/>
              </a:ext>
            </a:extLst>
          </p:cNvPr>
          <p:cNvSpPr txBox="1"/>
          <p:nvPr/>
        </p:nvSpPr>
        <p:spPr>
          <a:xfrm>
            <a:off x="1592353" y="1257798"/>
            <a:ext cx="1982615" cy="1015663"/>
          </a:xfrm>
          <a:prstGeom prst="rect">
            <a:avLst/>
          </a:prstGeom>
          <a:noFill/>
        </p:spPr>
        <p:txBody>
          <a:bodyPr wrap="square" rtlCol="0">
            <a:spAutoFit/>
          </a:bodyPr>
          <a:lstStyle/>
          <a:p>
            <a:pPr algn="ctr"/>
            <a:r>
              <a:rPr lang="en-US" sz="2000" b="1" dirty="0">
                <a:solidFill>
                  <a:srgbClr val="FFFF99"/>
                </a:solidFill>
                <a:latin typeface="+mj-lt"/>
                <a:ea typeface="+mj-ea"/>
                <a:cs typeface="+mj-cs"/>
              </a:rPr>
              <a:t>MODFLOW 6 Groundwater Flow Model</a:t>
            </a:r>
          </a:p>
        </p:txBody>
      </p:sp>
      <p:pic>
        <p:nvPicPr>
          <p:cNvPr id="16" name="Picture 15">
            <a:extLst>
              <a:ext uri="{FF2B5EF4-FFF2-40B4-BE49-F238E27FC236}">
                <a16:creationId xmlns:a16="http://schemas.microsoft.com/office/drawing/2014/main" id="{F43D4FF9-04A8-2102-FAAD-ECED50476FED}"/>
              </a:ext>
            </a:extLst>
          </p:cNvPr>
          <p:cNvPicPr>
            <a:picLocks noChangeAspect="1"/>
          </p:cNvPicPr>
          <p:nvPr/>
        </p:nvPicPr>
        <p:blipFill>
          <a:blip r:embed="rId5"/>
          <a:stretch>
            <a:fillRect/>
          </a:stretch>
        </p:blipFill>
        <p:spPr>
          <a:xfrm>
            <a:off x="1357907" y="2393410"/>
            <a:ext cx="2448705" cy="3206792"/>
          </a:xfrm>
          <a:prstGeom prst="rect">
            <a:avLst/>
          </a:prstGeom>
        </p:spPr>
      </p:pic>
      <p:sp>
        <p:nvSpPr>
          <p:cNvPr id="17" name="TextBox 16">
            <a:extLst>
              <a:ext uri="{FF2B5EF4-FFF2-40B4-BE49-F238E27FC236}">
                <a16:creationId xmlns:a16="http://schemas.microsoft.com/office/drawing/2014/main" id="{C506DB4B-848E-38E0-64F9-562289F1165A}"/>
              </a:ext>
            </a:extLst>
          </p:cNvPr>
          <p:cNvSpPr txBox="1"/>
          <p:nvPr/>
        </p:nvSpPr>
        <p:spPr>
          <a:xfrm>
            <a:off x="7319818" y="1257798"/>
            <a:ext cx="2872948" cy="1015663"/>
          </a:xfrm>
          <a:prstGeom prst="rect">
            <a:avLst/>
          </a:prstGeom>
          <a:noFill/>
        </p:spPr>
        <p:txBody>
          <a:bodyPr wrap="square" rtlCol="0">
            <a:spAutoFit/>
          </a:bodyPr>
          <a:lstStyle/>
          <a:p>
            <a:pPr algn="ctr"/>
            <a:r>
              <a:rPr lang="en-US" sz="2000" b="1" dirty="0">
                <a:solidFill>
                  <a:srgbClr val="FFFF99"/>
                </a:solidFill>
                <a:latin typeface="+mj-lt"/>
                <a:ea typeface="+mj-ea"/>
                <a:cs typeface="+mj-cs"/>
              </a:rPr>
              <a:t>MODFLOW 6 Groundwater Energy Transport Model</a:t>
            </a:r>
          </a:p>
        </p:txBody>
      </p:sp>
      <p:cxnSp>
        <p:nvCxnSpPr>
          <p:cNvPr id="21" name="Straight Arrow Connector 20">
            <a:extLst>
              <a:ext uri="{FF2B5EF4-FFF2-40B4-BE49-F238E27FC236}">
                <a16:creationId xmlns:a16="http://schemas.microsoft.com/office/drawing/2014/main" id="{3223898E-E5B6-67E4-639C-571137F30C88}"/>
              </a:ext>
            </a:extLst>
          </p:cNvPr>
          <p:cNvCxnSpPr/>
          <p:nvPr/>
        </p:nvCxnSpPr>
        <p:spPr bwMode="auto">
          <a:xfrm>
            <a:off x="3863340" y="4032820"/>
            <a:ext cx="467360" cy="0"/>
          </a:xfrm>
          <a:prstGeom prst="straightConnector1">
            <a:avLst/>
          </a:prstGeom>
          <a:solidFill>
            <a:schemeClr val="accent1"/>
          </a:solidFill>
          <a:ln w="38100" cap="flat" cmpd="sng" algn="ctr">
            <a:solidFill>
              <a:schemeClr val="bg1"/>
            </a:solidFill>
            <a:prstDash val="solid"/>
            <a:round/>
            <a:headEnd type="none" w="med" len="me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Straight Arrow Connector 26">
            <a:extLst>
              <a:ext uri="{FF2B5EF4-FFF2-40B4-BE49-F238E27FC236}">
                <a16:creationId xmlns:a16="http://schemas.microsoft.com/office/drawing/2014/main" id="{CBD231CA-9BDB-6ADF-E5CD-50896BD910EE}"/>
              </a:ext>
            </a:extLst>
          </p:cNvPr>
          <p:cNvCxnSpPr/>
          <p:nvPr/>
        </p:nvCxnSpPr>
        <p:spPr bwMode="auto">
          <a:xfrm>
            <a:off x="6916420" y="4032820"/>
            <a:ext cx="467360" cy="0"/>
          </a:xfrm>
          <a:prstGeom prst="straightConnector1">
            <a:avLst/>
          </a:prstGeom>
          <a:solidFill>
            <a:schemeClr val="accent1"/>
          </a:solidFill>
          <a:ln w="38100" cap="flat" cmpd="sng" algn="ctr">
            <a:solidFill>
              <a:schemeClr val="bg1"/>
            </a:solidFill>
            <a:prstDash val="solid"/>
            <a:round/>
            <a:headEnd type="none" w="med" len="me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5" name="TextBox 34">
            <a:extLst>
              <a:ext uri="{FF2B5EF4-FFF2-40B4-BE49-F238E27FC236}">
                <a16:creationId xmlns:a16="http://schemas.microsoft.com/office/drawing/2014/main" id="{87F4E610-EB64-B3D1-ED71-98F8BD9B4B4F}"/>
              </a:ext>
            </a:extLst>
          </p:cNvPr>
          <p:cNvSpPr txBox="1"/>
          <p:nvPr/>
        </p:nvSpPr>
        <p:spPr>
          <a:xfrm>
            <a:off x="2059713" y="5638795"/>
            <a:ext cx="787627" cy="400110"/>
          </a:xfrm>
          <a:prstGeom prst="rect">
            <a:avLst/>
          </a:prstGeom>
          <a:noFill/>
        </p:spPr>
        <p:txBody>
          <a:bodyPr wrap="square" rtlCol="0">
            <a:spAutoFit/>
          </a:bodyPr>
          <a:lstStyle/>
          <a:p>
            <a:r>
              <a:rPr lang="en-US" sz="2000" b="1" dirty="0">
                <a:solidFill>
                  <a:srgbClr val="FFFF99"/>
                </a:solidFill>
                <a:latin typeface="+mj-lt"/>
                <a:ea typeface="+mj-ea"/>
                <a:cs typeface="+mj-cs"/>
              </a:rPr>
              <a:t>2017</a:t>
            </a:r>
          </a:p>
        </p:txBody>
      </p:sp>
      <p:sp>
        <p:nvSpPr>
          <p:cNvPr id="36" name="TextBox 35">
            <a:extLst>
              <a:ext uri="{FF2B5EF4-FFF2-40B4-BE49-F238E27FC236}">
                <a16:creationId xmlns:a16="http://schemas.microsoft.com/office/drawing/2014/main" id="{D82088CD-91AB-70AE-EEA7-B847C3196678}"/>
              </a:ext>
            </a:extLst>
          </p:cNvPr>
          <p:cNvSpPr txBox="1"/>
          <p:nvPr/>
        </p:nvSpPr>
        <p:spPr>
          <a:xfrm>
            <a:off x="5134778" y="5638795"/>
            <a:ext cx="787627" cy="400110"/>
          </a:xfrm>
          <a:prstGeom prst="rect">
            <a:avLst/>
          </a:prstGeom>
          <a:noFill/>
        </p:spPr>
        <p:txBody>
          <a:bodyPr wrap="square" rtlCol="0">
            <a:spAutoFit/>
          </a:bodyPr>
          <a:lstStyle/>
          <a:p>
            <a:r>
              <a:rPr lang="en-US" sz="2000" b="1" dirty="0">
                <a:solidFill>
                  <a:srgbClr val="FFFF99"/>
                </a:solidFill>
                <a:latin typeface="+mj-lt"/>
                <a:ea typeface="+mj-ea"/>
                <a:cs typeface="+mj-cs"/>
              </a:rPr>
              <a:t>2022</a:t>
            </a:r>
          </a:p>
        </p:txBody>
      </p:sp>
      <p:sp>
        <p:nvSpPr>
          <p:cNvPr id="37" name="TextBox 36">
            <a:extLst>
              <a:ext uri="{FF2B5EF4-FFF2-40B4-BE49-F238E27FC236}">
                <a16:creationId xmlns:a16="http://schemas.microsoft.com/office/drawing/2014/main" id="{5E48C6B1-1B53-955E-73D3-DF5970B21483}"/>
              </a:ext>
            </a:extLst>
          </p:cNvPr>
          <p:cNvSpPr txBox="1"/>
          <p:nvPr/>
        </p:nvSpPr>
        <p:spPr>
          <a:xfrm>
            <a:off x="8035458" y="5638795"/>
            <a:ext cx="1471762" cy="400110"/>
          </a:xfrm>
          <a:prstGeom prst="rect">
            <a:avLst/>
          </a:prstGeom>
          <a:noFill/>
        </p:spPr>
        <p:txBody>
          <a:bodyPr wrap="square" rtlCol="0">
            <a:spAutoFit/>
          </a:bodyPr>
          <a:lstStyle/>
          <a:p>
            <a:r>
              <a:rPr lang="en-US" sz="2000" b="1" dirty="0">
                <a:solidFill>
                  <a:srgbClr val="FFFF99"/>
                </a:solidFill>
                <a:latin typeface="+mj-lt"/>
                <a:ea typeface="+mj-ea"/>
                <a:cs typeface="+mj-cs"/>
              </a:rPr>
              <a:t>2024/2025</a:t>
            </a:r>
          </a:p>
        </p:txBody>
      </p:sp>
    </p:spTree>
    <p:extLst>
      <p:ext uri="{BB962C8B-B14F-4D97-AF65-F5344CB8AC3E}">
        <p14:creationId xmlns:p14="http://schemas.microsoft.com/office/powerpoint/2010/main" val="1485597282"/>
      </p:ext>
    </p:extLst>
  </p:cSld>
  <p:clrMapOvr>
    <a:masterClrMapping/>
  </p:clrMapOvr>
  <mc:AlternateContent xmlns:mc="http://schemas.openxmlformats.org/markup-compatibility/2006" xmlns:p14="http://schemas.microsoft.com/office/powerpoint/2010/main">
    <mc:Choice Requires="p14">
      <p:transition spd="slow" p14:dur="2000" advTm="31160"/>
    </mc:Choice>
    <mc:Fallback xmlns="">
      <p:transition spd="slow" advTm="3116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CFD3C-FECF-A6DE-FE15-9F0BF6777B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3471CE-6720-3A92-6275-57D757252515}"/>
              </a:ext>
            </a:extLst>
          </p:cNvPr>
          <p:cNvSpPr>
            <a:spLocks noGrp="1"/>
          </p:cNvSpPr>
          <p:nvPr>
            <p:ph type="title"/>
          </p:nvPr>
        </p:nvSpPr>
        <p:spPr/>
        <p:txBody>
          <a:bodyPr/>
          <a:lstStyle/>
          <a:p>
            <a:r>
              <a:rPr lang="en-US" u="sng" dirty="0"/>
              <a:t>G</a:t>
            </a:r>
            <a:r>
              <a:rPr lang="en-US" dirty="0"/>
              <a:t>round</a:t>
            </a:r>
            <a:r>
              <a:rPr lang="en-US" u="sng" dirty="0"/>
              <a:t>w</a:t>
            </a:r>
            <a:r>
              <a:rPr lang="en-US" dirty="0"/>
              <a:t>ater </a:t>
            </a:r>
            <a:r>
              <a:rPr lang="en-US" u="sng" dirty="0"/>
              <a:t>E</a:t>
            </a:r>
            <a:r>
              <a:rPr lang="en-US" dirty="0"/>
              <a:t>nergy (GWE) Transport Model</a:t>
            </a:r>
          </a:p>
        </p:txBody>
      </p:sp>
      <p:sp>
        <p:nvSpPr>
          <p:cNvPr id="3" name="Content Placeholder 2">
            <a:extLst>
              <a:ext uri="{FF2B5EF4-FFF2-40B4-BE49-F238E27FC236}">
                <a16:creationId xmlns:a16="http://schemas.microsoft.com/office/drawing/2014/main" id="{06B404BF-19A8-74F5-CC4C-84610D143280}"/>
              </a:ext>
            </a:extLst>
          </p:cNvPr>
          <p:cNvSpPr>
            <a:spLocks noGrp="1"/>
          </p:cNvSpPr>
          <p:nvPr>
            <p:ph idx="1"/>
          </p:nvPr>
        </p:nvSpPr>
        <p:spPr>
          <a:xfrm>
            <a:off x="609599" y="1228089"/>
            <a:ext cx="8756651" cy="2515871"/>
          </a:xfrm>
        </p:spPr>
        <p:txBody>
          <a:bodyPr/>
          <a:lstStyle/>
          <a:p>
            <a:pPr>
              <a:spcBef>
                <a:spcPts val="1200"/>
              </a:spcBef>
            </a:pPr>
            <a:r>
              <a:rPr lang="en-US" dirty="0"/>
              <a:t>Starts with a groundwater-centric view of heat transport</a:t>
            </a:r>
          </a:p>
          <a:p>
            <a:pPr>
              <a:spcBef>
                <a:spcPts val="1200"/>
              </a:spcBef>
            </a:pPr>
            <a:r>
              <a:rPr lang="en-US" dirty="0"/>
              <a:t>Requires cell-by-cell flows be calculated by a groundwater flow (GWF) model</a:t>
            </a:r>
          </a:p>
          <a:p>
            <a:pPr>
              <a:spcBef>
                <a:spcPts val="1200"/>
              </a:spcBef>
            </a:pPr>
            <a:r>
              <a:rPr lang="en-US" dirty="0"/>
              <a:t>Supports thermal energy exchange with various boundary conditions, including streams </a:t>
            </a:r>
          </a:p>
        </p:txBody>
      </p:sp>
      <p:sp>
        <p:nvSpPr>
          <p:cNvPr id="5" name="Content Placeholder 2">
            <a:extLst>
              <a:ext uri="{FF2B5EF4-FFF2-40B4-BE49-F238E27FC236}">
                <a16:creationId xmlns:a16="http://schemas.microsoft.com/office/drawing/2014/main" id="{F87389B6-E3C3-5D85-992D-4F8784328F41}"/>
              </a:ext>
            </a:extLst>
          </p:cNvPr>
          <p:cNvSpPr txBox="1">
            <a:spLocks/>
          </p:cNvSpPr>
          <p:nvPr/>
        </p:nvSpPr>
        <p:spPr bwMode="auto">
          <a:xfrm>
            <a:off x="609599" y="4236719"/>
            <a:ext cx="7777481" cy="2114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t" anchorCtr="0" compatLnSpc="1">
            <a:prstTxWarp prst="textNoShape">
              <a:avLst/>
            </a:prstTxWarp>
          </a:bodyPr>
          <a:lstStyle>
            <a:lvl1pPr marL="342900" indent="-342900" algn="l" rtl="0" eaLnBrk="0" fontAlgn="base" hangingPunct="0">
              <a:spcBef>
                <a:spcPct val="20000"/>
              </a:spcBef>
              <a:spcAft>
                <a:spcPct val="0"/>
              </a:spcAft>
              <a:buClr>
                <a:srgbClr val="FFFF99"/>
              </a:buClr>
              <a:buSzPct val="125000"/>
              <a:buFont typeface="Wingdings" pitchFamily="2" charset="2"/>
              <a:buChar char="§"/>
              <a:defRPr sz="2800" b="1">
                <a:solidFill>
                  <a:schemeClr val="bg1"/>
                </a:solidFill>
                <a:latin typeface="+mn-lt"/>
                <a:ea typeface="+mn-ea"/>
                <a:cs typeface="+mn-cs"/>
              </a:defRPr>
            </a:lvl1pPr>
            <a:lvl2pPr marL="742950" indent="-285750" algn="l" rtl="0" eaLnBrk="0" fontAlgn="base" hangingPunct="0">
              <a:spcBef>
                <a:spcPct val="20000"/>
              </a:spcBef>
              <a:spcAft>
                <a:spcPct val="0"/>
              </a:spcAft>
              <a:buClr>
                <a:srgbClr val="FFFF99"/>
              </a:buClr>
              <a:buSzPct val="125000"/>
              <a:buFont typeface="Wingdings" pitchFamily="2" charset="2"/>
              <a:buChar char="§"/>
              <a:defRPr sz="2400" b="1">
                <a:solidFill>
                  <a:schemeClr val="bg1"/>
                </a:solidFill>
                <a:latin typeface="+mn-lt"/>
              </a:defRPr>
            </a:lvl2pPr>
            <a:lvl3pPr marL="1143000" indent="-228600" algn="l" rtl="0" eaLnBrk="0" fontAlgn="base" hangingPunct="0">
              <a:spcBef>
                <a:spcPct val="20000"/>
              </a:spcBef>
              <a:spcAft>
                <a:spcPct val="0"/>
              </a:spcAft>
              <a:buClr>
                <a:srgbClr val="FFFF99"/>
              </a:buClr>
              <a:buSzPct val="125000"/>
              <a:buFont typeface="Wingdings" pitchFamily="2" charset="2"/>
              <a:buChar char="§"/>
              <a:defRPr sz="2000" b="1">
                <a:solidFill>
                  <a:schemeClr val="bg1"/>
                </a:solidFill>
                <a:latin typeface="+mn-lt"/>
              </a:defRPr>
            </a:lvl3pPr>
            <a:lvl4pPr marL="1600200" indent="-228600" algn="l" rtl="0" eaLnBrk="0" fontAlgn="base" hangingPunct="0">
              <a:spcBef>
                <a:spcPct val="20000"/>
              </a:spcBef>
              <a:spcAft>
                <a:spcPct val="0"/>
              </a:spcAft>
              <a:buClr>
                <a:srgbClr val="FFFF99"/>
              </a:buClr>
              <a:buSzPct val="125000"/>
              <a:buFont typeface="Wingdings" pitchFamily="2" charset="2"/>
              <a:buChar char="§"/>
              <a:defRPr b="1">
                <a:solidFill>
                  <a:schemeClr val="bg1"/>
                </a:solidFill>
                <a:latin typeface="+mn-lt"/>
              </a:defRPr>
            </a:lvl4pPr>
            <a:lvl5pPr marL="2057400" indent="-228600" algn="l" rtl="0" eaLnBrk="0" fontAlgn="base" hangingPunct="0">
              <a:spcBef>
                <a:spcPct val="20000"/>
              </a:spcBef>
              <a:spcAft>
                <a:spcPct val="0"/>
              </a:spcAft>
              <a:buClr>
                <a:srgbClr val="FFFF99"/>
              </a:buClr>
              <a:buSzPct val="125000"/>
              <a:buFont typeface="Wingdings" pitchFamily="2" charset="2"/>
              <a:buChar char="§"/>
              <a:defRPr b="1">
                <a:solidFill>
                  <a:schemeClr val="bg1"/>
                </a:solidFill>
                <a:latin typeface="+mn-lt"/>
              </a:defRPr>
            </a:lvl5pPr>
            <a:lvl6pPr marL="2514600" indent="-228600" algn="l" rtl="0" eaLnBrk="0" fontAlgn="base" hangingPunct="0">
              <a:spcBef>
                <a:spcPct val="20000"/>
              </a:spcBef>
              <a:spcAft>
                <a:spcPct val="0"/>
              </a:spcAft>
              <a:buClr>
                <a:srgbClr val="FFFF99"/>
              </a:buClr>
              <a:buSzPct val="125000"/>
              <a:buFont typeface="Wingdings" pitchFamily="2" charset="2"/>
              <a:buChar char="§"/>
              <a:defRPr b="1">
                <a:solidFill>
                  <a:schemeClr val="bg1"/>
                </a:solidFill>
                <a:latin typeface="+mn-lt"/>
              </a:defRPr>
            </a:lvl6pPr>
            <a:lvl7pPr marL="2971800" indent="-228600" algn="l" rtl="0" eaLnBrk="0" fontAlgn="base" hangingPunct="0">
              <a:spcBef>
                <a:spcPct val="20000"/>
              </a:spcBef>
              <a:spcAft>
                <a:spcPct val="0"/>
              </a:spcAft>
              <a:buClr>
                <a:srgbClr val="FFFF99"/>
              </a:buClr>
              <a:buSzPct val="125000"/>
              <a:buFont typeface="Wingdings" pitchFamily="2" charset="2"/>
              <a:buChar char="§"/>
              <a:defRPr b="1">
                <a:solidFill>
                  <a:schemeClr val="bg1"/>
                </a:solidFill>
                <a:latin typeface="+mn-lt"/>
              </a:defRPr>
            </a:lvl7pPr>
            <a:lvl8pPr marL="3429000" indent="-228600" algn="l" rtl="0" eaLnBrk="0" fontAlgn="base" hangingPunct="0">
              <a:spcBef>
                <a:spcPct val="20000"/>
              </a:spcBef>
              <a:spcAft>
                <a:spcPct val="0"/>
              </a:spcAft>
              <a:buClr>
                <a:srgbClr val="FFFF99"/>
              </a:buClr>
              <a:buSzPct val="125000"/>
              <a:buFont typeface="Wingdings" pitchFamily="2" charset="2"/>
              <a:buChar char="§"/>
              <a:defRPr b="1">
                <a:solidFill>
                  <a:schemeClr val="bg1"/>
                </a:solidFill>
                <a:latin typeface="+mn-lt"/>
              </a:defRPr>
            </a:lvl8pPr>
            <a:lvl9pPr marL="3886200" indent="-228600" algn="l" rtl="0" eaLnBrk="0" fontAlgn="base" hangingPunct="0">
              <a:spcBef>
                <a:spcPct val="20000"/>
              </a:spcBef>
              <a:spcAft>
                <a:spcPct val="0"/>
              </a:spcAft>
              <a:buClr>
                <a:srgbClr val="FFFF99"/>
              </a:buClr>
              <a:buSzPct val="125000"/>
              <a:buFont typeface="Wingdings" pitchFamily="2" charset="2"/>
              <a:buChar char="§"/>
              <a:defRPr b="1">
                <a:solidFill>
                  <a:schemeClr val="bg1"/>
                </a:solidFill>
                <a:latin typeface="+mn-lt"/>
              </a:defRPr>
            </a:lvl9pPr>
          </a:lstStyle>
          <a:p>
            <a:pPr>
              <a:spcBef>
                <a:spcPts val="600"/>
              </a:spcBef>
            </a:pPr>
            <a:r>
              <a:rPr lang="en-US" kern="0" dirty="0"/>
              <a:t>GWE currently lacks support for process-based stream temperature modeling</a:t>
            </a:r>
          </a:p>
          <a:p>
            <a:pPr>
              <a:spcBef>
                <a:spcPts val="600"/>
              </a:spcBef>
            </a:pPr>
            <a:endParaRPr lang="en-US" kern="0" dirty="0"/>
          </a:p>
        </p:txBody>
      </p:sp>
      <p:pic>
        <p:nvPicPr>
          <p:cNvPr id="4098" name="Picture 2" descr="Free Sunny Forest Stream Image - Forest, Stream, Sunlight | Download at  StockCake">
            <a:extLst>
              <a:ext uri="{FF2B5EF4-FFF2-40B4-BE49-F238E27FC236}">
                <a16:creationId xmlns:a16="http://schemas.microsoft.com/office/drawing/2014/main" id="{34691A9F-9183-EBD0-5C32-C479A62F8C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67216" y="1809750"/>
            <a:ext cx="2686777" cy="4794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3876205"/>
      </p:ext>
    </p:extLst>
  </p:cSld>
  <p:clrMapOvr>
    <a:masterClrMapping/>
  </p:clrMapOvr>
  <mc:AlternateContent xmlns:mc="http://schemas.openxmlformats.org/markup-compatibility/2006" xmlns:p14="http://schemas.microsoft.com/office/powerpoint/2010/main">
    <mc:Choice Requires="p14">
      <p:transition spd="slow" p14:dur="2000" advTm="49541"/>
    </mc:Choice>
    <mc:Fallback xmlns="">
      <p:transition spd="slow" advTm="49541"/>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3D316-C6C4-9340-8390-A01E7B2E606F}"/>
              </a:ext>
            </a:extLst>
          </p:cNvPr>
          <p:cNvSpPr>
            <a:spLocks noGrp="1"/>
          </p:cNvSpPr>
          <p:nvPr>
            <p:ph type="title"/>
          </p:nvPr>
        </p:nvSpPr>
        <p:spPr>
          <a:xfrm>
            <a:off x="508000" y="152400"/>
            <a:ext cx="11410950" cy="1143000"/>
          </a:xfrm>
        </p:spPr>
        <p:txBody>
          <a:bodyPr/>
          <a:lstStyle/>
          <a:p>
            <a:r>
              <a:rPr lang="en-US" sz="3200" u="sng" dirty="0"/>
              <a:t>P</a:t>
            </a:r>
            <a:r>
              <a:rPr lang="en-US" sz="3200" dirty="0"/>
              <a:t>rocess-</a:t>
            </a:r>
            <a:r>
              <a:rPr lang="en-US" sz="3200" u="sng" dirty="0"/>
              <a:t>B</a:t>
            </a:r>
            <a:r>
              <a:rPr lang="en-US" sz="3200" dirty="0"/>
              <a:t>ased </a:t>
            </a:r>
            <a:r>
              <a:rPr lang="en-US" sz="3200" u="sng" dirty="0"/>
              <a:t>S</a:t>
            </a:r>
            <a:r>
              <a:rPr lang="en-US" sz="3200" dirty="0"/>
              <a:t>tream </a:t>
            </a:r>
            <a:r>
              <a:rPr lang="en-US" sz="3200" u="sng" dirty="0"/>
              <a:t>T</a:t>
            </a:r>
            <a:r>
              <a:rPr lang="en-US" sz="3200" dirty="0"/>
              <a:t>emperature (PBST) Simulation</a:t>
            </a:r>
          </a:p>
        </p:txBody>
      </p:sp>
      <p:sp>
        <p:nvSpPr>
          <p:cNvPr id="8" name="Content Placeholder 7">
            <a:extLst>
              <a:ext uri="{FF2B5EF4-FFF2-40B4-BE49-F238E27FC236}">
                <a16:creationId xmlns:a16="http://schemas.microsoft.com/office/drawing/2014/main" id="{CC5B2725-6E8B-F64B-8615-12EF25EA039E}"/>
              </a:ext>
            </a:extLst>
          </p:cNvPr>
          <p:cNvSpPr>
            <a:spLocks noGrp="1"/>
          </p:cNvSpPr>
          <p:nvPr>
            <p:ph sz="half" idx="1"/>
          </p:nvPr>
        </p:nvSpPr>
        <p:spPr>
          <a:xfrm>
            <a:off x="508000" y="1212850"/>
            <a:ext cx="6273800" cy="5168900"/>
          </a:xfrm>
        </p:spPr>
        <p:txBody>
          <a:bodyPr/>
          <a:lstStyle/>
          <a:p>
            <a:r>
              <a:rPr lang="en-US" dirty="0"/>
              <a:t>Initially being implemented as an </a:t>
            </a:r>
            <a:r>
              <a:rPr lang="en-US" u="sng" dirty="0">
                <a:solidFill>
                  <a:schemeClr val="accent1">
                    <a:lumMod val="60000"/>
                    <a:lumOff val="40000"/>
                  </a:schemeClr>
                </a:solidFill>
              </a:rPr>
              <a:t>A</a:t>
            </a:r>
            <a:r>
              <a:rPr lang="en-US" dirty="0">
                <a:solidFill>
                  <a:schemeClr val="accent1">
                    <a:lumMod val="60000"/>
                    <a:lumOff val="40000"/>
                  </a:schemeClr>
                </a:solidFill>
              </a:rPr>
              <a:t>tmospheric </a:t>
            </a:r>
            <a:r>
              <a:rPr lang="en-US" u="sng" dirty="0">
                <a:solidFill>
                  <a:schemeClr val="accent1">
                    <a:lumMod val="60000"/>
                    <a:lumOff val="40000"/>
                  </a:schemeClr>
                </a:solidFill>
              </a:rPr>
              <a:t>B</a:t>
            </a:r>
            <a:r>
              <a:rPr lang="en-US" dirty="0">
                <a:solidFill>
                  <a:schemeClr val="accent1">
                    <a:lumMod val="60000"/>
                    <a:lumOff val="40000"/>
                  </a:schemeClr>
                </a:solidFill>
              </a:rPr>
              <a:t>oundary </a:t>
            </a:r>
            <a:r>
              <a:rPr lang="en-US" u="sng" dirty="0">
                <a:solidFill>
                  <a:schemeClr val="accent1">
                    <a:lumMod val="60000"/>
                    <a:lumOff val="40000"/>
                  </a:schemeClr>
                </a:solidFill>
              </a:rPr>
              <a:t>C</a:t>
            </a:r>
            <a:r>
              <a:rPr lang="en-US" dirty="0">
                <a:solidFill>
                  <a:schemeClr val="accent1">
                    <a:lumMod val="60000"/>
                    <a:lumOff val="40000"/>
                  </a:schemeClr>
                </a:solidFill>
              </a:rPr>
              <a:t>ondition (ABC) “utility”</a:t>
            </a:r>
            <a:r>
              <a:rPr lang="en-US" dirty="0"/>
              <a:t> for the </a:t>
            </a:r>
            <a:r>
              <a:rPr lang="en-US" u="sng" dirty="0"/>
              <a:t>S</a:t>
            </a:r>
            <a:r>
              <a:rPr lang="en-US" dirty="0"/>
              <a:t>tream</a:t>
            </a:r>
            <a:r>
              <a:rPr lang="en-US" u="sng" dirty="0"/>
              <a:t>f</a:t>
            </a:r>
            <a:r>
              <a:rPr lang="en-US" dirty="0"/>
              <a:t>low </a:t>
            </a:r>
            <a:r>
              <a:rPr lang="en-US" u="sng" dirty="0"/>
              <a:t>E</a:t>
            </a:r>
            <a:r>
              <a:rPr lang="en-US" dirty="0"/>
              <a:t>nergy (SFE) Transport Package</a:t>
            </a:r>
          </a:p>
          <a:p>
            <a:r>
              <a:rPr lang="en-US" dirty="0"/>
              <a:t>Plan to extend the utility to other packages, e.g., lakes (LAK)</a:t>
            </a:r>
          </a:p>
        </p:txBody>
      </p:sp>
      <p:pic>
        <p:nvPicPr>
          <p:cNvPr id="9" name="Picture 8">
            <a:extLst>
              <a:ext uri="{FF2B5EF4-FFF2-40B4-BE49-F238E27FC236}">
                <a16:creationId xmlns:a16="http://schemas.microsoft.com/office/drawing/2014/main" id="{A3240B61-50D6-4E2E-01B1-F6933469090E}"/>
              </a:ext>
            </a:extLst>
          </p:cNvPr>
          <p:cNvPicPr>
            <a:picLocks noChangeAspect="1"/>
          </p:cNvPicPr>
          <p:nvPr/>
        </p:nvPicPr>
        <p:blipFill>
          <a:blip r:embed="rId3"/>
          <a:stretch>
            <a:fillRect/>
          </a:stretch>
        </p:blipFill>
        <p:spPr>
          <a:xfrm>
            <a:off x="6781800" y="2049780"/>
            <a:ext cx="5280660" cy="3520440"/>
          </a:xfrm>
          <a:prstGeom prst="rect">
            <a:avLst/>
          </a:prstGeom>
        </p:spPr>
      </p:pic>
    </p:spTree>
    <p:extLst>
      <p:ext uri="{BB962C8B-B14F-4D97-AF65-F5344CB8AC3E}">
        <p14:creationId xmlns:p14="http://schemas.microsoft.com/office/powerpoint/2010/main" val="3062526075"/>
      </p:ext>
    </p:extLst>
  </p:cSld>
  <p:clrMapOvr>
    <a:masterClrMapping/>
  </p:clrMapOvr>
  <mc:AlternateContent xmlns:mc="http://schemas.openxmlformats.org/markup-compatibility/2006" xmlns:p14="http://schemas.microsoft.com/office/powerpoint/2010/main">
    <mc:Choice Requires="p14">
      <p:transition spd="slow" p14:dur="2000" advTm="71131"/>
    </mc:Choice>
    <mc:Fallback xmlns="">
      <p:transition spd="slow" advTm="71131"/>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9EC2A-C6A0-A360-040E-B2DC7D49AB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BAF817-E3C7-1FA3-AF34-4DAE3E34A7FA}"/>
              </a:ext>
            </a:extLst>
          </p:cNvPr>
          <p:cNvSpPr>
            <a:spLocks noGrp="1"/>
          </p:cNvSpPr>
          <p:nvPr>
            <p:ph type="title"/>
          </p:nvPr>
        </p:nvSpPr>
        <p:spPr>
          <a:xfrm>
            <a:off x="508000" y="152400"/>
            <a:ext cx="11074400" cy="889000"/>
          </a:xfrm>
        </p:spPr>
        <p:txBody>
          <a:bodyPr/>
          <a:lstStyle/>
          <a:p>
            <a:r>
              <a:rPr lang="en-US" dirty="0"/>
              <a:t>Atmospheric Boundary Condition (ABC) Utility</a:t>
            </a:r>
          </a:p>
        </p:txBody>
      </p:sp>
      <p:sp>
        <p:nvSpPr>
          <p:cNvPr id="3" name="Content Placeholder 2">
            <a:extLst>
              <a:ext uri="{FF2B5EF4-FFF2-40B4-BE49-F238E27FC236}">
                <a16:creationId xmlns:a16="http://schemas.microsoft.com/office/drawing/2014/main" id="{A173C233-9AA6-501C-08F3-1C822275CFAB}"/>
              </a:ext>
            </a:extLst>
          </p:cNvPr>
          <p:cNvSpPr>
            <a:spLocks noGrp="1"/>
          </p:cNvSpPr>
          <p:nvPr>
            <p:ph idx="1"/>
          </p:nvPr>
        </p:nvSpPr>
        <p:spPr>
          <a:xfrm>
            <a:off x="640956" y="1164663"/>
            <a:ext cx="7004898" cy="4758617"/>
          </a:xfrm>
        </p:spPr>
        <p:txBody>
          <a:bodyPr/>
          <a:lstStyle/>
          <a:p>
            <a:pPr>
              <a:spcBef>
                <a:spcPts val="600"/>
              </a:spcBef>
            </a:pPr>
            <a:r>
              <a:rPr lang="en-US" dirty="0"/>
              <a:t>The SFE Package can optionally invoke the ABC Utility</a:t>
            </a:r>
          </a:p>
        </p:txBody>
      </p:sp>
      <p:grpSp>
        <p:nvGrpSpPr>
          <p:cNvPr id="4" name="Group 3">
            <a:extLst>
              <a:ext uri="{FF2B5EF4-FFF2-40B4-BE49-F238E27FC236}">
                <a16:creationId xmlns:a16="http://schemas.microsoft.com/office/drawing/2014/main" id="{1CC0F1AB-47E0-A91B-51C4-672CB9736D35}"/>
              </a:ext>
            </a:extLst>
          </p:cNvPr>
          <p:cNvGrpSpPr/>
          <p:nvPr/>
        </p:nvGrpSpPr>
        <p:grpSpPr>
          <a:xfrm>
            <a:off x="1193347" y="2358967"/>
            <a:ext cx="3956956" cy="2978244"/>
            <a:chOff x="1193347" y="1922175"/>
            <a:chExt cx="3956956" cy="2978244"/>
          </a:xfrm>
        </p:grpSpPr>
        <p:sp>
          <p:nvSpPr>
            <p:cNvPr id="11" name="TextBox 10">
              <a:extLst>
                <a:ext uri="{FF2B5EF4-FFF2-40B4-BE49-F238E27FC236}">
                  <a16:creationId xmlns:a16="http://schemas.microsoft.com/office/drawing/2014/main" id="{D50F8365-16B3-EE64-D120-287CDEA57787}"/>
                </a:ext>
              </a:extLst>
            </p:cNvPr>
            <p:cNvSpPr txBox="1"/>
            <p:nvPr/>
          </p:nvSpPr>
          <p:spPr>
            <a:xfrm>
              <a:off x="1290010" y="2345874"/>
              <a:ext cx="3778250" cy="2554545"/>
            </a:xfrm>
            <a:prstGeom prst="rect">
              <a:avLst/>
            </a:prstGeom>
            <a:solidFill>
              <a:schemeClr val="bg1"/>
            </a:solidFill>
          </p:spPr>
          <p:txBody>
            <a:bodyPr wrap="square" rtlCol="0">
              <a:spAutoFit/>
            </a:bodyPr>
            <a:lstStyle/>
            <a:p>
              <a:r>
                <a:rPr lang="en-US" sz="1600" dirty="0"/>
                <a:t>BEGIN OPTIONS</a:t>
              </a:r>
            </a:p>
            <a:p>
              <a:r>
                <a:rPr lang="en-US" sz="1600" dirty="0"/>
                <a:t>  FLOW_PACKAGE_NAME sfr-1</a:t>
              </a:r>
            </a:p>
            <a:p>
              <a:r>
                <a:rPr lang="en-US" sz="1600" dirty="0"/>
                <a:t>  SAVE_FLOWS</a:t>
              </a:r>
            </a:p>
            <a:p>
              <a:r>
                <a:rPr lang="en-US" sz="1600" dirty="0"/>
                <a:t>  PRINT_FLOWS</a:t>
              </a:r>
            </a:p>
            <a:p>
              <a:r>
                <a:rPr lang="en-US" sz="1600" dirty="0"/>
                <a:t>  ABC6 FILEIN </a:t>
              </a:r>
              <a:r>
                <a:rPr lang="en-US" sz="1600" dirty="0" err="1"/>
                <a:t>my_model.sfe.abc</a:t>
              </a:r>
              <a:endParaRPr lang="en-US" sz="1600" dirty="0"/>
            </a:p>
            <a:p>
              <a:r>
                <a:rPr lang="en-US" sz="1600" dirty="0"/>
                <a:t>END OPTIONS</a:t>
              </a:r>
            </a:p>
            <a:p>
              <a:endParaRPr lang="en-US" sz="1600" dirty="0"/>
            </a:p>
            <a:p>
              <a:r>
                <a:rPr lang="en-US" sz="1600" dirty="0"/>
                <a:t>BEGIN PACKAGEDATA</a:t>
              </a:r>
            </a:p>
            <a:p>
              <a:r>
                <a:rPr lang="en-US" sz="1600" dirty="0"/>
                <a:t>  …</a:t>
              </a:r>
            </a:p>
            <a:p>
              <a:r>
                <a:rPr lang="en-US" sz="1600" dirty="0"/>
                <a:t>END PACKAGEDATA</a:t>
              </a:r>
            </a:p>
          </p:txBody>
        </p:sp>
        <p:sp>
          <p:nvSpPr>
            <p:cNvPr id="12" name="TextBox 11">
              <a:extLst>
                <a:ext uri="{FF2B5EF4-FFF2-40B4-BE49-F238E27FC236}">
                  <a16:creationId xmlns:a16="http://schemas.microsoft.com/office/drawing/2014/main" id="{D1D84C7E-2D50-304E-0149-57E77C03281D}"/>
                </a:ext>
              </a:extLst>
            </p:cNvPr>
            <p:cNvSpPr txBox="1"/>
            <p:nvPr/>
          </p:nvSpPr>
          <p:spPr>
            <a:xfrm>
              <a:off x="1193347" y="1922175"/>
              <a:ext cx="2051050" cy="400110"/>
            </a:xfrm>
            <a:prstGeom prst="rect">
              <a:avLst/>
            </a:prstGeom>
            <a:noFill/>
          </p:spPr>
          <p:txBody>
            <a:bodyPr wrap="square" rtlCol="0">
              <a:spAutoFit/>
            </a:bodyPr>
            <a:lstStyle/>
            <a:p>
              <a:r>
                <a:rPr lang="en-US" sz="2000" i="1" dirty="0" err="1">
                  <a:solidFill>
                    <a:schemeClr val="bg1"/>
                  </a:solidFill>
                </a:rPr>
                <a:t>my_model.sfe</a:t>
              </a:r>
              <a:endParaRPr lang="en-US" sz="2000" i="1" dirty="0">
                <a:solidFill>
                  <a:schemeClr val="bg1"/>
                </a:solidFill>
              </a:endParaRPr>
            </a:p>
          </p:txBody>
        </p:sp>
        <p:cxnSp>
          <p:nvCxnSpPr>
            <p:cNvPr id="15" name="Straight Arrow Connector 14">
              <a:extLst>
                <a:ext uri="{FF2B5EF4-FFF2-40B4-BE49-F238E27FC236}">
                  <a16:creationId xmlns:a16="http://schemas.microsoft.com/office/drawing/2014/main" id="{F8AE7A9E-C1ED-40CC-221E-F88C71238A1C}"/>
                </a:ext>
              </a:extLst>
            </p:cNvPr>
            <p:cNvCxnSpPr/>
            <p:nvPr/>
          </p:nvCxnSpPr>
          <p:spPr bwMode="auto">
            <a:xfrm flipH="1">
              <a:off x="4623253" y="3505382"/>
              <a:ext cx="527050" cy="0"/>
            </a:xfrm>
            <a:prstGeom prst="straightConnector1">
              <a:avLst/>
            </a:prstGeom>
            <a:solidFill>
              <a:schemeClr val="accent1"/>
            </a:solidFill>
            <a:ln w="38100" cap="flat" cmpd="sng" algn="ctr">
              <a:solidFill>
                <a:srgbClr val="FF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2937105449"/>
      </p:ext>
    </p:extLst>
  </p:cSld>
  <p:clrMapOvr>
    <a:masterClrMapping/>
  </p:clrMapOvr>
  <mc:AlternateContent xmlns:mc="http://schemas.openxmlformats.org/markup-compatibility/2006" xmlns:p14="http://schemas.microsoft.com/office/powerpoint/2010/main">
    <mc:Choice Requires="p14">
      <p:transition spd="slow" p14:dur="2000" advTm="56025"/>
    </mc:Choice>
    <mc:Fallback xmlns="">
      <p:transition spd="slow" advTm="56025"/>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DE194-7A71-29D6-BF78-17C8257172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2ABD7E-F83F-E8E6-C52A-B3FFE874E706}"/>
              </a:ext>
            </a:extLst>
          </p:cNvPr>
          <p:cNvSpPr>
            <a:spLocks noGrp="1"/>
          </p:cNvSpPr>
          <p:nvPr>
            <p:ph type="title"/>
          </p:nvPr>
        </p:nvSpPr>
        <p:spPr/>
        <p:txBody>
          <a:bodyPr/>
          <a:lstStyle/>
          <a:p>
            <a:r>
              <a:rPr lang="en-US" dirty="0"/>
              <a:t>Energy-transport processes included in ABC</a:t>
            </a:r>
          </a:p>
        </p:txBody>
      </p:sp>
      <p:sp>
        <p:nvSpPr>
          <p:cNvPr id="5" name="Content Placeholder 2">
            <a:extLst>
              <a:ext uri="{FF2B5EF4-FFF2-40B4-BE49-F238E27FC236}">
                <a16:creationId xmlns:a16="http://schemas.microsoft.com/office/drawing/2014/main" id="{45400C25-37CE-3740-6DB3-3D2ED9A95E2F}"/>
              </a:ext>
            </a:extLst>
          </p:cNvPr>
          <p:cNvSpPr txBox="1">
            <a:spLocks/>
          </p:cNvSpPr>
          <p:nvPr/>
        </p:nvSpPr>
        <p:spPr bwMode="auto">
          <a:xfrm>
            <a:off x="609601" y="1430452"/>
            <a:ext cx="10972799" cy="4182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t" anchorCtr="0" compatLnSpc="1">
            <a:prstTxWarp prst="textNoShape">
              <a:avLst/>
            </a:prstTxWarp>
          </a:bodyPr>
          <a:lstStyle>
            <a:lvl1pPr marL="342900" indent="-342900" algn="l" rtl="0" eaLnBrk="0" fontAlgn="base" hangingPunct="0">
              <a:spcBef>
                <a:spcPct val="20000"/>
              </a:spcBef>
              <a:spcAft>
                <a:spcPct val="0"/>
              </a:spcAft>
              <a:buClr>
                <a:srgbClr val="FFFF99"/>
              </a:buClr>
              <a:buSzPct val="125000"/>
              <a:buFont typeface="Wingdings" pitchFamily="2" charset="2"/>
              <a:buChar char="§"/>
              <a:defRPr sz="2800" b="1">
                <a:solidFill>
                  <a:schemeClr val="bg1"/>
                </a:solidFill>
                <a:latin typeface="+mn-lt"/>
                <a:ea typeface="+mn-ea"/>
                <a:cs typeface="+mn-cs"/>
              </a:defRPr>
            </a:lvl1pPr>
            <a:lvl2pPr marL="742950" indent="-285750" algn="l" rtl="0" eaLnBrk="0" fontAlgn="base" hangingPunct="0">
              <a:spcBef>
                <a:spcPct val="20000"/>
              </a:spcBef>
              <a:spcAft>
                <a:spcPct val="0"/>
              </a:spcAft>
              <a:buClr>
                <a:srgbClr val="FFFF99"/>
              </a:buClr>
              <a:buSzPct val="125000"/>
              <a:buFont typeface="Wingdings" pitchFamily="2" charset="2"/>
              <a:buChar char="§"/>
              <a:defRPr sz="2400" b="1">
                <a:solidFill>
                  <a:schemeClr val="bg1"/>
                </a:solidFill>
                <a:latin typeface="+mn-lt"/>
              </a:defRPr>
            </a:lvl2pPr>
            <a:lvl3pPr marL="1143000" indent="-228600" algn="l" rtl="0" eaLnBrk="0" fontAlgn="base" hangingPunct="0">
              <a:spcBef>
                <a:spcPct val="20000"/>
              </a:spcBef>
              <a:spcAft>
                <a:spcPct val="0"/>
              </a:spcAft>
              <a:buClr>
                <a:srgbClr val="FFFF99"/>
              </a:buClr>
              <a:buSzPct val="125000"/>
              <a:buFont typeface="Wingdings" pitchFamily="2" charset="2"/>
              <a:buChar char="§"/>
              <a:defRPr sz="2000" b="1">
                <a:solidFill>
                  <a:schemeClr val="bg1"/>
                </a:solidFill>
                <a:latin typeface="+mn-lt"/>
              </a:defRPr>
            </a:lvl3pPr>
            <a:lvl4pPr marL="1600200" indent="-228600" algn="l" rtl="0" eaLnBrk="0" fontAlgn="base" hangingPunct="0">
              <a:spcBef>
                <a:spcPct val="20000"/>
              </a:spcBef>
              <a:spcAft>
                <a:spcPct val="0"/>
              </a:spcAft>
              <a:buClr>
                <a:srgbClr val="FFFF99"/>
              </a:buClr>
              <a:buSzPct val="125000"/>
              <a:buFont typeface="Wingdings" pitchFamily="2" charset="2"/>
              <a:buChar char="§"/>
              <a:defRPr b="1">
                <a:solidFill>
                  <a:schemeClr val="bg1"/>
                </a:solidFill>
                <a:latin typeface="+mn-lt"/>
              </a:defRPr>
            </a:lvl4pPr>
            <a:lvl5pPr marL="2057400" indent="-228600" algn="l" rtl="0" eaLnBrk="0" fontAlgn="base" hangingPunct="0">
              <a:spcBef>
                <a:spcPct val="20000"/>
              </a:spcBef>
              <a:spcAft>
                <a:spcPct val="0"/>
              </a:spcAft>
              <a:buClr>
                <a:srgbClr val="FFFF99"/>
              </a:buClr>
              <a:buSzPct val="125000"/>
              <a:buFont typeface="Wingdings" pitchFamily="2" charset="2"/>
              <a:buChar char="§"/>
              <a:defRPr b="1">
                <a:solidFill>
                  <a:schemeClr val="bg1"/>
                </a:solidFill>
                <a:latin typeface="+mn-lt"/>
              </a:defRPr>
            </a:lvl5pPr>
            <a:lvl6pPr marL="2514600" indent="-228600" algn="l" rtl="0" eaLnBrk="0" fontAlgn="base" hangingPunct="0">
              <a:spcBef>
                <a:spcPct val="20000"/>
              </a:spcBef>
              <a:spcAft>
                <a:spcPct val="0"/>
              </a:spcAft>
              <a:buClr>
                <a:srgbClr val="FFFF99"/>
              </a:buClr>
              <a:buSzPct val="125000"/>
              <a:buFont typeface="Wingdings" pitchFamily="2" charset="2"/>
              <a:buChar char="§"/>
              <a:defRPr b="1">
                <a:solidFill>
                  <a:schemeClr val="bg1"/>
                </a:solidFill>
                <a:latin typeface="+mn-lt"/>
              </a:defRPr>
            </a:lvl6pPr>
            <a:lvl7pPr marL="2971800" indent="-228600" algn="l" rtl="0" eaLnBrk="0" fontAlgn="base" hangingPunct="0">
              <a:spcBef>
                <a:spcPct val="20000"/>
              </a:spcBef>
              <a:spcAft>
                <a:spcPct val="0"/>
              </a:spcAft>
              <a:buClr>
                <a:srgbClr val="FFFF99"/>
              </a:buClr>
              <a:buSzPct val="125000"/>
              <a:buFont typeface="Wingdings" pitchFamily="2" charset="2"/>
              <a:buChar char="§"/>
              <a:defRPr b="1">
                <a:solidFill>
                  <a:schemeClr val="bg1"/>
                </a:solidFill>
                <a:latin typeface="+mn-lt"/>
              </a:defRPr>
            </a:lvl7pPr>
            <a:lvl8pPr marL="3429000" indent="-228600" algn="l" rtl="0" eaLnBrk="0" fontAlgn="base" hangingPunct="0">
              <a:spcBef>
                <a:spcPct val="20000"/>
              </a:spcBef>
              <a:spcAft>
                <a:spcPct val="0"/>
              </a:spcAft>
              <a:buClr>
                <a:srgbClr val="FFFF99"/>
              </a:buClr>
              <a:buSzPct val="125000"/>
              <a:buFont typeface="Wingdings" pitchFamily="2" charset="2"/>
              <a:buChar char="§"/>
              <a:defRPr b="1">
                <a:solidFill>
                  <a:schemeClr val="bg1"/>
                </a:solidFill>
                <a:latin typeface="+mn-lt"/>
              </a:defRPr>
            </a:lvl8pPr>
            <a:lvl9pPr marL="3886200" indent="-228600" algn="l" rtl="0" eaLnBrk="0" fontAlgn="base" hangingPunct="0">
              <a:spcBef>
                <a:spcPct val="20000"/>
              </a:spcBef>
              <a:spcAft>
                <a:spcPct val="0"/>
              </a:spcAft>
              <a:buClr>
                <a:srgbClr val="FFFF99"/>
              </a:buClr>
              <a:buSzPct val="125000"/>
              <a:buFont typeface="Wingdings" pitchFamily="2" charset="2"/>
              <a:buChar char="§"/>
              <a:defRPr b="1">
                <a:solidFill>
                  <a:schemeClr val="bg1"/>
                </a:solidFill>
                <a:latin typeface="+mn-lt"/>
              </a:defRPr>
            </a:lvl9pPr>
          </a:lstStyle>
          <a:p>
            <a:pPr>
              <a:spcBef>
                <a:spcPts val="600"/>
              </a:spcBef>
            </a:pPr>
            <a:r>
              <a:rPr lang="en-US" kern="0" dirty="0"/>
              <a:t>The ABC utility supports four heat fluxes:</a:t>
            </a:r>
          </a:p>
          <a:p>
            <a:pPr lvl="1">
              <a:spcBef>
                <a:spcPts val="600"/>
              </a:spcBef>
            </a:pPr>
            <a:r>
              <a:rPr lang="en-US" kern="0" dirty="0"/>
              <a:t>Shortwave Radiation</a:t>
            </a:r>
          </a:p>
          <a:p>
            <a:pPr lvl="1">
              <a:spcBef>
                <a:spcPts val="600"/>
              </a:spcBef>
            </a:pPr>
            <a:r>
              <a:rPr lang="en-US" kern="0" dirty="0"/>
              <a:t>Longwave Radiation </a:t>
            </a:r>
          </a:p>
          <a:p>
            <a:pPr lvl="1">
              <a:spcBef>
                <a:spcPts val="600"/>
              </a:spcBef>
            </a:pPr>
            <a:r>
              <a:rPr lang="en-US" kern="0" dirty="0"/>
              <a:t>Sensible Heat Flux</a:t>
            </a:r>
          </a:p>
          <a:p>
            <a:pPr lvl="1">
              <a:spcBef>
                <a:spcPts val="600"/>
              </a:spcBef>
            </a:pPr>
            <a:r>
              <a:rPr lang="en-US" kern="0" dirty="0"/>
              <a:t>Latent Heat Flux</a:t>
            </a:r>
          </a:p>
        </p:txBody>
      </p:sp>
    </p:spTree>
    <p:extLst>
      <p:ext uri="{BB962C8B-B14F-4D97-AF65-F5344CB8AC3E}">
        <p14:creationId xmlns:p14="http://schemas.microsoft.com/office/powerpoint/2010/main" val="3485290926"/>
      </p:ext>
    </p:extLst>
  </p:cSld>
  <p:clrMapOvr>
    <a:masterClrMapping/>
  </p:clrMapOvr>
  <mc:AlternateContent xmlns:mc="http://schemas.openxmlformats.org/markup-compatibility/2006" xmlns:p14="http://schemas.microsoft.com/office/powerpoint/2010/main">
    <mc:Choice Requires="p14">
      <p:transition spd="slow" p14:dur="2000" advTm="15563"/>
    </mc:Choice>
    <mc:Fallback xmlns="">
      <p:transition spd="slow" advTm="15563"/>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3E2D7-91BB-D5B1-10FD-0A3ECA1DC9C5}"/>
            </a:ext>
          </a:extLst>
        </p:cNvPr>
        <p:cNvGrpSpPr/>
        <p:nvPr/>
      </p:nvGrpSpPr>
      <p:grpSpPr>
        <a:xfrm>
          <a:off x="0" y="0"/>
          <a:ext cx="0" cy="0"/>
          <a:chOff x="0" y="0"/>
          <a:chExt cx="0" cy="0"/>
        </a:xfrm>
      </p:grpSpPr>
      <p:cxnSp>
        <p:nvCxnSpPr>
          <p:cNvPr id="28" name="Straight Connector 27">
            <a:extLst>
              <a:ext uri="{FF2B5EF4-FFF2-40B4-BE49-F238E27FC236}">
                <a16:creationId xmlns:a16="http://schemas.microsoft.com/office/drawing/2014/main" id="{ACC43470-1146-EDC9-8F4B-ECFE18A9438A}"/>
              </a:ext>
            </a:extLst>
          </p:cNvPr>
          <p:cNvCxnSpPr>
            <a:cxnSpLocks/>
          </p:cNvCxnSpPr>
          <p:nvPr/>
        </p:nvCxnSpPr>
        <p:spPr>
          <a:xfrm flipH="1" flipV="1">
            <a:off x="241267" y="4049823"/>
            <a:ext cx="331682" cy="50845"/>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FB0F4CC-A9D7-1173-541A-E07213A8CE58}"/>
              </a:ext>
            </a:extLst>
          </p:cNvPr>
          <p:cNvCxnSpPr>
            <a:cxnSpLocks/>
          </p:cNvCxnSpPr>
          <p:nvPr/>
        </p:nvCxnSpPr>
        <p:spPr>
          <a:xfrm>
            <a:off x="792104" y="2411840"/>
            <a:ext cx="3629160" cy="414737"/>
          </a:xfrm>
          <a:prstGeom prst="line">
            <a:avLst/>
          </a:prstGeom>
        </p:spPr>
        <p:style>
          <a:lnRef idx="1">
            <a:schemeClr val="accent1"/>
          </a:lnRef>
          <a:fillRef idx="0">
            <a:schemeClr val="accent1"/>
          </a:fillRef>
          <a:effectRef idx="0">
            <a:schemeClr val="accent1"/>
          </a:effectRef>
          <a:fontRef idx="minor">
            <a:schemeClr val="tx1"/>
          </a:fontRef>
        </p:style>
      </p:cxnSp>
      <p:pic>
        <p:nvPicPr>
          <p:cNvPr id="44" name="Picture 43" descr="A group of trees&#10;&#10;Description automatically generated with low confidence">
            <a:extLst>
              <a:ext uri="{FF2B5EF4-FFF2-40B4-BE49-F238E27FC236}">
                <a16:creationId xmlns:a16="http://schemas.microsoft.com/office/drawing/2014/main" id="{67E016D3-0E69-6150-D7E3-846FF9DAB5F5}"/>
              </a:ext>
            </a:extLst>
          </p:cNvPr>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138" r="63816"/>
          <a:stretch/>
        </p:blipFill>
        <p:spPr>
          <a:xfrm flipH="1">
            <a:off x="1964052" y="1906648"/>
            <a:ext cx="560870" cy="1018366"/>
          </a:xfrm>
          <a:prstGeom prst="rect">
            <a:avLst/>
          </a:prstGeom>
        </p:spPr>
      </p:pic>
      <p:sp>
        <p:nvSpPr>
          <p:cNvPr id="2" name="Title 1">
            <a:extLst>
              <a:ext uri="{FF2B5EF4-FFF2-40B4-BE49-F238E27FC236}">
                <a16:creationId xmlns:a16="http://schemas.microsoft.com/office/drawing/2014/main" id="{F99BE4D0-2924-3E93-89CB-2FE9F6FEA452}"/>
              </a:ext>
            </a:extLst>
          </p:cNvPr>
          <p:cNvSpPr>
            <a:spLocks noGrp="1"/>
          </p:cNvSpPr>
          <p:nvPr>
            <p:ph type="title"/>
          </p:nvPr>
        </p:nvSpPr>
        <p:spPr>
          <a:xfrm>
            <a:off x="838200" y="94842"/>
            <a:ext cx="10515600" cy="1325563"/>
          </a:xfrm>
        </p:spPr>
        <p:txBody>
          <a:bodyPr/>
          <a:lstStyle/>
          <a:p>
            <a:pPr algn="ctr"/>
            <a:r>
              <a:rPr lang="en-US" dirty="0"/>
              <a:t>Energy Sources and Sinks with SFE only</a:t>
            </a:r>
          </a:p>
        </p:txBody>
      </p:sp>
      <p:sp>
        <p:nvSpPr>
          <p:cNvPr id="3" name="Content Placeholder 2">
            <a:extLst>
              <a:ext uri="{FF2B5EF4-FFF2-40B4-BE49-F238E27FC236}">
                <a16:creationId xmlns:a16="http://schemas.microsoft.com/office/drawing/2014/main" id="{48011F0B-AD5F-20FA-BC9D-5EAF98944D7E}"/>
              </a:ext>
            </a:extLst>
          </p:cNvPr>
          <p:cNvSpPr>
            <a:spLocks noGrp="1"/>
          </p:cNvSpPr>
          <p:nvPr>
            <p:ph idx="1"/>
          </p:nvPr>
        </p:nvSpPr>
        <p:spPr>
          <a:xfrm>
            <a:off x="5616489" y="1825625"/>
            <a:ext cx="6317774" cy="4351338"/>
          </a:xfrm>
        </p:spPr>
        <p:txBody>
          <a:bodyPr/>
          <a:lstStyle/>
          <a:p>
            <a:r>
              <a:rPr lang="en-US" dirty="0"/>
              <a:t>①: Evaporative cooling associated with a specified evaporation rate</a:t>
            </a:r>
          </a:p>
          <a:p>
            <a:r>
              <a:rPr lang="en-US" dirty="0"/>
              <a:t>②: </a:t>
            </a:r>
            <a:r>
              <a:rPr lang="en-US" dirty="0" err="1"/>
              <a:t>Precip</a:t>
            </a:r>
            <a:r>
              <a:rPr lang="en-US" dirty="0"/>
              <a:t> at a specified temperature</a:t>
            </a:r>
          </a:p>
          <a:p>
            <a:r>
              <a:rPr lang="en-US" dirty="0"/>
              <a:t>③: Inflow from upstream</a:t>
            </a:r>
          </a:p>
          <a:p>
            <a:r>
              <a:rPr lang="en-US" dirty="0">
                <a:latin typeface="Calibri" panose="020F0502020204030204" pitchFamily="34" charset="0"/>
                <a:ea typeface="Calibri" panose="020F0502020204030204" pitchFamily="34" charset="0"/>
                <a:cs typeface="Calibri" panose="020F0502020204030204" pitchFamily="34" charset="0"/>
              </a:rPr>
              <a:t>④: Overland runoff</a:t>
            </a:r>
          </a:p>
          <a:p>
            <a:r>
              <a:rPr lang="en-US" dirty="0">
                <a:latin typeface="Calibri" panose="020F0502020204030204" pitchFamily="34" charset="0"/>
                <a:ea typeface="Calibri" panose="020F0502020204030204" pitchFamily="34" charset="0"/>
                <a:cs typeface="Calibri" panose="020F0502020204030204" pitchFamily="34" charset="0"/>
              </a:rPr>
              <a:t>⑤: Groundwater discharge</a:t>
            </a:r>
          </a:p>
          <a:p>
            <a:r>
              <a:rPr lang="en-US" dirty="0">
                <a:latin typeface="Calibri" panose="020F0502020204030204" pitchFamily="34" charset="0"/>
                <a:ea typeface="Calibri" panose="020F0502020204030204" pitchFamily="34" charset="0"/>
                <a:cs typeface="Calibri" panose="020F0502020204030204" pitchFamily="34" charset="0"/>
              </a:rPr>
              <a:t>⑥: Outflow to downstream</a:t>
            </a:r>
            <a:endParaRPr lang="en-US" dirty="0"/>
          </a:p>
        </p:txBody>
      </p:sp>
      <p:grpSp>
        <p:nvGrpSpPr>
          <p:cNvPr id="5" name="Group 4">
            <a:extLst>
              <a:ext uri="{FF2B5EF4-FFF2-40B4-BE49-F238E27FC236}">
                <a16:creationId xmlns:a16="http://schemas.microsoft.com/office/drawing/2014/main" id="{B976E37A-11B7-581D-9930-6343BE04D7D8}"/>
              </a:ext>
            </a:extLst>
          </p:cNvPr>
          <p:cNvGrpSpPr/>
          <p:nvPr/>
        </p:nvGrpSpPr>
        <p:grpSpPr>
          <a:xfrm>
            <a:off x="499381" y="2671927"/>
            <a:ext cx="3592630" cy="1914662"/>
            <a:chOff x="3826130" y="2505592"/>
            <a:chExt cx="4582260" cy="2384258"/>
          </a:xfrm>
        </p:grpSpPr>
        <p:sp>
          <p:nvSpPr>
            <p:cNvPr id="17" name="Freeform: Shape 16">
              <a:extLst>
                <a:ext uri="{FF2B5EF4-FFF2-40B4-BE49-F238E27FC236}">
                  <a16:creationId xmlns:a16="http://schemas.microsoft.com/office/drawing/2014/main" id="{50FE7C80-0AF2-7CAF-23A5-F20D82CEEBA2}"/>
                </a:ext>
              </a:extLst>
            </p:cNvPr>
            <p:cNvSpPr/>
            <p:nvPr/>
          </p:nvSpPr>
          <p:spPr>
            <a:xfrm>
              <a:off x="3826130" y="2505592"/>
              <a:ext cx="4578889" cy="1957387"/>
            </a:xfrm>
            <a:custGeom>
              <a:avLst/>
              <a:gdLst>
                <a:gd name="connsiteX0" fmla="*/ 0 w 4164807"/>
                <a:gd name="connsiteY0" fmla="*/ 1690688 h 1933575"/>
                <a:gd name="connsiteX1" fmla="*/ 2886075 w 4164807"/>
                <a:gd name="connsiteY1" fmla="*/ 0 h 1933575"/>
                <a:gd name="connsiteX2" fmla="*/ 4164807 w 4164807"/>
                <a:gd name="connsiteY2" fmla="*/ 140494 h 1933575"/>
                <a:gd name="connsiteX3" fmla="*/ 1633538 w 4164807"/>
                <a:gd name="connsiteY3" fmla="*/ 1933575 h 1933575"/>
                <a:gd name="connsiteX4" fmla="*/ 0 w 4164807"/>
                <a:gd name="connsiteY4" fmla="*/ 1690688 h 1933575"/>
                <a:gd name="connsiteX0" fmla="*/ 0 w 4162511"/>
                <a:gd name="connsiteY0" fmla="*/ 1690688 h 1933575"/>
                <a:gd name="connsiteX1" fmla="*/ 2886075 w 4162511"/>
                <a:gd name="connsiteY1" fmla="*/ 0 h 1933575"/>
                <a:gd name="connsiteX2" fmla="*/ 4162511 w 4162511"/>
                <a:gd name="connsiteY2" fmla="*/ 142876 h 1933575"/>
                <a:gd name="connsiteX3" fmla="*/ 1633538 w 4162511"/>
                <a:gd name="connsiteY3" fmla="*/ 1933575 h 1933575"/>
                <a:gd name="connsiteX4" fmla="*/ 0 w 4162511"/>
                <a:gd name="connsiteY4" fmla="*/ 1690688 h 1933575"/>
                <a:gd name="connsiteX0" fmla="*/ 0 w 4162511"/>
                <a:gd name="connsiteY0" fmla="*/ 1690688 h 1947862"/>
                <a:gd name="connsiteX1" fmla="*/ 2886075 w 4162511"/>
                <a:gd name="connsiteY1" fmla="*/ 0 h 1947862"/>
                <a:gd name="connsiteX2" fmla="*/ 4162511 w 4162511"/>
                <a:gd name="connsiteY2" fmla="*/ 142876 h 1947862"/>
                <a:gd name="connsiteX3" fmla="*/ 1775918 w 4162511"/>
                <a:gd name="connsiteY3" fmla="*/ 1947862 h 1947862"/>
                <a:gd name="connsiteX4" fmla="*/ 0 w 4162511"/>
                <a:gd name="connsiteY4" fmla="*/ 1690688 h 1947862"/>
                <a:gd name="connsiteX0" fmla="*/ 0 w 4162511"/>
                <a:gd name="connsiteY0" fmla="*/ 1690688 h 1966912"/>
                <a:gd name="connsiteX1" fmla="*/ 2886075 w 4162511"/>
                <a:gd name="connsiteY1" fmla="*/ 0 h 1966912"/>
                <a:gd name="connsiteX2" fmla="*/ 4162511 w 4162511"/>
                <a:gd name="connsiteY2" fmla="*/ 142876 h 1966912"/>
                <a:gd name="connsiteX3" fmla="*/ 1803475 w 4162511"/>
                <a:gd name="connsiteY3" fmla="*/ 1966912 h 1966912"/>
                <a:gd name="connsiteX4" fmla="*/ 0 w 4162511"/>
                <a:gd name="connsiteY4" fmla="*/ 1690688 h 1966912"/>
                <a:gd name="connsiteX0" fmla="*/ 0 w 4162511"/>
                <a:gd name="connsiteY0" fmla="*/ 1690688 h 1962149"/>
                <a:gd name="connsiteX1" fmla="*/ 2886075 w 4162511"/>
                <a:gd name="connsiteY1" fmla="*/ 0 h 1962149"/>
                <a:gd name="connsiteX2" fmla="*/ 4162511 w 4162511"/>
                <a:gd name="connsiteY2" fmla="*/ 142876 h 1962149"/>
                <a:gd name="connsiteX3" fmla="*/ 1794290 w 4162511"/>
                <a:gd name="connsiteY3" fmla="*/ 1962149 h 1962149"/>
                <a:gd name="connsiteX4" fmla="*/ 0 w 4162511"/>
                <a:gd name="connsiteY4" fmla="*/ 1690688 h 1962149"/>
                <a:gd name="connsiteX0" fmla="*/ 0 w 4162511"/>
                <a:gd name="connsiteY0" fmla="*/ 1690688 h 1957387"/>
                <a:gd name="connsiteX1" fmla="*/ 2886075 w 4162511"/>
                <a:gd name="connsiteY1" fmla="*/ 0 h 1957387"/>
                <a:gd name="connsiteX2" fmla="*/ 4162511 w 4162511"/>
                <a:gd name="connsiteY2" fmla="*/ 142876 h 1957387"/>
                <a:gd name="connsiteX3" fmla="*/ 1922008 w 4162511"/>
                <a:gd name="connsiteY3" fmla="*/ 1957387 h 1957387"/>
                <a:gd name="connsiteX4" fmla="*/ 0 w 4162511"/>
                <a:gd name="connsiteY4" fmla="*/ 1690688 h 19573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62511" h="1957387">
                  <a:moveTo>
                    <a:pt x="0" y="1690688"/>
                  </a:moveTo>
                  <a:lnTo>
                    <a:pt x="2886075" y="0"/>
                  </a:lnTo>
                  <a:lnTo>
                    <a:pt x="4162511" y="142876"/>
                  </a:lnTo>
                  <a:lnTo>
                    <a:pt x="1922008" y="1957387"/>
                  </a:lnTo>
                  <a:lnTo>
                    <a:pt x="0" y="1690688"/>
                  </a:ln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9" name="Freeform: Shape 18">
              <a:extLst>
                <a:ext uri="{FF2B5EF4-FFF2-40B4-BE49-F238E27FC236}">
                  <a16:creationId xmlns:a16="http://schemas.microsoft.com/office/drawing/2014/main" id="{139516CD-7B7C-03CC-FD15-4599F80814D4}"/>
                </a:ext>
              </a:extLst>
            </p:cNvPr>
            <p:cNvSpPr/>
            <p:nvPr/>
          </p:nvSpPr>
          <p:spPr>
            <a:xfrm>
              <a:off x="7005005" y="2507200"/>
              <a:ext cx="1403385" cy="403482"/>
            </a:xfrm>
            <a:custGeom>
              <a:avLst/>
              <a:gdLst>
                <a:gd name="connsiteX0" fmla="*/ 0 w 1645444"/>
                <a:gd name="connsiteY0" fmla="*/ 0 h 688181"/>
                <a:gd name="connsiteX1" fmla="*/ 235744 w 1645444"/>
                <a:gd name="connsiteY1" fmla="*/ 569118 h 688181"/>
                <a:gd name="connsiteX2" fmla="*/ 1059656 w 1645444"/>
                <a:gd name="connsiteY2" fmla="*/ 688181 h 688181"/>
                <a:gd name="connsiteX3" fmla="*/ 1645444 w 1645444"/>
                <a:gd name="connsiteY3" fmla="*/ 242887 h 688181"/>
                <a:gd name="connsiteX4" fmla="*/ 0 w 1645444"/>
                <a:gd name="connsiteY4" fmla="*/ 0 h 688181"/>
                <a:gd name="connsiteX0" fmla="*/ 0 w 1645444"/>
                <a:gd name="connsiteY0" fmla="*/ 0 h 692943"/>
                <a:gd name="connsiteX1" fmla="*/ 235744 w 1645444"/>
                <a:gd name="connsiteY1" fmla="*/ 569118 h 692943"/>
                <a:gd name="connsiteX2" fmla="*/ 1071562 w 1645444"/>
                <a:gd name="connsiteY2" fmla="*/ 692943 h 692943"/>
                <a:gd name="connsiteX3" fmla="*/ 1645444 w 1645444"/>
                <a:gd name="connsiteY3" fmla="*/ 242887 h 692943"/>
                <a:gd name="connsiteX4" fmla="*/ 0 w 1645444"/>
                <a:gd name="connsiteY4" fmla="*/ 0 h 692943"/>
                <a:gd name="connsiteX0" fmla="*/ 0 w 1740726"/>
                <a:gd name="connsiteY0" fmla="*/ 0 h 692943"/>
                <a:gd name="connsiteX1" fmla="*/ 235744 w 1740726"/>
                <a:gd name="connsiteY1" fmla="*/ 569118 h 692943"/>
                <a:gd name="connsiteX2" fmla="*/ 1071562 w 1740726"/>
                <a:gd name="connsiteY2" fmla="*/ 692943 h 692943"/>
                <a:gd name="connsiteX3" fmla="*/ 1740726 w 1740726"/>
                <a:gd name="connsiteY3" fmla="*/ 250972 h 692943"/>
                <a:gd name="connsiteX4" fmla="*/ 0 w 1740726"/>
                <a:gd name="connsiteY4" fmla="*/ 0 h 692943"/>
                <a:gd name="connsiteX0" fmla="*/ 0 w 1703843"/>
                <a:gd name="connsiteY0" fmla="*/ 0 h 676776"/>
                <a:gd name="connsiteX1" fmla="*/ 198861 w 1703843"/>
                <a:gd name="connsiteY1" fmla="*/ 552951 h 676776"/>
                <a:gd name="connsiteX2" fmla="*/ 1034679 w 1703843"/>
                <a:gd name="connsiteY2" fmla="*/ 676776 h 676776"/>
                <a:gd name="connsiteX3" fmla="*/ 1703843 w 1703843"/>
                <a:gd name="connsiteY3" fmla="*/ 234805 h 676776"/>
                <a:gd name="connsiteX4" fmla="*/ 0 w 1703843"/>
                <a:gd name="connsiteY4" fmla="*/ 0 h 676776"/>
                <a:gd name="connsiteX0" fmla="*/ 0 w 1694622"/>
                <a:gd name="connsiteY0" fmla="*/ 0 h 692944"/>
                <a:gd name="connsiteX1" fmla="*/ 189640 w 1694622"/>
                <a:gd name="connsiteY1" fmla="*/ 569119 h 692944"/>
                <a:gd name="connsiteX2" fmla="*/ 1025458 w 1694622"/>
                <a:gd name="connsiteY2" fmla="*/ 692944 h 692944"/>
                <a:gd name="connsiteX3" fmla="*/ 1694622 w 1694622"/>
                <a:gd name="connsiteY3" fmla="*/ 250973 h 692944"/>
                <a:gd name="connsiteX4" fmla="*/ 0 w 1694622"/>
                <a:gd name="connsiteY4" fmla="*/ 0 h 692944"/>
                <a:gd name="connsiteX0" fmla="*/ 0 w 1811418"/>
                <a:gd name="connsiteY0" fmla="*/ 0 h 684861"/>
                <a:gd name="connsiteX1" fmla="*/ 306436 w 1811418"/>
                <a:gd name="connsiteY1" fmla="*/ 561036 h 684861"/>
                <a:gd name="connsiteX2" fmla="*/ 1142254 w 1811418"/>
                <a:gd name="connsiteY2" fmla="*/ 684861 h 684861"/>
                <a:gd name="connsiteX3" fmla="*/ 1811418 w 1811418"/>
                <a:gd name="connsiteY3" fmla="*/ 242890 h 684861"/>
                <a:gd name="connsiteX4" fmla="*/ 0 w 1811418"/>
                <a:gd name="connsiteY4" fmla="*/ 0 h 6848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1418" h="684861">
                  <a:moveTo>
                    <a:pt x="0" y="0"/>
                  </a:moveTo>
                  <a:lnTo>
                    <a:pt x="306436" y="561036"/>
                  </a:lnTo>
                  <a:lnTo>
                    <a:pt x="1142254" y="684861"/>
                  </a:lnTo>
                  <a:lnTo>
                    <a:pt x="1811418" y="242890"/>
                  </a:lnTo>
                  <a:lnTo>
                    <a:pt x="0" y="0"/>
                  </a:ln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cxnSp>
          <p:nvCxnSpPr>
            <p:cNvPr id="20" name="Straight Connector 19">
              <a:extLst>
                <a:ext uri="{FF2B5EF4-FFF2-40B4-BE49-F238E27FC236}">
                  <a16:creationId xmlns:a16="http://schemas.microsoft.com/office/drawing/2014/main" id="{49910984-2EAA-3010-8045-83F676220AC8}"/>
                </a:ext>
              </a:extLst>
            </p:cNvPr>
            <p:cNvCxnSpPr>
              <a:cxnSpLocks/>
              <a:stCxn id="18" idx="1"/>
              <a:endCxn id="19" idx="1"/>
            </p:cNvCxnSpPr>
            <p:nvPr/>
          </p:nvCxnSpPr>
          <p:spPr>
            <a:xfrm flipV="1">
              <a:off x="4343744" y="2837731"/>
              <a:ext cx="2898670" cy="1928294"/>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7061E82-8C05-66B5-6FA2-D559C969E788}"/>
                </a:ext>
              </a:extLst>
            </p:cNvPr>
            <p:cNvCxnSpPr>
              <a:cxnSpLocks/>
              <a:stCxn id="18" idx="2"/>
              <a:endCxn id="19" idx="2"/>
            </p:cNvCxnSpPr>
            <p:nvPr/>
          </p:nvCxnSpPr>
          <p:spPr>
            <a:xfrm flipV="1">
              <a:off x="5276305" y="2910682"/>
              <a:ext cx="2613654" cy="1979168"/>
            </a:xfrm>
            <a:prstGeom prst="line">
              <a:avLst/>
            </a:prstGeom>
          </p:spPr>
          <p:style>
            <a:lnRef idx="1">
              <a:schemeClr val="accent1"/>
            </a:lnRef>
            <a:fillRef idx="0">
              <a:schemeClr val="accent1"/>
            </a:fillRef>
            <a:effectRef idx="0">
              <a:schemeClr val="accent1"/>
            </a:effectRef>
            <a:fontRef idx="minor">
              <a:schemeClr val="tx1"/>
            </a:fontRef>
          </p:style>
        </p:cxnSp>
        <p:sp>
          <p:nvSpPr>
            <p:cNvPr id="18" name="Freeform: Shape 17">
              <a:extLst>
                <a:ext uri="{FF2B5EF4-FFF2-40B4-BE49-F238E27FC236}">
                  <a16:creationId xmlns:a16="http://schemas.microsoft.com/office/drawing/2014/main" id="{C7C0964E-8405-CB8A-2F8D-28180DFF9E91}"/>
                </a:ext>
              </a:extLst>
            </p:cNvPr>
            <p:cNvSpPr/>
            <p:nvPr/>
          </p:nvSpPr>
          <p:spPr>
            <a:xfrm>
              <a:off x="3830682" y="4196907"/>
              <a:ext cx="2114505" cy="692943"/>
            </a:xfrm>
            <a:custGeom>
              <a:avLst/>
              <a:gdLst>
                <a:gd name="connsiteX0" fmla="*/ 0 w 1645444"/>
                <a:gd name="connsiteY0" fmla="*/ 0 h 688181"/>
                <a:gd name="connsiteX1" fmla="*/ 235744 w 1645444"/>
                <a:gd name="connsiteY1" fmla="*/ 569118 h 688181"/>
                <a:gd name="connsiteX2" fmla="*/ 1059656 w 1645444"/>
                <a:gd name="connsiteY2" fmla="*/ 688181 h 688181"/>
                <a:gd name="connsiteX3" fmla="*/ 1645444 w 1645444"/>
                <a:gd name="connsiteY3" fmla="*/ 242887 h 688181"/>
                <a:gd name="connsiteX4" fmla="*/ 0 w 1645444"/>
                <a:gd name="connsiteY4" fmla="*/ 0 h 688181"/>
                <a:gd name="connsiteX0" fmla="*/ 0 w 1645444"/>
                <a:gd name="connsiteY0" fmla="*/ 0 h 692943"/>
                <a:gd name="connsiteX1" fmla="*/ 235744 w 1645444"/>
                <a:gd name="connsiteY1" fmla="*/ 569118 h 692943"/>
                <a:gd name="connsiteX2" fmla="*/ 1071562 w 1645444"/>
                <a:gd name="connsiteY2" fmla="*/ 692943 h 692943"/>
                <a:gd name="connsiteX3" fmla="*/ 1645444 w 1645444"/>
                <a:gd name="connsiteY3" fmla="*/ 242887 h 692943"/>
                <a:gd name="connsiteX4" fmla="*/ 0 w 1645444"/>
                <a:gd name="connsiteY4" fmla="*/ 0 h 692943"/>
                <a:gd name="connsiteX0" fmla="*/ 0 w 1671055"/>
                <a:gd name="connsiteY0" fmla="*/ 0 h 692943"/>
                <a:gd name="connsiteX1" fmla="*/ 235744 w 1671055"/>
                <a:gd name="connsiteY1" fmla="*/ 569118 h 692943"/>
                <a:gd name="connsiteX2" fmla="*/ 1071562 w 1671055"/>
                <a:gd name="connsiteY2" fmla="*/ 692943 h 692943"/>
                <a:gd name="connsiteX3" fmla="*/ 1671055 w 1671055"/>
                <a:gd name="connsiteY3" fmla="*/ 266700 h 692943"/>
                <a:gd name="connsiteX4" fmla="*/ 0 w 1671055"/>
                <a:gd name="connsiteY4" fmla="*/ 0 h 692943"/>
                <a:gd name="connsiteX0" fmla="*/ 0 w 1895148"/>
                <a:gd name="connsiteY0" fmla="*/ 0 h 692943"/>
                <a:gd name="connsiteX1" fmla="*/ 459837 w 1895148"/>
                <a:gd name="connsiteY1" fmla="*/ 569118 h 692943"/>
                <a:gd name="connsiteX2" fmla="*/ 1295655 w 1895148"/>
                <a:gd name="connsiteY2" fmla="*/ 692943 h 692943"/>
                <a:gd name="connsiteX3" fmla="*/ 1895148 w 1895148"/>
                <a:gd name="connsiteY3" fmla="*/ 266700 h 692943"/>
                <a:gd name="connsiteX4" fmla="*/ 0 w 1895148"/>
                <a:gd name="connsiteY4" fmla="*/ 0 h 692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5148" h="692943">
                  <a:moveTo>
                    <a:pt x="0" y="0"/>
                  </a:moveTo>
                  <a:lnTo>
                    <a:pt x="459837" y="569118"/>
                  </a:lnTo>
                  <a:lnTo>
                    <a:pt x="1295655" y="692943"/>
                  </a:lnTo>
                  <a:lnTo>
                    <a:pt x="1895148" y="266700"/>
                  </a:lnTo>
                  <a:lnTo>
                    <a:pt x="0" y="0"/>
                  </a:ln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cxnSp>
        <p:nvCxnSpPr>
          <p:cNvPr id="6" name="Straight Arrow Connector 5">
            <a:extLst>
              <a:ext uri="{FF2B5EF4-FFF2-40B4-BE49-F238E27FC236}">
                <a16:creationId xmlns:a16="http://schemas.microsoft.com/office/drawing/2014/main" id="{C73F90CF-DA6D-10E4-1BC2-D192869103BF}"/>
              </a:ext>
            </a:extLst>
          </p:cNvPr>
          <p:cNvCxnSpPr>
            <a:cxnSpLocks/>
          </p:cNvCxnSpPr>
          <p:nvPr/>
        </p:nvCxnSpPr>
        <p:spPr>
          <a:xfrm flipH="1">
            <a:off x="841609" y="4339971"/>
            <a:ext cx="512795" cy="362052"/>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52C949B0-A60C-3E45-1300-18942708F3C5}"/>
              </a:ext>
            </a:extLst>
          </p:cNvPr>
          <p:cNvSpPr txBox="1"/>
          <p:nvPr/>
        </p:nvSpPr>
        <p:spPr>
          <a:xfrm flipH="1">
            <a:off x="499381" y="4662097"/>
            <a:ext cx="278401" cy="369332"/>
          </a:xfrm>
          <a:prstGeom prst="rect">
            <a:avLst/>
          </a:prstGeom>
          <a:noFill/>
        </p:spPr>
        <p:txBody>
          <a:bodyPr wrap="square" rtlCol="0">
            <a:spAutoFit/>
          </a:bodyPr>
          <a:lstStyle/>
          <a:p>
            <a:r>
              <a:rPr lang="en-US" sz="1800" dirty="0">
                <a:latin typeface="Calibri" panose="020F0502020204030204" pitchFamily="34" charset="0"/>
                <a:ea typeface="Calibri" panose="020F0502020204030204" pitchFamily="34" charset="0"/>
                <a:cs typeface="Calibri" panose="020F0502020204030204" pitchFamily="34" charset="0"/>
              </a:rPr>
              <a:t>⑥</a:t>
            </a:r>
            <a:endParaRPr lang="en-US" sz="1800" dirty="0">
              <a:latin typeface="Univers 57 Condensed" pitchFamily="50" charset="0"/>
            </a:endParaRPr>
          </a:p>
        </p:txBody>
      </p:sp>
      <p:sp>
        <p:nvSpPr>
          <p:cNvPr id="8" name="Freeform: Shape 7">
            <a:extLst>
              <a:ext uri="{FF2B5EF4-FFF2-40B4-BE49-F238E27FC236}">
                <a16:creationId xmlns:a16="http://schemas.microsoft.com/office/drawing/2014/main" id="{99EE3B15-0F57-2485-576B-8E2F835BD479}"/>
              </a:ext>
            </a:extLst>
          </p:cNvPr>
          <p:cNvSpPr/>
          <p:nvPr/>
        </p:nvSpPr>
        <p:spPr>
          <a:xfrm flipH="1">
            <a:off x="3037728" y="2734922"/>
            <a:ext cx="928266" cy="107086"/>
          </a:xfrm>
          <a:custGeom>
            <a:avLst/>
            <a:gdLst>
              <a:gd name="connsiteX0" fmla="*/ 0 w 1183967"/>
              <a:gd name="connsiteY0" fmla="*/ 128587 h 133350"/>
              <a:gd name="connsiteX1" fmla="*/ 40481 w 1183967"/>
              <a:gd name="connsiteY1" fmla="*/ 133350 h 133350"/>
              <a:gd name="connsiteX2" fmla="*/ 109537 w 1183967"/>
              <a:gd name="connsiteY2" fmla="*/ 128587 h 133350"/>
              <a:gd name="connsiteX3" fmla="*/ 157162 w 1183967"/>
              <a:gd name="connsiteY3" fmla="*/ 121443 h 133350"/>
              <a:gd name="connsiteX4" fmla="*/ 185737 w 1183967"/>
              <a:gd name="connsiteY4" fmla="*/ 116681 h 133350"/>
              <a:gd name="connsiteX5" fmla="*/ 195262 w 1183967"/>
              <a:gd name="connsiteY5" fmla="*/ 111918 h 133350"/>
              <a:gd name="connsiteX6" fmla="*/ 219075 w 1183967"/>
              <a:gd name="connsiteY6" fmla="*/ 104775 h 133350"/>
              <a:gd name="connsiteX7" fmla="*/ 273844 w 1183967"/>
              <a:gd name="connsiteY7" fmla="*/ 107156 h 133350"/>
              <a:gd name="connsiteX8" fmla="*/ 283369 w 1183967"/>
              <a:gd name="connsiteY8" fmla="*/ 109537 h 133350"/>
              <a:gd name="connsiteX9" fmla="*/ 369094 w 1183967"/>
              <a:gd name="connsiteY9" fmla="*/ 107156 h 133350"/>
              <a:gd name="connsiteX10" fmla="*/ 383381 w 1183967"/>
              <a:gd name="connsiteY10" fmla="*/ 104775 h 133350"/>
              <a:gd name="connsiteX11" fmla="*/ 426244 w 1183967"/>
              <a:gd name="connsiteY11" fmla="*/ 100012 h 133350"/>
              <a:gd name="connsiteX12" fmla="*/ 542925 w 1183967"/>
              <a:gd name="connsiteY12" fmla="*/ 92868 h 133350"/>
              <a:gd name="connsiteX13" fmla="*/ 554831 w 1183967"/>
              <a:gd name="connsiteY13" fmla="*/ 90487 h 133350"/>
              <a:gd name="connsiteX14" fmla="*/ 590550 w 1183967"/>
              <a:gd name="connsiteY14" fmla="*/ 85725 h 133350"/>
              <a:gd name="connsiteX15" fmla="*/ 633412 w 1183967"/>
              <a:gd name="connsiteY15" fmla="*/ 78581 h 133350"/>
              <a:gd name="connsiteX16" fmla="*/ 661987 w 1183967"/>
              <a:gd name="connsiteY16" fmla="*/ 71437 h 133350"/>
              <a:gd name="connsiteX17" fmla="*/ 676275 w 1183967"/>
              <a:gd name="connsiteY17" fmla="*/ 69056 h 133350"/>
              <a:gd name="connsiteX18" fmla="*/ 695325 w 1183967"/>
              <a:gd name="connsiteY18" fmla="*/ 64293 h 133350"/>
              <a:gd name="connsiteX19" fmla="*/ 778669 w 1183967"/>
              <a:gd name="connsiteY19" fmla="*/ 61912 h 133350"/>
              <a:gd name="connsiteX20" fmla="*/ 809625 w 1183967"/>
              <a:gd name="connsiteY20" fmla="*/ 54768 h 133350"/>
              <a:gd name="connsiteX21" fmla="*/ 840581 w 1183967"/>
              <a:gd name="connsiteY21" fmla="*/ 50006 h 133350"/>
              <a:gd name="connsiteX22" fmla="*/ 931069 w 1183967"/>
              <a:gd name="connsiteY22" fmla="*/ 47625 h 133350"/>
              <a:gd name="connsiteX23" fmla="*/ 957262 w 1183967"/>
              <a:gd name="connsiteY23" fmla="*/ 45243 h 133350"/>
              <a:gd name="connsiteX24" fmla="*/ 964406 w 1183967"/>
              <a:gd name="connsiteY24" fmla="*/ 42862 h 133350"/>
              <a:gd name="connsiteX25" fmla="*/ 981075 w 1183967"/>
              <a:gd name="connsiteY25" fmla="*/ 40481 h 133350"/>
              <a:gd name="connsiteX26" fmla="*/ 995362 w 1183967"/>
              <a:gd name="connsiteY26" fmla="*/ 38100 h 133350"/>
              <a:gd name="connsiteX27" fmla="*/ 1028700 w 1183967"/>
              <a:gd name="connsiteY27" fmla="*/ 33337 h 133350"/>
              <a:gd name="connsiteX28" fmla="*/ 1062037 w 1183967"/>
              <a:gd name="connsiteY28" fmla="*/ 26193 h 133350"/>
              <a:gd name="connsiteX29" fmla="*/ 1081087 w 1183967"/>
              <a:gd name="connsiteY29" fmla="*/ 21431 h 133350"/>
              <a:gd name="connsiteX30" fmla="*/ 1088231 w 1183967"/>
              <a:gd name="connsiteY30" fmla="*/ 19050 h 133350"/>
              <a:gd name="connsiteX31" fmla="*/ 1126331 w 1183967"/>
              <a:gd name="connsiteY31" fmla="*/ 14287 h 133350"/>
              <a:gd name="connsiteX32" fmla="*/ 1147762 w 1183967"/>
              <a:gd name="connsiteY32" fmla="*/ 9525 h 133350"/>
              <a:gd name="connsiteX33" fmla="*/ 1154906 w 1183967"/>
              <a:gd name="connsiteY33" fmla="*/ 7143 h 133350"/>
              <a:gd name="connsiteX34" fmla="*/ 1183481 w 1183967"/>
              <a:gd name="connsiteY34" fmla="*/ 4762 h 133350"/>
              <a:gd name="connsiteX35" fmla="*/ 1181100 w 1183967"/>
              <a:gd name="connsiteY35" fmla="*/ 0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183967" h="133350">
                <a:moveTo>
                  <a:pt x="0" y="128587"/>
                </a:moveTo>
                <a:cubicBezTo>
                  <a:pt x="15523" y="131691"/>
                  <a:pt x="21465" y="133350"/>
                  <a:pt x="40481" y="133350"/>
                </a:cubicBezTo>
                <a:cubicBezTo>
                  <a:pt x="55178" y="133350"/>
                  <a:pt x="92470" y="130009"/>
                  <a:pt x="109537" y="128587"/>
                </a:cubicBezTo>
                <a:cubicBezTo>
                  <a:pt x="136762" y="121782"/>
                  <a:pt x="95154" y="131777"/>
                  <a:pt x="157162" y="121443"/>
                </a:cubicBezTo>
                <a:lnTo>
                  <a:pt x="185737" y="116681"/>
                </a:lnTo>
                <a:cubicBezTo>
                  <a:pt x="188912" y="115093"/>
                  <a:pt x="191862" y="112938"/>
                  <a:pt x="195262" y="111918"/>
                </a:cubicBezTo>
                <a:cubicBezTo>
                  <a:pt x="224917" y="103021"/>
                  <a:pt x="196508" y="116057"/>
                  <a:pt x="219075" y="104775"/>
                </a:cubicBezTo>
                <a:cubicBezTo>
                  <a:pt x="237331" y="105569"/>
                  <a:pt x="255620" y="105806"/>
                  <a:pt x="273844" y="107156"/>
                </a:cubicBezTo>
                <a:cubicBezTo>
                  <a:pt x="277108" y="107398"/>
                  <a:pt x="280096" y="109537"/>
                  <a:pt x="283369" y="109537"/>
                </a:cubicBezTo>
                <a:cubicBezTo>
                  <a:pt x="311955" y="109537"/>
                  <a:pt x="340519" y="107950"/>
                  <a:pt x="369094" y="107156"/>
                </a:cubicBezTo>
                <a:cubicBezTo>
                  <a:pt x="373856" y="106362"/>
                  <a:pt x="378586" y="105339"/>
                  <a:pt x="383381" y="104775"/>
                </a:cubicBezTo>
                <a:cubicBezTo>
                  <a:pt x="448897" y="97066"/>
                  <a:pt x="379301" y="106717"/>
                  <a:pt x="426244" y="100012"/>
                </a:cubicBezTo>
                <a:cubicBezTo>
                  <a:pt x="464020" y="74828"/>
                  <a:pt x="427396" y="97399"/>
                  <a:pt x="542925" y="92868"/>
                </a:cubicBezTo>
                <a:cubicBezTo>
                  <a:pt x="546969" y="92709"/>
                  <a:pt x="550839" y="91152"/>
                  <a:pt x="554831" y="90487"/>
                </a:cubicBezTo>
                <a:cubicBezTo>
                  <a:pt x="564689" y="88844"/>
                  <a:pt x="580920" y="86929"/>
                  <a:pt x="590550" y="85725"/>
                </a:cubicBezTo>
                <a:cubicBezTo>
                  <a:pt x="647192" y="71563"/>
                  <a:pt x="566706" y="90710"/>
                  <a:pt x="633412" y="78581"/>
                </a:cubicBezTo>
                <a:cubicBezTo>
                  <a:pt x="643072" y="76825"/>
                  <a:pt x="652403" y="73567"/>
                  <a:pt x="661987" y="71437"/>
                </a:cubicBezTo>
                <a:cubicBezTo>
                  <a:pt x="666700" y="70390"/>
                  <a:pt x="671562" y="70103"/>
                  <a:pt x="676275" y="69056"/>
                </a:cubicBezTo>
                <a:cubicBezTo>
                  <a:pt x="686580" y="66766"/>
                  <a:pt x="682052" y="64957"/>
                  <a:pt x="695325" y="64293"/>
                </a:cubicBezTo>
                <a:cubicBezTo>
                  <a:pt x="723083" y="62905"/>
                  <a:pt x="750888" y="62706"/>
                  <a:pt x="778669" y="61912"/>
                </a:cubicBezTo>
                <a:cubicBezTo>
                  <a:pt x="793232" y="52204"/>
                  <a:pt x="780784" y="58889"/>
                  <a:pt x="809625" y="54768"/>
                </a:cubicBezTo>
                <a:cubicBezTo>
                  <a:pt x="836057" y="50992"/>
                  <a:pt x="794081" y="51985"/>
                  <a:pt x="840581" y="50006"/>
                </a:cubicBezTo>
                <a:cubicBezTo>
                  <a:pt x="870727" y="48723"/>
                  <a:pt x="900906" y="48419"/>
                  <a:pt x="931069" y="47625"/>
                </a:cubicBezTo>
                <a:cubicBezTo>
                  <a:pt x="939800" y="46831"/>
                  <a:pt x="948583" y="46483"/>
                  <a:pt x="957262" y="45243"/>
                </a:cubicBezTo>
                <a:cubicBezTo>
                  <a:pt x="959747" y="44888"/>
                  <a:pt x="961945" y="43354"/>
                  <a:pt x="964406" y="42862"/>
                </a:cubicBezTo>
                <a:cubicBezTo>
                  <a:pt x="969910" y="41761"/>
                  <a:pt x="975528" y="41334"/>
                  <a:pt x="981075" y="40481"/>
                </a:cubicBezTo>
                <a:cubicBezTo>
                  <a:pt x="985847" y="39747"/>
                  <a:pt x="990587" y="38816"/>
                  <a:pt x="995362" y="38100"/>
                </a:cubicBezTo>
                <a:lnTo>
                  <a:pt x="1028700" y="33337"/>
                </a:lnTo>
                <a:cubicBezTo>
                  <a:pt x="1057134" y="23860"/>
                  <a:pt x="1027710" y="32630"/>
                  <a:pt x="1062037" y="26193"/>
                </a:cubicBezTo>
                <a:cubicBezTo>
                  <a:pt x="1068470" y="24987"/>
                  <a:pt x="1074772" y="23153"/>
                  <a:pt x="1081087" y="21431"/>
                </a:cubicBezTo>
                <a:cubicBezTo>
                  <a:pt x="1083509" y="20771"/>
                  <a:pt x="1085770" y="19542"/>
                  <a:pt x="1088231" y="19050"/>
                </a:cubicBezTo>
                <a:cubicBezTo>
                  <a:pt x="1096737" y="17349"/>
                  <a:pt x="1118887" y="15114"/>
                  <a:pt x="1126331" y="14287"/>
                </a:cubicBezTo>
                <a:cubicBezTo>
                  <a:pt x="1142419" y="8925"/>
                  <a:pt x="1122606" y="15116"/>
                  <a:pt x="1147762" y="9525"/>
                </a:cubicBezTo>
                <a:cubicBezTo>
                  <a:pt x="1150212" y="8980"/>
                  <a:pt x="1152418" y="7475"/>
                  <a:pt x="1154906" y="7143"/>
                </a:cubicBezTo>
                <a:cubicBezTo>
                  <a:pt x="1164380" y="5880"/>
                  <a:pt x="1174260" y="7277"/>
                  <a:pt x="1183481" y="4762"/>
                </a:cubicBezTo>
                <a:cubicBezTo>
                  <a:pt x="1185193" y="4295"/>
                  <a:pt x="1181894" y="1587"/>
                  <a:pt x="1181100" y="0"/>
                </a:cubicBezTo>
              </a:path>
            </a:pathLst>
          </a:cu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Freeform: Shape 8">
            <a:extLst>
              <a:ext uri="{FF2B5EF4-FFF2-40B4-BE49-F238E27FC236}">
                <a16:creationId xmlns:a16="http://schemas.microsoft.com/office/drawing/2014/main" id="{1B5FD858-5877-0D2E-D650-6E3DE39EC202}"/>
              </a:ext>
            </a:extLst>
          </p:cNvPr>
          <p:cNvSpPr/>
          <p:nvPr/>
        </p:nvSpPr>
        <p:spPr>
          <a:xfrm flipH="1">
            <a:off x="1980680" y="2835198"/>
            <a:ext cx="1993926" cy="1518323"/>
          </a:xfrm>
          <a:custGeom>
            <a:avLst/>
            <a:gdLst>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3994 w 2543175"/>
              <a:gd name="connsiteY112" fmla="*/ 1047750 h 1890712"/>
              <a:gd name="connsiteX113" fmla="*/ 1502569 w 2543175"/>
              <a:gd name="connsiteY113" fmla="*/ 1066800 h 1890712"/>
              <a:gd name="connsiteX114" fmla="*/ 1526382 w 2543175"/>
              <a:gd name="connsiteY114" fmla="*/ 1085850 h 1890712"/>
              <a:gd name="connsiteX115" fmla="*/ 1531144 w 2543175"/>
              <a:gd name="connsiteY115" fmla="*/ 1095375 h 1890712"/>
              <a:gd name="connsiteX116" fmla="*/ 1559719 w 2543175"/>
              <a:gd name="connsiteY116" fmla="*/ 1121569 h 1890712"/>
              <a:gd name="connsiteX117" fmla="*/ 1569244 w 2543175"/>
              <a:gd name="connsiteY117" fmla="*/ 1131094 h 1890712"/>
              <a:gd name="connsiteX118" fmla="*/ 1597819 w 2543175"/>
              <a:gd name="connsiteY118" fmla="*/ 1154906 h 1890712"/>
              <a:gd name="connsiteX119" fmla="*/ 1604963 w 2543175"/>
              <a:gd name="connsiteY119" fmla="*/ 1162050 h 1890712"/>
              <a:gd name="connsiteX120" fmla="*/ 1612107 w 2543175"/>
              <a:gd name="connsiteY120" fmla="*/ 1166812 h 1890712"/>
              <a:gd name="connsiteX121" fmla="*/ 1628775 w 2543175"/>
              <a:gd name="connsiteY121" fmla="*/ 1183481 h 1890712"/>
              <a:gd name="connsiteX122" fmla="*/ 1662113 w 2543175"/>
              <a:gd name="connsiteY122" fmla="*/ 1209675 h 1890712"/>
              <a:gd name="connsiteX123" fmla="*/ 1678782 w 2543175"/>
              <a:gd name="connsiteY123" fmla="*/ 1226344 h 1890712"/>
              <a:gd name="connsiteX124" fmla="*/ 1700213 w 2543175"/>
              <a:gd name="connsiteY124" fmla="*/ 1247775 h 1890712"/>
              <a:gd name="connsiteX125" fmla="*/ 1712119 w 2543175"/>
              <a:gd name="connsiteY125" fmla="*/ 1259681 h 1890712"/>
              <a:gd name="connsiteX126" fmla="*/ 1733550 w 2543175"/>
              <a:gd name="connsiteY126" fmla="*/ 1273969 h 1890712"/>
              <a:gd name="connsiteX127" fmla="*/ 1743075 w 2543175"/>
              <a:gd name="connsiteY127" fmla="*/ 1283494 h 1890712"/>
              <a:gd name="connsiteX128" fmla="*/ 1754982 w 2543175"/>
              <a:gd name="connsiteY128" fmla="*/ 1290637 h 1890712"/>
              <a:gd name="connsiteX129" fmla="*/ 1766888 w 2543175"/>
              <a:gd name="connsiteY129" fmla="*/ 1300162 h 1890712"/>
              <a:gd name="connsiteX130" fmla="*/ 1783557 w 2543175"/>
              <a:gd name="connsiteY130" fmla="*/ 1307306 h 1890712"/>
              <a:gd name="connsiteX131" fmla="*/ 1790700 w 2543175"/>
              <a:gd name="connsiteY131" fmla="*/ 1312069 h 1890712"/>
              <a:gd name="connsiteX132" fmla="*/ 1800225 w 2543175"/>
              <a:gd name="connsiteY132" fmla="*/ 1319212 h 1890712"/>
              <a:gd name="connsiteX133" fmla="*/ 1807369 w 2543175"/>
              <a:gd name="connsiteY133" fmla="*/ 1321594 h 1890712"/>
              <a:gd name="connsiteX134" fmla="*/ 1824038 w 2543175"/>
              <a:gd name="connsiteY134" fmla="*/ 1333500 h 1890712"/>
              <a:gd name="connsiteX135" fmla="*/ 1843088 w 2543175"/>
              <a:gd name="connsiteY135" fmla="*/ 1352550 h 1890712"/>
              <a:gd name="connsiteX136" fmla="*/ 1852613 w 2543175"/>
              <a:gd name="connsiteY136" fmla="*/ 1359694 h 1890712"/>
              <a:gd name="connsiteX137" fmla="*/ 1859757 w 2543175"/>
              <a:gd name="connsiteY137" fmla="*/ 1366837 h 1890712"/>
              <a:gd name="connsiteX138" fmla="*/ 1869282 w 2543175"/>
              <a:gd name="connsiteY138" fmla="*/ 1371600 h 1890712"/>
              <a:gd name="connsiteX139" fmla="*/ 1883569 w 2543175"/>
              <a:gd name="connsiteY139" fmla="*/ 1388269 h 1890712"/>
              <a:gd name="connsiteX140" fmla="*/ 1893094 w 2543175"/>
              <a:gd name="connsiteY140" fmla="*/ 1395412 h 1890712"/>
              <a:gd name="connsiteX141" fmla="*/ 1902619 w 2543175"/>
              <a:gd name="connsiteY141" fmla="*/ 1404937 h 1890712"/>
              <a:gd name="connsiteX142" fmla="*/ 1912144 w 2543175"/>
              <a:gd name="connsiteY142" fmla="*/ 1409700 h 1890712"/>
              <a:gd name="connsiteX143" fmla="*/ 1931194 w 2543175"/>
              <a:gd name="connsiteY143" fmla="*/ 1421606 h 1890712"/>
              <a:gd name="connsiteX144" fmla="*/ 1935957 w 2543175"/>
              <a:gd name="connsiteY144" fmla="*/ 1428750 h 1890712"/>
              <a:gd name="connsiteX145" fmla="*/ 1952625 w 2543175"/>
              <a:gd name="connsiteY145" fmla="*/ 1438275 h 1890712"/>
              <a:gd name="connsiteX146" fmla="*/ 1971675 w 2543175"/>
              <a:gd name="connsiteY146" fmla="*/ 1450181 h 1890712"/>
              <a:gd name="connsiteX147" fmla="*/ 1981200 w 2543175"/>
              <a:gd name="connsiteY147" fmla="*/ 1454944 h 1890712"/>
              <a:gd name="connsiteX148" fmla="*/ 1997869 w 2543175"/>
              <a:gd name="connsiteY148" fmla="*/ 1471612 h 1890712"/>
              <a:gd name="connsiteX149" fmla="*/ 2007394 w 2543175"/>
              <a:gd name="connsiteY149" fmla="*/ 1478756 h 1890712"/>
              <a:gd name="connsiteX150" fmla="*/ 2016919 w 2543175"/>
              <a:gd name="connsiteY150" fmla="*/ 1483519 h 1890712"/>
              <a:gd name="connsiteX151" fmla="*/ 2024063 w 2543175"/>
              <a:gd name="connsiteY151" fmla="*/ 1490662 h 1890712"/>
              <a:gd name="connsiteX152" fmla="*/ 2033588 w 2543175"/>
              <a:gd name="connsiteY152" fmla="*/ 1495425 h 1890712"/>
              <a:gd name="connsiteX153" fmla="*/ 2040732 w 2543175"/>
              <a:gd name="connsiteY153" fmla="*/ 1502569 h 1890712"/>
              <a:gd name="connsiteX154" fmla="*/ 2047875 w 2543175"/>
              <a:gd name="connsiteY154" fmla="*/ 1507331 h 1890712"/>
              <a:gd name="connsiteX155" fmla="*/ 2057400 w 2543175"/>
              <a:gd name="connsiteY155" fmla="*/ 1514475 h 1890712"/>
              <a:gd name="connsiteX156" fmla="*/ 2064544 w 2543175"/>
              <a:gd name="connsiteY156" fmla="*/ 1519237 h 1890712"/>
              <a:gd name="connsiteX157" fmla="*/ 2071688 w 2543175"/>
              <a:gd name="connsiteY157" fmla="*/ 1526381 h 1890712"/>
              <a:gd name="connsiteX158" fmla="*/ 2081213 w 2543175"/>
              <a:gd name="connsiteY158" fmla="*/ 1531144 h 1890712"/>
              <a:gd name="connsiteX159" fmla="*/ 2090738 w 2543175"/>
              <a:gd name="connsiteY159" fmla="*/ 1538287 h 1890712"/>
              <a:gd name="connsiteX160" fmla="*/ 2109788 w 2543175"/>
              <a:gd name="connsiteY160" fmla="*/ 1547812 h 1890712"/>
              <a:gd name="connsiteX161" fmla="*/ 2131219 w 2543175"/>
              <a:gd name="connsiteY161" fmla="*/ 1562100 h 1890712"/>
              <a:gd name="connsiteX162" fmla="*/ 2140744 w 2543175"/>
              <a:gd name="connsiteY162" fmla="*/ 1566862 h 1890712"/>
              <a:gd name="connsiteX163" fmla="*/ 2152650 w 2543175"/>
              <a:gd name="connsiteY163" fmla="*/ 1576387 h 1890712"/>
              <a:gd name="connsiteX164" fmla="*/ 2181225 w 2543175"/>
              <a:gd name="connsiteY164" fmla="*/ 1590675 h 1890712"/>
              <a:gd name="connsiteX165" fmla="*/ 2200275 w 2543175"/>
              <a:gd name="connsiteY165" fmla="*/ 1607344 h 1890712"/>
              <a:gd name="connsiteX166" fmla="*/ 2207419 w 2543175"/>
              <a:gd name="connsiteY166" fmla="*/ 1612106 h 1890712"/>
              <a:gd name="connsiteX167" fmla="*/ 2216944 w 2543175"/>
              <a:gd name="connsiteY167" fmla="*/ 1619250 h 1890712"/>
              <a:gd name="connsiteX168" fmla="*/ 2224088 w 2543175"/>
              <a:gd name="connsiteY168" fmla="*/ 1624012 h 1890712"/>
              <a:gd name="connsiteX169" fmla="*/ 2247900 w 2543175"/>
              <a:gd name="connsiteY169" fmla="*/ 1643062 h 1890712"/>
              <a:gd name="connsiteX170" fmla="*/ 2255044 w 2543175"/>
              <a:gd name="connsiteY170" fmla="*/ 1650206 h 1890712"/>
              <a:gd name="connsiteX171" fmla="*/ 2281238 w 2543175"/>
              <a:gd name="connsiteY171" fmla="*/ 1664494 h 1890712"/>
              <a:gd name="connsiteX172" fmla="*/ 2297907 w 2543175"/>
              <a:gd name="connsiteY172" fmla="*/ 1674019 h 1890712"/>
              <a:gd name="connsiteX173" fmla="*/ 2305050 w 2543175"/>
              <a:gd name="connsiteY173" fmla="*/ 1678781 h 1890712"/>
              <a:gd name="connsiteX174" fmla="*/ 2312194 w 2543175"/>
              <a:gd name="connsiteY174" fmla="*/ 1685925 h 1890712"/>
              <a:gd name="connsiteX175" fmla="*/ 2321719 w 2543175"/>
              <a:gd name="connsiteY175" fmla="*/ 1690687 h 1890712"/>
              <a:gd name="connsiteX176" fmla="*/ 2328863 w 2543175"/>
              <a:gd name="connsiteY176" fmla="*/ 1697831 h 1890712"/>
              <a:gd name="connsiteX177" fmla="*/ 2350294 w 2543175"/>
              <a:gd name="connsiteY177" fmla="*/ 1712119 h 1890712"/>
              <a:gd name="connsiteX178" fmla="*/ 2359819 w 2543175"/>
              <a:gd name="connsiteY178" fmla="*/ 1719262 h 1890712"/>
              <a:gd name="connsiteX179" fmla="*/ 2369344 w 2543175"/>
              <a:gd name="connsiteY179" fmla="*/ 1724025 h 1890712"/>
              <a:gd name="connsiteX180" fmla="*/ 2376488 w 2543175"/>
              <a:gd name="connsiteY180" fmla="*/ 1731169 h 1890712"/>
              <a:gd name="connsiteX181" fmla="*/ 2402682 w 2543175"/>
              <a:gd name="connsiteY181" fmla="*/ 1747837 h 1890712"/>
              <a:gd name="connsiteX182" fmla="*/ 2450307 w 2543175"/>
              <a:gd name="connsiteY182" fmla="*/ 1769269 h 1890712"/>
              <a:gd name="connsiteX183" fmla="*/ 2466975 w 2543175"/>
              <a:gd name="connsiteY183" fmla="*/ 1783556 h 1890712"/>
              <a:gd name="connsiteX184" fmla="*/ 2481263 w 2543175"/>
              <a:gd name="connsiteY184" fmla="*/ 1795462 h 1890712"/>
              <a:gd name="connsiteX185" fmla="*/ 2486025 w 2543175"/>
              <a:gd name="connsiteY185" fmla="*/ 1802606 h 1890712"/>
              <a:gd name="connsiteX186" fmla="*/ 2493169 w 2543175"/>
              <a:gd name="connsiteY186" fmla="*/ 1807369 h 1890712"/>
              <a:gd name="connsiteX187" fmla="*/ 2495550 w 2543175"/>
              <a:gd name="connsiteY187" fmla="*/ 1816894 h 1890712"/>
              <a:gd name="connsiteX188" fmla="*/ 2497932 w 2543175"/>
              <a:gd name="connsiteY188" fmla="*/ 1824037 h 1890712"/>
              <a:gd name="connsiteX189" fmla="*/ 2514600 w 2543175"/>
              <a:gd name="connsiteY189" fmla="*/ 1850231 h 1890712"/>
              <a:gd name="connsiteX190" fmla="*/ 2519363 w 2543175"/>
              <a:gd name="connsiteY190" fmla="*/ 1857375 h 1890712"/>
              <a:gd name="connsiteX191" fmla="*/ 2540794 w 2543175"/>
              <a:gd name="connsiteY191" fmla="*/ 1883569 h 1890712"/>
              <a:gd name="connsiteX192" fmla="*/ 2543175 w 2543175"/>
              <a:gd name="connsiteY19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502569 w 2543175"/>
              <a:gd name="connsiteY113" fmla="*/ 1066800 h 1890712"/>
              <a:gd name="connsiteX114" fmla="*/ 1526382 w 2543175"/>
              <a:gd name="connsiteY114" fmla="*/ 1085850 h 1890712"/>
              <a:gd name="connsiteX115" fmla="*/ 1531144 w 2543175"/>
              <a:gd name="connsiteY115" fmla="*/ 1095375 h 1890712"/>
              <a:gd name="connsiteX116" fmla="*/ 1559719 w 2543175"/>
              <a:gd name="connsiteY116" fmla="*/ 1121569 h 1890712"/>
              <a:gd name="connsiteX117" fmla="*/ 1569244 w 2543175"/>
              <a:gd name="connsiteY117" fmla="*/ 1131094 h 1890712"/>
              <a:gd name="connsiteX118" fmla="*/ 1597819 w 2543175"/>
              <a:gd name="connsiteY118" fmla="*/ 1154906 h 1890712"/>
              <a:gd name="connsiteX119" fmla="*/ 1604963 w 2543175"/>
              <a:gd name="connsiteY119" fmla="*/ 1162050 h 1890712"/>
              <a:gd name="connsiteX120" fmla="*/ 1612107 w 2543175"/>
              <a:gd name="connsiteY120" fmla="*/ 1166812 h 1890712"/>
              <a:gd name="connsiteX121" fmla="*/ 1628775 w 2543175"/>
              <a:gd name="connsiteY121" fmla="*/ 1183481 h 1890712"/>
              <a:gd name="connsiteX122" fmla="*/ 1662113 w 2543175"/>
              <a:gd name="connsiteY122" fmla="*/ 1209675 h 1890712"/>
              <a:gd name="connsiteX123" fmla="*/ 1678782 w 2543175"/>
              <a:gd name="connsiteY123" fmla="*/ 1226344 h 1890712"/>
              <a:gd name="connsiteX124" fmla="*/ 1700213 w 2543175"/>
              <a:gd name="connsiteY124" fmla="*/ 1247775 h 1890712"/>
              <a:gd name="connsiteX125" fmla="*/ 1712119 w 2543175"/>
              <a:gd name="connsiteY125" fmla="*/ 1259681 h 1890712"/>
              <a:gd name="connsiteX126" fmla="*/ 1733550 w 2543175"/>
              <a:gd name="connsiteY126" fmla="*/ 1273969 h 1890712"/>
              <a:gd name="connsiteX127" fmla="*/ 1743075 w 2543175"/>
              <a:gd name="connsiteY127" fmla="*/ 1283494 h 1890712"/>
              <a:gd name="connsiteX128" fmla="*/ 1754982 w 2543175"/>
              <a:gd name="connsiteY128" fmla="*/ 1290637 h 1890712"/>
              <a:gd name="connsiteX129" fmla="*/ 1766888 w 2543175"/>
              <a:gd name="connsiteY129" fmla="*/ 1300162 h 1890712"/>
              <a:gd name="connsiteX130" fmla="*/ 1783557 w 2543175"/>
              <a:gd name="connsiteY130" fmla="*/ 1307306 h 1890712"/>
              <a:gd name="connsiteX131" fmla="*/ 1790700 w 2543175"/>
              <a:gd name="connsiteY131" fmla="*/ 1312069 h 1890712"/>
              <a:gd name="connsiteX132" fmla="*/ 1800225 w 2543175"/>
              <a:gd name="connsiteY132" fmla="*/ 1319212 h 1890712"/>
              <a:gd name="connsiteX133" fmla="*/ 1807369 w 2543175"/>
              <a:gd name="connsiteY133" fmla="*/ 1321594 h 1890712"/>
              <a:gd name="connsiteX134" fmla="*/ 1824038 w 2543175"/>
              <a:gd name="connsiteY134" fmla="*/ 1333500 h 1890712"/>
              <a:gd name="connsiteX135" fmla="*/ 1843088 w 2543175"/>
              <a:gd name="connsiteY135" fmla="*/ 1352550 h 1890712"/>
              <a:gd name="connsiteX136" fmla="*/ 1852613 w 2543175"/>
              <a:gd name="connsiteY136" fmla="*/ 1359694 h 1890712"/>
              <a:gd name="connsiteX137" fmla="*/ 1859757 w 2543175"/>
              <a:gd name="connsiteY137" fmla="*/ 1366837 h 1890712"/>
              <a:gd name="connsiteX138" fmla="*/ 1869282 w 2543175"/>
              <a:gd name="connsiteY138" fmla="*/ 1371600 h 1890712"/>
              <a:gd name="connsiteX139" fmla="*/ 1883569 w 2543175"/>
              <a:gd name="connsiteY139" fmla="*/ 1388269 h 1890712"/>
              <a:gd name="connsiteX140" fmla="*/ 1893094 w 2543175"/>
              <a:gd name="connsiteY140" fmla="*/ 1395412 h 1890712"/>
              <a:gd name="connsiteX141" fmla="*/ 1902619 w 2543175"/>
              <a:gd name="connsiteY141" fmla="*/ 1404937 h 1890712"/>
              <a:gd name="connsiteX142" fmla="*/ 1912144 w 2543175"/>
              <a:gd name="connsiteY142" fmla="*/ 1409700 h 1890712"/>
              <a:gd name="connsiteX143" fmla="*/ 1931194 w 2543175"/>
              <a:gd name="connsiteY143" fmla="*/ 1421606 h 1890712"/>
              <a:gd name="connsiteX144" fmla="*/ 1935957 w 2543175"/>
              <a:gd name="connsiteY144" fmla="*/ 1428750 h 1890712"/>
              <a:gd name="connsiteX145" fmla="*/ 1952625 w 2543175"/>
              <a:gd name="connsiteY145" fmla="*/ 1438275 h 1890712"/>
              <a:gd name="connsiteX146" fmla="*/ 1971675 w 2543175"/>
              <a:gd name="connsiteY146" fmla="*/ 1450181 h 1890712"/>
              <a:gd name="connsiteX147" fmla="*/ 1981200 w 2543175"/>
              <a:gd name="connsiteY147" fmla="*/ 1454944 h 1890712"/>
              <a:gd name="connsiteX148" fmla="*/ 1997869 w 2543175"/>
              <a:gd name="connsiteY148" fmla="*/ 1471612 h 1890712"/>
              <a:gd name="connsiteX149" fmla="*/ 2007394 w 2543175"/>
              <a:gd name="connsiteY149" fmla="*/ 1478756 h 1890712"/>
              <a:gd name="connsiteX150" fmla="*/ 2016919 w 2543175"/>
              <a:gd name="connsiteY150" fmla="*/ 1483519 h 1890712"/>
              <a:gd name="connsiteX151" fmla="*/ 2024063 w 2543175"/>
              <a:gd name="connsiteY151" fmla="*/ 1490662 h 1890712"/>
              <a:gd name="connsiteX152" fmla="*/ 2033588 w 2543175"/>
              <a:gd name="connsiteY152" fmla="*/ 1495425 h 1890712"/>
              <a:gd name="connsiteX153" fmla="*/ 2040732 w 2543175"/>
              <a:gd name="connsiteY153" fmla="*/ 1502569 h 1890712"/>
              <a:gd name="connsiteX154" fmla="*/ 2047875 w 2543175"/>
              <a:gd name="connsiteY154" fmla="*/ 1507331 h 1890712"/>
              <a:gd name="connsiteX155" fmla="*/ 2057400 w 2543175"/>
              <a:gd name="connsiteY155" fmla="*/ 1514475 h 1890712"/>
              <a:gd name="connsiteX156" fmla="*/ 2064544 w 2543175"/>
              <a:gd name="connsiteY156" fmla="*/ 1519237 h 1890712"/>
              <a:gd name="connsiteX157" fmla="*/ 2071688 w 2543175"/>
              <a:gd name="connsiteY157" fmla="*/ 1526381 h 1890712"/>
              <a:gd name="connsiteX158" fmla="*/ 2081213 w 2543175"/>
              <a:gd name="connsiteY158" fmla="*/ 1531144 h 1890712"/>
              <a:gd name="connsiteX159" fmla="*/ 2090738 w 2543175"/>
              <a:gd name="connsiteY159" fmla="*/ 1538287 h 1890712"/>
              <a:gd name="connsiteX160" fmla="*/ 2109788 w 2543175"/>
              <a:gd name="connsiteY160" fmla="*/ 1547812 h 1890712"/>
              <a:gd name="connsiteX161" fmla="*/ 2131219 w 2543175"/>
              <a:gd name="connsiteY161" fmla="*/ 1562100 h 1890712"/>
              <a:gd name="connsiteX162" fmla="*/ 2140744 w 2543175"/>
              <a:gd name="connsiteY162" fmla="*/ 1566862 h 1890712"/>
              <a:gd name="connsiteX163" fmla="*/ 2152650 w 2543175"/>
              <a:gd name="connsiteY163" fmla="*/ 1576387 h 1890712"/>
              <a:gd name="connsiteX164" fmla="*/ 2181225 w 2543175"/>
              <a:gd name="connsiteY164" fmla="*/ 1590675 h 1890712"/>
              <a:gd name="connsiteX165" fmla="*/ 2200275 w 2543175"/>
              <a:gd name="connsiteY165" fmla="*/ 1607344 h 1890712"/>
              <a:gd name="connsiteX166" fmla="*/ 2207419 w 2543175"/>
              <a:gd name="connsiteY166" fmla="*/ 1612106 h 1890712"/>
              <a:gd name="connsiteX167" fmla="*/ 2216944 w 2543175"/>
              <a:gd name="connsiteY167" fmla="*/ 1619250 h 1890712"/>
              <a:gd name="connsiteX168" fmla="*/ 2224088 w 2543175"/>
              <a:gd name="connsiteY168" fmla="*/ 1624012 h 1890712"/>
              <a:gd name="connsiteX169" fmla="*/ 2247900 w 2543175"/>
              <a:gd name="connsiteY169" fmla="*/ 1643062 h 1890712"/>
              <a:gd name="connsiteX170" fmla="*/ 2255044 w 2543175"/>
              <a:gd name="connsiteY170" fmla="*/ 1650206 h 1890712"/>
              <a:gd name="connsiteX171" fmla="*/ 2281238 w 2543175"/>
              <a:gd name="connsiteY171" fmla="*/ 1664494 h 1890712"/>
              <a:gd name="connsiteX172" fmla="*/ 2297907 w 2543175"/>
              <a:gd name="connsiteY172" fmla="*/ 1674019 h 1890712"/>
              <a:gd name="connsiteX173" fmla="*/ 2305050 w 2543175"/>
              <a:gd name="connsiteY173" fmla="*/ 1678781 h 1890712"/>
              <a:gd name="connsiteX174" fmla="*/ 2312194 w 2543175"/>
              <a:gd name="connsiteY174" fmla="*/ 1685925 h 1890712"/>
              <a:gd name="connsiteX175" fmla="*/ 2321719 w 2543175"/>
              <a:gd name="connsiteY175" fmla="*/ 1690687 h 1890712"/>
              <a:gd name="connsiteX176" fmla="*/ 2328863 w 2543175"/>
              <a:gd name="connsiteY176" fmla="*/ 1697831 h 1890712"/>
              <a:gd name="connsiteX177" fmla="*/ 2350294 w 2543175"/>
              <a:gd name="connsiteY177" fmla="*/ 1712119 h 1890712"/>
              <a:gd name="connsiteX178" fmla="*/ 2359819 w 2543175"/>
              <a:gd name="connsiteY178" fmla="*/ 1719262 h 1890712"/>
              <a:gd name="connsiteX179" fmla="*/ 2369344 w 2543175"/>
              <a:gd name="connsiteY179" fmla="*/ 1724025 h 1890712"/>
              <a:gd name="connsiteX180" fmla="*/ 2376488 w 2543175"/>
              <a:gd name="connsiteY180" fmla="*/ 1731169 h 1890712"/>
              <a:gd name="connsiteX181" fmla="*/ 2402682 w 2543175"/>
              <a:gd name="connsiteY181" fmla="*/ 1747837 h 1890712"/>
              <a:gd name="connsiteX182" fmla="*/ 2450307 w 2543175"/>
              <a:gd name="connsiteY182" fmla="*/ 1769269 h 1890712"/>
              <a:gd name="connsiteX183" fmla="*/ 2466975 w 2543175"/>
              <a:gd name="connsiteY183" fmla="*/ 1783556 h 1890712"/>
              <a:gd name="connsiteX184" fmla="*/ 2481263 w 2543175"/>
              <a:gd name="connsiteY184" fmla="*/ 1795462 h 1890712"/>
              <a:gd name="connsiteX185" fmla="*/ 2486025 w 2543175"/>
              <a:gd name="connsiteY185" fmla="*/ 1802606 h 1890712"/>
              <a:gd name="connsiteX186" fmla="*/ 2493169 w 2543175"/>
              <a:gd name="connsiteY186" fmla="*/ 1807369 h 1890712"/>
              <a:gd name="connsiteX187" fmla="*/ 2495550 w 2543175"/>
              <a:gd name="connsiteY187" fmla="*/ 1816894 h 1890712"/>
              <a:gd name="connsiteX188" fmla="*/ 2497932 w 2543175"/>
              <a:gd name="connsiteY188" fmla="*/ 1824037 h 1890712"/>
              <a:gd name="connsiteX189" fmla="*/ 2514600 w 2543175"/>
              <a:gd name="connsiteY189" fmla="*/ 1850231 h 1890712"/>
              <a:gd name="connsiteX190" fmla="*/ 2519363 w 2543175"/>
              <a:gd name="connsiteY190" fmla="*/ 1857375 h 1890712"/>
              <a:gd name="connsiteX191" fmla="*/ 2540794 w 2543175"/>
              <a:gd name="connsiteY191" fmla="*/ 1883569 h 1890712"/>
              <a:gd name="connsiteX192" fmla="*/ 2543175 w 2543175"/>
              <a:gd name="connsiteY19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26382 w 2543175"/>
              <a:gd name="connsiteY114" fmla="*/ 1085850 h 1890712"/>
              <a:gd name="connsiteX115" fmla="*/ 1531144 w 2543175"/>
              <a:gd name="connsiteY115" fmla="*/ 1095375 h 1890712"/>
              <a:gd name="connsiteX116" fmla="*/ 1559719 w 2543175"/>
              <a:gd name="connsiteY116" fmla="*/ 1121569 h 1890712"/>
              <a:gd name="connsiteX117" fmla="*/ 1569244 w 2543175"/>
              <a:gd name="connsiteY117" fmla="*/ 1131094 h 1890712"/>
              <a:gd name="connsiteX118" fmla="*/ 1597819 w 2543175"/>
              <a:gd name="connsiteY118" fmla="*/ 1154906 h 1890712"/>
              <a:gd name="connsiteX119" fmla="*/ 1604963 w 2543175"/>
              <a:gd name="connsiteY119" fmla="*/ 1162050 h 1890712"/>
              <a:gd name="connsiteX120" fmla="*/ 1612107 w 2543175"/>
              <a:gd name="connsiteY120" fmla="*/ 1166812 h 1890712"/>
              <a:gd name="connsiteX121" fmla="*/ 1628775 w 2543175"/>
              <a:gd name="connsiteY121" fmla="*/ 1183481 h 1890712"/>
              <a:gd name="connsiteX122" fmla="*/ 1662113 w 2543175"/>
              <a:gd name="connsiteY122" fmla="*/ 1209675 h 1890712"/>
              <a:gd name="connsiteX123" fmla="*/ 1678782 w 2543175"/>
              <a:gd name="connsiteY123" fmla="*/ 1226344 h 1890712"/>
              <a:gd name="connsiteX124" fmla="*/ 1700213 w 2543175"/>
              <a:gd name="connsiteY124" fmla="*/ 1247775 h 1890712"/>
              <a:gd name="connsiteX125" fmla="*/ 1712119 w 2543175"/>
              <a:gd name="connsiteY125" fmla="*/ 1259681 h 1890712"/>
              <a:gd name="connsiteX126" fmla="*/ 1733550 w 2543175"/>
              <a:gd name="connsiteY126" fmla="*/ 1273969 h 1890712"/>
              <a:gd name="connsiteX127" fmla="*/ 1743075 w 2543175"/>
              <a:gd name="connsiteY127" fmla="*/ 1283494 h 1890712"/>
              <a:gd name="connsiteX128" fmla="*/ 1754982 w 2543175"/>
              <a:gd name="connsiteY128" fmla="*/ 1290637 h 1890712"/>
              <a:gd name="connsiteX129" fmla="*/ 1766888 w 2543175"/>
              <a:gd name="connsiteY129" fmla="*/ 1300162 h 1890712"/>
              <a:gd name="connsiteX130" fmla="*/ 1783557 w 2543175"/>
              <a:gd name="connsiteY130" fmla="*/ 1307306 h 1890712"/>
              <a:gd name="connsiteX131" fmla="*/ 1790700 w 2543175"/>
              <a:gd name="connsiteY131" fmla="*/ 1312069 h 1890712"/>
              <a:gd name="connsiteX132" fmla="*/ 1800225 w 2543175"/>
              <a:gd name="connsiteY132" fmla="*/ 1319212 h 1890712"/>
              <a:gd name="connsiteX133" fmla="*/ 1807369 w 2543175"/>
              <a:gd name="connsiteY133" fmla="*/ 1321594 h 1890712"/>
              <a:gd name="connsiteX134" fmla="*/ 1824038 w 2543175"/>
              <a:gd name="connsiteY134" fmla="*/ 1333500 h 1890712"/>
              <a:gd name="connsiteX135" fmla="*/ 1843088 w 2543175"/>
              <a:gd name="connsiteY135" fmla="*/ 1352550 h 1890712"/>
              <a:gd name="connsiteX136" fmla="*/ 1852613 w 2543175"/>
              <a:gd name="connsiteY136" fmla="*/ 1359694 h 1890712"/>
              <a:gd name="connsiteX137" fmla="*/ 1859757 w 2543175"/>
              <a:gd name="connsiteY137" fmla="*/ 1366837 h 1890712"/>
              <a:gd name="connsiteX138" fmla="*/ 1869282 w 2543175"/>
              <a:gd name="connsiteY138" fmla="*/ 1371600 h 1890712"/>
              <a:gd name="connsiteX139" fmla="*/ 1883569 w 2543175"/>
              <a:gd name="connsiteY139" fmla="*/ 1388269 h 1890712"/>
              <a:gd name="connsiteX140" fmla="*/ 1893094 w 2543175"/>
              <a:gd name="connsiteY140" fmla="*/ 1395412 h 1890712"/>
              <a:gd name="connsiteX141" fmla="*/ 1902619 w 2543175"/>
              <a:gd name="connsiteY141" fmla="*/ 1404937 h 1890712"/>
              <a:gd name="connsiteX142" fmla="*/ 1912144 w 2543175"/>
              <a:gd name="connsiteY142" fmla="*/ 1409700 h 1890712"/>
              <a:gd name="connsiteX143" fmla="*/ 1931194 w 2543175"/>
              <a:gd name="connsiteY143" fmla="*/ 1421606 h 1890712"/>
              <a:gd name="connsiteX144" fmla="*/ 1935957 w 2543175"/>
              <a:gd name="connsiteY144" fmla="*/ 1428750 h 1890712"/>
              <a:gd name="connsiteX145" fmla="*/ 1952625 w 2543175"/>
              <a:gd name="connsiteY145" fmla="*/ 1438275 h 1890712"/>
              <a:gd name="connsiteX146" fmla="*/ 1971675 w 2543175"/>
              <a:gd name="connsiteY146" fmla="*/ 1450181 h 1890712"/>
              <a:gd name="connsiteX147" fmla="*/ 1981200 w 2543175"/>
              <a:gd name="connsiteY147" fmla="*/ 1454944 h 1890712"/>
              <a:gd name="connsiteX148" fmla="*/ 1997869 w 2543175"/>
              <a:gd name="connsiteY148" fmla="*/ 1471612 h 1890712"/>
              <a:gd name="connsiteX149" fmla="*/ 2007394 w 2543175"/>
              <a:gd name="connsiteY149" fmla="*/ 1478756 h 1890712"/>
              <a:gd name="connsiteX150" fmla="*/ 2016919 w 2543175"/>
              <a:gd name="connsiteY150" fmla="*/ 1483519 h 1890712"/>
              <a:gd name="connsiteX151" fmla="*/ 2024063 w 2543175"/>
              <a:gd name="connsiteY151" fmla="*/ 1490662 h 1890712"/>
              <a:gd name="connsiteX152" fmla="*/ 2033588 w 2543175"/>
              <a:gd name="connsiteY152" fmla="*/ 1495425 h 1890712"/>
              <a:gd name="connsiteX153" fmla="*/ 2040732 w 2543175"/>
              <a:gd name="connsiteY153" fmla="*/ 1502569 h 1890712"/>
              <a:gd name="connsiteX154" fmla="*/ 2047875 w 2543175"/>
              <a:gd name="connsiteY154" fmla="*/ 1507331 h 1890712"/>
              <a:gd name="connsiteX155" fmla="*/ 2057400 w 2543175"/>
              <a:gd name="connsiteY155" fmla="*/ 1514475 h 1890712"/>
              <a:gd name="connsiteX156" fmla="*/ 2064544 w 2543175"/>
              <a:gd name="connsiteY156" fmla="*/ 1519237 h 1890712"/>
              <a:gd name="connsiteX157" fmla="*/ 2071688 w 2543175"/>
              <a:gd name="connsiteY157" fmla="*/ 1526381 h 1890712"/>
              <a:gd name="connsiteX158" fmla="*/ 2081213 w 2543175"/>
              <a:gd name="connsiteY158" fmla="*/ 1531144 h 1890712"/>
              <a:gd name="connsiteX159" fmla="*/ 2090738 w 2543175"/>
              <a:gd name="connsiteY159" fmla="*/ 1538287 h 1890712"/>
              <a:gd name="connsiteX160" fmla="*/ 2109788 w 2543175"/>
              <a:gd name="connsiteY160" fmla="*/ 1547812 h 1890712"/>
              <a:gd name="connsiteX161" fmla="*/ 2131219 w 2543175"/>
              <a:gd name="connsiteY161" fmla="*/ 1562100 h 1890712"/>
              <a:gd name="connsiteX162" fmla="*/ 2140744 w 2543175"/>
              <a:gd name="connsiteY162" fmla="*/ 1566862 h 1890712"/>
              <a:gd name="connsiteX163" fmla="*/ 2152650 w 2543175"/>
              <a:gd name="connsiteY163" fmla="*/ 1576387 h 1890712"/>
              <a:gd name="connsiteX164" fmla="*/ 2181225 w 2543175"/>
              <a:gd name="connsiteY164" fmla="*/ 1590675 h 1890712"/>
              <a:gd name="connsiteX165" fmla="*/ 2200275 w 2543175"/>
              <a:gd name="connsiteY165" fmla="*/ 1607344 h 1890712"/>
              <a:gd name="connsiteX166" fmla="*/ 2207419 w 2543175"/>
              <a:gd name="connsiteY166" fmla="*/ 1612106 h 1890712"/>
              <a:gd name="connsiteX167" fmla="*/ 2216944 w 2543175"/>
              <a:gd name="connsiteY167" fmla="*/ 1619250 h 1890712"/>
              <a:gd name="connsiteX168" fmla="*/ 2224088 w 2543175"/>
              <a:gd name="connsiteY168" fmla="*/ 1624012 h 1890712"/>
              <a:gd name="connsiteX169" fmla="*/ 2247900 w 2543175"/>
              <a:gd name="connsiteY169" fmla="*/ 1643062 h 1890712"/>
              <a:gd name="connsiteX170" fmla="*/ 2255044 w 2543175"/>
              <a:gd name="connsiteY170" fmla="*/ 1650206 h 1890712"/>
              <a:gd name="connsiteX171" fmla="*/ 2281238 w 2543175"/>
              <a:gd name="connsiteY171" fmla="*/ 1664494 h 1890712"/>
              <a:gd name="connsiteX172" fmla="*/ 2297907 w 2543175"/>
              <a:gd name="connsiteY172" fmla="*/ 1674019 h 1890712"/>
              <a:gd name="connsiteX173" fmla="*/ 2305050 w 2543175"/>
              <a:gd name="connsiteY173" fmla="*/ 1678781 h 1890712"/>
              <a:gd name="connsiteX174" fmla="*/ 2312194 w 2543175"/>
              <a:gd name="connsiteY174" fmla="*/ 1685925 h 1890712"/>
              <a:gd name="connsiteX175" fmla="*/ 2321719 w 2543175"/>
              <a:gd name="connsiteY175" fmla="*/ 1690687 h 1890712"/>
              <a:gd name="connsiteX176" fmla="*/ 2328863 w 2543175"/>
              <a:gd name="connsiteY176" fmla="*/ 1697831 h 1890712"/>
              <a:gd name="connsiteX177" fmla="*/ 2350294 w 2543175"/>
              <a:gd name="connsiteY177" fmla="*/ 1712119 h 1890712"/>
              <a:gd name="connsiteX178" fmla="*/ 2359819 w 2543175"/>
              <a:gd name="connsiteY178" fmla="*/ 1719262 h 1890712"/>
              <a:gd name="connsiteX179" fmla="*/ 2369344 w 2543175"/>
              <a:gd name="connsiteY179" fmla="*/ 1724025 h 1890712"/>
              <a:gd name="connsiteX180" fmla="*/ 2376488 w 2543175"/>
              <a:gd name="connsiteY180" fmla="*/ 1731169 h 1890712"/>
              <a:gd name="connsiteX181" fmla="*/ 2402682 w 2543175"/>
              <a:gd name="connsiteY181" fmla="*/ 1747837 h 1890712"/>
              <a:gd name="connsiteX182" fmla="*/ 2450307 w 2543175"/>
              <a:gd name="connsiteY182" fmla="*/ 1769269 h 1890712"/>
              <a:gd name="connsiteX183" fmla="*/ 2466975 w 2543175"/>
              <a:gd name="connsiteY183" fmla="*/ 1783556 h 1890712"/>
              <a:gd name="connsiteX184" fmla="*/ 2481263 w 2543175"/>
              <a:gd name="connsiteY184" fmla="*/ 1795462 h 1890712"/>
              <a:gd name="connsiteX185" fmla="*/ 2486025 w 2543175"/>
              <a:gd name="connsiteY185" fmla="*/ 1802606 h 1890712"/>
              <a:gd name="connsiteX186" fmla="*/ 2493169 w 2543175"/>
              <a:gd name="connsiteY186" fmla="*/ 1807369 h 1890712"/>
              <a:gd name="connsiteX187" fmla="*/ 2495550 w 2543175"/>
              <a:gd name="connsiteY187" fmla="*/ 1816894 h 1890712"/>
              <a:gd name="connsiteX188" fmla="*/ 2497932 w 2543175"/>
              <a:gd name="connsiteY188" fmla="*/ 1824037 h 1890712"/>
              <a:gd name="connsiteX189" fmla="*/ 2514600 w 2543175"/>
              <a:gd name="connsiteY189" fmla="*/ 1850231 h 1890712"/>
              <a:gd name="connsiteX190" fmla="*/ 2519363 w 2543175"/>
              <a:gd name="connsiteY190" fmla="*/ 1857375 h 1890712"/>
              <a:gd name="connsiteX191" fmla="*/ 2540794 w 2543175"/>
              <a:gd name="connsiteY191" fmla="*/ 1883569 h 1890712"/>
              <a:gd name="connsiteX192" fmla="*/ 2543175 w 2543175"/>
              <a:gd name="connsiteY19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26382 w 2543175"/>
              <a:gd name="connsiteY114" fmla="*/ 1085850 h 1890712"/>
              <a:gd name="connsiteX115" fmla="*/ 1559719 w 2543175"/>
              <a:gd name="connsiteY115" fmla="*/ 1121569 h 1890712"/>
              <a:gd name="connsiteX116" fmla="*/ 1569244 w 2543175"/>
              <a:gd name="connsiteY116" fmla="*/ 1131094 h 1890712"/>
              <a:gd name="connsiteX117" fmla="*/ 1597819 w 2543175"/>
              <a:gd name="connsiteY117" fmla="*/ 1154906 h 1890712"/>
              <a:gd name="connsiteX118" fmla="*/ 1604963 w 2543175"/>
              <a:gd name="connsiteY118" fmla="*/ 1162050 h 1890712"/>
              <a:gd name="connsiteX119" fmla="*/ 1612107 w 2543175"/>
              <a:gd name="connsiteY119" fmla="*/ 1166812 h 1890712"/>
              <a:gd name="connsiteX120" fmla="*/ 1628775 w 2543175"/>
              <a:gd name="connsiteY120" fmla="*/ 1183481 h 1890712"/>
              <a:gd name="connsiteX121" fmla="*/ 1662113 w 2543175"/>
              <a:gd name="connsiteY121" fmla="*/ 1209675 h 1890712"/>
              <a:gd name="connsiteX122" fmla="*/ 1678782 w 2543175"/>
              <a:gd name="connsiteY122" fmla="*/ 1226344 h 1890712"/>
              <a:gd name="connsiteX123" fmla="*/ 1700213 w 2543175"/>
              <a:gd name="connsiteY123" fmla="*/ 1247775 h 1890712"/>
              <a:gd name="connsiteX124" fmla="*/ 1712119 w 2543175"/>
              <a:gd name="connsiteY124" fmla="*/ 1259681 h 1890712"/>
              <a:gd name="connsiteX125" fmla="*/ 1733550 w 2543175"/>
              <a:gd name="connsiteY125" fmla="*/ 1273969 h 1890712"/>
              <a:gd name="connsiteX126" fmla="*/ 1743075 w 2543175"/>
              <a:gd name="connsiteY126" fmla="*/ 1283494 h 1890712"/>
              <a:gd name="connsiteX127" fmla="*/ 1754982 w 2543175"/>
              <a:gd name="connsiteY127" fmla="*/ 1290637 h 1890712"/>
              <a:gd name="connsiteX128" fmla="*/ 1766888 w 2543175"/>
              <a:gd name="connsiteY128" fmla="*/ 1300162 h 1890712"/>
              <a:gd name="connsiteX129" fmla="*/ 1783557 w 2543175"/>
              <a:gd name="connsiteY129" fmla="*/ 1307306 h 1890712"/>
              <a:gd name="connsiteX130" fmla="*/ 1790700 w 2543175"/>
              <a:gd name="connsiteY130" fmla="*/ 1312069 h 1890712"/>
              <a:gd name="connsiteX131" fmla="*/ 1800225 w 2543175"/>
              <a:gd name="connsiteY131" fmla="*/ 1319212 h 1890712"/>
              <a:gd name="connsiteX132" fmla="*/ 1807369 w 2543175"/>
              <a:gd name="connsiteY132" fmla="*/ 1321594 h 1890712"/>
              <a:gd name="connsiteX133" fmla="*/ 1824038 w 2543175"/>
              <a:gd name="connsiteY133" fmla="*/ 1333500 h 1890712"/>
              <a:gd name="connsiteX134" fmla="*/ 1843088 w 2543175"/>
              <a:gd name="connsiteY134" fmla="*/ 1352550 h 1890712"/>
              <a:gd name="connsiteX135" fmla="*/ 1852613 w 2543175"/>
              <a:gd name="connsiteY135" fmla="*/ 1359694 h 1890712"/>
              <a:gd name="connsiteX136" fmla="*/ 1859757 w 2543175"/>
              <a:gd name="connsiteY136" fmla="*/ 1366837 h 1890712"/>
              <a:gd name="connsiteX137" fmla="*/ 1869282 w 2543175"/>
              <a:gd name="connsiteY137" fmla="*/ 1371600 h 1890712"/>
              <a:gd name="connsiteX138" fmla="*/ 1883569 w 2543175"/>
              <a:gd name="connsiteY138" fmla="*/ 1388269 h 1890712"/>
              <a:gd name="connsiteX139" fmla="*/ 1893094 w 2543175"/>
              <a:gd name="connsiteY139" fmla="*/ 1395412 h 1890712"/>
              <a:gd name="connsiteX140" fmla="*/ 1902619 w 2543175"/>
              <a:gd name="connsiteY140" fmla="*/ 1404937 h 1890712"/>
              <a:gd name="connsiteX141" fmla="*/ 1912144 w 2543175"/>
              <a:gd name="connsiteY141" fmla="*/ 1409700 h 1890712"/>
              <a:gd name="connsiteX142" fmla="*/ 1931194 w 2543175"/>
              <a:gd name="connsiteY142" fmla="*/ 1421606 h 1890712"/>
              <a:gd name="connsiteX143" fmla="*/ 1935957 w 2543175"/>
              <a:gd name="connsiteY143" fmla="*/ 1428750 h 1890712"/>
              <a:gd name="connsiteX144" fmla="*/ 1952625 w 2543175"/>
              <a:gd name="connsiteY144" fmla="*/ 1438275 h 1890712"/>
              <a:gd name="connsiteX145" fmla="*/ 1971675 w 2543175"/>
              <a:gd name="connsiteY145" fmla="*/ 1450181 h 1890712"/>
              <a:gd name="connsiteX146" fmla="*/ 1981200 w 2543175"/>
              <a:gd name="connsiteY146" fmla="*/ 1454944 h 1890712"/>
              <a:gd name="connsiteX147" fmla="*/ 1997869 w 2543175"/>
              <a:gd name="connsiteY147" fmla="*/ 1471612 h 1890712"/>
              <a:gd name="connsiteX148" fmla="*/ 2007394 w 2543175"/>
              <a:gd name="connsiteY148" fmla="*/ 1478756 h 1890712"/>
              <a:gd name="connsiteX149" fmla="*/ 2016919 w 2543175"/>
              <a:gd name="connsiteY149" fmla="*/ 1483519 h 1890712"/>
              <a:gd name="connsiteX150" fmla="*/ 2024063 w 2543175"/>
              <a:gd name="connsiteY150" fmla="*/ 1490662 h 1890712"/>
              <a:gd name="connsiteX151" fmla="*/ 2033588 w 2543175"/>
              <a:gd name="connsiteY151" fmla="*/ 1495425 h 1890712"/>
              <a:gd name="connsiteX152" fmla="*/ 2040732 w 2543175"/>
              <a:gd name="connsiteY152" fmla="*/ 1502569 h 1890712"/>
              <a:gd name="connsiteX153" fmla="*/ 2047875 w 2543175"/>
              <a:gd name="connsiteY153" fmla="*/ 1507331 h 1890712"/>
              <a:gd name="connsiteX154" fmla="*/ 2057400 w 2543175"/>
              <a:gd name="connsiteY154" fmla="*/ 1514475 h 1890712"/>
              <a:gd name="connsiteX155" fmla="*/ 2064544 w 2543175"/>
              <a:gd name="connsiteY155" fmla="*/ 1519237 h 1890712"/>
              <a:gd name="connsiteX156" fmla="*/ 2071688 w 2543175"/>
              <a:gd name="connsiteY156" fmla="*/ 1526381 h 1890712"/>
              <a:gd name="connsiteX157" fmla="*/ 2081213 w 2543175"/>
              <a:gd name="connsiteY157" fmla="*/ 1531144 h 1890712"/>
              <a:gd name="connsiteX158" fmla="*/ 2090738 w 2543175"/>
              <a:gd name="connsiteY158" fmla="*/ 1538287 h 1890712"/>
              <a:gd name="connsiteX159" fmla="*/ 2109788 w 2543175"/>
              <a:gd name="connsiteY159" fmla="*/ 1547812 h 1890712"/>
              <a:gd name="connsiteX160" fmla="*/ 2131219 w 2543175"/>
              <a:gd name="connsiteY160" fmla="*/ 1562100 h 1890712"/>
              <a:gd name="connsiteX161" fmla="*/ 2140744 w 2543175"/>
              <a:gd name="connsiteY161" fmla="*/ 1566862 h 1890712"/>
              <a:gd name="connsiteX162" fmla="*/ 2152650 w 2543175"/>
              <a:gd name="connsiteY162" fmla="*/ 1576387 h 1890712"/>
              <a:gd name="connsiteX163" fmla="*/ 2181225 w 2543175"/>
              <a:gd name="connsiteY163" fmla="*/ 1590675 h 1890712"/>
              <a:gd name="connsiteX164" fmla="*/ 2200275 w 2543175"/>
              <a:gd name="connsiteY164" fmla="*/ 1607344 h 1890712"/>
              <a:gd name="connsiteX165" fmla="*/ 2207419 w 2543175"/>
              <a:gd name="connsiteY165" fmla="*/ 1612106 h 1890712"/>
              <a:gd name="connsiteX166" fmla="*/ 2216944 w 2543175"/>
              <a:gd name="connsiteY166" fmla="*/ 1619250 h 1890712"/>
              <a:gd name="connsiteX167" fmla="*/ 2224088 w 2543175"/>
              <a:gd name="connsiteY167" fmla="*/ 1624012 h 1890712"/>
              <a:gd name="connsiteX168" fmla="*/ 2247900 w 2543175"/>
              <a:gd name="connsiteY168" fmla="*/ 1643062 h 1890712"/>
              <a:gd name="connsiteX169" fmla="*/ 2255044 w 2543175"/>
              <a:gd name="connsiteY169" fmla="*/ 1650206 h 1890712"/>
              <a:gd name="connsiteX170" fmla="*/ 2281238 w 2543175"/>
              <a:gd name="connsiteY170" fmla="*/ 1664494 h 1890712"/>
              <a:gd name="connsiteX171" fmla="*/ 2297907 w 2543175"/>
              <a:gd name="connsiteY171" fmla="*/ 1674019 h 1890712"/>
              <a:gd name="connsiteX172" fmla="*/ 2305050 w 2543175"/>
              <a:gd name="connsiteY172" fmla="*/ 1678781 h 1890712"/>
              <a:gd name="connsiteX173" fmla="*/ 2312194 w 2543175"/>
              <a:gd name="connsiteY173" fmla="*/ 1685925 h 1890712"/>
              <a:gd name="connsiteX174" fmla="*/ 2321719 w 2543175"/>
              <a:gd name="connsiteY174" fmla="*/ 1690687 h 1890712"/>
              <a:gd name="connsiteX175" fmla="*/ 2328863 w 2543175"/>
              <a:gd name="connsiteY175" fmla="*/ 1697831 h 1890712"/>
              <a:gd name="connsiteX176" fmla="*/ 2350294 w 2543175"/>
              <a:gd name="connsiteY176" fmla="*/ 1712119 h 1890712"/>
              <a:gd name="connsiteX177" fmla="*/ 2359819 w 2543175"/>
              <a:gd name="connsiteY177" fmla="*/ 1719262 h 1890712"/>
              <a:gd name="connsiteX178" fmla="*/ 2369344 w 2543175"/>
              <a:gd name="connsiteY178" fmla="*/ 1724025 h 1890712"/>
              <a:gd name="connsiteX179" fmla="*/ 2376488 w 2543175"/>
              <a:gd name="connsiteY179" fmla="*/ 1731169 h 1890712"/>
              <a:gd name="connsiteX180" fmla="*/ 2402682 w 2543175"/>
              <a:gd name="connsiteY180" fmla="*/ 1747837 h 1890712"/>
              <a:gd name="connsiteX181" fmla="*/ 2450307 w 2543175"/>
              <a:gd name="connsiteY181" fmla="*/ 1769269 h 1890712"/>
              <a:gd name="connsiteX182" fmla="*/ 2466975 w 2543175"/>
              <a:gd name="connsiteY182" fmla="*/ 1783556 h 1890712"/>
              <a:gd name="connsiteX183" fmla="*/ 2481263 w 2543175"/>
              <a:gd name="connsiteY183" fmla="*/ 1795462 h 1890712"/>
              <a:gd name="connsiteX184" fmla="*/ 2486025 w 2543175"/>
              <a:gd name="connsiteY184" fmla="*/ 1802606 h 1890712"/>
              <a:gd name="connsiteX185" fmla="*/ 2493169 w 2543175"/>
              <a:gd name="connsiteY185" fmla="*/ 1807369 h 1890712"/>
              <a:gd name="connsiteX186" fmla="*/ 2495550 w 2543175"/>
              <a:gd name="connsiteY186" fmla="*/ 1816894 h 1890712"/>
              <a:gd name="connsiteX187" fmla="*/ 2497932 w 2543175"/>
              <a:gd name="connsiteY187" fmla="*/ 1824037 h 1890712"/>
              <a:gd name="connsiteX188" fmla="*/ 2514600 w 2543175"/>
              <a:gd name="connsiteY188" fmla="*/ 1850231 h 1890712"/>
              <a:gd name="connsiteX189" fmla="*/ 2519363 w 2543175"/>
              <a:gd name="connsiteY189" fmla="*/ 1857375 h 1890712"/>
              <a:gd name="connsiteX190" fmla="*/ 2540794 w 2543175"/>
              <a:gd name="connsiteY190" fmla="*/ 1883569 h 1890712"/>
              <a:gd name="connsiteX191" fmla="*/ 2543175 w 2543175"/>
              <a:gd name="connsiteY191"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59719 w 2543175"/>
              <a:gd name="connsiteY114" fmla="*/ 1121569 h 1890712"/>
              <a:gd name="connsiteX115" fmla="*/ 1569244 w 2543175"/>
              <a:gd name="connsiteY115" fmla="*/ 1131094 h 1890712"/>
              <a:gd name="connsiteX116" fmla="*/ 1597819 w 2543175"/>
              <a:gd name="connsiteY116" fmla="*/ 1154906 h 1890712"/>
              <a:gd name="connsiteX117" fmla="*/ 1604963 w 2543175"/>
              <a:gd name="connsiteY117" fmla="*/ 1162050 h 1890712"/>
              <a:gd name="connsiteX118" fmla="*/ 1612107 w 2543175"/>
              <a:gd name="connsiteY118" fmla="*/ 1166812 h 1890712"/>
              <a:gd name="connsiteX119" fmla="*/ 1628775 w 2543175"/>
              <a:gd name="connsiteY119" fmla="*/ 1183481 h 1890712"/>
              <a:gd name="connsiteX120" fmla="*/ 1662113 w 2543175"/>
              <a:gd name="connsiteY120" fmla="*/ 1209675 h 1890712"/>
              <a:gd name="connsiteX121" fmla="*/ 1678782 w 2543175"/>
              <a:gd name="connsiteY121" fmla="*/ 1226344 h 1890712"/>
              <a:gd name="connsiteX122" fmla="*/ 1700213 w 2543175"/>
              <a:gd name="connsiteY122" fmla="*/ 1247775 h 1890712"/>
              <a:gd name="connsiteX123" fmla="*/ 1712119 w 2543175"/>
              <a:gd name="connsiteY123" fmla="*/ 1259681 h 1890712"/>
              <a:gd name="connsiteX124" fmla="*/ 1733550 w 2543175"/>
              <a:gd name="connsiteY124" fmla="*/ 1273969 h 1890712"/>
              <a:gd name="connsiteX125" fmla="*/ 1743075 w 2543175"/>
              <a:gd name="connsiteY125" fmla="*/ 1283494 h 1890712"/>
              <a:gd name="connsiteX126" fmla="*/ 1754982 w 2543175"/>
              <a:gd name="connsiteY126" fmla="*/ 1290637 h 1890712"/>
              <a:gd name="connsiteX127" fmla="*/ 1766888 w 2543175"/>
              <a:gd name="connsiteY127" fmla="*/ 1300162 h 1890712"/>
              <a:gd name="connsiteX128" fmla="*/ 1783557 w 2543175"/>
              <a:gd name="connsiteY128" fmla="*/ 1307306 h 1890712"/>
              <a:gd name="connsiteX129" fmla="*/ 1790700 w 2543175"/>
              <a:gd name="connsiteY129" fmla="*/ 1312069 h 1890712"/>
              <a:gd name="connsiteX130" fmla="*/ 1800225 w 2543175"/>
              <a:gd name="connsiteY130" fmla="*/ 1319212 h 1890712"/>
              <a:gd name="connsiteX131" fmla="*/ 1807369 w 2543175"/>
              <a:gd name="connsiteY131" fmla="*/ 1321594 h 1890712"/>
              <a:gd name="connsiteX132" fmla="*/ 1824038 w 2543175"/>
              <a:gd name="connsiteY132" fmla="*/ 1333500 h 1890712"/>
              <a:gd name="connsiteX133" fmla="*/ 1843088 w 2543175"/>
              <a:gd name="connsiteY133" fmla="*/ 1352550 h 1890712"/>
              <a:gd name="connsiteX134" fmla="*/ 1852613 w 2543175"/>
              <a:gd name="connsiteY134" fmla="*/ 1359694 h 1890712"/>
              <a:gd name="connsiteX135" fmla="*/ 1859757 w 2543175"/>
              <a:gd name="connsiteY135" fmla="*/ 1366837 h 1890712"/>
              <a:gd name="connsiteX136" fmla="*/ 1869282 w 2543175"/>
              <a:gd name="connsiteY136" fmla="*/ 1371600 h 1890712"/>
              <a:gd name="connsiteX137" fmla="*/ 1883569 w 2543175"/>
              <a:gd name="connsiteY137" fmla="*/ 1388269 h 1890712"/>
              <a:gd name="connsiteX138" fmla="*/ 1893094 w 2543175"/>
              <a:gd name="connsiteY138" fmla="*/ 1395412 h 1890712"/>
              <a:gd name="connsiteX139" fmla="*/ 1902619 w 2543175"/>
              <a:gd name="connsiteY139" fmla="*/ 1404937 h 1890712"/>
              <a:gd name="connsiteX140" fmla="*/ 1912144 w 2543175"/>
              <a:gd name="connsiteY140" fmla="*/ 1409700 h 1890712"/>
              <a:gd name="connsiteX141" fmla="*/ 1931194 w 2543175"/>
              <a:gd name="connsiteY141" fmla="*/ 1421606 h 1890712"/>
              <a:gd name="connsiteX142" fmla="*/ 1935957 w 2543175"/>
              <a:gd name="connsiteY142" fmla="*/ 1428750 h 1890712"/>
              <a:gd name="connsiteX143" fmla="*/ 1952625 w 2543175"/>
              <a:gd name="connsiteY143" fmla="*/ 1438275 h 1890712"/>
              <a:gd name="connsiteX144" fmla="*/ 1971675 w 2543175"/>
              <a:gd name="connsiteY144" fmla="*/ 1450181 h 1890712"/>
              <a:gd name="connsiteX145" fmla="*/ 1981200 w 2543175"/>
              <a:gd name="connsiteY145" fmla="*/ 1454944 h 1890712"/>
              <a:gd name="connsiteX146" fmla="*/ 1997869 w 2543175"/>
              <a:gd name="connsiteY146" fmla="*/ 1471612 h 1890712"/>
              <a:gd name="connsiteX147" fmla="*/ 2007394 w 2543175"/>
              <a:gd name="connsiteY147" fmla="*/ 1478756 h 1890712"/>
              <a:gd name="connsiteX148" fmla="*/ 2016919 w 2543175"/>
              <a:gd name="connsiteY148" fmla="*/ 1483519 h 1890712"/>
              <a:gd name="connsiteX149" fmla="*/ 2024063 w 2543175"/>
              <a:gd name="connsiteY149" fmla="*/ 1490662 h 1890712"/>
              <a:gd name="connsiteX150" fmla="*/ 2033588 w 2543175"/>
              <a:gd name="connsiteY150" fmla="*/ 1495425 h 1890712"/>
              <a:gd name="connsiteX151" fmla="*/ 2040732 w 2543175"/>
              <a:gd name="connsiteY151" fmla="*/ 1502569 h 1890712"/>
              <a:gd name="connsiteX152" fmla="*/ 2047875 w 2543175"/>
              <a:gd name="connsiteY152" fmla="*/ 1507331 h 1890712"/>
              <a:gd name="connsiteX153" fmla="*/ 2057400 w 2543175"/>
              <a:gd name="connsiteY153" fmla="*/ 1514475 h 1890712"/>
              <a:gd name="connsiteX154" fmla="*/ 2064544 w 2543175"/>
              <a:gd name="connsiteY154" fmla="*/ 1519237 h 1890712"/>
              <a:gd name="connsiteX155" fmla="*/ 2071688 w 2543175"/>
              <a:gd name="connsiteY155" fmla="*/ 1526381 h 1890712"/>
              <a:gd name="connsiteX156" fmla="*/ 2081213 w 2543175"/>
              <a:gd name="connsiteY156" fmla="*/ 1531144 h 1890712"/>
              <a:gd name="connsiteX157" fmla="*/ 2090738 w 2543175"/>
              <a:gd name="connsiteY157" fmla="*/ 1538287 h 1890712"/>
              <a:gd name="connsiteX158" fmla="*/ 2109788 w 2543175"/>
              <a:gd name="connsiteY158" fmla="*/ 1547812 h 1890712"/>
              <a:gd name="connsiteX159" fmla="*/ 2131219 w 2543175"/>
              <a:gd name="connsiteY159" fmla="*/ 1562100 h 1890712"/>
              <a:gd name="connsiteX160" fmla="*/ 2140744 w 2543175"/>
              <a:gd name="connsiteY160" fmla="*/ 1566862 h 1890712"/>
              <a:gd name="connsiteX161" fmla="*/ 2152650 w 2543175"/>
              <a:gd name="connsiteY161" fmla="*/ 1576387 h 1890712"/>
              <a:gd name="connsiteX162" fmla="*/ 2181225 w 2543175"/>
              <a:gd name="connsiteY162" fmla="*/ 1590675 h 1890712"/>
              <a:gd name="connsiteX163" fmla="*/ 2200275 w 2543175"/>
              <a:gd name="connsiteY163" fmla="*/ 1607344 h 1890712"/>
              <a:gd name="connsiteX164" fmla="*/ 2207419 w 2543175"/>
              <a:gd name="connsiteY164" fmla="*/ 1612106 h 1890712"/>
              <a:gd name="connsiteX165" fmla="*/ 2216944 w 2543175"/>
              <a:gd name="connsiteY165" fmla="*/ 1619250 h 1890712"/>
              <a:gd name="connsiteX166" fmla="*/ 2224088 w 2543175"/>
              <a:gd name="connsiteY166" fmla="*/ 1624012 h 1890712"/>
              <a:gd name="connsiteX167" fmla="*/ 2247900 w 2543175"/>
              <a:gd name="connsiteY167" fmla="*/ 1643062 h 1890712"/>
              <a:gd name="connsiteX168" fmla="*/ 2255044 w 2543175"/>
              <a:gd name="connsiteY168" fmla="*/ 1650206 h 1890712"/>
              <a:gd name="connsiteX169" fmla="*/ 2281238 w 2543175"/>
              <a:gd name="connsiteY169" fmla="*/ 1664494 h 1890712"/>
              <a:gd name="connsiteX170" fmla="*/ 2297907 w 2543175"/>
              <a:gd name="connsiteY170" fmla="*/ 1674019 h 1890712"/>
              <a:gd name="connsiteX171" fmla="*/ 2305050 w 2543175"/>
              <a:gd name="connsiteY171" fmla="*/ 1678781 h 1890712"/>
              <a:gd name="connsiteX172" fmla="*/ 2312194 w 2543175"/>
              <a:gd name="connsiteY172" fmla="*/ 1685925 h 1890712"/>
              <a:gd name="connsiteX173" fmla="*/ 2321719 w 2543175"/>
              <a:gd name="connsiteY173" fmla="*/ 1690687 h 1890712"/>
              <a:gd name="connsiteX174" fmla="*/ 2328863 w 2543175"/>
              <a:gd name="connsiteY174" fmla="*/ 1697831 h 1890712"/>
              <a:gd name="connsiteX175" fmla="*/ 2350294 w 2543175"/>
              <a:gd name="connsiteY175" fmla="*/ 1712119 h 1890712"/>
              <a:gd name="connsiteX176" fmla="*/ 2359819 w 2543175"/>
              <a:gd name="connsiteY176" fmla="*/ 1719262 h 1890712"/>
              <a:gd name="connsiteX177" fmla="*/ 2369344 w 2543175"/>
              <a:gd name="connsiteY177" fmla="*/ 1724025 h 1890712"/>
              <a:gd name="connsiteX178" fmla="*/ 2376488 w 2543175"/>
              <a:gd name="connsiteY178" fmla="*/ 1731169 h 1890712"/>
              <a:gd name="connsiteX179" fmla="*/ 2402682 w 2543175"/>
              <a:gd name="connsiteY179" fmla="*/ 1747837 h 1890712"/>
              <a:gd name="connsiteX180" fmla="*/ 2450307 w 2543175"/>
              <a:gd name="connsiteY180" fmla="*/ 1769269 h 1890712"/>
              <a:gd name="connsiteX181" fmla="*/ 2466975 w 2543175"/>
              <a:gd name="connsiteY181" fmla="*/ 1783556 h 1890712"/>
              <a:gd name="connsiteX182" fmla="*/ 2481263 w 2543175"/>
              <a:gd name="connsiteY182" fmla="*/ 1795462 h 1890712"/>
              <a:gd name="connsiteX183" fmla="*/ 2486025 w 2543175"/>
              <a:gd name="connsiteY183" fmla="*/ 1802606 h 1890712"/>
              <a:gd name="connsiteX184" fmla="*/ 2493169 w 2543175"/>
              <a:gd name="connsiteY184" fmla="*/ 1807369 h 1890712"/>
              <a:gd name="connsiteX185" fmla="*/ 2495550 w 2543175"/>
              <a:gd name="connsiteY185" fmla="*/ 1816894 h 1890712"/>
              <a:gd name="connsiteX186" fmla="*/ 2497932 w 2543175"/>
              <a:gd name="connsiteY186" fmla="*/ 1824037 h 1890712"/>
              <a:gd name="connsiteX187" fmla="*/ 2514600 w 2543175"/>
              <a:gd name="connsiteY187" fmla="*/ 1850231 h 1890712"/>
              <a:gd name="connsiteX188" fmla="*/ 2519363 w 2543175"/>
              <a:gd name="connsiteY188" fmla="*/ 1857375 h 1890712"/>
              <a:gd name="connsiteX189" fmla="*/ 2540794 w 2543175"/>
              <a:gd name="connsiteY189" fmla="*/ 1883569 h 1890712"/>
              <a:gd name="connsiteX190" fmla="*/ 2543175 w 2543175"/>
              <a:gd name="connsiteY19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59719 w 2543175"/>
              <a:gd name="connsiteY114" fmla="*/ 1121569 h 1890712"/>
              <a:gd name="connsiteX115" fmla="*/ 1550194 w 2543175"/>
              <a:gd name="connsiteY115" fmla="*/ 1135856 h 1890712"/>
              <a:gd name="connsiteX116" fmla="*/ 1597819 w 2543175"/>
              <a:gd name="connsiteY116" fmla="*/ 1154906 h 1890712"/>
              <a:gd name="connsiteX117" fmla="*/ 1604963 w 2543175"/>
              <a:gd name="connsiteY117" fmla="*/ 1162050 h 1890712"/>
              <a:gd name="connsiteX118" fmla="*/ 1612107 w 2543175"/>
              <a:gd name="connsiteY118" fmla="*/ 1166812 h 1890712"/>
              <a:gd name="connsiteX119" fmla="*/ 1628775 w 2543175"/>
              <a:gd name="connsiteY119" fmla="*/ 1183481 h 1890712"/>
              <a:gd name="connsiteX120" fmla="*/ 1662113 w 2543175"/>
              <a:gd name="connsiteY120" fmla="*/ 1209675 h 1890712"/>
              <a:gd name="connsiteX121" fmla="*/ 1678782 w 2543175"/>
              <a:gd name="connsiteY121" fmla="*/ 1226344 h 1890712"/>
              <a:gd name="connsiteX122" fmla="*/ 1700213 w 2543175"/>
              <a:gd name="connsiteY122" fmla="*/ 1247775 h 1890712"/>
              <a:gd name="connsiteX123" fmla="*/ 1712119 w 2543175"/>
              <a:gd name="connsiteY123" fmla="*/ 1259681 h 1890712"/>
              <a:gd name="connsiteX124" fmla="*/ 1733550 w 2543175"/>
              <a:gd name="connsiteY124" fmla="*/ 1273969 h 1890712"/>
              <a:gd name="connsiteX125" fmla="*/ 1743075 w 2543175"/>
              <a:gd name="connsiteY125" fmla="*/ 1283494 h 1890712"/>
              <a:gd name="connsiteX126" fmla="*/ 1754982 w 2543175"/>
              <a:gd name="connsiteY126" fmla="*/ 1290637 h 1890712"/>
              <a:gd name="connsiteX127" fmla="*/ 1766888 w 2543175"/>
              <a:gd name="connsiteY127" fmla="*/ 1300162 h 1890712"/>
              <a:gd name="connsiteX128" fmla="*/ 1783557 w 2543175"/>
              <a:gd name="connsiteY128" fmla="*/ 1307306 h 1890712"/>
              <a:gd name="connsiteX129" fmla="*/ 1790700 w 2543175"/>
              <a:gd name="connsiteY129" fmla="*/ 1312069 h 1890712"/>
              <a:gd name="connsiteX130" fmla="*/ 1800225 w 2543175"/>
              <a:gd name="connsiteY130" fmla="*/ 1319212 h 1890712"/>
              <a:gd name="connsiteX131" fmla="*/ 1807369 w 2543175"/>
              <a:gd name="connsiteY131" fmla="*/ 1321594 h 1890712"/>
              <a:gd name="connsiteX132" fmla="*/ 1824038 w 2543175"/>
              <a:gd name="connsiteY132" fmla="*/ 1333500 h 1890712"/>
              <a:gd name="connsiteX133" fmla="*/ 1843088 w 2543175"/>
              <a:gd name="connsiteY133" fmla="*/ 1352550 h 1890712"/>
              <a:gd name="connsiteX134" fmla="*/ 1852613 w 2543175"/>
              <a:gd name="connsiteY134" fmla="*/ 1359694 h 1890712"/>
              <a:gd name="connsiteX135" fmla="*/ 1859757 w 2543175"/>
              <a:gd name="connsiteY135" fmla="*/ 1366837 h 1890712"/>
              <a:gd name="connsiteX136" fmla="*/ 1869282 w 2543175"/>
              <a:gd name="connsiteY136" fmla="*/ 1371600 h 1890712"/>
              <a:gd name="connsiteX137" fmla="*/ 1883569 w 2543175"/>
              <a:gd name="connsiteY137" fmla="*/ 1388269 h 1890712"/>
              <a:gd name="connsiteX138" fmla="*/ 1893094 w 2543175"/>
              <a:gd name="connsiteY138" fmla="*/ 1395412 h 1890712"/>
              <a:gd name="connsiteX139" fmla="*/ 1902619 w 2543175"/>
              <a:gd name="connsiteY139" fmla="*/ 1404937 h 1890712"/>
              <a:gd name="connsiteX140" fmla="*/ 1912144 w 2543175"/>
              <a:gd name="connsiteY140" fmla="*/ 1409700 h 1890712"/>
              <a:gd name="connsiteX141" fmla="*/ 1931194 w 2543175"/>
              <a:gd name="connsiteY141" fmla="*/ 1421606 h 1890712"/>
              <a:gd name="connsiteX142" fmla="*/ 1935957 w 2543175"/>
              <a:gd name="connsiteY142" fmla="*/ 1428750 h 1890712"/>
              <a:gd name="connsiteX143" fmla="*/ 1952625 w 2543175"/>
              <a:gd name="connsiteY143" fmla="*/ 1438275 h 1890712"/>
              <a:gd name="connsiteX144" fmla="*/ 1971675 w 2543175"/>
              <a:gd name="connsiteY144" fmla="*/ 1450181 h 1890712"/>
              <a:gd name="connsiteX145" fmla="*/ 1981200 w 2543175"/>
              <a:gd name="connsiteY145" fmla="*/ 1454944 h 1890712"/>
              <a:gd name="connsiteX146" fmla="*/ 1997869 w 2543175"/>
              <a:gd name="connsiteY146" fmla="*/ 1471612 h 1890712"/>
              <a:gd name="connsiteX147" fmla="*/ 2007394 w 2543175"/>
              <a:gd name="connsiteY147" fmla="*/ 1478756 h 1890712"/>
              <a:gd name="connsiteX148" fmla="*/ 2016919 w 2543175"/>
              <a:gd name="connsiteY148" fmla="*/ 1483519 h 1890712"/>
              <a:gd name="connsiteX149" fmla="*/ 2024063 w 2543175"/>
              <a:gd name="connsiteY149" fmla="*/ 1490662 h 1890712"/>
              <a:gd name="connsiteX150" fmla="*/ 2033588 w 2543175"/>
              <a:gd name="connsiteY150" fmla="*/ 1495425 h 1890712"/>
              <a:gd name="connsiteX151" fmla="*/ 2040732 w 2543175"/>
              <a:gd name="connsiteY151" fmla="*/ 1502569 h 1890712"/>
              <a:gd name="connsiteX152" fmla="*/ 2047875 w 2543175"/>
              <a:gd name="connsiteY152" fmla="*/ 1507331 h 1890712"/>
              <a:gd name="connsiteX153" fmla="*/ 2057400 w 2543175"/>
              <a:gd name="connsiteY153" fmla="*/ 1514475 h 1890712"/>
              <a:gd name="connsiteX154" fmla="*/ 2064544 w 2543175"/>
              <a:gd name="connsiteY154" fmla="*/ 1519237 h 1890712"/>
              <a:gd name="connsiteX155" fmla="*/ 2071688 w 2543175"/>
              <a:gd name="connsiteY155" fmla="*/ 1526381 h 1890712"/>
              <a:gd name="connsiteX156" fmla="*/ 2081213 w 2543175"/>
              <a:gd name="connsiteY156" fmla="*/ 1531144 h 1890712"/>
              <a:gd name="connsiteX157" fmla="*/ 2090738 w 2543175"/>
              <a:gd name="connsiteY157" fmla="*/ 1538287 h 1890712"/>
              <a:gd name="connsiteX158" fmla="*/ 2109788 w 2543175"/>
              <a:gd name="connsiteY158" fmla="*/ 1547812 h 1890712"/>
              <a:gd name="connsiteX159" fmla="*/ 2131219 w 2543175"/>
              <a:gd name="connsiteY159" fmla="*/ 1562100 h 1890712"/>
              <a:gd name="connsiteX160" fmla="*/ 2140744 w 2543175"/>
              <a:gd name="connsiteY160" fmla="*/ 1566862 h 1890712"/>
              <a:gd name="connsiteX161" fmla="*/ 2152650 w 2543175"/>
              <a:gd name="connsiteY161" fmla="*/ 1576387 h 1890712"/>
              <a:gd name="connsiteX162" fmla="*/ 2181225 w 2543175"/>
              <a:gd name="connsiteY162" fmla="*/ 1590675 h 1890712"/>
              <a:gd name="connsiteX163" fmla="*/ 2200275 w 2543175"/>
              <a:gd name="connsiteY163" fmla="*/ 1607344 h 1890712"/>
              <a:gd name="connsiteX164" fmla="*/ 2207419 w 2543175"/>
              <a:gd name="connsiteY164" fmla="*/ 1612106 h 1890712"/>
              <a:gd name="connsiteX165" fmla="*/ 2216944 w 2543175"/>
              <a:gd name="connsiteY165" fmla="*/ 1619250 h 1890712"/>
              <a:gd name="connsiteX166" fmla="*/ 2224088 w 2543175"/>
              <a:gd name="connsiteY166" fmla="*/ 1624012 h 1890712"/>
              <a:gd name="connsiteX167" fmla="*/ 2247900 w 2543175"/>
              <a:gd name="connsiteY167" fmla="*/ 1643062 h 1890712"/>
              <a:gd name="connsiteX168" fmla="*/ 2255044 w 2543175"/>
              <a:gd name="connsiteY168" fmla="*/ 1650206 h 1890712"/>
              <a:gd name="connsiteX169" fmla="*/ 2281238 w 2543175"/>
              <a:gd name="connsiteY169" fmla="*/ 1664494 h 1890712"/>
              <a:gd name="connsiteX170" fmla="*/ 2297907 w 2543175"/>
              <a:gd name="connsiteY170" fmla="*/ 1674019 h 1890712"/>
              <a:gd name="connsiteX171" fmla="*/ 2305050 w 2543175"/>
              <a:gd name="connsiteY171" fmla="*/ 1678781 h 1890712"/>
              <a:gd name="connsiteX172" fmla="*/ 2312194 w 2543175"/>
              <a:gd name="connsiteY172" fmla="*/ 1685925 h 1890712"/>
              <a:gd name="connsiteX173" fmla="*/ 2321719 w 2543175"/>
              <a:gd name="connsiteY173" fmla="*/ 1690687 h 1890712"/>
              <a:gd name="connsiteX174" fmla="*/ 2328863 w 2543175"/>
              <a:gd name="connsiteY174" fmla="*/ 1697831 h 1890712"/>
              <a:gd name="connsiteX175" fmla="*/ 2350294 w 2543175"/>
              <a:gd name="connsiteY175" fmla="*/ 1712119 h 1890712"/>
              <a:gd name="connsiteX176" fmla="*/ 2359819 w 2543175"/>
              <a:gd name="connsiteY176" fmla="*/ 1719262 h 1890712"/>
              <a:gd name="connsiteX177" fmla="*/ 2369344 w 2543175"/>
              <a:gd name="connsiteY177" fmla="*/ 1724025 h 1890712"/>
              <a:gd name="connsiteX178" fmla="*/ 2376488 w 2543175"/>
              <a:gd name="connsiteY178" fmla="*/ 1731169 h 1890712"/>
              <a:gd name="connsiteX179" fmla="*/ 2402682 w 2543175"/>
              <a:gd name="connsiteY179" fmla="*/ 1747837 h 1890712"/>
              <a:gd name="connsiteX180" fmla="*/ 2450307 w 2543175"/>
              <a:gd name="connsiteY180" fmla="*/ 1769269 h 1890712"/>
              <a:gd name="connsiteX181" fmla="*/ 2466975 w 2543175"/>
              <a:gd name="connsiteY181" fmla="*/ 1783556 h 1890712"/>
              <a:gd name="connsiteX182" fmla="*/ 2481263 w 2543175"/>
              <a:gd name="connsiteY182" fmla="*/ 1795462 h 1890712"/>
              <a:gd name="connsiteX183" fmla="*/ 2486025 w 2543175"/>
              <a:gd name="connsiteY183" fmla="*/ 1802606 h 1890712"/>
              <a:gd name="connsiteX184" fmla="*/ 2493169 w 2543175"/>
              <a:gd name="connsiteY184" fmla="*/ 1807369 h 1890712"/>
              <a:gd name="connsiteX185" fmla="*/ 2495550 w 2543175"/>
              <a:gd name="connsiteY185" fmla="*/ 1816894 h 1890712"/>
              <a:gd name="connsiteX186" fmla="*/ 2497932 w 2543175"/>
              <a:gd name="connsiteY186" fmla="*/ 1824037 h 1890712"/>
              <a:gd name="connsiteX187" fmla="*/ 2514600 w 2543175"/>
              <a:gd name="connsiteY187" fmla="*/ 1850231 h 1890712"/>
              <a:gd name="connsiteX188" fmla="*/ 2519363 w 2543175"/>
              <a:gd name="connsiteY188" fmla="*/ 1857375 h 1890712"/>
              <a:gd name="connsiteX189" fmla="*/ 2540794 w 2543175"/>
              <a:gd name="connsiteY189" fmla="*/ 1883569 h 1890712"/>
              <a:gd name="connsiteX190" fmla="*/ 2543175 w 2543175"/>
              <a:gd name="connsiteY19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59719 w 2543175"/>
              <a:gd name="connsiteY114" fmla="*/ 1121569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59819 w 2543175"/>
              <a:gd name="connsiteY175" fmla="*/ 1719262 h 1890712"/>
              <a:gd name="connsiteX176" fmla="*/ 2369344 w 2543175"/>
              <a:gd name="connsiteY176" fmla="*/ 1724025 h 1890712"/>
              <a:gd name="connsiteX177" fmla="*/ 2376488 w 2543175"/>
              <a:gd name="connsiteY177" fmla="*/ 1731169 h 1890712"/>
              <a:gd name="connsiteX178" fmla="*/ 2402682 w 2543175"/>
              <a:gd name="connsiteY178" fmla="*/ 1747837 h 1890712"/>
              <a:gd name="connsiteX179" fmla="*/ 2450307 w 2543175"/>
              <a:gd name="connsiteY179" fmla="*/ 1769269 h 1890712"/>
              <a:gd name="connsiteX180" fmla="*/ 2466975 w 2543175"/>
              <a:gd name="connsiteY180" fmla="*/ 1783556 h 1890712"/>
              <a:gd name="connsiteX181" fmla="*/ 2481263 w 2543175"/>
              <a:gd name="connsiteY181" fmla="*/ 1795462 h 1890712"/>
              <a:gd name="connsiteX182" fmla="*/ 2486025 w 2543175"/>
              <a:gd name="connsiteY182" fmla="*/ 1802606 h 1890712"/>
              <a:gd name="connsiteX183" fmla="*/ 2493169 w 2543175"/>
              <a:gd name="connsiteY183" fmla="*/ 1807369 h 1890712"/>
              <a:gd name="connsiteX184" fmla="*/ 2495550 w 2543175"/>
              <a:gd name="connsiteY184" fmla="*/ 1816894 h 1890712"/>
              <a:gd name="connsiteX185" fmla="*/ 2497932 w 2543175"/>
              <a:gd name="connsiteY185" fmla="*/ 1824037 h 1890712"/>
              <a:gd name="connsiteX186" fmla="*/ 2514600 w 2543175"/>
              <a:gd name="connsiteY186" fmla="*/ 1850231 h 1890712"/>
              <a:gd name="connsiteX187" fmla="*/ 2519363 w 2543175"/>
              <a:gd name="connsiteY187" fmla="*/ 1857375 h 1890712"/>
              <a:gd name="connsiteX188" fmla="*/ 2540794 w 2543175"/>
              <a:gd name="connsiteY188" fmla="*/ 1883569 h 1890712"/>
              <a:gd name="connsiteX189" fmla="*/ 2543175 w 2543175"/>
              <a:gd name="connsiteY18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59819 w 2543175"/>
              <a:gd name="connsiteY175" fmla="*/ 1719262 h 1890712"/>
              <a:gd name="connsiteX176" fmla="*/ 2369344 w 2543175"/>
              <a:gd name="connsiteY176" fmla="*/ 1724025 h 1890712"/>
              <a:gd name="connsiteX177" fmla="*/ 2376488 w 2543175"/>
              <a:gd name="connsiteY177" fmla="*/ 1731169 h 1890712"/>
              <a:gd name="connsiteX178" fmla="*/ 2402682 w 2543175"/>
              <a:gd name="connsiteY178" fmla="*/ 1747837 h 1890712"/>
              <a:gd name="connsiteX179" fmla="*/ 2450307 w 2543175"/>
              <a:gd name="connsiteY179" fmla="*/ 1769269 h 1890712"/>
              <a:gd name="connsiteX180" fmla="*/ 2466975 w 2543175"/>
              <a:gd name="connsiteY180" fmla="*/ 1783556 h 1890712"/>
              <a:gd name="connsiteX181" fmla="*/ 2481263 w 2543175"/>
              <a:gd name="connsiteY181" fmla="*/ 1795462 h 1890712"/>
              <a:gd name="connsiteX182" fmla="*/ 2486025 w 2543175"/>
              <a:gd name="connsiteY182" fmla="*/ 1802606 h 1890712"/>
              <a:gd name="connsiteX183" fmla="*/ 2493169 w 2543175"/>
              <a:gd name="connsiteY183" fmla="*/ 1807369 h 1890712"/>
              <a:gd name="connsiteX184" fmla="*/ 2495550 w 2543175"/>
              <a:gd name="connsiteY184" fmla="*/ 1816894 h 1890712"/>
              <a:gd name="connsiteX185" fmla="*/ 2497932 w 2543175"/>
              <a:gd name="connsiteY185" fmla="*/ 1824037 h 1890712"/>
              <a:gd name="connsiteX186" fmla="*/ 2514600 w 2543175"/>
              <a:gd name="connsiteY186" fmla="*/ 1850231 h 1890712"/>
              <a:gd name="connsiteX187" fmla="*/ 2519363 w 2543175"/>
              <a:gd name="connsiteY187" fmla="*/ 1857375 h 1890712"/>
              <a:gd name="connsiteX188" fmla="*/ 2540794 w 2543175"/>
              <a:gd name="connsiteY188" fmla="*/ 1883569 h 1890712"/>
              <a:gd name="connsiteX189" fmla="*/ 2543175 w 2543175"/>
              <a:gd name="connsiteY18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59819 w 2543175"/>
              <a:gd name="connsiteY175" fmla="*/ 1719262 h 1890712"/>
              <a:gd name="connsiteX176" fmla="*/ 2369344 w 2543175"/>
              <a:gd name="connsiteY176" fmla="*/ 1724025 h 1890712"/>
              <a:gd name="connsiteX177" fmla="*/ 2376488 w 2543175"/>
              <a:gd name="connsiteY177" fmla="*/ 1731169 h 1890712"/>
              <a:gd name="connsiteX178" fmla="*/ 2402682 w 2543175"/>
              <a:gd name="connsiteY178" fmla="*/ 1747837 h 1890712"/>
              <a:gd name="connsiteX179" fmla="*/ 2428876 w 2543175"/>
              <a:gd name="connsiteY179" fmla="*/ 1785938 h 1890712"/>
              <a:gd name="connsiteX180" fmla="*/ 2466975 w 2543175"/>
              <a:gd name="connsiteY180" fmla="*/ 1783556 h 1890712"/>
              <a:gd name="connsiteX181" fmla="*/ 2481263 w 2543175"/>
              <a:gd name="connsiteY181" fmla="*/ 1795462 h 1890712"/>
              <a:gd name="connsiteX182" fmla="*/ 2486025 w 2543175"/>
              <a:gd name="connsiteY182" fmla="*/ 1802606 h 1890712"/>
              <a:gd name="connsiteX183" fmla="*/ 2493169 w 2543175"/>
              <a:gd name="connsiteY183" fmla="*/ 1807369 h 1890712"/>
              <a:gd name="connsiteX184" fmla="*/ 2495550 w 2543175"/>
              <a:gd name="connsiteY184" fmla="*/ 1816894 h 1890712"/>
              <a:gd name="connsiteX185" fmla="*/ 2497932 w 2543175"/>
              <a:gd name="connsiteY185" fmla="*/ 1824037 h 1890712"/>
              <a:gd name="connsiteX186" fmla="*/ 2514600 w 2543175"/>
              <a:gd name="connsiteY186" fmla="*/ 1850231 h 1890712"/>
              <a:gd name="connsiteX187" fmla="*/ 2519363 w 2543175"/>
              <a:gd name="connsiteY187" fmla="*/ 1857375 h 1890712"/>
              <a:gd name="connsiteX188" fmla="*/ 2540794 w 2543175"/>
              <a:gd name="connsiteY188" fmla="*/ 1883569 h 1890712"/>
              <a:gd name="connsiteX189" fmla="*/ 2543175 w 2543175"/>
              <a:gd name="connsiteY18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59819 w 2543175"/>
              <a:gd name="connsiteY175" fmla="*/ 1719262 h 1890712"/>
              <a:gd name="connsiteX176" fmla="*/ 2369344 w 2543175"/>
              <a:gd name="connsiteY176" fmla="*/ 1724025 h 1890712"/>
              <a:gd name="connsiteX177" fmla="*/ 2376488 w 2543175"/>
              <a:gd name="connsiteY177" fmla="*/ 1731169 h 1890712"/>
              <a:gd name="connsiteX178" fmla="*/ 2428876 w 2543175"/>
              <a:gd name="connsiteY178" fmla="*/ 1785938 h 1890712"/>
              <a:gd name="connsiteX179" fmla="*/ 2466975 w 2543175"/>
              <a:gd name="connsiteY179" fmla="*/ 1783556 h 1890712"/>
              <a:gd name="connsiteX180" fmla="*/ 2481263 w 2543175"/>
              <a:gd name="connsiteY180" fmla="*/ 1795462 h 1890712"/>
              <a:gd name="connsiteX181" fmla="*/ 2486025 w 2543175"/>
              <a:gd name="connsiteY181" fmla="*/ 1802606 h 1890712"/>
              <a:gd name="connsiteX182" fmla="*/ 2493169 w 2543175"/>
              <a:gd name="connsiteY182" fmla="*/ 1807369 h 1890712"/>
              <a:gd name="connsiteX183" fmla="*/ 2495550 w 2543175"/>
              <a:gd name="connsiteY183" fmla="*/ 1816894 h 1890712"/>
              <a:gd name="connsiteX184" fmla="*/ 2497932 w 2543175"/>
              <a:gd name="connsiteY184" fmla="*/ 1824037 h 1890712"/>
              <a:gd name="connsiteX185" fmla="*/ 2514600 w 2543175"/>
              <a:gd name="connsiteY185" fmla="*/ 1850231 h 1890712"/>
              <a:gd name="connsiteX186" fmla="*/ 2519363 w 2543175"/>
              <a:gd name="connsiteY186" fmla="*/ 1857375 h 1890712"/>
              <a:gd name="connsiteX187" fmla="*/ 2540794 w 2543175"/>
              <a:gd name="connsiteY187" fmla="*/ 1883569 h 1890712"/>
              <a:gd name="connsiteX188" fmla="*/ 2543175 w 2543175"/>
              <a:gd name="connsiteY188"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59819 w 2543175"/>
              <a:gd name="connsiteY175" fmla="*/ 1719262 h 1890712"/>
              <a:gd name="connsiteX176" fmla="*/ 2369344 w 2543175"/>
              <a:gd name="connsiteY176" fmla="*/ 1724025 h 1890712"/>
              <a:gd name="connsiteX177" fmla="*/ 2428876 w 2543175"/>
              <a:gd name="connsiteY177" fmla="*/ 1785938 h 1890712"/>
              <a:gd name="connsiteX178" fmla="*/ 2466975 w 2543175"/>
              <a:gd name="connsiteY178" fmla="*/ 1783556 h 1890712"/>
              <a:gd name="connsiteX179" fmla="*/ 2481263 w 2543175"/>
              <a:gd name="connsiteY179" fmla="*/ 1795462 h 1890712"/>
              <a:gd name="connsiteX180" fmla="*/ 2486025 w 2543175"/>
              <a:gd name="connsiteY180" fmla="*/ 1802606 h 1890712"/>
              <a:gd name="connsiteX181" fmla="*/ 2493169 w 2543175"/>
              <a:gd name="connsiteY181" fmla="*/ 1807369 h 1890712"/>
              <a:gd name="connsiteX182" fmla="*/ 2495550 w 2543175"/>
              <a:gd name="connsiteY182" fmla="*/ 1816894 h 1890712"/>
              <a:gd name="connsiteX183" fmla="*/ 2497932 w 2543175"/>
              <a:gd name="connsiteY183" fmla="*/ 1824037 h 1890712"/>
              <a:gd name="connsiteX184" fmla="*/ 2514600 w 2543175"/>
              <a:gd name="connsiteY184" fmla="*/ 1850231 h 1890712"/>
              <a:gd name="connsiteX185" fmla="*/ 2519363 w 2543175"/>
              <a:gd name="connsiteY185" fmla="*/ 1857375 h 1890712"/>
              <a:gd name="connsiteX186" fmla="*/ 2540794 w 2543175"/>
              <a:gd name="connsiteY186" fmla="*/ 1883569 h 1890712"/>
              <a:gd name="connsiteX187" fmla="*/ 2543175 w 2543175"/>
              <a:gd name="connsiteY187"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69344 w 2543175"/>
              <a:gd name="connsiteY175" fmla="*/ 1724025 h 1890712"/>
              <a:gd name="connsiteX176" fmla="*/ 2428876 w 2543175"/>
              <a:gd name="connsiteY176" fmla="*/ 1785938 h 1890712"/>
              <a:gd name="connsiteX177" fmla="*/ 2466975 w 2543175"/>
              <a:gd name="connsiteY177" fmla="*/ 1783556 h 1890712"/>
              <a:gd name="connsiteX178" fmla="*/ 2481263 w 2543175"/>
              <a:gd name="connsiteY178" fmla="*/ 1795462 h 1890712"/>
              <a:gd name="connsiteX179" fmla="*/ 2486025 w 2543175"/>
              <a:gd name="connsiteY179" fmla="*/ 1802606 h 1890712"/>
              <a:gd name="connsiteX180" fmla="*/ 2493169 w 2543175"/>
              <a:gd name="connsiteY180" fmla="*/ 1807369 h 1890712"/>
              <a:gd name="connsiteX181" fmla="*/ 2495550 w 2543175"/>
              <a:gd name="connsiteY181" fmla="*/ 1816894 h 1890712"/>
              <a:gd name="connsiteX182" fmla="*/ 2497932 w 2543175"/>
              <a:gd name="connsiteY182" fmla="*/ 1824037 h 1890712"/>
              <a:gd name="connsiteX183" fmla="*/ 2514600 w 2543175"/>
              <a:gd name="connsiteY183" fmla="*/ 1850231 h 1890712"/>
              <a:gd name="connsiteX184" fmla="*/ 2519363 w 2543175"/>
              <a:gd name="connsiteY184" fmla="*/ 1857375 h 1890712"/>
              <a:gd name="connsiteX185" fmla="*/ 2540794 w 2543175"/>
              <a:gd name="connsiteY185" fmla="*/ 1883569 h 1890712"/>
              <a:gd name="connsiteX186" fmla="*/ 2543175 w 2543175"/>
              <a:gd name="connsiteY18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8863 w 2543175"/>
              <a:gd name="connsiteY172" fmla="*/ 1697831 h 1890712"/>
              <a:gd name="connsiteX173" fmla="*/ 2350294 w 2543175"/>
              <a:gd name="connsiteY173" fmla="*/ 1712119 h 1890712"/>
              <a:gd name="connsiteX174" fmla="*/ 2369344 w 2543175"/>
              <a:gd name="connsiteY174" fmla="*/ 1724025 h 1890712"/>
              <a:gd name="connsiteX175" fmla="*/ 2428876 w 2543175"/>
              <a:gd name="connsiteY175" fmla="*/ 1785938 h 1890712"/>
              <a:gd name="connsiteX176" fmla="*/ 2466975 w 2543175"/>
              <a:gd name="connsiteY176" fmla="*/ 1783556 h 1890712"/>
              <a:gd name="connsiteX177" fmla="*/ 2481263 w 2543175"/>
              <a:gd name="connsiteY177" fmla="*/ 1795462 h 1890712"/>
              <a:gd name="connsiteX178" fmla="*/ 2486025 w 2543175"/>
              <a:gd name="connsiteY178" fmla="*/ 1802606 h 1890712"/>
              <a:gd name="connsiteX179" fmla="*/ 2493169 w 2543175"/>
              <a:gd name="connsiteY179" fmla="*/ 1807369 h 1890712"/>
              <a:gd name="connsiteX180" fmla="*/ 2495550 w 2543175"/>
              <a:gd name="connsiteY180" fmla="*/ 1816894 h 1890712"/>
              <a:gd name="connsiteX181" fmla="*/ 2497932 w 2543175"/>
              <a:gd name="connsiteY181" fmla="*/ 1824037 h 1890712"/>
              <a:gd name="connsiteX182" fmla="*/ 2514600 w 2543175"/>
              <a:gd name="connsiteY182" fmla="*/ 1850231 h 1890712"/>
              <a:gd name="connsiteX183" fmla="*/ 2519363 w 2543175"/>
              <a:gd name="connsiteY183" fmla="*/ 1857375 h 1890712"/>
              <a:gd name="connsiteX184" fmla="*/ 2540794 w 2543175"/>
              <a:gd name="connsiteY184" fmla="*/ 1883569 h 1890712"/>
              <a:gd name="connsiteX185" fmla="*/ 2543175 w 2543175"/>
              <a:gd name="connsiteY185"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12194 w 2543175"/>
              <a:gd name="connsiteY170" fmla="*/ 1685925 h 1890712"/>
              <a:gd name="connsiteX171" fmla="*/ 2328863 w 2543175"/>
              <a:gd name="connsiteY171" fmla="*/ 1697831 h 1890712"/>
              <a:gd name="connsiteX172" fmla="*/ 2350294 w 2543175"/>
              <a:gd name="connsiteY172" fmla="*/ 1712119 h 1890712"/>
              <a:gd name="connsiteX173" fmla="*/ 2369344 w 2543175"/>
              <a:gd name="connsiteY173" fmla="*/ 1724025 h 1890712"/>
              <a:gd name="connsiteX174" fmla="*/ 2428876 w 2543175"/>
              <a:gd name="connsiteY174" fmla="*/ 1785938 h 1890712"/>
              <a:gd name="connsiteX175" fmla="*/ 2466975 w 2543175"/>
              <a:gd name="connsiteY175" fmla="*/ 1783556 h 1890712"/>
              <a:gd name="connsiteX176" fmla="*/ 2481263 w 2543175"/>
              <a:gd name="connsiteY176" fmla="*/ 1795462 h 1890712"/>
              <a:gd name="connsiteX177" fmla="*/ 2486025 w 2543175"/>
              <a:gd name="connsiteY177" fmla="*/ 1802606 h 1890712"/>
              <a:gd name="connsiteX178" fmla="*/ 2493169 w 2543175"/>
              <a:gd name="connsiteY178" fmla="*/ 1807369 h 1890712"/>
              <a:gd name="connsiteX179" fmla="*/ 2495550 w 2543175"/>
              <a:gd name="connsiteY179" fmla="*/ 1816894 h 1890712"/>
              <a:gd name="connsiteX180" fmla="*/ 2497932 w 2543175"/>
              <a:gd name="connsiteY180" fmla="*/ 1824037 h 1890712"/>
              <a:gd name="connsiteX181" fmla="*/ 2514600 w 2543175"/>
              <a:gd name="connsiteY181" fmla="*/ 1850231 h 1890712"/>
              <a:gd name="connsiteX182" fmla="*/ 2519363 w 2543175"/>
              <a:gd name="connsiteY182" fmla="*/ 1857375 h 1890712"/>
              <a:gd name="connsiteX183" fmla="*/ 2540794 w 2543175"/>
              <a:gd name="connsiteY183" fmla="*/ 1883569 h 1890712"/>
              <a:gd name="connsiteX184" fmla="*/ 2543175 w 2543175"/>
              <a:gd name="connsiteY18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12194 w 2543175"/>
              <a:gd name="connsiteY170" fmla="*/ 1685925 h 1890712"/>
              <a:gd name="connsiteX171" fmla="*/ 2328863 w 2543175"/>
              <a:gd name="connsiteY171" fmla="*/ 1697831 h 1890712"/>
              <a:gd name="connsiteX172" fmla="*/ 2350294 w 2543175"/>
              <a:gd name="connsiteY172" fmla="*/ 1712119 h 1890712"/>
              <a:gd name="connsiteX173" fmla="*/ 2369344 w 2543175"/>
              <a:gd name="connsiteY173" fmla="*/ 1724025 h 1890712"/>
              <a:gd name="connsiteX174" fmla="*/ 2428876 w 2543175"/>
              <a:gd name="connsiteY174" fmla="*/ 1785938 h 1890712"/>
              <a:gd name="connsiteX175" fmla="*/ 2466975 w 2543175"/>
              <a:gd name="connsiteY175" fmla="*/ 1783556 h 1890712"/>
              <a:gd name="connsiteX176" fmla="*/ 2481263 w 2543175"/>
              <a:gd name="connsiteY176" fmla="*/ 1795462 h 1890712"/>
              <a:gd name="connsiteX177" fmla="*/ 2486025 w 2543175"/>
              <a:gd name="connsiteY177" fmla="*/ 1802606 h 1890712"/>
              <a:gd name="connsiteX178" fmla="*/ 2495550 w 2543175"/>
              <a:gd name="connsiteY178" fmla="*/ 1816894 h 1890712"/>
              <a:gd name="connsiteX179" fmla="*/ 2497932 w 2543175"/>
              <a:gd name="connsiteY179" fmla="*/ 1824037 h 1890712"/>
              <a:gd name="connsiteX180" fmla="*/ 2514600 w 2543175"/>
              <a:gd name="connsiteY180" fmla="*/ 1850231 h 1890712"/>
              <a:gd name="connsiteX181" fmla="*/ 2519363 w 2543175"/>
              <a:gd name="connsiteY181" fmla="*/ 1857375 h 1890712"/>
              <a:gd name="connsiteX182" fmla="*/ 2540794 w 2543175"/>
              <a:gd name="connsiteY182" fmla="*/ 1883569 h 1890712"/>
              <a:gd name="connsiteX183" fmla="*/ 2543175 w 2543175"/>
              <a:gd name="connsiteY183"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12194 w 2543175"/>
              <a:gd name="connsiteY170" fmla="*/ 1685925 h 1890712"/>
              <a:gd name="connsiteX171" fmla="*/ 2328863 w 2543175"/>
              <a:gd name="connsiteY171" fmla="*/ 1697831 h 1890712"/>
              <a:gd name="connsiteX172" fmla="*/ 2350294 w 2543175"/>
              <a:gd name="connsiteY172" fmla="*/ 1712119 h 1890712"/>
              <a:gd name="connsiteX173" fmla="*/ 2369344 w 2543175"/>
              <a:gd name="connsiteY173" fmla="*/ 1724025 h 1890712"/>
              <a:gd name="connsiteX174" fmla="*/ 2428876 w 2543175"/>
              <a:gd name="connsiteY174" fmla="*/ 1785938 h 1890712"/>
              <a:gd name="connsiteX175" fmla="*/ 2466975 w 2543175"/>
              <a:gd name="connsiteY175" fmla="*/ 1783556 h 1890712"/>
              <a:gd name="connsiteX176" fmla="*/ 2481263 w 2543175"/>
              <a:gd name="connsiteY176" fmla="*/ 1795462 h 1890712"/>
              <a:gd name="connsiteX177" fmla="*/ 2486025 w 2543175"/>
              <a:gd name="connsiteY177" fmla="*/ 1802606 h 1890712"/>
              <a:gd name="connsiteX178" fmla="*/ 2497932 w 2543175"/>
              <a:gd name="connsiteY178" fmla="*/ 1824037 h 1890712"/>
              <a:gd name="connsiteX179" fmla="*/ 2514600 w 2543175"/>
              <a:gd name="connsiteY179" fmla="*/ 1850231 h 1890712"/>
              <a:gd name="connsiteX180" fmla="*/ 2519363 w 2543175"/>
              <a:gd name="connsiteY180" fmla="*/ 1857375 h 1890712"/>
              <a:gd name="connsiteX181" fmla="*/ 2540794 w 2543175"/>
              <a:gd name="connsiteY181" fmla="*/ 1883569 h 1890712"/>
              <a:gd name="connsiteX182" fmla="*/ 2543175 w 2543175"/>
              <a:gd name="connsiteY18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12194 w 2543175"/>
              <a:gd name="connsiteY170" fmla="*/ 1685925 h 1890712"/>
              <a:gd name="connsiteX171" fmla="*/ 2328863 w 2543175"/>
              <a:gd name="connsiteY171" fmla="*/ 1697831 h 1890712"/>
              <a:gd name="connsiteX172" fmla="*/ 2350294 w 2543175"/>
              <a:gd name="connsiteY172" fmla="*/ 1712119 h 1890712"/>
              <a:gd name="connsiteX173" fmla="*/ 2369344 w 2543175"/>
              <a:gd name="connsiteY173" fmla="*/ 1724025 h 1890712"/>
              <a:gd name="connsiteX174" fmla="*/ 2428876 w 2543175"/>
              <a:gd name="connsiteY174" fmla="*/ 1785938 h 1890712"/>
              <a:gd name="connsiteX175" fmla="*/ 2466975 w 2543175"/>
              <a:gd name="connsiteY175" fmla="*/ 1783556 h 1890712"/>
              <a:gd name="connsiteX176" fmla="*/ 2481263 w 2543175"/>
              <a:gd name="connsiteY176" fmla="*/ 1795462 h 1890712"/>
              <a:gd name="connsiteX177" fmla="*/ 2486025 w 2543175"/>
              <a:gd name="connsiteY177" fmla="*/ 1802606 h 1890712"/>
              <a:gd name="connsiteX178" fmla="*/ 2514600 w 2543175"/>
              <a:gd name="connsiteY178" fmla="*/ 1850231 h 1890712"/>
              <a:gd name="connsiteX179" fmla="*/ 2519363 w 2543175"/>
              <a:gd name="connsiteY179" fmla="*/ 1857375 h 1890712"/>
              <a:gd name="connsiteX180" fmla="*/ 2540794 w 2543175"/>
              <a:gd name="connsiteY180" fmla="*/ 1883569 h 1890712"/>
              <a:gd name="connsiteX181" fmla="*/ 2543175 w 2543175"/>
              <a:gd name="connsiteY181"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302419 w 2543175"/>
              <a:gd name="connsiteY26" fmla="*/ 204787 h 1890712"/>
              <a:gd name="connsiteX27" fmla="*/ 309563 w 2543175"/>
              <a:gd name="connsiteY27" fmla="*/ 209550 h 1890712"/>
              <a:gd name="connsiteX28" fmla="*/ 319088 w 2543175"/>
              <a:gd name="connsiteY28" fmla="*/ 219075 h 1890712"/>
              <a:gd name="connsiteX29" fmla="*/ 333375 w 2543175"/>
              <a:gd name="connsiteY29" fmla="*/ 228600 h 1890712"/>
              <a:gd name="connsiteX30" fmla="*/ 340519 w 2543175"/>
              <a:gd name="connsiteY30" fmla="*/ 233362 h 1890712"/>
              <a:gd name="connsiteX31" fmla="*/ 354807 w 2543175"/>
              <a:gd name="connsiteY31" fmla="*/ 247650 h 1890712"/>
              <a:gd name="connsiteX32" fmla="*/ 366713 w 2543175"/>
              <a:gd name="connsiteY32" fmla="*/ 264319 h 1890712"/>
              <a:gd name="connsiteX33" fmla="*/ 371475 w 2543175"/>
              <a:gd name="connsiteY33" fmla="*/ 271462 h 1890712"/>
              <a:gd name="connsiteX34" fmla="*/ 378619 w 2543175"/>
              <a:gd name="connsiteY34" fmla="*/ 276225 h 1890712"/>
              <a:gd name="connsiteX35" fmla="*/ 385763 w 2543175"/>
              <a:gd name="connsiteY35" fmla="*/ 283369 h 1890712"/>
              <a:gd name="connsiteX36" fmla="*/ 395288 w 2543175"/>
              <a:gd name="connsiteY36" fmla="*/ 288131 h 1890712"/>
              <a:gd name="connsiteX37" fmla="*/ 404813 w 2543175"/>
              <a:gd name="connsiteY37" fmla="*/ 295275 h 1890712"/>
              <a:gd name="connsiteX38" fmla="*/ 411957 w 2543175"/>
              <a:gd name="connsiteY38" fmla="*/ 297656 h 1890712"/>
              <a:gd name="connsiteX39" fmla="*/ 421482 w 2543175"/>
              <a:gd name="connsiteY39" fmla="*/ 302419 h 1890712"/>
              <a:gd name="connsiteX40" fmla="*/ 447675 w 2543175"/>
              <a:gd name="connsiteY40" fmla="*/ 307181 h 1890712"/>
              <a:gd name="connsiteX41" fmla="*/ 461963 w 2543175"/>
              <a:gd name="connsiteY41" fmla="*/ 321469 h 1890712"/>
              <a:gd name="connsiteX42" fmla="*/ 466725 w 2543175"/>
              <a:gd name="connsiteY42" fmla="*/ 328612 h 1890712"/>
              <a:gd name="connsiteX43" fmla="*/ 476250 w 2543175"/>
              <a:gd name="connsiteY43" fmla="*/ 335756 h 1890712"/>
              <a:gd name="connsiteX44" fmla="*/ 481013 w 2543175"/>
              <a:gd name="connsiteY44" fmla="*/ 342900 h 1890712"/>
              <a:gd name="connsiteX45" fmla="*/ 490538 w 2543175"/>
              <a:gd name="connsiteY45" fmla="*/ 352425 h 1890712"/>
              <a:gd name="connsiteX46" fmla="*/ 495300 w 2543175"/>
              <a:gd name="connsiteY46" fmla="*/ 359569 h 1890712"/>
              <a:gd name="connsiteX47" fmla="*/ 509588 w 2543175"/>
              <a:gd name="connsiteY47" fmla="*/ 376237 h 1890712"/>
              <a:gd name="connsiteX48" fmla="*/ 514350 w 2543175"/>
              <a:gd name="connsiteY48" fmla="*/ 383381 h 1890712"/>
              <a:gd name="connsiteX49" fmla="*/ 531019 w 2543175"/>
              <a:gd name="connsiteY49" fmla="*/ 397669 h 1890712"/>
              <a:gd name="connsiteX50" fmla="*/ 538163 w 2543175"/>
              <a:gd name="connsiteY50" fmla="*/ 407194 h 1890712"/>
              <a:gd name="connsiteX51" fmla="*/ 554832 w 2543175"/>
              <a:gd name="connsiteY51" fmla="*/ 421481 h 1890712"/>
              <a:gd name="connsiteX52" fmla="*/ 564357 w 2543175"/>
              <a:gd name="connsiteY52" fmla="*/ 431006 h 1890712"/>
              <a:gd name="connsiteX53" fmla="*/ 573882 w 2543175"/>
              <a:gd name="connsiteY53" fmla="*/ 438150 h 1890712"/>
              <a:gd name="connsiteX54" fmla="*/ 595313 w 2543175"/>
              <a:gd name="connsiteY54" fmla="*/ 454819 h 1890712"/>
              <a:gd name="connsiteX55" fmla="*/ 602457 w 2543175"/>
              <a:gd name="connsiteY55" fmla="*/ 457200 h 1890712"/>
              <a:gd name="connsiteX56" fmla="*/ 628650 w 2543175"/>
              <a:gd name="connsiteY56" fmla="*/ 469106 h 1890712"/>
              <a:gd name="connsiteX57" fmla="*/ 645319 w 2543175"/>
              <a:gd name="connsiteY57" fmla="*/ 483394 h 1890712"/>
              <a:gd name="connsiteX58" fmla="*/ 654844 w 2543175"/>
              <a:gd name="connsiteY58" fmla="*/ 488156 h 1890712"/>
              <a:gd name="connsiteX59" fmla="*/ 661988 w 2543175"/>
              <a:gd name="connsiteY59" fmla="*/ 497681 h 1890712"/>
              <a:gd name="connsiteX60" fmla="*/ 683419 w 2543175"/>
              <a:gd name="connsiteY60" fmla="*/ 514350 h 1890712"/>
              <a:gd name="connsiteX61" fmla="*/ 700088 w 2543175"/>
              <a:gd name="connsiteY61" fmla="*/ 526256 h 1890712"/>
              <a:gd name="connsiteX62" fmla="*/ 709613 w 2543175"/>
              <a:gd name="connsiteY62" fmla="*/ 535781 h 1890712"/>
              <a:gd name="connsiteX63" fmla="*/ 719138 w 2543175"/>
              <a:gd name="connsiteY63" fmla="*/ 542925 h 1890712"/>
              <a:gd name="connsiteX64" fmla="*/ 733425 w 2543175"/>
              <a:gd name="connsiteY64" fmla="*/ 557212 h 1890712"/>
              <a:gd name="connsiteX65" fmla="*/ 750094 w 2543175"/>
              <a:gd name="connsiteY65" fmla="*/ 569119 h 1890712"/>
              <a:gd name="connsiteX66" fmla="*/ 769144 w 2543175"/>
              <a:gd name="connsiteY66" fmla="*/ 581025 h 1890712"/>
              <a:gd name="connsiteX67" fmla="*/ 785813 w 2543175"/>
              <a:gd name="connsiteY67" fmla="*/ 590550 h 1890712"/>
              <a:gd name="connsiteX68" fmla="*/ 792957 w 2543175"/>
              <a:gd name="connsiteY68" fmla="*/ 600075 h 1890712"/>
              <a:gd name="connsiteX69" fmla="*/ 809625 w 2543175"/>
              <a:gd name="connsiteY69" fmla="*/ 611981 h 1890712"/>
              <a:gd name="connsiteX70" fmla="*/ 816769 w 2543175"/>
              <a:gd name="connsiteY70" fmla="*/ 619125 h 1890712"/>
              <a:gd name="connsiteX71" fmla="*/ 826294 w 2543175"/>
              <a:gd name="connsiteY71" fmla="*/ 626269 h 1890712"/>
              <a:gd name="connsiteX72" fmla="*/ 840582 w 2543175"/>
              <a:gd name="connsiteY72" fmla="*/ 638175 h 1890712"/>
              <a:gd name="connsiteX73" fmla="*/ 847725 w 2543175"/>
              <a:gd name="connsiteY73" fmla="*/ 645319 h 1890712"/>
              <a:gd name="connsiteX74" fmla="*/ 857250 w 2543175"/>
              <a:gd name="connsiteY74" fmla="*/ 652462 h 1890712"/>
              <a:gd name="connsiteX75" fmla="*/ 864394 w 2543175"/>
              <a:gd name="connsiteY75" fmla="*/ 657225 h 1890712"/>
              <a:gd name="connsiteX76" fmla="*/ 888207 w 2543175"/>
              <a:gd name="connsiteY76" fmla="*/ 676275 h 1890712"/>
              <a:gd name="connsiteX77" fmla="*/ 895350 w 2543175"/>
              <a:gd name="connsiteY77" fmla="*/ 681037 h 1890712"/>
              <a:gd name="connsiteX78" fmla="*/ 907257 w 2543175"/>
              <a:gd name="connsiteY78" fmla="*/ 683419 h 1890712"/>
              <a:gd name="connsiteX79" fmla="*/ 928688 w 2543175"/>
              <a:gd name="connsiteY79" fmla="*/ 695325 h 1890712"/>
              <a:gd name="connsiteX80" fmla="*/ 942975 w 2543175"/>
              <a:gd name="connsiteY80" fmla="*/ 700087 h 1890712"/>
              <a:gd name="connsiteX81" fmla="*/ 964407 w 2543175"/>
              <a:gd name="connsiteY81" fmla="*/ 716756 h 1890712"/>
              <a:gd name="connsiteX82" fmla="*/ 971550 w 2543175"/>
              <a:gd name="connsiteY82" fmla="*/ 723900 h 1890712"/>
              <a:gd name="connsiteX83" fmla="*/ 983457 w 2543175"/>
              <a:gd name="connsiteY83" fmla="*/ 733425 h 1890712"/>
              <a:gd name="connsiteX84" fmla="*/ 990600 w 2543175"/>
              <a:gd name="connsiteY84" fmla="*/ 738187 h 1890712"/>
              <a:gd name="connsiteX85" fmla="*/ 1007269 w 2543175"/>
              <a:gd name="connsiteY85" fmla="*/ 752475 h 1890712"/>
              <a:gd name="connsiteX86" fmla="*/ 1031082 w 2543175"/>
              <a:gd name="connsiteY86" fmla="*/ 766762 h 1890712"/>
              <a:gd name="connsiteX87" fmla="*/ 1042988 w 2543175"/>
              <a:gd name="connsiteY87" fmla="*/ 773906 h 1890712"/>
              <a:gd name="connsiteX88" fmla="*/ 1071563 w 2543175"/>
              <a:gd name="connsiteY88" fmla="*/ 785812 h 1890712"/>
              <a:gd name="connsiteX89" fmla="*/ 1097757 w 2543175"/>
              <a:gd name="connsiteY89" fmla="*/ 807244 h 1890712"/>
              <a:gd name="connsiteX90" fmla="*/ 1104900 w 2543175"/>
              <a:gd name="connsiteY90" fmla="*/ 814387 h 1890712"/>
              <a:gd name="connsiteX91" fmla="*/ 1121569 w 2543175"/>
              <a:gd name="connsiteY91" fmla="*/ 823912 h 1890712"/>
              <a:gd name="connsiteX92" fmla="*/ 1138238 w 2543175"/>
              <a:gd name="connsiteY92" fmla="*/ 835819 h 1890712"/>
              <a:gd name="connsiteX93" fmla="*/ 1147763 w 2543175"/>
              <a:gd name="connsiteY93" fmla="*/ 842962 h 1890712"/>
              <a:gd name="connsiteX94" fmla="*/ 1157288 w 2543175"/>
              <a:gd name="connsiteY94" fmla="*/ 847725 h 1890712"/>
              <a:gd name="connsiteX95" fmla="*/ 1178719 w 2543175"/>
              <a:gd name="connsiteY95" fmla="*/ 859631 h 1890712"/>
              <a:gd name="connsiteX96" fmla="*/ 1188244 w 2543175"/>
              <a:gd name="connsiteY96" fmla="*/ 866775 h 1890712"/>
              <a:gd name="connsiteX97" fmla="*/ 1195388 w 2543175"/>
              <a:gd name="connsiteY97" fmla="*/ 871537 h 1890712"/>
              <a:gd name="connsiteX98" fmla="*/ 1212057 w 2543175"/>
              <a:gd name="connsiteY98" fmla="*/ 883444 h 1890712"/>
              <a:gd name="connsiteX99" fmla="*/ 1226344 w 2543175"/>
              <a:gd name="connsiteY99" fmla="*/ 895350 h 1890712"/>
              <a:gd name="connsiteX100" fmla="*/ 1245394 w 2543175"/>
              <a:gd name="connsiteY100" fmla="*/ 907256 h 1890712"/>
              <a:gd name="connsiteX101" fmla="*/ 1254919 w 2543175"/>
              <a:gd name="connsiteY101" fmla="*/ 914400 h 1890712"/>
              <a:gd name="connsiteX102" fmla="*/ 1269207 w 2543175"/>
              <a:gd name="connsiteY102" fmla="*/ 921544 h 1890712"/>
              <a:gd name="connsiteX103" fmla="*/ 1290638 w 2543175"/>
              <a:gd name="connsiteY103" fmla="*/ 935831 h 1890712"/>
              <a:gd name="connsiteX104" fmla="*/ 1307307 w 2543175"/>
              <a:gd name="connsiteY104" fmla="*/ 952500 h 1890712"/>
              <a:gd name="connsiteX105" fmla="*/ 1333500 w 2543175"/>
              <a:gd name="connsiteY105" fmla="*/ 971550 h 1890712"/>
              <a:gd name="connsiteX106" fmla="*/ 1359694 w 2543175"/>
              <a:gd name="connsiteY106" fmla="*/ 990600 h 1890712"/>
              <a:gd name="connsiteX107" fmla="*/ 1373982 w 2543175"/>
              <a:gd name="connsiteY107" fmla="*/ 997744 h 1890712"/>
              <a:gd name="connsiteX108" fmla="*/ 1388269 w 2543175"/>
              <a:gd name="connsiteY108" fmla="*/ 1007269 h 1890712"/>
              <a:gd name="connsiteX109" fmla="*/ 1414463 w 2543175"/>
              <a:gd name="connsiteY109" fmla="*/ 1019175 h 1890712"/>
              <a:gd name="connsiteX110" fmla="*/ 1428750 w 2543175"/>
              <a:gd name="connsiteY110" fmla="*/ 1026319 h 1890712"/>
              <a:gd name="connsiteX111" fmla="*/ 1471613 w 2543175"/>
              <a:gd name="connsiteY111" fmla="*/ 1059656 h 1890712"/>
              <a:gd name="connsiteX112" fmla="*/ 1495425 w 2543175"/>
              <a:gd name="connsiteY112" fmla="*/ 1088231 h 1890712"/>
              <a:gd name="connsiteX113" fmla="*/ 1547812 w 2543175"/>
              <a:gd name="connsiteY113" fmla="*/ 1133475 h 1890712"/>
              <a:gd name="connsiteX114" fmla="*/ 1597819 w 2543175"/>
              <a:gd name="connsiteY114" fmla="*/ 1154906 h 1890712"/>
              <a:gd name="connsiteX115" fmla="*/ 1604963 w 2543175"/>
              <a:gd name="connsiteY115" fmla="*/ 1162050 h 1890712"/>
              <a:gd name="connsiteX116" fmla="*/ 1612107 w 2543175"/>
              <a:gd name="connsiteY116" fmla="*/ 1166812 h 1890712"/>
              <a:gd name="connsiteX117" fmla="*/ 1628775 w 2543175"/>
              <a:gd name="connsiteY117" fmla="*/ 1183481 h 1890712"/>
              <a:gd name="connsiteX118" fmla="*/ 1662113 w 2543175"/>
              <a:gd name="connsiteY118" fmla="*/ 1209675 h 1890712"/>
              <a:gd name="connsiteX119" fmla="*/ 1678782 w 2543175"/>
              <a:gd name="connsiteY119" fmla="*/ 1226344 h 1890712"/>
              <a:gd name="connsiteX120" fmla="*/ 1700213 w 2543175"/>
              <a:gd name="connsiteY120" fmla="*/ 1247775 h 1890712"/>
              <a:gd name="connsiteX121" fmla="*/ 1712119 w 2543175"/>
              <a:gd name="connsiteY121" fmla="*/ 1259681 h 1890712"/>
              <a:gd name="connsiteX122" fmla="*/ 1733550 w 2543175"/>
              <a:gd name="connsiteY122" fmla="*/ 1273969 h 1890712"/>
              <a:gd name="connsiteX123" fmla="*/ 1743075 w 2543175"/>
              <a:gd name="connsiteY123" fmla="*/ 1283494 h 1890712"/>
              <a:gd name="connsiteX124" fmla="*/ 1754982 w 2543175"/>
              <a:gd name="connsiteY124" fmla="*/ 1290637 h 1890712"/>
              <a:gd name="connsiteX125" fmla="*/ 1766888 w 2543175"/>
              <a:gd name="connsiteY125" fmla="*/ 1300162 h 1890712"/>
              <a:gd name="connsiteX126" fmla="*/ 1783557 w 2543175"/>
              <a:gd name="connsiteY126" fmla="*/ 1307306 h 1890712"/>
              <a:gd name="connsiteX127" fmla="*/ 1790700 w 2543175"/>
              <a:gd name="connsiteY127" fmla="*/ 1312069 h 1890712"/>
              <a:gd name="connsiteX128" fmla="*/ 1800225 w 2543175"/>
              <a:gd name="connsiteY128" fmla="*/ 1319212 h 1890712"/>
              <a:gd name="connsiteX129" fmla="*/ 1807369 w 2543175"/>
              <a:gd name="connsiteY129" fmla="*/ 1321594 h 1890712"/>
              <a:gd name="connsiteX130" fmla="*/ 1824038 w 2543175"/>
              <a:gd name="connsiteY130" fmla="*/ 1333500 h 1890712"/>
              <a:gd name="connsiteX131" fmla="*/ 1843088 w 2543175"/>
              <a:gd name="connsiteY131" fmla="*/ 1352550 h 1890712"/>
              <a:gd name="connsiteX132" fmla="*/ 1852613 w 2543175"/>
              <a:gd name="connsiteY132" fmla="*/ 1359694 h 1890712"/>
              <a:gd name="connsiteX133" fmla="*/ 1859757 w 2543175"/>
              <a:gd name="connsiteY133" fmla="*/ 1366837 h 1890712"/>
              <a:gd name="connsiteX134" fmla="*/ 1869282 w 2543175"/>
              <a:gd name="connsiteY134" fmla="*/ 1371600 h 1890712"/>
              <a:gd name="connsiteX135" fmla="*/ 1883569 w 2543175"/>
              <a:gd name="connsiteY135" fmla="*/ 1388269 h 1890712"/>
              <a:gd name="connsiteX136" fmla="*/ 1893094 w 2543175"/>
              <a:gd name="connsiteY136" fmla="*/ 1395412 h 1890712"/>
              <a:gd name="connsiteX137" fmla="*/ 1902619 w 2543175"/>
              <a:gd name="connsiteY137" fmla="*/ 1404937 h 1890712"/>
              <a:gd name="connsiteX138" fmla="*/ 1912144 w 2543175"/>
              <a:gd name="connsiteY138" fmla="*/ 1409700 h 1890712"/>
              <a:gd name="connsiteX139" fmla="*/ 1931194 w 2543175"/>
              <a:gd name="connsiteY139" fmla="*/ 1421606 h 1890712"/>
              <a:gd name="connsiteX140" fmla="*/ 1935957 w 2543175"/>
              <a:gd name="connsiteY140" fmla="*/ 1428750 h 1890712"/>
              <a:gd name="connsiteX141" fmla="*/ 1952625 w 2543175"/>
              <a:gd name="connsiteY141" fmla="*/ 1438275 h 1890712"/>
              <a:gd name="connsiteX142" fmla="*/ 1971675 w 2543175"/>
              <a:gd name="connsiteY142" fmla="*/ 1450181 h 1890712"/>
              <a:gd name="connsiteX143" fmla="*/ 1981200 w 2543175"/>
              <a:gd name="connsiteY143" fmla="*/ 1454944 h 1890712"/>
              <a:gd name="connsiteX144" fmla="*/ 1997869 w 2543175"/>
              <a:gd name="connsiteY144" fmla="*/ 1471612 h 1890712"/>
              <a:gd name="connsiteX145" fmla="*/ 2007394 w 2543175"/>
              <a:gd name="connsiteY145" fmla="*/ 1478756 h 1890712"/>
              <a:gd name="connsiteX146" fmla="*/ 2016919 w 2543175"/>
              <a:gd name="connsiteY146" fmla="*/ 1483519 h 1890712"/>
              <a:gd name="connsiteX147" fmla="*/ 2024063 w 2543175"/>
              <a:gd name="connsiteY147" fmla="*/ 1490662 h 1890712"/>
              <a:gd name="connsiteX148" fmla="*/ 2033588 w 2543175"/>
              <a:gd name="connsiteY148" fmla="*/ 1495425 h 1890712"/>
              <a:gd name="connsiteX149" fmla="*/ 2040732 w 2543175"/>
              <a:gd name="connsiteY149" fmla="*/ 1502569 h 1890712"/>
              <a:gd name="connsiteX150" fmla="*/ 2047875 w 2543175"/>
              <a:gd name="connsiteY150" fmla="*/ 1507331 h 1890712"/>
              <a:gd name="connsiteX151" fmla="*/ 2057400 w 2543175"/>
              <a:gd name="connsiteY151" fmla="*/ 1514475 h 1890712"/>
              <a:gd name="connsiteX152" fmla="*/ 2064544 w 2543175"/>
              <a:gd name="connsiteY152" fmla="*/ 1519237 h 1890712"/>
              <a:gd name="connsiteX153" fmla="*/ 2071688 w 2543175"/>
              <a:gd name="connsiteY153" fmla="*/ 1526381 h 1890712"/>
              <a:gd name="connsiteX154" fmla="*/ 2081213 w 2543175"/>
              <a:gd name="connsiteY154" fmla="*/ 1531144 h 1890712"/>
              <a:gd name="connsiteX155" fmla="*/ 2090738 w 2543175"/>
              <a:gd name="connsiteY155" fmla="*/ 1538287 h 1890712"/>
              <a:gd name="connsiteX156" fmla="*/ 2109788 w 2543175"/>
              <a:gd name="connsiteY156" fmla="*/ 1547812 h 1890712"/>
              <a:gd name="connsiteX157" fmla="*/ 2131219 w 2543175"/>
              <a:gd name="connsiteY157" fmla="*/ 1562100 h 1890712"/>
              <a:gd name="connsiteX158" fmla="*/ 2140744 w 2543175"/>
              <a:gd name="connsiteY158" fmla="*/ 1566862 h 1890712"/>
              <a:gd name="connsiteX159" fmla="*/ 2152650 w 2543175"/>
              <a:gd name="connsiteY159" fmla="*/ 1576387 h 1890712"/>
              <a:gd name="connsiteX160" fmla="*/ 2181225 w 2543175"/>
              <a:gd name="connsiteY160" fmla="*/ 1590675 h 1890712"/>
              <a:gd name="connsiteX161" fmla="*/ 2200275 w 2543175"/>
              <a:gd name="connsiteY161" fmla="*/ 1607344 h 1890712"/>
              <a:gd name="connsiteX162" fmla="*/ 2207419 w 2543175"/>
              <a:gd name="connsiteY162" fmla="*/ 1612106 h 1890712"/>
              <a:gd name="connsiteX163" fmla="*/ 2216944 w 2543175"/>
              <a:gd name="connsiteY163" fmla="*/ 1619250 h 1890712"/>
              <a:gd name="connsiteX164" fmla="*/ 2224088 w 2543175"/>
              <a:gd name="connsiteY164" fmla="*/ 1624012 h 1890712"/>
              <a:gd name="connsiteX165" fmla="*/ 2247900 w 2543175"/>
              <a:gd name="connsiteY165" fmla="*/ 1643062 h 1890712"/>
              <a:gd name="connsiteX166" fmla="*/ 2255044 w 2543175"/>
              <a:gd name="connsiteY166" fmla="*/ 1650206 h 1890712"/>
              <a:gd name="connsiteX167" fmla="*/ 2281238 w 2543175"/>
              <a:gd name="connsiteY167" fmla="*/ 1664494 h 1890712"/>
              <a:gd name="connsiteX168" fmla="*/ 2297907 w 2543175"/>
              <a:gd name="connsiteY168" fmla="*/ 1674019 h 1890712"/>
              <a:gd name="connsiteX169" fmla="*/ 2312194 w 2543175"/>
              <a:gd name="connsiteY169" fmla="*/ 1685925 h 1890712"/>
              <a:gd name="connsiteX170" fmla="*/ 2328863 w 2543175"/>
              <a:gd name="connsiteY170" fmla="*/ 1697831 h 1890712"/>
              <a:gd name="connsiteX171" fmla="*/ 2350294 w 2543175"/>
              <a:gd name="connsiteY171" fmla="*/ 1712119 h 1890712"/>
              <a:gd name="connsiteX172" fmla="*/ 2369344 w 2543175"/>
              <a:gd name="connsiteY172" fmla="*/ 1724025 h 1890712"/>
              <a:gd name="connsiteX173" fmla="*/ 2428876 w 2543175"/>
              <a:gd name="connsiteY173" fmla="*/ 1785938 h 1890712"/>
              <a:gd name="connsiteX174" fmla="*/ 2466975 w 2543175"/>
              <a:gd name="connsiteY174" fmla="*/ 1783556 h 1890712"/>
              <a:gd name="connsiteX175" fmla="*/ 2481263 w 2543175"/>
              <a:gd name="connsiteY175" fmla="*/ 1795462 h 1890712"/>
              <a:gd name="connsiteX176" fmla="*/ 2486025 w 2543175"/>
              <a:gd name="connsiteY176" fmla="*/ 1802606 h 1890712"/>
              <a:gd name="connsiteX177" fmla="*/ 2514600 w 2543175"/>
              <a:gd name="connsiteY177" fmla="*/ 1850231 h 1890712"/>
              <a:gd name="connsiteX178" fmla="*/ 2519363 w 2543175"/>
              <a:gd name="connsiteY178" fmla="*/ 1857375 h 1890712"/>
              <a:gd name="connsiteX179" fmla="*/ 2540794 w 2543175"/>
              <a:gd name="connsiteY179" fmla="*/ 1883569 h 1890712"/>
              <a:gd name="connsiteX180" fmla="*/ 2543175 w 2543175"/>
              <a:gd name="connsiteY18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302419 w 2543175"/>
              <a:gd name="connsiteY26" fmla="*/ 204787 h 1890712"/>
              <a:gd name="connsiteX27" fmla="*/ 309563 w 2543175"/>
              <a:gd name="connsiteY27" fmla="*/ 209550 h 1890712"/>
              <a:gd name="connsiteX28" fmla="*/ 333375 w 2543175"/>
              <a:gd name="connsiteY28" fmla="*/ 228600 h 1890712"/>
              <a:gd name="connsiteX29" fmla="*/ 340519 w 2543175"/>
              <a:gd name="connsiteY29" fmla="*/ 233362 h 1890712"/>
              <a:gd name="connsiteX30" fmla="*/ 354807 w 2543175"/>
              <a:gd name="connsiteY30" fmla="*/ 247650 h 1890712"/>
              <a:gd name="connsiteX31" fmla="*/ 366713 w 2543175"/>
              <a:gd name="connsiteY31" fmla="*/ 264319 h 1890712"/>
              <a:gd name="connsiteX32" fmla="*/ 371475 w 2543175"/>
              <a:gd name="connsiteY32" fmla="*/ 271462 h 1890712"/>
              <a:gd name="connsiteX33" fmla="*/ 378619 w 2543175"/>
              <a:gd name="connsiteY33" fmla="*/ 276225 h 1890712"/>
              <a:gd name="connsiteX34" fmla="*/ 385763 w 2543175"/>
              <a:gd name="connsiteY34" fmla="*/ 283369 h 1890712"/>
              <a:gd name="connsiteX35" fmla="*/ 395288 w 2543175"/>
              <a:gd name="connsiteY35" fmla="*/ 288131 h 1890712"/>
              <a:gd name="connsiteX36" fmla="*/ 404813 w 2543175"/>
              <a:gd name="connsiteY36" fmla="*/ 295275 h 1890712"/>
              <a:gd name="connsiteX37" fmla="*/ 411957 w 2543175"/>
              <a:gd name="connsiteY37" fmla="*/ 297656 h 1890712"/>
              <a:gd name="connsiteX38" fmla="*/ 421482 w 2543175"/>
              <a:gd name="connsiteY38" fmla="*/ 302419 h 1890712"/>
              <a:gd name="connsiteX39" fmla="*/ 447675 w 2543175"/>
              <a:gd name="connsiteY39" fmla="*/ 307181 h 1890712"/>
              <a:gd name="connsiteX40" fmla="*/ 461963 w 2543175"/>
              <a:gd name="connsiteY40" fmla="*/ 321469 h 1890712"/>
              <a:gd name="connsiteX41" fmla="*/ 466725 w 2543175"/>
              <a:gd name="connsiteY41" fmla="*/ 328612 h 1890712"/>
              <a:gd name="connsiteX42" fmla="*/ 476250 w 2543175"/>
              <a:gd name="connsiteY42" fmla="*/ 335756 h 1890712"/>
              <a:gd name="connsiteX43" fmla="*/ 481013 w 2543175"/>
              <a:gd name="connsiteY43" fmla="*/ 342900 h 1890712"/>
              <a:gd name="connsiteX44" fmla="*/ 490538 w 2543175"/>
              <a:gd name="connsiteY44" fmla="*/ 352425 h 1890712"/>
              <a:gd name="connsiteX45" fmla="*/ 495300 w 2543175"/>
              <a:gd name="connsiteY45" fmla="*/ 359569 h 1890712"/>
              <a:gd name="connsiteX46" fmla="*/ 509588 w 2543175"/>
              <a:gd name="connsiteY46" fmla="*/ 376237 h 1890712"/>
              <a:gd name="connsiteX47" fmla="*/ 514350 w 2543175"/>
              <a:gd name="connsiteY47" fmla="*/ 383381 h 1890712"/>
              <a:gd name="connsiteX48" fmla="*/ 531019 w 2543175"/>
              <a:gd name="connsiteY48" fmla="*/ 397669 h 1890712"/>
              <a:gd name="connsiteX49" fmla="*/ 538163 w 2543175"/>
              <a:gd name="connsiteY49" fmla="*/ 407194 h 1890712"/>
              <a:gd name="connsiteX50" fmla="*/ 554832 w 2543175"/>
              <a:gd name="connsiteY50" fmla="*/ 421481 h 1890712"/>
              <a:gd name="connsiteX51" fmla="*/ 564357 w 2543175"/>
              <a:gd name="connsiteY51" fmla="*/ 431006 h 1890712"/>
              <a:gd name="connsiteX52" fmla="*/ 573882 w 2543175"/>
              <a:gd name="connsiteY52" fmla="*/ 438150 h 1890712"/>
              <a:gd name="connsiteX53" fmla="*/ 595313 w 2543175"/>
              <a:gd name="connsiteY53" fmla="*/ 454819 h 1890712"/>
              <a:gd name="connsiteX54" fmla="*/ 602457 w 2543175"/>
              <a:gd name="connsiteY54" fmla="*/ 457200 h 1890712"/>
              <a:gd name="connsiteX55" fmla="*/ 628650 w 2543175"/>
              <a:gd name="connsiteY55" fmla="*/ 469106 h 1890712"/>
              <a:gd name="connsiteX56" fmla="*/ 645319 w 2543175"/>
              <a:gd name="connsiteY56" fmla="*/ 483394 h 1890712"/>
              <a:gd name="connsiteX57" fmla="*/ 654844 w 2543175"/>
              <a:gd name="connsiteY57" fmla="*/ 488156 h 1890712"/>
              <a:gd name="connsiteX58" fmla="*/ 661988 w 2543175"/>
              <a:gd name="connsiteY58" fmla="*/ 497681 h 1890712"/>
              <a:gd name="connsiteX59" fmla="*/ 683419 w 2543175"/>
              <a:gd name="connsiteY59" fmla="*/ 514350 h 1890712"/>
              <a:gd name="connsiteX60" fmla="*/ 700088 w 2543175"/>
              <a:gd name="connsiteY60" fmla="*/ 526256 h 1890712"/>
              <a:gd name="connsiteX61" fmla="*/ 709613 w 2543175"/>
              <a:gd name="connsiteY61" fmla="*/ 535781 h 1890712"/>
              <a:gd name="connsiteX62" fmla="*/ 719138 w 2543175"/>
              <a:gd name="connsiteY62" fmla="*/ 542925 h 1890712"/>
              <a:gd name="connsiteX63" fmla="*/ 733425 w 2543175"/>
              <a:gd name="connsiteY63" fmla="*/ 557212 h 1890712"/>
              <a:gd name="connsiteX64" fmla="*/ 750094 w 2543175"/>
              <a:gd name="connsiteY64" fmla="*/ 569119 h 1890712"/>
              <a:gd name="connsiteX65" fmla="*/ 769144 w 2543175"/>
              <a:gd name="connsiteY65" fmla="*/ 581025 h 1890712"/>
              <a:gd name="connsiteX66" fmla="*/ 785813 w 2543175"/>
              <a:gd name="connsiteY66" fmla="*/ 590550 h 1890712"/>
              <a:gd name="connsiteX67" fmla="*/ 792957 w 2543175"/>
              <a:gd name="connsiteY67" fmla="*/ 600075 h 1890712"/>
              <a:gd name="connsiteX68" fmla="*/ 809625 w 2543175"/>
              <a:gd name="connsiteY68" fmla="*/ 611981 h 1890712"/>
              <a:gd name="connsiteX69" fmla="*/ 816769 w 2543175"/>
              <a:gd name="connsiteY69" fmla="*/ 619125 h 1890712"/>
              <a:gd name="connsiteX70" fmla="*/ 826294 w 2543175"/>
              <a:gd name="connsiteY70" fmla="*/ 626269 h 1890712"/>
              <a:gd name="connsiteX71" fmla="*/ 840582 w 2543175"/>
              <a:gd name="connsiteY71" fmla="*/ 638175 h 1890712"/>
              <a:gd name="connsiteX72" fmla="*/ 847725 w 2543175"/>
              <a:gd name="connsiteY72" fmla="*/ 645319 h 1890712"/>
              <a:gd name="connsiteX73" fmla="*/ 857250 w 2543175"/>
              <a:gd name="connsiteY73" fmla="*/ 652462 h 1890712"/>
              <a:gd name="connsiteX74" fmla="*/ 864394 w 2543175"/>
              <a:gd name="connsiteY74" fmla="*/ 657225 h 1890712"/>
              <a:gd name="connsiteX75" fmla="*/ 888207 w 2543175"/>
              <a:gd name="connsiteY75" fmla="*/ 676275 h 1890712"/>
              <a:gd name="connsiteX76" fmla="*/ 895350 w 2543175"/>
              <a:gd name="connsiteY76" fmla="*/ 681037 h 1890712"/>
              <a:gd name="connsiteX77" fmla="*/ 907257 w 2543175"/>
              <a:gd name="connsiteY77" fmla="*/ 683419 h 1890712"/>
              <a:gd name="connsiteX78" fmla="*/ 928688 w 2543175"/>
              <a:gd name="connsiteY78" fmla="*/ 695325 h 1890712"/>
              <a:gd name="connsiteX79" fmla="*/ 942975 w 2543175"/>
              <a:gd name="connsiteY79" fmla="*/ 700087 h 1890712"/>
              <a:gd name="connsiteX80" fmla="*/ 964407 w 2543175"/>
              <a:gd name="connsiteY80" fmla="*/ 716756 h 1890712"/>
              <a:gd name="connsiteX81" fmla="*/ 971550 w 2543175"/>
              <a:gd name="connsiteY81" fmla="*/ 723900 h 1890712"/>
              <a:gd name="connsiteX82" fmla="*/ 983457 w 2543175"/>
              <a:gd name="connsiteY82" fmla="*/ 733425 h 1890712"/>
              <a:gd name="connsiteX83" fmla="*/ 990600 w 2543175"/>
              <a:gd name="connsiteY83" fmla="*/ 738187 h 1890712"/>
              <a:gd name="connsiteX84" fmla="*/ 1007269 w 2543175"/>
              <a:gd name="connsiteY84" fmla="*/ 752475 h 1890712"/>
              <a:gd name="connsiteX85" fmla="*/ 1031082 w 2543175"/>
              <a:gd name="connsiteY85" fmla="*/ 766762 h 1890712"/>
              <a:gd name="connsiteX86" fmla="*/ 1042988 w 2543175"/>
              <a:gd name="connsiteY86" fmla="*/ 773906 h 1890712"/>
              <a:gd name="connsiteX87" fmla="*/ 1071563 w 2543175"/>
              <a:gd name="connsiteY87" fmla="*/ 785812 h 1890712"/>
              <a:gd name="connsiteX88" fmla="*/ 1097757 w 2543175"/>
              <a:gd name="connsiteY88" fmla="*/ 807244 h 1890712"/>
              <a:gd name="connsiteX89" fmla="*/ 1104900 w 2543175"/>
              <a:gd name="connsiteY89" fmla="*/ 814387 h 1890712"/>
              <a:gd name="connsiteX90" fmla="*/ 1121569 w 2543175"/>
              <a:gd name="connsiteY90" fmla="*/ 823912 h 1890712"/>
              <a:gd name="connsiteX91" fmla="*/ 1138238 w 2543175"/>
              <a:gd name="connsiteY91" fmla="*/ 835819 h 1890712"/>
              <a:gd name="connsiteX92" fmla="*/ 1147763 w 2543175"/>
              <a:gd name="connsiteY92" fmla="*/ 842962 h 1890712"/>
              <a:gd name="connsiteX93" fmla="*/ 1157288 w 2543175"/>
              <a:gd name="connsiteY93" fmla="*/ 847725 h 1890712"/>
              <a:gd name="connsiteX94" fmla="*/ 1178719 w 2543175"/>
              <a:gd name="connsiteY94" fmla="*/ 859631 h 1890712"/>
              <a:gd name="connsiteX95" fmla="*/ 1188244 w 2543175"/>
              <a:gd name="connsiteY95" fmla="*/ 866775 h 1890712"/>
              <a:gd name="connsiteX96" fmla="*/ 1195388 w 2543175"/>
              <a:gd name="connsiteY96" fmla="*/ 871537 h 1890712"/>
              <a:gd name="connsiteX97" fmla="*/ 1212057 w 2543175"/>
              <a:gd name="connsiteY97" fmla="*/ 883444 h 1890712"/>
              <a:gd name="connsiteX98" fmla="*/ 1226344 w 2543175"/>
              <a:gd name="connsiteY98" fmla="*/ 895350 h 1890712"/>
              <a:gd name="connsiteX99" fmla="*/ 1245394 w 2543175"/>
              <a:gd name="connsiteY99" fmla="*/ 907256 h 1890712"/>
              <a:gd name="connsiteX100" fmla="*/ 1254919 w 2543175"/>
              <a:gd name="connsiteY100" fmla="*/ 914400 h 1890712"/>
              <a:gd name="connsiteX101" fmla="*/ 1269207 w 2543175"/>
              <a:gd name="connsiteY101" fmla="*/ 921544 h 1890712"/>
              <a:gd name="connsiteX102" fmla="*/ 1290638 w 2543175"/>
              <a:gd name="connsiteY102" fmla="*/ 935831 h 1890712"/>
              <a:gd name="connsiteX103" fmla="*/ 1307307 w 2543175"/>
              <a:gd name="connsiteY103" fmla="*/ 952500 h 1890712"/>
              <a:gd name="connsiteX104" fmla="*/ 1333500 w 2543175"/>
              <a:gd name="connsiteY104" fmla="*/ 971550 h 1890712"/>
              <a:gd name="connsiteX105" fmla="*/ 1359694 w 2543175"/>
              <a:gd name="connsiteY105" fmla="*/ 990600 h 1890712"/>
              <a:gd name="connsiteX106" fmla="*/ 1373982 w 2543175"/>
              <a:gd name="connsiteY106" fmla="*/ 997744 h 1890712"/>
              <a:gd name="connsiteX107" fmla="*/ 1388269 w 2543175"/>
              <a:gd name="connsiteY107" fmla="*/ 1007269 h 1890712"/>
              <a:gd name="connsiteX108" fmla="*/ 1414463 w 2543175"/>
              <a:gd name="connsiteY108" fmla="*/ 1019175 h 1890712"/>
              <a:gd name="connsiteX109" fmla="*/ 1428750 w 2543175"/>
              <a:gd name="connsiteY109" fmla="*/ 1026319 h 1890712"/>
              <a:gd name="connsiteX110" fmla="*/ 1471613 w 2543175"/>
              <a:gd name="connsiteY110" fmla="*/ 1059656 h 1890712"/>
              <a:gd name="connsiteX111" fmla="*/ 1495425 w 2543175"/>
              <a:gd name="connsiteY111" fmla="*/ 1088231 h 1890712"/>
              <a:gd name="connsiteX112" fmla="*/ 1547812 w 2543175"/>
              <a:gd name="connsiteY112" fmla="*/ 1133475 h 1890712"/>
              <a:gd name="connsiteX113" fmla="*/ 1597819 w 2543175"/>
              <a:gd name="connsiteY113" fmla="*/ 1154906 h 1890712"/>
              <a:gd name="connsiteX114" fmla="*/ 1604963 w 2543175"/>
              <a:gd name="connsiteY114" fmla="*/ 1162050 h 1890712"/>
              <a:gd name="connsiteX115" fmla="*/ 1612107 w 2543175"/>
              <a:gd name="connsiteY115" fmla="*/ 1166812 h 1890712"/>
              <a:gd name="connsiteX116" fmla="*/ 1628775 w 2543175"/>
              <a:gd name="connsiteY116" fmla="*/ 1183481 h 1890712"/>
              <a:gd name="connsiteX117" fmla="*/ 1662113 w 2543175"/>
              <a:gd name="connsiteY117" fmla="*/ 1209675 h 1890712"/>
              <a:gd name="connsiteX118" fmla="*/ 1678782 w 2543175"/>
              <a:gd name="connsiteY118" fmla="*/ 1226344 h 1890712"/>
              <a:gd name="connsiteX119" fmla="*/ 1700213 w 2543175"/>
              <a:gd name="connsiteY119" fmla="*/ 1247775 h 1890712"/>
              <a:gd name="connsiteX120" fmla="*/ 1712119 w 2543175"/>
              <a:gd name="connsiteY120" fmla="*/ 1259681 h 1890712"/>
              <a:gd name="connsiteX121" fmla="*/ 1733550 w 2543175"/>
              <a:gd name="connsiteY121" fmla="*/ 1273969 h 1890712"/>
              <a:gd name="connsiteX122" fmla="*/ 1743075 w 2543175"/>
              <a:gd name="connsiteY122" fmla="*/ 1283494 h 1890712"/>
              <a:gd name="connsiteX123" fmla="*/ 1754982 w 2543175"/>
              <a:gd name="connsiteY123" fmla="*/ 1290637 h 1890712"/>
              <a:gd name="connsiteX124" fmla="*/ 1766888 w 2543175"/>
              <a:gd name="connsiteY124" fmla="*/ 1300162 h 1890712"/>
              <a:gd name="connsiteX125" fmla="*/ 1783557 w 2543175"/>
              <a:gd name="connsiteY125" fmla="*/ 1307306 h 1890712"/>
              <a:gd name="connsiteX126" fmla="*/ 1790700 w 2543175"/>
              <a:gd name="connsiteY126" fmla="*/ 1312069 h 1890712"/>
              <a:gd name="connsiteX127" fmla="*/ 1800225 w 2543175"/>
              <a:gd name="connsiteY127" fmla="*/ 1319212 h 1890712"/>
              <a:gd name="connsiteX128" fmla="*/ 1807369 w 2543175"/>
              <a:gd name="connsiteY128" fmla="*/ 1321594 h 1890712"/>
              <a:gd name="connsiteX129" fmla="*/ 1824038 w 2543175"/>
              <a:gd name="connsiteY129" fmla="*/ 1333500 h 1890712"/>
              <a:gd name="connsiteX130" fmla="*/ 1843088 w 2543175"/>
              <a:gd name="connsiteY130" fmla="*/ 1352550 h 1890712"/>
              <a:gd name="connsiteX131" fmla="*/ 1852613 w 2543175"/>
              <a:gd name="connsiteY131" fmla="*/ 1359694 h 1890712"/>
              <a:gd name="connsiteX132" fmla="*/ 1859757 w 2543175"/>
              <a:gd name="connsiteY132" fmla="*/ 1366837 h 1890712"/>
              <a:gd name="connsiteX133" fmla="*/ 1869282 w 2543175"/>
              <a:gd name="connsiteY133" fmla="*/ 1371600 h 1890712"/>
              <a:gd name="connsiteX134" fmla="*/ 1883569 w 2543175"/>
              <a:gd name="connsiteY134" fmla="*/ 1388269 h 1890712"/>
              <a:gd name="connsiteX135" fmla="*/ 1893094 w 2543175"/>
              <a:gd name="connsiteY135" fmla="*/ 1395412 h 1890712"/>
              <a:gd name="connsiteX136" fmla="*/ 1902619 w 2543175"/>
              <a:gd name="connsiteY136" fmla="*/ 1404937 h 1890712"/>
              <a:gd name="connsiteX137" fmla="*/ 1912144 w 2543175"/>
              <a:gd name="connsiteY137" fmla="*/ 1409700 h 1890712"/>
              <a:gd name="connsiteX138" fmla="*/ 1931194 w 2543175"/>
              <a:gd name="connsiteY138" fmla="*/ 1421606 h 1890712"/>
              <a:gd name="connsiteX139" fmla="*/ 1935957 w 2543175"/>
              <a:gd name="connsiteY139" fmla="*/ 1428750 h 1890712"/>
              <a:gd name="connsiteX140" fmla="*/ 1952625 w 2543175"/>
              <a:gd name="connsiteY140" fmla="*/ 1438275 h 1890712"/>
              <a:gd name="connsiteX141" fmla="*/ 1971675 w 2543175"/>
              <a:gd name="connsiteY141" fmla="*/ 1450181 h 1890712"/>
              <a:gd name="connsiteX142" fmla="*/ 1981200 w 2543175"/>
              <a:gd name="connsiteY142" fmla="*/ 1454944 h 1890712"/>
              <a:gd name="connsiteX143" fmla="*/ 1997869 w 2543175"/>
              <a:gd name="connsiteY143" fmla="*/ 1471612 h 1890712"/>
              <a:gd name="connsiteX144" fmla="*/ 2007394 w 2543175"/>
              <a:gd name="connsiteY144" fmla="*/ 1478756 h 1890712"/>
              <a:gd name="connsiteX145" fmla="*/ 2016919 w 2543175"/>
              <a:gd name="connsiteY145" fmla="*/ 1483519 h 1890712"/>
              <a:gd name="connsiteX146" fmla="*/ 2024063 w 2543175"/>
              <a:gd name="connsiteY146" fmla="*/ 1490662 h 1890712"/>
              <a:gd name="connsiteX147" fmla="*/ 2033588 w 2543175"/>
              <a:gd name="connsiteY147" fmla="*/ 1495425 h 1890712"/>
              <a:gd name="connsiteX148" fmla="*/ 2040732 w 2543175"/>
              <a:gd name="connsiteY148" fmla="*/ 1502569 h 1890712"/>
              <a:gd name="connsiteX149" fmla="*/ 2047875 w 2543175"/>
              <a:gd name="connsiteY149" fmla="*/ 1507331 h 1890712"/>
              <a:gd name="connsiteX150" fmla="*/ 2057400 w 2543175"/>
              <a:gd name="connsiteY150" fmla="*/ 1514475 h 1890712"/>
              <a:gd name="connsiteX151" fmla="*/ 2064544 w 2543175"/>
              <a:gd name="connsiteY151" fmla="*/ 1519237 h 1890712"/>
              <a:gd name="connsiteX152" fmla="*/ 2071688 w 2543175"/>
              <a:gd name="connsiteY152" fmla="*/ 1526381 h 1890712"/>
              <a:gd name="connsiteX153" fmla="*/ 2081213 w 2543175"/>
              <a:gd name="connsiteY153" fmla="*/ 1531144 h 1890712"/>
              <a:gd name="connsiteX154" fmla="*/ 2090738 w 2543175"/>
              <a:gd name="connsiteY154" fmla="*/ 1538287 h 1890712"/>
              <a:gd name="connsiteX155" fmla="*/ 2109788 w 2543175"/>
              <a:gd name="connsiteY155" fmla="*/ 1547812 h 1890712"/>
              <a:gd name="connsiteX156" fmla="*/ 2131219 w 2543175"/>
              <a:gd name="connsiteY156" fmla="*/ 1562100 h 1890712"/>
              <a:gd name="connsiteX157" fmla="*/ 2140744 w 2543175"/>
              <a:gd name="connsiteY157" fmla="*/ 1566862 h 1890712"/>
              <a:gd name="connsiteX158" fmla="*/ 2152650 w 2543175"/>
              <a:gd name="connsiteY158" fmla="*/ 1576387 h 1890712"/>
              <a:gd name="connsiteX159" fmla="*/ 2181225 w 2543175"/>
              <a:gd name="connsiteY159" fmla="*/ 1590675 h 1890712"/>
              <a:gd name="connsiteX160" fmla="*/ 2200275 w 2543175"/>
              <a:gd name="connsiteY160" fmla="*/ 1607344 h 1890712"/>
              <a:gd name="connsiteX161" fmla="*/ 2207419 w 2543175"/>
              <a:gd name="connsiteY161" fmla="*/ 1612106 h 1890712"/>
              <a:gd name="connsiteX162" fmla="*/ 2216944 w 2543175"/>
              <a:gd name="connsiteY162" fmla="*/ 1619250 h 1890712"/>
              <a:gd name="connsiteX163" fmla="*/ 2224088 w 2543175"/>
              <a:gd name="connsiteY163" fmla="*/ 1624012 h 1890712"/>
              <a:gd name="connsiteX164" fmla="*/ 2247900 w 2543175"/>
              <a:gd name="connsiteY164" fmla="*/ 1643062 h 1890712"/>
              <a:gd name="connsiteX165" fmla="*/ 2255044 w 2543175"/>
              <a:gd name="connsiteY165" fmla="*/ 1650206 h 1890712"/>
              <a:gd name="connsiteX166" fmla="*/ 2281238 w 2543175"/>
              <a:gd name="connsiteY166" fmla="*/ 1664494 h 1890712"/>
              <a:gd name="connsiteX167" fmla="*/ 2297907 w 2543175"/>
              <a:gd name="connsiteY167" fmla="*/ 1674019 h 1890712"/>
              <a:gd name="connsiteX168" fmla="*/ 2312194 w 2543175"/>
              <a:gd name="connsiteY168" fmla="*/ 1685925 h 1890712"/>
              <a:gd name="connsiteX169" fmla="*/ 2328863 w 2543175"/>
              <a:gd name="connsiteY169" fmla="*/ 1697831 h 1890712"/>
              <a:gd name="connsiteX170" fmla="*/ 2350294 w 2543175"/>
              <a:gd name="connsiteY170" fmla="*/ 1712119 h 1890712"/>
              <a:gd name="connsiteX171" fmla="*/ 2369344 w 2543175"/>
              <a:gd name="connsiteY171" fmla="*/ 1724025 h 1890712"/>
              <a:gd name="connsiteX172" fmla="*/ 2428876 w 2543175"/>
              <a:gd name="connsiteY172" fmla="*/ 1785938 h 1890712"/>
              <a:gd name="connsiteX173" fmla="*/ 2466975 w 2543175"/>
              <a:gd name="connsiteY173" fmla="*/ 1783556 h 1890712"/>
              <a:gd name="connsiteX174" fmla="*/ 2481263 w 2543175"/>
              <a:gd name="connsiteY174" fmla="*/ 1795462 h 1890712"/>
              <a:gd name="connsiteX175" fmla="*/ 2486025 w 2543175"/>
              <a:gd name="connsiteY175" fmla="*/ 1802606 h 1890712"/>
              <a:gd name="connsiteX176" fmla="*/ 2514600 w 2543175"/>
              <a:gd name="connsiteY176" fmla="*/ 1850231 h 1890712"/>
              <a:gd name="connsiteX177" fmla="*/ 2519363 w 2543175"/>
              <a:gd name="connsiteY177" fmla="*/ 1857375 h 1890712"/>
              <a:gd name="connsiteX178" fmla="*/ 2540794 w 2543175"/>
              <a:gd name="connsiteY178" fmla="*/ 1883569 h 1890712"/>
              <a:gd name="connsiteX179" fmla="*/ 2543175 w 2543175"/>
              <a:gd name="connsiteY17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302419 w 2543175"/>
              <a:gd name="connsiteY25" fmla="*/ 204787 h 1890712"/>
              <a:gd name="connsiteX26" fmla="*/ 309563 w 2543175"/>
              <a:gd name="connsiteY26" fmla="*/ 209550 h 1890712"/>
              <a:gd name="connsiteX27" fmla="*/ 333375 w 2543175"/>
              <a:gd name="connsiteY27" fmla="*/ 228600 h 1890712"/>
              <a:gd name="connsiteX28" fmla="*/ 340519 w 2543175"/>
              <a:gd name="connsiteY28" fmla="*/ 233362 h 1890712"/>
              <a:gd name="connsiteX29" fmla="*/ 354807 w 2543175"/>
              <a:gd name="connsiteY29" fmla="*/ 247650 h 1890712"/>
              <a:gd name="connsiteX30" fmla="*/ 366713 w 2543175"/>
              <a:gd name="connsiteY30" fmla="*/ 264319 h 1890712"/>
              <a:gd name="connsiteX31" fmla="*/ 371475 w 2543175"/>
              <a:gd name="connsiteY31" fmla="*/ 271462 h 1890712"/>
              <a:gd name="connsiteX32" fmla="*/ 378619 w 2543175"/>
              <a:gd name="connsiteY32" fmla="*/ 276225 h 1890712"/>
              <a:gd name="connsiteX33" fmla="*/ 385763 w 2543175"/>
              <a:gd name="connsiteY33" fmla="*/ 283369 h 1890712"/>
              <a:gd name="connsiteX34" fmla="*/ 395288 w 2543175"/>
              <a:gd name="connsiteY34" fmla="*/ 288131 h 1890712"/>
              <a:gd name="connsiteX35" fmla="*/ 404813 w 2543175"/>
              <a:gd name="connsiteY35" fmla="*/ 295275 h 1890712"/>
              <a:gd name="connsiteX36" fmla="*/ 411957 w 2543175"/>
              <a:gd name="connsiteY36" fmla="*/ 297656 h 1890712"/>
              <a:gd name="connsiteX37" fmla="*/ 421482 w 2543175"/>
              <a:gd name="connsiteY37" fmla="*/ 302419 h 1890712"/>
              <a:gd name="connsiteX38" fmla="*/ 447675 w 2543175"/>
              <a:gd name="connsiteY38" fmla="*/ 307181 h 1890712"/>
              <a:gd name="connsiteX39" fmla="*/ 461963 w 2543175"/>
              <a:gd name="connsiteY39" fmla="*/ 321469 h 1890712"/>
              <a:gd name="connsiteX40" fmla="*/ 466725 w 2543175"/>
              <a:gd name="connsiteY40" fmla="*/ 328612 h 1890712"/>
              <a:gd name="connsiteX41" fmla="*/ 476250 w 2543175"/>
              <a:gd name="connsiteY41" fmla="*/ 335756 h 1890712"/>
              <a:gd name="connsiteX42" fmla="*/ 481013 w 2543175"/>
              <a:gd name="connsiteY42" fmla="*/ 342900 h 1890712"/>
              <a:gd name="connsiteX43" fmla="*/ 490538 w 2543175"/>
              <a:gd name="connsiteY43" fmla="*/ 352425 h 1890712"/>
              <a:gd name="connsiteX44" fmla="*/ 495300 w 2543175"/>
              <a:gd name="connsiteY44" fmla="*/ 359569 h 1890712"/>
              <a:gd name="connsiteX45" fmla="*/ 509588 w 2543175"/>
              <a:gd name="connsiteY45" fmla="*/ 376237 h 1890712"/>
              <a:gd name="connsiteX46" fmla="*/ 514350 w 2543175"/>
              <a:gd name="connsiteY46" fmla="*/ 383381 h 1890712"/>
              <a:gd name="connsiteX47" fmla="*/ 531019 w 2543175"/>
              <a:gd name="connsiteY47" fmla="*/ 397669 h 1890712"/>
              <a:gd name="connsiteX48" fmla="*/ 538163 w 2543175"/>
              <a:gd name="connsiteY48" fmla="*/ 407194 h 1890712"/>
              <a:gd name="connsiteX49" fmla="*/ 554832 w 2543175"/>
              <a:gd name="connsiteY49" fmla="*/ 421481 h 1890712"/>
              <a:gd name="connsiteX50" fmla="*/ 564357 w 2543175"/>
              <a:gd name="connsiteY50" fmla="*/ 431006 h 1890712"/>
              <a:gd name="connsiteX51" fmla="*/ 573882 w 2543175"/>
              <a:gd name="connsiteY51" fmla="*/ 438150 h 1890712"/>
              <a:gd name="connsiteX52" fmla="*/ 595313 w 2543175"/>
              <a:gd name="connsiteY52" fmla="*/ 454819 h 1890712"/>
              <a:gd name="connsiteX53" fmla="*/ 602457 w 2543175"/>
              <a:gd name="connsiteY53" fmla="*/ 457200 h 1890712"/>
              <a:gd name="connsiteX54" fmla="*/ 628650 w 2543175"/>
              <a:gd name="connsiteY54" fmla="*/ 469106 h 1890712"/>
              <a:gd name="connsiteX55" fmla="*/ 645319 w 2543175"/>
              <a:gd name="connsiteY55" fmla="*/ 483394 h 1890712"/>
              <a:gd name="connsiteX56" fmla="*/ 654844 w 2543175"/>
              <a:gd name="connsiteY56" fmla="*/ 488156 h 1890712"/>
              <a:gd name="connsiteX57" fmla="*/ 661988 w 2543175"/>
              <a:gd name="connsiteY57" fmla="*/ 497681 h 1890712"/>
              <a:gd name="connsiteX58" fmla="*/ 683419 w 2543175"/>
              <a:gd name="connsiteY58" fmla="*/ 514350 h 1890712"/>
              <a:gd name="connsiteX59" fmla="*/ 700088 w 2543175"/>
              <a:gd name="connsiteY59" fmla="*/ 526256 h 1890712"/>
              <a:gd name="connsiteX60" fmla="*/ 709613 w 2543175"/>
              <a:gd name="connsiteY60" fmla="*/ 535781 h 1890712"/>
              <a:gd name="connsiteX61" fmla="*/ 719138 w 2543175"/>
              <a:gd name="connsiteY61" fmla="*/ 542925 h 1890712"/>
              <a:gd name="connsiteX62" fmla="*/ 733425 w 2543175"/>
              <a:gd name="connsiteY62" fmla="*/ 557212 h 1890712"/>
              <a:gd name="connsiteX63" fmla="*/ 750094 w 2543175"/>
              <a:gd name="connsiteY63" fmla="*/ 569119 h 1890712"/>
              <a:gd name="connsiteX64" fmla="*/ 769144 w 2543175"/>
              <a:gd name="connsiteY64" fmla="*/ 581025 h 1890712"/>
              <a:gd name="connsiteX65" fmla="*/ 785813 w 2543175"/>
              <a:gd name="connsiteY65" fmla="*/ 590550 h 1890712"/>
              <a:gd name="connsiteX66" fmla="*/ 792957 w 2543175"/>
              <a:gd name="connsiteY66" fmla="*/ 600075 h 1890712"/>
              <a:gd name="connsiteX67" fmla="*/ 809625 w 2543175"/>
              <a:gd name="connsiteY67" fmla="*/ 611981 h 1890712"/>
              <a:gd name="connsiteX68" fmla="*/ 816769 w 2543175"/>
              <a:gd name="connsiteY68" fmla="*/ 619125 h 1890712"/>
              <a:gd name="connsiteX69" fmla="*/ 826294 w 2543175"/>
              <a:gd name="connsiteY69" fmla="*/ 626269 h 1890712"/>
              <a:gd name="connsiteX70" fmla="*/ 840582 w 2543175"/>
              <a:gd name="connsiteY70" fmla="*/ 638175 h 1890712"/>
              <a:gd name="connsiteX71" fmla="*/ 847725 w 2543175"/>
              <a:gd name="connsiteY71" fmla="*/ 645319 h 1890712"/>
              <a:gd name="connsiteX72" fmla="*/ 857250 w 2543175"/>
              <a:gd name="connsiteY72" fmla="*/ 652462 h 1890712"/>
              <a:gd name="connsiteX73" fmla="*/ 864394 w 2543175"/>
              <a:gd name="connsiteY73" fmla="*/ 657225 h 1890712"/>
              <a:gd name="connsiteX74" fmla="*/ 888207 w 2543175"/>
              <a:gd name="connsiteY74" fmla="*/ 676275 h 1890712"/>
              <a:gd name="connsiteX75" fmla="*/ 895350 w 2543175"/>
              <a:gd name="connsiteY75" fmla="*/ 681037 h 1890712"/>
              <a:gd name="connsiteX76" fmla="*/ 907257 w 2543175"/>
              <a:gd name="connsiteY76" fmla="*/ 683419 h 1890712"/>
              <a:gd name="connsiteX77" fmla="*/ 928688 w 2543175"/>
              <a:gd name="connsiteY77" fmla="*/ 695325 h 1890712"/>
              <a:gd name="connsiteX78" fmla="*/ 942975 w 2543175"/>
              <a:gd name="connsiteY78" fmla="*/ 700087 h 1890712"/>
              <a:gd name="connsiteX79" fmla="*/ 964407 w 2543175"/>
              <a:gd name="connsiteY79" fmla="*/ 716756 h 1890712"/>
              <a:gd name="connsiteX80" fmla="*/ 971550 w 2543175"/>
              <a:gd name="connsiteY80" fmla="*/ 723900 h 1890712"/>
              <a:gd name="connsiteX81" fmla="*/ 983457 w 2543175"/>
              <a:gd name="connsiteY81" fmla="*/ 733425 h 1890712"/>
              <a:gd name="connsiteX82" fmla="*/ 990600 w 2543175"/>
              <a:gd name="connsiteY82" fmla="*/ 738187 h 1890712"/>
              <a:gd name="connsiteX83" fmla="*/ 1007269 w 2543175"/>
              <a:gd name="connsiteY83" fmla="*/ 752475 h 1890712"/>
              <a:gd name="connsiteX84" fmla="*/ 1031082 w 2543175"/>
              <a:gd name="connsiteY84" fmla="*/ 766762 h 1890712"/>
              <a:gd name="connsiteX85" fmla="*/ 1042988 w 2543175"/>
              <a:gd name="connsiteY85" fmla="*/ 773906 h 1890712"/>
              <a:gd name="connsiteX86" fmla="*/ 1071563 w 2543175"/>
              <a:gd name="connsiteY86" fmla="*/ 785812 h 1890712"/>
              <a:gd name="connsiteX87" fmla="*/ 1097757 w 2543175"/>
              <a:gd name="connsiteY87" fmla="*/ 807244 h 1890712"/>
              <a:gd name="connsiteX88" fmla="*/ 1104900 w 2543175"/>
              <a:gd name="connsiteY88" fmla="*/ 814387 h 1890712"/>
              <a:gd name="connsiteX89" fmla="*/ 1121569 w 2543175"/>
              <a:gd name="connsiteY89" fmla="*/ 823912 h 1890712"/>
              <a:gd name="connsiteX90" fmla="*/ 1138238 w 2543175"/>
              <a:gd name="connsiteY90" fmla="*/ 835819 h 1890712"/>
              <a:gd name="connsiteX91" fmla="*/ 1147763 w 2543175"/>
              <a:gd name="connsiteY91" fmla="*/ 842962 h 1890712"/>
              <a:gd name="connsiteX92" fmla="*/ 1157288 w 2543175"/>
              <a:gd name="connsiteY92" fmla="*/ 847725 h 1890712"/>
              <a:gd name="connsiteX93" fmla="*/ 1178719 w 2543175"/>
              <a:gd name="connsiteY93" fmla="*/ 859631 h 1890712"/>
              <a:gd name="connsiteX94" fmla="*/ 1188244 w 2543175"/>
              <a:gd name="connsiteY94" fmla="*/ 866775 h 1890712"/>
              <a:gd name="connsiteX95" fmla="*/ 1195388 w 2543175"/>
              <a:gd name="connsiteY95" fmla="*/ 871537 h 1890712"/>
              <a:gd name="connsiteX96" fmla="*/ 1212057 w 2543175"/>
              <a:gd name="connsiteY96" fmla="*/ 883444 h 1890712"/>
              <a:gd name="connsiteX97" fmla="*/ 1226344 w 2543175"/>
              <a:gd name="connsiteY97" fmla="*/ 895350 h 1890712"/>
              <a:gd name="connsiteX98" fmla="*/ 1245394 w 2543175"/>
              <a:gd name="connsiteY98" fmla="*/ 907256 h 1890712"/>
              <a:gd name="connsiteX99" fmla="*/ 1254919 w 2543175"/>
              <a:gd name="connsiteY99" fmla="*/ 914400 h 1890712"/>
              <a:gd name="connsiteX100" fmla="*/ 1269207 w 2543175"/>
              <a:gd name="connsiteY100" fmla="*/ 921544 h 1890712"/>
              <a:gd name="connsiteX101" fmla="*/ 1290638 w 2543175"/>
              <a:gd name="connsiteY101" fmla="*/ 935831 h 1890712"/>
              <a:gd name="connsiteX102" fmla="*/ 1307307 w 2543175"/>
              <a:gd name="connsiteY102" fmla="*/ 952500 h 1890712"/>
              <a:gd name="connsiteX103" fmla="*/ 1333500 w 2543175"/>
              <a:gd name="connsiteY103" fmla="*/ 971550 h 1890712"/>
              <a:gd name="connsiteX104" fmla="*/ 1359694 w 2543175"/>
              <a:gd name="connsiteY104" fmla="*/ 990600 h 1890712"/>
              <a:gd name="connsiteX105" fmla="*/ 1373982 w 2543175"/>
              <a:gd name="connsiteY105" fmla="*/ 997744 h 1890712"/>
              <a:gd name="connsiteX106" fmla="*/ 1388269 w 2543175"/>
              <a:gd name="connsiteY106" fmla="*/ 1007269 h 1890712"/>
              <a:gd name="connsiteX107" fmla="*/ 1414463 w 2543175"/>
              <a:gd name="connsiteY107" fmla="*/ 1019175 h 1890712"/>
              <a:gd name="connsiteX108" fmla="*/ 1428750 w 2543175"/>
              <a:gd name="connsiteY108" fmla="*/ 1026319 h 1890712"/>
              <a:gd name="connsiteX109" fmla="*/ 1471613 w 2543175"/>
              <a:gd name="connsiteY109" fmla="*/ 1059656 h 1890712"/>
              <a:gd name="connsiteX110" fmla="*/ 1495425 w 2543175"/>
              <a:gd name="connsiteY110" fmla="*/ 1088231 h 1890712"/>
              <a:gd name="connsiteX111" fmla="*/ 1547812 w 2543175"/>
              <a:gd name="connsiteY111" fmla="*/ 1133475 h 1890712"/>
              <a:gd name="connsiteX112" fmla="*/ 1597819 w 2543175"/>
              <a:gd name="connsiteY112" fmla="*/ 1154906 h 1890712"/>
              <a:gd name="connsiteX113" fmla="*/ 1604963 w 2543175"/>
              <a:gd name="connsiteY113" fmla="*/ 1162050 h 1890712"/>
              <a:gd name="connsiteX114" fmla="*/ 1612107 w 2543175"/>
              <a:gd name="connsiteY114" fmla="*/ 1166812 h 1890712"/>
              <a:gd name="connsiteX115" fmla="*/ 1628775 w 2543175"/>
              <a:gd name="connsiteY115" fmla="*/ 1183481 h 1890712"/>
              <a:gd name="connsiteX116" fmla="*/ 1662113 w 2543175"/>
              <a:gd name="connsiteY116" fmla="*/ 1209675 h 1890712"/>
              <a:gd name="connsiteX117" fmla="*/ 1678782 w 2543175"/>
              <a:gd name="connsiteY117" fmla="*/ 1226344 h 1890712"/>
              <a:gd name="connsiteX118" fmla="*/ 1700213 w 2543175"/>
              <a:gd name="connsiteY118" fmla="*/ 1247775 h 1890712"/>
              <a:gd name="connsiteX119" fmla="*/ 1712119 w 2543175"/>
              <a:gd name="connsiteY119" fmla="*/ 1259681 h 1890712"/>
              <a:gd name="connsiteX120" fmla="*/ 1733550 w 2543175"/>
              <a:gd name="connsiteY120" fmla="*/ 1273969 h 1890712"/>
              <a:gd name="connsiteX121" fmla="*/ 1743075 w 2543175"/>
              <a:gd name="connsiteY121" fmla="*/ 1283494 h 1890712"/>
              <a:gd name="connsiteX122" fmla="*/ 1754982 w 2543175"/>
              <a:gd name="connsiteY122" fmla="*/ 1290637 h 1890712"/>
              <a:gd name="connsiteX123" fmla="*/ 1766888 w 2543175"/>
              <a:gd name="connsiteY123" fmla="*/ 1300162 h 1890712"/>
              <a:gd name="connsiteX124" fmla="*/ 1783557 w 2543175"/>
              <a:gd name="connsiteY124" fmla="*/ 1307306 h 1890712"/>
              <a:gd name="connsiteX125" fmla="*/ 1790700 w 2543175"/>
              <a:gd name="connsiteY125" fmla="*/ 1312069 h 1890712"/>
              <a:gd name="connsiteX126" fmla="*/ 1800225 w 2543175"/>
              <a:gd name="connsiteY126" fmla="*/ 1319212 h 1890712"/>
              <a:gd name="connsiteX127" fmla="*/ 1807369 w 2543175"/>
              <a:gd name="connsiteY127" fmla="*/ 1321594 h 1890712"/>
              <a:gd name="connsiteX128" fmla="*/ 1824038 w 2543175"/>
              <a:gd name="connsiteY128" fmla="*/ 1333500 h 1890712"/>
              <a:gd name="connsiteX129" fmla="*/ 1843088 w 2543175"/>
              <a:gd name="connsiteY129" fmla="*/ 1352550 h 1890712"/>
              <a:gd name="connsiteX130" fmla="*/ 1852613 w 2543175"/>
              <a:gd name="connsiteY130" fmla="*/ 1359694 h 1890712"/>
              <a:gd name="connsiteX131" fmla="*/ 1859757 w 2543175"/>
              <a:gd name="connsiteY131" fmla="*/ 1366837 h 1890712"/>
              <a:gd name="connsiteX132" fmla="*/ 1869282 w 2543175"/>
              <a:gd name="connsiteY132" fmla="*/ 1371600 h 1890712"/>
              <a:gd name="connsiteX133" fmla="*/ 1883569 w 2543175"/>
              <a:gd name="connsiteY133" fmla="*/ 1388269 h 1890712"/>
              <a:gd name="connsiteX134" fmla="*/ 1893094 w 2543175"/>
              <a:gd name="connsiteY134" fmla="*/ 1395412 h 1890712"/>
              <a:gd name="connsiteX135" fmla="*/ 1902619 w 2543175"/>
              <a:gd name="connsiteY135" fmla="*/ 1404937 h 1890712"/>
              <a:gd name="connsiteX136" fmla="*/ 1912144 w 2543175"/>
              <a:gd name="connsiteY136" fmla="*/ 1409700 h 1890712"/>
              <a:gd name="connsiteX137" fmla="*/ 1931194 w 2543175"/>
              <a:gd name="connsiteY137" fmla="*/ 1421606 h 1890712"/>
              <a:gd name="connsiteX138" fmla="*/ 1935957 w 2543175"/>
              <a:gd name="connsiteY138" fmla="*/ 1428750 h 1890712"/>
              <a:gd name="connsiteX139" fmla="*/ 1952625 w 2543175"/>
              <a:gd name="connsiteY139" fmla="*/ 1438275 h 1890712"/>
              <a:gd name="connsiteX140" fmla="*/ 1971675 w 2543175"/>
              <a:gd name="connsiteY140" fmla="*/ 1450181 h 1890712"/>
              <a:gd name="connsiteX141" fmla="*/ 1981200 w 2543175"/>
              <a:gd name="connsiteY141" fmla="*/ 1454944 h 1890712"/>
              <a:gd name="connsiteX142" fmla="*/ 1997869 w 2543175"/>
              <a:gd name="connsiteY142" fmla="*/ 1471612 h 1890712"/>
              <a:gd name="connsiteX143" fmla="*/ 2007394 w 2543175"/>
              <a:gd name="connsiteY143" fmla="*/ 1478756 h 1890712"/>
              <a:gd name="connsiteX144" fmla="*/ 2016919 w 2543175"/>
              <a:gd name="connsiteY144" fmla="*/ 1483519 h 1890712"/>
              <a:gd name="connsiteX145" fmla="*/ 2024063 w 2543175"/>
              <a:gd name="connsiteY145" fmla="*/ 1490662 h 1890712"/>
              <a:gd name="connsiteX146" fmla="*/ 2033588 w 2543175"/>
              <a:gd name="connsiteY146" fmla="*/ 1495425 h 1890712"/>
              <a:gd name="connsiteX147" fmla="*/ 2040732 w 2543175"/>
              <a:gd name="connsiteY147" fmla="*/ 1502569 h 1890712"/>
              <a:gd name="connsiteX148" fmla="*/ 2047875 w 2543175"/>
              <a:gd name="connsiteY148" fmla="*/ 1507331 h 1890712"/>
              <a:gd name="connsiteX149" fmla="*/ 2057400 w 2543175"/>
              <a:gd name="connsiteY149" fmla="*/ 1514475 h 1890712"/>
              <a:gd name="connsiteX150" fmla="*/ 2064544 w 2543175"/>
              <a:gd name="connsiteY150" fmla="*/ 1519237 h 1890712"/>
              <a:gd name="connsiteX151" fmla="*/ 2071688 w 2543175"/>
              <a:gd name="connsiteY151" fmla="*/ 1526381 h 1890712"/>
              <a:gd name="connsiteX152" fmla="*/ 2081213 w 2543175"/>
              <a:gd name="connsiteY152" fmla="*/ 1531144 h 1890712"/>
              <a:gd name="connsiteX153" fmla="*/ 2090738 w 2543175"/>
              <a:gd name="connsiteY153" fmla="*/ 1538287 h 1890712"/>
              <a:gd name="connsiteX154" fmla="*/ 2109788 w 2543175"/>
              <a:gd name="connsiteY154" fmla="*/ 1547812 h 1890712"/>
              <a:gd name="connsiteX155" fmla="*/ 2131219 w 2543175"/>
              <a:gd name="connsiteY155" fmla="*/ 1562100 h 1890712"/>
              <a:gd name="connsiteX156" fmla="*/ 2140744 w 2543175"/>
              <a:gd name="connsiteY156" fmla="*/ 1566862 h 1890712"/>
              <a:gd name="connsiteX157" fmla="*/ 2152650 w 2543175"/>
              <a:gd name="connsiteY157" fmla="*/ 1576387 h 1890712"/>
              <a:gd name="connsiteX158" fmla="*/ 2181225 w 2543175"/>
              <a:gd name="connsiteY158" fmla="*/ 1590675 h 1890712"/>
              <a:gd name="connsiteX159" fmla="*/ 2200275 w 2543175"/>
              <a:gd name="connsiteY159" fmla="*/ 1607344 h 1890712"/>
              <a:gd name="connsiteX160" fmla="*/ 2207419 w 2543175"/>
              <a:gd name="connsiteY160" fmla="*/ 1612106 h 1890712"/>
              <a:gd name="connsiteX161" fmla="*/ 2216944 w 2543175"/>
              <a:gd name="connsiteY161" fmla="*/ 1619250 h 1890712"/>
              <a:gd name="connsiteX162" fmla="*/ 2224088 w 2543175"/>
              <a:gd name="connsiteY162" fmla="*/ 1624012 h 1890712"/>
              <a:gd name="connsiteX163" fmla="*/ 2247900 w 2543175"/>
              <a:gd name="connsiteY163" fmla="*/ 1643062 h 1890712"/>
              <a:gd name="connsiteX164" fmla="*/ 2255044 w 2543175"/>
              <a:gd name="connsiteY164" fmla="*/ 1650206 h 1890712"/>
              <a:gd name="connsiteX165" fmla="*/ 2281238 w 2543175"/>
              <a:gd name="connsiteY165" fmla="*/ 1664494 h 1890712"/>
              <a:gd name="connsiteX166" fmla="*/ 2297907 w 2543175"/>
              <a:gd name="connsiteY166" fmla="*/ 1674019 h 1890712"/>
              <a:gd name="connsiteX167" fmla="*/ 2312194 w 2543175"/>
              <a:gd name="connsiteY167" fmla="*/ 1685925 h 1890712"/>
              <a:gd name="connsiteX168" fmla="*/ 2328863 w 2543175"/>
              <a:gd name="connsiteY168" fmla="*/ 1697831 h 1890712"/>
              <a:gd name="connsiteX169" fmla="*/ 2350294 w 2543175"/>
              <a:gd name="connsiteY169" fmla="*/ 1712119 h 1890712"/>
              <a:gd name="connsiteX170" fmla="*/ 2369344 w 2543175"/>
              <a:gd name="connsiteY170" fmla="*/ 1724025 h 1890712"/>
              <a:gd name="connsiteX171" fmla="*/ 2428876 w 2543175"/>
              <a:gd name="connsiteY171" fmla="*/ 1785938 h 1890712"/>
              <a:gd name="connsiteX172" fmla="*/ 2466975 w 2543175"/>
              <a:gd name="connsiteY172" fmla="*/ 1783556 h 1890712"/>
              <a:gd name="connsiteX173" fmla="*/ 2481263 w 2543175"/>
              <a:gd name="connsiteY173" fmla="*/ 1795462 h 1890712"/>
              <a:gd name="connsiteX174" fmla="*/ 2486025 w 2543175"/>
              <a:gd name="connsiteY174" fmla="*/ 1802606 h 1890712"/>
              <a:gd name="connsiteX175" fmla="*/ 2514600 w 2543175"/>
              <a:gd name="connsiteY175" fmla="*/ 1850231 h 1890712"/>
              <a:gd name="connsiteX176" fmla="*/ 2519363 w 2543175"/>
              <a:gd name="connsiteY176" fmla="*/ 1857375 h 1890712"/>
              <a:gd name="connsiteX177" fmla="*/ 2540794 w 2543175"/>
              <a:gd name="connsiteY177" fmla="*/ 1883569 h 1890712"/>
              <a:gd name="connsiteX178" fmla="*/ 2543175 w 2543175"/>
              <a:gd name="connsiteY178"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09563 w 2543175"/>
              <a:gd name="connsiteY25" fmla="*/ 209550 h 1890712"/>
              <a:gd name="connsiteX26" fmla="*/ 333375 w 2543175"/>
              <a:gd name="connsiteY26" fmla="*/ 228600 h 1890712"/>
              <a:gd name="connsiteX27" fmla="*/ 340519 w 2543175"/>
              <a:gd name="connsiteY27" fmla="*/ 233362 h 1890712"/>
              <a:gd name="connsiteX28" fmla="*/ 354807 w 2543175"/>
              <a:gd name="connsiteY28" fmla="*/ 247650 h 1890712"/>
              <a:gd name="connsiteX29" fmla="*/ 366713 w 2543175"/>
              <a:gd name="connsiteY29" fmla="*/ 264319 h 1890712"/>
              <a:gd name="connsiteX30" fmla="*/ 371475 w 2543175"/>
              <a:gd name="connsiteY30" fmla="*/ 271462 h 1890712"/>
              <a:gd name="connsiteX31" fmla="*/ 378619 w 2543175"/>
              <a:gd name="connsiteY31" fmla="*/ 276225 h 1890712"/>
              <a:gd name="connsiteX32" fmla="*/ 385763 w 2543175"/>
              <a:gd name="connsiteY32" fmla="*/ 283369 h 1890712"/>
              <a:gd name="connsiteX33" fmla="*/ 395288 w 2543175"/>
              <a:gd name="connsiteY33" fmla="*/ 288131 h 1890712"/>
              <a:gd name="connsiteX34" fmla="*/ 404813 w 2543175"/>
              <a:gd name="connsiteY34" fmla="*/ 295275 h 1890712"/>
              <a:gd name="connsiteX35" fmla="*/ 411957 w 2543175"/>
              <a:gd name="connsiteY35" fmla="*/ 297656 h 1890712"/>
              <a:gd name="connsiteX36" fmla="*/ 421482 w 2543175"/>
              <a:gd name="connsiteY36" fmla="*/ 302419 h 1890712"/>
              <a:gd name="connsiteX37" fmla="*/ 447675 w 2543175"/>
              <a:gd name="connsiteY37" fmla="*/ 307181 h 1890712"/>
              <a:gd name="connsiteX38" fmla="*/ 461963 w 2543175"/>
              <a:gd name="connsiteY38" fmla="*/ 321469 h 1890712"/>
              <a:gd name="connsiteX39" fmla="*/ 466725 w 2543175"/>
              <a:gd name="connsiteY39" fmla="*/ 328612 h 1890712"/>
              <a:gd name="connsiteX40" fmla="*/ 476250 w 2543175"/>
              <a:gd name="connsiteY40" fmla="*/ 335756 h 1890712"/>
              <a:gd name="connsiteX41" fmla="*/ 481013 w 2543175"/>
              <a:gd name="connsiteY41" fmla="*/ 342900 h 1890712"/>
              <a:gd name="connsiteX42" fmla="*/ 490538 w 2543175"/>
              <a:gd name="connsiteY42" fmla="*/ 352425 h 1890712"/>
              <a:gd name="connsiteX43" fmla="*/ 495300 w 2543175"/>
              <a:gd name="connsiteY43" fmla="*/ 359569 h 1890712"/>
              <a:gd name="connsiteX44" fmla="*/ 509588 w 2543175"/>
              <a:gd name="connsiteY44" fmla="*/ 376237 h 1890712"/>
              <a:gd name="connsiteX45" fmla="*/ 514350 w 2543175"/>
              <a:gd name="connsiteY45" fmla="*/ 383381 h 1890712"/>
              <a:gd name="connsiteX46" fmla="*/ 531019 w 2543175"/>
              <a:gd name="connsiteY46" fmla="*/ 397669 h 1890712"/>
              <a:gd name="connsiteX47" fmla="*/ 538163 w 2543175"/>
              <a:gd name="connsiteY47" fmla="*/ 407194 h 1890712"/>
              <a:gd name="connsiteX48" fmla="*/ 554832 w 2543175"/>
              <a:gd name="connsiteY48" fmla="*/ 421481 h 1890712"/>
              <a:gd name="connsiteX49" fmla="*/ 564357 w 2543175"/>
              <a:gd name="connsiteY49" fmla="*/ 431006 h 1890712"/>
              <a:gd name="connsiteX50" fmla="*/ 573882 w 2543175"/>
              <a:gd name="connsiteY50" fmla="*/ 438150 h 1890712"/>
              <a:gd name="connsiteX51" fmla="*/ 595313 w 2543175"/>
              <a:gd name="connsiteY51" fmla="*/ 454819 h 1890712"/>
              <a:gd name="connsiteX52" fmla="*/ 602457 w 2543175"/>
              <a:gd name="connsiteY52" fmla="*/ 457200 h 1890712"/>
              <a:gd name="connsiteX53" fmla="*/ 628650 w 2543175"/>
              <a:gd name="connsiteY53" fmla="*/ 469106 h 1890712"/>
              <a:gd name="connsiteX54" fmla="*/ 645319 w 2543175"/>
              <a:gd name="connsiteY54" fmla="*/ 483394 h 1890712"/>
              <a:gd name="connsiteX55" fmla="*/ 654844 w 2543175"/>
              <a:gd name="connsiteY55" fmla="*/ 488156 h 1890712"/>
              <a:gd name="connsiteX56" fmla="*/ 661988 w 2543175"/>
              <a:gd name="connsiteY56" fmla="*/ 497681 h 1890712"/>
              <a:gd name="connsiteX57" fmla="*/ 683419 w 2543175"/>
              <a:gd name="connsiteY57" fmla="*/ 514350 h 1890712"/>
              <a:gd name="connsiteX58" fmla="*/ 700088 w 2543175"/>
              <a:gd name="connsiteY58" fmla="*/ 526256 h 1890712"/>
              <a:gd name="connsiteX59" fmla="*/ 709613 w 2543175"/>
              <a:gd name="connsiteY59" fmla="*/ 535781 h 1890712"/>
              <a:gd name="connsiteX60" fmla="*/ 719138 w 2543175"/>
              <a:gd name="connsiteY60" fmla="*/ 542925 h 1890712"/>
              <a:gd name="connsiteX61" fmla="*/ 733425 w 2543175"/>
              <a:gd name="connsiteY61" fmla="*/ 557212 h 1890712"/>
              <a:gd name="connsiteX62" fmla="*/ 750094 w 2543175"/>
              <a:gd name="connsiteY62" fmla="*/ 569119 h 1890712"/>
              <a:gd name="connsiteX63" fmla="*/ 769144 w 2543175"/>
              <a:gd name="connsiteY63" fmla="*/ 581025 h 1890712"/>
              <a:gd name="connsiteX64" fmla="*/ 785813 w 2543175"/>
              <a:gd name="connsiteY64" fmla="*/ 590550 h 1890712"/>
              <a:gd name="connsiteX65" fmla="*/ 792957 w 2543175"/>
              <a:gd name="connsiteY65" fmla="*/ 600075 h 1890712"/>
              <a:gd name="connsiteX66" fmla="*/ 809625 w 2543175"/>
              <a:gd name="connsiteY66" fmla="*/ 611981 h 1890712"/>
              <a:gd name="connsiteX67" fmla="*/ 816769 w 2543175"/>
              <a:gd name="connsiteY67" fmla="*/ 619125 h 1890712"/>
              <a:gd name="connsiteX68" fmla="*/ 826294 w 2543175"/>
              <a:gd name="connsiteY68" fmla="*/ 626269 h 1890712"/>
              <a:gd name="connsiteX69" fmla="*/ 840582 w 2543175"/>
              <a:gd name="connsiteY69" fmla="*/ 638175 h 1890712"/>
              <a:gd name="connsiteX70" fmla="*/ 847725 w 2543175"/>
              <a:gd name="connsiteY70" fmla="*/ 645319 h 1890712"/>
              <a:gd name="connsiteX71" fmla="*/ 857250 w 2543175"/>
              <a:gd name="connsiteY71" fmla="*/ 652462 h 1890712"/>
              <a:gd name="connsiteX72" fmla="*/ 864394 w 2543175"/>
              <a:gd name="connsiteY72" fmla="*/ 657225 h 1890712"/>
              <a:gd name="connsiteX73" fmla="*/ 888207 w 2543175"/>
              <a:gd name="connsiteY73" fmla="*/ 676275 h 1890712"/>
              <a:gd name="connsiteX74" fmla="*/ 895350 w 2543175"/>
              <a:gd name="connsiteY74" fmla="*/ 681037 h 1890712"/>
              <a:gd name="connsiteX75" fmla="*/ 907257 w 2543175"/>
              <a:gd name="connsiteY75" fmla="*/ 683419 h 1890712"/>
              <a:gd name="connsiteX76" fmla="*/ 928688 w 2543175"/>
              <a:gd name="connsiteY76" fmla="*/ 695325 h 1890712"/>
              <a:gd name="connsiteX77" fmla="*/ 942975 w 2543175"/>
              <a:gd name="connsiteY77" fmla="*/ 700087 h 1890712"/>
              <a:gd name="connsiteX78" fmla="*/ 964407 w 2543175"/>
              <a:gd name="connsiteY78" fmla="*/ 716756 h 1890712"/>
              <a:gd name="connsiteX79" fmla="*/ 971550 w 2543175"/>
              <a:gd name="connsiteY79" fmla="*/ 723900 h 1890712"/>
              <a:gd name="connsiteX80" fmla="*/ 983457 w 2543175"/>
              <a:gd name="connsiteY80" fmla="*/ 733425 h 1890712"/>
              <a:gd name="connsiteX81" fmla="*/ 990600 w 2543175"/>
              <a:gd name="connsiteY81" fmla="*/ 738187 h 1890712"/>
              <a:gd name="connsiteX82" fmla="*/ 1007269 w 2543175"/>
              <a:gd name="connsiteY82" fmla="*/ 752475 h 1890712"/>
              <a:gd name="connsiteX83" fmla="*/ 1031082 w 2543175"/>
              <a:gd name="connsiteY83" fmla="*/ 766762 h 1890712"/>
              <a:gd name="connsiteX84" fmla="*/ 1042988 w 2543175"/>
              <a:gd name="connsiteY84" fmla="*/ 773906 h 1890712"/>
              <a:gd name="connsiteX85" fmla="*/ 1071563 w 2543175"/>
              <a:gd name="connsiteY85" fmla="*/ 785812 h 1890712"/>
              <a:gd name="connsiteX86" fmla="*/ 1097757 w 2543175"/>
              <a:gd name="connsiteY86" fmla="*/ 807244 h 1890712"/>
              <a:gd name="connsiteX87" fmla="*/ 1104900 w 2543175"/>
              <a:gd name="connsiteY87" fmla="*/ 814387 h 1890712"/>
              <a:gd name="connsiteX88" fmla="*/ 1121569 w 2543175"/>
              <a:gd name="connsiteY88" fmla="*/ 823912 h 1890712"/>
              <a:gd name="connsiteX89" fmla="*/ 1138238 w 2543175"/>
              <a:gd name="connsiteY89" fmla="*/ 835819 h 1890712"/>
              <a:gd name="connsiteX90" fmla="*/ 1147763 w 2543175"/>
              <a:gd name="connsiteY90" fmla="*/ 842962 h 1890712"/>
              <a:gd name="connsiteX91" fmla="*/ 1157288 w 2543175"/>
              <a:gd name="connsiteY91" fmla="*/ 847725 h 1890712"/>
              <a:gd name="connsiteX92" fmla="*/ 1178719 w 2543175"/>
              <a:gd name="connsiteY92" fmla="*/ 859631 h 1890712"/>
              <a:gd name="connsiteX93" fmla="*/ 1188244 w 2543175"/>
              <a:gd name="connsiteY93" fmla="*/ 866775 h 1890712"/>
              <a:gd name="connsiteX94" fmla="*/ 1195388 w 2543175"/>
              <a:gd name="connsiteY94" fmla="*/ 871537 h 1890712"/>
              <a:gd name="connsiteX95" fmla="*/ 1212057 w 2543175"/>
              <a:gd name="connsiteY95" fmla="*/ 883444 h 1890712"/>
              <a:gd name="connsiteX96" fmla="*/ 1226344 w 2543175"/>
              <a:gd name="connsiteY96" fmla="*/ 895350 h 1890712"/>
              <a:gd name="connsiteX97" fmla="*/ 1245394 w 2543175"/>
              <a:gd name="connsiteY97" fmla="*/ 907256 h 1890712"/>
              <a:gd name="connsiteX98" fmla="*/ 1254919 w 2543175"/>
              <a:gd name="connsiteY98" fmla="*/ 914400 h 1890712"/>
              <a:gd name="connsiteX99" fmla="*/ 1269207 w 2543175"/>
              <a:gd name="connsiteY99" fmla="*/ 921544 h 1890712"/>
              <a:gd name="connsiteX100" fmla="*/ 1290638 w 2543175"/>
              <a:gd name="connsiteY100" fmla="*/ 935831 h 1890712"/>
              <a:gd name="connsiteX101" fmla="*/ 1307307 w 2543175"/>
              <a:gd name="connsiteY101" fmla="*/ 952500 h 1890712"/>
              <a:gd name="connsiteX102" fmla="*/ 1333500 w 2543175"/>
              <a:gd name="connsiteY102" fmla="*/ 971550 h 1890712"/>
              <a:gd name="connsiteX103" fmla="*/ 1359694 w 2543175"/>
              <a:gd name="connsiteY103" fmla="*/ 990600 h 1890712"/>
              <a:gd name="connsiteX104" fmla="*/ 1373982 w 2543175"/>
              <a:gd name="connsiteY104" fmla="*/ 997744 h 1890712"/>
              <a:gd name="connsiteX105" fmla="*/ 1388269 w 2543175"/>
              <a:gd name="connsiteY105" fmla="*/ 1007269 h 1890712"/>
              <a:gd name="connsiteX106" fmla="*/ 1414463 w 2543175"/>
              <a:gd name="connsiteY106" fmla="*/ 1019175 h 1890712"/>
              <a:gd name="connsiteX107" fmla="*/ 1428750 w 2543175"/>
              <a:gd name="connsiteY107" fmla="*/ 1026319 h 1890712"/>
              <a:gd name="connsiteX108" fmla="*/ 1471613 w 2543175"/>
              <a:gd name="connsiteY108" fmla="*/ 1059656 h 1890712"/>
              <a:gd name="connsiteX109" fmla="*/ 1495425 w 2543175"/>
              <a:gd name="connsiteY109" fmla="*/ 1088231 h 1890712"/>
              <a:gd name="connsiteX110" fmla="*/ 1547812 w 2543175"/>
              <a:gd name="connsiteY110" fmla="*/ 1133475 h 1890712"/>
              <a:gd name="connsiteX111" fmla="*/ 1597819 w 2543175"/>
              <a:gd name="connsiteY111" fmla="*/ 1154906 h 1890712"/>
              <a:gd name="connsiteX112" fmla="*/ 1604963 w 2543175"/>
              <a:gd name="connsiteY112" fmla="*/ 1162050 h 1890712"/>
              <a:gd name="connsiteX113" fmla="*/ 1612107 w 2543175"/>
              <a:gd name="connsiteY113" fmla="*/ 1166812 h 1890712"/>
              <a:gd name="connsiteX114" fmla="*/ 1628775 w 2543175"/>
              <a:gd name="connsiteY114" fmla="*/ 1183481 h 1890712"/>
              <a:gd name="connsiteX115" fmla="*/ 1662113 w 2543175"/>
              <a:gd name="connsiteY115" fmla="*/ 1209675 h 1890712"/>
              <a:gd name="connsiteX116" fmla="*/ 1678782 w 2543175"/>
              <a:gd name="connsiteY116" fmla="*/ 1226344 h 1890712"/>
              <a:gd name="connsiteX117" fmla="*/ 1700213 w 2543175"/>
              <a:gd name="connsiteY117" fmla="*/ 1247775 h 1890712"/>
              <a:gd name="connsiteX118" fmla="*/ 1712119 w 2543175"/>
              <a:gd name="connsiteY118" fmla="*/ 1259681 h 1890712"/>
              <a:gd name="connsiteX119" fmla="*/ 1733550 w 2543175"/>
              <a:gd name="connsiteY119" fmla="*/ 1273969 h 1890712"/>
              <a:gd name="connsiteX120" fmla="*/ 1743075 w 2543175"/>
              <a:gd name="connsiteY120" fmla="*/ 1283494 h 1890712"/>
              <a:gd name="connsiteX121" fmla="*/ 1754982 w 2543175"/>
              <a:gd name="connsiteY121" fmla="*/ 1290637 h 1890712"/>
              <a:gd name="connsiteX122" fmla="*/ 1766888 w 2543175"/>
              <a:gd name="connsiteY122" fmla="*/ 1300162 h 1890712"/>
              <a:gd name="connsiteX123" fmla="*/ 1783557 w 2543175"/>
              <a:gd name="connsiteY123" fmla="*/ 1307306 h 1890712"/>
              <a:gd name="connsiteX124" fmla="*/ 1790700 w 2543175"/>
              <a:gd name="connsiteY124" fmla="*/ 1312069 h 1890712"/>
              <a:gd name="connsiteX125" fmla="*/ 1800225 w 2543175"/>
              <a:gd name="connsiteY125" fmla="*/ 1319212 h 1890712"/>
              <a:gd name="connsiteX126" fmla="*/ 1807369 w 2543175"/>
              <a:gd name="connsiteY126" fmla="*/ 1321594 h 1890712"/>
              <a:gd name="connsiteX127" fmla="*/ 1824038 w 2543175"/>
              <a:gd name="connsiteY127" fmla="*/ 1333500 h 1890712"/>
              <a:gd name="connsiteX128" fmla="*/ 1843088 w 2543175"/>
              <a:gd name="connsiteY128" fmla="*/ 1352550 h 1890712"/>
              <a:gd name="connsiteX129" fmla="*/ 1852613 w 2543175"/>
              <a:gd name="connsiteY129" fmla="*/ 1359694 h 1890712"/>
              <a:gd name="connsiteX130" fmla="*/ 1859757 w 2543175"/>
              <a:gd name="connsiteY130" fmla="*/ 1366837 h 1890712"/>
              <a:gd name="connsiteX131" fmla="*/ 1869282 w 2543175"/>
              <a:gd name="connsiteY131" fmla="*/ 1371600 h 1890712"/>
              <a:gd name="connsiteX132" fmla="*/ 1883569 w 2543175"/>
              <a:gd name="connsiteY132" fmla="*/ 1388269 h 1890712"/>
              <a:gd name="connsiteX133" fmla="*/ 1893094 w 2543175"/>
              <a:gd name="connsiteY133" fmla="*/ 1395412 h 1890712"/>
              <a:gd name="connsiteX134" fmla="*/ 1902619 w 2543175"/>
              <a:gd name="connsiteY134" fmla="*/ 1404937 h 1890712"/>
              <a:gd name="connsiteX135" fmla="*/ 1912144 w 2543175"/>
              <a:gd name="connsiteY135" fmla="*/ 1409700 h 1890712"/>
              <a:gd name="connsiteX136" fmla="*/ 1931194 w 2543175"/>
              <a:gd name="connsiteY136" fmla="*/ 1421606 h 1890712"/>
              <a:gd name="connsiteX137" fmla="*/ 1935957 w 2543175"/>
              <a:gd name="connsiteY137" fmla="*/ 1428750 h 1890712"/>
              <a:gd name="connsiteX138" fmla="*/ 1952625 w 2543175"/>
              <a:gd name="connsiteY138" fmla="*/ 1438275 h 1890712"/>
              <a:gd name="connsiteX139" fmla="*/ 1971675 w 2543175"/>
              <a:gd name="connsiteY139" fmla="*/ 1450181 h 1890712"/>
              <a:gd name="connsiteX140" fmla="*/ 1981200 w 2543175"/>
              <a:gd name="connsiteY140" fmla="*/ 1454944 h 1890712"/>
              <a:gd name="connsiteX141" fmla="*/ 1997869 w 2543175"/>
              <a:gd name="connsiteY141" fmla="*/ 1471612 h 1890712"/>
              <a:gd name="connsiteX142" fmla="*/ 2007394 w 2543175"/>
              <a:gd name="connsiteY142" fmla="*/ 1478756 h 1890712"/>
              <a:gd name="connsiteX143" fmla="*/ 2016919 w 2543175"/>
              <a:gd name="connsiteY143" fmla="*/ 1483519 h 1890712"/>
              <a:gd name="connsiteX144" fmla="*/ 2024063 w 2543175"/>
              <a:gd name="connsiteY144" fmla="*/ 1490662 h 1890712"/>
              <a:gd name="connsiteX145" fmla="*/ 2033588 w 2543175"/>
              <a:gd name="connsiteY145" fmla="*/ 1495425 h 1890712"/>
              <a:gd name="connsiteX146" fmla="*/ 2040732 w 2543175"/>
              <a:gd name="connsiteY146" fmla="*/ 1502569 h 1890712"/>
              <a:gd name="connsiteX147" fmla="*/ 2047875 w 2543175"/>
              <a:gd name="connsiteY147" fmla="*/ 1507331 h 1890712"/>
              <a:gd name="connsiteX148" fmla="*/ 2057400 w 2543175"/>
              <a:gd name="connsiteY148" fmla="*/ 1514475 h 1890712"/>
              <a:gd name="connsiteX149" fmla="*/ 2064544 w 2543175"/>
              <a:gd name="connsiteY149" fmla="*/ 1519237 h 1890712"/>
              <a:gd name="connsiteX150" fmla="*/ 2071688 w 2543175"/>
              <a:gd name="connsiteY150" fmla="*/ 1526381 h 1890712"/>
              <a:gd name="connsiteX151" fmla="*/ 2081213 w 2543175"/>
              <a:gd name="connsiteY151" fmla="*/ 1531144 h 1890712"/>
              <a:gd name="connsiteX152" fmla="*/ 2090738 w 2543175"/>
              <a:gd name="connsiteY152" fmla="*/ 1538287 h 1890712"/>
              <a:gd name="connsiteX153" fmla="*/ 2109788 w 2543175"/>
              <a:gd name="connsiteY153" fmla="*/ 1547812 h 1890712"/>
              <a:gd name="connsiteX154" fmla="*/ 2131219 w 2543175"/>
              <a:gd name="connsiteY154" fmla="*/ 1562100 h 1890712"/>
              <a:gd name="connsiteX155" fmla="*/ 2140744 w 2543175"/>
              <a:gd name="connsiteY155" fmla="*/ 1566862 h 1890712"/>
              <a:gd name="connsiteX156" fmla="*/ 2152650 w 2543175"/>
              <a:gd name="connsiteY156" fmla="*/ 1576387 h 1890712"/>
              <a:gd name="connsiteX157" fmla="*/ 2181225 w 2543175"/>
              <a:gd name="connsiteY157" fmla="*/ 1590675 h 1890712"/>
              <a:gd name="connsiteX158" fmla="*/ 2200275 w 2543175"/>
              <a:gd name="connsiteY158" fmla="*/ 1607344 h 1890712"/>
              <a:gd name="connsiteX159" fmla="*/ 2207419 w 2543175"/>
              <a:gd name="connsiteY159" fmla="*/ 1612106 h 1890712"/>
              <a:gd name="connsiteX160" fmla="*/ 2216944 w 2543175"/>
              <a:gd name="connsiteY160" fmla="*/ 1619250 h 1890712"/>
              <a:gd name="connsiteX161" fmla="*/ 2224088 w 2543175"/>
              <a:gd name="connsiteY161" fmla="*/ 1624012 h 1890712"/>
              <a:gd name="connsiteX162" fmla="*/ 2247900 w 2543175"/>
              <a:gd name="connsiteY162" fmla="*/ 1643062 h 1890712"/>
              <a:gd name="connsiteX163" fmla="*/ 2255044 w 2543175"/>
              <a:gd name="connsiteY163" fmla="*/ 1650206 h 1890712"/>
              <a:gd name="connsiteX164" fmla="*/ 2281238 w 2543175"/>
              <a:gd name="connsiteY164" fmla="*/ 1664494 h 1890712"/>
              <a:gd name="connsiteX165" fmla="*/ 2297907 w 2543175"/>
              <a:gd name="connsiteY165" fmla="*/ 1674019 h 1890712"/>
              <a:gd name="connsiteX166" fmla="*/ 2312194 w 2543175"/>
              <a:gd name="connsiteY166" fmla="*/ 1685925 h 1890712"/>
              <a:gd name="connsiteX167" fmla="*/ 2328863 w 2543175"/>
              <a:gd name="connsiteY167" fmla="*/ 1697831 h 1890712"/>
              <a:gd name="connsiteX168" fmla="*/ 2350294 w 2543175"/>
              <a:gd name="connsiteY168" fmla="*/ 1712119 h 1890712"/>
              <a:gd name="connsiteX169" fmla="*/ 2369344 w 2543175"/>
              <a:gd name="connsiteY169" fmla="*/ 1724025 h 1890712"/>
              <a:gd name="connsiteX170" fmla="*/ 2428876 w 2543175"/>
              <a:gd name="connsiteY170" fmla="*/ 1785938 h 1890712"/>
              <a:gd name="connsiteX171" fmla="*/ 2466975 w 2543175"/>
              <a:gd name="connsiteY171" fmla="*/ 1783556 h 1890712"/>
              <a:gd name="connsiteX172" fmla="*/ 2481263 w 2543175"/>
              <a:gd name="connsiteY172" fmla="*/ 1795462 h 1890712"/>
              <a:gd name="connsiteX173" fmla="*/ 2486025 w 2543175"/>
              <a:gd name="connsiteY173" fmla="*/ 1802606 h 1890712"/>
              <a:gd name="connsiteX174" fmla="*/ 2514600 w 2543175"/>
              <a:gd name="connsiteY174" fmla="*/ 1850231 h 1890712"/>
              <a:gd name="connsiteX175" fmla="*/ 2519363 w 2543175"/>
              <a:gd name="connsiteY175" fmla="*/ 1857375 h 1890712"/>
              <a:gd name="connsiteX176" fmla="*/ 2540794 w 2543175"/>
              <a:gd name="connsiteY176" fmla="*/ 1883569 h 1890712"/>
              <a:gd name="connsiteX177" fmla="*/ 2543175 w 2543175"/>
              <a:gd name="connsiteY177"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78619 w 2543175"/>
              <a:gd name="connsiteY30" fmla="*/ 276225 h 1890712"/>
              <a:gd name="connsiteX31" fmla="*/ 385763 w 2543175"/>
              <a:gd name="connsiteY31" fmla="*/ 283369 h 1890712"/>
              <a:gd name="connsiteX32" fmla="*/ 395288 w 2543175"/>
              <a:gd name="connsiteY32" fmla="*/ 288131 h 1890712"/>
              <a:gd name="connsiteX33" fmla="*/ 404813 w 2543175"/>
              <a:gd name="connsiteY33" fmla="*/ 295275 h 1890712"/>
              <a:gd name="connsiteX34" fmla="*/ 411957 w 2543175"/>
              <a:gd name="connsiteY34" fmla="*/ 297656 h 1890712"/>
              <a:gd name="connsiteX35" fmla="*/ 421482 w 2543175"/>
              <a:gd name="connsiteY35" fmla="*/ 302419 h 1890712"/>
              <a:gd name="connsiteX36" fmla="*/ 447675 w 2543175"/>
              <a:gd name="connsiteY36" fmla="*/ 307181 h 1890712"/>
              <a:gd name="connsiteX37" fmla="*/ 461963 w 2543175"/>
              <a:gd name="connsiteY37" fmla="*/ 321469 h 1890712"/>
              <a:gd name="connsiteX38" fmla="*/ 466725 w 2543175"/>
              <a:gd name="connsiteY38" fmla="*/ 328612 h 1890712"/>
              <a:gd name="connsiteX39" fmla="*/ 476250 w 2543175"/>
              <a:gd name="connsiteY39" fmla="*/ 335756 h 1890712"/>
              <a:gd name="connsiteX40" fmla="*/ 481013 w 2543175"/>
              <a:gd name="connsiteY40" fmla="*/ 342900 h 1890712"/>
              <a:gd name="connsiteX41" fmla="*/ 490538 w 2543175"/>
              <a:gd name="connsiteY41" fmla="*/ 352425 h 1890712"/>
              <a:gd name="connsiteX42" fmla="*/ 495300 w 2543175"/>
              <a:gd name="connsiteY42" fmla="*/ 359569 h 1890712"/>
              <a:gd name="connsiteX43" fmla="*/ 509588 w 2543175"/>
              <a:gd name="connsiteY43" fmla="*/ 376237 h 1890712"/>
              <a:gd name="connsiteX44" fmla="*/ 514350 w 2543175"/>
              <a:gd name="connsiteY44" fmla="*/ 383381 h 1890712"/>
              <a:gd name="connsiteX45" fmla="*/ 531019 w 2543175"/>
              <a:gd name="connsiteY45" fmla="*/ 397669 h 1890712"/>
              <a:gd name="connsiteX46" fmla="*/ 538163 w 2543175"/>
              <a:gd name="connsiteY46" fmla="*/ 407194 h 1890712"/>
              <a:gd name="connsiteX47" fmla="*/ 554832 w 2543175"/>
              <a:gd name="connsiteY47" fmla="*/ 421481 h 1890712"/>
              <a:gd name="connsiteX48" fmla="*/ 564357 w 2543175"/>
              <a:gd name="connsiteY48" fmla="*/ 431006 h 1890712"/>
              <a:gd name="connsiteX49" fmla="*/ 573882 w 2543175"/>
              <a:gd name="connsiteY49" fmla="*/ 438150 h 1890712"/>
              <a:gd name="connsiteX50" fmla="*/ 595313 w 2543175"/>
              <a:gd name="connsiteY50" fmla="*/ 454819 h 1890712"/>
              <a:gd name="connsiteX51" fmla="*/ 602457 w 2543175"/>
              <a:gd name="connsiteY51" fmla="*/ 457200 h 1890712"/>
              <a:gd name="connsiteX52" fmla="*/ 628650 w 2543175"/>
              <a:gd name="connsiteY52" fmla="*/ 469106 h 1890712"/>
              <a:gd name="connsiteX53" fmla="*/ 645319 w 2543175"/>
              <a:gd name="connsiteY53" fmla="*/ 483394 h 1890712"/>
              <a:gd name="connsiteX54" fmla="*/ 654844 w 2543175"/>
              <a:gd name="connsiteY54" fmla="*/ 488156 h 1890712"/>
              <a:gd name="connsiteX55" fmla="*/ 661988 w 2543175"/>
              <a:gd name="connsiteY55" fmla="*/ 497681 h 1890712"/>
              <a:gd name="connsiteX56" fmla="*/ 683419 w 2543175"/>
              <a:gd name="connsiteY56" fmla="*/ 514350 h 1890712"/>
              <a:gd name="connsiteX57" fmla="*/ 700088 w 2543175"/>
              <a:gd name="connsiteY57" fmla="*/ 526256 h 1890712"/>
              <a:gd name="connsiteX58" fmla="*/ 709613 w 2543175"/>
              <a:gd name="connsiteY58" fmla="*/ 535781 h 1890712"/>
              <a:gd name="connsiteX59" fmla="*/ 719138 w 2543175"/>
              <a:gd name="connsiteY59" fmla="*/ 542925 h 1890712"/>
              <a:gd name="connsiteX60" fmla="*/ 733425 w 2543175"/>
              <a:gd name="connsiteY60" fmla="*/ 557212 h 1890712"/>
              <a:gd name="connsiteX61" fmla="*/ 750094 w 2543175"/>
              <a:gd name="connsiteY61" fmla="*/ 569119 h 1890712"/>
              <a:gd name="connsiteX62" fmla="*/ 769144 w 2543175"/>
              <a:gd name="connsiteY62" fmla="*/ 581025 h 1890712"/>
              <a:gd name="connsiteX63" fmla="*/ 785813 w 2543175"/>
              <a:gd name="connsiteY63" fmla="*/ 590550 h 1890712"/>
              <a:gd name="connsiteX64" fmla="*/ 792957 w 2543175"/>
              <a:gd name="connsiteY64" fmla="*/ 600075 h 1890712"/>
              <a:gd name="connsiteX65" fmla="*/ 809625 w 2543175"/>
              <a:gd name="connsiteY65" fmla="*/ 611981 h 1890712"/>
              <a:gd name="connsiteX66" fmla="*/ 816769 w 2543175"/>
              <a:gd name="connsiteY66" fmla="*/ 619125 h 1890712"/>
              <a:gd name="connsiteX67" fmla="*/ 826294 w 2543175"/>
              <a:gd name="connsiteY67" fmla="*/ 626269 h 1890712"/>
              <a:gd name="connsiteX68" fmla="*/ 840582 w 2543175"/>
              <a:gd name="connsiteY68" fmla="*/ 638175 h 1890712"/>
              <a:gd name="connsiteX69" fmla="*/ 847725 w 2543175"/>
              <a:gd name="connsiteY69" fmla="*/ 645319 h 1890712"/>
              <a:gd name="connsiteX70" fmla="*/ 857250 w 2543175"/>
              <a:gd name="connsiteY70" fmla="*/ 652462 h 1890712"/>
              <a:gd name="connsiteX71" fmla="*/ 864394 w 2543175"/>
              <a:gd name="connsiteY71" fmla="*/ 657225 h 1890712"/>
              <a:gd name="connsiteX72" fmla="*/ 888207 w 2543175"/>
              <a:gd name="connsiteY72" fmla="*/ 676275 h 1890712"/>
              <a:gd name="connsiteX73" fmla="*/ 895350 w 2543175"/>
              <a:gd name="connsiteY73" fmla="*/ 681037 h 1890712"/>
              <a:gd name="connsiteX74" fmla="*/ 907257 w 2543175"/>
              <a:gd name="connsiteY74" fmla="*/ 683419 h 1890712"/>
              <a:gd name="connsiteX75" fmla="*/ 928688 w 2543175"/>
              <a:gd name="connsiteY75" fmla="*/ 695325 h 1890712"/>
              <a:gd name="connsiteX76" fmla="*/ 942975 w 2543175"/>
              <a:gd name="connsiteY76" fmla="*/ 700087 h 1890712"/>
              <a:gd name="connsiteX77" fmla="*/ 964407 w 2543175"/>
              <a:gd name="connsiteY77" fmla="*/ 716756 h 1890712"/>
              <a:gd name="connsiteX78" fmla="*/ 971550 w 2543175"/>
              <a:gd name="connsiteY78" fmla="*/ 723900 h 1890712"/>
              <a:gd name="connsiteX79" fmla="*/ 983457 w 2543175"/>
              <a:gd name="connsiteY79" fmla="*/ 733425 h 1890712"/>
              <a:gd name="connsiteX80" fmla="*/ 990600 w 2543175"/>
              <a:gd name="connsiteY80" fmla="*/ 738187 h 1890712"/>
              <a:gd name="connsiteX81" fmla="*/ 1007269 w 2543175"/>
              <a:gd name="connsiteY81" fmla="*/ 752475 h 1890712"/>
              <a:gd name="connsiteX82" fmla="*/ 1031082 w 2543175"/>
              <a:gd name="connsiteY82" fmla="*/ 766762 h 1890712"/>
              <a:gd name="connsiteX83" fmla="*/ 1042988 w 2543175"/>
              <a:gd name="connsiteY83" fmla="*/ 773906 h 1890712"/>
              <a:gd name="connsiteX84" fmla="*/ 1071563 w 2543175"/>
              <a:gd name="connsiteY84" fmla="*/ 785812 h 1890712"/>
              <a:gd name="connsiteX85" fmla="*/ 1097757 w 2543175"/>
              <a:gd name="connsiteY85" fmla="*/ 807244 h 1890712"/>
              <a:gd name="connsiteX86" fmla="*/ 1104900 w 2543175"/>
              <a:gd name="connsiteY86" fmla="*/ 814387 h 1890712"/>
              <a:gd name="connsiteX87" fmla="*/ 1121569 w 2543175"/>
              <a:gd name="connsiteY87" fmla="*/ 823912 h 1890712"/>
              <a:gd name="connsiteX88" fmla="*/ 1138238 w 2543175"/>
              <a:gd name="connsiteY88" fmla="*/ 835819 h 1890712"/>
              <a:gd name="connsiteX89" fmla="*/ 1147763 w 2543175"/>
              <a:gd name="connsiteY89" fmla="*/ 842962 h 1890712"/>
              <a:gd name="connsiteX90" fmla="*/ 1157288 w 2543175"/>
              <a:gd name="connsiteY90" fmla="*/ 847725 h 1890712"/>
              <a:gd name="connsiteX91" fmla="*/ 1178719 w 2543175"/>
              <a:gd name="connsiteY91" fmla="*/ 859631 h 1890712"/>
              <a:gd name="connsiteX92" fmla="*/ 1188244 w 2543175"/>
              <a:gd name="connsiteY92" fmla="*/ 866775 h 1890712"/>
              <a:gd name="connsiteX93" fmla="*/ 1195388 w 2543175"/>
              <a:gd name="connsiteY93" fmla="*/ 871537 h 1890712"/>
              <a:gd name="connsiteX94" fmla="*/ 1212057 w 2543175"/>
              <a:gd name="connsiteY94" fmla="*/ 883444 h 1890712"/>
              <a:gd name="connsiteX95" fmla="*/ 1226344 w 2543175"/>
              <a:gd name="connsiteY95" fmla="*/ 895350 h 1890712"/>
              <a:gd name="connsiteX96" fmla="*/ 1245394 w 2543175"/>
              <a:gd name="connsiteY96" fmla="*/ 907256 h 1890712"/>
              <a:gd name="connsiteX97" fmla="*/ 1254919 w 2543175"/>
              <a:gd name="connsiteY97" fmla="*/ 914400 h 1890712"/>
              <a:gd name="connsiteX98" fmla="*/ 1269207 w 2543175"/>
              <a:gd name="connsiteY98" fmla="*/ 921544 h 1890712"/>
              <a:gd name="connsiteX99" fmla="*/ 1290638 w 2543175"/>
              <a:gd name="connsiteY99" fmla="*/ 935831 h 1890712"/>
              <a:gd name="connsiteX100" fmla="*/ 1307307 w 2543175"/>
              <a:gd name="connsiteY100" fmla="*/ 952500 h 1890712"/>
              <a:gd name="connsiteX101" fmla="*/ 1333500 w 2543175"/>
              <a:gd name="connsiteY101" fmla="*/ 971550 h 1890712"/>
              <a:gd name="connsiteX102" fmla="*/ 1359694 w 2543175"/>
              <a:gd name="connsiteY102" fmla="*/ 990600 h 1890712"/>
              <a:gd name="connsiteX103" fmla="*/ 1373982 w 2543175"/>
              <a:gd name="connsiteY103" fmla="*/ 997744 h 1890712"/>
              <a:gd name="connsiteX104" fmla="*/ 1388269 w 2543175"/>
              <a:gd name="connsiteY104" fmla="*/ 1007269 h 1890712"/>
              <a:gd name="connsiteX105" fmla="*/ 1414463 w 2543175"/>
              <a:gd name="connsiteY105" fmla="*/ 1019175 h 1890712"/>
              <a:gd name="connsiteX106" fmla="*/ 1428750 w 2543175"/>
              <a:gd name="connsiteY106" fmla="*/ 1026319 h 1890712"/>
              <a:gd name="connsiteX107" fmla="*/ 1471613 w 2543175"/>
              <a:gd name="connsiteY107" fmla="*/ 1059656 h 1890712"/>
              <a:gd name="connsiteX108" fmla="*/ 1495425 w 2543175"/>
              <a:gd name="connsiteY108" fmla="*/ 1088231 h 1890712"/>
              <a:gd name="connsiteX109" fmla="*/ 1547812 w 2543175"/>
              <a:gd name="connsiteY109" fmla="*/ 1133475 h 1890712"/>
              <a:gd name="connsiteX110" fmla="*/ 1597819 w 2543175"/>
              <a:gd name="connsiteY110" fmla="*/ 1154906 h 1890712"/>
              <a:gd name="connsiteX111" fmla="*/ 1604963 w 2543175"/>
              <a:gd name="connsiteY111" fmla="*/ 1162050 h 1890712"/>
              <a:gd name="connsiteX112" fmla="*/ 1612107 w 2543175"/>
              <a:gd name="connsiteY112" fmla="*/ 1166812 h 1890712"/>
              <a:gd name="connsiteX113" fmla="*/ 1628775 w 2543175"/>
              <a:gd name="connsiteY113" fmla="*/ 1183481 h 1890712"/>
              <a:gd name="connsiteX114" fmla="*/ 1662113 w 2543175"/>
              <a:gd name="connsiteY114" fmla="*/ 1209675 h 1890712"/>
              <a:gd name="connsiteX115" fmla="*/ 1678782 w 2543175"/>
              <a:gd name="connsiteY115" fmla="*/ 1226344 h 1890712"/>
              <a:gd name="connsiteX116" fmla="*/ 1700213 w 2543175"/>
              <a:gd name="connsiteY116" fmla="*/ 1247775 h 1890712"/>
              <a:gd name="connsiteX117" fmla="*/ 1712119 w 2543175"/>
              <a:gd name="connsiteY117" fmla="*/ 1259681 h 1890712"/>
              <a:gd name="connsiteX118" fmla="*/ 1733550 w 2543175"/>
              <a:gd name="connsiteY118" fmla="*/ 1273969 h 1890712"/>
              <a:gd name="connsiteX119" fmla="*/ 1743075 w 2543175"/>
              <a:gd name="connsiteY119" fmla="*/ 1283494 h 1890712"/>
              <a:gd name="connsiteX120" fmla="*/ 1754982 w 2543175"/>
              <a:gd name="connsiteY120" fmla="*/ 1290637 h 1890712"/>
              <a:gd name="connsiteX121" fmla="*/ 1766888 w 2543175"/>
              <a:gd name="connsiteY121" fmla="*/ 1300162 h 1890712"/>
              <a:gd name="connsiteX122" fmla="*/ 1783557 w 2543175"/>
              <a:gd name="connsiteY122" fmla="*/ 1307306 h 1890712"/>
              <a:gd name="connsiteX123" fmla="*/ 1790700 w 2543175"/>
              <a:gd name="connsiteY123" fmla="*/ 1312069 h 1890712"/>
              <a:gd name="connsiteX124" fmla="*/ 1800225 w 2543175"/>
              <a:gd name="connsiteY124" fmla="*/ 1319212 h 1890712"/>
              <a:gd name="connsiteX125" fmla="*/ 1807369 w 2543175"/>
              <a:gd name="connsiteY125" fmla="*/ 1321594 h 1890712"/>
              <a:gd name="connsiteX126" fmla="*/ 1824038 w 2543175"/>
              <a:gd name="connsiteY126" fmla="*/ 1333500 h 1890712"/>
              <a:gd name="connsiteX127" fmla="*/ 1843088 w 2543175"/>
              <a:gd name="connsiteY127" fmla="*/ 1352550 h 1890712"/>
              <a:gd name="connsiteX128" fmla="*/ 1852613 w 2543175"/>
              <a:gd name="connsiteY128" fmla="*/ 1359694 h 1890712"/>
              <a:gd name="connsiteX129" fmla="*/ 1859757 w 2543175"/>
              <a:gd name="connsiteY129" fmla="*/ 1366837 h 1890712"/>
              <a:gd name="connsiteX130" fmla="*/ 1869282 w 2543175"/>
              <a:gd name="connsiteY130" fmla="*/ 1371600 h 1890712"/>
              <a:gd name="connsiteX131" fmla="*/ 1883569 w 2543175"/>
              <a:gd name="connsiteY131" fmla="*/ 1388269 h 1890712"/>
              <a:gd name="connsiteX132" fmla="*/ 1893094 w 2543175"/>
              <a:gd name="connsiteY132" fmla="*/ 1395412 h 1890712"/>
              <a:gd name="connsiteX133" fmla="*/ 1902619 w 2543175"/>
              <a:gd name="connsiteY133" fmla="*/ 1404937 h 1890712"/>
              <a:gd name="connsiteX134" fmla="*/ 1912144 w 2543175"/>
              <a:gd name="connsiteY134" fmla="*/ 1409700 h 1890712"/>
              <a:gd name="connsiteX135" fmla="*/ 1931194 w 2543175"/>
              <a:gd name="connsiteY135" fmla="*/ 1421606 h 1890712"/>
              <a:gd name="connsiteX136" fmla="*/ 1935957 w 2543175"/>
              <a:gd name="connsiteY136" fmla="*/ 1428750 h 1890712"/>
              <a:gd name="connsiteX137" fmla="*/ 1952625 w 2543175"/>
              <a:gd name="connsiteY137" fmla="*/ 1438275 h 1890712"/>
              <a:gd name="connsiteX138" fmla="*/ 1971675 w 2543175"/>
              <a:gd name="connsiteY138" fmla="*/ 1450181 h 1890712"/>
              <a:gd name="connsiteX139" fmla="*/ 1981200 w 2543175"/>
              <a:gd name="connsiteY139" fmla="*/ 1454944 h 1890712"/>
              <a:gd name="connsiteX140" fmla="*/ 1997869 w 2543175"/>
              <a:gd name="connsiteY140" fmla="*/ 1471612 h 1890712"/>
              <a:gd name="connsiteX141" fmla="*/ 2007394 w 2543175"/>
              <a:gd name="connsiteY141" fmla="*/ 1478756 h 1890712"/>
              <a:gd name="connsiteX142" fmla="*/ 2016919 w 2543175"/>
              <a:gd name="connsiteY142" fmla="*/ 1483519 h 1890712"/>
              <a:gd name="connsiteX143" fmla="*/ 2024063 w 2543175"/>
              <a:gd name="connsiteY143" fmla="*/ 1490662 h 1890712"/>
              <a:gd name="connsiteX144" fmla="*/ 2033588 w 2543175"/>
              <a:gd name="connsiteY144" fmla="*/ 1495425 h 1890712"/>
              <a:gd name="connsiteX145" fmla="*/ 2040732 w 2543175"/>
              <a:gd name="connsiteY145" fmla="*/ 1502569 h 1890712"/>
              <a:gd name="connsiteX146" fmla="*/ 2047875 w 2543175"/>
              <a:gd name="connsiteY146" fmla="*/ 1507331 h 1890712"/>
              <a:gd name="connsiteX147" fmla="*/ 2057400 w 2543175"/>
              <a:gd name="connsiteY147" fmla="*/ 1514475 h 1890712"/>
              <a:gd name="connsiteX148" fmla="*/ 2064544 w 2543175"/>
              <a:gd name="connsiteY148" fmla="*/ 1519237 h 1890712"/>
              <a:gd name="connsiteX149" fmla="*/ 2071688 w 2543175"/>
              <a:gd name="connsiteY149" fmla="*/ 1526381 h 1890712"/>
              <a:gd name="connsiteX150" fmla="*/ 2081213 w 2543175"/>
              <a:gd name="connsiteY150" fmla="*/ 1531144 h 1890712"/>
              <a:gd name="connsiteX151" fmla="*/ 2090738 w 2543175"/>
              <a:gd name="connsiteY151" fmla="*/ 1538287 h 1890712"/>
              <a:gd name="connsiteX152" fmla="*/ 2109788 w 2543175"/>
              <a:gd name="connsiteY152" fmla="*/ 1547812 h 1890712"/>
              <a:gd name="connsiteX153" fmla="*/ 2131219 w 2543175"/>
              <a:gd name="connsiteY153" fmla="*/ 1562100 h 1890712"/>
              <a:gd name="connsiteX154" fmla="*/ 2140744 w 2543175"/>
              <a:gd name="connsiteY154" fmla="*/ 1566862 h 1890712"/>
              <a:gd name="connsiteX155" fmla="*/ 2152650 w 2543175"/>
              <a:gd name="connsiteY155" fmla="*/ 1576387 h 1890712"/>
              <a:gd name="connsiteX156" fmla="*/ 2181225 w 2543175"/>
              <a:gd name="connsiteY156" fmla="*/ 1590675 h 1890712"/>
              <a:gd name="connsiteX157" fmla="*/ 2200275 w 2543175"/>
              <a:gd name="connsiteY157" fmla="*/ 1607344 h 1890712"/>
              <a:gd name="connsiteX158" fmla="*/ 2207419 w 2543175"/>
              <a:gd name="connsiteY158" fmla="*/ 1612106 h 1890712"/>
              <a:gd name="connsiteX159" fmla="*/ 2216944 w 2543175"/>
              <a:gd name="connsiteY159" fmla="*/ 1619250 h 1890712"/>
              <a:gd name="connsiteX160" fmla="*/ 2224088 w 2543175"/>
              <a:gd name="connsiteY160" fmla="*/ 1624012 h 1890712"/>
              <a:gd name="connsiteX161" fmla="*/ 2247900 w 2543175"/>
              <a:gd name="connsiteY161" fmla="*/ 1643062 h 1890712"/>
              <a:gd name="connsiteX162" fmla="*/ 2255044 w 2543175"/>
              <a:gd name="connsiteY162" fmla="*/ 1650206 h 1890712"/>
              <a:gd name="connsiteX163" fmla="*/ 2281238 w 2543175"/>
              <a:gd name="connsiteY163" fmla="*/ 1664494 h 1890712"/>
              <a:gd name="connsiteX164" fmla="*/ 2297907 w 2543175"/>
              <a:gd name="connsiteY164" fmla="*/ 1674019 h 1890712"/>
              <a:gd name="connsiteX165" fmla="*/ 2312194 w 2543175"/>
              <a:gd name="connsiteY165" fmla="*/ 1685925 h 1890712"/>
              <a:gd name="connsiteX166" fmla="*/ 2328863 w 2543175"/>
              <a:gd name="connsiteY166" fmla="*/ 1697831 h 1890712"/>
              <a:gd name="connsiteX167" fmla="*/ 2350294 w 2543175"/>
              <a:gd name="connsiteY167" fmla="*/ 1712119 h 1890712"/>
              <a:gd name="connsiteX168" fmla="*/ 2369344 w 2543175"/>
              <a:gd name="connsiteY168" fmla="*/ 1724025 h 1890712"/>
              <a:gd name="connsiteX169" fmla="*/ 2428876 w 2543175"/>
              <a:gd name="connsiteY169" fmla="*/ 1785938 h 1890712"/>
              <a:gd name="connsiteX170" fmla="*/ 2466975 w 2543175"/>
              <a:gd name="connsiteY170" fmla="*/ 1783556 h 1890712"/>
              <a:gd name="connsiteX171" fmla="*/ 2481263 w 2543175"/>
              <a:gd name="connsiteY171" fmla="*/ 1795462 h 1890712"/>
              <a:gd name="connsiteX172" fmla="*/ 2486025 w 2543175"/>
              <a:gd name="connsiteY172" fmla="*/ 1802606 h 1890712"/>
              <a:gd name="connsiteX173" fmla="*/ 2514600 w 2543175"/>
              <a:gd name="connsiteY173" fmla="*/ 1850231 h 1890712"/>
              <a:gd name="connsiteX174" fmla="*/ 2519363 w 2543175"/>
              <a:gd name="connsiteY174" fmla="*/ 1857375 h 1890712"/>
              <a:gd name="connsiteX175" fmla="*/ 2540794 w 2543175"/>
              <a:gd name="connsiteY175" fmla="*/ 1883569 h 1890712"/>
              <a:gd name="connsiteX176" fmla="*/ 2543175 w 2543175"/>
              <a:gd name="connsiteY17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78619 w 2543175"/>
              <a:gd name="connsiteY30" fmla="*/ 276225 h 1890712"/>
              <a:gd name="connsiteX31" fmla="*/ 385763 w 2543175"/>
              <a:gd name="connsiteY31" fmla="*/ 283369 h 1890712"/>
              <a:gd name="connsiteX32" fmla="*/ 395288 w 2543175"/>
              <a:gd name="connsiteY32" fmla="*/ 288131 h 1890712"/>
              <a:gd name="connsiteX33" fmla="*/ 404813 w 2543175"/>
              <a:gd name="connsiteY33" fmla="*/ 295275 h 1890712"/>
              <a:gd name="connsiteX34" fmla="*/ 411957 w 2543175"/>
              <a:gd name="connsiteY34" fmla="*/ 297656 h 1890712"/>
              <a:gd name="connsiteX35" fmla="*/ 421482 w 2543175"/>
              <a:gd name="connsiteY35" fmla="*/ 302419 h 1890712"/>
              <a:gd name="connsiteX36" fmla="*/ 447675 w 2543175"/>
              <a:gd name="connsiteY36" fmla="*/ 307181 h 1890712"/>
              <a:gd name="connsiteX37" fmla="*/ 466725 w 2543175"/>
              <a:gd name="connsiteY37" fmla="*/ 328612 h 1890712"/>
              <a:gd name="connsiteX38" fmla="*/ 476250 w 2543175"/>
              <a:gd name="connsiteY38" fmla="*/ 335756 h 1890712"/>
              <a:gd name="connsiteX39" fmla="*/ 481013 w 2543175"/>
              <a:gd name="connsiteY39" fmla="*/ 342900 h 1890712"/>
              <a:gd name="connsiteX40" fmla="*/ 490538 w 2543175"/>
              <a:gd name="connsiteY40" fmla="*/ 352425 h 1890712"/>
              <a:gd name="connsiteX41" fmla="*/ 495300 w 2543175"/>
              <a:gd name="connsiteY41" fmla="*/ 359569 h 1890712"/>
              <a:gd name="connsiteX42" fmla="*/ 509588 w 2543175"/>
              <a:gd name="connsiteY42" fmla="*/ 376237 h 1890712"/>
              <a:gd name="connsiteX43" fmla="*/ 514350 w 2543175"/>
              <a:gd name="connsiteY43" fmla="*/ 383381 h 1890712"/>
              <a:gd name="connsiteX44" fmla="*/ 531019 w 2543175"/>
              <a:gd name="connsiteY44" fmla="*/ 397669 h 1890712"/>
              <a:gd name="connsiteX45" fmla="*/ 538163 w 2543175"/>
              <a:gd name="connsiteY45" fmla="*/ 407194 h 1890712"/>
              <a:gd name="connsiteX46" fmla="*/ 554832 w 2543175"/>
              <a:gd name="connsiteY46" fmla="*/ 421481 h 1890712"/>
              <a:gd name="connsiteX47" fmla="*/ 564357 w 2543175"/>
              <a:gd name="connsiteY47" fmla="*/ 431006 h 1890712"/>
              <a:gd name="connsiteX48" fmla="*/ 573882 w 2543175"/>
              <a:gd name="connsiteY48" fmla="*/ 438150 h 1890712"/>
              <a:gd name="connsiteX49" fmla="*/ 595313 w 2543175"/>
              <a:gd name="connsiteY49" fmla="*/ 454819 h 1890712"/>
              <a:gd name="connsiteX50" fmla="*/ 602457 w 2543175"/>
              <a:gd name="connsiteY50" fmla="*/ 457200 h 1890712"/>
              <a:gd name="connsiteX51" fmla="*/ 628650 w 2543175"/>
              <a:gd name="connsiteY51" fmla="*/ 469106 h 1890712"/>
              <a:gd name="connsiteX52" fmla="*/ 645319 w 2543175"/>
              <a:gd name="connsiteY52" fmla="*/ 483394 h 1890712"/>
              <a:gd name="connsiteX53" fmla="*/ 654844 w 2543175"/>
              <a:gd name="connsiteY53" fmla="*/ 488156 h 1890712"/>
              <a:gd name="connsiteX54" fmla="*/ 661988 w 2543175"/>
              <a:gd name="connsiteY54" fmla="*/ 497681 h 1890712"/>
              <a:gd name="connsiteX55" fmla="*/ 683419 w 2543175"/>
              <a:gd name="connsiteY55" fmla="*/ 514350 h 1890712"/>
              <a:gd name="connsiteX56" fmla="*/ 700088 w 2543175"/>
              <a:gd name="connsiteY56" fmla="*/ 526256 h 1890712"/>
              <a:gd name="connsiteX57" fmla="*/ 709613 w 2543175"/>
              <a:gd name="connsiteY57" fmla="*/ 535781 h 1890712"/>
              <a:gd name="connsiteX58" fmla="*/ 719138 w 2543175"/>
              <a:gd name="connsiteY58" fmla="*/ 542925 h 1890712"/>
              <a:gd name="connsiteX59" fmla="*/ 733425 w 2543175"/>
              <a:gd name="connsiteY59" fmla="*/ 557212 h 1890712"/>
              <a:gd name="connsiteX60" fmla="*/ 750094 w 2543175"/>
              <a:gd name="connsiteY60" fmla="*/ 569119 h 1890712"/>
              <a:gd name="connsiteX61" fmla="*/ 769144 w 2543175"/>
              <a:gd name="connsiteY61" fmla="*/ 581025 h 1890712"/>
              <a:gd name="connsiteX62" fmla="*/ 785813 w 2543175"/>
              <a:gd name="connsiteY62" fmla="*/ 590550 h 1890712"/>
              <a:gd name="connsiteX63" fmla="*/ 792957 w 2543175"/>
              <a:gd name="connsiteY63" fmla="*/ 600075 h 1890712"/>
              <a:gd name="connsiteX64" fmla="*/ 809625 w 2543175"/>
              <a:gd name="connsiteY64" fmla="*/ 611981 h 1890712"/>
              <a:gd name="connsiteX65" fmla="*/ 816769 w 2543175"/>
              <a:gd name="connsiteY65" fmla="*/ 619125 h 1890712"/>
              <a:gd name="connsiteX66" fmla="*/ 826294 w 2543175"/>
              <a:gd name="connsiteY66" fmla="*/ 626269 h 1890712"/>
              <a:gd name="connsiteX67" fmla="*/ 840582 w 2543175"/>
              <a:gd name="connsiteY67" fmla="*/ 638175 h 1890712"/>
              <a:gd name="connsiteX68" fmla="*/ 847725 w 2543175"/>
              <a:gd name="connsiteY68" fmla="*/ 645319 h 1890712"/>
              <a:gd name="connsiteX69" fmla="*/ 857250 w 2543175"/>
              <a:gd name="connsiteY69" fmla="*/ 652462 h 1890712"/>
              <a:gd name="connsiteX70" fmla="*/ 864394 w 2543175"/>
              <a:gd name="connsiteY70" fmla="*/ 657225 h 1890712"/>
              <a:gd name="connsiteX71" fmla="*/ 888207 w 2543175"/>
              <a:gd name="connsiteY71" fmla="*/ 676275 h 1890712"/>
              <a:gd name="connsiteX72" fmla="*/ 895350 w 2543175"/>
              <a:gd name="connsiteY72" fmla="*/ 681037 h 1890712"/>
              <a:gd name="connsiteX73" fmla="*/ 907257 w 2543175"/>
              <a:gd name="connsiteY73" fmla="*/ 683419 h 1890712"/>
              <a:gd name="connsiteX74" fmla="*/ 928688 w 2543175"/>
              <a:gd name="connsiteY74" fmla="*/ 695325 h 1890712"/>
              <a:gd name="connsiteX75" fmla="*/ 942975 w 2543175"/>
              <a:gd name="connsiteY75" fmla="*/ 700087 h 1890712"/>
              <a:gd name="connsiteX76" fmla="*/ 964407 w 2543175"/>
              <a:gd name="connsiteY76" fmla="*/ 716756 h 1890712"/>
              <a:gd name="connsiteX77" fmla="*/ 971550 w 2543175"/>
              <a:gd name="connsiteY77" fmla="*/ 723900 h 1890712"/>
              <a:gd name="connsiteX78" fmla="*/ 983457 w 2543175"/>
              <a:gd name="connsiteY78" fmla="*/ 733425 h 1890712"/>
              <a:gd name="connsiteX79" fmla="*/ 990600 w 2543175"/>
              <a:gd name="connsiteY79" fmla="*/ 738187 h 1890712"/>
              <a:gd name="connsiteX80" fmla="*/ 1007269 w 2543175"/>
              <a:gd name="connsiteY80" fmla="*/ 752475 h 1890712"/>
              <a:gd name="connsiteX81" fmla="*/ 1031082 w 2543175"/>
              <a:gd name="connsiteY81" fmla="*/ 766762 h 1890712"/>
              <a:gd name="connsiteX82" fmla="*/ 1042988 w 2543175"/>
              <a:gd name="connsiteY82" fmla="*/ 773906 h 1890712"/>
              <a:gd name="connsiteX83" fmla="*/ 1071563 w 2543175"/>
              <a:gd name="connsiteY83" fmla="*/ 785812 h 1890712"/>
              <a:gd name="connsiteX84" fmla="*/ 1097757 w 2543175"/>
              <a:gd name="connsiteY84" fmla="*/ 807244 h 1890712"/>
              <a:gd name="connsiteX85" fmla="*/ 1104900 w 2543175"/>
              <a:gd name="connsiteY85" fmla="*/ 814387 h 1890712"/>
              <a:gd name="connsiteX86" fmla="*/ 1121569 w 2543175"/>
              <a:gd name="connsiteY86" fmla="*/ 823912 h 1890712"/>
              <a:gd name="connsiteX87" fmla="*/ 1138238 w 2543175"/>
              <a:gd name="connsiteY87" fmla="*/ 835819 h 1890712"/>
              <a:gd name="connsiteX88" fmla="*/ 1147763 w 2543175"/>
              <a:gd name="connsiteY88" fmla="*/ 842962 h 1890712"/>
              <a:gd name="connsiteX89" fmla="*/ 1157288 w 2543175"/>
              <a:gd name="connsiteY89" fmla="*/ 847725 h 1890712"/>
              <a:gd name="connsiteX90" fmla="*/ 1178719 w 2543175"/>
              <a:gd name="connsiteY90" fmla="*/ 859631 h 1890712"/>
              <a:gd name="connsiteX91" fmla="*/ 1188244 w 2543175"/>
              <a:gd name="connsiteY91" fmla="*/ 866775 h 1890712"/>
              <a:gd name="connsiteX92" fmla="*/ 1195388 w 2543175"/>
              <a:gd name="connsiteY92" fmla="*/ 871537 h 1890712"/>
              <a:gd name="connsiteX93" fmla="*/ 1212057 w 2543175"/>
              <a:gd name="connsiteY93" fmla="*/ 883444 h 1890712"/>
              <a:gd name="connsiteX94" fmla="*/ 1226344 w 2543175"/>
              <a:gd name="connsiteY94" fmla="*/ 895350 h 1890712"/>
              <a:gd name="connsiteX95" fmla="*/ 1245394 w 2543175"/>
              <a:gd name="connsiteY95" fmla="*/ 907256 h 1890712"/>
              <a:gd name="connsiteX96" fmla="*/ 1254919 w 2543175"/>
              <a:gd name="connsiteY96" fmla="*/ 914400 h 1890712"/>
              <a:gd name="connsiteX97" fmla="*/ 1269207 w 2543175"/>
              <a:gd name="connsiteY97" fmla="*/ 921544 h 1890712"/>
              <a:gd name="connsiteX98" fmla="*/ 1290638 w 2543175"/>
              <a:gd name="connsiteY98" fmla="*/ 935831 h 1890712"/>
              <a:gd name="connsiteX99" fmla="*/ 1307307 w 2543175"/>
              <a:gd name="connsiteY99" fmla="*/ 952500 h 1890712"/>
              <a:gd name="connsiteX100" fmla="*/ 1333500 w 2543175"/>
              <a:gd name="connsiteY100" fmla="*/ 971550 h 1890712"/>
              <a:gd name="connsiteX101" fmla="*/ 1359694 w 2543175"/>
              <a:gd name="connsiteY101" fmla="*/ 990600 h 1890712"/>
              <a:gd name="connsiteX102" fmla="*/ 1373982 w 2543175"/>
              <a:gd name="connsiteY102" fmla="*/ 997744 h 1890712"/>
              <a:gd name="connsiteX103" fmla="*/ 1388269 w 2543175"/>
              <a:gd name="connsiteY103" fmla="*/ 1007269 h 1890712"/>
              <a:gd name="connsiteX104" fmla="*/ 1414463 w 2543175"/>
              <a:gd name="connsiteY104" fmla="*/ 1019175 h 1890712"/>
              <a:gd name="connsiteX105" fmla="*/ 1428750 w 2543175"/>
              <a:gd name="connsiteY105" fmla="*/ 1026319 h 1890712"/>
              <a:gd name="connsiteX106" fmla="*/ 1471613 w 2543175"/>
              <a:gd name="connsiteY106" fmla="*/ 1059656 h 1890712"/>
              <a:gd name="connsiteX107" fmla="*/ 1495425 w 2543175"/>
              <a:gd name="connsiteY107" fmla="*/ 1088231 h 1890712"/>
              <a:gd name="connsiteX108" fmla="*/ 1547812 w 2543175"/>
              <a:gd name="connsiteY108" fmla="*/ 1133475 h 1890712"/>
              <a:gd name="connsiteX109" fmla="*/ 1597819 w 2543175"/>
              <a:gd name="connsiteY109" fmla="*/ 1154906 h 1890712"/>
              <a:gd name="connsiteX110" fmla="*/ 1604963 w 2543175"/>
              <a:gd name="connsiteY110" fmla="*/ 1162050 h 1890712"/>
              <a:gd name="connsiteX111" fmla="*/ 1612107 w 2543175"/>
              <a:gd name="connsiteY111" fmla="*/ 1166812 h 1890712"/>
              <a:gd name="connsiteX112" fmla="*/ 1628775 w 2543175"/>
              <a:gd name="connsiteY112" fmla="*/ 1183481 h 1890712"/>
              <a:gd name="connsiteX113" fmla="*/ 1662113 w 2543175"/>
              <a:gd name="connsiteY113" fmla="*/ 1209675 h 1890712"/>
              <a:gd name="connsiteX114" fmla="*/ 1678782 w 2543175"/>
              <a:gd name="connsiteY114" fmla="*/ 1226344 h 1890712"/>
              <a:gd name="connsiteX115" fmla="*/ 1700213 w 2543175"/>
              <a:gd name="connsiteY115" fmla="*/ 1247775 h 1890712"/>
              <a:gd name="connsiteX116" fmla="*/ 1712119 w 2543175"/>
              <a:gd name="connsiteY116" fmla="*/ 1259681 h 1890712"/>
              <a:gd name="connsiteX117" fmla="*/ 1733550 w 2543175"/>
              <a:gd name="connsiteY117" fmla="*/ 1273969 h 1890712"/>
              <a:gd name="connsiteX118" fmla="*/ 1743075 w 2543175"/>
              <a:gd name="connsiteY118" fmla="*/ 1283494 h 1890712"/>
              <a:gd name="connsiteX119" fmla="*/ 1754982 w 2543175"/>
              <a:gd name="connsiteY119" fmla="*/ 1290637 h 1890712"/>
              <a:gd name="connsiteX120" fmla="*/ 1766888 w 2543175"/>
              <a:gd name="connsiteY120" fmla="*/ 1300162 h 1890712"/>
              <a:gd name="connsiteX121" fmla="*/ 1783557 w 2543175"/>
              <a:gd name="connsiteY121" fmla="*/ 1307306 h 1890712"/>
              <a:gd name="connsiteX122" fmla="*/ 1790700 w 2543175"/>
              <a:gd name="connsiteY122" fmla="*/ 1312069 h 1890712"/>
              <a:gd name="connsiteX123" fmla="*/ 1800225 w 2543175"/>
              <a:gd name="connsiteY123" fmla="*/ 1319212 h 1890712"/>
              <a:gd name="connsiteX124" fmla="*/ 1807369 w 2543175"/>
              <a:gd name="connsiteY124" fmla="*/ 1321594 h 1890712"/>
              <a:gd name="connsiteX125" fmla="*/ 1824038 w 2543175"/>
              <a:gd name="connsiteY125" fmla="*/ 1333500 h 1890712"/>
              <a:gd name="connsiteX126" fmla="*/ 1843088 w 2543175"/>
              <a:gd name="connsiteY126" fmla="*/ 1352550 h 1890712"/>
              <a:gd name="connsiteX127" fmla="*/ 1852613 w 2543175"/>
              <a:gd name="connsiteY127" fmla="*/ 1359694 h 1890712"/>
              <a:gd name="connsiteX128" fmla="*/ 1859757 w 2543175"/>
              <a:gd name="connsiteY128" fmla="*/ 1366837 h 1890712"/>
              <a:gd name="connsiteX129" fmla="*/ 1869282 w 2543175"/>
              <a:gd name="connsiteY129" fmla="*/ 1371600 h 1890712"/>
              <a:gd name="connsiteX130" fmla="*/ 1883569 w 2543175"/>
              <a:gd name="connsiteY130" fmla="*/ 1388269 h 1890712"/>
              <a:gd name="connsiteX131" fmla="*/ 1893094 w 2543175"/>
              <a:gd name="connsiteY131" fmla="*/ 1395412 h 1890712"/>
              <a:gd name="connsiteX132" fmla="*/ 1902619 w 2543175"/>
              <a:gd name="connsiteY132" fmla="*/ 1404937 h 1890712"/>
              <a:gd name="connsiteX133" fmla="*/ 1912144 w 2543175"/>
              <a:gd name="connsiteY133" fmla="*/ 1409700 h 1890712"/>
              <a:gd name="connsiteX134" fmla="*/ 1931194 w 2543175"/>
              <a:gd name="connsiteY134" fmla="*/ 1421606 h 1890712"/>
              <a:gd name="connsiteX135" fmla="*/ 1935957 w 2543175"/>
              <a:gd name="connsiteY135" fmla="*/ 1428750 h 1890712"/>
              <a:gd name="connsiteX136" fmla="*/ 1952625 w 2543175"/>
              <a:gd name="connsiteY136" fmla="*/ 1438275 h 1890712"/>
              <a:gd name="connsiteX137" fmla="*/ 1971675 w 2543175"/>
              <a:gd name="connsiteY137" fmla="*/ 1450181 h 1890712"/>
              <a:gd name="connsiteX138" fmla="*/ 1981200 w 2543175"/>
              <a:gd name="connsiteY138" fmla="*/ 1454944 h 1890712"/>
              <a:gd name="connsiteX139" fmla="*/ 1997869 w 2543175"/>
              <a:gd name="connsiteY139" fmla="*/ 1471612 h 1890712"/>
              <a:gd name="connsiteX140" fmla="*/ 2007394 w 2543175"/>
              <a:gd name="connsiteY140" fmla="*/ 1478756 h 1890712"/>
              <a:gd name="connsiteX141" fmla="*/ 2016919 w 2543175"/>
              <a:gd name="connsiteY141" fmla="*/ 1483519 h 1890712"/>
              <a:gd name="connsiteX142" fmla="*/ 2024063 w 2543175"/>
              <a:gd name="connsiteY142" fmla="*/ 1490662 h 1890712"/>
              <a:gd name="connsiteX143" fmla="*/ 2033588 w 2543175"/>
              <a:gd name="connsiteY143" fmla="*/ 1495425 h 1890712"/>
              <a:gd name="connsiteX144" fmla="*/ 2040732 w 2543175"/>
              <a:gd name="connsiteY144" fmla="*/ 1502569 h 1890712"/>
              <a:gd name="connsiteX145" fmla="*/ 2047875 w 2543175"/>
              <a:gd name="connsiteY145" fmla="*/ 1507331 h 1890712"/>
              <a:gd name="connsiteX146" fmla="*/ 2057400 w 2543175"/>
              <a:gd name="connsiteY146" fmla="*/ 1514475 h 1890712"/>
              <a:gd name="connsiteX147" fmla="*/ 2064544 w 2543175"/>
              <a:gd name="connsiteY147" fmla="*/ 1519237 h 1890712"/>
              <a:gd name="connsiteX148" fmla="*/ 2071688 w 2543175"/>
              <a:gd name="connsiteY148" fmla="*/ 1526381 h 1890712"/>
              <a:gd name="connsiteX149" fmla="*/ 2081213 w 2543175"/>
              <a:gd name="connsiteY149" fmla="*/ 1531144 h 1890712"/>
              <a:gd name="connsiteX150" fmla="*/ 2090738 w 2543175"/>
              <a:gd name="connsiteY150" fmla="*/ 1538287 h 1890712"/>
              <a:gd name="connsiteX151" fmla="*/ 2109788 w 2543175"/>
              <a:gd name="connsiteY151" fmla="*/ 1547812 h 1890712"/>
              <a:gd name="connsiteX152" fmla="*/ 2131219 w 2543175"/>
              <a:gd name="connsiteY152" fmla="*/ 1562100 h 1890712"/>
              <a:gd name="connsiteX153" fmla="*/ 2140744 w 2543175"/>
              <a:gd name="connsiteY153" fmla="*/ 1566862 h 1890712"/>
              <a:gd name="connsiteX154" fmla="*/ 2152650 w 2543175"/>
              <a:gd name="connsiteY154" fmla="*/ 1576387 h 1890712"/>
              <a:gd name="connsiteX155" fmla="*/ 2181225 w 2543175"/>
              <a:gd name="connsiteY155" fmla="*/ 1590675 h 1890712"/>
              <a:gd name="connsiteX156" fmla="*/ 2200275 w 2543175"/>
              <a:gd name="connsiteY156" fmla="*/ 1607344 h 1890712"/>
              <a:gd name="connsiteX157" fmla="*/ 2207419 w 2543175"/>
              <a:gd name="connsiteY157" fmla="*/ 1612106 h 1890712"/>
              <a:gd name="connsiteX158" fmla="*/ 2216944 w 2543175"/>
              <a:gd name="connsiteY158" fmla="*/ 1619250 h 1890712"/>
              <a:gd name="connsiteX159" fmla="*/ 2224088 w 2543175"/>
              <a:gd name="connsiteY159" fmla="*/ 1624012 h 1890712"/>
              <a:gd name="connsiteX160" fmla="*/ 2247900 w 2543175"/>
              <a:gd name="connsiteY160" fmla="*/ 1643062 h 1890712"/>
              <a:gd name="connsiteX161" fmla="*/ 2255044 w 2543175"/>
              <a:gd name="connsiteY161" fmla="*/ 1650206 h 1890712"/>
              <a:gd name="connsiteX162" fmla="*/ 2281238 w 2543175"/>
              <a:gd name="connsiteY162" fmla="*/ 1664494 h 1890712"/>
              <a:gd name="connsiteX163" fmla="*/ 2297907 w 2543175"/>
              <a:gd name="connsiteY163" fmla="*/ 1674019 h 1890712"/>
              <a:gd name="connsiteX164" fmla="*/ 2312194 w 2543175"/>
              <a:gd name="connsiteY164" fmla="*/ 1685925 h 1890712"/>
              <a:gd name="connsiteX165" fmla="*/ 2328863 w 2543175"/>
              <a:gd name="connsiteY165" fmla="*/ 1697831 h 1890712"/>
              <a:gd name="connsiteX166" fmla="*/ 2350294 w 2543175"/>
              <a:gd name="connsiteY166" fmla="*/ 1712119 h 1890712"/>
              <a:gd name="connsiteX167" fmla="*/ 2369344 w 2543175"/>
              <a:gd name="connsiteY167" fmla="*/ 1724025 h 1890712"/>
              <a:gd name="connsiteX168" fmla="*/ 2428876 w 2543175"/>
              <a:gd name="connsiteY168" fmla="*/ 1785938 h 1890712"/>
              <a:gd name="connsiteX169" fmla="*/ 2466975 w 2543175"/>
              <a:gd name="connsiteY169" fmla="*/ 1783556 h 1890712"/>
              <a:gd name="connsiteX170" fmla="*/ 2481263 w 2543175"/>
              <a:gd name="connsiteY170" fmla="*/ 1795462 h 1890712"/>
              <a:gd name="connsiteX171" fmla="*/ 2486025 w 2543175"/>
              <a:gd name="connsiteY171" fmla="*/ 1802606 h 1890712"/>
              <a:gd name="connsiteX172" fmla="*/ 2514600 w 2543175"/>
              <a:gd name="connsiteY172" fmla="*/ 1850231 h 1890712"/>
              <a:gd name="connsiteX173" fmla="*/ 2519363 w 2543175"/>
              <a:gd name="connsiteY173" fmla="*/ 1857375 h 1890712"/>
              <a:gd name="connsiteX174" fmla="*/ 2540794 w 2543175"/>
              <a:gd name="connsiteY174" fmla="*/ 1883569 h 1890712"/>
              <a:gd name="connsiteX175" fmla="*/ 2543175 w 2543175"/>
              <a:gd name="connsiteY175"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78619 w 2543175"/>
              <a:gd name="connsiteY30" fmla="*/ 276225 h 1890712"/>
              <a:gd name="connsiteX31" fmla="*/ 385763 w 2543175"/>
              <a:gd name="connsiteY31" fmla="*/ 283369 h 1890712"/>
              <a:gd name="connsiteX32" fmla="*/ 395288 w 2543175"/>
              <a:gd name="connsiteY32" fmla="*/ 288131 h 1890712"/>
              <a:gd name="connsiteX33" fmla="*/ 404813 w 2543175"/>
              <a:gd name="connsiteY33" fmla="*/ 295275 h 1890712"/>
              <a:gd name="connsiteX34" fmla="*/ 411957 w 2543175"/>
              <a:gd name="connsiteY34" fmla="*/ 297656 h 1890712"/>
              <a:gd name="connsiteX35" fmla="*/ 421482 w 2543175"/>
              <a:gd name="connsiteY35" fmla="*/ 302419 h 1890712"/>
              <a:gd name="connsiteX36" fmla="*/ 466725 w 2543175"/>
              <a:gd name="connsiteY36" fmla="*/ 328612 h 1890712"/>
              <a:gd name="connsiteX37" fmla="*/ 476250 w 2543175"/>
              <a:gd name="connsiteY37" fmla="*/ 335756 h 1890712"/>
              <a:gd name="connsiteX38" fmla="*/ 481013 w 2543175"/>
              <a:gd name="connsiteY38" fmla="*/ 342900 h 1890712"/>
              <a:gd name="connsiteX39" fmla="*/ 490538 w 2543175"/>
              <a:gd name="connsiteY39" fmla="*/ 352425 h 1890712"/>
              <a:gd name="connsiteX40" fmla="*/ 495300 w 2543175"/>
              <a:gd name="connsiteY40" fmla="*/ 359569 h 1890712"/>
              <a:gd name="connsiteX41" fmla="*/ 509588 w 2543175"/>
              <a:gd name="connsiteY41" fmla="*/ 376237 h 1890712"/>
              <a:gd name="connsiteX42" fmla="*/ 514350 w 2543175"/>
              <a:gd name="connsiteY42" fmla="*/ 383381 h 1890712"/>
              <a:gd name="connsiteX43" fmla="*/ 531019 w 2543175"/>
              <a:gd name="connsiteY43" fmla="*/ 397669 h 1890712"/>
              <a:gd name="connsiteX44" fmla="*/ 538163 w 2543175"/>
              <a:gd name="connsiteY44" fmla="*/ 407194 h 1890712"/>
              <a:gd name="connsiteX45" fmla="*/ 554832 w 2543175"/>
              <a:gd name="connsiteY45" fmla="*/ 421481 h 1890712"/>
              <a:gd name="connsiteX46" fmla="*/ 564357 w 2543175"/>
              <a:gd name="connsiteY46" fmla="*/ 431006 h 1890712"/>
              <a:gd name="connsiteX47" fmla="*/ 573882 w 2543175"/>
              <a:gd name="connsiteY47" fmla="*/ 438150 h 1890712"/>
              <a:gd name="connsiteX48" fmla="*/ 595313 w 2543175"/>
              <a:gd name="connsiteY48" fmla="*/ 454819 h 1890712"/>
              <a:gd name="connsiteX49" fmla="*/ 602457 w 2543175"/>
              <a:gd name="connsiteY49" fmla="*/ 457200 h 1890712"/>
              <a:gd name="connsiteX50" fmla="*/ 628650 w 2543175"/>
              <a:gd name="connsiteY50" fmla="*/ 469106 h 1890712"/>
              <a:gd name="connsiteX51" fmla="*/ 645319 w 2543175"/>
              <a:gd name="connsiteY51" fmla="*/ 483394 h 1890712"/>
              <a:gd name="connsiteX52" fmla="*/ 654844 w 2543175"/>
              <a:gd name="connsiteY52" fmla="*/ 488156 h 1890712"/>
              <a:gd name="connsiteX53" fmla="*/ 661988 w 2543175"/>
              <a:gd name="connsiteY53" fmla="*/ 497681 h 1890712"/>
              <a:gd name="connsiteX54" fmla="*/ 683419 w 2543175"/>
              <a:gd name="connsiteY54" fmla="*/ 514350 h 1890712"/>
              <a:gd name="connsiteX55" fmla="*/ 700088 w 2543175"/>
              <a:gd name="connsiteY55" fmla="*/ 526256 h 1890712"/>
              <a:gd name="connsiteX56" fmla="*/ 709613 w 2543175"/>
              <a:gd name="connsiteY56" fmla="*/ 535781 h 1890712"/>
              <a:gd name="connsiteX57" fmla="*/ 719138 w 2543175"/>
              <a:gd name="connsiteY57" fmla="*/ 542925 h 1890712"/>
              <a:gd name="connsiteX58" fmla="*/ 733425 w 2543175"/>
              <a:gd name="connsiteY58" fmla="*/ 557212 h 1890712"/>
              <a:gd name="connsiteX59" fmla="*/ 750094 w 2543175"/>
              <a:gd name="connsiteY59" fmla="*/ 569119 h 1890712"/>
              <a:gd name="connsiteX60" fmla="*/ 769144 w 2543175"/>
              <a:gd name="connsiteY60" fmla="*/ 581025 h 1890712"/>
              <a:gd name="connsiteX61" fmla="*/ 785813 w 2543175"/>
              <a:gd name="connsiteY61" fmla="*/ 590550 h 1890712"/>
              <a:gd name="connsiteX62" fmla="*/ 792957 w 2543175"/>
              <a:gd name="connsiteY62" fmla="*/ 600075 h 1890712"/>
              <a:gd name="connsiteX63" fmla="*/ 809625 w 2543175"/>
              <a:gd name="connsiteY63" fmla="*/ 611981 h 1890712"/>
              <a:gd name="connsiteX64" fmla="*/ 816769 w 2543175"/>
              <a:gd name="connsiteY64" fmla="*/ 619125 h 1890712"/>
              <a:gd name="connsiteX65" fmla="*/ 826294 w 2543175"/>
              <a:gd name="connsiteY65" fmla="*/ 626269 h 1890712"/>
              <a:gd name="connsiteX66" fmla="*/ 840582 w 2543175"/>
              <a:gd name="connsiteY66" fmla="*/ 638175 h 1890712"/>
              <a:gd name="connsiteX67" fmla="*/ 847725 w 2543175"/>
              <a:gd name="connsiteY67" fmla="*/ 645319 h 1890712"/>
              <a:gd name="connsiteX68" fmla="*/ 857250 w 2543175"/>
              <a:gd name="connsiteY68" fmla="*/ 652462 h 1890712"/>
              <a:gd name="connsiteX69" fmla="*/ 864394 w 2543175"/>
              <a:gd name="connsiteY69" fmla="*/ 657225 h 1890712"/>
              <a:gd name="connsiteX70" fmla="*/ 888207 w 2543175"/>
              <a:gd name="connsiteY70" fmla="*/ 676275 h 1890712"/>
              <a:gd name="connsiteX71" fmla="*/ 895350 w 2543175"/>
              <a:gd name="connsiteY71" fmla="*/ 681037 h 1890712"/>
              <a:gd name="connsiteX72" fmla="*/ 907257 w 2543175"/>
              <a:gd name="connsiteY72" fmla="*/ 683419 h 1890712"/>
              <a:gd name="connsiteX73" fmla="*/ 928688 w 2543175"/>
              <a:gd name="connsiteY73" fmla="*/ 695325 h 1890712"/>
              <a:gd name="connsiteX74" fmla="*/ 942975 w 2543175"/>
              <a:gd name="connsiteY74" fmla="*/ 700087 h 1890712"/>
              <a:gd name="connsiteX75" fmla="*/ 964407 w 2543175"/>
              <a:gd name="connsiteY75" fmla="*/ 716756 h 1890712"/>
              <a:gd name="connsiteX76" fmla="*/ 971550 w 2543175"/>
              <a:gd name="connsiteY76" fmla="*/ 723900 h 1890712"/>
              <a:gd name="connsiteX77" fmla="*/ 983457 w 2543175"/>
              <a:gd name="connsiteY77" fmla="*/ 733425 h 1890712"/>
              <a:gd name="connsiteX78" fmla="*/ 990600 w 2543175"/>
              <a:gd name="connsiteY78" fmla="*/ 738187 h 1890712"/>
              <a:gd name="connsiteX79" fmla="*/ 1007269 w 2543175"/>
              <a:gd name="connsiteY79" fmla="*/ 752475 h 1890712"/>
              <a:gd name="connsiteX80" fmla="*/ 1031082 w 2543175"/>
              <a:gd name="connsiteY80" fmla="*/ 766762 h 1890712"/>
              <a:gd name="connsiteX81" fmla="*/ 1042988 w 2543175"/>
              <a:gd name="connsiteY81" fmla="*/ 773906 h 1890712"/>
              <a:gd name="connsiteX82" fmla="*/ 1071563 w 2543175"/>
              <a:gd name="connsiteY82" fmla="*/ 785812 h 1890712"/>
              <a:gd name="connsiteX83" fmla="*/ 1097757 w 2543175"/>
              <a:gd name="connsiteY83" fmla="*/ 807244 h 1890712"/>
              <a:gd name="connsiteX84" fmla="*/ 1104900 w 2543175"/>
              <a:gd name="connsiteY84" fmla="*/ 814387 h 1890712"/>
              <a:gd name="connsiteX85" fmla="*/ 1121569 w 2543175"/>
              <a:gd name="connsiteY85" fmla="*/ 823912 h 1890712"/>
              <a:gd name="connsiteX86" fmla="*/ 1138238 w 2543175"/>
              <a:gd name="connsiteY86" fmla="*/ 835819 h 1890712"/>
              <a:gd name="connsiteX87" fmla="*/ 1147763 w 2543175"/>
              <a:gd name="connsiteY87" fmla="*/ 842962 h 1890712"/>
              <a:gd name="connsiteX88" fmla="*/ 1157288 w 2543175"/>
              <a:gd name="connsiteY88" fmla="*/ 847725 h 1890712"/>
              <a:gd name="connsiteX89" fmla="*/ 1178719 w 2543175"/>
              <a:gd name="connsiteY89" fmla="*/ 859631 h 1890712"/>
              <a:gd name="connsiteX90" fmla="*/ 1188244 w 2543175"/>
              <a:gd name="connsiteY90" fmla="*/ 866775 h 1890712"/>
              <a:gd name="connsiteX91" fmla="*/ 1195388 w 2543175"/>
              <a:gd name="connsiteY91" fmla="*/ 871537 h 1890712"/>
              <a:gd name="connsiteX92" fmla="*/ 1212057 w 2543175"/>
              <a:gd name="connsiteY92" fmla="*/ 883444 h 1890712"/>
              <a:gd name="connsiteX93" fmla="*/ 1226344 w 2543175"/>
              <a:gd name="connsiteY93" fmla="*/ 895350 h 1890712"/>
              <a:gd name="connsiteX94" fmla="*/ 1245394 w 2543175"/>
              <a:gd name="connsiteY94" fmla="*/ 907256 h 1890712"/>
              <a:gd name="connsiteX95" fmla="*/ 1254919 w 2543175"/>
              <a:gd name="connsiteY95" fmla="*/ 914400 h 1890712"/>
              <a:gd name="connsiteX96" fmla="*/ 1269207 w 2543175"/>
              <a:gd name="connsiteY96" fmla="*/ 921544 h 1890712"/>
              <a:gd name="connsiteX97" fmla="*/ 1290638 w 2543175"/>
              <a:gd name="connsiteY97" fmla="*/ 935831 h 1890712"/>
              <a:gd name="connsiteX98" fmla="*/ 1307307 w 2543175"/>
              <a:gd name="connsiteY98" fmla="*/ 952500 h 1890712"/>
              <a:gd name="connsiteX99" fmla="*/ 1333500 w 2543175"/>
              <a:gd name="connsiteY99" fmla="*/ 971550 h 1890712"/>
              <a:gd name="connsiteX100" fmla="*/ 1359694 w 2543175"/>
              <a:gd name="connsiteY100" fmla="*/ 990600 h 1890712"/>
              <a:gd name="connsiteX101" fmla="*/ 1373982 w 2543175"/>
              <a:gd name="connsiteY101" fmla="*/ 997744 h 1890712"/>
              <a:gd name="connsiteX102" fmla="*/ 1388269 w 2543175"/>
              <a:gd name="connsiteY102" fmla="*/ 1007269 h 1890712"/>
              <a:gd name="connsiteX103" fmla="*/ 1414463 w 2543175"/>
              <a:gd name="connsiteY103" fmla="*/ 1019175 h 1890712"/>
              <a:gd name="connsiteX104" fmla="*/ 1428750 w 2543175"/>
              <a:gd name="connsiteY104" fmla="*/ 1026319 h 1890712"/>
              <a:gd name="connsiteX105" fmla="*/ 1471613 w 2543175"/>
              <a:gd name="connsiteY105" fmla="*/ 1059656 h 1890712"/>
              <a:gd name="connsiteX106" fmla="*/ 1495425 w 2543175"/>
              <a:gd name="connsiteY106" fmla="*/ 1088231 h 1890712"/>
              <a:gd name="connsiteX107" fmla="*/ 1547812 w 2543175"/>
              <a:gd name="connsiteY107" fmla="*/ 1133475 h 1890712"/>
              <a:gd name="connsiteX108" fmla="*/ 1597819 w 2543175"/>
              <a:gd name="connsiteY108" fmla="*/ 1154906 h 1890712"/>
              <a:gd name="connsiteX109" fmla="*/ 1604963 w 2543175"/>
              <a:gd name="connsiteY109" fmla="*/ 1162050 h 1890712"/>
              <a:gd name="connsiteX110" fmla="*/ 1612107 w 2543175"/>
              <a:gd name="connsiteY110" fmla="*/ 1166812 h 1890712"/>
              <a:gd name="connsiteX111" fmla="*/ 1628775 w 2543175"/>
              <a:gd name="connsiteY111" fmla="*/ 1183481 h 1890712"/>
              <a:gd name="connsiteX112" fmla="*/ 1662113 w 2543175"/>
              <a:gd name="connsiteY112" fmla="*/ 1209675 h 1890712"/>
              <a:gd name="connsiteX113" fmla="*/ 1678782 w 2543175"/>
              <a:gd name="connsiteY113" fmla="*/ 1226344 h 1890712"/>
              <a:gd name="connsiteX114" fmla="*/ 1700213 w 2543175"/>
              <a:gd name="connsiteY114" fmla="*/ 1247775 h 1890712"/>
              <a:gd name="connsiteX115" fmla="*/ 1712119 w 2543175"/>
              <a:gd name="connsiteY115" fmla="*/ 1259681 h 1890712"/>
              <a:gd name="connsiteX116" fmla="*/ 1733550 w 2543175"/>
              <a:gd name="connsiteY116" fmla="*/ 1273969 h 1890712"/>
              <a:gd name="connsiteX117" fmla="*/ 1743075 w 2543175"/>
              <a:gd name="connsiteY117" fmla="*/ 1283494 h 1890712"/>
              <a:gd name="connsiteX118" fmla="*/ 1754982 w 2543175"/>
              <a:gd name="connsiteY118" fmla="*/ 1290637 h 1890712"/>
              <a:gd name="connsiteX119" fmla="*/ 1766888 w 2543175"/>
              <a:gd name="connsiteY119" fmla="*/ 1300162 h 1890712"/>
              <a:gd name="connsiteX120" fmla="*/ 1783557 w 2543175"/>
              <a:gd name="connsiteY120" fmla="*/ 1307306 h 1890712"/>
              <a:gd name="connsiteX121" fmla="*/ 1790700 w 2543175"/>
              <a:gd name="connsiteY121" fmla="*/ 1312069 h 1890712"/>
              <a:gd name="connsiteX122" fmla="*/ 1800225 w 2543175"/>
              <a:gd name="connsiteY122" fmla="*/ 1319212 h 1890712"/>
              <a:gd name="connsiteX123" fmla="*/ 1807369 w 2543175"/>
              <a:gd name="connsiteY123" fmla="*/ 1321594 h 1890712"/>
              <a:gd name="connsiteX124" fmla="*/ 1824038 w 2543175"/>
              <a:gd name="connsiteY124" fmla="*/ 1333500 h 1890712"/>
              <a:gd name="connsiteX125" fmla="*/ 1843088 w 2543175"/>
              <a:gd name="connsiteY125" fmla="*/ 1352550 h 1890712"/>
              <a:gd name="connsiteX126" fmla="*/ 1852613 w 2543175"/>
              <a:gd name="connsiteY126" fmla="*/ 1359694 h 1890712"/>
              <a:gd name="connsiteX127" fmla="*/ 1859757 w 2543175"/>
              <a:gd name="connsiteY127" fmla="*/ 1366837 h 1890712"/>
              <a:gd name="connsiteX128" fmla="*/ 1869282 w 2543175"/>
              <a:gd name="connsiteY128" fmla="*/ 1371600 h 1890712"/>
              <a:gd name="connsiteX129" fmla="*/ 1883569 w 2543175"/>
              <a:gd name="connsiteY129" fmla="*/ 1388269 h 1890712"/>
              <a:gd name="connsiteX130" fmla="*/ 1893094 w 2543175"/>
              <a:gd name="connsiteY130" fmla="*/ 1395412 h 1890712"/>
              <a:gd name="connsiteX131" fmla="*/ 1902619 w 2543175"/>
              <a:gd name="connsiteY131" fmla="*/ 1404937 h 1890712"/>
              <a:gd name="connsiteX132" fmla="*/ 1912144 w 2543175"/>
              <a:gd name="connsiteY132" fmla="*/ 1409700 h 1890712"/>
              <a:gd name="connsiteX133" fmla="*/ 1931194 w 2543175"/>
              <a:gd name="connsiteY133" fmla="*/ 1421606 h 1890712"/>
              <a:gd name="connsiteX134" fmla="*/ 1935957 w 2543175"/>
              <a:gd name="connsiteY134" fmla="*/ 1428750 h 1890712"/>
              <a:gd name="connsiteX135" fmla="*/ 1952625 w 2543175"/>
              <a:gd name="connsiteY135" fmla="*/ 1438275 h 1890712"/>
              <a:gd name="connsiteX136" fmla="*/ 1971675 w 2543175"/>
              <a:gd name="connsiteY136" fmla="*/ 1450181 h 1890712"/>
              <a:gd name="connsiteX137" fmla="*/ 1981200 w 2543175"/>
              <a:gd name="connsiteY137" fmla="*/ 1454944 h 1890712"/>
              <a:gd name="connsiteX138" fmla="*/ 1997869 w 2543175"/>
              <a:gd name="connsiteY138" fmla="*/ 1471612 h 1890712"/>
              <a:gd name="connsiteX139" fmla="*/ 2007394 w 2543175"/>
              <a:gd name="connsiteY139" fmla="*/ 1478756 h 1890712"/>
              <a:gd name="connsiteX140" fmla="*/ 2016919 w 2543175"/>
              <a:gd name="connsiteY140" fmla="*/ 1483519 h 1890712"/>
              <a:gd name="connsiteX141" fmla="*/ 2024063 w 2543175"/>
              <a:gd name="connsiteY141" fmla="*/ 1490662 h 1890712"/>
              <a:gd name="connsiteX142" fmla="*/ 2033588 w 2543175"/>
              <a:gd name="connsiteY142" fmla="*/ 1495425 h 1890712"/>
              <a:gd name="connsiteX143" fmla="*/ 2040732 w 2543175"/>
              <a:gd name="connsiteY143" fmla="*/ 1502569 h 1890712"/>
              <a:gd name="connsiteX144" fmla="*/ 2047875 w 2543175"/>
              <a:gd name="connsiteY144" fmla="*/ 1507331 h 1890712"/>
              <a:gd name="connsiteX145" fmla="*/ 2057400 w 2543175"/>
              <a:gd name="connsiteY145" fmla="*/ 1514475 h 1890712"/>
              <a:gd name="connsiteX146" fmla="*/ 2064544 w 2543175"/>
              <a:gd name="connsiteY146" fmla="*/ 1519237 h 1890712"/>
              <a:gd name="connsiteX147" fmla="*/ 2071688 w 2543175"/>
              <a:gd name="connsiteY147" fmla="*/ 1526381 h 1890712"/>
              <a:gd name="connsiteX148" fmla="*/ 2081213 w 2543175"/>
              <a:gd name="connsiteY148" fmla="*/ 1531144 h 1890712"/>
              <a:gd name="connsiteX149" fmla="*/ 2090738 w 2543175"/>
              <a:gd name="connsiteY149" fmla="*/ 1538287 h 1890712"/>
              <a:gd name="connsiteX150" fmla="*/ 2109788 w 2543175"/>
              <a:gd name="connsiteY150" fmla="*/ 1547812 h 1890712"/>
              <a:gd name="connsiteX151" fmla="*/ 2131219 w 2543175"/>
              <a:gd name="connsiteY151" fmla="*/ 1562100 h 1890712"/>
              <a:gd name="connsiteX152" fmla="*/ 2140744 w 2543175"/>
              <a:gd name="connsiteY152" fmla="*/ 1566862 h 1890712"/>
              <a:gd name="connsiteX153" fmla="*/ 2152650 w 2543175"/>
              <a:gd name="connsiteY153" fmla="*/ 1576387 h 1890712"/>
              <a:gd name="connsiteX154" fmla="*/ 2181225 w 2543175"/>
              <a:gd name="connsiteY154" fmla="*/ 1590675 h 1890712"/>
              <a:gd name="connsiteX155" fmla="*/ 2200275 w 2543175"/>
              <a:gd name="connsiteY155" fmla="*/ 1607344 h 1890712"/>
              <a:gd name="connsiteX156" fmla="*/ 2207419 w 2543175"/>
              <a:gd name="connsiteY156" fmla="*/ 1612106 h 1890712"/>
              <a:gd name="connsiteX157" fmla="*/ 2216944 w 2543175"/>
              <a:gd name="connsiteY157" fmla="*/ 1619250 h 1890712"/>
              <a:gd name="connsiteX158" fmla="*/ 2224088 w 2543175"/>
              <a:gd name="connsiteY158" fmla="*/ 1624012 h 1890712"/>
              <a:gd name="connsiteX159" fmla="*/ 2247900 w 2543175"/>
              <a:gd name="connsiteY159" fmla="*/ 1643062 h 1890712"/>
              <a:gd name="connsiteX160" fmla="*/ 2255044 w 2543175"/>
              <a:gd name="connsiteY160" fmla="*/ 1650206 h 1890712"/>
              <a:gd name="connsiteX161" fmla="*/ 2281238 w 2543175"/>
              <a:gd name="connsiteY161" fmla="*/ 1664494 h 1890712"/>
              <a:gd name="connsiteX162" fmla="*/ 2297907 w 2543175"/>
              <a:gd name="connsiteY162" fmla="*/ 1674019 h 1890712"/>
              <a:gd name="connsiteX163" fmla="*/ 2312194 w 2543175"/>
              <a:gd name="connsiteY163" fmla="*/ 1685925 h 1890712"/>
              <a:gd name="connsiteX164" fmla="*/ 2328863 w 2543175"/>
              <a:gd name="connsiteY164" fmla="*/ 1697831 h 1890712"/>
              <a:gd name="connsiteX165" fmla="*/ 2350294 w 2543175"/>
              <a:gd name="connsiteY165" fmla="*/ 1712119 h 1890712"/>
              <a:gd name="connsiteX166" fmla="*/ 2369344 w 2543175"/>
              <a:gd name="connsiteY166" fmla="*/ 1724025 h 1890712"/>
              <a:gd name="connsiteX167" fmla="*/ 2428876 w 2543175"/>
              <a:gd name="connsiteY167" fmla="*/ 1785938 h 1890712"/>
              <a:gd name="connsiteX168" fmla="*/ 2466975 w 2543175"/>
              <a:gd name="connsiteY168" fmla="*/ 1783556 h 1890712"/>
              <a:gd name="connsiteX169" fmla="*/ 2481263 w 2543175"/>
              <a:gd name="connsiteY169" fmla="*/ 1795462 h 1890712"/>
              <a:gd name="connsiteX170" fmla="*/ 2486025 w 2543175"/>
              <a:gd name="connsiteY170" fmla="*/ 1802606 h 1890712"/>
              <a:gd name="connsiteX171" fmla="*/ 2514600 w 2543175"/>
              <a:gd name="connsiteY171" fmla="*/ 1850231 h 1890712"/>
              <a:gd name="connsiteX172" fmla="*/ 2519363 w 2543175"/>
              <a:gd name="connsiteY172" fmla="*/ 1857375 h 1890712"/>
              <a:gd name="connsiteX173" fmla="*/ 2540794 w 2543175"/>
              <a:gd name="connsiteY173" fmla="*/ 1883569 h 1890712"/>
              <a:gd name="connsiteX174" fmla="*/ 2543175 w 2543175"/>
              <a:gd name="connsiteY17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78619 w 2543175"/>
              <a:gd name="connsiteY30" fmla="*/ 276225 h 1890712"/>
              <a:gd name="connsiteX31" fmla="*/ 385763 w 2543175"/>
              <a:gd name="connsiteY31" fmla="*/ 283369 h 1890712"/>
              <a:gd name="connsiteX32" fmla="*/ 395288 w 2543175"/>
              <a:gd name="connsiteY32" fmla="*/ 288131 h 1890712"/>
              <a:gd name="connsiteX33" fmla="*/ 404813 w 2543175"/>
              <a:gd name="connsiteY33" fmla="*/ 295275 h 1890712"/>
              <a:gd name="connsiteX34" fmla="*/ 411957 w 2543175"/>
              <a:gd name="connsiteY34" fmla="*/ 297656 h 1890712"/>
              <a:gd name="connsiteX35" fmla="*/ 466725 w 2543175"/>
              <a:gd name="connsiteY35" fmla="*/ 328612 h 1890712"/>
              <a:gd name="connsiteX36" fmla="*/ 476250 w 2543175"/>
              <a:gd name="connsiteY36" fmla="*/ 335756 h 1890712"/>
              <a:gd name="connsiteX37" fmla="*/ 481013 w 2543175"/>
              <a:gd name="connsiteY37" fmla="*/ 342900 h 1890712"/>
              <a:gd name="connsiteX38" fmla="*/ 490538 w 2543175"/>
              <a:gd name="connsiteY38" fmla="*/ 352425 h 1890712"/>
              <a:gd name="connsiteX39" fmla="*/ 495300 w 2543175"/>
              <a:gd name="connsiteY39" fmla="*/ 359569 h 1890712"/>
              <a:gd name="connsiteX40" fmla="*/ 509588 w 2543175"/>
              <a:gd name="connsiteY40" fmla="*/ 376237 h 1890712"/>
              <a:gd name="connsiteX41" fmla="*/ 514350 w 2543175"/>
              <a:gd name="connsiteY41" fmla="*/ 383381 h 1890712"/>
              <a:gd name="connsiteX42" fmla="*/ 531019 w 2543175"/>
              <a:gd name="connsiteY42" fmla="*/ 397669 h 1890712"/>
              <a:gd name="connsiteX43" fmla="*/ 538163 w 2543175"/>
              <a:gd name="connsiteY43" fmla="*/ 407194 h 1890712"/>
              <a:gd name="connsiteX44" fmla="*/ 554832 w 2543175"/>
              <a:gd name="connsiteY44" fmla="*/ 421481 h 1890712"/>
              <a:gd name="connsiteX45" fmla="*/ 564357 w 2543175"/>
              <a:gd name="connsiteY45" fmla="*/ 431006 h 1890712"/>
              <a:gd name="connsiteX46" fmla="*/ 573882 w 2543175"/>
              <a:gd name="connsiteY46" fmla="*/ 438150 h 1890712"/>
              <a:gd name="connsiteX47" fmla="*/ 595313 w 2543175"/>
              <a:gd name="connsiteY47" fmla="*/ 454819 h 1890712"/>
              <a:gd name="connsiteX48" fmla="*/ 602457 w 2543175"/>
              <a:gd name="connsiteY48" fmla="*/ 457200 h 1890712"/>
              <a:gd name="connsiteX49" fmla="*/ 628650 w 2543175"/>
              <a:gd name="connsiteY49" fmla="*/ 469106 h 1890712"/>
              <a:gd name="connsiteX50" fmla="*/ 645319 w 2543175"/>
              <a:gd name="connsiteY50" fmla="*/ 483394 h 1890712"/>
              <a:gd name="connsiteX51" fmla="*/ 654844 w 2543175"/>
              <a:gd name="connsiteY51" fmla="*/ 488156 h 1890712"/>
              <a:gd name="connsiteX52" fmla="*/ 661988 w 2543175"/>
              <a:gd name="connsiteY52" fmla="*/ 497681 h 1890712"/>
              <a:gd name="connsiteX53" fmla="*/ 683419 w 2543175"/>
              <a:gd name="connsiteY53" fmla="*/ 514350 h 1890712"/>
              <a:gd name="connsiteX54" fmla="*/ 700088 w 2543175"/>
              <a:gd name="connsiteY54" fmla="*/ 526256 h 1890712"/>
              <a:gd name="connsiteX55" fmla="*/ 709613 w 2543175"/>
              <a:gd name="connsiteY55" fmla="*/ 535781 h 1890712"/>
              <a:gd name="connsiteX56" fmla="*/ 719138 w 2543175"/>
              <a:gd name="connsiteY56" fmla="*/ 542925 h 1890712"/>
              <a:gd name="connsiteX57" fmla="*/ 733425 w 2543175"/>
              <a:gd name="connsiteY57" fmla="*/ 557212 h 1890712"/>
              <a:gd name="connsiteX58" fmla="*/ 750094 w 2543175"/>
              <a:gd name="connsiteY58" fmla="*/ 569119 h 1890712"/>
              <a:gd name="connsiteX59" fmla="*/ 769144 w 2543175"/>
              <a:gd name="connsiteY59" fmla="*/ 581025 h 1890712"/>
              <a:gd name="connsiteX60" fmla="*/ 785813 w 2543175"/>
              <a:gd name="connsiteY60" fmla="*/ 590550 h 1890712"/>
              <a:gd name="connsiteX61" fmla="*/ 792957 w 2543175"/>
              <a:gd name="connsiteY61" fmla="*/ 600075 h 1890712"/>
              <a:gd name="connsiteX62" fmla="*/ 809625 w 2543175"/>
              <a:gd name="connsiteY62" fmla="*/ 611981 h 1890712"/>
              <a:gd name="connsiteX63" fmla="*/ 816769 w 2543175"/>
              <a:gd name="connsiteY63" fmla="*/ 619125 h 1890712"/>
              <a:gd name="connsiteX64" fmla="*/ 826294 w 2543175"/>
              <a:gd name="connsiteY64" fmla="*/ 626269 h 1890712"/>
              <a:gd name="connsiteX65" fmla="*/ 840582 w 2543175"/>
              <a:gd name="connsiteY65" fmla="*/ 638175 h 1890712"/>
              <a:gd name="connsiteX66" fmla="*/ 847725 w 2543175"/>
              <a:gd name="connsiteY66" fmla="*/ 645319 h 1890712"/>
              <a:gd name="connsiteX67" fmla="*/ 857250 w 2543175"/>
              <a:gd name="connsiteY67" fmla="*/ 652462 h 1890712"/>
              <a:gd name="connsiteX68" fmla="*/ 864394 w 2543175"/>
              <a:gd name="connsiteY68" fmla="*/ 657225 h 1890712"/>
              <a:gd name="connsiteX69" fmla="*/ 888207 w 2543175"/>
              <a:gd name="connsiteY69" fmla="*/ 676275 h 1890712"/>
              <a:gd name="connsiteX70" fmla="*/ 895350 w 2543175"/>
              <a:gd name="connsiteY70" fmla="*/ 681037 h 1890712"/>
              <a:gd name="connsiteX71" fmla="*/ 907257 w 2543175"/>
              <a:gd name="connsiteY71" fmla="*/ 683419 h 1890712"/>
              <a:gd name="connsiteX72" fmla="*/ 928688 w 2543175"/>
              <a:gd name="connsiteY72" fmla="*/ 695325 h 1890712"/>
              <a:gd name="connsiteX73" fmla="*/ 942975 w 2543175"/>
              <a:gd name="connsiteY73" fmla="*/ 700087 h 1890712"/>
              <a:gd name="connsiteX74" fmla="*/ 964407 w 2543175"/>
              <a:gd name="connsiteY74" fmla="*/ 716756 h 1890712"/>
              <a:gd name="connsiteX75" fmla="*/ 971550 w 2543175"/>
              <a:gd name="connsiteY75" fmla="*/ 723900 h 1890712"/>
              <a:gd name="connsiteX76" fmla="*/ 983457 w 2543175"/>
              <a:gd name="connsiteY76" fmla="*/ 733425 h 1890712"/>
              <a:gd name="connsiteX77" fmla="*/ 990600 w 2543175"/>
              <a:gd name="connsiteY77" fmla="*/ 738187 h 1890712"/>
              <a:gd name="connsiteX78" fmla="*/ 1007269 w 2543175"/>
              <a:gd name="connsiteY78" fmla="*/ 752475 h 1890712"/>
              <a:gd name="connsiteX79" fmla="*/ 1031082 w 2543175"/>
              <a:gd name="connsiteY79" fmla="*/ 766762 h 1890712"/>
              <a:gd name="connsiteX80" fmla="*/ 1042988 w 2543175"/>
              <a:gd name="connsiteY80" fmla="*/ 773906 h 1890712"/>
              <a:gd name="connsiteX81" fmla="*/ 1071563 w 2543175"/>
              <a:gd name="connsiteY81" fmla="*/ 785812 h 1890712"/>
              <a:gd name="connsiteX82" fmla="*/ 1097757 w 2543175"/>
              <a:gd name="connsiteY82" fmla="*/ 807244 h 1890712"/>
              <a:gd name="connsiteX83" fmla="*/ 1104900 w 2543175"/>
              <a:gd name="connsiteY83" fmla="*/ 814387 h 1890712"/>
              <a:gd name="connsiteX84" fmla="*/ 1121569 w 2543175"/>
              <a:gd name="connsiteY84" fmla="*/ 823912 h 1890712"/>
              <a:gd name="connsiteX85" fmla="*/ 1138238 w 2543175"/>
              <a:gd name="connsiteY85" fmla="*/ 835819 h 1890712"/>
              <a:gd name="connsiteX86" fmla="*/ 1147763 w 2543175"/>
              <a:gd name="connsiteY86" fmla="*/ 842962 h 1890712"/>
              <a:gd name="connsiteX87" fmla="*/ 1157288 w 2543175"/>
              <a:gd name="connsiteY87" fmla="*/ 847725 h 1890712"/>
              <a:gd name="connsiteX88" fmla="*/ 1178719 w 2543175"/>
              <a:gd name="connsiteY88" fmla="*/ 859631 h 1890712"/>
              <a:gd name="connsiteX89" fmla="*/ 1188244 w 2543175"/>
              <a:gd name="connsiteY89" fmla="*/ 866775 h 1890712"/>
              <a:gd name="connsiteX90" fmla="*/ 1195388 w 2543175"/>
              <a:gd name="connsiteY90" fmla="*/ 871537 h 1890712"/>
              <a:gd name="connsiteX91" fmla="*/ 1212057 w 2543175"/>
              <a:gd name="connsiteY91" fmla="*/ 883444 h 1890712"/>
              <a:gd name="connsiteX92" fmla="*/ 1226344 w 2543175"/>
              <a:gd name="connsiteY92" fmla="*/ 895350 h 1890712"/>
              <a:gd name="connsiteX93" fmla="*/ 1245394 w 2543175"/>
              <a:gd name="connsiteY93" fmla="*/ 907256 h 1890712"/>
              <a:gd name="connsiteX94" fmla="*/ 1254919 w 2543175"/>
              <a:gd name="connsiteY94" fmla="*/ 914400 h 1890712"/>
              <a:gd name="connsiteX95" fmla="*/ 1269207 w 2543175"/>
              <a:gd name="connsiteY95" fmla="*/ 921544 h 1890712"/>
              <a:gd name="connsiteX96" fmla="*/ 1290638 w 2543175"/>
              <a:gd name="connsiteY96" fmla="*/ 935831 h 1890712"/>
              <a:gd name="connsiteX97" fmla="*/ 1307307 w 2543175"/>
              <a:gd name="connsiteY97" fmla="*/ 952500 h 1890712"/>
              <a:gd name="connsiteX98" fmla="*/ 1333500 w 2543175"/>
              <a:gd name="connsiteY98" fmla="*/ 971550 h 1890712"/>
              <a:gd name="connsiteX99" fmla="*/ 1359694 w 2543175"/>
              <a:gd name="connsiteY99" fmla="*/ 990600 h 1890712"/>
              <a:gd name="connsiteX100" fmla="*/ 1373982 w 2543175"/>
              <a:gd name="connsiteY100" fmla="*/ 997744 h 1890712"/>
              <a:gd name="connsiteX101" fmla="*/ 1388269 w 2543175"/>
              <a:gd name="connsiteY101" fmla="*/ 1007269 h 1890712"/>
              <a:gd name="connsiteX102" fmla="*/ 1414463 w 2543175"/>
              <a:gd name="connsiteY102" fmla="*/ 1019175 h 1890712"/>
              <a:gd name="connsiteX103" fmla="*/ 1428750 w 2543175"/>
              <a:gd name="connsiteY103" fmla="*/ 1026319 h 1890712"/>
              <a:gd name="connsiteX104" fmla="*/ 1471613 w 2543175"/>
              <a:gd name="connsiteY104" fmla="*/ 1059656 h 1890712"/>
              <a:gd name="connsiteX105" fmla="*/ 1495425 w 2543175"/>
              <a:gd name="connsiteY105" fmla="*/ 1088231 h 1890712"/>
              <a:gd name="connsiteX106" fmla="*/ 1547812 w 2543175"/>
              <a:gd name="connsiteY106" fmla="*/ 1133475 h 1890712"/>
              <a:gd name="connsiteX107" fmla="*/ 1597819 w 2543175"/>
              <a:gd name="connsiteY107" fmla="*/ 1154906 h 1890712"/>
              <a:gd name="connsiteX108" fmla="*/ 1604963 w 2543175"/>
              <a:gd name="connsiteY108" fmla="*/ 1162050 h 1890712"/>
              <a:gd name="connsiteX109" fmla="*/ 1612107 w 2543175"/>
              <a:gd name="connsiteY109" fmla="*/ 1166812 h 1890712"/>
              <a:gd name="connsiteX110" fmla="*/ 1628775 w 2543175"/>
              <a:gd name="connsiteY110" fmla="*/ 1183481 h 1890712"/>
              <a:gd name="connsiteX111" fmla="*/ 1662113 w 2543175"/>
              <a:gd name="connsiteY111" fmla="*/ 1209675 h 1890712"/>
              <a:gd name="connsiteX112" fmla="*/ 1678782 w 2543175"/>
              <a:gd name="connsiteY112" fmla="*/ 1226344 h 1890712"/>
              <a:gd name="connsiteX113" fmla="*/ 1700213 w 2543175"/>
              <a:gd name="connsiteY113" fmla="*/ 1247775 h 1890712"/>
              <a:gd name="connsiteX114" fmla="*/ 1712119 w 2543175"/>
              <a:gd name="connsiteY114" fmla="*/ 1259681 h 1890712"/>
              <a:gd name="connsiteX115" fmla="*/ 1733550 w 2543175"/>
              <a:gd name="connsiteY115" fmla="*/ 1273969 h 1890712"/>
              <a:gd name="connsiteX116" fmla="*/ 1743075 w 2543175"/>
              <a:gd name="connsiteY116" fmla="*/ 1283494 h 1890712"/>
              <a:gd name="connsiteX117" fmla="*/ 1754982 w 2543175"/>
              <a:gd name="connsiteY117" fmla="*/ 1290637 h 1890712"/>
              <a:gd name="connsiteX118" fmla="*/ 1766888 w 2543175"/>
              <a:gd name="connsiteY118" fmla="*/ 1300162 h 1890712"/>
              <a:gd name="connsiteX119" fmla="*/ 1783557 w 2543175"/>
              <a:gd name="connsiteY119" fmla="*/ 1307306 h 1890712"/>
              <a:gd name="connsiteX120" fmla="*/ 1790700 w 2543175"/>
              <a:gd name="connsiteY120" fmla="*/ 1312069 h 1890712"/>
              <a:gd name="connsiteX121" fmla="*/ 1800225 w 2543175"/>
              <a:gd name="connsiteY121" fmla="*/ 1319212 h 1890712"/>
              <a:gd name="connsiteX122" fmla="*/ 1807369 w 2543175"/>
              <a:gd name="connsiteY122" fmla="*/ 1321594 h 1890712"/>
              <a:gd name="connsiteX123" fmla="*/ 1824038 w 2543175"/>
              <a:gd name="connsiteY123" fmla="*/ 1333500 h 1890712"/>
              <a:gd name="connsiteX124" fmla="*/ 1843088 w 2543175"/>
              <a:gd name="connsiteY124" fmla="*/ 1352550 h 1890712"/>
              <a:gd name="connsiteX125" fmla="*/ 1852613 w 2543175"/>
              <a:gd name="connsiteY125" fmla="*/ 1359694 h 1890712"/>
              <a:gd name="connsiteX126" fmla="*/ 1859757 w 2543175"/>
              <a:gd name="connsiteY126" fmla="*/ 1366837 h 1890712"/>
              <a:gd name="connsiteX127" fmla="*/ 1869282 w 2543175"/>
              <a:gd name="connsiteY127" fmla="*/ 1371600 h 1890712"/>
              <a:gd name="connsiteX128" fmla="*/ 1883569 w 2543175"/>
              <a:gd name="connsiteY128" fmla="*/ 1388269 h 1890712"/>
              <a:gd name="connsiteX129" fmla="*/ 1893094 w 2543175"/>
              <a:gd name="connsiteY129" fmla="*/ 1395412 h 1890712"/>
              <a:gd name="connsiteX130" fmla="*/ 1902619 w 2543175"/>
              <a:gd name="connsiteY130" fmla="*/ 1404937 h 1890712"/>
              <a:gd name="connsiteX131" fmla="*/ 1912144 w 2543175"/>
              <a:gd name="connsiteY131" fmla="*/ 1409700 h 1890712"/>
              <a:gd name="connsiteX132" fmla="*/ 1931194 w 2543175"/>
              <a:gd name="connsiteY132" fmla="*/ 1421606 h 1890712"/>
              <a:gd name="connsiteX133" fmla="*/ 1935957 w 2543175"/>
              <a:gd name="connsiteY133" fmla="*/ 1428750 h 1890712"/>
              <a:gd name="connsiteX134" fmla="*/ 1952625 w 2543175"/>
              <a:gd name="connsiteY134" fmla="*/ 1438275 h 1890712"/>
              <a:gd name="connsiteX135" fmla="*/ 1971675 w 2543175"/>
              <a:gd name="connsiteY135" fmla="*/ 1450181 h 1890712"/>
              <a:gd name="connsiteX136" fmla="*/ 1981200 w 2543175"/>
              <a:gd name="connsiteY136" fmla="*/ 1454944 h 1890712"/>
              <a:gd name="connsiteX137" fmla="*/ 1997869 w 2543175"/>
              <a:gd name="connsiteY137" fmla="*/ 1471612 h 1890712"/>
              <a:gd name="connsiteX138" fmla="*/ 2007394 w 2543175"/>
              <a:gd name="connsiteY138" fmla="*/ 1478756 h 1890712"/>
              <a:gd name="connsiteX139" fmla="*/ 2016919 w 2543175"/>
              <a:gd name="connsiteY139" fmla="*/ 1483519 h 1890712"/>
              <a:gd name="connsiteX140" fmla="*/ 2024063 w 2543175"/>
              <a:gd name="connsiteY140" fmla="*/ 1490662 h 1890712"/>
              <a:gd name="connsiteX141" fmla="*/ 2033588 w 2543175"/>
              <a:gd name="connsiteY141" fmla="*/ 1495425 h 1890712"/>
              <a:gd name="connsiteX142" fmla="*/ 2040732 w 2543175"/>
              <a:gd name="connsiteY142" fmla="*/ 1502569 h 1890712"/>
              <a:gd name="connsiteX143" fmla="*/ 2047875 w 2543175"/>
              <a:gd name="connsiteY143" fmla="*/ 1507331 h 1890712"/>
              <a:gd name="connsiteX144" fmla="*/ 2057400 w 2543175"/>
              <a:gd name="connsiteY144" fmla="*/ 1514475 h 1890712"/>
              <a:gd name="connsiteX145" fmla="*/ 2064544 w 2543175"/>
              <a:gd name="connsiteY145" fmla="*/ 1519237 h 1890712"/>
              <a:gd name="connsiteX146" fmla="*/ 2071688 w 2543175"/>
              <a:gd name="connsiteY146" fmla="*/ 1526381 h 1890712"/>
              <a:gd name="connsiteX147" fmla="*/ 2081213 w 2543175"/>
              <a:gd name="connsiteY147" fmla="*/ 1531144 h 1890712"/>
              <a:gd name="connsiteX148" fmla="*/ 2090738 w 2543175"/>
              <a:gd name="connsiteY148" fmla="*/ 1538287 h 1890712"/>
              <a:gd name="connsiteX149" fmla="*/ 2109788 w 2543175"/>
              <a:gd name="connsiteY149" fmla="*/ 1547812 h 1890712"/>
              <a:gd name="connsiteX150" fmla="*/ 2131219 w 2543175"/>
              <a:gd name="connsiteY150" fmla="*/ 1562100 h 1890712"/>
              <a:gd name="connsiteX151" fmla="*/ 2140744 w 2543175"/>
              <a:gd name="connsiteY151" fmla="*/ 1566862 h 1890712"/>
              <a:gd name="connsiteX152" fmla="*/ 2152650 w 2543175"/>
              <a:gd name="connsiteY152" fmla="*/ 1576387 h 1890712"/>
              <a:gd name="connsiteX153" fmla="*/ 2181225 w 2543175"/>
              <a:gd name="connsiteY153" fmla="*/ 1590675 h 1890712"/>
              <a:gd name="connsiteX154" fmla="*/ 2200275 w 2543175"/>
              <a:gd name="connsiteY154" fmla="*/ 1607344 h 1890712"/>
              <a:gd name="connsiteX155" fmla="*/ 2207419 w 2543175"/>
              <a:gd name="connsiteY155" fmla="*/ 1612106 h 1890712"/>
              <a:gd name="connsiteX156" fmla="*/ 2216944 w 2543175"/>
              <a:gd name="connsiteY156" fmla="*/ 1619250 h 1890712"/>
              <a:gd name="connsiteX157" fmla="*/ 2224088 w 2543175"/>
              <a:gd name="connsiteY157" fmla="*/ 1624012 h 1890712"/>
              <a:gd name="connsiteX158" fmla="*/ 2247900 w 2543175"/>
              <a:gd name="connsiteY158" fmla="*/ 1643062 h 1890712"/>
              <a:gd name="connsiteX159" fmla="*/ 2255044 w 2543175"/>
              <a:gd name="connsiteY159" fmla="*/ 1650206 h 1890712"/>
              <a:gd name="connsiteX160" fmla="*/ 2281238 w 2543175"/>
              <a:gd name="connsiteY160" fmla="*/ 1664494 h 1890712"/>
              <a:gd name="connsiteX161" fmla="*/ 2297907 w 2543175"/>
              <a:gd name="connsiteY161" fmla="*/ 1674019 h 1890712"/>
              <a:gd name="connsiteX162" fmla="*/ 2312194 w 2543175"/>
              <a:gd name="connsiteY162" fmla="*/ 1685925 h 1890712"/>
              <a:gd name="connsiteX163" fmla="*/ 2328863 w 2543175"/>
              <a:gd name="connsiteY163" fmla="*/ 1697831 h 1890712"/>
              <a:gd name="connsiteX164" fmla="*/ 2350294 w 2543175"/>
              <a:gd name="connsiteY164" fmla="*/ 1712119 h 1890712"/>
              <a:gd name="connsiteX165" fmla="*/ 2369344 w 2543175"/>
              <a:gd name="connsiteY165" fmla="*/ 1724025 h 1890712"/>
              <a:gd name="connsiteX166" fmla="*/ 2428876 w 2543175"/>
              <a:gd name="connsiteY166" fmla="*/ 1785938 h 1890712"/>
              <a:gd name="connsiteX167" fmla="*/ 2466975 w 2543175"/>
              <a:gd name="connsiteY167" fmla="*/ 1783556 h 1890712"/>
              <a:gd name="connsiteX168" fmla="*/ 2481263 w 2543175"/>
              <a:gd name="connsiteY168" fmla="*/ 1795462 h 1890712"/>
              <a:gd name="connsiteX169" fmla="*/ 2486025 w 2543175"/>
              <a:gd name="connsiteY169" fmla="*/ 1802606 h 1890712"/>
              <a:gd name="connsiteX170" fmla="*/ 2514600 w 2543175"/>
              <a:gd name="connsiteY170" fmla="*/ 1850231 h 1890712"/>
              <a:gd name="connsiteX171" fmla="*/ 2519363 w 2543175"/>
              <a:gd name="connsiteY171" fmla="*/ 1857375 h 1890712"/>
              <a:gd name="connsiteX172" fmla="*/ 2540794 w 2543175"/>
              <a:gd name="connsiteY172" fmla="*/ 1883569 h 1890712"/>
              <a:gd name="connsiteX173" fmla="*/ 2543175 w 2543175"/>
              <a:gd name="connsiteY173"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78619 w 2543175"/>
              <a:gd name="connsiteY30" fmla="*/ 276225 h 1890712"/>
              <a:gd name="connsiteX31" fmla="*/ 385763 w 2543175"/>
              <a:gd name="connsiteY31" fmla="*/ 283369 h 1890712"/>
              <a:gd name="connsiteX32" fmla="*/ 404813 w 2543175"/>
              <a:gd name="connsiteY32" fmla="*/ 295275 h 1890712"/>
              <a:gd name="connsiteX33" fmla="*/ 411957 w 2543175"/>
              <a:gd name="connsiteY33" fmla="*/ 297656 h 1890712"/>
              <a:gd name="connsiteX34" fmla="*/ 466725 w 2543175"/>
              <a:gd name="connsiteY34" fmla="*/ 328612 h 1890712"/>
              <a:gd name="connsiteX35" fmla="*/ 476250 w 2543175"/>
              <a:gd name="connsiteY35" fmla="*/ 335756 h 1890712"/>
              <a:gd name="connsiteX36" fmla="*/ 481013 w 2543175"/>
              <a:gd name="connsiteY36" fmla="*/ 342900 h 1890712"/>
              <a:gd name="connsiteX37" fmla="*/ 490538 w 2543175"/>
              <a:gd name="connsiteY37" fmla="*/ 352425 h 1890712"/>
              <a:gd name="connsiteX38" fmla="*/ 495300 w 2543175"/>
              <a:gd name="connsiteY38" fmla="*/ 359569 h 1890712"/>
              <a:gd name="connsiteX39" fmla="*/ 509588 w 2543175"/>
              <a:gd name="connsiteY39" fmla="*/ 376237 h 1890712"/>
              <a:gd name="connsiteX40" fmla="*/ 514350 w 2543175"/>
              <a:gd name="connsiteY40" fmla="*/ 383381 h 1890712"/>
              <a:gd name="connsiteX41" fmla="*/ 531019 w 2543175"/>
              <a:gd name="connsiteY41" fmla="*/ 397669 h 1890712"/>
              <a:gd name="connsiteX42" fmla="*/ 538163 w 2543175"/>
              <a:gd name="connsiteY42" fmla="*/ 407194 h 1890712"/>
              <a:gd name="connsiteX43" fmla="*/ 554832 w 2543175"/>
              <a:gd name="connsiteY43" fmla="*/ 421481 h 1890712"/>
              <a:gd name="connsiteX44" fmla="*/ 564357 w 2543175"/>
              <a:gd name="connsiteY44" fmla="*/ 431006 h 1890712"/>
              <a:gd name="connsiteX45" fmla="*/ 573882 w 2543175"/>
              <a:gd name="connsiteY45" fmla="*/ 438150 h 1890712"/>
              <a:gd name="connsiteX46" fmla="*/ 595313 w 2543175"/>
              <a:gd name="connsiteY46" fmla="*/ 454819 h 1890712"/>
              <a:gd name="connsiteX47" fmla="*/ 602457 w 2543175"/>
              <a:gd name="connsiteY47" fmla="*/ 457200 h 1890712"/>
              <a:gd name="connsiteX48" fmla="*/ 628650 w 2543175"/>
              <a:gd name="connsiteY48" fmla="*/ 469106 h 1890712"/>
              <a:gd name="connsiteX49" fmla="*/ 645319 w 2543175"/>
              <a:gd name="connsiteY49" fmla="*/ 483394 h 1890712"/>
              <a:gd name="connsiteX50" fmla="*/ 654844 w 2543175"/>
              <a:gd name="connsiteY50" fmla="*/ 488156 h 1890712"/>
              <a:gd name="connsiteX51" fmla="*/ 661988 w 2543175"/>
              <a:gd name="connsiteY51" fmla="*/ 497681 h 1890712"/>
              <a:gd name="connsiteX52" fmla="*/ 683419 w 2543175"/>
              <a:gd name="connsiteY52" fmla="*/ 514350 h 1890712"/>
              <a:gd name="connsiteX53" fmla="*/ 700088 w 2543175"/>
              <a:gd name="connsiteY53" fmla="*/ 526256 h 1890712"/>
              <a:gd name="connsiteX54" fmla="*/ 709613 w 2543175"/>
              <a:gd name="connsiteY54" fmla="*/ 535781 h 1890712"/>
              <a:gd name="connsiteX55" fmla="*/ 719138 w 2543175"/>
              <a:gd name="connsiteY55" fmla="*/ 542925 h 1890712"/>
              <a:gd name="connsiteX56" fmla="*/ 733425 w 2543175"/>
              <a:gd name="connsiteY56" fmla="*/ 557212 h 1890712"/>
              <a:gd name="connsiteX57" fmla="*/ 750094 w 2543175"/>
              <a:gd name="connsiteY57" fmla="*/ 569119 h 1890712"/>
              <a:gd name="connsiteX58" fmla="*/ 769144 w 2543175"/>
              <a:gd name="connsiteY58" fmla="*/ 581025 h 1890712"/>
              <a:gd name="connsiteX59" fmla="*/ 785813 w 2543175"/>
              <a:gd name="connsiteY59" fmla="*/ 590550 h 1890712"/>
              <a:gd name="connsiteX60" fmla="*/ 792957 w 2543175"/>
              <a:gd name="connsiteY60" fmla="*/ 600075 h 1890712"/>
              <a:gd name="connsiteX61" fmla="*/ 809625 w 2543175"/>
              <a:gd name="connsiteY61" fmla="*/ 611981 h 1890712"/>
              <a:gd name="connsiteX62" fmla="*/ 816769 w 2543175"/>
              <a:gd name="connsiteY62" fmla="*/ 619125 h 1890712"/>
              <a:gd name="connsiteX63" fmla="*/ 826294 w 2543175"/>
              <a:gd name="connsiteY63" fmla="*/ 626269 h 1890712"/>
              <a:gd name="connsiteX64" fmla="*/ 840582 w 2543175"/>
              <a:gd name="connsiteY64" fmla="*/ 638175 h 1890712"/>
              <a:gd name="connsiteX65" fmla="*/ 847725 w 2543175"/>
              <a:gd name="connsiteY65" fmla="*/ 645319 h 1890712"/>
              <a:gd name="connsiteX66" fmla="*/ 857250 w 2543175"/>
              <a:gd name="connsiteY66" fmla="*/ 652462 h 1890712"/>
              <a:gd name="connsiteX67" fmla="*/ 864394 w 2543175"/>
              <a:gd name="connsiteY67" fmla="*/ 657225 h 1890712"/>
              <a:gd name="connsiteX68" fmla="*/ 888207 w 2543175"/>
              <a:gd name="connsiteY68" fmla="*/ 676275 h 1890712"/>
              <a:gd name="connsiteX69" fmla="*/ 895350 w 2543175"/>
              <a:gd name="connsiteY69" fmla="*/ 681037 h 1890712"/>
              <a:gd name="connsiteX70" fmla="*/ 907257 w 2543175"/>
              <a:gd name="connsiteY70" fmla="*/ 683419 h 1890712"/>
              <a:gd name="connsiteX71" fmla="*/ 928688 w 2543175"/>
              <a:gd name="connsiteY71" fmla="*/ 695325 h 1890712"/>
              <a:gd name="connsiteX72" fmla="*/ 942975 w 2543175"/>
              <a:gd name="connsiteY72" fmla="*/ 700087 h 1890712"/>
              <a:gd name="connsiteX73" fmla="*/ 964407 w 2543175"/>
              <a:gd name="connsiteY73" fmla="*/ 716756 h 1890712"/>
              <a:gd name="connsiteX74" fmla="*/ 971550 w 2543175"/>
              <a:gd name="connsiteY74" fmla="*/ 723900 h 1890712"/>
              <a:gd name="connsiteX75" fmla="*/ 983457 w 2543175"/>
              <a:gd name="connsiteY75" fmla="*/ 733425 h 1890712"/>
              <a:gd name="connsiteX76" fmla="*/ 990600 w 2543175"/>
              <a:gd name="connsiteY76" fmla="*/ 738187 h 1890712"/>
              <a:gd name="connsiteX77" fmla="*/ 1007269 w 2543175"/>
              <a:gd name="connsiteY77" fmla="*/ 752475 h 1890712"/>
              <a:gd name="connsiteX78" fmla="*/ 1031082 w 2543175"/>
              <a:gd name="connsiteY78" fmla="*/ 766762 h 1890712"/>
              <a:gd name="connsiteX79" fmla="*/ 1042988 w 2543175"/>
              <a:gd name="connsiteY79" fmla="*/ 773906 h 1890712"/>
              <a:gd name="connsiteX80" fmla="*/ 1071563 w 2543175"/>
              <a:gd name="connsiteY80" fmla="*/ 785812 h 1890712"/>
              <a:gd name="connsiteX81" fmla="*/ 1097757 w 2543175"/>
              <a:gd name="connsiteY81" fmla="*/ 807244 h 1890712"/>
              <a:gd name="connsiteX82" fmla="*/ 1104900 w 2543175"/>
              <a:gd name="connsiteY82" fmla="*/ 814387 h 1890712"/>
              <a:gd name="connsiteX83" fmla="*/ 1121569 w 2543175"/>
              <a:gd name="connsiteY83" fmla="*/ 823912 h 1890712"/>
              <a:gd name="connsiteX84" fmla="*/ 1138238 w 2543175"/>
              <a:gd name="connsiteY84" fmla="*/ 835819 h 1890712"/>
              <a:gd name="connsiteX85" fmla="*/ 1147763 w 2543175"/>
              <a:gd name="connsiteY85" fmla="*/ 842962 h 1890712"/>
              <a:gd name="connsiteX86" fmla="*/ 1157288 w 2543175"/>
              <a:gd name="connsiteY86" fmla="*/ 847725 h 1890712"/>
              <a:gd name="connsiteX87" fmla="*/ 1178719 w 2543175"/>
              <a:gd name="connsiteY87" fmla="*/ 859631 h 1890712"/>
              <a:gd name="connsiteX88" fmla="*/ 1188244 w 2543175"/>
              <a:gd name="connsiteY88" fmla="*/ 866775 h 1890712"/>
              <a:gd name="connsiteX89" fmla="*/ 1195388 w 2543175"/>
              <a:gd name="connsiteY89" fmla="*/ 871537 h 1890712"/>
              <a:gd name="connsiteX90" fmla="*/ 1212057 w 2543175"/>
              <a:gd name="connsiteY90" fmla="*/ 883444 h 1890712"/>
              <a:gd name="connsiteX91" fmla="*/ 1226344 w 2543175"/>
              <a:gd name="connsiteY91" fmla="*/ 895350 h 1890712"/>
              <a:gd name="connsiteX92" fmla="*/ 1245394 w 2543175"/>
              <a:gd name="connsiteY92" fmla="*/ 907256 h 1890712"/>
              <a:gd name="connsiteX93" fmla="*/ 1254919 w 2543175"/>
              <a:gd name="connsiteY93" fmla="*/ 914400 h 1890712"/>
              <a:gd name="connsiteX94" fmla="*/ 1269207 w 2543175"/>
              <a:gd name="connsiteY94" fmla="*/ 921544 h 1890712"/>
              <a:gd name="connsiteX95" fmla="*/ 1290638 w 2543175"/>
              <a:gd name="connsiteY95" fmla="*/ 935831 h 1890712"/>
              <a:gd name="connsiteX96" fmla="*/ 1307307 w 2543175"/>
              <a:gd name="connsiteY96" fmla="*/ 952500 h 1890712"/>
              <a:gd name="connsiteX97" fmla="*/ 1333500 w 2543175"/>
              <a:gd name="connsiteY97" fmla="*/ 971550 h 1890712"/>
              <a:gd name="connsiteX98" fmla="*/ 1359694 w 2543175"/>
              <a:gd name="connsiteY98" fmla="*/ 990600 h 1890712"/>
              <a:gd name="connsiteX99" fmla="*/ 1373982 w 2543175"/>
              <a:gd name="connsiteY99" fmla="*/ 997744 h 1890712"/>
              <a:gd name="connsiteX100" fmla="*/ 1388269 w 2543175"/>
              <a:gd name="connsiteY100" fmla="*/ 1007269 h 1890712"/>
              <a:gd name="connsiteX101" fmla="*/ 1414463 w 2543175"/>
              <a:gd name="connsiteY101" fmla="*/ 1019175 h 1890712"/>
              <a:gd name="connsiteX102" fmla="*/ 1428750 w 2543175"/>
              <a:gd name="connsiteY102" fmla="*/ 1026319 h 1890712"/>
              <a:gd name="connsiteX103" fmla="*/ 1471613 w 2543175"/>
              <a:gd name="connsiteY103" fmla="*/ 1059656 h 1890712"/>
              <a:gd name="connsiteX104" fmla="*/ 1495425 w 2543175"/>
              <a:gd name="connsiteY104" fmla="*/ 1088231 h 1890712"/>
              <a:gd name="connsiteX105" fmla="*/ 1547812 w 2543175"/>
              <a:gd name="connsiteY105" fmla="*/ 1133475 h 1890712"/>
              <a:gd name="connsiteX106" fmla="*/ 1597819 w 2543175"/>
              <a:gd name="connsiteY106" fmla="*/ 1154906 h 1890712"/>
              <a:gd name="connsiteX107" fmla="*/ 1604963 w 2543175"/>
              <a:gd name="connsiteY107" fmla="*/ 1162050 h 1890712"/>
              <a:gd name="connsiteX108" fmla="*/ 1612107 w 2543175"/>
              <a:gd name="connsiteY108" fmla="*/ 1166812 h 1890712"/>
              <a:gd name="connsiteX109" fmla="*/ 1628775 w 2543175"/>
              <a:gd name="connsiteY109" fmla="*/ 1183481 h 1890712"/>
              <a:gd name="connsiteX110" fmla="*/ 1662113 w 2543175"/>
              <a:gd name="connsiteY110" fmla="*/ 1209675 h 1890712"/>
              <a:gd name="connsiteX111" fmla="*/ 1678782 w 2543175"/>
              <a:gd name="connsiteY111" fmla="*/ 1226344 h 1890712"/>
              <a:gd name="connsiteX112" fmla="*/ 1700213 w 2543175"/>
              <a:gd name="connsiteY112" fmla="*/ 1247775 h 1890712"/>
              <a:gd name="connsiteX113" fmla="*/ 1712119 w 2543175"/>
              <a:gd name="connsiteY113" fmla="*/ 1259681 h 1890712"/>
              <a:gd name="connsiteX114" fmla="*/ 1733550 w 2543175"/>
              <a:gd name="connsiteY114" fmla="*/ 1273969 h 1890712"/>
              <a:gd name="connsiteX115" fmla="*/ 1743075 w 2543175"/>
              <a:gd name="connsiteY115" fmla="*/ 1283494 h 1890712"/>
              <a:gd name="connsiteX116" fmla="*/ 1754982 w 2543175"/>
              <a:gd name="connsiteY116" fmla="*/ 1290637 h 1890712"/>
              <a:gd name="connsiteX117" fmla="*/ 1766888 w 2543175"/>
              <a:gd name="connsiteY117" fmla="*/ 1300162 h 1890712"/>
              <a:gd name="connsiteX118" fmla="*/ 1783557 w 2543175"/>
              <a:gd name="connsiteY118" fmla="*/ 1307306 h 1890712"/>
              <a:gd name="connsiteX119" fmla="*/ 1790700 w 2543175"/>
              <a:gd name="connsiteY119" fmla="*/ 1312069 h 1890712"/>
              <a:gd name="connsiteX120" fmla="*/ 1800225 w 2543175"/>
              <a:gd name="connsiteY120" fmla="*/ 1319212 h 1890712"/>
              <a:gd name="connsiteX121" fmla="*/ 1807369 w 2543175"/>
              <a:gd name="connsiteY121" fmla="*/ 1321594 h 1890712"/>
              <a:gd name="connsiteX122" fmla="*/ 1824038 w 2543175"/>
              <a:gd name="connsiteY122" fmla="*/ 1333500 h 1890712"/>
              <a:gd name="connsiteX123" fmla="*/ 1843088 w 2543175"/>
              <a:gd name="connsiteY123" fmla="*/ 1352550 h 1890712"/>
              <a:gd name="connsiteX124" fmla="*/ 1852613 w 2543175"/>
              <a:gd name="connsiteY124" fmla="*/ 1359694 h 1890712"/>
              <a:gd name="connsiteX125" fmla="*/ 1859757 w 2543175"/>
              <a:gd name="connsiteY125" fmla="*/ 1366837 h 1890712"/>
              <a:gd name="connsiteX126" fmla="*/ 1869282 w 2543175"/>
              <a:gd name="connsiteY126" fmla="*/ 1371600 h 1890712"/>
              <a:gd name="connsiteX127" fmla="*/ 1883569 w 2543175"/>
              <a:gd name="connsiteY127" fmla="*/ 1388269 h 1890712"/>
              <a:gd name="connsiteX128" fmla="*/ 1893094 w 2543175"/>
              <a:gd name="connsiteY128" fmla="*/ 1395412 h 1890712"/>
              <a:gd name="connsiteX129" fmla="*/ 1902619 w 2543175"/>
              <a:gd name="connsiteY129" fmla="*/ 1404937 h 1890712"/>
              <a:gd name="connsiteX130" fmla="*/ 1912144 w 2543175"/>
              <a:gd name="connsiteY130" fmla="*/ 1409700 h 1890712"/>
              <a:gd name="connsiteX131" fmla="*/ 1931194 w 2543175"/>
              <a:gd name="connsiteY131" fmla="*/ 1421606 h 1890712"/>
              <a:gd name="connsiteX132" fmla="*/ 1935957 w 2543175"/>
              <a:gd name="connsiteY132" fmla="*/ 1428750 h 1890712"/>
              <a:gd name="connsiteX133" fmla="*/ 1952625 w 2543175"/>
              <a:gd name="connsiteY133" fmla="*/ 1438275 h 1890712"/>
              <a:gd name="connsiteX134" fmla="*/ 1971675 w 2543175"/>
              <a:gd name="connsiteY134" fmla="*/ 1450181 h 1890712"/>
              <a:gd name="connsiteX135" fmla="*/ 1981200 w 2543175"/>
              <a:gd name="connsiteY135" fmla="*/ 1454944 h 1890712"/>
              <a:gd name="connsiteX136" fmla="*/ 1997869 w 2543175"/>
              <a:gd name="connsiteY136" fmla="*/ 1471612 h 1890712"/>
              <a:gd name="connsiteX137" fmla="*/ 2007394 w 2543175"/>
              <a:gd name="connsiteY137" fmla="*/ 1478756 h 1890712"/>
              <a:gd name="connsiteX138" fmla="*/ 2016919 w 2543175"/>
              <a:gd name="connsiteY138" fmla="*/ 1483519 h 1890712"/>
              <a:gd name="connsiteX139" fmla="*/ 2024063 w 2543175"/>
              <a:gd name="connsiteY139" fmla="*/ 1490662 h 1890712"/>
              <a:gd name="connsiteX140" fmla="*/ 2033588 w 2543175"/>
              <a:gd name="connsiteY140" fmla="*/ 1495425 h 1890712"/>
              <a:gd name="connsiteX141" fmla="*/ 2040732 w 2543175"/>
              <a:gd name="connsiteY141" fmla="*/ 1502569 h 1890712"/>
              <a:gd name="connsiteX142" fmla="*/ 2047875 w 2543175"/>
              <a:gd name="connsiteY142" fmla="*/ 1507331 h 1890712"/>
              <a:gd name="connsiteX143" fmla="*/ 2057400 w 2543175"/>
              <a:gd name="connsiteY143" fmla="*/ 1514475 h 1890712"/>
              <a:gd name="connsiteX144" fmla="*/ 2064544 w 2543175"/>
              <a:gd name="connsiteY144" fmla="*/ 1519237 h 1890712"/>
              <a:gd name="connsiteX145" fmla="*/ 2071688 w 2543175"/>
              <a:gd name="connsiteY145" fmla="*/ 1526381 h 1890712"/>
              <a:gd name="connsiteX146" fmla="*/ 2081213 w 2543175"/>
              <a:gd name="connsiteY146" fmla="*/ 1531144 h 1890712"/>
              <a:gd name="connsiteX147" fmla="*/ 2090738 w 2543175"/>
              <a:gd name="connsiteY147" fmla="*/ 1538287 h 1890712"/>
              <a:gd name="connsiteX148" fmla="*/ 2109788 w 2543175"/>
              <a:gd name="connsiteY148" fmla="*/ 1547812 h 1890712"/>
              <a:gd name="connsiteX149" fmla="*/ 2131219 w 2543175"/>
              <a:gd name="connsiteY149" fmla="*/ 1562100 h 1890712"/>
              <a:gd name="connsiteX150" fmla="*/ 2140744 w 2543175"/>
              <a:gd name="connsiteY150" fmla="*/ 1566862 h 1890712"/>
              <a:gd name="connsiteX151" fmla="*/ 2152650 w 2543175"/>
              <a:gd name="connsiteY151" fmla="*/ 1576387 h 1890712"/>
              <a:gd name="connsiteX152" fmla="*/ 2181225 w 2543175"/>
              <a:gd name="connsiteY152" fmla="*/ 1590675 h 1890712"/>
              <a:gd name="connsiteX153" fmla="*/ 2200275 w 2543175"/>
              <a:gd name="connsiteY153" fmla="*/ 1607344 h 1890712"/>
              <a:gd name="connsiteX154" fmla="*/ 2207419 w 2543175"/>
              <a:gd name="connsiteY154" fmla="*/ 1612106 h 1890712"/>
              <a:gd name="connsiteX155" fmla="*/ 2216944 w 2543175"/>
              <a:gd name="connsiteY155" fmla="*/ 1619250 h 1890712"/>
              <a:gd name="connsiteX156" fmla="*/ 2224088 w 2543175"/>
              <a:gd name="connsiteY156" fmla="*/ 1624012 h 1890712"/>
              <a:gd name="connsiteX157" fmla="*/ 2247900 w 2543175"/>
              <a:gd name="connsiteY157" fmla="*/ 1643062 h 1890712"/>
              <a:gd name="connsiteX158" fmla="*/ 2255044 w 2543175"/>
              <a:gd name="connsiteY158" fmla="*/ 1650206 h 1890712"/>
              <a:gd name="connsiteX159" fmla="*/ 2281238 w 2543175"/>
              <a:gd name="connsiteY159" fmla="*/ 1664494 h 1890712"/>
              <a:gd name="connsiteX160" fmla="*/ 2297907 w 2543175"/>
              <a:gd name="connsiteY160" fmla="*/ 1674019 h 1890712"/>
              <a:gd name="connsiteX161" fmla="*/ 2312194 w 2543175"/>
              <a:gd name="connsiteY161" fmla="*/ 1685925 h 1890712"/>
              <a:gd name="connsiteX162" fmla="*/ 2328863 w 2543175"/>
              <a:gd name="connsiteY162" fmla="*/ 1697831 h 1890712"/>
              <a:gd name="connsiteX163" fmla="*/ 2350294 w 2543175"/>
              <a:gd name="connsiteY163" fmla="*/ 1712119 h 1890712"/>
              <a:gd name="connsiteX164" fmla="*/ 2369344 w 2543175"/>
              <a:gd name="connsiteY164" fmla="*/ 1724025 h 1890712"/>
              <a:gd name="connsiteX165" fmla="*/ 2428876 w 2543175"/>
              <a:gd name="connsiteY165" fmla="*/ 1785938 h 1890712"/>
              <a:gd name="connsiteX166" fmla="*/ 2466975 w 2543175"/>
              <a:gd name="connsiteY166" fmla="*/ 1783556 h 1890712"/>
              <a:gd name="connsiteX167" fmla="*/ 2481263 w 2543175"/>
              <a:gd name="connsiteY167" fmla="*/ 1795462 h 1890712"/>
              <a:gd name="connsiteX168" fmla="*/ 2486025 w 2543175"/>
              <a:gd name="connsiteY168" fmla="*/ 1802606 h 1890712"/>
              <a:gd name="connsiteX169" fmla="*/ 2514600 w 2543175"/>
              <a:gd name="connsiteY169" fmla="*/ 1850231 h 1890712"/>
              <a:gd name="connsiteX170" fmla="*/ 2519363 w 2543175"/>
              <a:gd name="connsiteY170" fmla="*/ 1857375 h 1890712"/>
              <a:gd name="connsiteX171" fmla="*/ 2540794 w 2543175"/>
              <a:gd name="connsiteY171" fmla="*/ 1883569 h 1890712"/>
              <a:gd name="connsiteX172" fmla="*/ 2543175 w 2543175"/>
              <a:gd name="connsiteY17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85763 w 2543175"/>
              <a:gd name="connsiteY30" fmla="*/ 283369 h 1890712"/>
              <a:gd name="connsiteX31" fmla="*/ 404813 w 2543175"/>
              <a:gd name="connsiteY31" fmla="*/ 295275 h 1890712"/>
              <a:gd name="connsiteX32" fmla="*/ 411957 w 2543175"/>
              <a:gd name="connsiteY32" fmla="*/ 297656 h 1890712"/>
              <a:gd name="connsiteX33" fmla="*/ 466725 w 2543175"/>
              <a:gd name="connsiteY33" fmla="*/ 328612 h 1890712"/>
              <a:gd name="connsiteX34" fmla="*/ 476250 w 2543175"/>
              <a:gd name="connsiteY34" fmla="*/ 335756 h 1890712"/>
              <a:gd name="connsiteX35" fmla="*/ 481013 w 2543175"/>
              <a:gd name="connsiteY35" fmla="*/ 342900 h 1890712"/>
              <a:gd name="connsiteX36" fmla="*/ 490538 w 2543175"/>
              <a:gd name="connsiteY36" fmla="*/ 352425 h 1890712"/>
              <a:gd name="connsiteX37" fmla="*/ 495300 w 2543175"/>
              <a:gd name="connsiteY37" fmla="*/ 359569 h 1890712"/>
              <a:gd name="connsiteX38" fmla="*/ 509588 w 2543175"/>
              <a:gd name="connsiteY38" fmla="*/ 376237 h 1890712"/>
              <a:gd name="connsiteX39" fmla="*/ 514350 w 2543175"/>
              <a:gd name="connsiteY39" fmla="*/ 383381 h 1890712"/>
              <a:gd name="connsiteX40" fmla="*/ 531019 w 2543175"/>
              <a:gd name="connsiteY40" fmla="*/ 397669 h 1890712"/>
              <a:gd name="connsiteX41" fmla="*/ 538163 w 2543175"/>
              <a:gd name="connsiteY41" fmla="*/ 407194 h 1890712"/>
              <a:gd name="connsiteX42" fmla="*/ 554832 w 2543175"/>
              <a:gd name="connsiteY42" fmla="*/ 421481 h 1890712"/>
              <a:gd name="connsiteX43" fmla="*/ 564357 w 2543175"/>
              <a:gd name="connsiteY43" fmla="*/ 431006 h 1890712"/>
              <a:gd name="connsiteX44" fmla="*/ 573882 w 2543175"/>
              <a:gd name="connsiteY44" fmla="*/ 438150 h 1890712"/>
              <a:gd name="connsiteX45" fmla="*/ 595313 w 2543175"/>
              <a:gd name="connsiteY45" fmla="*/ 454819 h 1890712"/>
              <a:gd name="connsiteX46" fmla="*/ 602457 w 2543175"/>
              <a:gd name="connsiteY46" fmla="*/ 457200 h 1890712"/>
              <a:gd name="connsiteX47" fmla="*/ 628650 w 2543175"/>
              <a:gd name="connsiteY47" fmla="*/ 469106 h 1890712"/>
              <a:gd name="connsiteX48" fmla="*/ 645319 w 2543175"/>
              <a:gd name="connsiteY48" fmla="*/ 483394 h 1890712"/>
              <a:gd name="connsiteX49" fmla="*/ 654844 w 2543175"/>
              <a:gd name="connsiteY49" fmla="*/ 488156 h 1890712"/>
              <a:gd name="connsiteX50" fmla="*/ 661988 w 2543175"/>
              <a:gd name="connsiteY50" fmla="*/ 497681 h 1890712"/>
              <a:gd name="connsiteX51" fmla="*/ 683419 w 2543175"/>
              <a:gd name="connsiteY51" fmla="*/ 514350 h 1890712"/>
              <a:gd name="connsiteX52" fmla="*/ 700088 w 2543175"/>
              <a:gd name="connsiteY52" fmla="*/ 526256 h 1890712"/>
              <a:gd name="connsiteX53" fmla="*/ 709613 w 2543175"/>
              <a:gd name="connsiteY53" fmla="*/ 535781 h 1890712"/>
              <a:gd name="connsiteX54" fmla="*/ 719138 w 2543175"/>
              <a:gd name="connsiteY54" fmla="*/ 542925 h 1890712"/>
              <a:gd name="connsiteX55" fmla="*/ 733425 w 2543175"/>
              <a:gd name="connsiteY55" fmla="*/ 557212 h 1890712"/>
              <a:gd name="connsiteX56" fmla="*/ 750094 w 2543175"/>
              <a:gd name="connsiteY56" fmla="*/ 569119 h 1890712"/>
              <a:gd name="connsiteX57" fmla="*/ 769144 w 2543175"/>
              <a:gd name="connsiteY57" fmla="*/ 581025 h 1890712"/>
              <a:gd name="connsiteX58" fmla="*/ 785813 w 2543175"/>
              <a:gd name="connsiteY58" fmla="*/ 590550 h 1890712"/>
              <a:gd name="connsiteX59" fmla="*/ 792957 w 2543175"/>
              <a:gd name="connsiteY59" fmla="*/ 600075 h 1890712"/>
              <a:gd name="connsiteX60" fmla="*/ 809625 w 2543175"/>
              <a:gd name="connsiteY60" fmla="*/ 611981 h 1890712"/>
              <a:gd name="connsiteX61" fmla="*/ 816769 w 2543175"/>
              <a:gd name="connsiteY61" fmla="*/ 619125 h 1890712"/>
              <a:gd name="connsiteX62" fmla="*/ 826294 w 2543175"/>
              <a:gd name="connsiteY62" fmla="*/ 626269 h 1890712"/>
              <a:gd name="connsiteX63" fmla="*/ 840582 w 2543175"/>
              <a:gd name="connsiteY63" fmla="*/ 638175 h 1890712"/>
              <a:gd name="connsiteX64" fmla="*/ 847725 w 2543175"/>
              <a:gd name="connsiteY64" fmla="*/ 645319 h 1890712"/>
              <a:gd name="connsiteX65" fmla="*/ 857250 w 2543175"/>
              <a:gd name="connsiteY65" fmla="*/ 652462 h 1890712"/>
              <a:gd name="connsiteX66" fmla="*/ 864394 w 2543175"/>
              <a:gd name="connsiteY66" fmla="*/ 657225 h 1890712"/>
              <a:gd name="connsiteX67" fmla="*/ 888207 w 2543175"/>
              <a:gd name="connsiteY67" fmla="*/ 676275 h 1890712"/>
              <a:gd name="connsiteX68" fmla="*/ 895350 w 2543175"/>
              <a:gd name="connsiteY68" fmla="*/ 681037 h 1890712"/>
              <a:gd name="connsiteX69" fmla="*/ 907257 w 2543175"/>
              <a:gd name="connsiteY69" fmla="*/ 683419 h 1890712"/>
              <a:gd name="connsiteX70" fmla="*/ 928688 w 2543175"/>
              <a:gd name="connsiteY70" fmla="*/ 695325 h 1890712"/>
              <a:gd name="connsiteX71" fmla="*/ 942975 w 2543175"/>
              <a:gd name="connsiteY71" fmla="*/ 700087 h 1890712"/>
              <a:gd name="connsiteX72" fmla="*/ 964407 w 2543175"/>
              <a:gd name="connsiteY72" fmla="*/ 716756 h 1890712"/>
              <a:gd name="connsiteX73" fmla="*/ 971550 w 2543175"/>
              <a:gd name="connsiteY73" fmla="*/ 723900 h 1890712"/>
              <a:gd name="connsiteX74" fmla="*/ 983457 w 2543175"/>
              <a:gd name="connsiteY74" fmla="*/ 733425 h 1890712"/>
              <a:gd name="connsiteX75" fmla="*/ 990600 w 2543175"/>
              <a:gd name="connsiteY75" fmla="*/ 738187 h 1890712"/>
              <a:gd name="connsiteX76" fmla="*/ 1007269 w 2543175"/>
              <a:gd name="connsiteY76" fmla="*/ 752475 h 1890712"/>
              <a:gd name="connsiteX77" fmla="*/ 1031082 w 2543175"/>
              <a:gd name="connsiteY77" fmla="*/ 766762 h 1890712"/>
              <a:gd name="connsiteX78" fmla="*/ 1042988 w 2543175"/>
              <a:gd name="connsiteY78" fmla="*/ 773906 h 1890712"/>
              <a:gd name="connsiteX79" fmla="*/ 1071563 w 2543175"/>
              <a:gd name="connsiteY79" fmla="*/ 785812 h 1890712"/>
              <a:gd name="connsiteX80" fmla="*/ 1097757 w 2543175"/>
              <a:gd name="connsiteY80" fmla="*/ 807244 h 1890712"/>
              <a:gd name="connsiteX81" fmla="*/ 1104900 w 2543175"/>
              <a:gd name="connsiteY81" fmla="*/ 814387 h 1890712"/>
              <a:gd name="connsiteX82" fmla="*/ 1121569 w 2543175"/>
              <a:gd name="connsiteY82" fmla="*/ 823912 h 1890712"/>
              <a:gd name="connsiteX83" fmla="*/ 1138238 w 2543175"/>
              <a:gd name="connsiteY83" fmla="*/ 835819 h 1890712"/>
              <a:gd name="connsiteX84" fmla="*/ 1147763 w 2543175"/>
              <a:gd name="connsiteY84" fmla="*/ 842962 h 1890712"/>
              <a:gd name="connsiteX85" fmla="*/ 1157288 w 2543175"/>
              <a:gd name="connsiteY85" fmla="*/ 847725 h 1890712"/>
              <a:gd name="connsiteX86" fmla="*/ 1178719 w 2543175"/>
              <a:gd name="connsiteY86" fmla="*/ 859631 h 1890712"/>
              <a:gd name="connsiteX87" fmla="*/ 1188244 w 2543175"/>
              <a:gd name="connsiteY87" fmla="*/ 866775 h 1890712"/>
              <a:gd name="connsiteX88" fmla="*/ 1195388 w 2543175"/>
              <a:gd name="connsiteY88" fmla="*/ 871537 h 1890712"/>
              <a:gd name="connsiteX89" fmla="*/ 1212057 w 2543175"/>
              <a:gd name="connsiteY89" fmla="*/ 883444 h 1890712"/>
              <a:gd name="connsiteX90" fmla="*/ 1226344 w 2543175"/>
              <a:gd name="connsiteY90" fmla="*/ 895350 h 1890712"/>
              <a:gd name="connsiteX91" fmla="*/ 1245394 w 2543175"/>
              <a:gd name="connsiteY91" fmla="*/ 907256 h 1890712"/>
              <a:gd name="connsiteX92" fmla="*/ 1254919 w 2543175"/>
              <a:gd name="connsiteY92" fmla="*/ 914400 h 1890712"/>
              <a:gd name="connsiteX93" fmla="*/ 1269207 w 2543175"/>
              <a:gd name="connsiteY93" fmla="*/ 921544 h 1890712"/>
              <a:gd name="connsiteX94" fmla="*/ 1290638 w 2543175"/>
              <a:gd name="connsiteY94" fmla="*/ 935831 h 1890712"/>
              <a:gd name="connsiteX95" fmla="*/ 1307307 w 2543175"/>
              <a:gd name="connsiteY95" fmla="*/ 952500 h 1890712"/>
              <a:gd name="connsiteX96" fmla="*/ 1333500 w 2543175"/>
              <a:gd name="connsiteY96" fmla="*/ 971550 h 1890712"/>
              <a:gd name="connsiteX97" fmla="*/ 1359694 w 2543175"/>
              <a:gd name="connsiteY97" fmla="*/ 990600 h 1890712"/>
              <a:gd name="connsiteX98" fmla="*/ 1373982 w 2543175"/>
              <a:gd name="connsiteY98" fmla="*/ 997744 h 1890712"/>
              <a:gd name="connsiteX99" fmla="*/ 1388269 w 2543175"/>
              <a:gd name="connsiteY99" fmla="*/ 1007269 h 1890712"/>
              <a:gd name="connsiteX100" fmla="*/ 1414463 w 2543175"/>
              <a:gd name="connsiteY100" fmla="*/ 1019175 h 1890712"/>
              <a:gd name="connsiteX101" fmla="*/ 1428750 w 2543175"/>
              <a:gd name="connsiteY101" fmla="*/ 1026319 h 1890712"/>
              <a:gd name="connsiteX102" fmla="*/ 1471613 w 2543175"/>
              <a:gd name="connsiteY102" fmla="*/ 1059656 h 1890712"/>
              <a:gd name="connsiteX103" fmla="*/ 1495425 w 2543175"/>
              <a:gd name="connsiteY103" fmla="*/ 1088231 h 1890712"/>
              <a:gd name="connsiteX104" fmla="*/ 1547812 w 2543175"/>
              <a:gd name="connsiteY104" fmla="*/ 1133475 h 1890712"/>
              <a:gd name="connsiteX105" fmla="*/ 1597819 w 2543175"/>
              <a:gd name="connsiteY105" fmla="*/ 1154906 h 1890712"/>
              <a:gd name="connsiteX106" fmla="*/ 1604963 w 2543175"/>
              <a:gd name="connsiteY106" fmla="*/ 1162050 h 1890712"/>
              <a:gd name="connsiteX107" fmla="*/ 1612107 w 2543175"/>
              <a:gd name="connsiteY107" fmla="*/ 1166812 h 1890712"/>
              <a:gd name="connsiteX108" fmla="*/ 1628775 w 2543175"/>
              <a:gd name="connsiteY108" fmla="*/ 1183481 h 1890712"/>
              <a:gd name="connsiteX109" fmla="*/ 1662113 w 2543175"/>
              <a:gd name="connsiteY109" fmla="*/ 1209675 h 1890712"/>
              <a:gd name="connsiteX110" fmla="*/ 1678782 w 2543175"/>
              <a:gd name="connsiteY110" fmla="*/ 1226344 h 1890712"/>
              <a:gd name="connsiteX111" fmla="*/ 1700213 w 2543175"/>
              <a:gd name="connsiteY111" fmla="*/ 1247775 h 1890712"/>
              <a:gd name="connsiteX112" fmla="*/ 1712119 w 2543175"/>
              <a:gd name="connsiteY112" fmla="*/ 1259681 h 1890712"/>
              <a:gd name="connsiteX113" fmla="*/ 1733550 w 2543175"/>
              <a:gd name="connsiteY113" fmla="*/ 1273969 h 1890712"/>
              <a:gd name="connsiteX114" fmla="*/ 1743075 w 2543175"/>
              <a:gd name="connsiteY114" fmla="*/ 1283494 h 1890712"/>
              <a:gd name="connsiteX115" fmla="*/ 1754982 w 2543175"/>
              <a:gd name="connsiteY115" fmla="*/ 1290637 h 1890712"/>
              <a:gd name="connsiteX116" fmla="*/ 1766888 w 2543175"/>
              <a:gd name="connsiteY116" fmla="*/ 1300162 h 1890712"/>
              <a:gd name="connsiteX117" fmla="*/ 1783557 w 2543175"/>
              <a:gd name="connsiteY117" fmla="*/ 1307306 h 1890712"/>
              <a:gd name="connsiteX118" fmla="*/ 1790700 w 2543175"/>
              <a:gd name="connsiteY118" fmla="*/ 1312069 h 1890712"/>
              <a:gd name="connsiteX119" fmla="*/ 1800225 w 2543175"/>
              <a:gd name="connsiteY119" fmla="*/ 1319212 h 1890712"/>
              <a:gd name="connsiteX120" fmla="*/ 1807369 w 2543175"/>
              <a:gd name="connsiteY120" fmla="*/ 1321594 h 1890712"/>
              <a:gd name="connsiteX121" fmla="*/ 1824038 w 2543175"/>
              <a:gd name="connsiteY121" fmla="*/ 1333500 h 1890712"/>
              <a:gd name="connsiteX122" fmla="*/ 1843088 w 2543175"/>
              <a:gd name="connsiteY122" fmla="*/ 1352550 h 1890712"/>
              <a:gd name="connsiteX123" fmla="*/ 1852613 w 2543175"/>
              <a:gd name="connsiteY123" fmla="*/ 1359694 h 1890712"/>
              <a:gd name="connsiteX124" fmla="*/ 1859757 w 2543175"/>
              <a:gd name="connsiteY124" fmla="*/ 1366837 h 1890712"/>
              <a:gd name="connsiteX125" fmla="*/ 1869282 w 2543175"/>
              <a:gd name="connsiteY125" fmla="*/ 1371600 h 1890712"/>
              <a:gd name="connsiteX126" fmla="*/ 1883569 w 2543175"/>
              <a:gd name="connsiteY126" fmla="*/ 1388269 h 1890712"/>
              <a:gd name="connsiteX127" fmla="*/ 1893094 w 2543175"/>
              <a:gd name="connsiteY127" fmla="*/ 1395412 h 1890712"/>
              <a:gd name="connsiteX128" fmla="*/ 1902619 w 2543175"/>
              <a:gd name="connsiteY128" fmla="*/ 1404937 h 1890712"/>
              <a:gd name="connsiteX129" fmla="*/ 1912144 w 2543175"/>
              <a:gd name="connsiteY129" fmla="*/ 1409700 h 1890712"/>
              <a:gd name="connsiteX130" fmla="*/ 1931194 w 2543175"/>
              <a:gd name="connsiteY130" fmla="*/ 1421606 h 1890712"/>
              <a:gd name="connsiteX131" fmla="*/ 1935957 w 2543175"/>
              <a:gd name="connsiteY131" fmla="*/ 1428750 h 1890712"/>
              <a:gd name="connsiteX132" fmla="*/ 1952625 w 2543175"/>
              <a:gd name="connsiteY132" fmla="*/ 1438275 h 1890712"/>
              <a:gd name="connsiteX133" fmla="*/ 1971675 w 2543175"/>
              <a:gd name="connsiteY133" fmla="*/ 1450181 h 1890712"/>
              <a:gd name="connsiteX134" fmla="*/ 1981200 w 2543175"/>
              <a:gd name="connsiteY134" fmla="*/ 1454944 h 1890712"/>
              <a:gd name="connsiteX135" fmla="*/ 1997869 w 2543175"/>
              <a:gd name="connsiteY135" fmla="*/ 1471612 h 1890712"/>
              <a:gd name="connsiteX136" fmla="*/ 2007394 w 2543175"/>
              <a:gd name="connsiteY136" fmla="*/ 1478756 h 1890712"/>
              <a:gd name="connsiteX137" fmla="*/ 2016919 w 2543175"/>
              <a:gd name="connsiteY137" fmla="*/ 1483519 h 1890712"/>
              <a:gd name="connsiteX138" fmla="*/ 2024063 w 2543175"/>
              <a:gd name="connsiteY138" fmla="*/ 1490662 h 1890712"/>
              <a:gd name="connsiteX139" fmla="*/ 2033588 w 2543175"/>
              <a:gd name="connsiteY139" fmla="*/ 1495425 h 1890712"/>
              <a:gd name="connsiteX140" fmla="*/ 2040732 w 2543175"/>
              <a:gd name="connsiteY140" fmla="*/ 1502569 h 1890712"/>
              <a:gd name="connsiteX141" fmla="*/ 2047875 w 2543175"/>
              <a:gd name="connsiteY141" fmla="*/ 1507331 h 1890712"/>
              <a:gd name="connsiteX142" fmla="*/ 2057400 w 2543175"/>
              <a:gd name="connsiteY142" fmla="*/ 1514475 h 1890712"/>
              <a:gd name="connsiteX143" fmla="*/ 2064544 w 2543175"/>
              <a:gd name="connsiteY143" fmla="*/ 1519237 h 1890712"/>
              <a:gd name="connsiteX144" fmla="*/ 2071688 w 2543175"/>
              <a:gd name="connsiteY144" fmla="*/ 1526381 h 1890712"/>
              <a:gd name="connsiteX145" fmla="*/ 2081213 w 2543175"/>
              <a:gd name="connsiteY145" fmla="*/ 1531144 h 1890712"/>
              <a:gd name="connsiteX146" fmla="*/ 2090738 w 2543175"/>
              <a:gd name="connsiteY146" fmla="*/ 1538287 h 1890712"/>
              <a:gd name="connsiteX147" fmla="*/ 2109788 w 2543175"/>
              <a:gd name="connsiteY147" fmla="*/ 1547812 h 1890712"/>
              <a:gd name="connsiteX148" fmla="*/ 2131219 w 2543175"/>
              <a:gd name="connsiteY148" fmla="*/ 1562100 h 1890712"/>
              <a:gd name="connsiteX149" fmla="*/ 2140744 w 2543175"/>
              <a:gd name="connsiteY149" fmla="*/ 1566862 h 1890712"/>
              <a:gd name="connsiteX150" fmla="*/ 2152650 w 2543175"/>
              <a:gd name="connsiteY150" fmla="*/ 1576387 h 1890712"/>
              <a:gd name="connsiteX151" fmla="*/ 2181225 w 2543175"/>
              <a:gd name="connsiteY151" fmla="*/ 1590675 h 1890712"/>
              <a:gd name="connsiteX152" fmla="*/ 2200275 w 2543175"/>
              <a:gd name="connsiteY152" fmla="*/ 1607344 h 1890712"/>
              <a:gd name="connsiteX153" fmla="*/ 2207419 w 2543175"/>
              <a:gd name="connsiteY153" fmla="*/ 1612106 h 1890712"/>
              <a:gd name="connsiteX154" fmla="*/ 2216944 w 2543175"/>
              <a:gd name="connsiteY154" fmla="*/ 1619250 h 1890712"/>
              <a:gd name="connsiteX155" fmla="*/ 2224088 w 2543175"/>
              <a:gd name="connsiteY155" fmla="*/ 1624012 h 1890712"/>
              <a:gd name="connsiteX156" fmla="*/ 2247900 w 2543175"/>
              <a:gd name="connsiteY156" fmla="*/ 1643062 h 1890712"/>
              <a:gd name="connsiteX157" fmla="*/ 2255044 w 2543175"/>
              <a:gd name="connsiteY157" fmla="*/ 1650206 h 1890712"/>
              <a:gd name="connsiteX158" fmla="*/ 2281238 w 2543175"/>
              <a:gd name="connsiteY158" fmla="*/ 1664494 h 1890712"/>
              <a:gd name="connsiteX159" fmla="*/ 2297907 w 2543175"/>
              <a:gd name="connsiteY159" fmla="*/ 1674019 h 1890712"/>
              <a:gd name="connsiteX160" fmla="*/ 2312194 w 2543175"/>
              <a:gd name="connsiteY160" fmla="*/ 1685925 h 1890712"/>
              <a:gd name="connsiteX161" fmla="*/ 2328863 w 2543175"/>
              <a:gd name="connsiteY161" fmla="*/ 1697831 h 1890712"/>
              <a:gd name="connsiteX162" fmla="*/ 2350294 w 2543175"/>
              <a:gd name="connsiteY162" fmla="*/ 1712119 h 1890712"/>
              <a:gd name="connsiteX163" fmla="*/ 2369344 w 2543175"/>
              <a:gd name="connsiteY163" fmla="*/ 1724025 h 1890712"/>
              <a:gd name="connsiteX164" fmla="*/ 2428876 w 2543175"/>
              <a:gd name="connsiteY164" fmla="*/ 1785938 h 1890712"/>
              <a:gd name="connsiteX165" fmla="*/ 2466975 w 2543175"/>
              <a:gd name="connsiteY165" fmla="*/ 1783556 h 1890712"/>
              <a:gd name="connsiteX166" fmla="*/ 2481263 w 2543175"/>
              <a:gd name="connsiteY166" fmla="*/ 1795462 h 1890712"/>
              <a:gd name="connsiteX167" fmla="*/ 2486025 w 2543175"/>
              <a:gd name="connsiteY167" fmla="*/ 1802606 h 1890712"/>
              <a:gd name="connsiteX168" fmla="*/ 2514600 w 2543175"/>
              <a:gd name="connsiteY168" fmla="*/ 1850231 h 1890712"/>
              <a:gd name="connsiteX169" fmla="*/ 2519363 w 2543175"/>
              <a:gd name="connsiteY169" fmla="*/ 1857375 h 1890712"/>
              <a:gd name="connsiteX170" fmla="*/ 2540794 w 2543175"/>
              <a:gd name="connsiteY170" fmla="*/ 1883569 h 1890712"/>
              <a:gd name="connsiteX171" fmla="*/ 2543175 w 2543175"/>
              <a:gd name="connsiteY171"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54807 w 2543175"/>
              <a:gd name="connsiteY26" fmla="*/ 247650 h 1890712"/>
              <a:gd name="connsiteX27" fmla="*/ 366713 w 2543175"/>
              <a:gd name="connsiteY27" fmla="*/ 264319 h 1890712"/>
              <a:gd name="connsiteX28" fmla="*/ 371475 w 2543175"/>
              <a:gd name="connsiteY28" fmla="*/ 271462 h 1890712"/>
              <a:gd name="connsiteX29" fmla="*/ 385763 w 2543175"/>
              <a:gd name="connsiteY29" fmla="*/ 283369 h 1890712"/>
              <a:gd name="connsiteX30" fmla="*/ 404813 w 2543175"/>
              <a:gd name="connsiteY30" fmla="*/ 295275 h 1890712"/>
              <a:gd name="connsiteX31" fmla="*/ 411957 w 2543175"/>
              <a:gd name="connsiteY31" fmla="*/ 297656 h 1890712"/>
              <a:gd name="connsiteX32" fmla="*/ 466725 w 2543175"/>
              <a:gd name="connsiteY32" fmla="*/ 328612 h 1890712"/>
              <a:gd name="connsiteX33" fmla="*/ 476250 w 2543175"/>
              <a:gd name="connsiteY33" fmla="*/ 335756 h 1890712"/>
              <a:gd name="connsiteX34" fmla="*/ 481013 w 2543175"/>
              <a:gd name="connsiteY34" fmla="*/ 342900 h 1890712"/>
              <a:gd name="connsiteX35" fmla="*/ 490538 w 2543175"/>
              <a:gd name="connsiteY35" fmla="*/ 352425 h 1890712"/>
              <a:gd name="connsiteX36" fmla="*/ 495300 w 2543175"/>
              <a:gd name="connsiteY36" fmla="*/ 359569 h 1890712"/>
              <a:gd name="connsiteX37" fmla="*/ 509588 w 2543175"/>
              <a:gd name="connsiteY37" fmla="*/ 376237 h 1890712"/>
              <a:gd name="connsiteX38" fmla="*/ 514350 w 2543175"/>
              <a:gd name="connsiteY38" fmla="*/ 383381 h 1890712"/>
              <a:gd name="connsiteX39" fmla="*/ 531019 w 2543175"/>
              <a:gd name="connsiteY39" fmla="*/ 397669 h 1890712"/>
              <a:gd name="connsiteX40" fmla="*/ 538163 w 2543175"/>
              <a:gd name="connsiteY40" fmla="*/ 407194 h 1890712"/>
              <a:gd name="connsiteX41" fmla="*/ 554832 w 2543175"/>
              <a:gd name="connsiteY41" fmla="*/ 421481 h 1890712"/>
              <a:gd name="connsiteX42" fmla="*/ 564357 w 2543175"/>
              <a:gd name="connsiteY42" fmla="*/ 431006 h 1890712"/>
              <a:gd name="connsiteX43" fmla="*/ 573882 w 2543175"/>
              <a:gd name="connsiteY43" fmla="*/ 438150 h 1890712"/>
              <a:gd name="connsiteX44" fmla="*/ 595313 w 2543175"/>
              <a:gd name="connsiteY44" fmla="*/ 454819 h 1890712"/>
              <a:gd name="connsiteX45" fmla="*/ 602457 w 2543175"/>
              <a:gd name="connsiteY45" fmla="*/ 457200 h 1890712"/>
              <a:gd name="connsiteX46" fmla="*/ 628650 w 2543175"/>
              <a:gd name="connsiteY46" fmla="*/ 469106 h 1890712"/>
              <a:gd name="connsiteX47" fmla="*/ 645319 w 2543175"/>
              <a:gd name="connsiteY47" fmla="*/ 483394 h 1890712"/>
              <a:gd name="connsiteX48" fmla="*/ 654844 w 2543175"/>
              <a:gd name="connsiteY48" fmla="*/ 488156 h 1890712"/>
              <a:gd name="connsiteX49" fmla="*/ 661988 w 2543175"/>
              <a:gd name="connsiteY49" fmla="*/ 497681 h 1890712"/>
              <a:gd name="connsiteX50" fmla="*/ 683419 w 2543175"/>
              <a:gd name="connsiteY50" fmla="*/ 514350 h 1890712"/>
              <a:gd name="connsiteX51" fmla="*/ 700088 w 2543175"/>
              <a:gd name="connsiteY51" fmla="*/ 526256 h 1890712"/>
              <a:gd name="connsiteX52" fmla="*/ 709613 w 2543175"/>
              <a:gd name="connsiteY52" fmla="*/ 535781 h 1890712"/>
              <a:gd name="connsiteX53" fmla="*/ 719138 w 2543175"/>
              <a:gd name="connsiteY53" fmla="*/ 542925 h 1890712"/>
              <a:gd name="connsiteX54" fmla="*/ 733425 w 2543175"/>
              <a:gd name="connsiteY54" fmla="*/ 557212 h 1890712"/>
              <a:gd name="connsiteX55" fmla="*/ 750094 w 2543175"/>
              <a:gd name="connsiteY55" fmla="*/ 569119 h 1890712"/>
              <a:gd name="connsiteX56" fmla="*/ 769144 w 2543175"/>
              <a:gd name="connsiteY56" fmla="*/ 581025 h 1890712"/>
              <a:gd name="connsiteX57" fmla="*/ 785813 w 2543175"/>
              <a:gd name="connsiteY57" fmla="*/ 590550 h 1890712"/>
              <a:gd name="connsiteX58" fmla="*/ 792957 w 2543175"/>
              <a:gd name="connsiteY58" fmla="*/ 600075 h 1890712"/>
              <a:gd name="connsiteX59" fmla="*/ 809625 w 2543175"/>
              <a:gd name="connsiteY59" fmla="*/ 611981 h 1890712"/>
              <a:gd name="connsiteX60" fmla="*/ 816769 w 2543175"/>
              <a:gd name="connsiteY60" fmla="*/ 619125 h 1890712"/>
              <a:gd name="connsiteX61" fmla="*/ 826294 w 2543175"/>
              <a:gd name="connsiteY61" fmla="*/ 626269 h 1890712"/>
              <a:gd name="connsiteX62" fmla="*/ 840582 w 2543175"/>
              <a:gd name="connsiteY62" fmla="*/ 638175 h 1890712"/>
              <a:gd name="connsiteX63" fmla="*/ 847725 w 2543175"/>
              <a:gd name="connsiteY63" fmla="*/ 645319 h 1890712"/>
              <a:gd name="connsiteX64" fmla="*/ 857250 w 2543175"/>
              <a:gd name="connsiteY64" fmla="*/ 652462 h 1890712"/>
              <a:gd name="connsiteX65" fmla="*/ 864394 w 2543175"/>
              <a:gd name="connsiteY65" fmla="*/ 657225 h 1890712"/>
              <a:gd name="connsiteX66" fmla="*/ 888207 w 2543175"/>
              <a:gd name="connsiteY66" fmla="*/ 676275 h 1890712"/>
              <a:gd name="connsiteX67" fmla="*/ 895350 w 2543175"/>
              <a:gd name="connsiteY67" fmla="*/ 681037 h 1890712"/>
              <a:gd name="connsiteX68" fmla="*/ 907257 w 2543175"/>
              <a:gd name="connsiteY68" fmla="*/ 683419 h 1890712"/>
              <a:gd name="connsiteX69" fmla="*/ 928688 w 2543175"/>
              <a:gd name="connsiteY69" fmla="*/ 695325 h 1890712"/>
              <a:gd name="connsiteX70" fmla="*/ 942975 w 2543175"/>
              <a:gd name="connsiteY70" fmla="*/ 700087 h 1890712"/>
              <a:gd name="connsiteX71" fmla="*/ 964407 w 2543175"/>
              <a:gd name="connsiteY71" fmla="*/ 716756 h 1890712"/>
              <a:gd name="connsiteX72" fmla="*/ 971550 w 2543175"/>
              <a:gd name="connsiteY72" fmla="*/ 723900 h 1890712"/>
              <a:gd name="connsiteX73" fmla="*/ 983457 w 2543175"/>
              <a:gd name="connsiteY73" fmla="*/ 733425 h 1890712"/>
              <a:gd name="connsiteX74" fmla="*/ 990600 w 2543175"/>
              <a:gd name="connsiteY74" fmla="*/ 738187 h 1890712"/>
              <a:gd name="connsiteX75" fmla="*/ 1007269 w 2543175"/>
              <a:gd name="connsiteY75" fmla="*/ 752475 h 1890712"/>
              <a:gd name="connsiteX76" fmla="*/ 1031082 w 2543175"/>
              <a:gd name="connsiteY76" fmla="*/ 766762 h 1890712"/>
              <a:gd name="connsiteX77" fmla="*/ 1042988 w 2543175"/>
              <a:gd name="connsiteY77" fmla="*/ 773906 h 1890712"/>
              <a:gd name="connsiteX78" fmla="*/ 1071563 w 2543175"/>
              <a:gd name="connsiteY78" fmla="*/ 785812 h 1890712"/>
              <a:gd name="connsiteX79" fmla="*/ 1097757 w 2543175"/>
              <a:gd name="connsiteY79" fmla="*/ 807244 h 1890712"/>
              <a:gd name="connsiteX80" fmla="*/ 1104900 w 2543175"/>
              <a:gd name="connsiteY80" fmla="*/ 814387 h 1890712"/>
              <a:gd name="connsiteX81" fmla="*/ 1121569 w 2543175"/>
              <a:gd name="connsiteY81" fmla="*/ 823912 h 1890712"/>
              <a:gd name="connsiteX82" fmla="*/ 1138238 w 2543175"/>
              <a:gd name="connsiteY82" fmla="*/ 835819 h 1890712"/>
              <a:gd name="connsiteX83" fmla="*/ 1147763 w 2543175"/>
              <a:gd name="connsiteY83" fmla="*/ 842962 h 1890712"/>
              <a:gd name="connsiteX84" fmla="*/ 1157288 w 2543175"/>
              <a:gd name="connsiteY84" fmla="*/ 847725 h 1890712"/>
              <a:gd name="connsiteX85" fmla="*/ 1178719 w 2543175"/>
              <a:gd name="connsiteY85" fmla="*/ 859631 h 1890712"/>
              <a:gd name="connsiteX86" fmla="*/ 1188244 w 2543175"/>
              <a:gd name="connsiteY86" fmla="*/ 866775 h 1890712"/>
              <a:gd name="connsiteX87" fmla="*/ 1195388 w 2543175"/>
              <a:gd name="connsiteY87" fmla="*/ 871537 h 1890712"/>
              <a:gd name="connsiteX88" fmla="*/ 1212057 w 2543175"/>
              <a:gd name="connsiteY88" fmla="*/ 883444 h 1890712"/>
              <a:gd name="connsiteX89" fmla="*/ 1226344 w 2543175"/>
              <a:gd name="connsiteY89" fmla="*/ 895350 h 1890712"/>
              <a:gd name="connsiteX90" fmla="*/ 1245394 w 2543175"/>
              <a:gd name="connsiteY90" fmla="*/ 907256 h 1890712"/>
              <a:gd name="connsiteX91" fmla="*/ 1254919 w 2543175"/>
              <a:gd name="connsiteY91" fmla="*/ 914400 h 1890712"/>
              <a:gd name="connsiteX92" fmla="*/ 1269207 w 2543175"/>
              <a:gd name="connsiteY92" fmla="*/ 921544 h 1890712"/>
              <a:gd name="connsiteX93" fmla="*/ 1290638 w 2543175"/>
              <a:gd name="connsiteY93" fmla="*/ 935831 h 1890712"/>
              <a:gd name="connsiteX94" fmla="*/ 1307307 w 2543175"/>
              <a:gd name="connsiteY94" fmla="*/ 952500 h 1890712"/>
              <a:gd name="connsiteX95" fmla="*/ 1333500 w 2543175"/>
              <a:gd name="connsiteY95" fmla="*/ 971550 h 1890712"/>
              <a:gd name="connsiteX96" fmla="*/ 1359694 w 2543175"/>
              <a:gd name="connsiteY96" fmla="*/ 990600 h 1890712"/>
              <a:gd name="connsiteX97" fmla="*/ 1373982 w 2543175"/>
              <a:gd name="connsiteY97" fmla="*/ 997744 h 1890712"/>
              <a:gd name="connsiteX98" fmla="*/ 1388269 w 2543175"/>
              <a:gd name="connsiteY98" fmla="*/ 1007269 h 1890712"/>
              <a:gd name="connsiteX99" fmla="*/ 1414463 w 2543175"/>
              <a:gd name="connsiteY99" fmla="*/ 1019175 h 1890712"/>
              <a:gd name="connsiteX100" fmla="*/ 1428750 w 2543175"/>
              <a:gd name="connsiteY100" fmla="*/ 1026319 h 1890712"/>
              <a:gd name="connsiteX101" fmla="*/ 1471613 w 2543175"/>
              <a:gd name="connsiteY101" fmla="*/ 1059656 h 1890712"/>
              <a:gd name="connsiteX102" fmla="*/ 1495425 w 2543175"/>
              <a:gd name="connsiteY102" fmla="*/ 1088231 h 1890712"/>
              <a:gd name="connsiteX103" fmla="*/ 1547812 w 2543175"/>
              <a:gd name="connsiteY103" fmla="*/ 1133475 h 1890712"/>
              <a:gd name="connsiteX104" fmla="*/ 1597819 w 2543175"/>
              <a:gd name="connsiteY104" fmla="*/ 1154906 h 1890712"/>
              <a:gd name="connsiteX105" fmla="*/ 1604963 w 2543175"/>
              <a:gd name="connsiteY105" fmla="*/ 1162050 h 1890712"/>
              <a:gd name="connsiteX106" fmla="*/ 1612107 w 2543175"/>
              <a:gd name="connsiteY106" fmla="*/ 1166812 h 1890712"/>
              <a:gd name="connsiteX107" fmla="*/ 1628775 w 2543175"/>
              <a:gd name="connsiteY107" fmla="*/ 1183481 h 1890712"/>
              <a:gd name="connsiteX108" fmla="*/ 1662113 w 2543175"/>
              <a:gd name="connsiteY108" fmla="*/ 1209675 h 1890712"/>
              <a:gd name="connsiteX109" fmla="*/ 1678782 w 2543175"/>
              <a:gd name="connsiteY109" fmla="*/ 1226344 h 1890712"/>
              <a:gd name="connsiteX110" fmla="*/ 1700213 w 2543175"/>
              <a:gd name="connsiteY110" fmla="*/ 1247775 h 1890712"/>
              <a:gd name="connsiteX111" fmla="*/ 1712119 w 2543175"/>
              <a:gd name="connsiteY111" fmla="*/ 1259681 h 1890712"/>
              <a:gd name="connsiteX112" fmla="*/ 1733550 w 2543175"/>
              <a:gd name="connsiteY112" fmla="*/ 1273969 h 1890712"/>
              <a:gd name="connsiteX113" fmla="*/ 1743075 w 2543175"/>
              <a:gd name="connsiteY113" fmla="*/ 1283494 h 1890712"/>
              <a:gd name="connsiteX114" fmla="*/ 1754982 w 2543175"/>
              <a:gd name="connsiteY114" fmla="*/ 1290637 h 1890712"/>
              <a:gd name="connsiteX115" fmla="*/ 1766888 w 2543175"/>
              <a:gd name="connsiteY115" fmla="*/ 1300162 h 1890712"/>
              <a:gd name="connsiteX116" fmla="*/ 1783557 w 2543175"/>
              <a:gd name="connsiteY116" fmla="*/ 1307306 h 1890712"/>
              <a:gd name="connsiteX117" fmla="*/ 1790700 w 2543175"/>
              <a:gd name="connsiteY117" fmla="*/ 1312069 h 1890712"/>
              <a:gd name="connsiteX118" fmla="*/ 1800225 w 2543175"/>
              <a:gd name="connsiteY118" fmla="*/ 1319212 h 1890712"/>
              <a:gd name="connsiteX119" fmla="*/ 1807369 w 2543175"/>
              <a:gd name="connsiteY119" fmla="*/ 1321594 h 1890712"/>
              <a:gd name="connsiteX120" fmla="*/ 1824038 w 2543175"/>
              <a:gd name="connsiteY120" fmla="*/ 1333500 h 1890712"/>
              <a:gd name="connsiteX121" fmla="*/ 1843088 w 2543175"/>
              <a:gd name="connsiteY121" fmla="*/ 1352550 h 1890712"/>
              <a:gd name="connsiteX122" fmla="*/ 1852613 w 2543175"/>
              <a:gd name="connsiteY122" fmla="*/ 1359694 h 1890712"/>
              <a:gd name="connsiteX123" fmla="*/ 1859757 w 2543175"/>
              <a:gd name="connsiteY123" fmla="*/ 1366837 h 1890712"/>
              <a:gd name="connsiteX124" fmla="*/ 1869282 w 2543175"/>
              <a:gd name="connsiteY124" fmla="*/ 1371600 h 1890712"/>
              <a:gd name="connsiteX125" fmla="*/ 1883569 w 2543175"/>
              <a:gd name="connsiteY125" fmla="*/ 1388269 h 1890712"/>
              <a:gd name="connsiteX126" fmla="*/ 1893094 w 2543175"/>
              <a:gd name="connsiteY126" fmla="*/ 1395412 h 1890712"/>
              <a:gd name="connsiteX127" fmla="*/ 1902619 w 2543175"/>
              <a:gd name="connsiteY127" fmla="*/ 1404937 h 1890712"/>
              <a:gd name="connsiteX128" fmla="*/ 1912144 w 2543175"/>
              <a:gd name="connsiteY128" fmla="*/ 1409700 h 1890712"/>
              <a:gd name="connsiteX129" fmla="*/ 1931194 w 2543175"/>
              <a:gd name="connsiteY129" fmla="*/ 1421606 h 1890712"/>
              <a:gd name="connsiteX130" fmla="*/ 1935957 w 2543175"/>
              <a:gd name="connsiteY130" fmla="*/ 1428750 h 1890712"/>
              <a:gd name="connsiteX131" fmla="*/ 1952625 w 2543175"/>
              <a:gd name="connsiteY131" fmla="*/ 1438275 h 1890712"/>
              <a:gd name="connsiteX132" fmla="*/ 1971675 w 2543175"/>
              <a:gd name="connsiteY132" fmla="*/ 1450181 h 1890712"/>
              <a:gd name="connsiteX133" fmla="*/ 1981200 w 2543175"/>
              <a:gd name="connsiteY133" fmla="*/ 1454944 h 1890712"/>
              <a:gd name="connsiteX134" fmla="*/ 1997869 w 2543175"/>
              <a:gd name="connsiteY134" fmla="*/ 1471612 h 1890712"/>
              <a:gd name="connsiteX135" fmla="*/ 2007394 w 2543175"/>
              <a:gd name="connsiteY135" fmla="*/ 1478756 h 1890712"/>
              <a:gd name="connsiteX136" fmla="*/ 2016919 w 2543175"/>
              <a:gd name="connsiteY136" fmla="*/ 1483519 h 1890712"/>
              <a:gd name="connsiteX137" fmla="*/ 2024063 w 2543175"/>
              <a:gd name="connsiteY137" fmla="*/ 1490662 h 1890712"/>
              <a:gd name="connsiteX138" fmla="*/ 2033588 w 2543175"/>
              <a:gd name="connsiteY138" fmla="*/ 1495425 h 1890712"/>
              <a:gd name="connsiteX139" fmla="*/ 2040732 w 2543175"/>
              <a:gd name="connsiteY139" fmla="*/ 1502569 h 1890712"/>
              <a:gd name="connsiteX140" fmla="*/ 2047875 w 2543175"/>
              <a:gd name="connsiteY140" fmla="*/ 1507331 h 1890712"/>
              <a:gd name="connsiteX141" fmla="*/ 2057400 w 2543175"/>
              <a:gd name="connsiteY141" fmla="*/ 1514475 h 1890712"/>
              <a:gd name="connsiteX142" fmla="*/ 2064544 w 2543175"/>
              <a:gd name="connsiteY142" fmla="*/ 1519237 h 1890712"/>
              <a:gd name="connsiteX143" fmla="*/ 2071688 w 2543175"/>
              <a:gd name="connsiteY143" fmla="*/ 1526381 h 1890712"/>
              <a:gd name="connsiteX144" fmla="*/ 2081213 w 2543175"/>
              <a:gd name="connsiteY144" fmla="*/ 1531144 h 1890712"/>
              <a:gd name="connsiteX145" fmla="*/ 2090738 w 2543175"/>
              <a:gd name="connsiteY145" fmla="*/ 1538287 h 1890712"/>
              <a:gd name="connsiteX146" fmla="*/ 2109788 w 2543175"/>
              <a:gd name="connsiteY146" fmla="*/ 1547812 h 1890712"/>
              <a:gd name="connsiteX147" fmla="*/ 2131219 w 2543175"/>
              <a:gd name="connsiteY147" fmla="*/ 1562100 h 1890712"/>
              <a:gd name="connsiteX148" fmla="*/ 2140744 w 2543175"/>
              <a:gd name="connsiteY148" fmla="*/ 1566862 h 1890712"/>
              <a:gd name="connsiteX149" fmla="*/ 2152650 w 2543175"/>
              <a:gd name="connsiteY149" fmla="*/ 1576387 h 1890712"/>
              <a:gd name="connsiteX150" fmla="*/ 2181225 w 2543175"/>
              <a:gd name="connsiteY150" fmla="*/ 1590675 h 1890712"/>
              <a:gd name="connsiteX151" fmla="*/ 2200275 w 2543175"/>
              <a:gd name="connsiteY151" fmla="*/ 1607344 h 1890712"/>
              <a:gd name="connsiteX152" fmla="*/ 2207419 w 2543175"/>
              <a:gd name="connsiteY152" fmla="*/ 1612106 h 1890712"/>
              <a:gd name="connsiteX153" fmla="*/ 2216944 w 2543175"/>
              <a:gd name="connsiteY153" fmla="*/ 1619250 h 1890712"/>
              <a:gd name="connsiteX154" fmla="*/ 2224088 w 2543175"/>
              <a:gd name="connsiteY154" fmla="*/ 1624012 h 1890712"/>
              <a:gd name="connsiteX155" fmla="*/ 2247900 w 2543175"/>
              <a:gd name="connsiteY155" fmla="*/ 1643062 h 1890712"/>
              <a:gd name="connsiteX156" fmla="*/ 2255044 w 2543175"/>
              <a:gd name="connsiteY156" fmla="*/ 1650206 h 1890712"/>
              <a:gd name="connsiteX157" fmla="*/ 2281238 w 2543175"/>
              <a:gd name="connsiteY157" fmla="*/ 1664494 h 1890712"/>
              <a:gd name="connsiteX158" fmla="*/ 2297907 w 2543175"/>
              <a:gd name="connsiteY158" fmla="*/ 1674019 h 1890712"/>
              <a:gd name="connsiteX159" fmla="*/ 2312194 w 2543175"/>
              <a:gd name="connsiteY159" fmla="*/ 1685925 h 1890712"/>
              <a:gd name="connsiteX160" fmla="*/ 2328863 w 2543175"/>
              <a:gd name="connsiteY160" fmla="*/ 1697831 h 1890712"/>
              <a:gd name="connsiteX161" fmla="*/ 2350294 w 2543175"/>
              <a:gd name="connsiteY161" fmla="*/ 1712119 h 1890712"/>
              <a:gd name="connsiteX162" fmla="*/ 2369344 w 2543175"/>
              <a:gd name="connsiteY162" fmla="*/ 1724025 h 1890712"/>
              <a:gd name="connsiteX163" fmla="*/ 2428876 w 2543175"/>
              <a:gd name="connsiteY163" fmla="*/ 1785938 h 1890712"/>
              <a:gd name="connsiteX164" fmla="*/ 2466975 w 2543175"/>
              <a:gd name="connsiteY164" fmla="*/ 1783556 h 1890712"/>
              <a:gd name="connsiteX165" fmla="*/ 2481263 w 2543175"/>
              <a:gd name="connsiteY165" fmla="*/ 1795462 h 1890712"/>
              <a:gd name="connsiteX166" fmla="*/ 2486025 w 2543175"/>
              <a:gd name="connsiteY166" fmla="*/ 1802606 h 1890712"/>
              <a:gd name="connsiteX167" fmla="*/ 2514600 w 2543175"/>
              <a:gd name="connsiteY167" fmla="*/ 1850231 h 1890712"/>
              <a:gd name="connsiteX168" fmla="*/ 2519363 w 2543175"/>
              <a:gd name="connsiteY168" fmla="*/ 1857375 h 1890712"/>
              <a:gd name="connsiteX169" fmla="*/ 2540794 w 2543175"/>
              <a:gd name="connsiteY169" fmla="*/ 1883569 h 1890712"/>
              <a:gd name="connsiteX170" fmla="*/ 2543175 w 2543175"/>
              <a:gd name="connsiteY17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33375 w 2543175"/>
              <a:gd name="connsiteY25" fmla="*/ 228600 h 1890712"/>
              <a:gd name="connsiteX26" fmla="*/ 354807 w 2543175"/>
              <a:gd name="connsiteY26" fmla="*/ 247650 h 1890712"/>
              <a:gd name="connsiteX27" fmla="*/ 366713 w 2543175"/>
              <a:gd name="connsiteY27" fmla="*/ 264319 h 1890712"/>
              <a:gd name="connsiteX28" fmla="*/ 371475 w 2543175"/>
              <a:gd name="connsiteY28" fmla="*/ 271462 h 1890712"/>
              <a:gd name="connsiteX29" fmla="*/ 385763 w 2543175"/>
              <a:gd name="connsiteY29" fmla="*/ 283369 h 1890712"/>
              <a:gd name="connsiteX30" fmla="*/ 404813 w 2543175"/>
              <a:gd name="connsiteY30" fmla="*/ 295275 h 1890712"/>
              <a:gd name="connsiteX31" fmla="*/ 411957 w 2543175"/>
              <a:gd name="connsiteY31" fmla="*/ 297656 h 1890712"/>
              <a:gd name="connsiteX32" fmla="*/ 466725 w 2543175"/>
              <a:gd name="connsiteY32" fmla="*/ 328612 h 1890712"/>
              <a:gd name="connsiteX33" fmla="*/ 476250 w 2543175"/>
              <a:gd name="connsiteY33" fmla="*/ 335756 h 1890712"/>
              <a:gd name="connsiteX34" fmla="*/ 481013 w 2543175"/>
              <a:gd name="connsiteY34" fmla="*/ 342900 h 1890712"/>
              <a:gd name="connsiteX35" fmla="*/ 490538 w 2543175"/>
              <a:gd name="connsiteY35" fmla="*/ 352425 h 1890712"/>
              <a:gd name="connsiteX36" fmla="*/ 495300 w 2543175"/>
              <a:gd name="connsiteY36" fmla="*/ 359569 h 1890712"/>
              <a:gd name="connsiteX37" fmla="*/ 509588 w 2543175"/>
              <a:gd name="connsiteY37" fmla="*/ 376237 h 1890712"/>
              <a:gd name="connsiteX38" fmla="*/ 514350 w 2543175"/>
              <a:gd name="connsiteY38" fmla="*/ 383381 h 1890712"/>
              <a:gd name="connsiteX39" fmla="*/ 531019 w 2543175"/>
              <a:gd name="connsiteY39" fmla="*/ 397669 h 1890712"/>
              <a:gd name="connsiteX40" fmla="*/ 538163 w 2543175"/>
              <a:gd name="connsiteY40" fmla="*/ 407194 h 1890712"/>
              <a:gd name="connsiteX41" fmla="*/ 554832 w 2543175"/>
              <a:gd name="connsiteY41" fmla="*/ 421481 h 1890712"/>
              <a:gd name="connsiteX42" fmla="*/ 564357 w 2543175"/>
              <a:gd name="connsiteY42" fmla="*/ 431006 h 1890712"/>
              <a:gd name="connsiteX43" fmla="*/ 573882 w 2543175"/>
              <a:gd name="connsiteY43" fmla="*/ 438150 h 1890712"/>
              <a:gd name="connsiteX44" fmla="*/ 595313 w 2543175"/>
              <a:gd name="connsiteY44" fmla="*/ 454819 h 1890712"/>
              <a:gd name="connsiteX45" fmla="*/ 602457 w 2543175"/>
              <a:gd name="connsiteY45" fmla="*/ 457200 h 1890712"/>
              <a:gd name="connsiteX46" fmla="*/ 628650 w 2543175"/>
              <a:gd name="connsiteY46" fmla="*/ 469106 h 1890712"/>
              <a:gd name="connsiteX47" fmla="*/ 645319 w 2543175"/>
              <a:gd name="connsiteY47" fmla="*/ 483394 h 1890712"/>
              <a:gd name="connsiteX48" fmla="*/ 654844 w 2543175"/>
              <a:gd name="connsiteY48" fmla="*/ 488156 h 1890712"/>
              <a:gd name="connsiteX49" fmla="*/ 661988 w 2543175"/>
              <a:gd name="connsiteY49" fmla="*/ 497681 h 1890712"/>
              <a:gd name="connsiteX50" fmla="*/ 683419 w 2543175"/>
              <a:gd name="connsiteY50" fmla="*/ 514350 h 1890712"/>
              <a:gd name="connsiteX51" fmla="*/ 700088 w 2543175"/>
              <a:gd name="connsiteY51" fmla="*/ 526256 h 1890712"/>
              <a:gd name="connsiteX52" fmla="*/ 709613 w 2543175"/>
              <a:gd name="connsiteY52" fmla="*/ 535781 h 1890712"/>
              <a:gd name="connsiteX53" fmla="*/ 719138 w 2543175"/>
              <a:gd name="connsiteY53" fmla="*/ 542925 h 1890712"/>
              <a:gd name="connsiteX54" fmla="*/ 733425 w 2543175"/>
              <a:gd name="connsiteY54" fmla="*/ 557212 h 1890712"/>
              <a:gd name="connsiteX55" fmla="*/ 750094 w 2543175"/>
              <a:gd name="connsiteY55" fmla="*/ 569119 h 1890712"/>
              <a:gd name="connsiteX56" fmla="*/ 769144 w 2543175"/>
              <a:gd name="connsiteY56" fmla="*/ 581025 h 1890712"/>
              <a:gd name="connsiteX57" fmla="*/ 785813 w 2543175"/>
              <a:gd name="connsiteY57" fmla="*/ 590550 h 1890712"/>
              <a:gd name="connsiteX58" fmla="*/ 792957 w 2543175"/>
              <a:gd name="connsiteY58" fmla="*/ 600075 h 1890712"/>
              <a:gd name="connsiteX59" fmla="*/ 809625 w 2543175"/>
              <a:gd name="connsiteY59" fmla="*/ 611981 h 1890712"/>
              <a:gd name="connsiteX60" fmla="*/ 816769 w 2543175"/>
              <a:gd name="connsiteY60" fmla="*/ 619125 h 1890712"/>
              <a:gd name="connsiteX61" fmla="*/ 826294 w 2543175"/>
              <a:gd name="connsiteY61" fmla="*/ 626269 h 1890712"/>
              <a:gd name="connsiteX62" fmla="*/ 840582 w 2543175"/>
              <a:gd name="connsiteY62" fmla="*/ 638175 h 1890712"/>
              <a:gd name="connsiteX63" fmla="*/ 847725 w 2543175"/>
              <a:gd name="connsiteY63" fmla="*/ 645319 h 1890712"/>
              <a:gd name="connsiteX64" fmla="*/ 857250 w 2543175"/>
              <a:gd name="connsiteY64" fmla="*/ 652462 h 1890712"/>
              <a:gd name="connsiteX65" fmla="*/ 864394 w 2543175"/>
              <a:gd name="connsiteY65" fmla="*/ 657225 h 1890712"/>
              <a:gd name="connsiteX66" fmla="*/ 888207 w 2543175"/>
              <a:gd name="connsiteY66" fmla="*/ 676275 h 1890712"/>
              <a:gd name="connsiteX67" fmla="*/ 895350 w 2543175"/>
              <a:gd name="connsiteY67" fmla="*/ 681037 h 1890712"/>
              <a:gd name="connsiteX68" fmla="*/ 907257 w 2543175"/>
              <a:gd name="connsiteY68" fmla="*/ 683419 h 1890712"/>
              <a:gd name="connsiteX69" fmla="*/ 928688 w 2543175"/>
              <a:gd name="connsiteY69" fmla="*/ 695325 h 1890712"/>
              <a:gd name="connsiteX70" fmla="*/ 942975 w 2543175"/>
              <a:gd name="connsiteY70" fmla="*/ 700087 h 1890712"/>
              <a:gd name="connsiteX71" fmla="*/ 964407 w 2543175"/>
              <a:gd name="connsiteY71" fmla="*/ 716756 h 1890712"/>
              <a:gd name="connsiteX72" fmla="*/ 971550 w 2543175"/>
              <a:gd name="connsiteY72" fmla="*/ 723900 h 1890712"/>
              <a:gd name="connsiteX73" fmla="*/ 983457 w 2543175"/>
              <a:gd name="connsiteY73" fmla="*/ 733425 h 1890712"/>
              <a:gd name="connsiteX74" fmla="*/ 990600 w 2543175"/>
              <a:gd name="connsiteY74" fmla="*/ 738187 h 1890712"/>
              <a:gd name="connsiteX75" fmla="*/ 1007269 w 2543175"/>
              <a:gd name="connsiteY75" fmla="*/ 752475 h 1890712"/>
              <a:gd name="connsiteX76" fmla="*/ 1031082 w 2543175"/>
              <a:gd name="connsiteY76" fmla="*/ 766762 h 1890712"/>
              <a:gd name="connsiteX77" fmla="*/ 1042988 w 2543175"/>
              <a:gd name="connsiteY77" fmla="*/ 773906 h 1890712"/>
              <a:gd name="connsiteX78" fmla="*/ 1071563 w 2543175"/>
              <a:gd name="connsiteY78" fmla="*/ 785812 h 1890712"/>
              <a:gd name="connsiteX79" fmla="*/ 1097757 w 2543175"/>
              <a:gd name="connsiteY79" fmla="*/ 807244 h 1890712"/>
              <a:gd name="connsiteX80" fmla="*/ 1104900 w 2543175"/>
              <a:gd name="connsiteY80" fmla="*/ 814387 h 1890712"/>
              <a:gd name="connsiteX81" fmla="*/ 1121569 w 2543175"/>
              <a:gd name="connsiteY81" fmla="*/ 823912 h 1890712"/>
              <a:gd name="connsiteX82" fmla="*/ 1138238 w 2543175"/>
              <a:gd name="connsiteY82" fmla="*/ 835819 h 1890712"/>
              <a:gd name="connsiteX83" fmla="*/ 1147763 w 2543175"/>
              <a:gd name="connsiteY83" fmla="*/ 842962 h 1890712"/>
              <a:gd name="connsiteX84" fmla="*/ 1157288 w 2543175"/>
              <a:gd name="connsiteY84" fmla="*/ 847725 h 1890712"/>
              <a:gd name="connsiteX85" fmla="*/ 1178719 w 2543175"/>
              <a:gd name="connsiteY85" fmla="*/ 859631 h 1890712"/>
              <a:gd name="connsiteX86" fmla="*/ 1188244 w 2543175"/>
              <a:gd name="connsiteY86" fmla="*/ 866775 h 1890712"/>
              <a:gd name="connsiteX87" fmla="*/ 1195388 w 2543175"/>
              <a:gd name="connsiteY87" fmla="*/ 871537 h 1890712"/>
              <a:gd name="connsiteX88" fmla="*/ 1212057 w 2543175"/>
              <a:gd name="connsiteY88" fmla="*/ 883444 h 1890712"/>
              <a:gd name="connsiteX89" fmla="*/ 1226344 w 2543175"/>
              <a:gd name="connsiteY89" fmla="*/ 895350 h 1890712"/>
              <a:gd name="connsiteX90" fmla="*/ 1245394 w 2543175"/>
              <a:gd name="connsiteY90" fmla="*/ 907256 h 1890712"/>
              <a:gd name="connsiteX91" fmla="*/ 1254919 w 2543175"/>
              <a:gd name="connsiteY91" fmla="*/ 914400 h 1890712"/>
              <a:gd name="connsiteX92" fmla="*/ 1269207 w 2543175"/>
              <a:gd name="connsiteY92" fmla="*/ 921544 h 1890712"/>
              <a:gd name="connsiteX93" fmla="*/ 1290638 w 2543175"/>
              <a:gd name="connsiteY93" fmla="*/ 935831 h 1890712"/>
              <a:gd name="connsiteX94" fmla="*/ 1307307 w 2543175"/>
              <a:gd name="connsiteY94" fmla="*/ 952500 h 1890712"/>
              <a:gd name="connsiteX95" fmla="*/ 1333500 w 2543175"/>
              <a:gd name="connsiteY95" fmla="*/ 971550 h 1890712"/>
              <a:gd name="connsiteX96" fmla="*/ 1359694 w 2543175"/>
              <a:gd name="connsiteY96" fmla="*/ 990600 h 1890712"/>
              <a:gd name="connsiteX97" fmla="*/ 1373982 w 2543175"/>
              <a:gd name="connsiteY97" fmla="*/ 997744 h 1890712"/>
              <a:gd name="connsiteX98" fmla="*/ 1388269 w 2543175"/>
              <a:gd name="connsiteY98" fmla="*/ 1007269 h 1890712"/>
              <a:gd name="connsiteX99" fmla="*/ 1414463 w 2543175"/>
              <a:gd name="connsiteY99" fmla="*/ 1019175 h 1890712"/>
              <a:gd name="connsiteX100" fmla="*/ 1428750 w 2543175"/>
              <a:gd name="connsiteY100" fmla="*/ 1026319 h 1890712"/>
              <a:gd name="connsiteX101" fmla="*/ 1471613 w 2543175"/>
              <a:gd name="connsiteY101" fmla="*/ 1059656 h 1890712"/>
              <a:gd name="connsiteX102" fmla="*/ 1495425 w 2543175"/>
              <a:gd name="connsiteY102" fmla="*/ 1088231 h 1890712"/>
              <a:gd name="connsiteX103" fmla="*/ 1547812 w 2543175"/>
              <a:gd name="connsiteY103" fmla="*/ 1133475 h 1890712"/>
              <a:gd name="connsiteX104" fmla="*/ 1597819 w 2543175"/>
              <a:gd name="connsiteY104" fmla="*/ 1154906 h 1890712"/>
              <a:gd name="connsiteX105" fmla="*/ 1604963 w 2543175"/>
              <a:gd name="connsiteY105" fmla="*/ 1162050 h 1890712"/>
              <a:gd name="connsiteX106" fmla="*/ 1612107 w 2543175"/>
              <a:gd name="connsiteY106" fmla="*/ 1166812 h 1890712"/>
              <a:gd name="connsiteX107" fmla="*/ 1628775 w 2543175"/>
              <a:gd name="connsiteY107" fmla="*/ 1183481 h 1890712"/>
              <a:gd name="connsiteX108" fmla="*/ 1662113 w 2543175"/>
              <a:gd name="connsiteY108" fmla="*/ 1209675 h 1890712"/>
              <a:gd name="connsiteX109" fmla="*/ 1678782 w 2543175"/>
              <a:gd name="connsiteY109" fmla="*/ 1226344 h 1890712"/>
              <a:gd name="connsiteX110" fmla="*/ 1700213 w 2543175"/>
              <a:gd name="connsiteY110" fmla="*/ 1247775 h 1890712"/>
              <a:gd name="connsiteX111" fmla="*/ 1712119 w 2543175"/>
              <a:gd name="connsiteY111" fmla="*/ 1259681 h 1890712"/>
              <a:gd name="connsiteX112" fmla="*/ 1733550 w 2543175"/>
              <a:gd name="connsiteY112" fmla="*/ 1273969 h 1890712"/>
              <a:gd name="connsiteX113" fmla="*/ 1743075 w 2543175"/>
              <a:gd name="connsiteY113" fmla="*/ 1283494 h 1890712"/>
              <a:gd name="connsiteX114" fmla="*/ 1754982 w 2543175"/>
              <a:gd name="connsiteY114" fmla="*/ 1290637 h 1890712"/>
              <a:gd name="connsiteX115" fmla="*/ 1766888 w 2543175"/>
              <a:gd name="connsiteY115" fmla="*/ 1300162 h 1890712"/>
              <a:gd name="connsiteX116" fmla="*/ 1783557 w 2543175"/>
              <a:gd name="connsiteY116" fmla="*/ 1307306 h 1890712"/>
              <a:gd name="connsiteX117" fmla="*/ 1790700 w 2543175"/>
              <a:gd name="connsiteY117" fmla="*/ 1312069 h 1890712"/>
              <a:gd name="connsiteX118" fmla="*/ 1800225 w 2543175"/>
              <a:gd name="connsiteY118" fmla="*/ 1319212 h 1890712"/>
              <a:gd name="connsiteX119" fmla="*/ 1807369 w 2543175"/>
              <a:gd name="connsiteY119" fmla="*/ 1321594 h 1890712"/>
              <a:gd name="connsiteX120" fmla="*/ 1824038 w 2543175"/>
              <a:gd name="connsiteY120" fmla="*/ 1333500 h 1890712"/>
              <a:gd name="connsiteX121" fmla="*/ 1843088 w 2543175"/>
              <a:gd name="connsiteY121" fmla="*/ 1352550 h 1890712"/>
              <a:gd name="connsiteX122" fmla="*/ 1852613 w 2543175"/>
              <a:gd name="connsiteY122" fmla="*/ 1359694 h 1890712"/>
              <a:gd name="connsiteX123" fmla="*/ 1859757 w 2543175"/>
              <a:gd name="connsiteY123" fmla="*/ 1366837 h 1890712"/>
              <a:gd name="connsiteX124" fmla="*/ 1869282 w 2543175"/>
              <a:gd name="connsiteY124" fmla="*/ 1371600 h 1890712"/>
              <a:gd name="connsiteX125" fmla="*/ 1883569 w 2543175"/>
              <a:gd name="connsiteY125" fmla="*/ 1388269 h 1890712"/>
              <a:gd name="connsiteX126" fmla="*/ 1893094 w 2543175"/>
              <a:gd name="connsiteY126" fmla="*/ 1395412 h 1890712"/>
              <a:gd name="connsiteX127" fmla="*/ 1902619 w 2543175"/>
              <a:gd name="connsiteY127" fmla="*/ 1404937 h 1890712"/>
              <a:gd name="connsiteX128" fmla="*/ 1912144 w 2543175"/>
              <a:gd name="connsiteY128" fmla="*/ 1409700 h 1890712"/>
              <a:gd name="connsiteX129" fmla="*/ 1931194 w 2543175"/>
              <a:gd name="connsiteY129" fmla="*/ 1421606 h 1890712"/>
              <a:gd name="connsiteX130" fmla="*/ 1935957 w 2543175"/>
              <a:gd name="connsiteY130" fmla="*/ 1428750 h 1890712"/>
              <a:gd name="connsiteX131" fmla="*/ 1952625 w 2543175"/>
              <a:gd name="connsiteY131" fmla="*/ 1438275 h 1890712"/>
              <a:gd name="connsiteX132" fmla="*/ 1971675 w 2543175"/>
              <a:gd name="connsiteY132" fmla="*/ 1450181 h 1890712"/>
              <a:gd name="connsiteX133" fmla="*/ 1981200 w 2543175"/>
              <a:gd name="connsiteY133" fmla="*/ 1454944 h 1890712"/>
              <a:gd name="connsiteX134" fmla="*/ 1997869 w 2543175"/>
              <a:gd name="connsiteY134" fmla="*/ 1471612 h 1890712"/>
              <a:gd name="connsiteX135" fmla="*/ 2007394 w 2543175"/>
              <a:gd name="connsiteY135" fmla="*/ 1478756 h 1890712"/>
              <a:gd name="connsiteX136" fmla="*/ 2016919 w 2543175"/>
              <a:gd name="connsiteY136" fmla="*/ 1483519 h 1890712"/>
              <a:gd name="connsiteX137" fmla="*/ 2024063 w 2543175"/>
              <a:gd name="connsiteY137" fmla="*/ 1490662 h 1890712"/>
              <a:gd name="connsiteX138" fmla="*/ 2033588 w 2543175"/>
              <a:gd name="connsiteY138" fmla="*/ 1495425 h 1890712"/>
              <a:gd name="connsiteX139" fmla="*/ 2040732 w 2543175"/>
              <a:gd name="connsiteY139" fmla="*/ 1502569 h 1890712"/>
              <a:gd name="connsiteX140" fmla="*/ 2047875 w 2543175"/>
              <a:gd name="connsiteY140" fmla="*/ 1507331 h 1890712"/>
              <a:gd name="connsiteX141" fmla="*/ 2057400 w 2543175"/>
              <a:gd name="connsiteY141" fmla="*/ 1514475 h 1890712"/>
              <a:gd name="connsiteX142" fmla="*/ 2064544 w 2543175"/>
              <a:gd name="connsiteY142" fmla="*/ 1519237 h 1890712"/>
              <a:gd name="connsiteX143" fmla="*/ 2071688 w 2543175"/>
              <a:gd name="connsiteY143" fmla="*/ 1526381 h 1890712"/>
              <a:gd name="connsiteX144" fmla="*/ 2081213 w 2543175"/>
              <a:gd name="connsiteY144" fmla="*/ 1531144 h 1890712"/>
              <a:gd name="connsiteX145" fmla="*/ 2090738 w 2543175"/>
              <a:gd name="connsiteY145" fmla="*/ 1538287 h 1890712"/>
              <a:gd name="connsiteX146" fmla="*/ 2109788 w 2543175"/>
              <a:gd name="connsiteY146" fmla="*/ 1547812 h 1890712"/>
              <a:gd name="connsiteX147" fmla="*/ 2131219 w 2543175"/>
              <a:gd name="connsiteY147" fmla="*/ 1562100 h 1890712"/>
              <a:gd name="connsiteX148" fmla="*/ 2140744 w 2543175"/>
              <a:gd name="connsiteY148" fmla="*/ 1566862 h 1890712"/>
              <a:gd name="connsiteX149" fmla="*/ 2152650 w 2543175"/>
              <a:gd name="connsiteY149" fmla="*/ 1576387 h 1890712"/>
              <a:gd name="connsiteX150" fmla="*/ 2181225 w 2543175"/>
              <a:gd name="connsiteY150" fmla="*/ 1590675 h 1890712"/>
              <a:gd name="connsiteX151" fmla="*/ 2200275 w 2543175"/>
              <a:gd name="connsiteY151" fmla="*/ 1607344 h 1890712"/>
              <a:gd name="connsiteX152" fmla="*/ 2207419 w 2543175"/>
              <a:gd name="connsiteY152" fmla="*/ 1612106 h 1890712"/>
              <a:gd name="connsiteX153" fmla="*/ 2216944 w 2543175"/>
              <a:gd name="connsiteY153" fmla="*/ 1619250 h 1890712"/>
              <a:gd name="connsiteX154" fmla="*/ 2224088 w 2543175"/>
              <a:gd name="connsiteY154" fmla="*/ 1624012 h 1890712"/>
              <a:gd name="connsiteX155" fmla="*/ 2247900 w 2543175"/>
              <a:gd name="connsiteY155" fmla="*/ 1643062 h 1890712"/>
              <a:gd name="connsiteX156" fmla="*/ 2255044 w 2543175"/>
              <a:gd name="connsiteY156" fmla="*/ 1650206 h 1890712"/>
              <a:gd name="connsiteX157" fmla="*/ 2281238 w 2543175"/>
              <a:gd name="connsiteY157" fmla="*/ 1664494 h 1890712"/>
              <a:gd name="connsiteX158" fmla="*/ 2297907 w 2543175"/>
              <a:gd name="connsiteY158" fmla="*/ 1674019 h 1890712"/>
              <a:gd name="connsiteX159" fmla="*/ 2312194 w 2543175"/>
              <a:gd name="connsiteY159" fmla="*/ 1685925 h 1890712"/>
              <a:gd name="connsiteX160" fmla="*/ 2328863 w 2543175"/>
              <a:gd name="connsiteY160" fmla="*/ 1697831 h 1890712"/>
              <a:gd name="connsiteX161" fmla="*/ 2350294 w 2543175"/>
              <a:gd name="connsiteY161" fmla="*/ 1712119 h 1890712"/>
              <a:gd name="connsiteX162" fmla="*/ 2369344 w 2543175"/>
              <a:gd name="connsiteY162" fmla="*/ 1724025 h 1890712"/>
              <a:gd name="connsiteX163" fmla="*/ 2428876 w 2543175"/>
              <a:gd name="connsiteY163" fmla="*/ 1785938 h 1890712"/>
              <a:gd name="connsiteX164" fmla="*/ 2466975 w 2543175"/>
              <a:gd name="connsiteY164" fmla="*/ 1783556 h 1890712"/>
              <a:gd name="connsiteX165" fmla="*/ 2481263 w 2543175"/>
              <a:gd name="connsiteY165" fmla="*/ 1795462 h 1890712"/>
              <a:gd name="connsiteX166" fmla="*/ 2486025 w 2543175"/>
              <a:gd name="connsiteY166" fmla="*/ 1802606 h 1890712"/>
              <a:gd name="connsiteX167" fmla="*/ 2514600 w 2543175"/>
              <a:gd name="connsiteY167" fmla="*/ 1850231 h 1890712"/>
              <a:gd name="connsiteX168" fmla="*/ 2519363 w 2543175"/>
              <a:gd name="connsiteY168" fmla="*/ 1857375 h 1890712"/>
              <a:gd name="connsiteX169" fmla="*/ 2540794 w 2543175"/>
              <a:gd name="connsiteY169" fmla="*/ 1883569 h 1890712"/>
              <a:gd name="connsiteX170" fmla="*/ 2543175 w 2543175"/>
              <a:gd name="connsiteY17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54807 w 2543175"/>
              <a:gd name="connsiteY25" fmla="*/ 247650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73982 w 2543175"/>
              <a:gd name="connsiteY96" fmla="*/ 997744 h 1890712"/>
              <a:gd name="connsiteX97" fmla="*/ 1388269 w 2543175"/>
              <a:gd name="connsiteY97" fmla="*/ 1007269 h 1890712"/>
              <a:gd name="connsiteX98" fmla="*/ 1414463 w 2543175"/>
              <a:gd name="connsiteY98" fmla="*/ 1019175 h 1890712"/>
              <a:gd name="connsiteX99" fmla="*/ 1428750 w 2543175"/>
              <a:gd name="connsiteY99" fmla="*/ 1026319 h 1890712"/>
              <a:gd name="connsiteX100" fmla="*/ 1471613 w 2543175"/>
              <a:gd name="connsiteY100" fmla="*/ 1059656 h 1890712"/>
              <a:gd name="connsiteX101" fmla="*/ 1495425 w 2543175"/>
              <a:gd name="connsiteY101" fmla="*/ 1088231 h 1890712"/>
              <a:gd name="connsiteX102" fmla="*/ 1547812 w 2543175"/>
              <a:gd name="connsiteY102" fmla="*/ 1133475 h 1890712"/>
              <a:gd name="connsiteX103" fmla="*/ 1597819 w 2543175"/>
              <a:gd name="connsiteY103" fmla="*/ 1154906 h 1890712"/>
              <a:gd name="connsiteX104" fmla="*/ 1604963 w 2543175"/>
              <a:gd name="connsiteY104" fmla="*/ 1162050 h 1890712"/>
              <a:gd name="connsiteX105" fmla="*/ 1612107 w 2543175"/>
              <a:gd name="connsiteY105" fmla="*/ 1166812 h 1890712"/>
              <a:gd name="connsiteX106" fmla="*/ 1628775 w 2543175"/>
              <a:gd name="connsiteY106" fmla="*/ 1183481 h 1890712"/>
              <a:gd name="connsiteX107" fmla="*/ 1662113 w 2543175"/>
              <a:gd name="connsiteY107" fmla="*/ 1209675 h 1890712"/>
              <a:gd name="connsiteX108" fmla="*/ 1678782 w 2543175"/>
              <a:gd name="connsiteY108" fmla="*/ 1226344 h 1890712"/>
              <a:gd name="connsiteX109" fmla="*/ 1700213 w 2543175"/>
              <a:gd name="connsiteY109" fmla="*/ 1247775 h 1890712"/>
              <a:gd name="connsiteX110" fmla="*/ 1712119 w 2543175"/>
              <a:gd name="connsiteY110" fmla="*/ 1259681 h 1890712"/>
              <a:gd name="connsiteX111" fmla="*/ 1733550 w 2543175"/>
              <a:gd name="connsiteY111" fmla="*/ 1273969 h 1890712"/>
              <a:gd name="connsiteX112" fmla="*/ 1743075 w 2543175"/>
              <a:gd name="connsiteY112" fmla="*/ 1283494 h 1890712"/>
              <a:gd name="connsiteX113" fmla="*/ 1754982 w 2543175"/>
              <a:gd name="connsiteY113" fmla="*/ 1290637 h 1890712"/>
              <a:gd name="connsiteX114" fmla="*/ 1766888 w 2543175"/>
              <a:gd name="connsiteY114" fmla="*/ 1300162 h 1890712"/>
              <a:gd name="connsiteX115" fmla="*/ 1783557 w 2543175"/>
              <a:gd name="connsiteY115" fmla="*/ 1307306 h 1890712"/>
              <a:gd name="connsiteX116" fmla="*/ 1790700 w 2543175"/>
              <a:gd name="connsiteY116" fmla="*/ 1312069 h 1890712"/>
              <a:gd name="connsiteX117" fmla="*/ 1800225 w 2543175"/>
              <a:gd name="connsiteY117" fmla="*/ 1319212 h 1890712"/>
              <a:gd name="connsiteX118" fmla="*/ 1807369 w 2543175"/>
              <a:gd name="connsiteY118" fmla="*/ 1321594 h 1890712"/>
              <a:gd name="connsiteX119" fmla="*/ 1824038 w 2543175"/>
              <a:gd name="connsiteY119" fmla="*/ 1333500 h 1890712"/>
              <a:gd name="connsiteX120" fmla="*/ 1843088 w 2543175"/>
              <a:gd name="connsiteY120" fmla="*/ 1352550 h 1890712"/>
              <a:gd name="connsiteX121" fmla="*/ 1852613 w 2543175"/>
              <a:gd name="connsiteY121" fmla="*/ 1359694 h 1890712"/>
              <a:gd name="connsiteX122" fmla="*/ 1859757 w 2543175"/>
              <a:gd name="connsiteY122" fmla="*/ 1366837 h 1890712"/>
              <a:gd name="connsiteX123" fmla="*/ 1869282 w 2543175"/>
              <a:gd name="connsiteY123" fmla="*/ 1371600 h 1890712"/>
              <a:gd name="connsiteX124" fmla="*/ 1883569 w 2543175"/>
              <a:gd name="connsiteY124" fmla="*/ 1388269 h 1890712"/>
              <a:gd name="connsiteX125" fmla="*/ 1893094 w 2543175"/>
              <a:gd name="connsiteY125" fmla="*/ 1395412 h 1890712"/>
              <a:gd name="connsiteX126" fmla="*/ 1902619 w 2543175"/>
              <a:gd name="connsiteY126" fmla="*/ 1404937 h 1890712"/>
              <a:gd name="connsiteX127" fmla="*/ 1912144 w 2543175"/>
              <a:gd name="connsiteY127" fmla="*/ 1409700 h 1890712"/>
              <a:gd name="connsiteX128" fmla="*/ 1931194 w 2543175"/>
              <a:gd name="connsiteY128" fmla="*/ 1421606 h 1890712"/>
              <a:gd name="connsiteX129" fmla="*/ 1935957 w 2543175"/>
              <a:gd name="connsiteY129" fmla="*/ 1428750 h 1890712"/>
              <a:gd name="connsiteX130" fmla="*/ 1952625 w 2543175"/>
              <a:gd name="connsiteY130" fmla="*/ 1438275 h 1890712"/>
              <a:gd name="connsiteX131" fmla="*/ 1971675 w 2543175"/>
              <a:gd name="connsiteY131" fmla="*/ 1450181 h 1890712"/>
              <a:gd name="connsiteX132" fmla="*/ 1981200 w 2543175"/>
              <a:gd name="connsiteY132" fmla="*/ 1454944 h 1890712"/>
              <a:gd name="connsiteX133" fmla="*/ 1997869 w 2543175"/>
              <a:gd name="connsiteY133" fmla="*/ 1471612 h 1890712"/>
              <a:gd name="connsiteX134" fmla="*/ 2007394 w 2543175"/>
              <a:gd name="connsiteY134" fmla="*/ 1478756 h 1890712"/>
              <a:gd name="connsiteX135" fmla="*/ 2016919 w 2543175"/>
              <a:gd name="connsiteY135" fmla="*/ 1483519 h 1890712"/>
              <a:gd name="connsiteX136" fmla="*/ 2024063 w 2543175"/>
              <a:gd name="connsiteY136" fmla="*/ 1490662 h 1890712"/>
              <a:gd name="connsiteX137" fmla="*/ 2033588 w 2543175"/>
              <a:gd name="connsiteY137" fmla="*/ 1495425 h 1890712"/>
              <a:gd name="connsiteX138" fmla="*/ 2040732 w 2543175"/>
              <a:gd name="connsiteY138" fmla="*/ 1502569 h 1890712"/>
              <a:gd name="connsiteX139" fmla="*/ 2047875 w 2543175"/>
              <a:gd name="connsiteY139" fmla="*/ 1507331 h 1890712"/>
              <a:gd name="connsiteX140" fmla="*/ 2057400 w 2543175"/>
              <a:gd name="connsiteY140" fmla="*/ 1514475 h 1890712"/>
              <a:gd name="connsiteX141" fmla="*/ 2064544 w 2543175"/>
              <a:gd name="connsiteY141" fmla="*/ 1519237 h 1890712"/>
              <a:gd name="connsiteX142" fmla="*/ 2071688 w 2543175"/>
              <a:gd name="connsiteY142" fmla="*/ 1526381 h 1890712"/>
              <a:gd name="connsiteX143" fmla="*/ 2081213 w 2543175"/>
              <a:gd name="connsiteY143" fmla="*/ 1531144 h 1890712"/>
              <a:gd name="connsiteX144" fmla="*/ 2090738 w 2543175"/>
              <a:gd name="connsiteY144" fmla="*/ 1538287 h 1890712"/>
              <a:gd name="connsiteX145" fmla="*/ 2109788 w 2543175"/>
              <a:gd name="connsiteY145" fmla="*/ 1547812 h 1890712"/>
              <a:gd name="connsiteX146" fmla="*/ 2131219 w 2543175"/>
              <a:gd name="connsiteY146" fmla="*/ 1562100 h 1890712"/>
              <a:gd name="connsiteX147" fmla="*/ 2140744 w 2543175"/>
              <a:gd name="connsiteY147" fmla="*/ 1566862 h 1890712"/>
              <a:gd name="connsiteX148" fmla="*/ 2152650 w 2543175"/>
              <a:gd name="connsiteY148" fmla="*/ 1576387 h 1890712"/>
              <a:gd name="connsiteX149" fmla="*/ 2181225 w 2543175"/>
              <a:gd name="connsiteY149" fmla="*/ 1590675 h 1890712"/>
              <a:gd name="connsiteX150" fmla="*/ 2200275 w 2543175"/>
              <a:gd name="connsiteY150" fmla="*/ 1607344 h 1890712"/>
              <a:gd name="connsiteX151" fmla="*/ 2207419 w 2543175"/>
              <a:gd name="connsiteY151" fmla="*/ 1612106 h 1890712"/>
              <a:gd name="connsiteX152" fmla="*/ 2216944 w 2543175"/>
              <a:gd name="connsiteY152" fmla="*/ 1619250 h 1890712"/>
              <a:gd name="connsiteX153" fmla="*/ 2224088 w 2543175"/>
              <a:gd name="connsiteY153" fmla="*/ 1624012 h 1890712"/>
              <a:gd name="connsiteX154" fmla="*/ 2247900 w 2543175"/>
              <a:gd name="connsiteY154" fmla="*/ 1643062 h 1890712"/>
              <a:gd name="connsiteX155" fmla="*/ 2255044 w 2543175"/>
              <a:gd name="connsiteY155" fmla="*/ 1650206 h 1890712"/>
              <a:gd name="connsiteX156" fmla="*/ 2281238 w 2543175"/>
              <a:gd name="connsiteY156" fmla="*/ 1664494 h 1890712"/>
              <a:gd name="connsiteX157" fmla="*/ 2297907 w 2543175"/>
              <a:gd name="connsiteY157" fmla="*/ 1674019 h 1890712"/>
              <a:gd name="connsiteX158" fmla="*/ 2312194 w 2543175"/>
              <a:gd name="connsiteY158" fmla="*/ 1685925 h 1890712"/>
              <a:gd name="connsiteX159" fmla="*/ 2328863 w 2543175"/>
              <a:gd name="connsiteY159" fmla="*/ 1697831 h 1890712"/>
              <a:gd name="connsiteX160" fmla="*/ 2350294 w 2543175"/>
              <a:gd name="connsiteY160" fmla="*/ 1712119 h 1890712"/>
              <a:gd name="connsiteX161" fmla="*/ 2369344 w 2543175"/>
              <a:gd name="connsiteY161" fmla="*/ 1724025 h 1890712"/>
              <a:gd name="connsiteX162" fmla="*/ 2428876 w 2543175"/>
              <a:gd name="connsiteY162" fmla="*/ 1785938 h 1890712"/>
              <a:gd name="connsiteX163" fmla="*/ 2466975 w 2543175"/>
              <a:gd name="connsiteY163" fmla="*/ 1783556 h 1890712"/>
              <a:gd name="connsiteX164" fmla="*/ 2481263 w 2543175"/>
              <a:gd name="connsiteY164" fmla="*/ 1795462 h 1890712"/>
              <a:gd name="connsiteX165" fmla="*/ 2486025 w 2543175"/>
              <a:gd name="connsiteY165" fmla="*/ 1802606 h 1890712"/>
              <a:gd name="connsiteX166" fmla="*/ 2514600 w 2543175"/>
              <a:gd name="connsiteY166" fmla="*/ 1850231 h 1890712"/>
              <a:gd name="connsiteX167" fmla="*/ 2519363 w 2543175"/>
              <a:gd name="connsiteY167" fmla="*/ 1857375 h 1890712"/>
              <a:gd name="connsiteX168" fmla="*/ 2540794 w 2543175"/>
              <a:gd name="connsiteY168" fmla="*/ 1883569 h 1890712"/>
              <a:gd name="connsiteX169" fmla="*/ 2543175 w 2543175"/>
              <a:gd name="connsiteY16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73982 w 2543175"/>
              <a:gd name="connsiteY96" fmla="*/ 997744 h 1890712"/>
              <a:gd name="connsiteX97" fmla="*/ 1388269 w 2543175"/>
              <a:gd name="connsiteY97" fmla="*/ 1007269 h 1890712"/>
              <a:gd name="connsiteX98" fmla="*/ 1414463 w 2543175"/>
              <a:gd name="connsiteY98" fmla="*/ 1019175 h 1890712"/>
              <a:gd name="connsiteX99" fmla="*/ 1428750 w 2543175"/>
              <a:gd name="connsiteY99" fmla="*/ 1026319 h 1890712"/>
              <a:gd name="connsiteX100" fmla="*/ 1471613 w 2543175"/>
              <a:gd name="connsiteY100" fmla="*/ 1059656 h 1890712"/>
              <a:gd name="connsiteX101" fmla="*/ 1495425 w 2543175"/>
              <a:gd name="connsiteY101" fmla="*/ 1088231 h 1890712"/>
              <a:gd name="connsiteX102" fmla="*/ 1547812 w 2543175"/>
              <a:gd name="connsiteY102" fmla="*/ 1133475 h 1890712"/>
              <a:gd name="connsiteX103" fmla="*/ 1597819 w 2543175"/>
              <a:gd name="connsiteY103" fmla="*/ 1154906 h 1890712"/>
              <a:gd name="connsiteX104" fmla="*/ 1604963 w 2543175"/>
              <a:gd name="connsiteY104" fmla="*/ 1162050 h 1890712"/>
              <a:gd name="connsiteX105" fmla="*/ 1612107 w 2543175"/>
              <a:gd name="connsiteY105" fmla="*/ 1166812 h 1890712"/>
              <a:gd name="connsiteX106" fmla="*/ 1628775 w 2543175"/>
              <a:gd name="connsiteY106" fmla="*/ 1183481 h 1890712"/>
              <a:gd name="connsiteX107" fmla="*/ 1662113 w 2543175"/>
              <a:gd name="connsiteY107" fmla="*/ 1209675 h 1890712"/>
              <a:gd name="connsiteX108" fmla="*/ 1678782 w 2543175"/>
              <a:gd name="connsiteY108" fmla="*/ 1226344 h 1890712"/>
              <a:gd name="connsiteX109" fmla="*/ 1700213 w 2543175"/>
              <a:gd name="connsiteY109" fmla="*/ 1247775 h 1890712"/>
              <a:gd name="connsiteX110" fmla="*/ 1712119 w 2543175"/>
              <a:gd name="connsiteY110" fmla="*/ 1259681 h 1890712"/>
              <a:gd name="connsiteX111" fmla="*/ 1733550 w 2543175"/>
              <a:gd name="connsiteY111" fmla="*/ 1273969 h 1890712"/>
              <a:gd name="connsiteX112" fmla="*/ 1743075 w 2543175"/>
              <a:gd name="connsiteY112" fmla="*/ 1283494 h 1890712"/>
              <a:gd name="connsiteX113" fmla="*/ 1754982 w 2543175"/>
              <a:gd name="connsiteY113" fmla="*/ 1290637 h 1890712"/>
              <a:gd name="connsiteX114" fmla="*/ 1766888 w 2543175"/>
              <a:gd name="connsiteY114" fmla="*/ 1300162 h 1890712"/>
              <a:gd name="connsiteX115" fmla="*/ 1783557 w 2543175"/>
              <a:gd name="connsiteY115" fmla="*/ 1307306 h 1890712"/>
              <a:gd name="connsiteX116" fmla="*/ 1790700 w 2543175"/>
              <a:gd name="connsiteY116" fmla="*/ 1312069 h 1890712"/>
              <a:gd name="connsiteX117" fmla="*/ 1800225 w 2543175"/>
              <a:gd name="connsiteY117" fmla="*/ 1319212 h 1890712"/>
              <a:gd name="connsiteX118" fmla="*/ 1807369 w 2543175"/>
              <a:gd name="connsiteY118" fmla="*/ 1321594 h 1890712"/>
              <a:gd name="connsiteX119" fmla="*/ 1824038 w 2543175"/>
              <a:gd name="connsiteY119" fmla="*/ 1333500 h 1890712"/>
              <a:gd name="connsiteX120" fmla="*/ 1843088 w 2543175"/>
              <a:gd name="connsiteY120" fmla="*/ 1352550 h 1890712"/>
              <a:gd name="connsiteX121" fmla="*/ 1852613 w 2543175"/>
              <a:gd name="connsiteY121" fmla="*/ 1359694 h 1890712"/>
              <a:gd name="connsiteX122" fmla="*/ 1859757 w 2543175"/>
              <a:gd name="connsiteY122" fmla="*/ 1366837 h 1890712"/>
              <a:gd name="connsiteX123" fmla="*/ 1869282 w 2543175"/>
              <a:gd name="connsiteY123" fmla="*/ 1371600 h 1890712"/>
              <a:gd name="connsiteX124" fmla="*/ 1883569 w 2543175"/>
              <a:gd name="connsiteY124" fmla="*/ 1388269 h 1890712"/>
              <a:gd name="connsiteX125" fmla="*/ 1893094 w 2543175"/>
              <a:gd name="connsiteY125" fmla="*/ 1395412 h 1890712"/>
              <a:gd name="connsiteX126" fmla="*/ 1902619 w 2543175"/>
              <a:gd name="connsiteY126" fmla="*/ 1404937 h 1890712"/>
              <a:gd name="connsiteX127" fmla="*/ 1912144 w 2543175"/>
              <a:gd name="connsiteY127" fmla="*/ 1409700 h 1890712"/>
              <a:gd name="connsiteX128" fmla="*/ 1931194 w 2543175"/>
              <a:gd name="connsiteY128" fmla="*/ 1421606 h 1890712"/>
              <a:gd name="connsiteX129" fmla="*/ 1935957 w 2543175"/>
              <a:gd name="connsiteY129" fmla="*/ 1428750 h 1890712"/>
              <a:gd name="connsiteX130" fmla="*/ 1952625 w 2543175"/>
              <a:gd name="connsiteY130" fmla="*/ 1438275 h 1890712"/>
              <a:gd name="connsiteX131" fmla="*/ 1971675 w 2543175"/>
              <a:gd name="connsiteY131" fmla="*/ 1450181 h 1890712"/>
              <a:gd name="connsiteX132" fmla="*/ 1981200 w 2543175"/>
              <a:gd name="connsiteY132" fmla="*/ 1454944 h 1890712"/>
              <a:gd name="connsiteX133" fmla="*/ 1997869 w 2543175"/>
              <a:gd name="connsiteY133" fmla="*/ 1471612 h 1890712"/>
              <a:gd name="connsiteX134" fmla="*/ 2007394 w 2543175"/>
              <a:gd name="connsiteY134" fmla="*/ 1478756 h 1890712"/>
              <a:gd name="connsiteX135" fmla="*/ 2016919 w 2543175"/>
              <a:gd name="connsiteY135" fmla="*/ 1483519 h 1890712"/>
              <a:gd name="connsiteX136" fmla="*/ 2024063 w 2543175"/>
              <a:gd name="connsiteY136" fmla="*/ 1490662 h 1890712"/>
              <a:gd name="connsiteX137" fmla="*/ 2033588 w 2543175"/>
              <a:gd name="connsiteY137" fmla="*/ 1495425 h 1890712"/>
              <a:gd name="connsiteX138" fmla="*/ 2040732 w 2543175"/>
              <a:gd name="connsiteY138" fmla="*/ 1502569 h 1890712"/>
              <a:gd name="connsiteX139" fmla="*/ 2047875 w 2543175"/>
              <a:gd name="connsiteY139" fmla="*/ 1507331 h 1890712"/>
              <a:gd name="connsiteX140" fmla="*/ 2057400 w 2543175"/>
              <a:gd name="connsiteY140" fmla="*/ 1514475 h 1890712"/>
              <a:gd name="connsiteX141" fmla="*/ 2064544 w 2543175"/>
              <a:gd name="connsiteY141" fmla="*/ 1519237 h 1890712"/>
              <a:gd name="connsiteX142" fmla="*/ 2071688 w 2543175"/>
              <a:gd name="connsiteY142" fmla="*/ 1526381 h 1890712"/>
              <a:gd name="connsiteX143" fmla="*/ 2081213 w 2543175"/>
              <a:gd name="connsiteY143" fmla="*/ 1531144 h 1890712"/>
              <a:gd name="connsiteX144" fmla="*/ 2090738 w 2543175"/>
              <a:gd name="connsiteY144" fmla="*/ 1538287 h 1890712"/>
              <a:gd name="connsiteX145" fmla="*/ 2109788 w 2543175"/>
              <a:gd name="connsiteY145" fmla="*/ 1547812 h 1890712"/>
              <a:gd name="connsiteX146" fmla="*/ 2131219 w 2543175"/>
              <a:gd name="connsiteY146" fmla="*/ 1562100 h 1890712"/>
              <a:gd name="connsiteX147" fmla="*/ 2140744 w 2543175"/>
              <a:gd name="connsiteY147" fmla="*/ 1566862 h 1890712"/>
              <a:gd name="connsiteX148" fmla="*/ 2152650 w 2543175"/>
              <a:gd name="connsiteY148" fmla="*/ 1576387 h 1890712"/>
              <a:gd name="connsiteX149" fmla="*/ 2181225 w 2543175"/>
              <a:gd name="connsiteY149" fmla="*/ 1590675 h 1890712"/>
              <a:gd name="connsiteX150" fmla="*/ 2200275 w 2543175"/>
              <a:gd name="connsiteY150" fmla="*/ 1607344 h 1890712"/>
              <a:gd name="connsiteX151" fmla="*/ 2207419 w 2543175"/>
              <a:gd name="connsiteY151" fmla="*/ 1612106 h 1890712"/>
              <a:gd name="connsiteX152" fmla="*/ 2216944 w 2543175"/>
              <a:gd name="connsiteY152" fmla="*/ 1619250 h 1890712"/>
              <a:gd name="connsiteX153" fmla="*/ 2224088 w 2543175"/>
              <a:gd name="connsiteY153" fmla="*/ 1624012 h 1890712"/>
              <a:gd name="connsiteX154" fmla="*/ 2247900 w 2543175"/>
              <a:gd name="connsiteY154" fmla="*/ 1643062 h 1890712"/>
              <a:gd name="connsiteX155" fmla="*/ 2255044 w 2543175"/>
              <a:gd name="connsiteY155" fmla="*/ 1650206 h 1890712"/>
              <a:gd name="connsiteX156" fmla="*/ 2281238 w 2543175"/>
              <a:gd name="connsiteY156" fmla="*/ 1664494 h 1890712"/>
              <a:gd name="connsiteX157" fmla="*/ 2297907 w 2543175"/>
              <a:gd name="connsiteY157" fmla="*/ 1674019 h 1890712"/>
              <a:gd name="connsiteX158" fmla="*/ 2312194 w 2543175"/>
              <a:gd name="connsiteY158" fmla="*/ 1685925 h 1890712"/>
              <a:gd name="connsiteX159" fmla="*/ 2328863 w 2543175"/>
              <a:gd name="connsiteY159" fmla="*/ 1697831 h 1890712"/>
              <a:gd name="connsiteX160" fmla="*/ 2350294 w 2543175"/>
              <a:gd name="connsiteY160" fmla="*/ 1712119 h 1890712"/>
              <a:gd name="connsiteX161" fmla="*/ 2369344 w 2543175"/>
              <a:gd name="connsiteY161" fmla="*/ 1724025 h 1890712"/>
              <a:gd name="connsiteX162" fmla="*/ 2428876 w 2543175"/>
              <a:gd name="connsiteY162" fmla="*/ 1785938 h 1890712"/>
              <a:gd name="connsiteX163" fmla="*/ 2466975 w 2543175"/>
              <a:gd name="connsiteY163" fmla="*/ 1783556 h 1890712"/>
              <a:gd name="connsiteX164" fmla="*/ 2481263 w 2543175"/>
              <a:gd name="connsiteY164" fmla="*/ 1795462 h 1890712"/>
              <a:gd name="connsiteX165" fmla="*/ 2486025 w 2543175"/>
              <a:gd name="connsiteY165" fmla="*/ 1802606 h 1890712"/>
              <a:gd name="connsiteX166" fmla="*/ 2514600 w 2543175"/>
              <a:gd name="connsiteY166" fmla="*/ 1850231 h 1890712"/>
              <a:gd name="connsiteX167" fmla="*/ 2519363 w 2543175"/>
              <a:gd name="connsiteY167" fmla="*/ 1857375 h 1890712"/>
              <a:gd name="connsiteX168" fmla="*/ 2540794 w 2543175"/>
              <a:gd name="connsiteY168" fmla="*/ 1883569 h 1890712"/>
              <a:gd name="connsiteX169" fmla="*/ 2543175 w 2543175"/>
              <a:gd name="connsiteY16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73982 w 2543175"/>
              <a:gd name="connsiteY96" fmla="*/ 997744 h 1890712"/>
              <a:gd name="connsiteX97" fmla="*/ 1388269 w 2543175"/>
              <a:gd name="connsiteY97" fmla="*/ 1007269 h 1890712"/>
              <a:gd name="connsiteX98" fmla="*/ 1414463 w 2543175"/>
              <a:gd name="connsiteY98" fmla="*/ 1019175 h 1890712"/>
              <a:gd name="connsiteX99" fmla="*/ 1435894 w 2543175"/>
              <a:gd name="connsiteY99" fmla="*/ 1054894 h 1890712"/>
              <a:gd name="connsiteX100" fmla="*/ 1471613 w 2543175"/>
              <a:gd name="connsiteY100" fmla="*/ 1059656 h 1890712"/>
              <a:gd name="connsiteX101" fmla="*/ 1495425 w 2543175"/>
              <a:gd name="connsiteY101" fmla="*/ 1088231 h 1890712"/>
              <a:gd name="connsiteX102" fmla="*/ 1547812 w 2543175"/>
              <a:gd name="connsiteY102" fmla="*/ 1133475 h 1890712"/>
              <a:gd name="connsiteX103" fmla="*/ 1597819 w 2543175"/>
              <a:gd name="connsiteY103" fmla="*/ 1154906 h 1890712"/>
              <a:gd name="connsiteX104" fmla="*/ 1604963 w 2543175"/>
              <a:gd name="connsiteY104" fmla="*/ 1162050 h 1890712"/>
              <a:gd name="connsiteX105" fmla="*/ 1612107 w 2543175"/>
              <a:gd name="connsiteY105" fmla="*/ 1166812 h 1890712"/>
              <a:gd name="connsiteX106" fmla="*/ 1628775 w 2543175"/>
              <a:gd name="connsiteY106" fmla="*/ 1183481 h 1890712"/>
              <a:gd name="connsiteX107" fmla="*/ 1662113 w 2543175"/>
              <a:gd name="connsiteY107" fmla="*/ 1209675 h 1890712"/>
              <a:gd name="connsiteX108" fmla="*/ 1678782 w 2543175"/>
              <a:gd name="connsiteY108" fmla="*/ 1226344 h 1890712"/>
              <a:gd name="connsiteX109" fmla="*/ 1700213 w 2543175"/>
              <a:gd name="connsiteY109" fmla="*/ 1247775 h 1890712"/>
              <a:gd name="connsiteX110" fmla="*/ 1712119 w 2543175"/>
              <a:gd name="connsiteY110" fmla="*/ 1259681 h 1890712"/>
              <a:gd name="connsiteX111" fmla="*/ 1733550 w 2543175"/>
              <a:gd name="connsiteY111" fmla="*/ 1273969 h 1890712"/>
              <a:gd name="connsiteX112" fmla="*/ 1743075 w 2543175"/>
              <a:gd name="connsiteY112" fmla="*/ 1283494 h 1890712"/>
              <a:gd name="connsiteX113" fmla="*/ 1754982 w 2543175"/>
              <a:gd name="connsiteY113" fmla="*/ 1290637 h 1890712"/>
              <a:gd name="connsiteX114" fmla="*/ 1766888 w 2543175"/>
              <a:gd name="connsiteY114" fmla="*/ 1300162 h 1890712"/>
              <a:gd name="connsiteX115" fmla="*/ 1783557 w 2543175"/>
              <a:gd name="connsiteY115" fmla="*/ 1307306 h 1890712"/>
              <a:gd name="connsiteX116" fmla="*/ 1790700 w 2543175"/>
              <a:gd name="connsiteY116" fmla="*/ 1312069 h 1890712"/>
              <a:gd name="connsiteX117" fmla="*/ 1800225 w 2543175"/>
              <a:gd name="connsiteY117" fmla="*/ 1319212 h 1890712"/>
              <a:gd name="connsiteX118" fmla="*/ 1807369 w 2543175"/>
              <a:gd name="connsiteY118" fmla="*/ 1321594 h 1890712"/>
              <a:gd name="connsiteX119" fmla="*/ 1824038 w 2543175"/>
              <a:gd name="connsiteY119" fmla="*/ 1333500 h 1890712"/>
              <a:gd name="connsiteX120" fmla="*/ 1843088 w 2543175"/>
              <a:gd name="connsiteY120" fmla="*/ 1352550 h 1890712"/>
              <a:gd name="connsiteX121" fmla="*/ 1852613 w 2543175"/>
              <a:gd name="connsiteY121" fmla="*/ 1359694 h 1890712"/>
              <a:gd name="connsiteX122" fmla="*/ 1859757 w 2543175"/>
              <a:gd name="connsiteY122" fmla="*/ 1366837 h 1890712"/>
              <a:gd name="connsiteX123" fmla="*/ 1869282 w 2543175"/>
              <a:gd name="connsiteY123" fmla="*/ 1371600 h 1890712"/>
              <a:gd name="connsiteX124" fmla="*/ 1883569 w 2543175"/>
              <a:gd name="connsiteY124" fmla="*/ 1388269 h 1890712"/>
              <a:gd name="connsiteX125" fmla="*/ 1893094 w 2543175"/>
              <a:gd name="connsiteY125" fmla="*/ 1395412 h 1890712"/>
              <a:gd name="connsiteX126" fmla="*/ 1902619 w 2543175"/>
              <a:gd name="connsiteY126" fmla="*/ 1404937 h 1890712"/>
              <a:gd name="connsiteX127" fmla="*/ 1912144 w 2543175"/>
              <a:gd name="connsiteY127" fmla="*/ 1409700 h 1890712"/>
              <a:gd name="connsiteX128" fmla="*/ 1931194 w 2543175"/>
              <a:gd name="connsiteY128" fmla="*/ 1421606 h 1890712"/>
              <a:gd name="connsiteX129" fmla="*/ 1935957 w 2543175"/>
              <a:gd name="connsiteY129" fmla="*/ 1428750 h 1890712"/>
              <a:gd name="connsiteX130" fmla="*/ 1952625 w 2543175"/>
              <a:gd name="connsiteY130" fmla="*/ 1438275 h 1890712"/>
              <a:gd name="connsiteX131" fmla="*/ 1971675 w 2543175"/>
              <a:gd name="connsiteY131" fmla="*/ 1450181 h 1890712"/>
              <a:gd name="connsiteX132" fmla="*/ 1981200 w 2543175"/>
              <a:gd name="connsiteY132" fmla="*/ 1454944 h 1890712"/>
              <a:gd name="connsiteX133" fmla="*/ 1997869 w 2543175"/>
              <a:gd name="connsiteY133" fmla="*/ 1471612 h 1890712"/>
              <a:gd name="connsiteX134" fmla="*/ 2007394 w 2543175"/>
              <a:gd name="connsiteY134" fmla="*/ 1478756 h 1890712"/>
              <a:gd name="connsiteX135" fmla="*/ 2016919 w 2543175"/>
              <a:gd name="connsiteY135" fmla="*/ 1483519 h 1890712"/>
              <a:gd name="connsiteX136" fmla="*/ 2024063 w 2543175"/>
              <a:gd name="connsiteY136" fmla="*/ 1490662 h 1890712"/>
              <a:gd name="connsiteX137" fmla="*/ 2033588 w 2543175"/>
              <a:gd name="connsiteY137" fmla="*/ 1495425 h 1890712"/>
              <a:gd name="connsiteX138" fmla="*/ 2040732 w 2543175"/>
              <a:gd name="connsiteY138" fmla="*/ 1502569 h 1890712"/>
              <a:gd name="connsiteX139" fmla="*/ 2047875 w 2543175"/>
              <a:gd name="connsiteY139" fmla="*/ 1507331 h 1890712"/>
              <a:gd name="connsiteX140" fmla="*/ 2057400 w 2543175"/>
              <a:gd name="connsiteY140" fmla="*/ 1514475 h 1890712"/>
              <a:gd name="connsiteX141" fmla="*/ 2064544 w 2543175"/>
              <a:gd name="connsiteY141" fmla="*/ 1519237 h 1890712"/>
              <a:gd name="connsiteX142" fmla="*/ 2071688 w 2543175"/>
              <a:gd name="connsiteY142" fmla="*/ 1526381 h 1890712"/>
              <a:gd name="connsiteX143" fmla="*/ 2081213 w 2543175"/>
              <a:gd name="connsiteY143" fmla="*/ 1531144 h 1890712"/>
              <a:gd name="connsiteX144" fmla="*/ 2090738 w 2543175"/>
              <a:gd name="connsiteY144" fmla="*/ 1538287 h 1890712"/>
              <a:gd name="connsiteX145" fmla="*/ 2109788 w 2543175"/>
              <a:gd name="connsiteY145" fmla="*/ 1547812 h 1890712"/>
              <a:gd name="connsiteX146" fmla="*/ 2131219 w 2543175"/>
              <a:gd name="connsiteY146" fmla="*/ 1562100 h 1890712"/>
              <a:gd name="connsiteX147" fmla="*/ 2140744 w 2543175"/>
              <a:gd name="connsiteY147" fmla="*/ 1566862 h 1890712"/>
              <a:gd name="connsiteX148" fmla="*/ 2152650 w 2543175"/>
              <a:gd name="connsiteY148" fmla="*/ 1576387 h 1890712"/>
              <a:gd name="connsiteX149" fmla="*/ 2181225 w 2543175"/>
              <a:gd name="connsiteY149" fmla="*/ 1590675 h 1890712"/>
              <a:gd name="connsiteX150" fmla="*/ 2200275 w 2543175"/>
              <a:gd name="connsiteY150" fmla="*/ 1607344 h 1890712"/>
              <a:gd name="connsiteX151" fmla="*/ 2207419 w 2543175"/>
              <a:gd name="connsiteY151" fmla="*/ 1612106 h 1890712"/>
              <a:gd name="connsiteX152" fmla="*/ 2216944 w 2543175"/>
              <a:gd name="connsiteY152" fmla="*/ 1619250 h 1890712"/>
              <a:gd name="connsiteX153" fmla="*/ 2224088 w 2543175"/>
              <a:gd name="connsiteY153" fmla="*/ 1624012 h 1890712"/>
              <a:gd name="connsiteX154" fmla="*/ 2247900 w 2543175"/>
              <a:gd name="connsiteY154" fmla="*/ 1643062 h 1890712"/>
              <a:gd name="connsiteX155" fmla="*/ 2255044 w 2543175"/>
              <a:gd name="connsiteY155" fmla="*/ 1650206 h 1890712"/>
              <a:gd name="connsiteX156" fmla="*/ 2281238 w 2543175"/>
              <a:gd name="connsiteY156" fmla="*/ 1664494 h 1890712"/>
              <a:gd name="connsiteX157" fmla="*/ 2297907 w 2543175"/>
              <a:gd name="connsiteY157" fmla="*/ 1674019 h 1890712"/>
              <a:gd name="connsiteX158" fmla="*/ 2312194 w 2543175"/>
              <a:gd name="connsiteY158" fmla="*/ 1685925 h 1890712"/>
              <a:gd name="connsiteX159" fmla="*/ 2328863 w 2543175"/>
              <a:gd name="connsiteY159" fmla="*/ 1697831 h 1890712"/>
              <a:gd name="connsiteX160" fmla="*/ 2350294 w 2543175"/>
              <a:gd name="connsiteY160" fmla="*/ 1712119 h 1890712"/>
              <a:gd name="connsiteX161" fmla="*/ 2369344 w 2543175"/>
              <a:gd name="connsiteY161" fmla="*/ 1724025 h 1890712"/>
              <a:gd name="connsiteX162" fmla="*/ 2428876 w 2543175"/>
              <a:gd name="connsiteY162" fmla="*/ 1785938 h 1890712"/>
              <a:gd name="connsiteX163" fmla="*/ 2466975 w 2543175"/>
              <a:gd name="connsiteY163" fmla="*/ 1783556 h 1890712"/>
              <a:gd name="connsiteX164" fmla="*/ 2481263 w 2543175"/>
              <a:gd name="connsiteY164" fmla="*/ 1795462 h 1890712"/>
              <a:gd name="connsiteX165" fmla="*/ 2486025 w 2543175"/>
              <a:gd name="connsiteY165" fmla="*/ 1802606 h 1890712"/>
              <a:gd name="connsiteX166" fmla="*/ 2514600 w 2543175"/>
              <a:gd name="connsiteY166" fmla="*/ 1850231 h 1890712"/>
              <a:gd name="connsiteX167" fmla="*/ 2519363 w 2543175"/>
              <a:gd name="connsiteY167" fmla="*/ 1857375 h 1890712"/>
              <a:gd name="connsiteX168" fmla="*/ 2540794 w 2543175"/>
              <a:gd name="connsiteY168" fmla="*/ 1883569 h 1890712"/>
              <a:gd name="connsiteX169" fmla="*/ 2543175 w 2543175"/>
              <a:gd name="connsiteY16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73982 w 2543175"/>
              <a:gd name="connsiteY96" fmla="*/ 997744 h 1890712"/>
              <a:gd name="connsiteX97" fmla="*/ 1388269 w 2543175"/>
              <a:gd name="connsiteY97" fmla="*/ 1007269 h 1890712"/>
              <a:gd name="connsiteX98" fmla="*/ 1435894 w 2543175"/>
              <a:gd name="connsiteY98" fmla="*/ 1054894 h 1890712"/>
              <a:gd name="connsiteX99" fmla="*/ 1471613 w 2543175"/>
              <a:gd name="connsiteY99" fmla="*/ 1059656 h 1890712"/>
              <a:gd name="connsiteX100" fmla="*/ 1495425 w 2543175"/>
              <a:gd name="connsiteY100" fmla="*/ 1088231 h 1890712"/>
              <a:gd name="connsiteX101" fmla="*/ 1547812 w 2543175"/>
              <a:gd name="connsiteY101" fmla="*/ 1133475 h 1890712"/>
              <a:gd name="connsiteX102" fmla="*/ 1597819 w 2543175"/>
              <a:gd name="connsiteY102" fmla="*/ 1154906 h 1890712"/>
              <a:gd name="connsiteX103" fmla="*/ 1604963 w 2543175"/>
              <a:gd name="connsiteY103" fmla="*/ 1162050 h 1890712"/>
              <a:gd name="connsiteX104" fmla="*/ 1612107 w 2543175"/>
              <a:gd name="connsiteY104" fmla="*/ 1166812 h 1890712"/>
              <a:gd name="connsiteX105" fmla="*/ 1628775 w 2543175"/>
              <a:gd name="connsiteY105" fmla="*/ 1183481 h 1890712"/>
              <a:gd name="connsiteX106" fmla="*/ 1662113 w 2543175"/>
              <a:gd name="connsiteY106" fmla="*/ 1209675 h 1890712"/>
              <a:gd name="connsiteX107" fmla="*/ 1678782 w 2543175"/>
              <a:gd name="connsiteY107" fmla="*/ 1226344 h 1890712"/>
              <a:gd name="connsiteX108" fmla="*/ 1700213 w 2543175"/>
              <a:gd name="connsiteY108" fmla="*/ 1247775 h 1890712"/>
              <a:gd name="connsiteX109" fmla="*/ 1712119 w 2543175"/>
              <a:gd name="connsiteY109" fmla="*/ 1259681 h 1890712"/>
              <a:gd name="connsiteX110" fmla="*/ 1733550 w 2543175"/>
              <a:gd name="connsiteY110" fmla="*/ 1273969 h 1890712"/>
              <a:gd name="connsiteX111" fmla="*/ 1743075 w 2543175"/>
              <a:gd name="connsiteY111" fmla="*/ 1283494 h 1890712"/>
              <a:gd name="connsiteX112" fmla="*/ 1754982 w 2543175"/>
              <a:gd name="connsiteY112" fmla="*/ 1290637 h 1890712"/>
              <a:gd name="connsiteX113" fmla="*/ 1766888 w 2543175"/>
              <a:gd name="connsiteY113" fmla="*/ 1300162 h 1890712"/>
              <a:gd name="connsiteX114" fmla="*/ 1783557 w 2543175"/>
              <a:gd name="connsiteY114" fmla="*/ 1307306 h 1890712"/>
              <a:gd name="connsiteX115" fmla="*/ 1790700 w 2543175"/>
              <a:gd name="connsiteY115" fmla="*/ 1312069 h 1890712"/>
              <a:gd name="connsiteX116" fmla="*/ 1800225 w 2543175"/>
              <a:gd name="connsiteY116" fmla="*/ 1319212 h 1890712"/>
              <a:gd name="connsiteX117" fmla="*/ 1807369 w 2543175"/>
              <a:gd name="connsiteY117" fmla="*/ 1321594 h 1890712"/>
              <a:gd name="connsiteX118" fmla="*/ 1824038 w 2543175"/>
              <a:gd name="connsiteY118" fmla="*/ 1333500 h 1890712"/>
              <a:gd name="connsiteX119" fmla="*/ 1843088 w 2543175"/>
              <a:gd name="connsiteY119" fmla="*/ 1352550 h 1890712"/>
              <a:gd name="connsiteX120" fmla="*/ 1852613 w 2543175"/>
              <a:gd name="connsiteY120" fmla="*/ 1359694 h 1890712"/>
              <a:gd name="connsiteX121" fmla="*/ 1859757 w 2543175"/>
              <a:gd name="connsiteY121" fmla="*/ 1366837 h 1890712"/>
              <a:gd name="connsiteX122" fmla="*/ 1869282 w 2543175"/>
              <a:gd name="connsiteY122" fmla="*/ 1371600 h 1890712"/>
              <a:gd name="connsiteX123" fmla="*/ 1883569 w 2543175"/>
              <a:gd name="connsiteY123" fmla="*/ 1388269 h 1890712"/>
              <a:gd name="connsiteX124" fmla="*/ 1893094 w 2543175"/>
              <a:gd name="connsiteY124" fmla="*/ 1395412 h 1890712"/>
              <a:gd name="connsiteX125" fmla="*/ 1902619 w 2543175"/>
              <a:gd name="connsiteY125" fmla="*/ 1404937 h 1890712"/>
              <a:gd name="connsiteX126" fmla="*/ 1912144 w 2543175"/>
              <a:gd name="connsiteY126" fmla="*/ 1409700 h 1890712"/>
              <a:gd name="connsiteX127" fmla="*/ 1931194 w 2543175"/>
              <a:gd name="connsiteY127" fmla="*/ 1421606 h 1890712"/>
              <a:gd name="connsiteX128" fmla="*/ 1935957 w 2543175"/>
              <a:gd name="connsiteY128" fmla="*/ 1428750 h 1890712"/>
              <a:gd name="connsiteX129" fmla="*/ 1952625 w 2543175"/>
              <a:gd name="connsiteY129" fmla="*/ 1438275 h 1890712"/>
              <a:gd name="connsiteX130" fmla="*/ 1971675 w 2543175"/>
              <a:gd name="connsiteY130" fmla="*/ 1450181 h 1890712"/>
              <a:gd name="connsiteX131" fmla="*/ 1981200 w 2543175"/>
              <a:gd name="connsiteY131" fmla="*/ 1454944 h 1890712"/>
              <a:gd name="connsiteX132" fmla="*/ 1997869 w 2543175"/>
              <a:gd name="connsiteY132" fmla="*/ 1471612 h 1890712"/>
              <a:gd name="connsiteX133" fmla="*/ 2007394 w 2543175"/>
              <a:gd name="connsiteY133" fmla="*/ 1478756 h 1890712"/>
              <a:gd name="connsiteX134" fmla="*/ 2016919 w 2543175"/>
              <a:gd name="connsiteY134" fmla="*/ 1483519 h 1890712"/>
              <a:gd name="connsiteX135" fmla="*/ 2024063 w 2543175"/>
              <a:gd name="connsiteY135" fmla="*/ 1490662 h 1890712"/>
              <a:gd name="connsiteX136" fmla="*/ 2033588 w 2543175"/>
              <a:gd name="connsiteY136" fmla="*/ 1495425 h 1890712"/>
              <a:gd name="connsiteX137" fmla="*/ 2040732 w 2543175"/>
              <a:gd name="connsiteY137" fmla="*/ 1502569 h 1890712"/>
              <a:gd name="connsiteX138" fmla="*/ 2047875 w 2543175"/>
              <a:gd name="connsiteY138" fmla="*/ 1507331 h 1890712"/>
              <a:gd name="connsiteX139" fmla="*/ 2057400 w 2543175"/>
              <a:gd name="connsiteY139" fmla="*/ 1514475 h 1890712"/>
              <a:gd name="connsiteX140" fmla="*/ 2064544 w 2543175"/>
              <a:gd name="connsiteY140" fmla="*/ 1519237 h 1890712"/>
              <a:gd name="connsiteX141" fmla="*/ 2071688 w 2543175"/>
              <a:gd name="connsiteY141" fmla="*/ 1526381 h 1890712"/>
              <a:gd name="connsiteX142" fmla="*/ 2081213 w 2543175"/>
              <a:gd name="connsiteY142" fmla="*/ 1531144 h 1890712"/>
              <a:gd name="connsiteX143" fmla="*/ 2090738 w 2543175"/>
              <a:gd name="connsiteY143" fmla="*/ 1538287 h 1890712"/>
              <a:gd name="connsiteX144" fmla="*/ 2109788 w 2543175"/>
              <a:gd name="connsiteY144" fmla="*/ 1547812 h 1890712"/>
              <a:gd name="connsiteX145" fmla="*/ 2131219 w 2543175"/>
              <a:gd name="connsiteY145" fmla="*/ 1562100 h 1890712"/>
              <a:gd name="connsiteX146" fmla="*/ 2140744 w 2543175"/>
              <a:gd name="connsiteY146" fmla="*/ 1566862 h 1890712"/>
              <a:gd name="connsiteX147" fmla="*/ 2152650 w 2543175"/>
              <a:gd name="connsiteY147" fmla="*/ 1576387 h 1890712"/>
              <a:gd name="connsiteX148" fmla="*/ 2181225 w 2543175"/>
              <a:gd name="connsiteY148" fmla="*/ 1590675 h 1890712"/>
              <a:gd name="connsiteX149" fmla="*/ 2200275 w 2543175"/>
              <a:gd name="connsiteY149" fmla="*/ 1607344 h 1890712"/>
              <a:gd name="connsiteX150" fmla="*/ 2207419 w 2543175"/>
              <a:gd name="connsiteY150" fmla="*/ 1612106 h 1890712"/>
              <a:gd name="connsiteX151" fmla="*/ 2216944 w 2543175"/>
              <a:gd name="connsiteY151" fmla="*/ 1619250 h 1890712"/>
              <a:gd name="connsiteX152" fmla="*/ 2224088 w 2543175"/>
              <a:gd name="connsiteY152" fmla="*/ 1624012 h 1890712"/>
              <a:gd name="connsiteX153" fmla="*/ 2247900 w 2543175"/>
              <a:gd name="connsiteY153" fmla="*/ 1643062 h 1890712"/>
              <a:gd name="connsiteX154" fmla="*/ 2255044 w 2543175"/>
              <a:gd name="connsiteY154" fmla="*/ 1650206 h 1890712"/>
              <a:gd name="connsiteX155" fmla="*/ 2281238 w 2543175"/>
              <a:gd name="connsiteY155" fmla="*/ 1664494 h 1890712"/>
              <a:gd name="connsiteX156" fmla="*/ 2297907 w 2543175"/>
              <a:gd name="connsiteY156" fmla="*/ 1674019 h 1890712"/>
              <a:gd name="connsiteX157" fmla="*/ 2312194 w 2543175"/>
              <a:gd name="connsiteY157" fmla="*/ 1685925 h 1890712"/>
              <a:gd name="connsiteX158" fmla="*/ 2328863 w 2543175"/>
              <a:gd name="connsiteY158" fmla="*/ 1697831 h 1890712"/>
              <a:gd name="connsiteX159" fmla="*/ 2350294 w 2543175"/>
              <a:gd name="connsiteY159" fmla="*/ 1712119 h 1890712"/>
              <a:gd name="connsiteX160" fmla="*/ 2369344 w 2543175"/>
              <a:gd name="connsiteY160" fmla="*/ 1724025 h 1890712"/>
              <a:gd name="connsiteX161" fmla="*/ 2428876 w 2543175"/>
              <a:gd name="connsiteY161" fmla="*/ 1785938 h 1890712"/>
              <a:gd name="connsiteX162" fmla="*/ 2466975 w 2543175"/>
              <a:gd name="connsiteY162" fmla="*/ 1783556 h 1890712"/>
              <a:gd name="connsiteX163" fmla="*/ 2481263 w 2543175"/>
              <a:gd name="connsiteY163" fmla="*/ 1795462 h 1890712"/>
              <a:gd name="connsiteX164" fmla="*/ 2486025 w 2543175"/>
              <a:gd name="connsiteY164" fmla="*/ 1802606 h 1890712"/>
              <a:gd name="connsiteX165" fmla="*/ 2514600 w 2543175"/>
              <a:gd name="connsiteY165" fmla="*/ 1850231 h 1890712"/>
              <a:gd name="connsiteX166" fmla="*/ 2519363 w 2543175"/>
              <a:gd name="connsiteY166" fmla="*/ 1857375 h 1890712"/>
              <a:gd name="connsiteX167" fmla="*/ 2540794 w 2543175"/>
              <a:gd name="connsiteY167" fmla="*/ 1883569 h 1890712"/>
              <a:gd name="connsiteX168" fmla="*/ 2543175 w 2543175"/>
              <a:gd name="connsiteY168"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73982 w 2543175"/>
              <a:gd name="connsiteY96" fmla="*/ 997744 h 1890712"/>
              <a:gd name="connsiteX97" fmla="*/ 1435894 w 2543175"/>
              <a:gd name="connsiteY97" fmla="*/ 1054894 h 1890712"/>
              <a:gd name="connsiteX98" fmla="*/ 1471613 w 2543175"/>
              <a:gd name="connsiteY98" fmla="*/ 1059656 h 1890712"/>
              <a:gd name="connsiteX99" fmla="*/ 1495425 w 2543175"/>
              <a:gd name="connsiteY99" fmla="*/ 1088231 h 1890712"/>
              <a:gd name="connsiteX100" fmla="*/ 1547812 w 2543175"/>
              <a:gd name="connsiteY100" fmla="*/ 1133475 h 1890712"/>
              <a:gd name="connsiteX101" fmla="*/ 1597819 w 2543175"/>
              <a:gd name="connsiteY101" fmla="*/ 1154906 h 1890712"/>
              <a:gd name="connsiteX102" fmla="*/ 1604963 w 2543175"/>
              <a:gd name="connsiteY102" fmla="*/ 1162050 h 1890712"/>
              <a:gd name="connsiteX103" fmla="*/ 1612107 w 2543175"/>
              <a:gd name="connsiteY103" fmla="*/ 1166812 h 1890712"/>
              <a:gd name="connsiteX104" fmla="*/ 1628775 w 2543175"/>
              <a:gd name="connsiteY104" fmla="*/ 1183481 h 1890712"/>
              <a:gd name="connsiteX105" fmla="*/ 1662113 w 2543175"/>
              <a:gd name="connsiteY105" fmla="*/ 1209675 h 1890712"/>
              <a:gd name="connsiteX106" fmla="*/ 1678782 w 2543175"/>
              <a:gd name="connsiteY106" fmla="*/ 1226344 h 1890712"/>
              <a:gd name="connsiteX107" fmla="*/ 1700213 w 2543175"/>
              <a:gd name="connsiteY107" fmla="*/ 1247775 h 1890712"/>
              <a:gd name="connsiteX108" fmla="*/ 1712119 w 2543175"/>
              <a:gd name="connsiteY108" fmla="*/ 1259681 h 1890712"/>
              <a:gd name="connsiteX109" fmla="*/ 1733550 w 2543175"/>
              <a:gd name="connsiteY109" fmla="*/ 1273969 h 1890712"/>
              <a:gd name="connsiteX110" fmla="*/ 1743075 w 2543175"/>
              <a:gd name="connsiteY110" fmla="*/ 1283494 h 1890712"/>
              <a:gd name="connsiteX111" fmla="*/ 1754982 w 2543175"/>
              <a:gd name="connsiteY111" fmla="*/ 1290637 h 1890712"/>
              <a:gd name="connsiteX112" fmla="*/ 1766888 w 2543175"/>
              <a:gd name="connsiteY112" fmla="*/ 1300162 h 1890712"/>
              <a:gd name="connsiteX113" fmla="*/ 1783557 w 2543175"/>
              <a:gd name="connsiteY113" fmla="*/ 1307306 h 1890712"/>
              <a:gd name="connsiteX114" fmla="*/ 1790700 w 2543175"/>
              <a:gd name="connsiteY114" fmla="*/ 1312069 h 1890712"/>
              <a:gd name="connsiteX115" fmla="*/ 1800225 w 2543175"/>
              <a:gd name="connsiteY115" fmla="*/ 1319212 h 1890712"/>
              <a:gd name="connsiteX116" fmla="*/ 1807369 w 2543175"/>
              <a:gd name="connsiteY116" fmla="*/ 1321594 h 1890712"/>
              <a:gd name="connsiteX117" fmla="*/ 1824038 w 2543175"/>
              <a:gd name="connsiteY117" fmla="*/ 1333500 h 1890712"/>
              <a:gd name="connsiteX118" fmla="*/ 1843088 w 2543175"/>
              <a:gd name="connsiteY118" fmla="*/ 1352550 h 1890712"/>
              <a:gd name="connsiteX119" fmla="*/ 1852613 w 2543175"/>
              <a:gd name="connsiteY119" fmla="*/ 1359694 h 1890712"/>
              <a:gd name="connsiteX120" fmla="*/ 1859757 w 2543175"/>
              <a:gd name="connsiteY120" fmla="*/ 1366837 h 1890712"/>
              <a:gd name="connsiteX121" fmla="*/ 1869282 w 2543175"/>
              <a:gd name="connsiteY121" fmla="*/ 1371600 h 1890712"/>
              <a:gd name="connsiteX122" fmla="*/ 1883569 w 2543175"/>
              <a:gd name="connsiteY122" fmla="*/ 1388269 h 1890712"/>
              <a:gd name="connsiteX123" fmla="*/ 1893094 w 2543175"/>
              <a:gd name="connsiteY123" fmla="*/ 1395412 h 1890712"/>
              <a:gd name="connsiteX124" fmla="*/ 1902619 w 2543175"/>
              <a:gd name="connsiteY124" fmla="*/ 1404937 h 1890712"/>
              <a:gd name="connsiteX125" fmla="*/ 1912144 w 2543175"/>
              <a:gd name="connsiteY125" fmla="*/ 1409700 h 1890712"/>
              <a:gd name="connsiteX126" fmla="*/ 1931194 w 2543175"/>
              <a:gd name="connsiteY126" fmla="*/ 1421606 h 1890712"/>
              <a:gd name="connsiteX127" fmla="*/ 1935957 w 2543175"/>
              <a:gd name="connsiteY127" fmla="*/ 1428750 h 1890712"/>
              <a:gd name="connsiteX128" fmla="*/ 1952625 w 2543175"/>
              <a:gd name="connsiteY128" fmla="*/ 1438275 h 1890712"/>
              <a:gd name="connsiteX129" fmla="*/ 1971675 w 2543175"/>
              <a:gd name="connsiteY129" fmla="*/ 1450181 h 1890712"/>
              <a:gd name="connsiteX130" fmla="*/ 1981200 w 2543175"/>
              <a:gd name="connsiteY130" fmla="*/ 1454944 h 1890712"/>
              <a:gd name="connsiteX131" fmla="*/ 1997869 w 2543175"/>
              <a:gd name="connsiteY131" fmla="*/ 1471612 h 1890712"/>
              <a:gd name="connsiteX132" fmla="*/ 2007394 w 2543175"/>
              <a:gd name="connsiteY132" fmla="*/ 1478756 h 1890712"/>
              <a:gd name="connsiteX133" fmla="*/ 2016919 w 2543175"/>
              <a:gd name="connsiteY133" fmla="*/ 1483519 h 1890712"/>
              <a:gd name="connsiteX134" fmla="*/ 2024063 w 2543175"/>
              <a:gd name="connsiteY134" fmla="*/ 1490662 h 1890712"/>
              <a:gd name="connsiteX135" fmla="*/ 2033588 w 2543175"/>
              <a:gd name="connsiteY135" fmla="*/ 1495425 h 1890712"/>
              <a:gd name="connsiteX136" fmla="*/ 2040732 w 2543175"/>
              <a:gd name="connsiteY136" fmla="*/ 1502569 h 1890712"/>
              <a:gd name="connsiteX137" fmla="*/ 2047875 w 2543175"/>
              <a:gd name="connsiteY137" fmla="*/ 1507331 h 1890712"/>
              <a:gd name="connsiteX138" fmla="*/ 2057400 w 2543175"/>
              <a:gd name="connsiteY138" fmla="*/ 1514475 h 1890712"/>
              <a:gd name="connsiteX139" fmla="*/ 2064544 w 2543175"/>
              <a:gd name="connsiteY139" fmla="*/ 1519237 h 1890712"/>
              <a:gd name="connsiteX140" fmla="*/ 2071688 w 2543175"/>
              <a:gd name="connsiteY140" fmla="*/ 1526381 h 1890712"/>
              <a:gd name="connsiteX141" fmla="*/ 2081213 w 2543175"/>
              <a:gd name="connsiteY141" fmla="*/ 1531144 h 1890712"/>
              <a:gd name="connsiteX142" fmla="*/ 2090738 w 2543175"/>
              <a:gd name="connsiteY142" fmla="*/ 1538287 h 1890712"/>
              <a:gd name="connsiteX143" fmla="*/ 2109788 w 2543175"/>
              <a:gd name="connsiteY143" fmla="*/ 1547812 h 1890712"/>
              <a:gd name="connsiteX144" fmla="*/ 2131219 w 2543175"/>
              <a:gd name="connsiteY144" fmla="*/ 1562100 h 1890712"/>
              <a:gd name="connsiteX145" fmla="*/ 2140744 w 2543175"/>
              <a:gd name="connsiteY145" fmla="*/ 1566862 h 1890712"/>
              <a:gd name="connsiteX146" fmla="*/ 2152650 w 2543175"/>
              <a:gd name="connsiteY146" fmla="*/ 1576387 h 1890712"/>
              <a:gd name="connsiteX147" fmla="*/ 2181225 w 2543175"/>
              <a:gd name="connsiteY147" fmla="*/ 1590675 h 1890712"/>
              <a:gd name="connsiteX148" fmla="*/ 2200275 w 2543175"/>
              <a:gd name="connsiteY148" fmla="*/ 1607344 h 1890712"/>
              <a:gd name="connsiteX149" fmla="*/ 2207419 w 2543175"/>
              <a:gd name="connsiteY149" fmla="*/ 1612106 h 1890712"/>
              <a:gd name="connsiteX150" fmla="*/ 2216944 w 2543175"/>
              <a:gd name="connsiteY150" fmla="*/ 1619250 h 1890712"/>
              <a:gd name="connsiteX151" fmla="*/ 2224088 w 2543175"/>
              <a:gd name="connsiteY151" fmla="*/ 1624012 h 1890712"/>
              <a:gd name="connsiteX152" fmla="*/ 2247900 w 2543175"/>
              <a:gd name="connsiteY152" fmla="*/ 1643062 h 1890712"/>
              <a:gd name="connsiteX153" fmla="*/ 2255044 w 2543175"/>
              <a:gd name="connsiteY153" fmla="*/ 1650206 h 1890712"/>
              <a:gd name="connsiteX154" fmla="*/ 2281238 w 2543175"/>
              <a:gd name="connsiteY154" fmla="*/ 1664494 h 1890712"/>
              <a:gd name="connsiteX155" fmla="*/ 2297907 w 2543175"/>
              <a:gd name="connsiteY155" fmla="*/ 1674019 h 1890712"/>
              <a:gd name="connsiteX156" fmla="*/ 2312194 w 2543175"/>
              <a:gd name="connsiteY156" fmla="*/ 1685925 h 1890712"/>
              <a:gd name="connsiteX157" fmla="*/ 2328863 w 2543175"/>
              <a:gd name="connsiteY157" fmla="*/ 1697831 h 1890712"/>
              <a:gd name="connsiteX158" fmla="*/ 2350294 w 2543175"/>
              <a:gd name="connsiteY158" fmla="*/ 1712119 h 1890712"/>
              <a:gd name="connsiteX159" fmla="*/ 2369344 w 2543175"/>
              <a:gd name="connsiteY159" fmla="*/ 1724025 h 1890712"/>
              <a:gd name="connsiteX160" fmla="*/ 2428876 w 2543175"/>
              <a:gd name="connsiteY160" fmla="*/ 1785938 h 1890712"/>
              <a:gd name="connsiteX161" fmla="*/ 2466975 w 2543175"/>
              <a:gd name="connsiteY161" fmla="*/ 1783556 h 1890712"/>
              <a:gd name="connsiteX162" fmla="*/ 2481263 w 2543175"/>
              <a:gd name="connsiteY162" fmla="*/ 1795462 h 1890712"/>
              <a:gd name="connsiteX163" fmla="*/ 2486025 w 2543175"/>
              <a:gd name="connsiteY163" fmla="*/ 1802606 h 1890712"/>
              <a:gd name="connsiteX164" fmla="*/ 2514600 w 2543175"/>
              <a:gd name="connsiteY164" fmla="*/ 1850231 h 1890712"/>
              <a:gd name="connsiteX165" fmla="*/ 2519363 w 2543175"/>
              <a:gd name="connsiteY165" fmla="*/ 1857375 h 1890712"/>
              <a:gd name="connsiteX166" fmla="*/ 2540794 w 2543175"/>
              <a:gd name="connsiteY166" fmla="*/ 1883569 h 1890712"/>
              <a:gd name="connsiteX167" fmla="*/ 2543175 w 2543175"/>
              <a:gd name="connsiteY167"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71613 w 2543175"/>
              <a:gd name="connsiteY98" fmla="*/ 1059656 h 1890712"/>
              <a:gd name="connsiteX99" fmla="*/ 1495425 w 2543175"/>
              <a:gd name="connsiteY99" fmla="*/ 1088231 h 1890712"/>
              <a:gd name="connsiteX100" fmla="*/ 1547812 w 2543175"/>
              <a:gd name="connsiteY100" fmla="*/ 1133475 h 1890712"/>
              <a:gd name="connsiteX101" fmla="*/ 1597819 w 2543175"/>
              <a:gd name="connsiteY101" fmla="*/ 1154906 h 1890712"/>
              <a:gd name="connsiteX102" fmla="*/ 1604963 w 2543175"/>
              <a:gd name="connsiteY102" fmla="*/ 1162050 h 1890712"/>
              <a:gd name="connsiteX103" fmla="*/ 1612107 w 2543175"/>
              <a:gd name="connsiteY103" fmla="*/ 1166812 h 1890712"/>
              <a:gd name="connsiteX104" fmla="*/ 1628775 w 2543175"/>
              <a:gd name="connsiteY104" fmla="*/ 1183481 h 1890712"/>
              <a:gd name="connsiteX105" fmla="*/ 1662113 w 2543175"/>
              <a:gd name="connsiteY105" fmla="*/ 1209675 h 1890712"/>
              <a:gd name="connsiteX106" fmla="*/ 1678782 w 2543175"/>
              <a:gd name="connsiteY106" fmla="*/ 1226344 h 1890712"/>
              <a:gd name="connsiteX107" fmla="*/ 1700213 w 2543175"/>
              <a:gd name="connsiteY107" fmla="*/ 1247775 h 1890712"/>
              <a:gd name="connsiteX108" fmla="*/ 1712119 w 2543175"/>
              <a:gd name="connsiteY108" fmla="*/ 1259681 h 1890712"/>
              <a:gd name="connsiteX109" fmla="*/ 1733550 w 2543175"/>
              <a:gd name="connsiteY109" fmla="*/ 1273969 h 1890712"/>
              <a:gd name="connsiteX110" fmla="*/ 1743075 w 2543175"/>
              <a:gd name="connsiteY110" fmla="*/ 1283494 h 1890712"/>
              <a:gd name="connsiteX111" fmla="*/ 1754982 w 2543175"/>
              <a:gd name="connsiteY111" fmla="*/ 1290637 h 1890712"/>
              <a:gd name="connsiteX112" fmla="*/ 1766888 w 2543175"/>
              <a:gd name="connsiteY112" fmla="*/ 1300162 h 1890712"/>
              <a:gd name="connsiteX113" fmla="*/ 1783557 w 2543175"/>
              <a:gd name="connsiteY113" fmla="*/ 1307306 h 1890712"/>
              <a:gd name="connsiteX114" fmla="*/ 1790700 w 2543175"/>
              <a:gd name="connsiteY114" fmla="*/ 1312069 h 1890712"/>
              <a:gd name="connsiteX115" fmla="*/ 1800225 w 2543175"/>
              <a:gd name="connsiteY115" fmla="*/ 1319212 h 1890712"/>
              <a:gd name="connsiteX116" fmla="*/ 1807369 w 2543175"/>
              <a:gd name="connsiteY116" fmla="*/ 1321594 h 1890712"/>
              <a:gd name="connsiteX117" fmla="*/ 1824038 w 2543175"/>
              <a:gd name="connsiteY117" fmla="*/ 1333500 h 1890712"/>
              <a:gd name="connsiteX118" fmla="*/ 1843088 w 2543175"/>
              <a:gd name="connsiteY118" fmla="*/ 1352550 h 1890712"/>
              <a:gd name="connsiteX119" fmla="*/ 1852613 w 2543175"/>
              <a:gd name="connsiteY119" fmla="*/ 1359694 h 1890712"/>
              <a:gd name="connsiteX120" fmla="*/ 1859757 w 2543175"/>
              <a:gd name="connsiteY120" fmla="*/ 1366837 h 1890712"/>
              <a:gd name="connsiteX121" fmla="*/ 1869282 w 2543175"/>
              <a:gd name="connsiteY121" fmla="*/ 1371600 h 1890712"/>
              <a:gd name="connsiteX122" fmla="*/ 1883569 w 2543175"/>
              <a:gd name="connsiteY122" fmla="*/ 1388269 h 1890712"/>
              <a:gd name="connsiteX123" fmla="*/ 1893094 w 2543175"/>
              <a:gd name="connsiteY123" fmla="*/ 1395412 h 1890712"/>
              <a:gd name="connsiteX124" fmla="*/ 1902619 w 2543175"/>
              <a:gd name="connsiteY124" fmla="*/ 1404937 h 1890712"/>
              <a:gd name="connsiteX125" fmla="*/ 1912144 w 2543175"/>
              <a:gd name="connsiteY125" fmla="*/ 1409700 h 1890712"/>
              <a:gd name="connsiteX126" fmla="*/ 1931194 w 2543175"/>
              <a:gd name="connsiteY126" fmla="*/ 1421606 h 1890712"/>
              <a:gd name="connsiteX127" fmla="*/ 1935957 w 2543175"/>
              <a:gd name="connsiteY127" fmla="*/ 1428750 h 1890712"/>
              <a:gd name="connsiteX128" fmla="*/ 1952625 w 2543175"/>
              <a:gd name="connsiteY128" fmla="*/ 1438275 h 1890712"/>
              <a:gd name="connsiteX129" fmla="*/ 1971675 w 2543175"/>
              <a:gd name="connsiteY129" fmla="*/ 1450181 h 1890712"/>
              <a:gd name="connsiteX130" fmla="*/ 1981200 w 2543175"/>
              <a:gd name="connsiteY130" fmla="*/ 1454944 h 1890712"/>
              <a:gd name="connsiteX131" fmla="*/ 1997869 w 2543175"/>
              <a:gd name="connsiteY131" fmla="*/ 1471612 h 1890712"/>
              <a:gd name="connsiteX132" fmla="*/ 2007394 w 2543175"/>
              <a:gd name="connsiteY132" fmla="*/ 1478756 h 1890712"/>
              <a:gd name="connsiteX133" fmla="*/ 2016919 w 2543175"/>
              <a:gd name="connsiteY133" fmla="*/ 1483519 h 1890712"/>
              <a:gd name="connsiteX134" fmla="*/ 2024063 w 2543175"/>
              <a:gd name="connsiteY134" fmla="*/ 1490662 h 1890712"/>
              <a:gd name="connsiteX135" fmla="*/ 2033588 w 2543175"/>
              <a:gd name="connsiteY135" fmla="*/ 1495425 h 1890712"/>
              <a:gd name="connsiteX136" fmla="*/ 2040732 w 2543175"/>
              <a:gd name="connsiteY136" fmla="*/ 1502569 h 1890712"/>
              <a:gd name="connsiteX137" fmla="*/ 2047875 w 2543175"/>
              <a:gd name="connsiteY137" fmla="*/ 1507331 h 1890712"/>
              <a:gd name="connsiteX138" fmla="*/ 2057400 w 2543175"/>
              <a:gd name="connsiteY138" fmla="*/ 1514475 h 1890712"/>
              <a:gd name="connsiteX139" fmla="*/ 2064544 w 2543175"/>
              <a:gd name="connsiteY139" fmla="*/ 1519237 h 1890712"/>
              <a:gd name="connsiteX140" fmla="*/ 2071688 w 2543175"/>
              <a:gd name="connsiteY140" fmla="*/ 1526381 h 1890712"/>
              <a:gd name="connsiteX141" fmla="*/ 2081213 w 2543175"/>
              <a:gd name="connsiteY141" fmla="*/ 1531144 h 1890712"/>
              <a:gd name="connsiteX142" fmla="*/ 2090738 w 2543175"/>
              <a:gd name="connsiteY142" fmla="*/ 1538287 h 1890712"/>
              <a:gd name="connsiteX143" fmla="*/ 2109788 w 2543175"/>
              <a:gd name="connsiteY143" fmla="*/ 1547812 h 1890712"/>
              <a:gd name="connsiteX144" fmla="*/ 2131219 w 2543175"/>
              <a:gd name="connsiteY144" fmla="*/ 1562100 h 1890712"/>
              <a:gd name="connsiteX145" fmla="*/ 2140744 w 2543175"/>
              <a:gd name="connsiteY145" fmla="*/ 1566862 h 1890712"/>
              <a:gd name="connsiteX146" fmla="*/ 2152650 w 2543175"/>
              <a:gd name="connsiteY146" fmla="*/ 1576387 h 1890712"/>
              <a:gd name="connsiteX147" fmla="*/ 2181225 w 2543175"/>
              <a:gd name="connsiteY147" fmla="*/ 1590675 h 1890712"/>
              <a:gd name="connsiteX148" fmla="*/ 2200275 w 2543175"/>
              <a:gd name="connsiteY148" fmla="*/ 1607344 h 1890712"/>
              <a:gd name="connsiteX149" fmla="*/ 2207419 w 2543175"/>
              <a:gd name="connsiteY149" fmla="*/ 1612106 h 1890712"/>
              <a:gd name="connsiteX150" fmla="*/ 2216944 w 2543175"/>
              <a:gd name="connsiteY150" fmla="*/ 1619250 h 1890712"/>
              <a:gd name="connsiteX151" fmla="*/ 2224088 w 2543175"/>
              <a:gd name="connsiteY151" fmla="*/ 1624012 h 1890712"/>
              <a:gd name="connsiteX152" fmla="*/ 2247900 w 2543175"/>
              <a:gd name="connsiteY152" fmla="*/ 1643062 h 1890712"/>
              <a:gd name="connsiteX153" fmla="*/ 2255044 w 2543175"/>
              <a:gd name="connsiteY153" fmla="*/ 1650206 h 1890712"/>
              <a:gd name="connsiteX154" fmla="*/ 2281238 w 2543175"/>
              <a:gd name="connsiteY154" fmla="*/ 1664494 h 1890712"/>
              <a:gd name="connsiteX155" fmla="*/ 2297907 w 2543175"/>
              <a:gd name="connsiteY155" fmla="*/ 1674019 h 1890712"/>
              <a:gd name="connsiteX156" fmla="*/ 2312194 w 2543175"/>
              <a:gd name="connsiteY156" fmla="*/ 1685925 h 1890712"/>
              <a:gd name="connsiteX157" fmla="*/ 2328863 w 2543175"/>
              <a:gd name="connsiteY157" fmla="*/ 1697831 h 1890712"/>
              <a:gd name="connsiteX158" fmla="*/ 2350294 w 2543175"/>
              <a:gd name="connsiteY158" fmla="*/ 1712119 h 1890712"/>
              <a:gd name="connsiteX159" fmla="*/ 2369344 w 2543175"/>
              <a:gd name="connsiteY159" fmla="*/ 1724025 h 1890712"/>
              <a:gd name="connsiteX160" fmla="*/ 2428876 w 2543175"/>
              <a:gd name="connsiteY160" fmla="*/ 1785938 h 1890712"/>
              <a:gd name="connsiteX161" fmla="*/ 2466975 w 2543175"/>
              <a:gd name="connsiteY161" fmla="*/ 1783556 h 1890712"/>
              <a:gd name="connsiteX162" fmla="*/ 2481263 w 2543175"/>
              <a:gd name="connsiteY162" fmla="*/ 1795462 h 1890712"/>
              <a:gd name="connsiteX163" fmla="*/ 2486025 w 2543175"/>
              <a:gd name="connsiteY163" fmla="*/ 1802606 h 1890712"/>
              <a:gd name="connsiteX164" fmla="*/ 2514600 w 2543175"/>
              <a:gd name="connsiteY164" fmla="*/ 1850231 h 1890712"/>
              <a:gd name="connsiteX165" fmla="*/ 2519363 w 2543175"/>
              <a:gd name="connsiteY165" fmla="*/ 1857375 h 1890712"/>
              <a:gd name="connsiteX166" fmla="*/ 2540794 w 2543175"/>
              <a:gd name="connsiteY166" fmla="*/ 1883569 h 1890712"/>
              <a:gd name="connsiteX167" fmla="*/ 2543175 w 2543175"/>
              <a:gd name="connsiteY167"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5425 w 2543175"/>
              <a:gd name="connsiteY98" fmla="*/ 1088231 h 1890712"/>
              <a:gd name="connsiteX99" fmla="*/ 1547812 w 2543175"/>
              <a:gd name="connsiteY99" fmla="*/ 1133475 h 1890712"/>
              <a:gd name="connsiteX100" fmla="*/ 1597819 w 2543175"/>
              <a:gd name="connsiteY100" fmla="*/ 1154906 h 1890712"/>
              <a:gd name="connsiteX101" fmla="*/ 1604963 w 2543175"/>
              <a:gd name="connsiteY101" fmla="*/ 1162050 h 1890712"/>
              <a:gd name="connsiteX102" fmla="*/ 1612107 w 2543175"/>
              <a:gd name="connsiteY102" fmla="*/ 1166812 h 1890712"/>
              <a:gd name="connsiteX103" fmla="*/ 1628775 w 2543175"/>
              <a:gd name="connsiteY103" fmla="*/ 1183481 h 1890712"/>
              <a:gd name="connsiteX104" fmla="*/ 1662113 w 2543175"/>
              <a:gd name="connsiteY104" fmla="*/ 1209675 h 1890712"/>
              <a:gd name="connsiteX105" fmla="*/ 1678782 w 2543175"/>
              <a:gd name="connsiteY105" fmla="*/ 1226344 h 1890712"/>
              <a:gd name="connsiteX106" fmla="*/ 1700213 w 2543175"/>
              <a:gd name="connsiteY106" fmla="*/ 1247775 h 1890712"/>
              <a:gd name="connsiteX107" fmla="*/ 1712119 w 2543175"/>
              <a:gd name="connsiteY107" fmla="*/ 1259681 h 1890712"/>
              <a:gd name="connsiteX108" fmla="*/ 1733550 w 2543175"/>
              <a:gd name="connsiteY108" fmla="*/ 1273969 h 1890712"/>
              <a:gd name="connsiteX109" fmla="*/ 1743075 w 2543175"/>
              <a:gd name="connsiteY109" fmla="*/ 1283494 h 1890712"/>
              <a:gd name="connsiteX110" fmla="*/ 1754982 w 2543175"/>
              <a:gd name="connsiteY110" fmla="*/ 1290637 h 1890712"/>
              <a:gd name="connsiteX111" fmla="*/ 1766888 w 2543175"/>
              <a:gd name="connsiteY111" fmla="*/ 1300162 h 1890712"/>
              <a:gd name="connsiteX112" fmla="*/ 1783557 w 2543175"/>
              <a:gd name="connsiteY112" fmla="*/ 1307306 h 1890712"/>
              <a:gd name="connsiteX113" fmla="*/ 1790700 w 2543175"/>
              <a:gd name="connsiteY113" fmla="*/ 1312069 h 1890712"/>
              <a:gd name="connsiteX114" fmla="*/ 1800225 w 2543175"/>
              <a:gd name="connsiteY114" fmla="*/ 1319212 h 1890712"/>
              <a:gd name="connsiteX115" fmla="*/ 1807369 w 2543175"/>
              <a:gd name="connsiteY115" fmla="*/ 1321594 h 1890712"/>
              <a:gd name="connsiteX116" fmla="*/ 1824038 w 2543175"/>
              <a:gd name="connsiteY116" fmla="*/ 1333500 h 1890712"/>
              <a:gd name="connsiteX117" fmla="*/ 1843088 w 2543175"/>
              <a:gd name="connsiteY117" fmla="*/ 1352550 h 1890712"/>
              <a:gd name="connsiteX118" fmla="*/ 1852613 w 2543175"/>
              <a:gd name="connsiteY118" fmla="*/ 1359694 h 1890712"/>
              <a:gd name="connsiteX119" fmla="*/ 1859757 w 2543175"/>
              <a:gd name="connsiteY119" fmla="*/ 1366837 h 1890712"/>
              <a:gd name="connsiteX120" fmla="*/ 1869282 w 2543175"/>
              <a:gd name="connsiteY120" fmla="*/ 1371600 h 1890712"/>
              <a:gd name="connsiteX121" fmla="*/ 1883569 w 2543175"/>
              <a:gd name="connsiteY121" fmla="*/ 1388269 h 1890712"/>
              <a:gd name="connsiteX122" fmla="*/ 1893094 w 2543175"/>
              <a:gd name="connsiteY122" fmla="*/ 1395412 h 1890712"/>
              <a:gd name="connsiteX123" fmla="*/ 1902619 w 2543175"/>
              <a:gd name="connsiteY123" fmla="*/ 1404937 h 1890712"/>
              <a:gd name="connsiteX124" fmla="*/ 1912144 w 2543175"/>
              <a:gd name="connsiteY124" fmla="*/ 1409700 h 1890712"/>
              <a:gd name="connsiteX125" fmla="*/ 1931194 w 2543175"/>
              <a:gd name="connsiteY125" fmla="*/ 1421606 h 1890712"/>
              <a:gd name="connsiteX126" fmla="*/ 1935957 w 2543175"/>
              <a:gd name="connsiteY126" fmla="*/ 1428750 h 1890712"/>
              <a:gd name="connsiteX127" fmla="*/ 1952625 w 2543175"/>
              <a:gd name="connsiteY127" fmla="*/ 1438275 h 1890712"/>
              <a:gd name="connsiteX128" fmla="*/ 1971675 w 2543175"/>
              <a:gd name="connsiteY128" fmla="*/ 1450181 h 1890712"/>
              <a:gd name="connsiteX129" fmla="*/ 1981200 w 2543175"/>
              <a:gd name="connsiteY129" fmla="*/ 1454944 h 1890712"/>
              <a:gd name="connsiteX130" fmla="*/ 1997869 w 2543175"/>
              <a:gd name="connsiteY130" fmla="*/ 1471612 h 1890712"/>
              <a:gd name="connsiteX131" fmla="*/ 2007394 w 2543175"/>
              <a:gd name="connsiteY131" fmla="*/ 1478756 h 1890712"/>
              <a:gd name="connsiteX132" fmla="*/ 2016919 w 2543175"/>
              <a:gd name="connsiteY132" fmla="*/ 1483519 h 1890712"/>
              <a:gd name="connsiteX133" fmla="*/ 2024063 w 2543175"/>
              <a:gd name="connsiteY133" fmla="*/ 1490662 h 1890712"/>
              <a:gd name="connsiteX134" fmla="*/ 2033588 w 2543175"/>
              <a:gd name="connsiteY134" fmla="*/ 1495425 h 1890712"/>
              <a:gd name="connsiteX135" fmla="*/ 2040732 w 2543175"/>
              <a:gd name="connsiteY135" fmla="*/ 1502569 h 1890712"/>
              <a:gd name="connsiteX136" fmla="*/ 2047875 w 2543175"/>
              <a:gd name="connsiteY136" fmla="*/ 1507331 h 1890712"/>
              <a:gd name="connsiteX137" fmla="*/ 2057400 w 2543175"/>
              <a:gd name="connsiteY137" fmla="*/ 1514475 h 1890712"/>
              <a:gd name="connsiteX138" fmla="*/ 2064544 w 2543175"/>
              <a:gd name="connsiteY138" fmla="*/ 1519237 h 1890712"/>
              <a:gd name="connsiteX139" fmla="*/ 2071688 w 2543175"/>
              <a:gd name="connsiteY139" fmla="*/ 1526381 h 1890712"/>
              <a:gd name="connsiteX140" fmla="*/ 2081213 w 2543175"/>
              <a:gd name="connsiteY140" fmla="*/ 1531144 h 1890712"/>
              <a:gd name="connsiteX141" fmla="*/ 2090738 w 2543175"/>
              <a:gd name="connsiteY141" fmla="*/ 1538287 h 1890712"/>
              <a:gd name="connsiteX142" fmla="*/ 2109788 w 2543175"/>
              <a:gd name="connsiteY142" fmla="*/ 1547812 h 1890712"/>
              <a:gd name="connsiteX143" fmla="*/ 2131219 w 2543175"/>
              <a:gd name="connsiteY143" fmla="*/ 1562100 h 1890712"/>
              <a:gd name="connsiteX144" fmla="*/ 2140744 w 2543175"/>
              <a:gd name="connsiteY144" fmla="*/ 1566862 h 1890712"/>
              <a:gd name="connsiteX145" fmla="*/ 2152650 w 2543175"/>
              <a:gd name="connsiteY145" fmla="*/ 1576387 h 1890712"/>
              <a:gd name="connsiteX146" fmla="*/ 2181225 w 2543175"/>
              <a:gd name="connsiteY146" fmla="*/ 1590675 h 1890712"/>
              <a:gd name="connsiteX147" fmla="*/ 2200275 w 2543175"/>
              <a:gd name="connsiteY147" fmla="*/ 1607344 h 1890712"/>
              <a:gd name="connsiteX148" fmla="*/ 2207419 w 2543175"/>
              <a:gd name="connsiteY148" fmla="*/ 1612106 h 1890712"/>
              <a:gd name="connsiteX149" fmla="*/ 2216944 w 2543175"/>
              <a:gd name="connsiteY149" fmla="*/ 1619250 h 1890712"/>
              <a:gd name="connsiteX150" fmla="*/ 2224088 w 2543175"/>
              <a:gd name="connsiteY150" fmla="*/ 1624012 h 1890712"/>
              <a:gd name="connsiteX151" fmla="*/ 2247900 w 2543175"/>
              <a:gd name="connsiteY151" fmla="*/ 1643062 h 1890712"/>
              <a:gd name="connsiteX152" fmla="*/ 2255044 w 2543175"/>
              <a:gd name="connsiteY152" fmla="*/ 1650206 h 1890712"/>
              <a:gd name="connsiteX153" fmla="*/ 2281238 w 2543175"/>
              <a:gd name="connsiteY153" fmla="*/ 1664494 h 1890712"/>
              <a:gd name="connsiteX154" fmla="*/ 2297907 w 2543175"/>
              <a:gd name="connsiteY154" fmla="*/ 1674019 h 1890712"/>
              <a:gd name="connsiteX155" fmla="*/ 2312194 w 2543175"/>
              <a:gd name="connsiteY155" fmla="*/ 1685925 h 1890712"/>
              <a:gd name="connsiteX156" fmla="*/ 2328863 w 2543175"/>
              <a:gd name="connsiteY156" fmla="*/ 1697831 h 1890712"/>
              <a:gd name="connsiteX157" fmla="*/ 2350294 w 2543175"/>
              <a:gd name="connsiteY157" fmla="*/ 1712119 h 1890712"/>
              <a:gd name="connsiteX158" fmla="*/ 2369344 w 2543175"/>
              <a:gd name="connsiteY158" fmla="*/ 1724025 h 1890712"/>
              <a:gd name="connsiteX159" fmla="*/ 2428876 w 2543175"/>
              <a:gd name="connsiteY159" fmla="*/ 1785938 h 1890712"/>
              <a:gd name="connsiteX160" fmla="*/ 2466975 w 2543175"/>
              <a:gd name="connsiteY160" fmla="*/ 1783556 h 1890712"/>
              <a:gd name="connsiteX161" fmla="*/ 2481263 w 2543175"/>
              <a:gd name="connsiteY161" fmla="*/ 1795462 h 1890712"/>
              <a:gd name="connsiteX162" fmla="*/ 2486025 w 2543175"/>
              <a:gd name="connsiteY162" fmla="*/ 1802606 h 1890712"/>
              <a:gd name="connsiteX163" fmla="*/ 2514600 w 2543175"/>
              <a:gd name="connsiteY163" fmla="*/ 1850231 h 1890712"/>
              <a:gd name="connsiteX164" fmla="*/ 2519363 w 2543175"/>
              <a:gd name="connsiteY164" fmla="*/ 1857375 h 1890712"/>
              <a:gd name="connsiteX165" fmla="*/ 2540794 w 2543175"/>
              <a:gd name="connsiteY165" fmla="*/ 1883569 h 1890712"/>
              <a:gd name="connsiteX166" fmla="*/ 2543175 w 2543175"/>
              <a:gd name="connsiteY16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47812 w 2543175"/>
              <a:gd name="connsiteY99" fmla="*/ 1133475 h 1890712"/>
              <a:gd name="connsiteX100" fmla="*/ 1597819 w 2543175"/>
              <a:gd name="connsiteY100" fmla="*/ 1154906 h 1890712"/>
              <a:gd name="connsiteX101" fmla="*/ 1604963 w 2543175"/>
              <a:gd name="connsiteY101" fmla="*/ 1162050 h 1890712"/>
              <a:gd name="connsiteX102" fmla="*/ 1612107 w 2543175"/>
              <a:gd name="connsiteY102" fmla="*/ 1166812 h 1890712"/>
              <a:gd name="connsiteX103" fmla="*/ 1628775 w 2543175"/>
              <a:gd name="connsiteY103" fmla="*/ 1183481 h 1890712"/>
              <a:gd name="connsiteX104" fmla="*/ 1662113 w 2543175"/>
              <a:gd name="connsiteY104" fmla="*/ 1209675 h 1890712"/>
              <a:gd name="connsiteX105" fmla="*/ 1678782 w 2543175"/>
              <a:gd name="connsiteY105" fmla="*/ 1226344 h 1890712"/>
              <a:gd name="connsiteX106" fmla="*/ 1700213 w 2543175"/>
              <a:gd name="connsiteY106" fmla="*/ 1247775 h 1890712"/>
              <a:gd name="connsiteX107" fmla="*/ 1712119 w 2543175"/>
              <a:gd name="connsiteY107" fmla="*/ 1259681 h 1890712"/>
              <a:gd name="connsiteX108" fmla="*/ 1733550 w 2543175"/>
              <a:gd name="connsiteY108" fmla="*/ 1273969 h 1890712"/>
              <a:gd name="connsiteX109" fmla="*/ 1743075 w 2543175"/>
              <a:gd name="connsiteY109" fmla="*/ 1283494 h 1890712"/>
              <a:gd name="connsiteX110" fmla="*/ 1754982 w 2543175"/>
              <a:gd name="connsiteY110" fmla="*/ 1290637 h 1890712"/>
              <a:gd name="connsiteX111" fmla="*/ 1766888 w 2543175"/>
              <a:gd name="connsiteY111" fmla="*/ 1300162 h 1890712"/>
              <a:gd name="connsiteX112" fmla="*/ 1783557 w 2543175"/>
              <a:gd name="connsiteY112" fmla="*/ 1307306 h 1890712"/>
              <a:gd name="connsiteX113" fmla="*/ 1790700 w 2543175"/>
              <a:gd name="connsiteY113" fmla="*/ 1312069 h 1890712"/>
              <a:gd name="connsiteX114" fmla="*/ 1800225 w 2543175"/>
              <a:gd name="connsiteY114" fmla="*/ 1319212 h 1890712"/>
              <a:gd name="connsiteX115" fmla="*/ 1807369 w 2543175"/>
              <a:gd name="connsiteY115" fmla="*/ 1321594 h 1890712"/>
              <a:gd name="connsiteX116" fmla="*/ 1824038 w 2543175"/>
              <a:gd name="connsiteY116" fmla="*/ 1333500 h 1890712"/>
              <a:gd name="connsiteX117" fmla="*/ 1843088 w 2543175"/>
              <a:gd name="connsiteY117" fmla="*/ 1352550 h 1890712"/>
              <a:gd name="connsiteX118" fmla="*/ 1852613 w 2543175"/>
              <a:gd name="connsiteY118" fmla="*/ 1359694 h 1890712"/>
              <a:gd name="connsiteX119" fmla="*/ 1859757 w 2543175"/>
              <a:gd name="connsiteY119" fmla="*/ 1366837 h 1890712"/>
              <a:gd name="connsiteX120" fmla="*/ 1869282 w 2543175"/>
              <a:gd name="connsiteY120" fmla="*/ 1371600 h 1890712"/>
              <a:gd name="connsiteX121" fmla="*/ 1883569 w 2543175"/>
              <a:gd name="connsiteY121" fmla="*/ 1388269 h 1890712"/>
              <a:gd name="connsiteX122" fmla="*/ 1893094 w 2543175"/>
              <a:gd name="connsiteY122" fmla="*/ 1395412 h 1890712"/>
              <a:gd name="connsiteX123" fmla="*/ 1902619 w 2543175"/>
              <a:gd name="connsiteY123" fmla="*/ 1404937 h 1890712"/>
              <a:gd name="connsiteX124" fmla="*/ 1912144 w 2543175"/>
              <a:gd name="connsiteY124" fmla="*/ 1409700 h 1890712"/>
              <a:gd name="connsiteX125" fmla="*/ 1931194 w 2543175"/>
              <a:gd name="connsiteY125" fmla="*/ 1421606 h 1890712"/>
              <a:gd name="connsiteX126" fmla="*/ 1935957 w 2543175"/>
              <a:gd name="connsiteY126" fmla="*/ 1428750 h 1890712"/>
              <a:gd name="connsiteX127" fmla="*/ 1952625 w 2543175"/>
              <a:gd name="connsiteY127" fmla="*/ 1438275 h 1890712"/>
              <a:gd name="connsiteX128" fmla="*/ 1971675 w 2543175"/>
              <a:gd name="connsiteY128" fmla="*/ 1450181 h 1890712"/>
              <a:gd name="connsiteX129" fmla="*/ 1981200 w 2543175"/>
              <a:gd name="connsiteY129" fmla="*/ 1454944 h 1890712"/>
              <a:gd name="connsiteX130" fmla="*/ 1997869 w 2543175"/>
              <a:gd name="connsiteY130" fmla="*/ 1471612 h 1890712"/>
              <a:gd name="connsiteX131" fmla="*/ 2007394 w 2543175"/>
              <a:gd name="connsiteY131" fmla="*/ 1478756 h 1890712"/>
              <a:gd name="connsiteX132" fmla="*/ 2016919 w 2543175"/>
              <a:gd name="connsiteY132" fmla="*/ 1483519 h 1890712"/>
              <a:gd name="connsiteX133" fmla="*/ 2024063 w 2543175"/>
              <a:gd name="connsiteY133" fmla="*/ 1490662 h 1890712"/>
              <a:gd name="connsiteX134" fmla="*/ 2033588 w 2543175"/>
              <a:gd name="connsiteY134" fmla="*/ 1495425 h 1890712"/>
              <a:gd name="connsiteX135" fmla="*/ 2040732 w 2543175"/>
              <a:gd name="connsiteY135" fmla="*/ 1502569 h 1890712"/>
              <a:gd name="connsiteX136" fmla="*/ 2047875 w 2543175"/>
              <a:gd name="connsiteY136" fmla="*/ 1507331 h 1890712"/>
              <a:gd name="connsiteX137" fmla="*/ 2057400 w 2543175"/>
              <a:gd name="connsiteY137" fmla="*/ 1514475 h 1890712"/>
              <a:gd name="connsiteX138" fmla="*/ 2064544 w 2543175"/>
              <a:gd name="connsiteY138" fmla="*/ 1519237 h 1890712"/>
              <a:gd name="connsiteX139" fmla="*/ 2071688 w 2543175"/>
              <a:gd name="connsiteY139" fmla="*/ 1526381 h 1890712"/>
              <a:gd name="connsiteX140" fmla="*/ 2081213 w 2543175"/>
              <a:gd name="connsiteY140" fmla="*/ 1531144 h 1890712"/>
              <a:gd name="connsiteX141" fmla="*/ 2090738 w 2543175"/>
              <a:gd name="connsiteY141" fmla="*/ 1538287 h 1890712"/>
              <a:gd name="connsiteX142" fmla="*/ 2109788 w 2543175"/>
              <a:gd name="connsiteY142" fmla="*/ 1547812 h 1890712"/>
              <a:gd name="connsiteX143" fmla="*/ 2131219 w 2543175"/>
              <a:gd name="connsiteY143" fmla="*/ 1562100 h 1890712"/>
              <a:gd name="connsiteX144" fmla="*/ 2140744 w 2543175"/>
              <a:gd name="connsiteY144" fmla="*/ 1566862 h 1890712"/>
              <a:gd name="connsiteX145" fmla="*/ 2152650 w 2543175"/>
              <a:gd name="connsiteY145" fmla="*/ 1576387 h 1890712"/>
              <a:gd name="connsiteX146" fmla="*/ 2181225 w 2543175"/>
              <a:gd name="connsiteY146" fmla="*/ 1590675 h 1890712"/>
              <a:gd name="connsiteX147" fmla="*/ 2200275 w 2543175"/>
              <a:gd name="connsiteY147" fmla="*/ 1607344 h 1890712"/>
              <a:gd name="connsiteX148" fmla="*/ 2207419 w 2543175"/>
              <a:gd name="connsiteY148" fmla="*/ 1612106 h 1890712"/>
              <a:gd name="connsiteX149" fmla="*/ 2216944 w 2543175"/>
              <a:gd name="connsiteY149" fmla="*/ 1619250 h 1890712"/>
              <a:gd name="connsiteX150" fmla="*/ 2224088 w 2543175"/>
              <a:gd name="connsiteY150" fmla="*/ 1624012 h 1890712"/>
              <a:gd name="connsiteX151" fmla="*/ 2247900 w 2543175"/>
              <a:gd name="connsiteY151" fmla="*/ 1643062 h 1890712"/>
              <a:gd name="connsiteX152" fmla="*/ 2255044 w 2543175"/>
              <a:gd name="connsiteY152" fmla="*/ 1650206 h 1890712"/>
              <a:gd name="connsiteX153" fmla="*/ 2281238 w 2543175"/>
              <a:gd name="connsiteY153" fmla="*/ 1664494 h 1890712"/>
              <a:gd name="connsiteX154" fmla="*/ 2297907 w 2543175"/>
              <a:gd name="connsiteY154" fmla="*/ 1674019 h 1890712"/>
              <a:gd name="connsiteX155" fmla="*/ 2312194 w 2543175"/>
              <a:gd name="connsiteY155" fmla="*/ 1685925 h 1890712"/>
              <a:gd name="connsiteX156" fmla="*/ 2328863 w 2543175"/>
              <a:gd name="connsiteY156" fmla="*/ 1697831 h 1890712"/>
              <a:gd name="connsiteX157" fmla="*/ 2350294 w 2543175"/>
              <a:gd name="connsiteY157" fmla="*/ 1712119 h 1890712"/>
              <a:gd name="connsiteX158" fmla="*/ 2369344 w 2543175"/>
              <a:gd name="connsiteY158" fmla="*/ 1724025 h 1890712"/>
              <a:gd name="connsiteX159" fmla="*/ 2428876 w 2543175"/>
              <a:gd name="connsiteY159" fmla="*/ 1785938 h 1890712"/>
              <a:gd name="connsiteX160" fmla="*/ 2466975 w 2543175"/>
              <a:gd name="connsiteY160" fmla="*/ 1783556 h 1890712"/>
              <a:gd name="connsiteX161" fmla="*/ 2481263 w 2543175"/>
              <a:gd name="connsiteY161" fmla="*/ 1795462 h 1890712"/>
              <a:gd name="connsiteX162" fmla="*/ 2486025 w 2543175"/>
              <a:gd name="connsiteY162" fmla="*/ 1802606 h 1890712"/>
              <a:gd name="connsiteX163" fmla="*/ 2514600 w 2543175"/>
              <a:gd name="connsiteY163" fmla="*/ 1850231 h 1890712"/>
              <a:gd name="connsiteX164" fmla="*/ 2519363 w 2543175"/>
              <a:gd name="connsiteY164" fmla="*/ 1857375 h 1890712"/>
              <a:gd name="connsiteX165" fmla="*/ 2540794 w 2543175"/>
              <a:gd name="connsiteY165" fmla="*/ 1883569 h 1890712"/>
              <a:gd name="connsiteX166" fmla="*/ 2543175 w 2543175"/>
              <a:gd name="connsiteY16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7819 w 2543175"/>
              <a:gd name="connsiteY100" fmla="*/ 1154906 h 1890712"/>
              <a:gd name="connsiteX101" fmla="*/ 1604963 w 2543175"/>
              <a:gd name="connsiteY101" fmla="*/ 1162050 h 1890712"/>
              <a:gd name="connsiteX102" fmla="*/ 1612107 w 2543175"/>
              <a:gd name="connsiteY102" fmla="*/ 1166812 h 1890712"/>
              <a:gd name="connsiteX103" fmla="*/ 1628775 w 2543175"/>
              <a:gd name="connsiteY103" fmla="*/ 1183481 h 1890712"/>
              <a:gd name="connsiteX104" fmla="*/ 1662113 w 2543175"/>
              <a:gd name="connsiteY104" fmla="*/ 1209675 h 1890712"/>
              <a:gd name="connsiteX105" fmla="*/ 1678782 w 2543175"/>
              <a:gd name="connsiteY105" fmla="*/ 1226344 h 1890712"/>
              <a:gd name="connsiteX106" fmla="*/ 1700213 w 2543175"/>
              <a:gd name="connsiteY106" fmla="*/ 1247775 h 1890712"/>
              <a:gd name="connsiteX107" fmla="*/ 1712119 w 2543175"/>
              <a:gd name="connsiteY107" fmla="*/ 1259681 h 1890712"/>
              <a:gd name="connsiteX108" fmla="*/ 1733550 w 2543175"/>
              <a:gd name="connsiteY108" fmla="*/ 1273969 h 1890712"/>
              <a:gd name="connsiteX109" fmla="*/ 1743075 w 2543175"/>
              <a:gd name="connsiteY109" fmla="*/ 1283494 h 1890712"/>
              <a:gd name="connsiteX110" fmla="*/ 1754982 w 2543175"/>
              <a:gd name="connsiteY110" fmla="*/ 1290637 h 1890712"/>
              <a:gd name="connsiteX111" fmla="*/ 1766888 w 2543175"/>
              <a:gd name="connsiteY111" fmla="*/ 1300162 h 1890712"/>
              <a:gd name="connsiteX112" fmla="*/ 1783557 w 2543175"/>
              <a:gd name="connsiteY112" fmla="*/ 1307306 h 1890712"/>
              <a:gd name="connsiteX113" fmla="*/ 1790700 w 2543175"/>
              <a:gd name="connsiteY113" fmla="*/ 1312069 h 1890712"/>
              <a:gd name="connsiteX114" fmla="*/ 1800225 w 2543175"/>
              <a:gd name="connsiteY114" fmla="*/ 1319212 h 1890712"/>
              <a:gd name="connsiteX115" fmla="*/ 1807369 w 2543175"/>
              <a:gd name="connsiteY115" fmla="*/ 1321594 h 1890712"/>
              <a:gd name="connsiteX116" fmla="*/ 1824038 w 2543175"/>
              <a:gd name="connsiteY116" fmla="*/ 1333500 h 1890712"/>
              <a:gd name="connsiteX117" fmla="*/ 1843088 w 2543175"/>
              <a:gd name="connsiteY117" fmla="*/ 1352550 h 1890712"/>
              <a:gd name="connsiteX118" fmla="*/ 1852613 w 2543175"/>
              <a:gd name="connsiteY118" fmla="*/ 1359694 h 1890712"/>
              <a:gd name="connsiteX119" fmla="*/ 1859757 w 2543175"/>
              <a:gd name="connsiteY119" fmla="*/ 1366837 h 1890712"/>
              <a:gd name="connsiteX120" fmla="*/ 1869282 w 2543175"/>
              <a:gd name="connsiteY120" fmla="*/ 1371600 h 1890712"/>
              <a:gd name="connsiteX121" fmla="*/ 1883569 w 2543175"/>
              <a:gd name="connsiteY121" fmla="*/ 1388269 h 1890712"/>
              <a:gd name="connsiteX122" fmla="*/ 1893094 w 2543175"/>
              <a:gd name="connsiteY122" fmla="*/ 1395412 h 1890712"/>
              <a:gd name="connsiteX123" fmla="*/ 1902619 w 2543175"/>
              <a:gd name="connsiteY123" fmla="*/ 1404937 h 1890712"/>
              <a:gd name="connsiteX124" fmla="*/ 1912144 w 2543175"/>
              <a:gd name="connsiteY124" fmla="*/ 1409700 h 1890712"/>
              <a:gd name="connsiteX125" fmla="*/ 1931194 w 2543175"/>
              <a:gd name="connsiteY125" fmla="*/ 1421606 h 1890712"/>
              <a:gd name="connsiteX126" fmla="*/ 1935957 w 2543175"/>
              <a:gd name="connsiteY126" fmla="*/ 1428750 h 1890712"/>
              <a:gd name="connsiteX127" fmla="*/ 1952625 w 2543175"/>
              <a:gd name="connsiteY127" fmla="*/ 1438275 h 1890712"/>
              <a:gd name="connsiteX128" fmla="*/ 1971675 w 2543175"/>
              <a:gd name="connsiteY128" fmla="*/ 1450181 h 1890712"/>
              <a:gd name="connsiteX129" fmla="*/ 1981200 w 2543175"/>
              <a:gd name="connsiteY129" fmla="*/ 1454944 h 1890712"/>
              <a:gd name="connsiteX130" fmla="*/ 1997869 w 2543175"/>
              <a:gd name="connsiteY130" fmla="*/ 1471612 h 1890712"/>
              <a:gd name="connsiteX131" fmla="*/ 2007394 w 2543175"/>
              <a:gd name="connsiteY131" fmla="*/ 1478756 h 1890712"/>
              <a:gd name="connsiteX132" fmla="*/ 2016919 w 2543175"/>
              <a:gd name="connsiteY132" fmla="*/ 1483519 h 1890712"/>
              <a:gd name="connsiteX133" fmla="*/ 2024063 w 2543175"/>
              <a:gd name="connsiteY133" fmla="*/ 1490662 h 1890712"/>
              <a:gd name="connsiteX134" fmla="*/ 2033588 w 2543175"/>
              <a:gd name="connsiteY134" fmla="*/ 1495425 h 1890712"/>
              <a:gd name="connsiteX135" fmla="*/ 2040732 w 2543175"/>
              <a:gd name="connsiteY135" fmla="*/ 1502569 h 1890712"/>
              <a:gd name="connsiteX136" fmla="*/ 2047875 w 2543175"/>
              <a:gd name="connsiteY136" fmla="*/ 1507331 h 1890712"/>
              <a:gd name="connsiteX137" fmla="*/ 2057400 w 2543175"/>
              <a:gd name="connsiteY137" fmla="*/ 1514475 h 1890712"/>
              <a:gd name="connsiteX138" fmla="*/ 2064544 w 2543175"/>
              <a:gd name="connsiteY138" fmla="*/ 1519237 h 1890712"/>
              <a:gd name="connsiteX139" fmla="*/ 2071688 w 2543175"/>
              <a:gd name="connsiteY139" fmla="*/ 1526381 h 1890712"/>
              <a:gd name="connsiteX140" fmla="*/ 2081213 w 2543175"/>
              <a:gd name="connsiteY140" fmla="*/ 1531144 h 1890712"/>
              <a:gd name="connsiteX141" fmla="*/ 2090738 w 2543175"/>
              <a:gd name="connsiteY141" fmla="*/ 1538287 h 1890712"/>
              <a:gd name="connsiteX142" fmla="*/ 2109788 w 2543175"/>
              <a:gd name="connsiteY142" fmla="*/ 1547812 h 1890712"/>
              <a:gd name="connsiteX143" fmla="*/ 2131219 w 2543175"/>
              <a:gd name="connsiteY143" fmla="*/ 1562100 h 1890712"/>
              <a:gd name="connsiteX144" fmla="*/ 2140744 w 2543175"/>
              <a:gd name="connsiteY144" fmla="*/ 1566862 h 1890712"/>
              <a:gd name="connsiteX145" fmla="*/ 2152650 w 2543175"/>
              <a:gd name="connsiteY145" fmla="*/ 1576387 h 1890712"/>
              <a:gd name="connsiteX146" fmla="*/ 2181225 w 2543175"/>
              <a:gd name="connsiteY146" fmla="*/ 1590675 h 1890712"/>
              <a:gd name="connsiteX147" fmla="*/ 2200275 w 2543175"/>
              <a:gd name="connsiteY147" fmla="*/ 1607344 h 1890712"/>
              <a:gd name="connsiteX148" fmla="*/ 2207419 w 2543175"/>
              <a:gd name="connsiteY148" fmla="*/ 1612106 h 1890712"/>
              <a:gd name="connsiteX149" fmla="*/ 2216944 w 2543175"/>
              <a:gd name="connsiteY149" fmla="*/ 1619250 h 1890712"/>
              <a:gd name="connsiteX150" fmla="*/ 2224088 w 2543175"/>
              <a:gd name="connsiteY150" fmla="*/ 1624012 h 1890712"/>
              <a:gd name="connsiteX151" fmla="*/ 2247900 w 2543175"/>
              <a:gd name="connsiteY151" fmla="*/ 1643062 h 1890712"/>
              <a:gd name="connsiteX152" fmla="*/ 2255044 w 2543175"/>
              <a:gd name="connsiteY152" fmla="*/ 1650206 h 1890712"/>
              <a:gd name="connsiteX153" fmla="*/ 2281238 w 2543175"/>
              <a:gd name="connsiteY153" fmla="*/ 1664494 h 1890712"/>
              <a:gd name="connsiteX154" fmla="*/ 2297907 w 2543175"/>
              <a:gd name="connsiteY154" fmla="*/ 1674019 h 1890712"/>
              <a:gd name="connsiteX155" fmla="*/ 2312194 w 2543175"/>
              <a:gd name="connsiteY155" fmla="*/ 1685925 h 1890712"/>
              <a:gd name="connsiteX156" fmla="*/ 2328863 w 2543175"/>
              <a:gd name="connsiteY156" fmla="*/ 1697831 h 1890712"/>
              <a:gd name="connsiteX157" fmla="*/ 2350294 w 2543175"/>
              <a:gd name="connsiteY157" fmla="*/ 1712119 h 1890712"/>
              <a:gd name="connsiteX158" fmla="*/ 2369344 w 2543175"/>
              <a:gd name="connsiteY158" fmla="*/ 1724025 h 1890712"/>
              <a:gd name="connsiteX159" fmla="*/ 2428876 w 2543175"/>
              <a:gd name="connsiteY159" fmla="*/ 1785938 h 1890712"/>
              <a:gd name="connsiteX160" fmla="*/ 2466975 w 2543175"/>
              <a:gd name="connsiteY160" fmla="*/ 1783556 h 1890712"/>
              <a:gd name="connsiteX161" fmla="*/ 2481263 w 2543175"/>
              <a:gd name="connsiteY161" fmla="*/ 1795462 h 1890712"/>
              <a:gd name="connsiteX162" fmla="*/ 2486025 w 2543175"/>
              <a:gd name="connsiteY162" fmla="*/ 1802606 h 1890712"/>
              <a:gd name="connsiteX163" fmla="*/ 2514600 w 2543175"/>
              <a:gd name="connsiteY163" fmla="*/ 1850231 h 1890712"/>
              <a:gd name="connsiteX164" fmla="*/ 2519363 w 2543175"/>
              <a:gd name="connsiteY164" fmla="*/ 1857375 h 1890712"/>
              <a:gd name="connsiteX165" fmla="*/ 2540794 w 2543175"/>
              <a:gd name="connsiteY165" fmla="*/ 1883569 h 1890712"/>
              <a:gd name="connsiteX166" fmla="*/ 2543175 w 2543175"/>
              <a:gd name="connsiteY16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7819 w 2543175"/>
              <a:gd name="connsiteY100" fmla="*/ 1154906 h 1890712"/>
              <a:gd name="connsiteX101" fmla="*/ 1604963 w 2543175"/>
              <a:gd name="connsiteY101" fmla="*/ 1162050 h 1890712"/>
              <a:gd name="connsiteX102" fmla="*/ 1628775 w 2543175"/>
              <a:gd name="connsiteY102" fmla="*/ 1183481 h 1890712"/>
              <a:gd name="connsiteX103" fmla="*/ 1662113 w 2543175"/>
              <a:gd name="connsiteY103" fmla="*/ 1209675 h 1890712"/>
              <a:gd name="connsiteX104" fmla="*/ 1678782 w 2543175"/>
              <a:gd name="connsiteY104" fmla="*/ 1226344 h 1890712"/>
              <a:gd name="connsiteX105" fmla="*/ 1700213 w 2543175"/>
              <a:gd name="connsiteY105" fmla="*/ 1247775 h 1890712"/>
              <a:gd name="connsiteX106" fmla="*/ 1712119 w 2543175"/>
              <a:gd name="connsiteY106" fmla="*/ 1259681 h 1890712"/>
              <a:gd name="connsiteX107" fmla="*/ 1733550 w 2543175"/>
              <a:gd name="connsiteY107" fmla="*/ 1273969 h 1890712"/>
              <a:gd name="connsiteX108" fmla="*/ 1743075 w 2543175"/>
              <a:gd name="connsiteY108" fmla="*/ 1283494 h 1890712"/>
              <a:gd name="connsiteX109" fmla="*/ 1754982 w 2543175"/>
              <a:gd name="connsiteY109" fmla="*/ 1290637 h 1890712"/>
              <a:gd name="connsiteX110" fmla="*/ 1766888 w 2543175"/>
              <a:gd name="connsiteY110" fmla="*/ 1300162 h 1890712"/>
              <a:gd name="connsiteX111" fmla="*/ 1783557 w 2543175"/>
              <a:gd name="connsiteY111" fmla="*/ 1307306 h 1890712"/>
              <a:gd name="connsiteX112" fmla="*/ 1790700 w 2543175"/>
              <a:gd name="connsiteY112" fmla="*/ 1312069 h 1890712"/>
              <a:gd name="connsiteX113" fmla="*/ 1800225 w 2543175"/>
              <a:gd name="connsiteY113" fmla="*/ 1319212 h 1890712"/>
              <a:gd name="connsiteX114" fmla="*/ 1807369 w 2543175"/>
              <a:gd name="connsiteY114" fmla="*/ 1321594 h 1890712"/>
              <a:gd name="connsiteX115" fmla="*/ 1824038 w 2543175"/>
              <a:gd name="connsiteY115" fmla="*/ 1333500 h 1890712"/>
              <a:gd name="connsiteX116" fmla="*/ 1843088 w 2543175"/>
              <a:gd name="connsiteY116" fmla="*/ 1352550 h 1890712"/>
              <a:gd name="connsiteX117" fmla="*/ 1852613 w 2543175"/>
              <a:gd name="connsiteY117" fmla="*/ 1359694 h 1890712"/>
              <a:gd name="connsiteX118" fmla="*/ 1859757 w 2543175"/>
              <a:gd name="connsiteY118" fmla="*/ 1366837 h 1890712"/>
              <a:gd name="connsiteX119" fmla="*/ 1869282 w 2543175"/>
              <a:gd name="connsiteY119" fmla="*/ 1371600 h 1890712"/>
              <a:gd name="connsiteX120" fmla="*/ 1883569 w 2543175"/>
              <a:gd name="connsiteY120" fmla="*/ 1388269 h 1890712"/>
              <a:gd name="connsiteX121" fmla="*/ 1893094 w 2543175"/>
              <a:gd name="connsiteY121" fmla="*/ 1395412 h 1890712"/>
              <a:gd name="connsiteX122" fmla="*/ 1902619 w 2543175"/>
              <a:gd name="connsiteY122" fmla="*/ 1404937 h 1890712"/>
              <a:gd name="connsiteX123" fmla="*/ 1912144 w 2543175"/>
              <a:gd name="connsiteY123" fmla="*/ 1409700 h 1890712"/>
              <a:gd name="connsiteX124" fmla="*/ 1931194 w 2543175"/>
              <a:gd name="connsiteY124" fmla="*/ 1421606 h 1890712"/>
              <a:gd name="connsiteX125" fmla="*/ 1935957 w 2543175"/>
              <a:gd name="connsiteY125" fmla="*/ 1428750 h 1890712"/>
              <a:gd name="connsiteX126" fmla="*/ 1952625 w 2543175"/>
              <a:gd name="connsiteY126" fmla="*/ 1438275 h 1890712"/>
              <a:gd name="connsiteX127" fmla="*/ 1971675 w 2543175"/>
              <a:gd name="connsiteY127" fmla="*/ 1450181 h 1890712"/>
              <a:gd name="connsiteX128" fmla="*/ 1981200 w 2543175"/>
              <a:gd name="connsiteY128" fmla="*/ 1454944 h 1890712"/>
              <a:gd name="connsiteX129" fmla="*/ 1997869 w 2543175"/>
              <a:gd name="connsiteY129" fmla="*/ 1471612 h 1890712"/>
              <a:gd name="connsiteX130" fmla="*/ 2007394 w 2543175"/>
              <a:gd name="connsiteY130" fmla="*/ 1478756 h 1890712"/>
              <a:gd name="connsiteX131" fmla="*/ 2016919 w 2543175"/>
              <a:gd name="connsiteY131" fmla="*/ 1483519 h 1890712"/>
              <a:gd name="connsiteX132" fmla="*/ 2024063 w 2543175"/>
              <a:gd name="connsiteY132" fmla="*/ 1490662 h 1890712"/>
              <a:gd name="connsiteX133" fmla="*/ 2033588 w 2543175"/>
              <a:gd name="connsiteY133" fmla="*/ 1495425 h 1890712"/>
              <a:gd name="connsiteX134" fmla="*/ 2040732 w 2543175"/>
              <a:gd name="connsiteY134" fmla="*/ 1502569 h 1890712"/>
              <a:gd name="connsiteX135" fmla="*/ 2047875 w 2543175"/>
              <a:gd name="connsiteY135" fmla="*/ 1507331 h 1890712"/>
              <a:gd name="connsiteX136" fmla="*/ 2057400 w 2543175"/>
              <a:gd name="connsiteY136" fmla="*/ 1514475 h 1890712"/>
              <a:gd name="connsiteX137" fmla="*/ 2064544 w 2543175"/>
              <a:gd name="connsiteY137" fmla="*/ 1519237 h 1890712"/>
              <a:gd name="connsiteX138" fmla="*/ 2071688 w 2543175"/>
              <a:gd name="connsiteY138" fmla="*/ 1526381 h 1890712"/>
              <a:gd name="connsiteX139" fmla="*/ 2081213 w 2543175"/>
              <a:gd name="connsiteY139" fmla="*/ 1531144 h 1890712"/>
              <a:gd name="connsiteX140" fmla="*/ 2090738 w 2543175"/>
              <a:gd name="connsiteY140" fmla="*/ 1538287 h 1890712"/>
              <a:gd name="connsiteX141" fmla="*/ 2109788 w 2543175"/>
              <a:gd name="connsiteY141" fmla="*/ 1547812 h 1890712"/>
              <a:gd name="connsiteX142" fmla="*/ 2131219 w 2543175"/>
              <a:gd name="connsiteY142" fmla="*/ 1562100 h 1890712"/>
              <a:gd name="connsiteX143" fmla="*/ 2140744 w 2543175"/>
              <a:gd name="connsiteY143" fmla="*/ 1566862 h 1890712"/>
              <a:gd name="connsiteX144" fmla="*/ 2152650 w 2543175"/>
              <a:gd name="connsiteY144" fmla="*/ 1576387 h 1890712"/>
              <a:gd name="connsiteX145" fmla="*/ 2181225 w 2543175"/>
              <a:gd name="connsiteY145" fmla="*/ 1590675 h 1890712"/>
              <a:gd name="connsiteX146" fmla="*/ 2200275 w 2543175"/>
              <a:gd name="connsiteY146" fmla="*/ 1607344 h 1890712"/>
              <a:gd name="connsiteX147" fmla="*/ 2207419 w 2543175"/>
              <a:gd name="connsiteY147" fmla="*/ 1612106 h 1890712"/>
              <a:gd name="connsiteX148" fmla="*/ 2216944 w 2543175"/>
              <a:gd name="connsiteY148" fmla="*/ 1619250 h 1890712"/>
              <a:gd name="connsiteX149" fmla="*/ 2224088 w 2543175"/>
              <a:gd name="connsiteY149" fmla="*/ 1624012 h 1890712"/>
              <a:gd name="connsiteX150" fmla="*/ 2247900 w 2543175"/>
              <a:gd name="connsiteY150" fmla="*/ 1643062 h 1890712"/>
              <a:gd name="connsiteX151" fmla="*/ 2255044 w 2543175"/>
              <a:gd name="connsiteY151" fmla="*/ 1650206 h 1890712"/>
              <a:gd name="connsiteX152" fmla="*/ 2281238 w 2543175"/>
              <a:gd name="connsiteY152" fmla="*/ 1664494 h 1890712"/>
              <a:gd name="connsiteX153" fmla="*/ 2297907 w 2543175"/>
              <a:gd name="connsiteY153" fmla="*/ 1674019 h 1890712"/>
              <a:gd name="connsiteX154" fmla="*/ 2312194 w 2543175"/>
              <a:gd name="connsiteY154" fmla="*/ 1685925 h 1890712"/>
              <a:gd name="connsiteX155" fmla="*/ 2328863 w 2543175"/>
              <a:gd name="connsiteY155" fmla="*/ 1697831 h 1890712"/>
              <a:gd name="connsiteX156" fmla="*/ 2350294 w 2543175"/>
              <a:gd name="connsiteY156" fmla="*/ 1712119 h 1890712"/>
              <a:gd name="connsiteX157" fmla="*/ 2369344 w 2543175"/>
              <a:gd name="connsiteY157" fmla="*/ 1724025 h 1890712"/>
              <a:gd name="connsiteX158" fmla="*/ 2428876 w 2543175"/>
              <a:gd name="connsiteY158" fmla="*/ 1785938 h 1890712"/>
              <a:gd name="connsiteX159" fmla="*/ 2466975 w 2543175"/>
              <a:gd name="connsiteY159" fmla="*/ 1783556 h 1890712"/>
              <a:gd name="connsiteX160" fmla="*/ 2481263 w 2543175"/>
              <a:gd name="connsiteY160" fmla="*/ 1795462 h 1890712"/>
              <a:gd name="connsiteX161" fmla="*/ 2486025 w 2543175"/>
              <a:gd name="connsiteY161" fmla="*/ 1802606 h 1890712"/>
              <a:gd name="connsiteX162" fmla="*/ 2514600 w 2543175"/>
              <a:gd name="connsiteY162" fmla="*/ 1850231 h 1890712"/>
              <a:gd name="connsiteX163" fmla="*/ 2519363 w 2543175"/>
              <a:gd name="connsiteY163" fmla="*/ 1857375 h 1890712"/>
              <a:gd name="connsiteX164" fmla="*/ 2540794 w 2543175"/>
              <a:gd name="connsiteY164" fmla="*/ 1883569 h 1890712"/>
              <a:gd name="connsiteX165" fmla="*/ 2543175 w 2543175"/>
              <a:gd name="connsiteY165"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7819 w 2543175"/>
              <a:gd name="connsiteY100" fmla="*/ 1154906 h 1890712"/>
              <a:gd name="connsiteX101" fmla="*/ 1628775 w 2543175"/>
              <a:gd name="connsiteY101" fmla="*/ 1183481 h 1890712"/>
              <a:gd name="connsiteX102" fmla="*/ 1662113 w 2543175"/>
              <a:gd name="connsiteY102" fmla="*/ 1209675 h 1890712"/>
              <a:gd name="connsiteX103" fmla="*/ 1678782 w 2543175"/>
              <a:gd name="connsiteY103" fmla="*/ 1226344 h 1890712"/>
              <a:gd name="connsiteX104" fmla="*/ 1700213 w 2543175"/>
              <a:gd name="connsiteY104" fmla="*/ 1247775 h 1890712"/>
              <a:gd name="connsiteX105" fmla="*/ 1712119 w 2543175"/>
              <a:gd name="connsiteY105" fmla="*/ 1259681 h 1890712"/>
              <a:gd name="connsiteX106" fmla="*/ 1733550 w 2543175"/>
              <a:gd name="connsiteY106" fmla="*/ 1273969 h 1890712"/>
              <a:gd name="connsiteX107" fmla="*/ 1743075 w 2543175"/>
              <a:gd name="connsiteY107" fmla="*/ 1283494 h 1890712"/>
              <a:gd name="connsiteX108" fmla="*/ 1754982 w 2543175"/>
              <a:gd name="connsiteY108" fmla="*/ 1290637 h 1890712"/>
              <a:gd name="connsiteX109" fmla="*/ 1766888 w 2543175"/>
              <a:gd name="connsiteY109" fmla="*/ 1300162 h 1890712"/>
              <a:gd name="connsiteX110" fmla="*/ 1783557 w 2543175"/>
              <a:gd name="connsiteY110" fmla="*/ 1307306 h 1890712"/>
              <a:gd name="connsiteX111" fmla="*/ 1790700 w 2543175"/>
              <a:gd name="connsiteY111" fmla="*/ 1312069 h 1890712"/>
              <a:gd name="connsiteX112" fmla="*/ 1800225 w 2543175"/>
              <a:gd name="connsiteY112" fmla="*/ 1319212 h 1890712"/>
              <a:gd name="connsiteX113" fmla="*/ 1807369 w 2543175"/>
              <a:gd name="connsiteY113" fmla="*/ 1321594 h 1890712"/>
              <a:gd name="connsiteX114" fmla="*/ 1824038 w 2543175"/>
              <a:gd name="connsiteY114" fmla="*/ 1333500 h 1890712"/>
              <a:gd name="connsiteX115" fmla="*/ 1843088 w 2543175"/>
              <a:gd name="connsiteY115" fmla="*/ 1352550 h 1890712"/>
              <a:gd name="connsiteX116" fmla="*/ 1852613 w 2543175"/>
              <a:gd name="connsiteY116" fmla="*/ 1359694 h 1890712"/>
              <a:gd name="connsiteX117" fmla="*/ 1859757 w 2543175"/>
              <a:gd name="connsiteY117" fmla="*/ 1366837 h 1890712"/>
              <a:gd name="connsiteX118" fmla="*/ 1869282 w 2543175"/>
              <a:gd name="connsiteY118" fmla="*/ 1371600 h 1890712"/>
              <a:gd name="connsiteX119" fmla="*/ 1883569 w 2543175"/>
              <a:gd name="connsiteY119" fmla="*/ 1388269 h 1890712"/>
              <a:gd name="connsiteX120" fmla="*/ 1893094 w 2543175"/>
              <a:gd name="connsiteY120" fmla="*/ 1395412 h 1890712"/>
              <a:gd name="connsiteX121" fmla="*/ 1902619 w 2543175"/>
              <a:gd name="connsiteY121" fmla="*/ 1404937 h 1890712"/>
              <a:gd name="connsiteX122" fmla="*/ 1912144 w 2543175"/>
              <a:gd name="connsiteY122" fmla="*/ 1409700 h 1890712"/>
              <a:gd name="connsiteX123" fmla="*/ 1931194 w 2543175"/>
              <a:gd name="connsiteY123" fmla="*/ 1421606 h 1890712"/>
              <a:gd name="connsiteX124" fmla="*/ 1935957 w 2543175"/>
              <a:gd name="connsiteY124" fmla="*/ 1428750 h 1890712"/>
              <a:gd name="connsiteX125" fmla="*/ 1952625 w 2543175"/>
              <a:gd name="connsiteY125" fmla="*/ 1438275 h 1890712"/>
              <a:gd name="connsiteX126" fmla="*/ 1971675 w 2543175"/>
              <a:gd name="connsiteY126" fmla="*/ 1450181 h 1890712"/>
              <a:gd name="connsiteX127" fmla="*/ 1981200 w 2543175"/>
              <a:gd name="connsiteY127" fmla="*/ 1454944 h 1890712"/>
              <a:gd name="connsiteX128" fmla="*/ 1997869 w 2543175"/>
              <a:gd name="connsiteY128" fmla="*/ 1471612 h 1890712"/>
              <a:gd name="connsiteX129" fmla="*/ 2007394 w 2543175"/>
              <a:gd name="connsiteY129" fmla="*/ 1478756 h 1890712"/>
              <a:gd name="connsiteX130" fmla="*/ 2016919 w 2543175"/>
              <a:gd name="connsiteY130" fmla="*/ 1483519 h 1890712"/>
              <a:gd name="connsiteX131" fmla="*/ 2024063 w 2543175"/>
              <a:gd name="connsiteY131" fmla="*/ 1490662 h 1890712"/>
              <a:gd name="connsiteX132" fmla="*/ 2033588 w 2543175"/>
              <a:gd name="connsiteY132" fmla="*/ 1495425 h 1890712"/>
              <a:gd name="connsiteX133" fmla="*/ 2040732 w 2543175"/>
              <a:gd name="connsiteY133" fmla="*/ 1502569 h 1890712"/>
              <a:gd name="connsiteX134" fmla="*/ 2047875 w 2543175"/>
              <a:gd name="connsiteY134" fmla="*/ 1507331 h 1890712"/>
              <a:gd name="connsiteX135" fmla="*/ 2057400 w 2543175"/>
              <a:gd name="connsiteY135" fmla="*/ 1514475 h 1890712"/>
              <a:gd name="connsiteX136" fmla="*/ 2064544 w 2543175"/>
              <a:gd name="connsiteY136" fmla="*/ 1519237 h 1890712"/>
              <a:gd name="connsiteX137" fmla="*/ 2071688 w 2543175"/>
              <a:gd name="connsiteY137" fmla="*/ 1526381 h 1890712"/>
              <a:gd name="connsiteX138" fmla="*/ 2081213 w 2543175"/>
              <a:gd name="connsiteY138" fmla="*/ 1531144 h 1890712"/>
              <a:gd name="connsiteX139" fmla="*/ 2090738 w 2543175"/>
              <a:gd name="connsiteY139" fmla="*/ 1538287 h 1890712"/>
              <a:gd name="connsiteX140" fmla="*/ 2109788 w 2543175"/>
              <a:gd name="connsiteY140" fmla="*/ 1547812 h 1890712"/>
              <a:gd name="connsiteX141" fmla="*/ 2131219 w 2543175"/>
              <a:gd name="connsiteY141" fmla="*/ 1562100 h 1890712"/>
              <a:gd name="connsiteX142" fmla="*/ 2140744 w 2543175"/>
              <a:gd name="connsiteY142" fmla="*/ 1566862 h 1890712"/>
              <a:gd name="connsiteX143" fmla="*/ 2152650 w 2543175"/>
              <a:gd name="connsiteY143" fmla="*/ 1576387 h 1890712"/>
              <a:gd name="connsiteX144" fmla="*/ 2181225 w 2543175"/>
              <a:gd name="connsiteY144" fmla="*/ 1590675 h 1890712"/>
              <a:gd name="connsiteX145" fmla="*/ 2200275 w 2543175"/>
              <a:gd name="connsiteY145" fmla="*/ 1607344 h 1890712"/>
              <a:gd name="connsiteX146" fmla="*/ 2207419 w 2543175"/>
              <a:gd name="connsiteY146" fmla="*/ 1612106 h 1890712"/>
              <a:gd name="connsiteX147" fmla="*/ 2216944 w 2543175"/>
              <a:gd name="connsiteY147" fmla="*/ 1619250 h 1890712"/>
              <a:gd name="connsiteX148" fmla="*/ 2224088 w 2543175"/>
              <a:gd name="connsiteY148" fmla="*/ 1624012 h 1890712"/>
              <a:gd name="connsiteX149" fmla="*/ 2247900 w 2543175"/>
              <a:gd name="connsiteY149" fmla="*/ 1643062 h 1890712"/>
              <a:gd name="connsiteX150" fmla="*/ 2255044 w 2543175"/>
              <a:gd name="connsiteY150" fmla="*/ 1650206 h 1890712"/>
              <a:gd name="connsiteX151" fmla="*/ 2281238 w 2543175"/>
              <a:gd name="connsiteY151" fmla="*/ 1664494 h 1890712"/>
              <a:gd name="connsiteX152" fmla="*/ 2297907 w 2543175"/>
              <a:gd name="connsiteY152" fmla="*/ 1674019 h 1890712"/>
              <a:gd name="connsiteX153" fmla="*/ 2312194 w 2543175"/>
              <a:gd name="connsiteY153" fmla="*/ 1685925 h 1890712"/>
              <a:gd name="connsiteX154" fmla="*/ 2328863 w 2543175"/>
              <a:gd name="connsiteY154" fmla="*/ 1697831 h 1890712"/>
              <a:gd name="connsiteX155" fmla="*/ 2350294 w 2543175"/>
              <a:gd name="connsiteY155" fmla="*/ 1712119 h 1890712"/>
              <a:gd name="connsiteX156" fmla="*/ 2369344 w 2543175"/>
              <a:gd name="connsiteY156" fmla="*/ 1724025 h 1890712"/>
              <a:gd name="connsiteX157" fmla="*/ 2428876 w 2543175"/>
              <a:gd name="connsiteY157" fmla="*/ 1785938 h 1890712"/>
              <a:gd name="connsiteX158" fmla="*/ 2466975 w 2543175"/>
              <a:gd name="connsiteY158" fmla="*/ 1783556 h 1890712"/>
              <a:gd name="connsiteX159" fmla="*/ 2481263 w 2543175"/>
              <a:gd name="connsiteY159" fmla="*/ 1795462 h 1890712"/>
              <a:gd name="connsiteX160" fmla="*/ 2486025 w 2543175"/>
              <a:gd name="connsiteY160" fmla="*/ 1802606 h 1890712"/>
              <a:gd name="connsiteX161" fmla="*/ 2514600 w 2543175"/>
              <a:gd name="connsiteY161" fmla="*/ 1850231 h 1890712"/>
              <a:gd name="connsiteX162" fmla="*/ 2519363 w 2543175"/>
              <a:gd name="connsiteY162" fmla="*/ 1857375 h 1890712"/>
              <a:gd name="connsiteX163" fmla="*/ 2540794 w 2543175"/>
              <a:gd name="connsiteY163" fmla="*/ 1883569 h 1890712"/>
              <a:gd name="connsiteX164" fmla="*/ 2543175 w 2543175"/>
              <a:gd name="connsiteY16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183481 h 1890712"/>
              <a:gd name="connsiteX102" fmla="*/ 1662113 w 2543175"/>
              <a:gd name="connsiteY102" fmla="*/ 1209675 h 1890712"/>
              <a:gd name="connsiteX103" fmla="*/ 1678782 w 2543175"/>
              <a:gd name="connsiteY103" fmla="*/ 1226344 h 1890712"/>
              <a:gd name="connsiteX104" fmla="*/ 1700213 w 2543175"/>
              <a:gd name="connsiteY104" fmla="*/ 1247775 h 1890712"/>
              <a:gd name="connsiteX105" fmla="*/ 1712119 w 2543175"/>
              <a:gd name="connsiteY105" fmla="*/ 1259681 h 1890712"/>
              <a:gd name="connsiteX106" fmla="*/ 1733550 w 2543175"/>
              <a:gd name="connsiteY106" fmla="*/ 1273969 h 1890712"/>
              <a:gd name="connsiteX107" fmla="*/ 1743075 w 2543175"/>
              <a:gd name="connsiteY107" fmla="*/ 1283494 h 1890712"/>
              <a:gd name="connsiteX108" fmla="*/ 1754982 w 2543175"/>
              <a:gd name="connsiteY108" fmla="*/ 1290637 h 1890712"/>
              <a:gd name="connsiteX109" fmla="*/ 1766888 w 2543175"/>
              <a:gd name="connsiteY109" fmla="*/ 1300162 h 1890712"/>
              <a:gd name="connsiteX110" fmla="*/ 1783557 w 2543175"/>
              <a:gd name="connsiteY110" fmla="*/ 1307306 h 1890712"/>
              <a:gd name="connsiteX111" fmla="*/ 1790700 w 2543175"/>
              <a:gd name="connsiteY111" fmla="*/ 1312069 h 1890712"/>
              <a:gd name="connsiteX112" fmla="*/ 1800225 w 2543175"/>
              <a:gd name="connsiteY112" fmla="*/ 1319212 h 1890712"/>
              <a:gd name="connsiteX113" fmla="*/ 1807369 w 2543175"/>
              <a:gd name="connsiteY113" fmla="*/ 1321594 h 1890712"/>
              <a:gd name="connsiteX114" fmla="*/ 1824038 w 2543175"/>
              <a:gd name="connsiteY114" fmla="*/ 1333500 h 1890712"/>
              <a:gd name="connsiteX115" fmla="*/ 1843088 w 2543175"/>
              <a:gd name="connsiteY115" fmla="*/ 1352550 h 1890712"/>
              <a:gd name="connsiteX116" fmla="*/ 1852613 w 2543175"/>
              <a:gd name="connsiteY116" fmla="*/ 1359694 h 1890712"/>
              <a:gd name="connsiteX117" fmla="*/ 1859757 w 2543175"/>
              <a:gd name="connsiteY117" fmla="*/ 1366837 h 1890712"/>
              <a:gd name="connsiteX118" fmla="*/ 1869282 w 2543175"/>
              <a:gd name="connsiteY118" fmla="*/ 1371600 h 1890712"/>
              <a:gd name="connsiteX119" fmla="*/ 1883569 w 2543175"/>
              <a:gd name="connsiteY119" fmla="*/ 1388269 h 1890712"/>
              <a:gd name="connsiteX120" fmla="*/ 1893094 w 2543175"/>
              <a:gd name="connsiteY120" fmla="*/ 1395412 h 1890712"/>
              <a:gd name="connsiteX121" fmla="*/ 1902619 w 2543175"/>
              <a:gd name="connsiteY121" fmla="*/ 1404937 h 1890712"/>
              <a:gd name="connsiteX122" fmla="*/ 1912144 w 2543175"/>
              <a:gd name="connsiteY122" fmla="*/ 1409700 h 1890712"/>
              <a:gd name="connsiteX123" fmla="*/ 1931194 w 2543175"/>
              <a:gd name="connsiteY123" fmla="*/ 1421606 h 1890712"/>
              <a:gd name="connsiteX124" fmla="*/ 1935957 w 2543175"/>
              <a:gd name="connsiteY124" fmla="*/ 1428750 h 1890712"/>
              <a:gd name="connsiteX125" fmla="*/ 1952625 w 2543175"/>
              <a:gd name="connsiteY125" fmla="*/ 1438275 h 1890712"/>
              <a:gd name="connsiteX126" fmla="*/ 1971675 w 2543175"/>
              <a:gd name="connsiteY126" fmla="*/ 1450181 h 1890712"/>
              <a:gd name="connsiteX127" fmla="*/ 1981200 w 2543175"/>
              <a:gd name="connsiteY127" fmla="*/ 1454944 h 1890712"/>
              <a:gd name="connsiteX128" fmla="*/ 1997869 w 2543175"/>
              <a:gd name="connsiteY128" fmla="*/ 1471612 h 1890712"/>
              <a:gd name="connsiteX129" fmla="*/ 2007394 w 2543175"/>
              <a:gd name="connsiteY129" fmla="*/ 1478756 h 1890712"/>
              <a:gd name="connsiteX130" fmla="*/ 2016919 w 2543175"/>
              <a:gd name="connsiteY130" fmla="*/ 1483519 h 1890712"/>
              <a:gd name="connsiteX131" fmla="*/ 2024063 w 2543175"/>
              <a:gd name="connsiteY131" fmla="*/ 1490662 h 1890712"/>
              <a:gd name="connsiteX132" fmla="*/ 2033588 w 2543175"/>
              <a:gd name="connsiteY132" fmla="*/ 1495425 h 1890712"/>
              <a:gd name="connsiteX133" fmla="*/ 2040732 w 2543175"/>
              <a:gd name="connsiteY133" fmla="*/ 1502569 h 1890712"/>
              <a:gd name="connsiteX134" fmla="*/ 2047875 w 2543175"/>
              <a:gd name="connsiteY134" fmla="*/ 1507331 h 1890712"/>
              <a:gd name="connsiteX135" fmla="*/ 2057400 w 2543175"/>
              <a:gd name="connsiteY135" fmla="*/ 1514475 h 1890712"/>
              <a:gd name="connsiteX136" fmla="*/ 2064544 w 2543175"/>
              <a:gd name="connsiteY136" fmla="*/ 1519237 h 1890712"/>
              <a:gd name="connsiteX137" fmla="*/ 2071688 w 2543175"/>
              <a:gd name="connsiteY137" fmla="*/ 1526381 h 1890712"/>
              <a:gd name="connsiteX138" fmla="*/ 2081213 w 2543175"/>
              <a:gd name="connsiteY138" fmla="*/ 1531144 h 1890712"/>
              <a:gd name="connsiteX139" fmla="*/ 2090738 w 2543175"/>
              <a:gd name="connsiteY139" fmla="*/ 1538287 h 1890712"/>
              <a:gd name="connsiteX140" fmla="*/ 2109788 w 2543175"/>
              <a:gd name="connsiteY140" fmla="*/ 1547812 h 1890712"/>
              <a:gd name="connsiteX141" fmla="*/ 2131219 w 2543175"/>
              <a:gd name="connsiteY141" fmla="*/ 1562100 h 1890712"/>
              <a:gd name="connsiteX142" fmla="*/ 2140744 w 2543175"/>
              <a:gd name="connsiteY142" fmla="*/ 1566862 h 1890712"/>
              <a:gd name="connsiteX143" fmla="*/ 2152650 w 2543175"/>
              <a:gd name="connsiteY143" fmla="*/ 1576387 h 1890712"/>
              <a:gd name="connsiteX144" fmla="*/ 2181225 w 2543175"/>
              <a:gd name="connsiteY144" fmla="*/ 1590675 h 1890712"/>
              <a:gd name="connsiteX145" fmla="*/ 2200275 w 2543175"/>
              <a:gd name="connsiteY145" fmla="*/ 1607344 h 1890712"/>
              <a:gd name="connsiteX146" fmla="*/ 2207419 w 2543175"/>
              <a:gd name="connsiteY146" fmla="*/ 1612106 h 1890712"/>
              <a:gd name="connsiteX147" fmla="*/ 2216944 w 2543175"/>
              <a:gd name="connsiteY147" fmla="*/ 1619250 h 1890712"/>
              <a:gd name="connsiteX148" fmla="*/ 2224088 w 2543175"/>
              <a:gd name="connsiteY148" fmla="*/ 1624012 h 1890712"/>
              <a:gd name="connsiteX149" fmla="*/ 2247900 w 2543175"/>
              <a:gd name="connsiteY149" fmla="*/ 1643062 h 1890712"/>
              <a:gd name="connsiteX150" fmla="*/ 2255044 w 2543175"/>
              <a:gd name="connsiteY150" fmla="*/ 1650206 h 1890712"/>
              <a:gd name="connsiteX151" fmla="*/ 2281238 w 2543175"/>
              <a:gd name="connsiteY151" fmla="*/ 1664494 h 1890712"/>
              <a:gd name="connsiteX152" fmla="*/ 2297907 w 2543175"/>
              <a:gd name="connsiteY152" fmla="*/ 1674019 h 1890712"/>
              <a:gd name="connsiteX153" fmla="*/ 2312194 w 2543175"/>
              <a:gd name="connsiteY153" fmla="*/ 1685925 h 1890712"/>
              <a:gd name="connsiteX154" fmla="*/ 2328863 w 2543175"/>
              <a:gd name="connsiteY154" fmla="*/ 1697831 h 1890712"/>
              <a:gd name="connsiteX155" fmla="*/ 2350294 w 2543175"/>
              <a:gd name="connsiteY155" fmla="*/ 1712119 h 1890712"/>
              <a:gd name="connsiteX156" fmla="*/ 2369344 w 2543175"/>
              <a:gd name="connsiteY156" fmla="*/ 1724025 h 1890712"/>
              <a:gd name="connsiteX157" fmla="*/ 2428876 w 2543175"/>
              <a:gd name="connsiteY157" fmla="*/ 1785938 h 1890712"/>
              <a:gd name="connsiteX158" fmla="*/ 2466975 w 2543175"/>
              <a:gd name="connsiteY158" fmla="*/ 1783556 h 1890712"/>
              <a:gd name="connsiteX159" fmla="*/ 2481263 w 2543175"/>
              <a:gd name="connsiteY159" fmla="*/ 1795462 h 1890712"/>
              <a:gd name="connsiteX160" fmla="*/ 2486025 w 2543175"/>
              <a:gd name="connsiteY160" fmla="*/ 1802606 h 1890712"/>
              <a:gd name="connsiteX161" fmla="*/ 2514600 w 2543175"/>
              <a:gd name="connsiteY161" fmla="*/ 1850231 h 1890712"/>
              <a:gd name="connsiteX162" fmla="*/ 2519363 w 2543175"/>
              <a:gd name="connsiteY162" fmla="*/ 1857375 h 1890712"/>
              <a:gd name="connsiteX163" fmla="*/ 2540794 w 2543175"/>
              <a:gd name="connsiteY163" fmla="*/ 1883569 h 1890712"/>
              <a:gd name="connsiteX164" fmla="*/ 2543175 w 2543175"/>
              <a:gd name="connsiteY16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09675 h 1890712"/>
              <a:gd name="connsiteX103" fmla="*/ 1678782 w 2543175"/>
              <a:gd name="connsiteY103" fmla="*/ 1226344 h 1890712"/>
              <a:gd name="connsiteX104" fmla="*/ 1700213 w 2543175"/>
              <a:gd name="connsiteY104" fmla="*/ 1247775 h 1890712"/>
              <a:gd name="connsiteX105" fmla="*/ 1712119 w 2543175"/>
              <a:gd name="connsiteY105" fmla="*/ 1259681 h 1890712"/>
              <a:gd name="connsiteX106" fmla="*/ 1733550 w 2543175"/>
              <a:gd name="connsiteY106" fmla="*/ 1273969 h 1890712"/>
              <a:gd name="connsiteX107" fmla="*/ 1743075 w 2543175"/>
              <a:gd name="connsiteY107" fmla="*/ 1283494 h 1890712"/>
              <a:gd name="connsiteX108" fmla="*/ 1754982 w 2543175"/>
              <a:gd name="connsiteY108" fmla="*/ 1290637 h 1890712"/>
              <a:gd name="connsiteX109" fmla="*/ 1766888 w 2543175"/>
              <a:gd name="connsiteY109" fmla="*/ 1300162 h 1890712"/>
              <a:gd name="connsiteX110" fmla="*/ 1783557 w 2543175"/>
              <a:gd name="connsiteY110" fmla="*/ 1307306 h 1890712"/>
              <a:gd name="connsiteX111" fmla="*/ 1790700 w 2543175"/>
              <a:gd name="connsiteY111" fmla="*/ 1312069 h 1890712"/>
              <a:gd name="connsiteX112" fmla="*/ 1800225 w 2543175"/>
              <a:gd name="connsiteY112" fmla="*/ 1319212 h 1890712"/>
              <a:gd name="connsiteX113" fmla="*/ 1807369 w 2543175"/>
              <a:gd name="connsiteY113" fmla="*/ 1321594 h 1890712"/>
              <a:gd name="connsiteX114" fmla="*/ 1824038 w 2543175"/>
              <a:gd name="connsiteY114" fmla="*/ 1333500 h 1890712"/>
              <a:gd name="connsiteX115" fmla="*/ 1843088 w 2543175"/>
              <a:gd name="connsiteY115" fmla="*/ 1352550 h 1890712"/>
              <a:gd name="connsiteX116" fmla="*/ 1852613 w 2543175"/>
              <a:gd name="connsiteY116" fmla="*/ 1359694 h 1890712"/>
              <a:gd name="connsiteX117" fmla="*/ 1859757 w 2543175"/>
              <a:gd name="connsiteY117" fmla="*/ 1366837 h 1890712"/>
              <a:gd name="connsiteX118" fmla="*/ 1869282 w 2543175"/>
              <a:gd name="connsiteY118" fmla="*/ 1371600 h 1890712"/>
              <a:gd name="connsiteX119" fmla="*/ 1883569 w 2543175"/>
              <a:gd name="connsiteY119" fmla="*/ 1388269 h 1890712"/>
              <a:gd name="connsiteX120" fmla="*/ 1893094 w 2543175"/>
              <a:gd name="connsiteY120" fmla="*/ 1395412 h 1890712"/>
              <a:gd name="connsiteX121" fmla="*/ 1902619 w 2543175"/>
              <a:gd name="connsiteY121" fmla="*/ 1404937 h 1890712"/>
              <a:gd name="connsiteX122" fmla="*/ 1912144 w 2543175"/>
              <a:gd name="connsiteY122" fmla="*/ 1409700 h 1890712"/>
              <a:gd name="connsiteX123" fmla="*/ 1931194 w 2543175"/>
              <a:gd name="connsiteY123" fmla="*/ 1421606 h 1890712"/>
              <a:gd name="connsiteX124" fmla="*/ 1935957 w 2543175"/>
              <a:gd name="connsiteY124" fmla="*/ 1428750 h 1890712"/>
              <a:gd name="connsiteX125" fmla="*/ 1952625 w 2543175"/>
              <a:gd name="connsiteY125" fmla="*/ 1438275 h 1890712"/>
              <a:gd name="connsiteX126" fmla="*/ 1971675 w 2543175"/>
              <a:gd name="connsiteY126" fmla="*/ 1450181 h 1890712"/>
              <a:gd name="connsiteX127" fmla="*/ 1981200 w 2543175"/>
              <a:gd name="connsiteY127" fmla="*/ 1454944 h 1890712"/>
              <a:gd name="connsiteX128" fmla="*/ 1997869 w 2543175"/>
              <a:gd name="connsiteY128" fmla="*/ 1471612 h 1890712"/>
              <a:gd name="connsiteX129" fmla="*/ 2007394 w 2543175"/>
              <a:gd name="connsiteY129" fmla="*/ 1478756 h 1890712"/>
              <a:gd name="connsiteX130" fmla="*/ 2016919 w 2543175"/>
              <a:gd name="connsiteY130" fmla="*/ 1483519 h 1890712"/>
              <a:gd name="connsiteX131" fmla="*/ 2024063 w 2543175"/>
              <a:gd name="connsiteY131" fmla="*/ 1490662 h 1890712"/>
              <a:gd name="connsiteX132" fmla="*/ 2033588 w 2543175"/>
              <a:gd name="connsiteY132" fmla="*/ 1495425 h 1890712"/>
              <a:gd name="connsiteX133" fmla="*/ 2040732 w 2543175"/>
              <a:gd name="connsiteY133" fmla="*/ 1502569 h 1890712"/>
              <a:gd name="connsiteX134" fmla="*/ 2047875 w 2543175"/>
              <a:gd name="connsiteY134" fmla="*/ 1507331 h 1890712"/>
              <a:gd name="connsiteX135" fmla="*/ 2057400 w 2543175"/>
              <a:gd name="connsiteY135" fmla="*/ 1514475 h 1890712"/>
              <a:gd name="connsiteX136" fmla="*/ 2064544 w 2543175"/>
              <a:gd name="connsiteY136" fmla="*/ 1519237 h 1890712"/>
              <a:gd name="connsiteX137" fmla="*/ 2071688 w 2543175"/>
              <a:gd name="connsiteY137" fmla="*/ 1526381 h 1890712"/>
              <a:gd name="connsiteX138" fmla="*/ 2081213 w 2543175"/>
              <a:gd name="connsiteY138" fmla="*/ 1531144 h 1890712"/>
              <a:gd name="connsiteX139" fmla="*/ 2090738 w 2543175"/>
              <a:gd name="connsiteY139" fmla="*/ 1538287 h 1890712"/>
              <a:gd name="connsiteX140" fmla="*/ 2109788 w 2543175"/>
              <a:gd name="connsiteY140" fmla="*/ 1547812 h 1890712"/>
              <a:gd name="connsiteX141" fmla="*/ 2131219 w 2543175"/>
              <a:gd name="connsiteY141" fmla="*/ 1562100 h 1890712"/>
              <a:gd name="connsiteX142" fmla="*/ 2140744 w 2543175"/>
              <a:gd name="connsiteY142" fmla="*/ 1566862 h 1890712"/>
              <a:gd name="connsiteX143" fmla="*/ 2152650 w 2543175"/>
              <a:gd name="connsiteY143" fmla="*/ 1576387 h 1890712"/>
              <a:gd name="connsiteX144" fmla="*/ 2181225 w 2543175"/>
              <a:gd name="connsiteY144" fmla="*/ 1590675 h 1890712"/>
              <a:gd name="connsiteX145" fmla="*/ 2200275 w 2543175"/>
              <a:gd name="connsiteY145" fmla="*/ 1607344 h 1890712"/>
              <a:gd name="connsiteX146" fmla="*/ 2207419 w 2543175"/>
              <a:gd name="connsiteY146" fmla="*/ 1612106 h 1890712"/>
              <a:gd name="connsiteX147" fmla="*/ 2216944 w 2543175"/>
              <a:gd name="connsiteY147" fmla="*/ 1619250 h 1890712"/>
              <a:gd name="connsiteX148" fmla="*/ 2224088 w 2543175"/>
              <a:gd name="connsiteY148" fmla="*/ 1624012 h 1890712"/>
              <a:gd name="connsiteX149" fmla="*/ 2247900 w 2543175"/>
              <a:gd name="connsiteY149" fmla="*/ 1643062 h 1890712"/>
              <a:gd name="connsiteX150" fmla="*/ 2255044 w 2543175"/>
              <a:gd name="connsiteY150" fmla="*/ 1650206 h 1890712"/>
              <a:gd name="connsiteX151" fmla="*/ 2281238 w 2543175"/>
              <a:gd name="connsiteY151" fmla="*/ 1664494 h 1890712"/>
              <a:gd name="connsiteX152" fmla="*/ 2297907 w 2543175"/>
              <a:gd name="connsiteY152" fmla="*/ 1674019 h 1890712"/>
              <a:gd name="connsiteX153" fmla="*/ 2312194 w 2543175"/>
              <a:gd name="connsiteY153" fmla="*/ 1685925 h 1890712"/>
              <a:gd name="connsiteX154" fmla="*/ 2328863 w 2543175"/>
              <a:gd name="connsiteY154" fmla="*/ 1697831 h 1890712"/>
              <a:gd name="connsiteX155" fmla="*/ 2350294 w 2543175"/>
              <a:gd name="connsiteY155" fmla="*/ 1712119 h 1890712"/>
              <a:gd name="connsiteX156" fmla="*/ 2369344 w 2543175"/>
              <a:gd name="connsiteY156" fmla="*/ 1724025 h 1890712"/>
              <a:gd name="connsiteX157" fmla="*/ 2428876 w 2543175"/>
              <a:gd name="connsiteY157" fmla="*/ 1785938 h 1890712"/>
              <a:gd name="connsiteX158" fmla="*/ 2466975 w 2543175"/>
              <a:gd name="connsiteY158" fmla="*/ 1783556 h 1890712"/>
              <a:gd name="connsiteX159" fmla="*/ 2481263 w 2543175"/>
              <a:gd name="connsiteY159" fmla="*/ 1795462 h 1890712"/>
              <a:gd name="connsiteX160" fmla="*/ 2486025 w 2543175"/>
              <a:gd name="connsiteY160" fmla="*/ 1802606 h 1890712"/>
              <a:gd name="connsiteX161" fmla="*/ 2514600 w 2543175"/>
              <a:gd name="connsiteY161" fmla="*/ 1850231 h 1890712"/>
              <a:gd name="connsiteX162" fmla="*/ 2519363 w 2543175"/>
              <a:gd name="connsiteY162" fmla="*/ 1857375 h 1890712"/>
              <a:gd name="connsiteX163" fmla="*/ 2540794 w 2543175"/>
              <a:gd name="connsiteY163" fmla="*/ 1883569 h 1890712"/>
              <a:gd name="connsiteX164" fmla="*/ 2543175 w 2543175"/>
              <a:gd name="connsiteY16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678782 w 2543175"/>
              <a:gd name="connsiteY103" fmla="*/ 1226344 h 1890712"/>
              <a:gd name="connsiteX104" fmla="*/ 1700213 w 2543175"/>
              <a:gd name="connsiteY104" fmla="*/ 1247775 h 1890712"/>
              <a:gd name="connsiteX105" fmla="*/ 1712119 w 2543175"/>
              <a:gd name="connsiteY105" fmla="*/ 1259681 h 1890712"/>
              <a:gd name="connsiteX106" fmla="*/ 1733550 w 2543175"/>
              <a:gd name="connsiteY106" fmla="*/ 1273969 h 1890712"/>
              <a:gd name="connsiteX107" fmla="*/ 1743075 w 2543175"/>
              <a:gd name="connsiteY107" fmla="*/ 1283494 h 1890712"/>
              <a:gd name="connsiteX108" fmla="*/ 1754982 w 2543175"/>
              <a:gd name="connsiteY108" fmla="*/ 1290637 h 1890712"/>
              <a:gd name="connsiteX109" fmla="*/ 1766888 w 2543175"/>
              <a:gd name="connsiteY109" fmla="*/ 1300162 h 1890712"/>
              <a:gd name="connsiteX110" fmla="*/ 1783557 w 2543175"/>
              <a:gd name="connsiteY110" fmla="*/ 1307306 h 1890712"/>
              <a:gd name="connsiteX111" fmla="*/ 1790700 w 2543175"/>
              <a:gd name="connsiteY111" fmla="*/ 1312069 h 1890712"/>
              <a:gd name="connsiteX112" fmla="*/ 1800225 w 2543175"/>
              <a:gd name="connsiteY112" fmla="*/ 1319212 h 1890712"/>
              <a:gd name="connsiteX113" fmla="*/ 1807369 w 2543175"/>
              <a:gd name="connsiteY113" fmla="*/ 1321594 h 1890712"/>
              <a:gd name="connsiteX114" fmla="*/ 1824038 w 2543175"/>
              <a:gd name="connsiteY114" fmla="*/ 1333500 h 1890712"/>
              <a:gd name="connsiteX115" fmla="*/ 1843088 w 2543175"/>
              <a:gd name="connsiteY115" fmla="*/ 1352550 h 1890712"/>
              <a:gd name="connsiteX116" fmla="*/ 1852613 w 2543175"/>
              <a:gd name="connsiteY116" fmla="*/ 1359694 h 1890712"/>
              <a:gd name="connsiteX117" fmla="*/ 1859757 w 2543175"/>
              <a:gd name="connsiteY117" fmla="*/ 1366837 h 1890712"/>
              <a:gd name="connsiteX118" fmla="*/ 1869282 w 2543175"/>
              <a:gd name="connsiteY118" fmla="*/ 1371600 h 1890712"/>
              <a:gd name="connsiteX119" fmla="*/ 1883569 w 2543175"/>
              <a:gd name="connsiteY119" fmla="*/ 1388269 h 1890712"/>
              <a:gd name="connsiteX120" fmla="*/ 1893094 w 2543175"/>
              <a:gd name="connsiteY120" fmla="*/ 1395412 h 1890712"/>
              <a:gd name="connsiteX121" fmla="*/ 1902619 w 2543175"/>
              <a:gd name="connsiteY121" fmla="*/ 1404937 h 1890712"/>
              <a:gd name="connsiteX122" fmla="*/ 1912144 w 2543175"/>
              <a:gd name="connsiteY122" fmla="*/ 1409700 h 1890712"/>
              <a:gd name="connsiteX123" fmla="*/ 1931194 w 2543175"/>
              <a:gd name="connsiteY123" fmla="*/ 1421606 h 1890712"/>
              <a:gd name="connsiteX124" fmla="*/ 1935957 w 2543175"/>
              <a:gd name="connsiteY124" fmla="*/ 1428750 h 1890712"/>
              <a:gd name="connsiteX125" fmla="*/ 1952625 w 2543175"/>
              <a:gd name="connsiteY125" fmla="*/ 1438275 h 1890712"/>
              <a:gd name="connsiteX126" fmla="*/ 1971675 w 2543175"/>
              <a:gd name="connsiteY126" fmla="*/ 1450181 h 1890712"/>
              <a:gd name="connsiteX127" fmla="*/ 1981200 w 2543175"/>
              <a:gd name="connsiteY127" fmla="*/ 1454944 h 1890712"/>
              <a:gd name="connsiteX128" fmla="*/ 1997869 w 2543175"/>
              <a:gd name="connsiteY128" fmla="*/ 1471612 h 1890712"/>
              <a:gd name="connsiteX129" fmla="*/ 2007394 w 2543175"/>
              <a:gd name="connsiteY129" fmla="*/ 1478756 h 1890712"/>
              <a:gd name="connsiteX130" fmla="*/ 2016919 w 2543175"/>
              <a:gd name="connsiteY130" fmla="*/ 1483519 h 1890712"/>
              <a:gd name="connsiteX131" fmla="*/ 2024063 w 2543175"/>
              <a:gd name="connsiteY131" fmla="*/ 1490662 h 1890712"/>
              <a:gd name="connsiteX132" fmla="*/ 2033588 w 2543175"/>
              <a:gd name="connsiteY132" fmla="*/ 1495425 h 1890712"/>
              <a:gd name="connsiteX133" fmla="*/ 2040732 w 2543175"/>
              <a:gd name="connsiteY133" fmla="*/ 1502569 h 1890712"/>
              <a:gd name="connsiteX134" fmla="*/ 2047875 w 2543175"/>
              <a:gd name="connsiteY134" fmla="*/ 1507331 h 1890712"/>
              <a:gd name="connsiteX135" fmla="*/ 2057400 w 2543175"/>
              <a:gd name="connsiteY135" fmla="*/ 1514475 h 1890712"/>
              <a:gd name="connsiteX136" fmla="*/ 2064544 w 2543175"/>
              <a:gd name="connsiteY136" fmla="*/ 1519237 h 1890712"/>
              <a:gd name="connsiteX137" fmla="*/ 2071688 w 2543175"/>
              <a:gd name="connsiteY137" fmla="*/ 1526381 h 1890712"/>
              <a:gd name="connsiteX138" fmla="*/ 2081213 w 2543175"/>
              <a:gd name="connsiteY138" fmla="*/ 1531144 h 1890712"/>
              <a:gd name="connsiteX139" fmla="*/ 2090738 w 2543175"/>
              <a:gd name="connsiteY139" fmla="*/ 1538287 h 1890712"/>
              <a:gd name="connsiteX140" fmla="*/ 2109788 w 2543175"/>
              <a:gd name="connsiteY140" fmla="*/ 1547812 h 1890712"/>
              <a:gd name="connsiteX141" fmla="*/ 2131219 w 2543175"/>
              <a:gd name="connsiteY141" fmla="*/ 1562100 h 1890712"/>
              <a:gd name="connsiteX142" fmla="*/ 2140744 w 2543175"/>
              <a:gd name="connsiteY142" fmla="*/ 1566862 h 1890712"/>
              <a:gd name="connsiteX143" fmla="*/ 2152650 w 2543175"/>
              <a:gd name="connsiteY143" fmla="*/ 1576387 h 1890712"/>
              <a:gd name="connsiteX144" fmla="*/ 2181225 w 2543175"/>
              <a:gd name="connsiteY144" fmla="*/ 1590675 h 1890712"/>
              <a:gd name="connsiteX145" fmla="*/ 2200275 w 2543175"/>
              <a:gd name="connsiteY145" fmla="*/ 1607344 h 1890712"/>
              <a:gd name="connsiteX146" fmla="*/ 2207419 w 2543175"/>
              <a:gd name="connsiteY146" fmla="*/ 1612106 h 1890712"/>
              <a:gd name="connsiteX147" fmla="*/ 2216944 w 2543175"/>
              <a:gd name="connsiteY147" fmla="*/ 1619250 h 1890712"/>
              <a:gd name="connsiteX148" fmla="*/ 2224088 w 2543175"/>
              <a:gd name="connsiteY148" fmla="*/ 1624012 h 1890712"/>
              <a:gd name="connsiteX149" fmla="*/ 2247900 w 2543175"/>
              <a:gd name="connsiteY149" fmla="*/ 1643062 h 1890712"/>
              <a:gd name="connsiteX150" fmla="*/ 2255044 w 2543175"/>
              <a:gd name="connsiteY150" fmla="*/ 1650206 h 1890712"/>
              <a:gd name="connsiteX151" fmla="*/ 2281238 w 2543175"/>
              <a:gd name="connsiteY151" fmla="*/ 1664494 h 1890712"/>
              <a:gd name="connsiteX152" fmla="*/ 2297907 w 2543175"/>
              <a:gd name="connsiteY152" fmla="*/ 1674019 h 1890712"/>
              <a:gd name="connsiteX153" fmla="*/ 2312194 w 2543175"/>
              <a:gd name="connsiteY153" fmla="*/ 1685925 h 1890712"/>
              <a:gd name="connsiteX154" fmla="*/ 2328863 w 2543175"/>
              <a:gd name="connsiteY154" fmla="*/ 1697831 h 1890712"/>
              <a:gd name="connsiteX155" fmla="*/ 2350294 w 2543175"/>
              <a:gd name="connsiteY155" fmla="*/ 1712119 h 1890712"/>
              <a:gd name="connsiteX156" fmla="*/ 2369344 w 2543175"/>
              <a:gd name="connsiteY156" fmla="*/ 1724025 h 1890712"/>
              <a:gd name="connsiteX157" fmla="*/ 2428876 w 2543175"/>
              <a:gd name="connsiteY157" fmla="*/ 1785938 h 1890712"/>
              <a:gd name="connsiteX158" fmla="*/ 2466975 w 2543175"/>
              <a:gd name="connsiteY158" fmla="*/ 1783556 h 1890712"/>
              <a:gd name="connsiteX159" fmla="*/ 2481263 w 2543175"/>
              <a:gd name="connsiteY159" fmla="*/ 1795462 h 1890712"/>
              <a:gd name="connsiteX160" fmla="*/ 2486025 w 2543175"/>
              <a:gd name="connsiteY160" fmla="*/ 1802606 h 1890712"/>
              <a:gd name="connsiteX161" fmla="*/ 2514600 w 2543175"/>
              <a:gd name="connsiteY161" fmla="*/ 1850231 h 1890712"/>
              <a:gd name="connsiteX162" fmla="*/ 2519363 w 2543175"/>
              <a:gd name="connsiteY162" fmla="*/ 1857375 h 1890712"/>
              <a:gd name="connsiteX163" fmla="*/ 2540794 w 2543175"/>
              <a:gd name="connsiteY163" fmla="*/ 1883569 h 1890712"/>
              <a:gd name="connsiteX164" fmla="*/ 2543175 w 2543175"/>
              <a:gd name="connsiteY16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24088 w 2543175"/>
              <a:gd name="connsiteY147" fmla="*/ 1624012 h 1890712"/>
              <a:gd name="connsiteX148" fmla="*/ 2247900 w 2543175"/>
              <a:gd name="connsiteY148" fmla="*/ 1643062 h 1890712"/>
              <a:gd name="connsiteX149" fmla="*/ 2255044 w 2543175"/>
              <a:gd name="connsiteY149" fmla="*/ 1650206 h 1890712"/>
              <a:gd name="connsiteX150" fmla="*/ 2281238 w 2543175"/>
              <a:gd name="connsiteY150" fmla="*/ 1664494 h 1890712"/>
              <a:gd name="connsiteX151" fmla="*/ 2297907 w 2543175"/>
              <a:gd name="connsiteY151" fmla="*/ 1674019 h 1890712"/>
              <a:gd name="connsiteX152" fmla="*/ 2312194 w 2543175"/>
              <a:gd name="connsiteY152" fmla="*/ 1685925 h 1890712"/>
              <a:gd name="connsiteX153" fmla="*/ 2328863 w 2543175"/>
              <a:gd name="connsiteY153" fmla="*/ 1697831 h 1890712"/>
              <a:gd name="connsiteX154" fmla="*/ 2350294 w 2543175"/>
              <a:gd name="connsiteY154" fmla="*/ 1712119 h 1890712"/>
              <a:gd name="connsiteX155" fmla="*/ 2369344 w 2543175"/>
              <a:gd name="connsiteY155" fmla="*/ 1724025 h 1890712"/>
              <a:gd name="connsiteX156" fmla="*/ 2428876 w 2543175"/>
              <a:gd name="connsiteY156" fmla="*/ 1785938 h 1890712"/>
              <a:gd name="connsiteX157" fmla="*/ 2466975 w 2543175"/>
              <a:gd name="connsiteY157" fmla="*/ 1783556 h 1890712"/>
              <a:gd name="connsiteX158" fmla="*/ 2481263 w 2543175"/>
              <a:gd name="connsiteY158" fmla="*/ 1795462 h 1890712"/>
              <a:gd name="connsiteX159" fmla="*/ 2486025 w 2543175"/>
              <a:gd name="connsiteY159" fmla="*/ 1802606 h 1890712"/>
              <a:gd name="connsiteX160" fmla="*/ 2514600 w 2543175"/>
              <a:gd name="connsiteY160" fmla="*/ 1850231 h 1890712"/>
              <a:gd name="connsiteX161" fmla="*/ 2519363 w 2543175"/>
              <a:gd name="connsiteY161" fmla="*/ 1857375 h 1890712"/>
              <a:gd name="connsiteX162" fmla="*/ 2540794 w 2543175"/>
              <a:gd name="connsiteY162" fmla="*/ 1883569 h 1890712"/>
              <a:gd name="connsiteX163" fmla="*/ 2543175 w 2543175"/>
              <a:gd name="connsiteY163"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24088 w 2543175"/>
              <a:gd name="connsiteY147" fmla="*/ 1624012 h 1890712"/>
              <a:gd name="connsiteX148" fmla="*/ 2247900 w 2543175"/>
              <a:gd name="connsiteY148" fmla="*/ 1643062 h 1890712"/>
              <a:gd name="connsiteX149" fmla="*/ 2255044 w 2543175"/>
              <a:gd name="connsiteY149" fmla="*/ 1650206 h 1890712"/>
              <a:gd name="connsiteX150" fmla="*/ 2281238 w 2543175"/>
              <a:gd name="connsiteY150" fmla="*/ 1664494 h 1890712"/>
              <a:gd name="connsiteX151" fmla="*/ 2297907 w 2543175"/>
              <a:gd name="connsiteY151" fmla="*/ 1674019 h 1890712"/>
              <a:gd name="connsiteX152" fmla="*/ 2312194 w 2543175"/>
              <a:gd name="connsiteY152" fmla="*/ 1685925 h 1890712"/>
              <a:gd name="connsiteX153" fmla="*/ 2328863 w 2543175"/>
              <a:gd name="connsiteY153" fmla="*/ 1697831 h 1890712"/>
              <a:gd name="connsiteX154" fmla="*/ 2350294 w 2543175"/>
              <a:gd name="connsiteY154" fmla="*/ 1712119 h 1890712"/>
              <a:gd name="connsiteX155" fmla="*/ 2428876 w 2543175"/>
              <a:gd name="connsiteY155" fmla="*/ 1785938 h 1890712"/>
              <a:gd name="connsiteX156" fmla="*/ 2466975 w 2543175"/>
              <a:gd name="connsiteY156" fmla="*/ 1783556 h 1890712"/>
              <a:gd name="connsiteX157" fmla="*/ 2481263 w 2543175"/>
              <a:gd name="connsiteY157" fmla="*/ 1795462 h 1890712"/>
              <a:gd name="connsiteX158" fmla="*/ 2486025 w 2543175"/>
              <a:gd name="connsiteY158" fmla="*/ 1802606 h 1890712"/>
              <a:gd name="connsiteX159" fmla="*/ 2514600 w 2543175"/>
              <a:gd name="connsiteY159" fmla="*/ 1850231 h 1890712"/>
              <a:gd name="connsiteX160" fmla="*/ 2519363 w 2543175"/>
              <a:gd name="connsiteY160" fmla="*/ 1857375 h 1890712"/>
              <a:gd name="connsiteX161" fmla="*/ 2540794 w 2543175"/>
              <a:gd name="connsiteY161" fmla="*/ 1883569 h 1890712"/>
              <a:gd name="connsiteX162" fmla="*/ 2543175 w 2543175"/>
              <a:gd name="connsiteY16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297907 w 2543175"/>
              <a:gd name="connsiteY150" fmla="*/ 1674019 h 1890712"/>
              <a:gd name="connsiteX151" fmla="*/ 2312194 w 2543175"/>
              <a:gd name="connsiteY151" fmla="*/ 1685925 h 1890712"/>
              <a:gd name="connsiteX152" fmla="*/ 2328863 w 2543175"/>
              <a:gd name="connsiteY152" fmla="*/ 1697831 h 1890712"/>
              <a:gd name="connsiteX153" fmla="*/ 2350294 w 2543175"/>
              <a:gd name="connsiteY153" fmla="*/ 1712119 h 1890712"/>
              <a:gd name="connsiteX154" fmla="*/ 2428876 w 2543175"/>
              <a:gd name="connsiteY154" fmla="*/ 1785938 h 1890712"/>
              <a:gd name="connsiteX155" fmla="*/ 2466975 w 2543175"/>
              <a:gd name="connsiteY155" fmla="*/ 1783556 h 1890712"/>
              <a:gd name="connsiteX156" fmla="*/ 2481263 w 2543175"/>
              <a:gd name="connsiteY156" fmla="*/ 1795462 h 1890712"/>
              <a:gd name="connsiteX157" fmla="*/ 2486025 w 2543175"/>
              <a:gd name="connsiteY157" fmla="*/ 1802606 h 1890712"/>
              <a:gd name="connsiteX158" fmla="*/ 2514600 w 2543175"/>
              <a:gd name="connsiteY158" fmla="*/ 1850231 h 1890712"/>
              <a:gd name="connsiteX159" fmla="*/ 2519363 w 2543175"/>
              <a:gd name="connsiteY159" fmla="*/ 1857375 h 1890712"/>
              <a:gd name="connsiteX160" fmla="*/ 2540794 w 2543175"/>
              <a:gd name="connsiteY160" fmla="*/ 1883569 h 1890712"/>
              <a:gd name="connsiteX161" fmla="*/ 2543175 w 2543175"/>
              <a:gd name="connsiteY161"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297907 w 2543175"/>
              <a:gd name="connsiteY150" fmla="*/ 1674019 h 1890712"/>
              <a:gd name="connsiteX151" fmla="*/ 2312194 w 2543175"/>
              <a:gd name="connsiteY151" fmla="*/ 1685925 h 1890712"/>
              <a:gd name="connsiteX152" fmla="*/ 2328863 w 2543175"/>
              <a:gd name="connsiteY152" fmla="*/ 1697831 h 1890712"/>
              <a:gd name="connsiteX153" fmla="*/ 2350294 w 2543175"/>
              <a:gd name="connsiteY153" fmla="*/ 1712119 h 1890712"/>
              <a:gd name="connsiteX154" fmla="*/ 2428876 w 2543175"/>
              <a:gd name="connsiteY154" fmla="*/ 1785938 h 1890712"/>
              <a:gd name="connsiteX155" fmla="*/ 2481263 w 2543175"/>
              <a:gd name="connsiteY155" fmla="*/ 1795462 h 1890712"/>
              <a:gd name="connsiteX156" fmla="*/ 2486025 w 2543175"/>
              <a:gd name="connsiteY156" fmla="*/ 1802606 h 1890712"/>
              <a:gd name="connsiteX157" fmla="*/ 2514600 w 2543175"/>
              <a:gd name="connsiteY157" fmla="*/ 1850231 h 1890712"/>
              <a:gd name="connsiteX158" fmla="*/ 2519363 w 2543175"/>
              <a:gd name="connsiteY158" fmla="*/ 1857375 h 1890712"/>
              <a:gd name="connsiteX159" fmla="*/ 2540794 w 2543175"/>
              <a:gd name="connsiteY159" fmla="*/ 1883569 h 1890712"/>
              <a:gd name="connsiteX160" fmla="*/ 2543175 w 2543175"/>
              <a:gd name="connsiteY16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297907 w 2543175"/>
              <a:gd name="connsiteY150" fmla="*/ 1674019 h 1890712"/>
              <a:gd name="connsiteX151" fmla="*/ 2312194 w 2543175"/>
              <a:gd name="connsiteY151" fmla="*/ 1685925 h 1890712"/>
              <a:gd name="connsiteX152" fmla="*/ 2328863 w 2543175"/>
              <a:gd name="connsiteY152" fmla="*/ 1697831 h 1890712"/>
              <a:gd name="connsiteX153" fmla="*/ 2350294 w 2543175"/>
              <a:gd name="connsiteY153" fmla="*/ 1712119 h 1890712"/>
              <a:gd name="connsiteX154" fmla="*/ 2428876 w 2543175"/>
              <a:gd name="connsiteY154" fmla="*/ 1785938 h 1890712"/>
              <a:gd name="connsiteX155" fmla="*/ 2481263 w 2543175"/>
              <a:gd name="connsiteY155" fmla="*/ 1795462 h 1890712"/>
              <a:gd name="connsiteX156" fmla="*/ 2514600 w 2543175"/>
              <a:gd name="connsiteY156" fmla="*/ 1850231 h 1890712"/>
              <a:gd name="connsiteX157" fmla="*/ 2519363 w 2543175"/>
              <a:gd name="connsiteY157" fmla="*/ 1857375 h 1890712"/>
              <a:gd name="connsiteX158" fmla="*/ 2540794 w 2543175"/>
              <a:gd name="connsiteY158" fmla="*/ 1883569 h 1890712"/>
              <a:gd name="connsiteX159" fmla="*/ 2543175 w 2543175"/>
              <a:gd name="connsiteY15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297907 w 2543175"/>
              <a:gd name="connsiteY150" fmla="*/ 1674019 h 1890712"/>
              <a:gd name="connsiteX151" fmla="*/ 2312194 w 2543175"/>
              <a:gd name="connsiteY151" fmla="*/ 1685925 h 1890712"/>
              <a:gd name="connsiteX152" fmla="*/ 2328863 w 2543175"/>
              <a:gd name="connsiteY152" fmla="*/ 1697831 h 1890712"/>
              <a:gd name="connsiteX153" fmla="*/ 2350294 w 2543175"/>
              <a:gd name="connsiteY153" fmla="*/ 1712119 h 1890712"/>
              <a:gd name="connsiteX154" fmla="*/ 2428876 w 2543175"/>
              <a:gd name="connsiteY154" fmla="*/ 1785938 h 1890712"/>
              <a:gd name="connsiteX155" fmla="*/ 2469356 w 2543175"/>
              <a:gd name="connsiteY155" fmla="*/ 1816894 h 1890712"/>
              <a:gd name="connsiteX156" fmla="*/ 2514600 w 2543175"/>
              <a:gd name="connsiteY156" fmla="*/ 1850231 h 1890712"/>
              <a:gd name="connsiteX157" fmla="*/ 2519363 w 2543175"/>
              <a:gd name="connsiteY157" fmla="*/ 1857375 h 1890712"/>
              <a:gd name="connsiteX158" fmla="*/ 2540794 w 2543175"/>
              <a:gd name="connsiteY158" fmla="*/ 1883569 h 1890712"/>
              <a:gd name="connsiteX159" fmla="*/ 2543175 w 2543175"/>
              <a:gd name="connsiteY15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297907 w 2543175"/>
              <a:gd name="connsiteY150" fmla="*/ 1674019 h 1890712"/>
              <a:gd name="connsiteX151" fmla="*/ 2312194 w 2543175"/>
              <a:gd name="connsiteY151" fmla="*/ 1685925 h 1890712"/>
              <a:gd name="connsiteX152" fmla="*/ 2350294 w 2543175"/>
              <a:gd name="connsiteY152" fmla="*/ 1712119 h 1890712"/>
              <a:gd name="connsiteX153" fmla="*/ 2428876 w 2543175"/>
              <a:gd name="connsiteY153" fmla="*/ 1785938 h 1890712"/>
              <a:gd name="connsiteX154" fmla="*/ 2469356 w 2543175"/>
              <a:gd name="connsiteY154" fmla="*/ 1816894 h 1890712"/>
              <a:gd name="connsiteX155" fmla="*/ 2514600 w 2543175"/>
              <a:gd name="connsiteY155" fmla="*/ 1850231 h 1890712"/>
              <a:gd name="connsiteX156" fmla="*/ 2519363 w 2543175"/>
              <a:gd name="connsiteY156" fmla="*/ 1857375 h 1890712"/>
              <a:gd name="connsiteX157" fmla="*/ 2540794 w 2543175"/>
              <a:gd name="connsiteY157" fmla="*/ 1883569 h 1890712"/>
              <a:gd name="connsiteX158" fmla="*/ 2543175 w 2543175"/>
              <a:gd name="connsiteY158"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312194 w 2543175"/>
              <a:gd name="connsiteY150" fmla="*/ 1685925 h 1890712"/>
              <a:gd name="connsiteX151" fmla="*/ 2350294 w 2543175"/>
              <a:gd name="connsiteY151" fmla="*/ 1712119 h 1890712"/>
              <a:gd name="connsiteX152" fmla="*/ 2428876 w 2543175"/>
              <a:gd name="connsiteY152" fmla="*/ 1785938 h 1890712"/>
              <a:gd name="connsiteX153" fmla="*/ 2469356 w 2543175"/>
              <a:gd name="connsiteY153" fmla="*/ 1816894 h 1890712"/>
              <a:gd name="connsiteX154" fmla="*/ 2514600 w 2543175"/>
              <a:gd name="connsiteY154" fmla="*/ 1850231 h 1890712"/>
              <a:gd name="connsiteX155" fmla="*/ 2519363 w 2543175"/>
              <a:gd name="connsiteY155" fmla="*/ 1857375 h 1890712"/>
              <a:gd name="connsiteX156" fmla="*/ 2540794 w 2543175"/>
              <a:gd name="connsiteY156" fmla="*/ 1883569 h 1890712"/>
              <a:gd name="connsiteX157" fmla="*/ 2543175 w 2543175"/>
              <a:gd name="connsiteY157"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81238 w 2543175"/>
              <a:gd name="connsiteY148" fmla="*/ 1664494 h 1890712"/>
              <a:gd name="connsiteX149" fmla="*/ 2312194 w 2543175"/>
              <a:gd name="connsiteY149" fmla="*/ 1685925 h 1890712"/>
              <a:gd name="connsiteX150" fmla="*/ 2350294 w 2543175"/>
              <a:gd name="connsiteY150" fmla="*/ 1712119 h 1890712"/>
              <a:gd name="connsiteX151" fmla="*/ 2428876 w 2543175"/>
              <a:gd name="connsiteY151" fmla="*/ 1785938 h 1890712"/>
              <a:gd name="connsiteX152" fmla="*/ 2469356 w 2543175"/>
              <a:gd name="connsiteY152" fmla="*/ 1816894 h 1890712"/>
              <a:gd name="connsiteX153" fmla="*/ 2514600 w 2543175"/>
              <a:gd name="connsiteY153" fmla="*/ 1850231 h 1890712"/>
              <a:gd name="connsiteX154" fmla="*/ 2519363 w 2543175"/>
              <a:gd name="connsiteY154" fmla="*/ 1857375 h 1890712"/>
              <a:gd name="connsiteX155" fmla="*/ 2540794 w 2543175"/>
              <a:gd name="connsiteY155" fmla="*/ 1883569 h 1890712"/>
              <a:gd name="connsiteX156" fmla="*/ 2543175 w 2543175"/>
              <a:gd name="connsiteY15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81238 w 2543175"/>
              <a:gd name="connsiteY148" fmla="*/ 1674019 h 1890712"/>
              <a:gd name="connsiteX149" fmla="*/ 2312194 w 2543175"/>
              <a:gd name="connsiteY149" fmla="*/ 1685925 h 1890712"/>
              <a:gd name="connsiteX150" fmla="*/ 2350294 w 2543175"/>
              <a:gd name="connsiteY150" fmla="*/ 1712119 h 1890712"/>
              <a:gd name="connsiteX151" fmla="*/ 2428876 w 2543175"/>
              <a:gd name="connsiteY151" fmla="*/ 1785938 h 1890712"/>
              <a:gd name="connsiteX152" fmla="*/ 2469356 w 2543175"/>
              <a:gd name="connsiteY152" fmla="*/ 1816894 h 1890712"/>
              <a:gd name="connsiteX153" fmla="*/ 2514600 w 2543175"/>
              <a:gd name="connsiteY153" fmla="*/ 1850231 h 1890712"/>
              <a:gd name="connsiteX154" fmla="*/ 2519363 w 2543175"/>
              <a:gd name="connsiteY154" fmla="*/ 1857375 h 1890712"/>
              <a:gd name="connsiteX155" fmla="*/ 2540794 w 2543175"/>
              <a:gd name="connsiteY155" fmla="*/ 1883569 h 1890712"/>
              <a:gd name="connsiteX156" fmla="*/ 2543175 w 2543175"/>
              <a:gd name="connsiteY15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81238 w 2543175"/>
              <a:gd name="connsiteY148" fmla="*/ 1674019 h 1890712"/>
              <a:gd name="connsiteX149" fmla="*/ 2312194 w 2543175"/>
              <a:gd name="connsiteY149" fmla="*/ 1702594 h 1890712"/>
              <a:gd name="connsiteX150" fmla="*/ 2350294 w 2543175"/>
              <a:gd name="connsiteY150" fmla="*/ 1712119 h 1890712"/>
              <a:gd name="connsiteX151" fmla="*/ 2428876 w 2543175"/>
              <a:gd name="connsiteY151" fmla="*/ 1785938 h 1890712"/>
              <a:gd name="connsiteX152" fmla="*/ 2469356 w 2543175"/>
              <a:gd name="connsiteY152" fmla="*/ 1816894 h 1890712"/>
              <a:gd name="connsiteX153" fmla="*/ 2514600 w 2543175"/>
              <a:gd name="connsiteY153" fmla="*/ 1850231 h 1890712"/>
              <a:gd name="connsiteX154" fmla="*/ 2519363 w 2543175"/>
              <a:gd name="connsiteY154" fmla="*/ 1857375 h 1890712"/>
              <a:gd name="connsiteX155" fmla="*/ 2540794 w 2543175"/>
              <a:gd name="connsiteY155" fmla="*/ 1883569 h 1890712"/>
              <a:gd name="connsiteX156" fmla="*/ 2543175 w 2543175"/>
              <a:gd name="connsiteY15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81238 w 2543175"/>
              <a:gd name="connsiteY148" fmla="*/ 1674019 h 1890712"/>
              <a:gd name="connsiteX149" fmla="*/ 2312194 w 2543175"/>
              <a:gd name="connsiteY149" fmla="*/ 1702594 h 1890712"/>
              <a:gd name="connsiteX150" fmla="*/ 2369344 w 2543175"/>
              <a:gd name="connsiteY150" fmla="*/ 1757363 h 1890712"/>
              <a:gd name="connsiteX151" fmla="*/ 2428876 w 2543175"/>
              <a:gd name="connsiteY151" fmla="*/ 1785938 h 1890712"/>
              <a:gd name="connsiteX152" fmla="*/ 2469356 w 2543175"/>
              <a:gd name="connsiteY152" fmla="*/ 1816894 h 1890712"/>
              <a:gd name="connsiteX153" fmla="*/ 2514600 w 2543175"/>
              <a:gd name="connsiteY153" fmla="*/ 1850231 h 1890712"/>
              <a:gd name="connsiteX154" fmla="*/ 2519363 w 2543175"/>
              <a:gd name="connsiteY154" fmla="*/ 1857375 h 1890712"/>
              <a:gd name="connsiteX155" fmla="*/ 2540794 w 2543175"/>
              <a:gd name="connsiteY155" fmla="*/ 1883569 h 1890712"/>
              <a:gd name="connsiteX156" fmla="*/ 2543175 w 2543175"/>
              <a:gd name="connsiteY15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907257 w 2543175"/>
              <a:gd name="connsiteY66" fmla="*/ 683419 h 1890712"/>
              <a:gd name="connsiteX67" fmla="*/ 928688 w 2543175"/>
              <a:gd name="connsiteY67" fmla="*/ 695325 h 1890712"/>
              <a:gd name="connsiteX68" fmla="*/ 942975 w 2543175"/>
              <a:gd name="connsiteY68" fmla="*/ 700087 h 1890712"/>
              <a:gd name="connsiteX69" fmla="*/ 964407 w 2543175"/>
              <a:gd name="connsiteY69" fmla="*/ 716756 h 1890712"/>
              <a:gd name="connsiteX70" fmla="*/ 971550 w 2543175"/>
              <a:gd name="connsiteY70" fmla="*/ 723900 h 1890712"/>
              <a:gd name="connsiteX71" fmla="*/ 983457 w 2543175"/>
              <a:gd name="connsiteY71" fmla="*/ 733425 h 1890712"/>
              <a:gd name="connsiteX72" fmla="*/ 990600 w 2543175"/>
              <a:gd name="connsiteY72" fmla="*/ 738187 h 1890712"/>
              <a:gd name="connsiteX73" fmla="*/ 1007269 w 2543175"/>
              <a:gd name="connsiteY73" fmla="*/ 752475 h 1890712"/>
              <a:gd name="connsiteX74" fmla="*/ 1031082 w 2543175"/>
              <a:gd name="connsiteY74" fmla="*/ 766762 h 1890712"/>
              <a:gd name="connsiteX75" fmla="*/ 1042988 w 2543175"/>
              <a:gd name="connsiteY75" fmla="*/ 773906 h 1890712"/>
              <a:gd name="connsiteX76" fmla="*/ 1071563 w 2543175"/>
              <a:gd name="connsiteY76" fmla="*/ 785812 h 1890712"/>
              <a:gd name="connsiteX77" fmla="*/ 1097757 w 2543175"/>
              <a:gd name="connsiteY77" fmla="*/ 807244 h 1890712"/>
              <a:gd name="connsiteX78" fmla="*/ 1104900 w 2543175"/>
              <a:gd name="connsiteY78" fmla="*/ 814387 h 1890712"/>
              <a:gd name="connsiteX79" fmla="*/ 1121569 w 2543175"/>
              <a:gd name="connsiteY79" fmla="*/ 823912 h 1890712"/>
              <a:gd name="connsiteX80" fmla="*/ 1138238 w 2543175"/>
              <a:gd name="connsiteY80" fmla="*/ 835819 h 1890712"/>
              <a:gd name="connsiteX81" fmla="*/ 1147763 w 2543175"/>
              <a:gd name="connsiteY81" fmla="*/ 842962 h 1890712"/>
              <a:gd name="connsiteX82" fmla="*/ 1157288 w 2543175"/>
              <a:gd name="connsiteY82" fmla="*/ 847725 h 1890712"/>
              <a:gd name="connsiteX83" fmla="*/ 1178719 w 2543175"/>
              <a:gd name="connsiteY83" fmla="*/ 859631 h 1890712"/>
              <a:gd name="connsiteX84" fmla="*/ 1188244 w 2543175"/>
              <a:gd name="connsiteY84" fmla="*/ 866775 h 1890712"/>
              <a:gd name="connsiteX85" fmla="*/ 1195388 w 2543175"/>
              <a:gd name="connsiteY85" fmla="*/ 871537 h 1890712"/>
              <a:gd name="connsiteX86" fmla="*/ 1212057 w 2543175"/>
              <a:gd name="connsiteY86" fmla="*/ 883444 h 1890712"/>
              <a:gd name="connsiteX87" fmla="*/ 1226344 w 2543175"/>
              <a:gd name="connsiteY87" fmla="*/ 895350 h 1890712"/>
              <a:gd name="connsiteX88" fmla="*/ 1245394 w 2543175"/>
              <a:gd name="connsiteY88" fmla="*/ 907256 h 1890712"/>
              <a:gd name="connsiteX89" fmla="*/ 1254919 w 2543175"/>
              <a:gd name="connsiteY89" fmla="*/ 914400 h 1890712"/>
              <a:gd name="connsiteX90" fmla="*/ 1269207 w 2543175"/>
              <a:gd name="connsiteY90" fmla="*/ 921544 h 1890712"/>
              <a:gd name="connsiteX91" fmla="*/ 1290638 w 2543175"/>
              <a:gd name="connsiteY91" fmla="*/ 935831 h 1890712"/>
              <a:gd name="connsiteX92" fmla="*/ 1307307 w 2543175"/>
              <a:gd name="connsiteY92" fmla="*/ 952500 h 1890712"/>
              <a:gd name="connsiteX93" fmla="*/ 1333500 w 2543175"/>
              <a:gd name="connsiteY93" fmla="*/ 971550 h 1890712"/>
              <a:gd name="connsiteX94" fmla="*/ 1359694 w 2543175"/>
              <a:gd name="connsiteY94" fmla="*/ 990600 h 1890712"/>
              <a:gd name="connsiteX95" fmla="*/ 1385888 w 2543175"/>
              <a:gd name="connsiteY95" fmla="*/ 1021557 h 1890712"/>
              <a:gd name="connsiteX96" fmla="*/ 1435894 w 2543175"/>
              <a:gd name="connsiteY96" fmla="*/ 1054894 h 1890712"/>
              <a:gd name="connsiteX97" fmla="*/ 1497806 w 2543175"/>
              <a:gd name="connsiteY97" fmla="*/ 1104900 h 1890712"/>
              <a:gd name="connsiteX98" fmla="*/ 1559718 w 2543175"/>
              <a:gd name="connsiteY98" fmla="*/ 1154906 h 1890712"/>
              <a:gd name="connsiteX99" fmla="*/ 1595438 w 2543175"/>
              <a:gd name="connsiteY99" fmla="*/ 1181100 h 1890712"/>
              <a:gd name="connsiteX100" fmla="*/ 1628775 w 2543175"/>
              <a:gd name="connsiteY100" fmla="*/ 1207294 h 1890712"/>
              <a:gd name="connsiteX101" fmla="*/ 1662113 w 2543175"/>
              <a:gd name="connsiteY101" fmla="*/ 1231107 h 1890712"/>
              <a:gd name="connsiteX102" fmla="*/ 1700213 w 2543175"/>
              <a:gd name="connsiteY102" fmla="*/ 1247775 h 1890712"/>
              <a:gd name="connsiteX103" fmla="*/ 1712119 w 2543175"/>
              <a:gd name="connsiteY103" fmla="*/ 1259681 h 1890712"/>
              <a:gd name="connsiteX104" fmla="*/ 1733550 w 2543175"/>
              <a:gd name="connsiteY104" fmla="*/ 1273969 h 1890712"/>
              <a:gd name="connsiteX105" fmla="*/ 1743075 w 2543175"/>
              <a:gd name="connsiteY105" fmla="*/ 1283494 h 1890712"/>
              <a:gd name="connsiteX106" fmla="*/ 1754982 w 2543175"/>
              <a:gd name="connsiteY106" fmla="*/ 1290637 h 1890712"/>
              <a:gd name="connsiteX107" fmla="*/ 1766888 w 2543175"/>
              <a:gd name="connsiteY107" fmla="*/ 1300162 h 1890712"/>
              <a:gd name="connsiteX108" fmla="*/ 1783557 w 2543175"/>
              <a:gd name="connsiteY108" fmla="*/ 1307306 h 1890712"/>
              <a:gd name="connsiteX109" fmla="*/ 1790700 w 2543175"/>
              <a:gd name="connsiteY109" fmla="*/ 1312069 h 1890712"/>
              <a:gd name="connsiteX110" fmla="*/ 1800225 w 2543175"/>
              <a:gd name="connsiteY110" fmla="*/ 1319212 h 1890712"/>
              <a:gd name="connsiteX111" fmla="*/ 1807369 w 2543175"/>
              <a:gd name="connsiteY111" fmla="*/ 1321594 h 1890712"/>
              <a:gd name="connsiteX112" fmla="*/ 1824038 w 2543175"/>
              <a:gd name="connsiteY112" fmla="*/ 1333500 h 1890712"/>
              <a:gd name="connsiteX113" fmla="*/ 1843088 w 2543175"/>
              <a:gd name="connsiteY113" fmla="*/ 1352550 h 1890712"/>
              <a:gd name="connsiteX114" fmla="*/ 1852613 w 2543175"/>
              <a:gd name="connsiteY114" fmla="*/ 1359694 h 1890712"/>
              <a:gd name="connsiteX115" fmla="*/ 1859757 w 2543175"/>
              <a:gd name="connsiteY115" fmla="*/ 1366837 h 1890712"/>
              <a:gd name="connsiteX116" fmla="*/ 1869282 w 2543175"/>
              <a:gd name="connsiteY116" fmla="*/ 1371600 h 1890712"/>
              <a:gd name="connsiteX117" fmla="*/ 1883569 w 2543175"/>
              <a:gd name="connsiteY117" fmla="*/ 1388269 h 1890712"/>
              <a:gd name="connsiteX118" fmla="*/ 1893094 w 2543175"/>
              <a:gd name="connsiteY118" fmla="*/ 1395412 h 1890712"/>
              <a:gd name="connsiteX119" fmla="*/ 1902619 w 2543175"/>
              <a:gd name="connsiteY119" fmla="*/ 1404937 h 1890712"/>
              <a:gd name="connsiteX120" fmla="*/ 1912144 w 2543175"/>
              <a:gd name="connsiteY120" fmla="*/ 1409700 h 1890712"/>
              <a:gd name="connsiteX121" fmla="*/ 1931194 w 2543175"/>
              <a:gd name="connsiteY121" fmla="*/ 1421606 h 1890712"/>
              <a:gd name="connsiteX122" fmla="*/ 1935957 w 2543175"/>
              <a:gd name="connsiteY122" fmla="*/ 1428750 h 1890712"/>
              <a:gd name="connsiteX123" fmla="*/ 1952625 w 2543175"/>
              <a:gd name="connsiteY123" fmla="*/ 1438275 h 1890712"/>
              <a:gd name="connsiteX124" fmla="*/ 1971675 w 2543175"/>
              <a:gd name="connsiteY124" fmla="*/ 1450181 h 1890712"/>
              <a:gd name="connsiteX125" fmla="*/ 1981200 w 2543175"/>
              <a:gd name="connsiteY125" fmla="*/ 1454944 h 1890712"/>
              <a:gd name="connsiteX126" fmla="*/ 1997869 w 2543175"/>
              <a:gd name="connsiteY126" fmla="*/ 1471612 h 1890712"/>
              <a:gd name="connsiteX127" fmla="*/ 2007394 w 2543175"/>
              <a:gd name="connsiteY127" fmla="*/ 1478756 h 1890712"/>
              <a:gd name="connsiteX128" fmla="*/ 2016919 w 2543175"/>
              <a:gd name="connsiteY128" fmla="*/ 1483519 h 1890712"/>
              <a:gd name="connsiteX129" fmla="*/ 2024063 w 2543175"/>
              <a:gd name="connsiteY129" fmla="*/ 1490662 h 1890712"/>
              <a:gd name="connsiteX130" fmla="*/ 2033588 w 2543175"/>
              <a:gd name="connsiteY130" fmla="*/ 1495425 h 1890712"/>
              <a:gd name="connsiteX131" fmla="*/ 2040732 w 2543175"/>
              <a:gd name="connsiteY131" fmla="*/ 1502569 h 1890712"/>
              <a:gd name="connsiteX132" fmla="*/ 2047875 w 2543175"/>
              <a:gd name="connsiteY132" fmla="*/ 1507331 h 1890712"/>
              <a:gd name="connsiteX133" fmla="*/ 2057400 w 2543175"/>
              <a:gd name="connsiteY133" fmla="*/ 1514475 h 1890712"/>
              <a:gd name="connsiteX134" fmla="*/ 2064544 w 2543175"/>
              <a:gd name="connsiteY134" fmla="*/ 1519237 h 1890712"/>
              <a:gd name="connsiteX135" fmla="*/ 2071688 w 2543175"/>
              <a:gd name="connsiteY135" fmla="*/ 1526381 h 1890712"/>
              <a:gd name="connsiteX136" fmla="*/ 2081213 w 2543175"/>
              <a:gd name="connsiteY136" fmla="*/ 1531144 h 1890712"/>
              <a:gd name="connsiteX137" fmla="*/ 2090738 w 2543175"/>
              <a:gd name="connsiteY137" fmla="*/ 1538287 h 1890712"/>
              <a:gd name="connsiteX138" fmla="*/ 2109788 w 2543175"/>
              <a:gd name="connsiteY138" fmla="*/ 1547812 h 1890712"/>
              <a:gd name="connsiteX139" fmla="*/ 2131219 w 2543175"/>
              <a:gd name="connsiteY139" fmla="*/ 1562100 h 1890712"/>
              <a:gd name="connsiteX140" fmla="*/ 2140744 w 2543175"/>
              <a:gd name="connsiteY140" fmla="*/ 1566862 h 1890712"/>
              <a:gd name="connsiteX141" fmla="*/ 2152650 w 2543175"/>
              <a:gd name="connsiteY141" fmla="*/ 1576387 h 1890712"/>
              <a:gd name="connsiteX142" fmla="*/ 2181225 w 2543175"/>
              <a:gd name="connsiteY142" fmla="*/ 1590675 h 1890712"/>
              <a:gd name="connsiteX143" fmla="*/ 2200275 w 2543175"/>
              <a:gd name="connsiteY143" fmla="*/ 1607344 h 1890712"/>
              <a:gd name="connsiteX144" fmla="*/ 2207419 w 2543175"/>
              <a:gd name="connsiteY144" fmla="*/ 1612106 h 1890712"/>
              <a:gd name="connsiteX145" fmla="*/ 2216944 w 2543175"/>
              <a:gd name="connsiteY145" fmla="*/ 1619250 h 1890712"/>
              <a:gd name="connsiteX146" fmla="*/ 2247900 w 2543175"/>
              <a:gd name="connsiteY146" fmla="*/ 1643062 h 1890712"/>
              <a:gd name="connsiteX147" fmla="*/ 2281238 w 2543175"/>
              <a:gd name="connsiteY147" fmla="*/ 1674019 h 1890712"/>
              <a:gd name="connsiteX148" fmla="*/ 2312194 w 2543175"/>
              <a:gd name="connsiteY148" fmla="*/ 1702594 h 1890712"/>
              <a:gd name="connsiteX149" fmla="*/ 2369344 w 2543175"/>
              <a:gd name="connsiteY149" fmla="*/ 1757363 h 1890712"/>
              <a:gd name="connsiteX150" fmla="*/ 2428876 w 2543175"/>
              <a:gd name="connsiteY150" fmla="*/ 1785938 h 1890712"/>
              <a:gd name="connsiteX151" fmla="*/ 2469356 w 2543175"/>
              <a:gd name="connsiteY151" fmla="*/ 1816894 h 1890712"/>
              <a:gd name="connsiteX152" fmla="*/ 2514600 w 2543175"/>
              <a:gd name="connsiteY152" fmla="*/ 1850231 h 1890712"/>
              <a:gd name="connsiteX153" fmla="*/ 2519363 w 2543175"/>
              <a:gd name="connsiteY153" fmla="*/ 1857375 h 1890712"/>
              <a:gd name="connsiteX154" fmla="*/ 2540794 w 2543175"/>
              <a:gd name="connsiteY154" fmla="*/ 1883569 h 1890712"/>
              <a:gd name="connsiteX155" fmla="*/ 2543175 w 2543175"/>
              <a:gd name="connsiteY155"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88207 w 2543175"/>
              <a:gd name="connsiteY64" fmla="*/ 676275 h 1890712"/>
              <a:gd name="connsiteX65" fmla="*/ 907257 w 2543175"/>
              <a:gd name="connsiteY65" fmla="*/ 683419 h 1890712"/>
              <a:gd name="connsiteX66" fmla="*/ 928688 w 2543175"/>
              <a:gd name="connsiteY66" fmla="*/ 695325 h 1890712"/>
              <a:gd name="connsiteX67" fmla="*/ 942975 w 2543175"/>
              <a:gd name="connsiteY67" fmla="*/ 700087 h 1890712"/>
              <a:gd name="connsiteX68" fmla="*/ 964407 w 2543175"/>
              <a:gd name="connsiteY68" fmla="*/ 716756 h 1890712"/>
              <a:gd name="connsiteX69" fmla="*/ 971550 w 2543175"/>
              <a:gd name="connsiteY69" fmla="*/ 723900 h 1890712"/>
              <a:gd name="connsiteX70" fmla="*/ 983457 w 2543175"/>
              <a:gd name="connsiteY70" fmla="*/ 733425 h 1890712"/>
              <a:gd name="connsiteX71" fmla="*/ 990600 w 2543175"/>
              <a:gd name="connsiteY71" fmla="*/ 738187 h 1890712"/>
              <a:gd name="connsiteX72" fmla="*/ 1007269 w 2543175"/>
              <a:gd name="connsiteY72" fmla="*/ 752475 h 1890712"/>
              <a:gd name="connsiteX73" fmla="*/ 1031082 w 2543175"/>
              <a:gd name="connsiteY73" fmla="*/ 766762 h 1890712"/>
              <a:gd name="connsiteX74" fmla="*/ 1042988 w 2543175"/>
              <a:gd name="connsiteY74" fmla="*/ 773906 h 1890712"/>
              <a:gd name="connsiteX75" fmla="*/ 1071563 w 2543175"/>
              <a:gd name="connsiteY75" fmla="*/ 785812 h 1890712"/>
              <a:gd name="connsiteX76" fmla="*/ 1097757 w 2543175"/>
              <a:gd name="connsiteY76" fmla="*/ 807244 h 1890712"/>
              <a:gd name="connsiteX77" fmla="*/ 1104900 w 2543175"/>
              <a:gd name="connsiteY77" fmla="*/ 814387 h 1890712"/>
              <a:gd name="connsiteX78" fmla="*/ 1121569 w 2543175"/>
              <a:gd name="connsiteY78" fmla="*/ 823912 h 1890712"/>
              <a:gd name="connsiteX79" fmla="*/ 1138238 w 2543175"/>
              <a:gd name="connsiteY79" fmla="*/ 835819 h 1890712"/>
              <a:gd name="connsiteX80" fmla="*/ 1147763 w 2543175"/>
              <a:gd name="connsiteY80" fmla="*/ 842962 h 1890712"/>
              <a:gd name="connsiteX81" fmla="*/ 1157288 w 2543175"/>
              <a:gd name="connsiteY81" fmla="*/ 847725 h 1890712"/>
              <a:gd name="connsiteX82" fmla="*/ 1178719 w 2543175"/>
              <a:gd name="connsiteY82" fmla="*/ 859631 h 1890712"/>
              <a:gd name="connsiteX83" fmla="*/ 1188244 w 2543175"/>
              <a:gd name="connsiteY83" fmla="*/ 866775 h 1890712"/>
              <a:gd name="connsiteX84" fmla="*/ 1195388 w 2543175"/>
              <a:gd name="connsiteY84" fmla="*/ 871537 h 1890712"/>
              <a:gd name="connsiteX85" fmla="*/ 1212057 w 2543175"/>
              <a:gd name="connsiteY85" fmla="*/ 883444 h 1890712"/>
              <a:gd name="connsiteX86" fmla="*/ 1226344 w 2543175"/>
              <a:gd name="connsiteY86" fmla="*/ 895350 h 1890712"/>
              <a:gd name="connsiteX87" fmla="*/ 1245394 w 2543175"/>
              <a:gd name="connsiteY87" fmla="*/ 907256 h 1890712"/>
              <a:gd name="connsiteX88" fmla="*/ 1254919 w 2543175"/>
              <a:gd name="connsiteY88" fmla="*/ 914400 h 1890712"/>
              <a:gd name="connsiteX89" fmla="*/ 1269207 w 2543175"/>
              <a:gd name="connsiteY89" fmla="*/ 921544 h 1890712"/>
              <a:gd name="connsiteX90" fmla="*/ 1290638 w 2543175"/>
              <a:gd name="connsiteY90" fmla="*/ 935831 h 1890712"/>
              <a:gd name="connsiteX91" fmla="*/ 1307307 w 2543175"/>
              <a:gd name="connsiteY91" fmla="*/ 952500 h 1890712"/>
              <a:gd name="connsiteX92" fmla="*/ 1333500 w 2543175"/>
              <a:gd name="connsiteY92" fmla="*/ 971550 h 1890712"/>
              <a:gd name="connsiteX93" fmla="*/ 1359694 w 2543175"/>
              <a:gd name="connsiteY93" fmla="*/ 990600 h 1890712"/>
              <a:gd name="connsiteX94" fmla="*/ 1385888 w 2543175"/>
              <a:gd name="connsiteY94" fmla="*/ 1021557 h 1890712"/>
              <a:gd name="connsiteX95" fmla="*/ 1435894 w 2543175"/>
              <a:gd name="connsiteY95" fmla="*/ 1054894 h 1890712"/>
              <a:gd name="connsiteX96" fmla="*/ 1497806 w 2543175"/>
              <a:gd name="connsiteY96" fmla="*/ 1104900 h 1890712"/>
              <a:gd name="connsiteX97" fmla="*/ 1559718 w 2543175"/>
              <a:gd name="connsiteY97" fmla="*/ 1154906 h 1890712"/>
              <a:gd name="connsiteX98" fmla="*/ 1595438 w 2543175"/>
              <a:gd name="connsiteY98" fmla="*/ 1181100 h 1890712"/>
              <a:gd name="connsiteX99" fmla="*/ 1628775 w 2543175"/>
              <a:gd name="connsiteY99" fmla="*/ 1207294 h 1890712"/>
              <a:gd name="connsiteX100" fmla="*/ 1662113 w 2543175"/>
              <a:gd name="connsiteY100" fmla="*/ 1231107 h 1890712"/>
              <a:gd name="connsiteX101" fmla="*/ 1700213 w 2543175"/>
              <a:gd name="connsiteY101" fmla="*/ 1247775 h 1890712"/>
              <a:gd name="connsiteX102" fmla="*/ 1712119 w 2543175"/>
              <a:gd name="connsiteY102" fmla="*/ 1259681 h 1890712"/>
              <a:gd name="connsiteX103" fmla="*/ 1733550 w 2543175"/>
              <a:gd name="connsiteY103" fmla="*/ 1273969 h 1890712"/>
              <a:gd name="connsiteX104" fmla="*/ 1743075 w 2543175"/>
              <a:gd name="connsiteY104" fmla="*/ 1283494 h 1890712"/>
              <a:gd name="connsiteX105" fmla="*/ 1754982 w 2543175"/>
              <a:gd name="connsiteY105" fmla="*/ 1290637 h 1890712"/>
              <a:gd name="connsiteX106" fmla="*/ 1766888 w 2543175"/>
              <a:gd name="connsiteY106" fmla="*/ 1300162 h 1890712"/>
              <a:gd name="connsiteX107" fmla="*/ 1783557 w 2543175"/>
              <a:gd name="connsiteY107" fmla="*/ 1307306 h 1890712"/>
              <a:gd name="connsiteX108" fmla="*/ 1790700 w 2543175"/>
              <a:gd name="connsiteY108" fmla="*/ 1312069 h 1890712"/>
              <a:gd name="connsiteX109" fmla="*/ 1800225 w 2543175"/>
              <a:gd name="connsiteY109" fmla="*/ 1319212 h 1890712"/>
              <a:gd name="connsiteX110" fmla="*/ 1807369 w 2543175"/>
              <a:gd name="connsiteY110" fmla="*/ 1321594 h 1890712"/>
              <a:gd name="connsiteX111" fmla="*/ 1824038 w 2543175"/>
              <a:gd name="connsiteY111" fmla="*/ 1333500 h 1890712"/>
              <a:gd name="connsiteX112" fmla="*/ 1843088 w 2543175"/>
              <a:gd name="connsiteY112" fmla="*/ 1352550 h 1890712"/>
              <a:gd name="connsiteX113" fmla="*/ 1852613 w 2543175"/>
              <a:gd name="connsiteY113" fmla="*/ 1359694 h 1890712"/>
              <a:gd name="connsiteX114" fmla="*/ 1859757 w 2543175"/>
              <a:gd name="connsiteY114" fmla="*/ 1366837 h 1890712"/>
              <a:gd name="connsiteX115" fmla="*/ 1869282 w 2543175"/>
              <a:gd name="connsiteY115" fmla="*/ 1371600 h 1890712"/>
              <a:gd name="connsiteX116" fmla="*/ 1883569 w 2543175"/>
              <a:gd name="connsiteY116" fmla="*/ 1388269 h 1890712"/>
              <a:gd name="connsiteX117" fmla="*/ 1893094 w 2543175"/>
              <a:gd name="connsiteY117" fmla="*/ 1395412 h 1890712"/>
              <a:gd name="connsiteX118" fmla="*/ 1902619 w 2543175"/>
              <a:gd name="connsiteY118" fmla="*/ 1404937 h 1890712"/>
              <a:gd name="connsiteX119" fmla="*/ 1912144 w 2543175"/>
              <a:gd name="connsiteY119" fmla="*/ 1409700 h 1890712"/>
              <a:gd name="connsiteX120" fmla="*/ 1931194 w 2543175"/>
              <a:gd name="connsiteY120" fmla="*/ 1421606 h 1890712"/>
              <a:gd name="connsiteX121" fmla="*/ 1935957 w 2543175"/>
              <a:gd name="connsiteY121" fmla="*/ 1428750 h 1890712"/>
              <a:gd name="connsiteX122" fmla="*/ 1952625 w 2543175"/>
              <a:gd name="connsiteY122" fmla="*/ 1438275 h 1890712"/>
              <a:gd name="connsiteX123" fmla="*/ 1971675 w 2543175"/>
              <a:gd name="connsiteY123" fmla="*/ 1450181 h 1890712"/>
              <a:gd name="connsiteX124" fmla="*/ 1981200 w 2543175"/>
              <a:gd name="connsiteY124" fmla="*/ 1454944 h 1890712"/>
              <a:gd name="connsiteX125" fmla="*/ 1997869 w 2543175"/>
              <a:gd name="connsiteY125" fmla="*/ 1471612 h 1890712"/>
              <a:gd name="connsiteX126" fmla="*/ 2007394 w 2543175"/>
              <a:gd name="connsiteY126" fmla="*/ 1478756 h 1890712"/>
              <a:gd name="connsiteX127" fmla="*/ 2016919 w 2543175"/>
              <a:gd name="connsiteY127" fmla="*/ 1483519 h 1890712"/>
              <a:gd name="connsiteX128" fmla="*/ 2024063 w 2543175"/>
              <a:gd name="connsiteY128" fmla="*/ 1490662 h 1890712"/>
              <a:gd name="connsiteX129" fmla="*/ 2033588 w 2543175"/>
              <a:gd name="connsiteY129" fmla="*/ 1495425 h 1890712"/>
              <a:gd name="connsiteX130" fmla="*/ 2040732 w 2543175"/>
              <a:gd name="connsiteY130" fmla="*/ 1502569 h 1890712"/>
              <a:gd name="connsiteX131" fmla="*/ 2047875 w 2543175"/>
              <a:gd name="connsiteY131" fmla="*/ 1507331 h 1890712"/>
              <a:gd name="connsiteX132" fmla="*/ 2057400 w 2543175"/>
              <a:gd name="connsiteY132" fmla="*/ 1514475 h 1890712"/>
              <a:gd name="connsiteX133" fmla="*/ 2064544 w 2543175"/>
              <a:gd name="connsiteY133" fmla="*/ 1519237 h 1890712"/>
              <a:gd name="connsiteX134" fmla="*/ 2071688 w 2543175"/>
              <a:gd name="connsiteY134" fmla="*/ 1526381 h 1890712"/>
              <a:gd name="connsiteX135" fmla="*/ 2081213 w 2543175"/>
              <a:gd name="connsiteY135" fmla="*/ 1531144 h 1890712"/>
              <a:gd name="connsiteX136" fmla="*/ 2090738 w 2543175"/>
              <a:gd name="connsiteY136" fmla="*/ 1538287 h 1890712"/>
              <a:gd name="connsiteX137" fmla="*/ 2109788 w 2543175"/>
              <a:gd name="connsiteY137" fmla="*/ 1547812 h 1890712"/>
              <a:gd name="connsiteX138" fmla="*/ 2131219 w 2543175"/>
              <a:gd name="connsiteY138" fmla="*/ 1562100 h 1890712"/>
              <a:gd name="connsiteX139" fmla="*/ 2140744 w 2543175"/>
              <a:gd name="connsiteY139" fmla="*/ 1566862 h 1890712"/>
              <a:gd name="connsiteX140" fmla="*/ 2152650 w 2543175"/>
              <a:gd name="connsiteY140" fmla="*/ 1576387 h 1890712"/>
              <a:gd name="connsiteX141" fmla="*/ 2181225 w 2543175"/>
              <a:gd name="connsiteY141" fmla="*/ 1590675 h 1890712"/>
              <a:gd name="connsiteX142" fmla="*/ 2200275 w 2543175"/>
              <a:gd name="connsiteY142" fmla="*/ 1607344 h 1890712"/>
              <a:gd name="connsiteX143" fmla="*/ 2207419 w 2543175"/>
              <a:gd name="connsiteY143" fmla="*/ 1612106 h 1890712"/>
              <a:gd name="connsiteX144" fmla="*/ 2216944 w 2543175"/>
              <a:gd name="connsiteY144" fmla="*/ 1619250 h 1890712"/>
              <a:gd name="connsiteX145" fmla="*/ 2247900 w 2543175"/>
              <a:gd name="connsiteY145" fmla="*/ 1643062 h 1890712"/>
              <a:gd name="connsiteX146" fmla="*/ 2281238 w 2543175"/>
              <a:gd name="connsiteY146" fmla="*/ 1674019 h 1890712"/>
              <a:gd name="connsiteX147" fmla="*/ 2312194 w 2543175"/>
              <a:gd name="connsiteY147" fmla="*/ 1702594 h 1890712"/>
              <a:gd name="connsiteX148" fmla="*/ 2369344 w 2543175"/>
              <a:gd name="connsiteY148" fmla="*/ 1757363 h 1890712"/>
              <a:gd name="connsiteX149" fmla="*/ 2428876 w 2543175"/>
              <a:gd name="connsiteY149" fmla="*/ 1785938 h 1890712"/>
              <a:gd name="connsiteX150" fmla="*/ 2469356 w 2543175"/>
              <a:gd name="connsiteY150" fmla="*/ 1816894 h 1890712"/>
              <a:gd name="connsiteX151" fmla="*/ 2514600 w 2543175"/>
              <a:gd name="connsiteY151" fmla="*/ 1850231 h 1890712"/>
              <a:gd name="connsiteX152" fmla="*/ 2519363 w 2543175"/>
              <a:gd name="connsiteY152" fmla="*/ 1857375 h 1890712"/>
              <a:gd name="connsiteX153" fmla="*/ 2540794 w 2543175"/>
              <a:gd name="connsiteY153" fmla="*/ 1883569 h 1890712"/>
              <a:gd name="connsiteX154" fmla="*/ 2543175 w 2543175"/>
              <a:gd name="connsiteY154" fmla="*/ 1890712 h 1890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2543175" h="1890712">
                <a:moveTo>
                  <a:pt x="0" y="0"/>
                </a:moveTo>
                <a:cubicBezTo>
                  <a:pt x="3969" y="3969"/>
                  <a:pt x="7477" y="8460"/>
                  <a:pt x="11907" y="11906"/>
                </a:cubicBezTo>
                <a:cubicBezTo>
                  <a:pt x="14709" y="14085"/>
                  <a:pt x="18922" y="14159"/>
                  <a:pt x="21432" y="16669"/>
                </a:cubicBezTo>
                <a:cubicBezTo>
                  <a:pt x="23207" y="18444"/>
                  <a:pt x="22354" y="21770"/>
                  <a:pt x="23813" y="23812"/>
                </a:cubicBezTo>
                <a:cubicBezTo>
                  <a:pt x="26423" y="27466"/>
                  <a:pt x="30381" y="29958"/>
                  <a:pt x="33338" y="33337"/>
                </a:cubicBezTo>
                <a:cubicBezTo>
                  <a:pt x="35951" y="36324"/>
                  <a:pt x="37676" y="40056"/>
                  <a:pt x="40482" y="42862"/>
                </a:cubicBezTo>
                <a:cubicBezTo>
                  <a:pt x="42506" y="44886"/>
                  <a:pt x="45296" y="45961"/>
                  <a:pt x="47625" y="47625"/>
                </a:cubicBezTo>
                <a:cubicBezTo>
                  <a:pt x="50854" y="49932"/>
                  <a:pt x="53920" y="52462"/>
                  <a:pt x="57150" y="54769"/>
                </a:cubicBezTo>
                <a:cubicBezTo>
                  <a:pt x="59479" y="56432"/>
                  <a:pt x="62004" y="57814"/>
                  <a:pt x="64294" y="59531"/>
                </a:cubicBezTo>
                <a:cubicBezTo>
                  <a:pt x="70526" y="64205"/>
                  <a:pt x="76425" y="69975"/>
                  <a:pt x="83344" y="73819"/>
                </a:cubicBezTo>
                <a:cubicBezTo>
                  <a:pt x="87999" y="76405"/>
                  <a:pt x="92977" y="78376"/>
                  <a:pt x="97632" y="80962"/>
                </a:cubicBezTo>
                <a:cubicBezTo>
                  <a:pt x="100134" y="82352"/>
                  <a:pt x="102602" y="83862"/>
                  <a:pt x="104775" y="85725"/>
                </a:cubicBezTo>
                <a:cubicBezTo>
                  <a:pt x="108184" y="88647"/>
                  <a:pt x="110492" y="92870"/>
                  <a:pt x="114300" y="95250"/>
                </a:cubicBezTo>
                <a:cubicBezTo>
                  <a:pt x="117075" y="96984"/>
                  <a:pt x="120650" y="96837"/>
                  <a:pt x="123825" y="97631"/>
                </a:cubicBezTo>
                <a:cubicBezTo>
                  <a:pt x="126206" y="100012"/>
                  <a:pt x="128412" y="102583"/>
                  <a:pt x="130969" y="104775"/>
                </a:cubicBezTo>
                <a:cubicBezTo>
                  <a:pt x="133982" y="107358"/>
                  <a:pt x="137264" y="109612"/>
                  <a:pt x="140494" y="111919"/>
                </a:cubicBezTo>
                <a:cubicBezTo>
                  <a:pt x="142823" y="113582"/>
                  <a:pt x="145439" y="114849"/>
                  <a:pt x="147638" y="116681"/>
                </a:cubicBezTo>
                <a:cubicBezTo>
                  <a:pt x="162120" y="128749"/>
                  <a:pt x="146681" y="119775"/>
                  <a:pt x="164307" y="128587"/>
                </a:cubicBezTo>
                <a:cubicBezTo>
                  <a:pt x="175940" y="140221"/>
                  <a:pt x="166351" y="132138"/>
                  <a:pt x="180975" y="140494"/>
                </a:cubicBezTo>
                <a:cubicBezTo>
                  <a:pt x="186596" y="143706"/>
                  <a:pt x="192522" y="148741"/>
                  <a:pt x="197644" y="152400"/>
                </a:cubicBezTo>
                <a:cubicBezTo>
                  <a:pt x="199973" y="154063"/>
                  <a:pt x="202459" y="155499"/>
                  <a:pt x="204788" y="157162"/>
                </a:cubicBezTo>
                <a:cubicBezTo>
                  <a:pt x="208018" y="159469"/>
                  <a:pt x="211507" y="161500"/>
                  <a:pt x="214313" y="164306"/>
                </a:cubicBezTo>
                <a:cubicBezTo>
                  <a:pt x="225954" y="175947"/>
                  <a:pt x="216166" y="172508"/>
                  <a:pt x="230982" y="180975"/>
                </a:cubicBezTo>
                <a:cubicBezTo>
                  <a:pt x="233514" y="182422"/>
                  <a:pt x="236141" y="179387"/>
                  <a:pt x="247650" y="185737"/>
                </a:cubicBezTo>
                <a:cubicBezTo>
                  <a:pt x="259159" y="192087"/>
                  <a:pt x="284163" y="207566"/>
                  <a:pt x="300038" y="219075"/>
                </a:cubicBezTo>
                <a:cubicBezTo>
                  <a:pt x="315913" y="230584"/>
                  <a:pt x="331788" y="247253"/>
                  <a:pt x="342900" y="254794"/>
                </a:cubicBezTo>
                <a:cubicBezTo>
                  <a:pt x="351711" y="272418"/>
                  <a:pt x="361951" y="261541"/>
                  <a:pt x="366713" y="264319"/>
                </a:cubicBezTo>
                <a:cubicBezTo>
                  <a:pt x="371475" y="267097"/>
                  <a:pt x="368300" y="268287"/>
                  <a:pt x="371475" y="271462"/>
                </a:cubicBezTo>
                <a:cubicBezTo>
                  <a:pt x="374650" y="274637"/>
                  <a:pt x="380207" y="279400"/>
                  <a:pt x="385763" y="283369"/>
                </a:cubicBezTo>
                <a:cubicBezTo>
                  <a:pt x="391319" y="287338"/>
                  <a:pt x="400447" y="292894"/>
                  <a:pt x="404813" y="295275"/>
                </a:cubicBezTo>
                <a:cubicBezTo>
                  <a:pt x="409179" y="297656"/>
                  <a:pt x="401638" y="292100"/>
                  <a:pt x="411957" y="297656"/>
                </a:cubicBezTo>
                <a:cubicBezTo>
                  <a:pt x="422276" y="303212"/>
                  <a:pt x="456010" y="322262"/>
                  <a:pt x="466725" y="328612"/>
                </a:cubicBezTo>
                <a:cubicBezTo>
                  <a:pt x="477440" y="334962"/>
                  <a:pt x="473444" y="332950"/>
                  <a:pt x="476250" y="335756"/>
                </a:cubicBezTo>
                <a:cubicBezTo>
                  <a:pt x="478274" y="337780"/>
                  <a:pt x="479150" y="340727"/>
                  <a:pt x="481013" y="342900"/>
                </a:cubicBezTo>
                <a:cubicBezTo>
                  <a:pt x="483935" y="346309"/>
                  <a:pt x="487616" y="349016"/>
                  <a:pt x="490538" y="352425"/>
                </a:cubicBezTo>
                <a:cubicBezTo>
                  <a:pt x="492400" y="354598"/>
                  <a:pt x="493637" y="357240"/>
                  <a:pt x="495300" y="359569"/>
                </a:cubicBezTo>
                <a:cubicBezTo>
                  <a:pt x="513137" y="384542"/>
                  <a:pt x="492279" y="355466"/>
                  <a:pt x="509588" y="376237"/>
                </a:cubicBezTo>
                <a:cubicBezTo>
                  <a:pt x="511420" y="378436"/>
                  <a:pt x="512518" y="381182"/>
                  <a:pt x="514350" y="383381"/>
                </a:cubicBezTo>
                <a:cubicBezTo>
                  <a:pt x="527305" y="398928"/>
                  <a:pt x="515259" y="381909"/>
                  <a:pt x="531019" y="397669"/>
                </a:cubicBezTo>
                <a:cubicBezTo>
                  <a:pt x="533825" y="400475"/>
                  <a:pt x="535550" y="404207"/>
                  <a:pt x="538163" y="407194"/>
                </a:cubicBezTo>
                <a:cubicBezTo>
                  <a:pt x="555321" y="426803"/>
                  <a:pt x="540377" y="409091"/>
                  <a:pt x="554832" y="421481"/>
                </a:cubicBezTo>
                <a:cubicBezTo>
                  <a:pt x="558241" y="424403"/>
                  <a:pt x="560978" y="428049"/>
                  <a:pt x="564357" y="431006"/>
                </a:cubicBezTo>
                <a:cubicBezTo>
                  <a:pt x="567344" y="433619"/>
                  <a:pt x="570783" y="435671"/>
                  <a:pt x="573882" y="438150"/>
                </a:cubicBezTo>
                <a:cubicBezTo>
                  <a:pt x="577392" y="440958"/>
                  <a:pt x="589001" y="451663"/>
                  <a:pt x="595313" y="454819"/>
                </a:cubicBezTo>
                <a:cubicBezTo>
                  <a:pt x="597558" y="455942"/>
                  <a:pt x="600212" y="456077"/>
                  <a:pt x="602457" y="457200"/>
                </a:cubicBezTo>
                <a:cubicBezTo>
                  <a:pt x="627542" y="469743"/>
                  <a:pt x="610065" y="464460"/>
                  <a:pt x="628650" y="469106"/>
                </a:cubicBezTo>
                <a:cubicBezTo>
                  <a:pt x="634206" y="473869"/>
                  <a:pt x="639401" y="479090"/>
                  <a:pt x="645319" y="483394"/>
                </a:cubicBezTo>
                <a:cubicBezTo>
                  <a:pt x="648190" y="485482"/>
                  <a:pt x="652149" y="485846"/>
                  <a:pt x="654844" y="488156"/>
                </a:cubicBezTo>
                <a:cubicBezTo>
                  <a:pt x="657857" y="490739"/>
                  <a:pt x="659062" y="494999"/>
                  <a:pt x="661988" y="497681"/>
                </a:cubicBezTo>
                <a:cubicBezTo>
                  <a:pt x="668659" y="503796"/>
                  <a:pt x="675889" y="509330"/>
                  <a:pt x="683419" y="514350"/>
                </a:cubicBezTo>
                <a:cubicBezTo>
                  <a:pt x="688757" y="517908"/>
                  <a:pt x="695358" y="522117"/>
                  <a:pt x="700088" y="526256"/>
                </a:cubicBezTo>
                <a:cubicBezTo>
                  <a:pt x="703467" y="529213"/>
                  <a:pt x="706234" y="532824"/>
                  <a:pt x="709613" y="535781"/>
                </a:cubicBezTo>
                <a:cubicBezTo>
                  <a:pt x="712600" y="538394"/>
                  <a:pt x="716188" y="540270"/>
                  <a:pt x="719138" y="542925"/>
                </a:cubicBezTo>
                <a:cubicBezTo>
                  <a:pt x="724144" y="547430"/>
                  <a:pt x="727401" y="554200"/>
                  <a:pt x="733425" y="557212"/>
                </a:cubicBezTo>
                <a:cubicBezTo>
                  <a:pt x="758177" y="569589"/>
                  <a:pt x="728852" y="553670"/>
                  <a:pt x="750094" y="569119"/>
                </a:cubicBezTo>
                <a:cubicBezTo>
                  <a:pt x="756150" y="573523"/>
                  <a:pt x="762723" y="577172"/>
                  <a:pt x="769144" y="581025"/>
                </a:cubicBezTo>
                <a:cubicBezTo>
                  <a:pt x="774632" y="584317"/>
                  <a:pt x="785813" y="590550"/>
                  <a:pt x="785813" y="590550"/>
                </a:cubicBezTo>
                <a:cubicBezTo>
                  <a:pt x="788194" y="593725"/>
                  <a:pt x="790151" y="597269"/>
                  <a:pt x="792957" y="600075"/>
                </a:cubicBezTo>
                <a:cubicBezTo>
                  <a:pt x="801539" y="608657"/>
                  <a:pt x="801510" y="605219"/>
                  <a:pt x="809625" y="611981"/>
                </a:cubicBezTo>
                <a:cubicBezTo>
                  <a:pt x="812212" y="614137"/>
                  <a:pt x="814212" y="616933"/>
                  <a:pt x="816769" y="619125"/>
                </a:cubicBezTo>
                <a:cubicBezTo>
                  <a:pt x="819782" y="621708"/>
                  <a:pt x="823195" y="623790"/>
                  <a:pt x="826294" y="626269"/>
                </a:cubicBezTo>
                <a:cubicBezTo>
                  <a:pt x="831135" y="630142"/>
                  <a:pt x="835948" y="634056"/>
                  <a:pt x="840582" y="638175"/>
                </a:cubicBezTo>
                <a:cubicBezTo>
                  <a:pt x="843099" y="640412"/>
                  <a:pt x="845168" y="643127"/>
                  <a:pt x="847725" y="645319"/>
                </a:cubicBezTo>
                <a:cubicBezTo>
                  <a:pt x="850738" y="647902"/>
                  <a:pt x="850503" y="647303"/>
                  <a:pt x="857250" y="652462"/>
                </a:cubicBezTo>
                <a:cubicBezTo>
                  <a:pt x="863997" y="657621"/>
                  <a:pt x="879873" y="671116"/>
                  <a:pt x="888207" y="676275"/>
                </a:cubicBezTo>
                <a:cubicBezTo>
                  <a:pt x="896541" y="681434"/>
                  <a:pt x="900510" y="680244"/>
                  <a:pt x="907257" y="683419"/>
                </a:cubicBezTo>
                <a:cubicBezTo>
                  <a:pt x="913293" y="687040"/>
                  <a:pt x="921861" y="692594"/>
                  <a:pt x="928688" y="695325"/>
                </a:cubicBezTo>
                <a:cubicBezTo>
                  <a:pt x="933349" y="697189"/>
                  <a:pt x="938213" y="698500"/>
                  <a:pt x="942975" y="700087"/>
                </a:cubicBezTo>
                <a:cubicBezTo>
                  <a:pt x="950119" y="705643"/>
                  <a:pt x="958008" y="710356"/>
                  <a:pt x="964407" y="716756"/>
                </a:cubicBezTo>
                <a:cubicBezTo>
                  <a:pt x="966788" y="719137"/>
                  <a:pt x="969016" y="721682"/>
                  <a:pt x="971550" y="723900"/>
                </a:cubicBezTo>
                <a:cubicBezTo>
                  <a:pt x="975375" y="727247"/>
                  <a:pt x="979391" y="730375"/>
                  <a:pt x="983457" y="733425"/>
                </a:cubicBezTo>
                <a:cubicBezTo>
                  <a:pt x="985746" y="735142"/>
                  <a:pt x="988402" y="736355"/>
                  <a:pt x="990600" y="738187"/>
                </a:cubicBezTo>
                <a:cubicBezTo>
                  <a:pt x="1003421" y="748872"/>
                  <a:pt x="991667" y="742445"/>
                  <a:pt x="1007269" y="752475"/>
                </a:cubicBezTo>
                <a:cubicBezTo>
                  <a:pt x="1015056" y="757481"/>
                  <a:pt x="1023144" y="762000"/>
                  <a:pt x="1031082" y="766762"/>
                </a:cubicBezTo>
                <a:cubicBezTo>
                  <a:pt x="1035051" y="769143"/>
                  <a:pt x="1038597" y="772442"/>
                  <a:pt x="1042988" y="773906"/>
                </a:cubicBezTo>
                <a:cubicBezTo>
                  <a:pt x="1062326" y="780353"/>
                  <a:pt x="1052785" y="776424"/>
                  <a:pt x="1071563" y="785812"/>
                </a:cubicBezTo>
                <a:cubicBezTo>
                  <a:pt x="1104554" y="818805"/>
                  <a:pt x="1069470" y="786029"/>
                  <a:pt x="1097757" y="807244"/>
                </a:cubicBezTo>
                <a:cubicBezTo>
                  <a:pt x="1100451" y="809264"/>
                  <a:pt x="1102343" y="812196"/>
                  <a:pt x="1104900" y="814387"/>
                </a:cubicBezTo>
                <a:cubicBezTo>
                  <a:pt x="1114075" y="822251"/>
                  <a:pt x="1112151" y="820773"/>
                  <a:pt x="1121569" y="823912"/>
                </a:cubicBezTo>
                <a:cubicBezTo>
                  <a:pt x="1135186" y="837529"/>
                  <a:pt x="1121524" y="825373"/>
                  <a:pt x="1138238" y="835819"/>
                </a:cubicBezTo>
                <a:cubicBezTo>
                  <a:pt x="1141603" y="837922"/>
                  <a:pt x="1144398" y="840859"/>
                  <a:pt x="1147763" y="842962"/>
                </a:cubicBezTo>
                <a:cubicBezTo>
                  <a:pt x="1150773" y="844843"/>
                  <a:pt x="1154334" y="845756"/>
                  <a:pt x="1157288" y="847725"/>
                </a:cubicBezTo>
                <a:cubicBezTo>
                  <a:pt x="1176376" y="860451"/>
                  <a:pt x="1161284" y="855273"/>
                  <a:pt x="1178719" y="859631"/>
                </a:cubicBezTo>
                <a:cubicBezTo>
                  <a:pt x="1181894" y="862012"/>
                  <a:pt x="1185014" y="864468"/>
                  <a:pt x="1188244" y="866775"/>
                </a:cubicBezTo>
                <a:cubicBezTo>
                  <a:pt x="1190573" y="868438"/>
                  <a:pt x="1193364" y="869513"/>
                  <a:pt x="1195388" y="871537"/>
                </a:cubicBezTo>
                <a:cubicBezTo>
                  <a:pt x="1208545" y="884693"/>
                  <a:pt x="1195343" y="879264"/>
                  <a:pt x="1212057" y="883444"/>
                </a:cubicBezTo>
                <a:cubicBezTo>
                  <a:pt x="1227843" y="893968"/>
                  <a:pt x="1210302" y="881600"/>
                  <a:pt x="1226344" y="895350"/>
                </a:cubicBezTo>
                <a:cubicBezTo>
                  <a:pt x="1240876" y="907806"/>
                  <a:pt x="1230381" y="897873"/>
                  <a:pt x="1245394" y="907256"/>
                </a:cubicBezTo>
                <a:cubicBezTo>
                  <a:pt x="1248760" y="909359"/>
                  <a:pt x="1251516" y="912358"/>
                  <a:pt x="1254919" y="914400"/>
                </a:cubicBezTo>
                <a:cubicBezTo>
                  <a:pt x="1259485" y="917140"/>
                  <a:pt x="1264532" y="918994"/>
                  <a:pt x="1269207" y="921544"/>
                </a:cubicBezTo>
                <a:cubicBezTo>
                  <a:pt x="1275474" y="924962"/>
                  <a:pt x="1285165" y="930855"/>
                  <a:pt x="1290638" y="935831"/>
                </a:cubicBezTo>
                <a:cubicBezTo>
                  <a:pt x="1296452" y="941117"/>
                  <a:pt x="1300769" y="948141"/>
                  <a:pt x="1307307" y="952500"/>
                </a:cubicBezTo>
                <a:cubicBezTo>
                  <a:pt x="1319614" y="960705"/>
                  <a:pt x="1316156" y="958208"/>
                  <a:pt x="1333500" y="971550"/>
                </a:cubicBezTo>
                <a:cubicBezTo>
                  <a:pt x="1345211" y="980558"/>
                  <a:pt x="1350963" y="982266"/>
                  <a:pt x="1359694" y="990600"/>
                </a:cubicBezTo>
                <a:cubicBezTo>
                  <a:pt x="1368425" y="998934"/>
                  <a:pt x="1373188" y="1010841"/>
                  <a:pt x="1385888" y="1021557"/>
                </a:cubicBezTo>
                <a:cubicBezTo>
                  <a:pt x="1398588" y="1032273"/>
                  <a:pt x="1417241" y="1041004"/>
                  <a:pt x="1435894" y="1054894"/>
                </a:cubicBezTo>
                <a:cubicBezTo>
                  <a:pt x="1454547" y="1068784"/>
                  <a:pt x="1477169" y="1088231"/>
                  <a:pt x="1497806" y="1104900"/>
                </a:cubicBezTo>
                <a:lnTo>
                  <a:pt x="1559718" y="1154906"/>
                </a:lnTo>
                <a:cubicBezTo>
                  <a:pt x="1575990" y="1167606"/>
                  <a:pt x="1583929" y="1172369"/>
                  <a:pt x="1595438" y="1181100"/>
                </a:cubicBezTo>
                <a:cubicBezTo>
                  <a:pt x="1606947" y="1189831"/>
                  <a:pt x="1617663" y="1198960"/>
                  <a:pt x="1628775" y="1207294"/>
                </a:cubicBezTo>
                <a:cubicBezTo>
                  <a:pt x="1639887" y="1215628"/>
                  <a:pt x="1650207" y="1224360"/>
                  <a:pt x="1662113" y="1231107"/>
                </a:cubicBezTo>
                <a:cubicBezTo>
                  <a:pt x="1674019" y="1237854"/>
                  <a:pt x="1691879" y="1243013"/>
                  <a:pt x="1700213" y="1247775"/>
                </a:cubicBezTo>
                <a:cubicBezTo>
                  <a:pt x="1704182" y="1251744"/>
                  <a:pt x="1707306" y="1256793"/>
                  <a:pt x="1712119" y="1259681"/>
                </a:cubicBezTo>
                <a:cubicBezTo>
                  <a:pt x="1720417" y="1264660"/>
                  <a:pt x="1726335" y="1267656"/>
                  <a:pt x="1733550" y="1273969"/>
                </a:cubicBezTo>
                <a:cubicBezTo>
                  <a:pt x="1736929" y="1276926"/>
                  <a:pt x="1739531" y="1280737"/>
                  <a:pt x="1743075" y="1283494"/>
                </a:cubicBezTo>
                <a:cubicBezTo>
                  <a:pt x="1746729" y="1286335"/>
                  <a:pt x="1751190" y="1287983"/>
                  <a:pt x="1754982" y="1290637"/>
                </a:cubicBezTo>
                <a:cubicBezTo>
                  <a:pt x="1759146" y="1293551"/>
                  <a:pt x="1762659" y="1297343"/>
                  <a:pt x="1766888" y="1300162"/>
                </a:cubicBezTo>
                <a:cubicBezTo>
                  <a:pt x="1772775" y="1304087"/>
                  <a:pt x="1777205" y="1305189"/>
                  <a:pt x="1783557" y="1307306"/>
                </a:cubicBezTo>
                <a:cubicBezTo>
                  <a:pt x="1785938" y="1308894"/>
                  <a:pt x="1788371" y="1310406"/>
                  <a:pt x="1790700" y="1312069"/>
                </a:cubicBezTo>
                <a:cubicBezTo>
                  <a:pt x="1793929" y="1314376"/>
                  <a:pt x="1796779" y="1317243"/>
                  <a:pt x="1800225" y="1319212"/>
                </a:cubicBezTo>
                <a:cubicBezTo>
                  <a:pt x="1802404" y="1320457"/>
                  <a:pt x="1804988" y="1320800"/>
                  <a:pt x="1807369" y="1321594"/>
                </a:cubicBezTo>
                <a:cubicBezTo>
                  <a:pt x="1812925" y="1325563"/>
                  <a:pt x="1818878" y="1329028"/>
                  <a:pt x="1824038" y="1333500"/>
                </a:cubicBezTo>
                <a:cubicBezTo>
                  <a:pt x="1830824" y="1339381"/>
                  <a:pt x="1835904" y="1347162"/>
                  <a:pt x="1843088" y="1352550"/>
                </a:cubicBezTo>
                <a:cubicBezTo>
                  <a:pt x="1846263" y="1354931"/>
                  <a:pt x="1849600" y="1357111"/>
                  <a:pt x="1852613" y="1359694"/>
                </a:cubicBezTo>
                <a:cubicBezTo>
                  <a:pt x="1855170" y="1361885"/>
                  <a:pt x="1857017" y="1364880"/>
                  <a:pt x="1859757" y="1366837"/>
                </a:cubicBezTo>
                <a:cubicBezTo>
                  <a:pt x="1862646" y="1368900"/>
                  <a:pt x="1866107" y="1370012"/>
                  <a:pt x="1869282" y="1371600"/>
                </a:cubicBezTo>
                <a:cubicBezTo>
                  <a:pt x="1874928" y="1379129"/>
                  <a:pt x="1876604" y="1382299"/>
                  <a:pt x="1883569" y="1388269"/>
                </a:cubicBezTo>
                <a:cubicBezTo>
                  <a:pt x="1886582" y="1390852"/>
                  <a:pt x="1890107" y="1392799"/>
                  <a:pt x="1893094" y="1395412"/>
                </a:cubicBezTo>
                <a:cubicBezTo>
                  <a:pt x="1896473" y="1398369"/>
                  <a:pt x="1899027" y="1402243"/>
                  <a:pt x="1902619" y="1404937"/>
                </a:cubicBezTo>
                <a:cubicBezTo>
                  <a:pt x="1905459" y="1407067"/>
                  <a:pt x="1909078" y="1407911"/>
                  <a:pt x="1912144" y="1409700"/>
                </a:cubicBezTo>
                <a:cubicBezTo>
                  <a:pt x="1918612" y="1413473"/>
                  <a:pt x="1931194" y="1421606"/>
                  <a:pt x="1931194" y="1421606"/>
                </a:cubicBezTo>
                <a:cubicBezTo>
                  <a:pt x="1932782" y="1423987"/>
                  <a:pt x="1933933" y="1426726"/>
                  <a:pt x="1935957" y="1428750"/>
                </a:cubicBezTo>
                <a:cubicBezTo>
                  <a:pt x="1939923" y="1432716"/>
                  <a:pt x="1948145" y="1435662"/>
                  <a:pt x="1952625" y="1438275"/>
                </a:cubicBezTo>
                <a:cubicBezTo>
                  <a:pt x="1959093" y="1442048"/>
                  <a:pt x="1964978" y="1446832"/>
                  <a:pt x="1971675" y="1450181"/>
                </a:cubicBezTo>
                <a:cubicBezTo>
                  <a:pt x="1974850" y="1451769"/>
                  <a:pt x="1978453" y="1452696"/>
                  <a:pt x="1981200" y="1454944"/>
                </a:cubicBezTo>
                <a:cubicBezTo>
                  <a:pt x="1987282" y="1459920"/>
                  <a:pt x="1991583" y="1466897"/>
                  <a:pt x="1997869" y="1471612"/>
                </a:cubicBezTo>
                <a:cubicBezTo>
                  <a:pt x="2001044" y="1473993"/>
                  <a:pt x="2004029" y="1476652"/>
                  <a:pt x="2007394" y="1478756"/>
                </a:cubicBezTo>
                <a:cubicBezTo>
                  <a:pt x="2010404" y="1480637"/>
                  <a:pt x="2014030" y="1481456"/>
                  <a:pt x="2016919" y="1483519"/>
                </a:cubicBezTo>
                <a:cubicBezTo>
                  <a:pt x="2019659" y="1485476"/>
                  <a:pt x="2021323" y="1488705"/>
                  <a:pt x="2024063" y="1490662"/>
                </a:cubicBezTo>
                <a:cubicBezTo>
                  <a:pt x="2026952" y="1492725"/>
                  <a:pt x="2030699" y="1493362"/>
                  <a:pt x="2033588" y="1495425"/>
                </a:cubicBezTo>
                <a:cubicBezTo>
                  <a:pt x="2036328" y="1497383"/>
                  <a:pt x="2038145" y="1500413"/>
                  <a:pt x="2040732" y="1502569"/>
                </a:cubicBezTo>
                <a:cubicBezTo>
                  <a:pt x="2042930" y="1504401"/>
                  <a:pt x="2045546" y="1505668"/>
                  <a:pt x="2047875" y="1507331"/>
                </a:cubicBezTo>
                <a:cubicBezTo>
                  <a:pt x="2051105" y="1509638"/>
                  <a:pt x="2054170" y="1512168"/>
                  <a:pt x="2057400" y="1514475"/>
                </a:cubicBezTo>
                <a:cubicBezTo>
                  <a:pt x="2059729" y="1516138"/>
                  <a:pt x="2062345" y="1517405"/>
                  <a:pt x="2064544" y="1519237"/>
                </a:cubicBezTo>
                <a:cubicBezTo>
                  <a:pt x="2067131" y="1521393"/>
                  <a:pt x="2068948" y="1524423"/>
                  <a:pt x="2071688" y="1526381"/>
                </a:cubicBezTo>
                <a:cubicBezTo>
                  <a:pt x="2074577" y="1528444"/>
                  <a:pt x="2078203" y="1529263"/>
                  <a:pt x="2081213" y="1531144"/>
                </a:cubicBezTo>
                <a:cubicBezTo>
                  <a:pt x="2084578" y="1533247"/>
                  <a:pt x="2087310" y="1536287"/>
                  <a:pt x="2090738" y="1538287"/>
                </a:cubicBezTo>
                <a:cubicBezTo>
                  <a:pt x="2096870" y="1541864"/>
                  <a:pt x="2103537" y="1544446"/>
                  <a:pt x="2109788" y="1547812"/>
                </a:cubicBezTo>
                <a:cubicBezTo>
                  <a:pt x="2136499" y="1562195"/>
                  <a:pt x="2108214" y="1547722"/>
                  <a:pt x="2131219" y="1562100"/>
                </a:cubicBezTo>
                <a:cubicBezTo>
                  <a:pt x="2134229" y="1563981"/>
                  <a:pt x="2137790" y="1564893"/>
                  <a:pt x="2140744" y="1566862"/>
                </a:cubicBezTo>
                <a:cubicBezTo>
                  <a:pt x="2144973" y="1569681"/>
                  <a:pt x="2148188" y="1573953"/>
                  <a:pt x="2152650" y="1576387"/>
                </a:cubicBezTo>
                <a:cubicBezTo>
                  <a:pt x="2180316" y="1591478"/>
                  <a:pt x="2153699" y="1568654"/>
                  <a:pt x="2181225" y="1590675"/>
                </a:cubicBezTo>
                <a:cubicBezTo>
                  <a:pt x="2216124" y="1618594"/>
                  <a:pt x="2167211" y="1583728"/>
                  <a:pt x="2200275" y="1607344"/>
                </a:cubicBezTo>
                <a:cubicBezTo>
                  <a:pt x="2202604" y="1609007"/>
                  <a:pt x="2205090" y="1610443"/>
                  <a:pt x="2207419" y="1612106"/>
                </a:cubicBezTo>
                <a:cubicBezTo>
                  <a:pt x="2210649" y="1614413"/>
                  <a:pt x="2210197" y="1614091"/>
                  <a:pt x="2216944" y="1619250"/>
                </a:cubicBezTo>
                <a:cubicBezTo>
                  <a:pt x="2223691" y="1624409"/>
                  <a:pt x="2241550" y="1637903"/>
                  <a:pt x="2247900" y="1643062"/>
                </a:cubicBezTo>
                <a:cubicBezTo>
                  <a:pt x="2258616" y="1650603"/>
                  <a:pt x="2270522" y="1664097"/>
                  <a:pt x="2281238" y="1674019"/>
                </a:cubicBezTo>
                <a:cubicBezTo>
                  <a:pt x="2291954" y="1683941"/>
                  <a:pt x="2297510" y="1688703"/>
                  <a:pt x="2312194" y="1702594"/>
                </a:cubicBezTo>
                <a:cubicBezTo>
                  <a:pt x="2326878" y="1716485"/>
                  <a:pt x="2349897" y="1743472"/>
                  <a:pt x="2369344" y="1757363"/>
                </a:cubicBezTo>
                <a:cubicBezTo>
                  <a:pt x="2388791" y="1771254"/>
                  <a:pt x="2412207" y="1776016"/>
                  <a:pt x="2428876" y="1785938"/>
                </a:cubicBezTo>
                <a:cubicBezTo>
                  <a:pt x="2445545" y="1795860"/>
                  <a:pt x="2459831" y="1814116"/>
                  <a:pt x="2469356" y="1816894"/>
                </a:cubicBezTo>
                <a:cubicBezTo>
                  <a:pt x="2484437" y="1828006"/>
                  <a:pt x="2506266" y="1843484"/>
                  <a:pt x="2514600" y="1850231"/>
                </a:cubicBezTo>
                <a:cubicBezTo>
                  <a:pt x="2522934" y="1856978"/>
                  <a:pt x="2517478" y="1855221"/>
                  <a:pt x="2519363" y="1857375"/>
                </a:cubicBezTo>
                <a:cubicBezTo>
                  <a:pt x="2526535" y="1865571"/>
                  <a:pt x="2537112" y="1872522"/>
                  <a:pt x="2540794" y="1883569"/>
                </a:cubicBezTo>
                <a:lnTo>
                  <a:pt x="2543175" y="1890712"/>
                </a:lnTo>
              </a:path>
            </a:pathLst>
          </a:cu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Freeform: Shape 9">
            <a:extLst>
              <a:ext uri="{FF2B5EF4-FFF2-40B4-BE49-F238E27FC236}">
                <a16:creationId xmlns:a16="http://schemas.microsoft.com/office/drawing/2014/main" id="{65EFA6DE-46C2-B952-81F1-50BD1E1512D2}"/>
              </a:ext>
            </a:extLst>
          </p:cNvPr>
          <p:cNvSpPr/>
          <p:nvPr/>
        </p:nvSpPr>
        <p:spPr>
          <a:xfrm rot="267086" flipH="1">
            <a:off x="682458" y="2645605"/>
            <a:ext cx="2310408" cy="1598126"/>
          </a:xfrm>
          <a:custGeom>
            <a:avLst/>
            <a:gdLst>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3994 w 2543175"/>
              <a:gd name="connsiteY112" fmla="*/ 1047750 h 1890712"/>
              <a:gd name="connsiteX113" fmla="*/ 1502569 w 2543175"/>
              <a:gd name="connsiteY113" fmla="*/ 1066800 h 1890712"/>
              <a:gd name="connsiteX114" fmla="*/ 1526382 w 2543175"/>
              <a:gd name="connsiteY114" fmla="*/ 1085850 h 1890712"/>
              <a:gd name="connsiteX115" fmla="*/ 1531144 w 2543175"/>
              <a:gd name="connsiteY115" fmla="*/ 1095375 h 1890712"/>
              <a:gd name="connsiteX116" fmla="*/ 1559719 w 2543175"/>
              <a:gd name="connsiteY116" fmla="*/ 1121569 h 1890712"/>
              <a:gd name="connsiteX117" fmla="*/ 1569244 w 2543175"/>
              <a:gd name="connsiteY117" fmla="*/ 1131094 h 1890712"/>
              <a:gd name="connsiteX118" fmla="*/ 1597819 w 2543175"/>
              <a:gd name="connsiteY118" fmla="*/ 1154906 h 1890712"/>
              <a:gd name="connsiteX119" fmla="*/ 1604963 w 2543175"/>
              <a:gd name="connsiteY119" fmla="*/ 1162050 h 1890712"/>
              <a:gd name="connsiteX120" fmla="*/ 1612107 w 2543175"/>
              <a:gd name="connsiteY120" fmla="*/ 1166812 h 1890712"/>
              <a:gd name="connsiteX121" fmla="*/ 1628775 w 2543175"/>
              <a:gd name="connsiteY121" fmla="*/ 1183481 h 1890712"/>
              <a:gd name="connsiteX122" fmla="*/ 1662113 w 2543175"/>
              <a:gd name="connsiteY122" fmla="*/ 1209675 h 1890712"/>
              <a:gd name="connsiteX123" fmla="*/ 1678782 w 2543175"/>
              <a:gd name="connsiteY123" fmla="*/ 1226344 h 1890712"/>
              <a:gd name="connsiteX124" fmla="*/ 1700213 w 2543175"/>
              <a:gd name="connsiteY124" fmla="*/ 1247775 h 1890712"/>
              <a:gd name="connsiteX125" fmla="*/ 1712119 w 2543175"/>
              <a:gd name="connsiteY125" fmla="*/ 1259681 h 1890712"/>
              <a:gd name="connsiteX126" fmla="*/ 1733550 w 2543175"/>
              <a:gd name="connsiteY126" fmla="*/ 1273969 h 1890712"/>
              <a:gd name="connsiteX127" fmla="*/ 1743075 w 2543175"/>
              <a:gd name="connsiteY127" fmla="*/ 1283494 h 1890712"/>
              <a:gd name="connsiteX128" fmla="*/ 1754982 w 2543175"/>
              <a:gd name="connsiteY128" fmla="*/ 1290637 h 1890712"/>
              <a:gd name="connsiteX129" fmla="*/ 1766888 w 2543175"/>
              <a:gd name="connsiteY129" fmla="*/ 1300162 h 1890712"/>
              <a:gd name="connsiteX130" fmla="*/ 1783557 w 2543175"/>
              <a:gd name="connsiteY130" fmla="*/ 1307306 h 1890712"/>
              <a:gd name="connsiteX131" fmla="*/ 1790700 w 2543175"/>
              <a:gd name="connsiteY131" fmla="*/ 1312069 h 1890712"/>
              <a:gd name="connsiteX132" fmla="*/ 1800225 w 2543175"/>
              <a:gd name="connsiteY132" fmla="*/ 1319212 h 1890712"/>
              <a:gd name="connsiteX133" fmla="*/ 1807369 w 2543175"/>
              <a:gd name="connsiteY133" fmla="*/ 1321594 h 1890712"/>
              <a:gd name="connsiteX134" fmla="*/ 1824038 w 2543175"/>
              <a:gd name="connsiteY134" fmla="*/ 1333500 h 1890712"/>
              <a:gd name="connsiteX135" fmla="*/ 1843088 w 2543175"/>
              <a:gd name="connsiteY135" fmla="*/ 1352550 h 1890712"/>
              <a:gd name="connsiteX136" fmla="*/ 1852613 w 2543175"/>
              <a:gd name="connsiteY136" fmla="*/ 1359694 h 1890712"/>
              <a:gd name="connsiteX137" fmla="*/ 1859757 w 2543175"/>
              <a:gd name="connsiteY137" fmla="*/ 1366837 h 1890712"/>
              <a:gd name="connsiteX138" fmla="*/ 1869282 w 2543175"/>
              <a:gd name="connsiteY138" fmla="*/ 1371600 h 1890712"/>
              <a:gd name="connsiteX139" fmla="*/ 1883569 w 2543175"/>
              <a:gd name="connsiteY139" fmla="*/ 1388269 h 1890712"/>
              <a:gd name="connsiteX140" fmla="*/ 1893094 w 2543175"/>
              <a:gd name="connsiteY140" fmla="*/ 1395412 h 1890712"/>
              <a:gd name="connsiteX141" fmla="*/ 1902619 w 2543175"/>
              <a:gd name="connsiteY141" fmla="*/ 1404937 h 1890712"/>
              <a:gd name="connsiteX142" fmla="*/ 1912144 w 2543175"/>
              <a:gd name="connsiteY142" fmla="*/ 1409700 h 1890712"/>
              <a:gd name="connsiteX143" fmla="*/ 1931194 w 2543175"/>
              <a:gd name="connsiteY143" fmla="*/ 1421606 h 1890712"/>
              <a:gd name="connsiteX144" fmla="*/ 1935957 w 2543175"/>
              <a:gd name="connsiteY144" fmla="*/ 1428750 h 1890712"/>
              <a:gd name="connsiteX145" fmla="*/ 1952625 w 2543175"/>
              <a:gd name="connsiteY145" fmla="*/ 1438275 h 1890712"/>
              <a:gd name="connsiteX146" fmla="*/ 1971675 w 2543175"/>
              <a:gd name="connsiteY146" fmla="*/ 1450181 h 1890712"/>
              <a:gd name="connsiteX147" fmla="*/ 1981200 w 2543175"/>
              <a:gd name="connsiteY147" fmla="*/ 1454944 h 1890712"/>
              <a:gd name="connsiteX148" fmla="*/ 1997869 w 2543175"/>
              <a:gd name="connsiteY148" fmla="*/ 1471612 h 1890712"/>
              <a:gd name="connsiteX149" fmla="*/ 2007394 w 2543175"/>
              <a:gd name="connsiteY149" fmla="*/ 1478756 h 1890712"/>
              <a:gd name="connsiteX150" fmla="*/ 2016919 w 2543175"/>
              <a:gd name="connsiteY150" fmla="*/ 1483519 h 1890712"/>
              <a:gd name="connsiteX151" fmla="*/ 2024063 w 2543175"/>
              <a:gd name="connsiteY151" fmla="*/ 1490662 h 1890712"/>
              <a:gd name="connsiteX152" fmla="*/ 2033588 w 2543175"/>
              <a:gd name="connsiteY152" fmla="*/ 1495425 h 1890712"/>
              <a:gd name="connsiteX153" fmla="*/ 2040732 w 2543175"/>
              <a:gd name="connsiteY153" fmla="*/ 1502569 h 1890712"/>
              <a:gd name="connsiteX154" fmla="*/ 2047875 w 2543175"/>
              <a:gd name="connsiteY154" fmla="*/ 1507331 h 1890712"/>
              <a:gd name="connsiteX155" fmla="*/ 2057400 w 2543175"/>
              <a:gd name="connsiteY155" fmla="*/ 1514475 h 1890712"/>
              <a:gd name="connsiteX156" fmla="*/ 2064544 w 2543175"/>
              <a:gd name="connsiteY156" fmla="*/ 1519237 h 1890712"/>
              <a:gd name="connsiteX157" fmla="*/ 2071688 w 2543175"/>
              <a:gd name="connsiteY157" fmla="*/ 1526381 h 1890712"/>
              <a:gd name="connsiteX158" fmla="*/ 2081213 w 2543175"/>
              <a:gd name="connsiteY158" fmla="*/ 1531144 h 1890712"/>
              <a:gd name="connsiteX159" fmla="*/ 2090738 w 2543175"/>
              <a:gd name="connsiteY159" fmla="*/ 1538287 h 1890712"/>
              <a:gd name="connsiteX160" fmla="*/ 2109788 w 2543175"/>
              <a:gd name="connsiteY160" fmla="*/ 1547812 h 1890712"/>
              <a:gd name="connsiteX161" fmla="*/ 2131219 w 2543175"/>
              <a:gd name="connsiteY161" fmla="*/ 1562100 h 1890712"/>
              <a:gd name="connsiteX162" fmla="*/ 2140744 w 2543175"/>
              <a:gd name="connsiteY162" fmla="*/ 1566862 h 1890712"/>
              <a:gd name="connsiteX163" fmla="*/ 2152650 w 2543175"/>
              <a:gd name="connsiteY163" fmla="*/ 1576387 h 1890712"/>
              <a:gd name="connsiteX164" fmla="*/ 2181225 w 2543175"/>
              <a:gd name="connsiteY164" fmla="*/ 1590675 h 1890712"/>
              <a:gd name="connsiteX165" fmla="*/ 2200275 w 2543175"/>
              <a:gd name="connsiteY165" fmla="*/ 1607344 h 1890712"/>
              <a:gd name="connsiteX166" fmla="*/ 2207419 w 2543175"/>
              <a:gd name="connsiteY166" fmla="*/ 1612106 h 1890712"/>
              <a:gd name="connsiteX167" fmla="*/ 2216944 w 2543175"/>
              <a:gd name="connsiteY167" fmla="*/ 1619250 h 1890712"/>
              <a:gd name="connsiteX168" fmla="*/ 2224088 w 2543175"/>
              <a:gd name="connsiteY168" fmla="*/ 1624012 h 1890712"/>
              <a:gd name="connsiteX169" fmla="*/ 2247900 w 2543175"/>
              <a:gd name="connsiteY169" fmla="*/ 1643062 h 1890712"/>
              <a:gd name="connsiteX170" fmla="*/ 2255044 w 2543175"/>
              <a:gd name="connsiteY170" fmla="*/ 1650206 h 1890712"/>
              <a:gd name="connsiteX171" fmla="*/ 2281238 w 2543175"/>
              <a:gd name="connsiteY171" fmla="*/ 1664494 h 1890712"/>
              <a:gd name="connsiteX172" fmla="*/ 2297907 w 2543175"/>
              <a:gd name="connsiteY172" fmla="*/ 1674019 h 1890712"/>
              <a:gd name="connsiteX173" fmla="*/ 2305050 w 2543175"/>
              <a:gd name="connsiteY173" fmla="*/ 1678781 h 1890712"/>
              <a:gd name="connsiteX174" fmla="*/ 2312194 w 2543175"/>
              <a:gd name="connsiteY174" fmla="*/ 1685925 h 1890712"/>
              <a:gd name="connsiteX175" fmla="*/ 2321719 w 2543175"/>
              <a:gd name="connsiteY175" fmla="*/ 1690687 h 1890712"/>
              <a:gd name="connsiteX176" fmla="*/ 2328863 w 2543175"/>
              <a:gd name="connsiteY176" fmla="*/ 1697831 h 1890712"/>
              <a:gd name="connsiteX177" fmla="*/ 2350294 w 2543175"/>
              <a:gd name="connsiteY177" fmla="*/ 1712119 h 1890712"/>
              <a:gd name="connsiteX178" fmla="*/ 2359819 w 2543175"/>
              <a:gd name="connsiteY178" fmla="*/ 1719262 h 1890712"/>
              <a:gd name="connsiteX179" fmla="*/ 2369344 w 2543175"/>
              <a:gd name="connsiteY179" fmla="*/ 1724025 h 1890712"/>
              <a:gd name="connsiteX180" fmla="*/ 2376488 w 2543175"/>
              <a:gd name="connsiteY180" fmla="*/ 1731169 h 1890712"/>
              <a:gd name="connsiteX181" fmla="*/ 2402682 w 2543175"/>
              <a:gd name="connsiteY181" fmla="*/ 1747837 h 1890712"/>
              <a:gd name="connsiteX182" fmla="*/ 2450307 w 2543175"/>
              <a:gd name="connsiteY182" fmla="*/ 1769269 h 1890712"/>
              <a:gd name="connsiteX183" fmla="*/ 2466975 w 2543175"/>
              <a:gd name="connsiteY183" fmla="*/ 1783556 h 1890712"/>
              <a:gd name="connsiteX184" fmla="*/ 2481263 w 2543175"/>
              <a:gd name="connsiteY184" fmla="*/ 1795462 h 1890712"/>
              <a:gd name="connsiteX185" fmla="*/ 2486025 w 2543175"/>
              <a:gd name="connsiteY185" fmla="*/ 1802606 h 1890712"/>
              <a:gd name="connsiteX186" fmla="*/ 2493169 w 2543175"/>
              <a:gd name="connsiteY186" fmla="*/ 1807369 h 1890712"/>
              <a:gd name="connsiteX187" fmla="*/ 2495550 w 2543175"/>
              <a:gd name="connsiteY187" fmla="*/ 1816894 h 1890712"/>
              <a:gd name="connsiteX188" fmla="*/ 2497932 w 2543175"/>
              <a:gd name="connsiteY188" fmla="*/ 1824037 h 1890712"/>
              <a:gd name="connsiteX189" fmla="*/ 2514600 w 2543175"/>
              <a:gd name="connsiteY189" fmla="*/ 1850231 h 1890712"/>
              <a:gd name="connsiteX190" fmla="*/ 2519363 w 2543175"/>
              <a:gd name="connsiteY190" fmla="*/ 1857375 h 1890712"/>
              <a:gd name="connsiteX191" fmla="*/ 2540794 w 2543175"/>
              <a:gd name="connsiteY191" fmla="*/ 1883569 h 1890712"/>
              <a:gd name="connsiteX192" fmla="*/ 2543175 w 2543175"/>
              <a:gd name="connsiteY19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502569 w 2543175"/>
              <a:gd name="connsiteY113" fmla="*/ 1066800 h 1890712"/>
              <a:gd name="connsiteX114" fmla="*/ 1526382 w 2543175"/>
              <a:gd name="connsiteY114" fmla="*/ 1085850 h 1890712"/>
              <a:gd name="connsiteX115" fmla="*/ 1531144 w 2543175"/>
              <a:gd name="connsiteY115" fmla="*/ 1095375 h 1890712"/>
              <a:gd name="connsiteX116" fmla="*/ 1559719 w 2543175"/>
              <a:gd name="connsiteY116" fmla="*/ 1121569 h 1890712"/>
              <a:gd name="connsiteX117" fmla="*/ 1569244 w 2543175"/>
              <a:gd name="connsiteY117" fmla="*/ 1131094 h 1890712"/>
              <a:gd name="connsiteX118" fmla="*/ 1597819 w 2543175"/>
              <a:gd name="connsiteY118" fmla="*/ 1154906 h 1890712"/>
              <a:gd name="connsiteX119" fmla="*/ 1604963 w 2543175"/>
              <a:gd name="connsiteY119" fmla="*/ 1162050 h 1890712"/>
              <a:gd name="connsiteX120" fmla="*/ 1612107 w 2543175"/>
              <a:gd name="connsiteY120" fmla="*/ 1166812 h 1890712"/>
              <a:gd name="connsiteX121" fmla="*/ 1628775 w 2543175"/>
              <a:gd name="connsiteY121" fmla="*/ 1183481 h 1890712"/>
              <a:gd name="connsiteX122" fmla="*/ 1662113 w 2543175"/>
              <a:gd name="connsiteY122" fmla="*/ 1209675 h 1890712"/>
              <a:gd name="connsiteX123" fmla="*/ 1678782 w 2543175"/>
              <a:gd name="connsiteY123" fmla="*/ 1226344 h 1890712"/>
              <a:gd name="connsiteX124" fmla="*/ 1700213 w 2543175"/>
              <a:gd name="connsiteY124" fmla="*/ 1247775 h 1890712"/>
              <a:gd name="connsiteX125" fmla="*/ 1712119 w 2543175"/>
              <a:gd name="connsiteY125" fmla="*/ 1259681 h 1890712"/>
              <a:gd name="connsiteX126" fmla="*/ 1733550 w 2543175"/>
              <a:gd name="connsiteY126" fmla="*/ 1273969 h 1890712"/>
              <a:gd name="connsiteX127" fmla="*/ 1743075 w 2543175"/>
              <a:gd name="connsiteY127" fmla="*/ 1283494 h 1890712"/>
              <a:gd name="connsiteX128" fmla="*/ 1754982 w 2543175"/>
              <a:gd name="connsiteY128" fmla="*/ 1290637 h 1890712"/>
              <a:gd name="connsiteX129" fmla="*/ 1766888 w 2543175"/>
              <a:gd name="connsiteY129" fmla="*/ 1300162 h 1890712"/>
              <a:gd name="connsiteX130" fmla="*/ 1783557 w 2543175"/>
              <a:gd name="connsiteY130" fmla="*/ 1307306 h 1890712"/>
              <a:gd name="connsiteX131" fmla="*/ 1790700 w 2543175"/>
              <a:gd name="connsiteY131" fmla="*/ 1312069 h 1890712"/>
              <a:gd name="connsiteX132" fmla="*/ 1800225 w 2543175"/>
              <a:gd name="connsiteY132" fmla="*/ 1319212 h 1890712"/>
              <a:gd name="connsiteX133" fmla="*/ 1807369 w 2543175"/>
              <a:gd name="connsiteY133" fmla="*/ 1321594 h 1890712"/>
              <a:gd name="connsiteX134" fmla="*/ 1824038 w 2543175"/>
              <a:gd name="connsiteY134" fmla="*/ 1333500 h 1890712"/>
              <a:gd name="connsiteX135" fmla="*/ 1843088 w 2543175"/>
              <a:gd name="connsiteY135" fmla="*/ 1352550 h 1890712"/>
              <a:gd name="connsiteX136" fmla="*/ 1852613 w 2543175"/>
              <a:gd name="connsiteY136" fmla="*/ 1359694 h 1890712"/>
              <a:gd name="connsiteX137" fmla="*/ 1859757 w 2543175"/>
              <a:gd name="connsiteY137" fmla="*/ 1366837 h 1890712"/>
              <a:gd name="connsiteX138" fmla="*/ 1869282 w 2543175"/>
              <a:gd name="connsiteY138" fmla="*/ 1371600 h 1890712"/>
              <a:gd name="connsiteX139" fmla="*/ 1883569 w 2543175"/>
              <a:gd name="connsiteY139" fmla="*/ 1388269 h 1890712"/>
              <a:gd name="connsiteX140" fmla="*/ 1893094 w 2543175"/>
              <a:gd name="connsiteY140" fmla="*/ 1395412 h 1890712"/>
              <a:gd name="connsiteX141" fmla="*/ 1902619 w 2543175"/>
              <a:gd name="connsiteY141" fmla="*/ 1404937 h 1890712"/>
              <a:gd name="connsiteX142" fmla="*/ 1912144 w 2543175"/>
              <a:gd name="connsiteY142" fmla="*/ 1409700 h 1890712"/>
              <a:gd name="connsiteX143" fmla="*/ 1931194 w 2543175"/>
              <a:gd name="connsiteY143" fmla="*/ 1421606 h 1890712"/>
              <a:gd name="connsiteX144" fmla="*/ 1935957 w 2543175"/>
              <a:gd name="connsiteY144" fmla="*/ 1428750 h 1890712"/>
              <a:gd name="connsiteX145" fmla="*/ 1952625 w 2543175"/>
              <a:gd name="connsiteY145" fmla="*/ 1438275 h 1890712"/>
              <a:gd name="connsiteX146" fmla="*/ 1971675 w 2543175"/>
              <a:gd name="connsiteY146" fmla="*/ 1450181 h 1890712"/>
              <a:gd name="connsiteX147" fmla="*/ 1981200 w 2543175"/>
              <a:gd name="connsiteY147" fmla="*/ 1454944 h 1890712"/>
              <a:gd name="connsiteX148" fmla="*/ 1997869 w 2543175"/>
              <a:gd name="connsiteY148" fmla="*/ 1471612 h 1890712"/>
              <a:gd name="connsiteX149" fmla="*/ 2007394 w 2543175"/>
              <a:gd name="connsiteY149" fmla="*/ 1478756 h 1890712"/>
              <a:gd name="connsiteX150" fmla="*/ 2016919 w 2543175"/>
              <a:gd name="connsiteY150" fmla="*/ 1483519 h 1890712"/>
              <a:gd name="connsiteX151" fmla="*/ 2024063 w 2543175"/>
              <a:gd name="connsiteY151" fmla="*/ 1490662 h 1890712"/>
              <a:gd name="connsiteX152" fmla="*/ 2033588 w 2543175"/>
              <a:gd name="connsiteY152" fmla="*/ 1495425 h 1890712"/>
              <a:gd name="connsiteX153" fmla="*/ 2040732 w 2543175"/>
              <a:gd name="connsiteY153" fmla="*/ 1502569 h 1890712"/>
              <a:gd name="connsiteX154" fmla="*/ 2047875 w 2543175"/>
              <a:gd name="connsiteY154" fmla="*/ 1507331 h 1890712"/>
              <a:gd name="connsiteX155" fmla="*/ 2057400 w 2543175"/>
              <a:gd name="connsiteY155" fmla="*/ 1514475 h 1890712"/>
              <a:gd name="connsiteX156" fmla="*/ 2064544 w 2543175"/>
              <a:gd name="connsiteY156" fmla="*/ 1519237 h 1890712"/>
              <a:gd name="connsiteX157" fmla="*/ 2071688 w 2543175"/>
              <a:gd name="connsiteY157" fmla="*/ 1526381 h 1890712"/>
              <a:gd name="connsiteX158" fmla="*/ 2081213 w 2543175"/>
              <a:gd name="connsiteY158" fmla="*/ 1531144 h 1890712"/>
              <a:gd name="connsiteX159" fmla="*/ 2090738 w 2543175"/>
              <a:gd name="connsiteY159" fmla="*/ 1538287 h 1890712"/>
              <a:gd name="connsiteX160" fmla="*/ 2109788 w 2543175"/>
              <a:gd name="connsiteY160" fmla="*/ 1547812 h 1890712"/>
              <a:gd name="connsiteX161" fmla="*/ 2131219 w 2543175"/>
              <a:gd name="connsiteY161" fmla="*/ 1562100 h 1890712"/>
              <a:gd name="connsiteX162" fmla="*/ 2140744 w 2543175"/>
              <a:gd name="connsiteY162" fmla="*/ 1566862 h 1890712"/>
              <a:gd name="connsiteX163" fmla="*/ 2152650 w 2543175"/>
              <a:gd name="connsiteY163" fmla="*/ 1576387 h 1890712"/>
              <a:gd name="connsiteX164" fmla="*/ 2181225 w 2543175"/>
              <a:gd name="connsiteY164" fmla="*/ 1590675 h 1890712"/>
              <a:gd name="connsiteX165" fmla="*/ 2200275 w 2543175"/>
              <a:gd name="connsiteY165" fmla="*/ 1607344 h 1890712"/>
              <a:gd name="connsiteX166" fmla="*/ 2207419 w 2543175"/>
              <a:gd name="connsiteY166" fmla="*/ 1612106 h 1890712"/>
              <a:gd name="connsiteX167" fmla="*/ 2216944 w 2543175"/>
              <a:gd name="connsiteY167" fmla="*/ 1619250 h 1890712"/>
              <a:gd name="connsiteX168" fmla="*/ 2224088 w 2543175"/>
              <a:gd name="connsiteY168" fmla="*/ 1624012 h 1890712"/>
              <a:gd name="connsiteX169" fmla="*/ 2247900 w 2543175"/>
              <a:gd name="connsiteY169" fmla="*/ 1643062 h 1890712"/>
              <a:gd name="connsiteX170" fmla="*/ 2255044 w 2543175"/>
              <a:gd name="connsiteY170" fmla="*/ 1650206 h 1890712"/>
              <a:gd name="connsiteX171" fmla="*/ 2281238 w 2543175"/>
              <a:gd name="connsiteY171" fmla="*/ 1664494 h 1890712"/>
              <a:gd name="connsiteX172" fmla="*/ 2297907 w 2543175"/>
              <a:gd name="connsiteY172" fmla="*/ 1674019 h 1890712"/>
              <a:gd name="connsiteX173" fmla="*/ 2305050 w 2543175"/>
              <a:gd name="connsiteY173" fmla="*/ 1678781 h 1890712"/>
              <a:gd name="connsiteX174" fmla="*/ 2312194 w 2543175"/>
              <a:gd name="connsiteY174" fmla="*/ 1685925 h 1890712"/>
              <a:gd name="connsiteX175" fmla="*/ 2321719 w 2543175"/>
              <a:gd name="connsiteY175" fmla="*/ 1690687 h 1890712"/>
              <a:gd name="connsiteX176" fmla="*/ 2328863 w 2543175"/>
              <a:gd name="connsiteY176" fmla="*/ 1697831 h 1890712"/>
              <a:gd name="connsiteX177" fmla="*/ 2350294 w 2543175"/>
              <a:gd name="connsiteY177" fmla="*/ 1712119 h 1890712"/>
              <a:gd name="connsiteX178" fmla="*/ 2359819 w 2543175"/>
              <a:gd name="connsiteY178" fmla="*/ 1719262 h 1890712"/>
              <a:gd name="connsiteX179" fmla="*/ 2369344 w 2543175"/>
              <a:gd name="connsiteY179" fmla="*/ 1724025 h 1890712"/>
              <a:gd name="connsiteX180" fmla="*/ 2376488 w 2543175"/>
              <a:gd name="connsiteY180" fmla="*/ 1731169 h 1890712"/>
              <a:gd name="connsiteX181" fmla="*/ 2402682 w 2543175"/>
              <a:gd name="connsiteY181" fmla="*/ 1747837 h 1890712"/>
              <a:gd name="connsiteX182" fmla="*/ 2450307 w 2543175"/>
              <a:gd name="connsiteY182" fmla="*/ 1769269 h 1890712"/>
              <a:gd name="connsiteX183" fmla="*/ 2466975 w 2543175"/>
              <a:gd name="connsiteY183" fmla="*/ 1783556 h 1890712"/>
              <a:gd name="connsiteX184" fmla="*/ 2481263 w 2543175"/>
              <a:gd name="connsiteY184" fmla="*/ 1795462 h 1890712"/>
              <a:gd name="connsiteX185" fmla="*/ 2486025 w 2543175"/>
              <a:gd name="connsiteY185" fmla="*/ 1802606 h 1890712"/>
              <a:gd name="connsiteX186" fmla="*/ 2493169 w 2543175"/>
              <a:gd name="connsiteY186" fmla="*/ 1807369 h 1890712"/>
              <a:gd name="connsiteX187" fmla="*/ 2495550 w 2543175"/>
              <a:gd name="connsiteY187" fmla="*/ 1816894 h 1890712"/>
              <a:gd name="connsiteX188" fmla="*/ 2497932 w 2543175"/>
              <a:gd name="connsiteY188" fmla="*/ 1824037 h 1890712"/>
              <a:gd name="connsiteX189" fmla="*/ 2514600 w 2543175"/>
              <a:gd name="connsiteY189" fmla="*/ 1850231 h 1890712"/>
              <a:gd name="connsiteX190" fmla="*/ 2519363 w 2543175"/>
              <a:gd name="connsiteY190" fmla="*/ 1857375 h 1890712"/>
              <a:gd name="connsiteX191" fmla="*/ 2540794 w 2543175"/>
              <a:gd name="connsiteY191" fmla="*/ 1883569 h 1890712"/>
              <a:gd name="connsiteX192" fmla="*/ 2543175 w 2543175"/>
              <a:gd name="connsiteY19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26382 w 2543175"/>
              <a:gd name="connsiteY114" fmla="*/ 1085850 h 1890712"/>
              <a:gd name="connsiteX115" fmla="*/ 1531144 w 2543175"/>
              <a:gd name="connsiteY115" fmla="*/ 1095375 h 1890712"/>
              <a:gd name="connsiteX116" fmla="*/ 1559719 w 2543175"/>
              <a:gd name="connsiteY116" fmla="*/ 1121569 h 1890712"/>
              <a:gd name="connsiteX117" fmla="*/ 1569244 w 2543175"/>
              <a:gd name="connsiteY117" fmla="*/ 1131094 h 1890712"/>
              <a:gd name="connsiteX118" fmla="*/ 1597819 w 2543175"/>
              <a:gd name="connsiteY118" fmla="*/ 1154906 h 1890712"/>
              <a:gd name="connsiteX119" fmla="*/ 1604963 w 2543175"/>
              <a:gd name="connsiteY119" fmla="*/ 1162050 h 1890712"/>
              <a:gd name="connsiteX120" fmla="*/ 1612107 w 2543175"/>
              <a:gd name="connsiteY120" fmla="*/ 1166812 h 1890712"/>
              <a:gd name="connsiteX121" fmla="*/ 1628775 w 2543175"/>
              <a:gd name="connsiteY121" fmla="*/ 1183481 h 1890712"/>
              <a:gd name="connsiteX122" fmla="*/ 1662113 w 2543175"/>
              <a:gd name="connsiteY122" fmla="*/ 1209675 h 1890712"/>
              <a:gd name="connsiteX123" fmla="*/ 1678782 w 2543175"/>
              <a:gd name="connsiteY123" fmla="*/ 1226344 h 1890712"/>
              <a:gd name="connsiteX124" fmla="*/ 1700213 w 2543175"/>
              <a:gd name="connsiteY124" fmla="*/ 1247775 h 1890712"/>
              <a:gd name="connsiteX125" fmla="*/ 1712119 w 2543175"/>
              <a:gd name="connsiteY125" fmla="*/ 1259681 h 1890712"/>
              <a:gd name="connsiteX126" fmla="*/ 1733550 w 2543175"/>
              <a:gd name="connsiteY126" fmla="*/ 1273969 h 1890712"/>
              <a:gd name="connsiteX127" fmla="*/ 1743075 w 2543175"/>
              <a:gd name="connsiteY127" fmla="*/ 1283494 h 1890712"/>
              <a:gd name="connsiteX128" fmla="*/ 1754982 w 2543175"/>
              <a:gd name="connsiteY128" fmla="*/ 1290637 h 1890712"/>
              <a:gd name="connsiteX129" fmla="*/ 1766888 w 2543175"/>
              <a:gd name="connsiteY129" fmla="*/ 1300162 h 1890712"/>
              <a:gd name="connsiteX130" fmla="*/ 1783557 w 2543175"/>
              <a:gd name="connsiteY130" fmla="*/ 1307306 h 1890712"/>
              <a:gd name="connsiteX131" fmla="*/ 1790700 w 2543175"/>
              <a:gd name="connsiteY131" fmla="*/ 1312069 h 1890712"/>
              <a:gd name="connsiteX132" fmla="*/ 1800225 w 2543175"/>
              <a:gd name="connsiteY132" fmla="*/ 1319212 h 1890712"/>
              <a:gd name="connsiteX133" fmla="*/ 1807369 w 2543175"/>
              <a:gd name="connsiteY133" fmla="*/ 1321594 h 1890712"/>
              <a:gd name="connsiteX134" fmla="*/ 1824038 w 2543175"/>
              <a:gd name="connsiteY134" fmla="*/ 1333500 h 1890712"/>
              <a:gd name="connsiteX135" fmla="*/ 1843088 w 2543175"/>
              <a:gd name="connsiteY135" fmla="*/ 1352550 h 1890712"/>
              <a:gd name="connsiteX136" fmla="*/ 1852613 w 2543175"/>
              <a:gd name="connsiteY136" fmla="*/ 1359694 h 1890712"/>
              <a:gd name="connsiteX137" fmla="*/ 1859757 w 2543175"/>
              <a:gd name="connsiteY137" fmla="*/ 1366837 h 1890712"/>
              <a:gd name="connsiteX138" fmla="*/ 1869282 w 2543175"/>
              <a:gd name="connsiteY138" fmla="*/ 1371600 h 1890712"/>
              <a:gd name="connsiteX139" fmla="*/ 1883569 w 2543175"/>
              <a:gd name="connsiteY139" fmla="*/ 1388269 h 1890712"/>
              <a:gd name="connsiteX140" fmla="*/ 1893094 w 2543175"/>
              <a:gd name="connsiteY140" fmla="*/ 1395412 h 1890712"/>
              <a:gd name="connsiteX141" fmla="*/ 1902619 w 2543175"/>
              <a:gd name="connsiteY141" fmla="*/ 1404937 h 1890712"/>
              <a:gd name="connsiteX142" fmla="*/ 1912144 w 2543175"/>
              <a:gd name="connsiteY142" fmla="*/ 1409700 h 1890712"/>
              <a:gd name="connsiteX143" fmla="*/ 1931194 w 2543175"/>
              <a:gd name="connsiteY143" fmla="*/ 1421606 h 1890712"/>
              <a:gd name="connsiteX144" fmla="*/ 1935957 w 2543175"/>
              <a:gd name="connsiteY144" fmla="*/ 1428750 h 1890712"/>
              <a:gd name="connsiteX145" fmla="*/ 1952625 w 2543175"/>
              <a:gd name="connsiteY145" fmla="*/ 1438275 h 1890712"/>
              <a:gd name="connsiteX146" fmla="*/ 1971675 w 2543175"/>
              <a:gd name="connsiteY146" fmla="*/ 1450181 h 1890712"/>
              <a:gd name="connsiteX147" fmla="*/ 1981200 w 2543175"/>
              <a:gd name="connsiteY147" fmla="*/ 1454944 h 1890712"/>
              <a:gd name="connsiteX148" fmla="*/ 1997869 w 2543175"/>
              <a:gd name="connsiteY148" fmla="*/ 1471612 h 1890712"/>
              <a:gd name="connsiteX149" fmla="*/ 2007394 w 2543175"/>
              <a:gd name="connsiteY149" fmla="*/ 1478756 h 1890712"/>
              <a:gd name="connsiteX150" fmla="*/ 2016919 w 2543175"/>
              <a:gd name="connsiteY150" fmla="*/ 1483519 h 1890712"/>
              <a:gd name="connsiteX151" fmla="*/ 2024063 w 2543175"/>
              <a:gd name="connsiteY151" fmla="*/ 1490662 h 1890712"/>
              <a:gd name="connsiteX152" fmla="*/ 2033588 w 2543175"/>
              <a:gd name="connsiteY152" fmla="*/ 1495425 h 1890712"/>
              <a:gd name="connsiteX153" fmla="*/ 2040732 w 2543175"/>
              <a:gd name="connsiteY153" fmla="*/ 1502569 h 1890712"/>
              <a:gd name="connsiteX154" fmla="*/ 2047875 w 2543175"/>
              <a:gd name="connsiteY154" fmla="*/ 1507331 h 1890712"/>
              <a:gd name="connsiteX155" fmla="*/ 2057400 w 2543175"/>
              <a:gd name="connsiteY155" fmla="*/ 1514475 h 1890712"/>
              <a:gd name="connsiteX156" fmla="*/ 2064544 w 2543175"/>
              <a:gd name="connsiteY156" fmla="*/ 1519237 h 1890712"/>
              <a:gd name="connsiteX157" fmla="*/ 2071688 w 2543175"/>
              <a:gd name="connsiteY157" fmla="*/ 1526381 h 1890712"/>
              <a:gd name="connsiteX158" fmla="*/ 2081213 w 2543175"/>
              <a:gd name="connsiteY158" fmla="*/ 1531144 h 1890712"/>
              <a:gd name="connsiteX159" fmla="*/ 2090738 w 2543175"/>
              <a:gd name="connsiteY159" fmla="*/ 1538287 h 1890712"/>
              <a:gd name="connsiteX160" fmla="*/ 2109788 w 2543175"/>
              <a:gd name="connsiteY160" fmla="*/ 1547812 h 1890712"/>
              <a:gd name="connsiteX161" fmla="*/ 2131219 w 2543175"/>
              <a:gd name="connsiteY161" fmla="*/ 1562100 h 1890712"/>
              <a:gd name="connsiteX162" fmla="*/ 2140744 w 2543175"/>
              <a:gd name="connsiteY162" fmla="*/ 1566862 h 1890712"/>
              <a:gd name="connsiteX163" fmla="*/ 2152650 w 2543175"/>
              <a:gd name="connsiteY163" fmla="*/ 1576387 h 1890712"/>
              <a:gd name="connsiteX164" fmla="*/ 2181225 w 2543175"/>
              <a:gd name="connsiteY164" fmla="*/ 1590675 h 1890712"/>
              <a:gd name="connsiteX165" fmla="*/ 2200275 w 2543175"/>
              <a:gd name="connsiteY165" fmla="*/ 1607344 h 1890712"/>
              <a:gd name="connsiteX166" fmla="*/ 2207419 w 2543175"/>
              <a:gd name="connsiteY166" fmla="*/ 1612106 h 1890712"/>
              <a:gd name="connsiteX167" fmla="*/ 2216944 w 2543175"/>
              <a:gd name="connsiteY167" fmla="*/ 1619250 h 1890712"/>
              <a:gd name="connsiteX168" fmla="*/ 2224088 w 2543175"/>
              <a:gd name="connsiteY168" fmla="*/ 1624012 h 1890712"/>
              <a:gd name="connsiteX169" fmla="*/ 2247900 w 2543175"/>
              <a:gd name="connsiteY169" fmla="*/ 1643062 h 1890712"/>
              <a:gd name="connsiteX170" fmla="*/ 2255044 w 2543175"/>
              <a:gd name="connsiteY170" fmla="*/ 1650206 h 1890712"/>
              <a:gd name="connsiteX171" fmla="*/ 2281238 w 2543175"/>
              <a:gd name="connsiteY171" fmla="*/ 1664494 h 1890712"/>
              <a:gd name="connsiteX172" fmla="*/ 2297907 w 2543175"/>
              <a:gd name="connsiteY172" fmla="*/ 1674019 h 1890712"/>
              <a:gd name="connsiteX173" fmla="*/ 2305050 w 2543175"/>
              <a:gd name="connsiteY173" fmla="*/ 1678781 h 1890712"/>
              <a:gd name="connsiteX174" fmla="*/ 2312194 w 2543175"/>
              <a:gd name="connsiteY174" fmla="*/ 1685925 h 1890712"/>
              <a:gd name="connsiteX175" fmla="*/ 2321719 w 2543175"/>
              <a:gd name="connsiteY175" fmla="*/ 1690687 h 1890712"/>
              <a:gd name="connsiteX176" fmla="*/ 2328863 w 2543175"/>
              <a:gd name="connsiteY176" fmla="*/ 1697831 h 1890712"/>
              <a:gd name="connsiteX177" fmla="*/ 2350294 w 2543175"/>
              <a:gd name="connsiteY177" fmla="*/ 1712119 h 1890712"/>
              <a:gd name="connsiteX178" fmla="*/ 2359819 w 2543175"/>
              <a:gd name="connsiteY178" fmla="*/ 1719262 h 1890712"/>
              <a:gd name="connsiteX179" fmla="*/ 2369344 w 2543175"/>
              <a:gd name="connsiteY179" fmla="*/ 1724025 h 1890712"/>
              <a:gd name="connsiteX180" fmla="*/ 2376488 w 2543175"/>
              <a:gd name="connsiteY180" fmla="*/ 1731169 h 1890712"/>
              <a:gd name="connsiteX181" fmla="*/ 2402682 w 2543175"/>
              <a:gd name="connsiteY181" fmla="*/ 1747837 h 1890712"/>
              <a:gd name="connsiteX182" fmla="*/ 2450307 w 2543175"/>
              <a:gd name="connsiteY182" fmla="*/ 1769269 h 1890712"/>
              <a:gd name="connsiteX183" fmla="*/ 2466975 w 2543175"/>
              <a:gd name="connsiteY183" fmla="*/ 1783556 h 1890712"/>
              <a:gd name="connsiteX184" fmla="*/ 2481263 w 2543175"/>
              <a:gd name="connsiteY184" fmla="*/ 1795462 h 1890712"/>
              <a:gd name="connsiteX185" fmla="*/ 2486025 w 2543175"/>
              <a:gd name="connsiteY185" fmla="*/ 1802606 h 1890712"/>
              <a:gd name="connsiteX186" fmla="*/ 2493169 w 2543175"/>
              <a:gd name="connsiteY186" fmla="*/ 1807369 h 1890712"/>
              <a:gd name="connsiteX187" fmla="*/ 2495550 w 2543175"/>
              <a:gd name="connsiteY187" fmla="*/ 1816894 h 1890712"/>
              <a:gd name="connsiteX188" fmla="*/ 2497932 w 2543175"/>
              <a:gd name="connsiteY188" fmla="*/ 1824037 h 1890712"/>
              <a:gd name="connsiteX189" fmla="*/ 2514600 w 2543175"/>
              <a:gd name="connsiteY189" fmla="*/ 1850231 h 1890712"/>
              <a:gd name="connsiteX190" fmla="*/ 2519363 w 2543175"/>
              <a:gd name="connsiteY190" fmla="*/ 1857375 h 1890712"/>
              <a:gd name="connsiteX191" fmla="*/ 2540794 w 2543175"/>
              <a:gd name="connsiteY191" fmla="*/ 1883569 h 1890712"/>
              <a:gd name="connsiteX192" fmla="*/ 2543175 w 2543175"/>
              <a:gd name="connsiteY19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26382 w 2543175"/>
              <a:gd name="connsiteY114" fmla="*/ 1085850 h 1890712"/>
              <a:gd name="connsiteX115" fmla="*/ 1559719 w 2543175"/>
              <a:gd name="connsiteY115" fmla="*/ 1121569 h 1890712"/>
              <a:gd name="connsiteX116" fmla="*/ 1569244 w 2543175"/>
              <a:gd name="connsiteY116" fmla="*/ 1131094 h 1890712"/>
              <a:gd name="connsiteX117" fmla="*/ 1597819 w 2543175"/>
              <a:gd name="connsiteY117" fmla="*/ 1154906 h 1890712"/>
              <a:gd name="connsiteX118" fmla="*/ 1604963 w 2543175"/>
              <a:gd name="connsiteY118" fmla="*/ 1162050 h 1890712"/>
              <a:gd name="connsiteX119" fmla="*/ 1612107 w 2543175"/>
              <a:gd name="connsiteY119" fmla="*/ 1166812 h 1890712"/>
              <a:gd name="connsiteX120" fmla="*/ 1628775 w 2543175"/>
              <a:gd name="connsiteY120" fmla="*/ 1183481 h 1890712"/>
              <a:gd name="connsiteX121" fmla="*/ 1662113 w 2543175"/>
              <a:gd name="connsiteY121" fmla="*/ 1209675 h 1890712"/>
              <a:gd name="connsiteX122" fmla="*/ 1678782 w 2543175"/>
              <a:gd name="connsiteY122" fmla="*/ 1226344 h 1890712"/>
              <a:gd name="connsiteX123" fmla="*/ 1700213 w 2543175"/>
              <a:gd name="connsiteY123" fmla="*/ 1247775 h 1890712"/>
              <a:gd name="connsiteX124" fmla="*/ 1712119 w 2543175"/>
              <a:gd name="connsiteY124" fmla="*/ 1259681 h 1890712"/>
              <a:gd name="connsiteX125" fmla="*/ 1733550 w 2543175"/>
              <a:gd name="connsiteY125" fmla="*/ 1273969 h 1890712"/>
              <a:gd name="connsiteX126" fmla="*/ 1743075 w 2543175"/>
              <a:gd name="connsiteY126" fmla="*/ 1283494 h 1890712"/>
              <a:gd name="connsiteX127" fmla="*/ 1754982 w 2543175"/>
              <a:gd name="connsiteY127" fmla="*/ 1290637 h 1890712"/>
              <a:gd name="connsiteX128" fmla="*/ 1766888 w 2543175"/>
              <a:gd name="connsiteY128" fmla="*/ 1300162 h 1890712"/>
              <a:gd name="connsiteX129" fmla="*/ 1783557 w 2543175"/>
              <a:gd name="connsiteY129" fmla="*/ 1307306 h 1890712"/>
              <a:gd name="connsiteX130" fmla="*/ 1790700 w 2543175"/>
              <a:gd name="connsiteY130" fmla="*/ 1312069 h 1890712"/>
              <a:gd name="connsiteX131" fmla="*/ 1800225 w 2543175"/>
              <a:gd name="connsiteY131" fmla="*/ 1319212 h 1890712"/>
              <a:gd name="connsiteX132" fmla="*/ 1807369 w 2543175"/>
              <a:gd name="connsiteY132" fmla="*/ 1321594 h 1890712"/>
              <a:gd name="connsiteX133" fmla="*/ 1824038 w 2543175"/>
              <a:gd name="connsiteY133" fmla="*/ 1333500 h 1890712"/>
              <a:gd name="connsiteX134" fmla="*/ 1843088 w 2543175"/>
              <a:gd name="connsiteY134" fmla="*/ 1352550 h 1890712"/>
              <a:gd name="connsiteX135" fmla="*/ 1852613 w 2543175"/>
              <a:gd name="connsiteY135" fmla="*/ 1359694 h 1890712"/>
              <a:gd name="connsiteX136" fmla="*/ 1859757 w 2543175"/>
              <a:gd name="connsiteY136" fmla="*/ 1366837 h 1890712"/>
              <a:gd name="connsiteX137" fmla="*/ 1869282 w 2543175"/>
              <a:gd name="connsiteY137" fmla="*/ 1371600 h 1890712"/>
              <a:gd name="connsiteX138" fmla="*/ 1883569 w 2543175"/>
              <a:gd name="connsiteY138" fmla="*/ 1388269 h 1890712"/>
              <a:gd name="connsiteX139" fmla="*/ 1893094 w 2543175"/>
              <a:gd name="connsiteY139" fmla="*/ 1395412 h 1890712"/>
              <a:gd name="connsiteX140" fmla="*/ 1902619 w 2543175"/>
              <a:gd name="connsiteY140" fmla="*/ 1404937 h 1890712"/>
              <a:gd name="connsiteX141" fmla="*/ 1912144 w 2543175"/>
              <a:gd name="connsiteY141" fmla="*/ 1409700 h 1890712"/>
              <a:gd name="connsiteX142" fmla="*/ 1931194 w 2543175"/>
              <a:gd name="connsiteY142" fmla="*/ 1421606 h 1890712"/>
              <a:gd name="connsiteX143" fmla="*/ 1935957 w 2543175"/>
              <a:gd name="connsiteY143" fmla="*/ 1428750 h 1890712"/>
              <a:gd name="connsiteX144" fmla="*/ 1952625 w 2543175"/>
              <a:gd name="connsiteY144" fmla="*/ 1438275 h 1890712"/>
              <a:gd name="connsiteX145" fmla="*/ 1971675 w 2543175"/>
              <a:gd name="connsiteY145" fmla="*/ 1450181 h 1890712"/>
              <a:gd name="connsiteX146" fmla="*/ 1981200 w 2543175"/>
              <a:gd name="connsiteY146" fmla="*/ 1454944 h 1890712"/>
              <a:gd name="connsiteX147" fmla="*/ 1997869 w 2543175"/>
              <a:gd name="connsiteY147" fmla="*/ 1471612 h 1890712"/>
              <a:gd name="connsiteX148" fmla="*/ 2007394 w 2543175"/>
              <a:gd name="connsiteY148" fmla="*/ 1478756 h 1890712"/>
              <a:gd name="connsiteX149" fmla="*/ 2016919 w 2543175"/>
              <a:gd name="connsiteY149" fmla="*/ 1483519 h 1890712"/>
              <a:gd name="connsiteX150" fmla="*/ 2024063 w 2543175"/>
              <a:gd name="connsiteY150" fmla="*/ 1490662 h 1890712"/>
              <a:gd name="connsiteX151" fmla="*/ 2033588 w 2543175"/>
              <a:gd name="connsiteY151" fmla="*/ 1495425 h 1890712"/>
              <a:gd name="connsiteX152" fmla="*/ 2040732 w 2543175"/>
              <a:gd name="connsiteY152" fmla="*/ 1502569 h 1890712"/>
              <a:gd name="connsiteX153" fmla="*/ 2047875 w 2543175"/>
              <a:gd name="connsiteY153" fmla="*/ 1507331 h 1890712"/>
              <a:gd name="connsiteX154" fmla="*/ 2057400 w 2543175"/>
              <a:gd name="connsiteY154" fmla="*/ 1514475 h 1890712"/>
              <a:gd name="connsiteX155" fmla="*/ 2064544 w 2543175"/>
              <a:gd name="connsiteY155" fmla="*/ 1519237 h 1890712"/>
              <a:gd name="connsiteX156" fmla="*/ 2071688 w 2543175"/>
              <a:gd name="connsiteY156" fmla="*/ 1526381 h 1890712"/>
              <a:gd name="connsiteX157" fmla="*/ 2081213 w 2543175"/>
              <a:gd name="connsiteY157" fmla="*/ 1531144 h 1890712"/>
              <a:gd name="connsiteX158" fmla="*/ 2090738 w 2543175"/>
              <a:gd name="connsiteY158" fmla="*/ 1538287 h 1890712"/>
              <a:gd name="connsiteX159" fmla="*/ 2109788 w 2543175"/>
              <a:gd name="connsiteY159" fmla="*/ 1547812 h 1890712"/>
              <a:gd name="connsiteX160" fmla="*/ 2131219 w 2543175"/>
              <a:gd name="connsiteY160" fmla="*/ 1562100 h 1890712"/>
              <a:gd name="connsiteX161" fmla="*/ 2140744 w 2543175"/>
              <a:gd name="connsiteY161" fmla="*/ 1566862 h 1890712"/>
              <a:gd name="connsiteX162" fmla="*/ 2152650 w 2543175"/>
              <a:gd name="connsiteY162" fmla="*/ 1576387 h 1890712"/>
              <a:gd name="connsiteX163" fmla="*/ 2181225 w 2543175"/>
              <a:gd name="connsiteY163" fmla="*/ 1590675 h 1890712"/>
              <a:gd name="connsiteX164" fmla="*/ 2200275 w 2543175"/>
              <a:gd name="connsiteY164" fmla="*/ 1607344 h 1890712"/>
              <a:gd name="connsiteX165" fmla="*/ 2207419 w 2543175"/>
              <a:gd name="connsiteY165" fmla="*/ 1612106 h 1890712"/>
              <a:gd name="connsiteX166" fmla="*/ 2216944 w 2543175"/>
              <a:gd name="connsiteY166" fmla="*/ 1619250 h 1890712"/>
              <a:gd name="connsiteX167" fmla="*/ 2224088 w 2543175"/>
              <a:gd name="connsiteY167" fmla="*/ 1624012 h 1890712"/>
              <a:gd name="connsiteX168" fmla="*/ 2247900 w 2543175"/>
              <a:gd name="connsiteY168" fmla="*/ 1643062 h 1890712"/>
              <a:gd name="connsiteX169" fmla="*/ 2255044 w 2543175"/>
              <a:gd name="connsiteY169" fmla="*/ 1650206 h 1890712"/>
              <a:gd name="connsiteX170" fmla="*/ 2281238 w 2543175"/>
              <a:gd name="connsiteY170" fmla="*/ 1664494 h 1890712"/>
              <a:gd name="connsiteX171" fmla="*/ 2297907 w 2543175"/>
              <a:gd name="connsiteY171" fmla="*/ 1674019 h 1890712"/>
              <a:gd name="connsiteX172" fmla="*/ 2305050 w 2543175"/>
              <a:gd name="connsiteY172" fmla="*/ 1678781 h 1890712"/>
              <a:gd name="connsiteX173" fmla="*/ 2312194 w 2543175"/>
              <a:gd name="connsiteY173" fmla="*/ 1685925 h 1890712"/>
              <a:gd name="connsiteX174" fmla="*/ 2321719 w 2543175"/>
              <a:gd name="connsiteY174" fmla="*/ 1690687 h 1890712"/>
              <a:gd name="connsiteX175" fmla="*/ 2328863 w 2543175"/>
              <a:gd name="connsiteY175" fmla="*/ 1697831 h 1890712"/>
              <a:gd name="connsiteX176" fmla="*/ 2350294 w 2543175"/>
              <a:gd name="connsiteY176" fmla="*/ 1712119 h 1890712"/>
              <a:gd name="connsiteX177" fmla="*/ 2359819 w 2543175"/>
              <a:gd name="connsiteY177" fmla="*/ 1719262 h 1890712"/>
              <a:gd name="connsiteX178" fmla="*/ 2369344 w 2543175"/>
              <a:gd name="connsiteY178" fmla="*/ 1724025 h 1890712"/>
              <a:gd name="connsiteX179" fmla="*/ 2376488 w 2543175"/>
              <a:gd name="connsiteY179" fmla="*/ 1731169 h 1890712"/>
              <a:gd name="connsiteX180" fmla="*/ 2402682 w 2543175"/>
              <a:gd name="connsiteY180" fmla="*/ 1747837 h 1890712"/>
              <a:gd name="connsiteX181" fmla="*/ 2450307 w 2543175"/>
              <a:gd name="connsiteY181" fmla="*/ 1769269 h 1890712"/>
              <a:gd name="connsiteX182" fmla="*/ 2466975 w 2543175"/>
              <a:gd name="connsiteY182" fmla="*/ 1783556 h 1890712"/>
              <a:gd name="connsiteX183" fmla="*/ 2481263 w 2543175"/>
              <a:gd name="connsiteY183" fmla="*/ 1795462 h 1890712"/>
              <a:gd name="connsiteX184" fmla="*/ 2486025 w 2543175"/>
              <a:gd name="connsiteY184" fmla="*/ 1802606 h 1890712"/>
              <a:gd name="connsiteX185" fmla="*/ 2493169 w 2543175"/>
              <a:gd name="connsiteY185" fmla="*/ 1807369 h 1890712"/>
              <a:gd name="connsiteX186" fmla="*/ 2495550 w 2543175"/>
              <a:gd name="connsiteY186" fmla="*/ 1816894 h 1890712"/>
              <a:gd name="connsiteX187" fmla="*/ 2497932 w 2543175"/>
              <a:gd name="connsiteY187" fmla="*/ 1824037 h 1890712"/>
              <a:gd name="connsiteX188" fmla="*/ 2514600 w 2543175"/>
              <a:gd name="connsiteY188" fmla="*/ 1850231 h 1890712"/>
              <a:gd name="connsiteX189" fmla="*/ 2519363 w 2543175"/>
              <a:gd name="connsiteY189" fmla="*/ 1857375 h 1890712"/>
              <a:gd name="connsiteX190" fmla="*/ 2540794 w 2543175"/>
              <a:gd name="connsiteY190" fmla="*/ 1883569 h 1890712"/>
              <a:gd name="connsiteX191" fmla="*/ 2543175 w 2543175"/>
              <a:gd name="connsiteY191"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59719 w 2543175"/>
              <a:gd name="connsiteY114" fmla="*/ 1121569 h 1890712"/>
              <a:gd name="connsiteX115" fmla="*/ 1569244 w 2543175"/>
              <a:gd name="connsiteY115" fmla="*/ 1131094 h 1890712"/>
              <a:gd name="connsiteX116" fmla="*/ 1597819 w 2543175"/>
              <a:gd name="connsiteY116" fmla="*/ 1154906 h 1890712"/>
              <a:gd name="connsiteX117" fmla="*/ 1604963 w 2543175"/>
              <a:gd name="connsiteY117" fmla="*/ 1162050 h 1890712"/>
              <a:gd name="connsiteX118" fmla="*/ 1612107 w 2543175"/>
              <a:gd name="connsiteY118" fmla="*/ 1166812 h 1890712"/>
              <a:gd name="connsiteX119" fmla="*/ 1628775 w 2543175"/>
              <a:gd name="connsiteY119" fmla="*/ 1183481 h 1890712"/>
              <a:gd name="connsiteX120" fmla="*/ 1662113 w 2543175"/>
              <a:gd name="connsiteY120" fmla="*/ 1209675 h 1890712"/>
              <a:gd name="connsiteX121" fmla="*/ 1678782 w 2543175"/>
              <a:gd name="connsiteY121" fmla="*/ 1226344 h 1890712"/>
              <a:gd name="connsiteX122" fmla="*/ 1700213 w 2543175"/>
              <a:gd name="connsiteY122" fmla="*/ 1247775 h 1890712"/>
              <a:gd name="connsiteX123" fmla="*/ 1712119 w 2543175"/>
              <a:gd name="connsiteY123" fmla="*/ 1259681 h 1890712"/>
              <a:gd name="connsiteX124" fmla="*/ 1733550 w 2543175"/>
              <a:gd name="connsiteY124" fmla="*/ 1273969 h 1890712"/>
              <a:gd name="connsiteX125" fmla="*/ 1743075 w 2543175"/>
              <a:gd name="connsiteY125" fmla="*/ 1283494 h 1890712"/>
              <a:gd name="connsiteX126" fmla="*/ 1754982 w 2543175"/>
              <a:gd name="connsiteY126" fmla="*/ 1290637 h 1890712"/>
              <a:gd name="connsiteX127" fmla="*/ 1766888 w 2543175"/>
              <a:gd name="connsiteY127" fmla="*/ 1300162 h 1890712"/>
              <a:gd name="connsiteX128" fmla="*/ 1783557 w 2543175"/>
              <a:gd name="connsiteY128" fmla="*/ 1307306 h 1890712"/>
              <a:gd name="connsiteX129" fmla="*/ 1790700 w 2543175"/>
              <a:gd name="connsiteY129" fmla="*/ 1312069 h 1890712"/>
              <a:gd name="connsiteX130" fmla="*/ 1800225 w 2543175"/>
              <a:gd name="connsiteY130" fmla="*/ 1319212 h 1890712"/>
              <a:gd name="connsiteX131" fmla="*/ 1807369 w 2543175"/>
              <a:gd name="connsiteY131" fmla="*/ 1321594 h 1890712"/>
              <a:gd name="connsiteX132" fmla="*/ 1824038 w 2543175"/>
              <a:gd name="connsiteY132" fmla="*/ 1333500 h 1890712"/>
              <a:gd name="connsiteX133" fmla="*/ 1843088 w 2543175"/>
              <a:gd name="connsiteY133" fmla="*/ 1352550 h 1890712"/>
              <a:gd name="connsiteX134" fmla="*/ 1852613 w 2543175"/>
              <a:gd name="connsiteY134" fmla="*/ 1359694 h 1890712"/>
              <a:gd name="connsiteX135" fmla="*/ 1859757 w 2543175"/>
              <a:gd name="connsiteY135" fmla="*/ 1366837 h 1890712"/>
              <a:gd name="connsiteX136" fmla="*/ 1869282 w 2543175"/>
              <a:gd name="connsiteY136" fmla="*/ 1371600 h 1890712"/>
              <a:gd name="connsiteX137" fmla="*/ 1883569 w 2543175"/>
              <a:gd name="connsiteY137" fmla="*/ 1388269 h 1890712"/>
              <a:gd name="connsiteX138" fmla="*/ 1893094 w 2543175"/>
              <a:gd name="connsiteY138" fmla="*/ 1395412 h 1890712"/>
              <a:gd name="connsiteX139" fmla="*/ 1902619 w 2543175"/>
              <a:gd name="connsiteY139" fmla="*/ 1404937 h 1890712"/>
              <a:gd name="connsiteX140" fmla="*/ 1912144 w 2543175"/>
              <a:gd name="connsiteY140" fmla="*/ 1409700 h 1890712"/>
              <a:gd name="connsiteX141" fmla="*/ 1931194 w 2543175"/>
              <a:gd name="connsiteY141" fmla="*/ 1421606 h 1890712"/>
              <a:gd name="connsiteX142" fmla="*/ 1935957 w 2543175"/>
              <a:gd name="connsiteY142" fmla="*/ 1428750 h 1890712"/>
              <a:gd name="connsiteX143" fmla="*/ 1952625 w 2543175"/>
              <a:gd name="connsiteY143" fmla="*/ 1438275 h 1890712"/>
              <a:gd name="connsiteX144" fmla="*/ 1971675 w 2543175"/>
              <a:gd name="connsiteY144" fmla="*/ 1450181 h 1890712"/>
              <a:gd name="connsiteX145" fmla="*/ 1981200 w 2543175"/>
              <a:gd name="connsiteY145" fmla="*/ 1454944 h 1890712"/>
              <a:gd name="connsiteX146" fmla="*/ 1997869 w 2543175"/>
              <a:gd name="connsiteY146" fmla="*/ 1471612 h 1890712"/>
              <a:gd name="connsiteX147" fmla="*/ 2007394 w 2543175"/>
              <a:gd name="connsiteY147" fmla="*/ 1478756 h 1890712"/>
              <a:gd name="connsiteX148" fmla="*/ 2016919 w 2543175"/>
              <a:gd name="connsiteY148" fmla="*/ 1483519 h 1890712"/>
              <a:gd name="connsiteX149" fmla="*/ 2024063 w 2543175"/>
              <a:gd name="connsiteY149" fmla="*/ 1490662 h 1890712"/>
              <a:gd name="connsiteX150" fmla="*/ 2033588 w 2543175"/>
              <a:gd name="connsiteY150" fmla="*/ 1495425 h 1890712"/>
              <a:gd name="connsiteX151" fmla="*/ 2040732 w 2543175"/>
              <a:gd name="connsiteY151" fmla="*/ 1502569 h 1890712"/>
              <a:gd name="connsiteX152" fmla="*/ 2047875 w 2543175"/>
              <a:gd name="connsiteY152" fmla="*/ 1507331 h 1890712"/>
              <a:gd name="connsiteX153" fmla="*/ 2057400 w 2543175"/>
              <a:gd name="connsiteY153" fmla="*/ 1514475 h 1890712"/>
              <a:gd name="connsiteX154" fmla="*/ 2064544 w 2543175"/>
              <a:gd name="connsiteY154" fmla="*/ 1519237 h 1890712"/>
              <a:gd name="connsiteX155" fmla="*/ 2071688 w 2543175"/>
              <a:gd name="connsiteY155" fmla="*/ 1526381 h 1890712"/>
              <a:gd name="connsiteX156" fmla="*/ 2081213 w 2543175"/>
              <a:gd name="connsiteY156" fmla="*/ 1531144 h 1890712"/>
              <a:gd name="connsiteX157" fmla="*/ 2090738 w 2543175"/>
              <a:gd name="connsiteY157" fmla="*/ 1538287 h 1890712"/>
              <a:gd name="connsiteX158" fmla="*/ 2109788 w 2543175"/>
              <a:gd name="connsiteY158" fmla="*/ 1547812 h 1890712"/>
              <a:gd name="connsiteX159" fmla="*/ 2131219 w 2543175"/>
              <a:gd name="connsiteY159" fmla="*/ 1562100 h 1890712"/>
              <a:gd name="connsiteX160" fmla="*/ 2140744 w 2543175"/>
              <a:gd name="connsiteY160" fmla="*/ 1566862 h 1890712"/>
              <a:gd name="connsiteX161" fmla="*/ 2152650 w 2543175"/>
              <a:gd name="connsiteY161" fmla="*/ 1576387 h 1890712"/>
              <a:gd name="connsiteX162" fmla="*/ 2181225 w 2543175"/>
              <a:gd name="connsiteY162" fmla="*/ 1590675 h 1890712"/>
              <a:gd name="connsiteX163" fmla="*/ 2200275 w 2543175"/>
              <a:gd name="connsiteY163" fmla="*/ 1607344 h 1890712"/>
              <a:gd name="connsiteX164" fmla="*/ 2207419 w 2543175"/>
              <a:gd name="connsiteY164" fmla="*/ 1612106 h 1890712"/>
              <a:gd name="connsiteX165" fmla="*/ 2216944 w 2543175"/>
              <a:gd name="connsiteY165" fmla="*/ 1619250 h 1890712"/>
              <a:gd name="connsiteX166" fmla="*/ 2224088 w 2543175"/>
              <a:gd name="connsiteY166" fmla="*/ 1624012 h 1890712"/>
              <a:gd name="connsiteX167" fmla="*/ 2247900 w 2543175"/>
              <a:gd name="connsiteY167" fmla="*/ 1643062 h 1890712"/>
              <a:gd name="connsiteX168" fmla="*/ 2255044 w 2543175"/>
              <a:gd name="connsiteY168" fmla="*/ 1650206 h 1890712"/>
              <a:gd name="connsiteX169" fmla="*/ 2281238 w 2543175"/>
              <a:gd name="connsiteY169" fmla="*/ 1664494 h 1890712"/>
              <a:gd name="connsiteX170" fmla="*/ 2297907 w 2543175"/>
              <a:gd name="connsiteY170" fmla="*/ 1674019 h 1890712"/>
              <a:gd name="connsiteX171" fmla="*/ 2305050 w 2543175"/>
              <a:gd name="connsiteY171" fmla="*/ 1678781 h 1890712"/>
              <a:gd name="connsiteX172" fmla="*/ 2312194 w 2543175"/>
              <a:gd name="connsiteY172" fmla="*/ 1685925 h 1890712"/>
              <a:gd name="connsiteX173" fmla="*/ 2321719 w 2543175"/>
              <a:gd name="connsiteY173" fmla="*/ 1690687 h 1890712"/>
              <a:gd name="connsiteX174" fmla="*/ 2328863 w 2543175"/>
              <a:gd name="connsiteY174" fmla="*/ 1697831 h 1890712"/>
              <a:gd name="connsiteX175" fmla="*/ 2350294 w 2543175"/>
              <a:gd name="connsiteY175" fmla="*/ 1712119 h 1890712"/>
              <a:gd name="connsiteX176" fmla="*/ 2359819 w 2543175"/>
              <a:gd name="connsiteY176" fmla="*/ 1719262 h 1890712"/>
              <a:gd name="connsiteX177" fmla="*/ 2369344 w 2543175"/>
              <a:gd name="connsiteY177" fmla="*/ 1724025 h 1890712"/>
              <a:gd name="connsiteX178" fmla="*/ 2376488 w 2543175"/>
              <a:gd name="connsiteY178" fmla="*/ 1731169 h 1890712"/>
              <a:gd name="connsiteX179" fmla="*/ 2402682 w 2543175"/>
              <a:gd name="connsiteY179" fmla="*/ 1747837 h 1890712"/>
              <a:gd name="connsiteX180" fmla="*/ 2450307 w 2543175"/>
              <a:gd name="connsiteY180" fmla="*/ 1769269 h 1890712"/>
              <a:gd name="connsiteX181" fmla="*/ 2466975 w 2543175"/>
              <a:gd name="connsiteY181" fmla="*/ 1783556 h 1890712"/>
              <a:gd name="connsiteX182" fmla="*/ 2481263 w 2543175"/>
              <a:gd name="connsiteY182" fmla="*/ 1795462 h 1890712"/>
              <a:gd name="connsiteX183" fmla="*/ 2486025 w 2543175"/>
              <a:gd name="connsiteY183" fmla="*/ 1802606 h 1890712"/>
              <a:gd name="connsiteX184" fmla="*/ 2493169 w 2543175"/>
              <a:gd name="connsiteY184" fmla="*/ 1807369 h 1890712"/>
              <a:gd name="connsiteX185" fmla="*/ 2495550 w 2543175"/>
              <a:gd name="connsiteY185" fmla="*/ 1816894 h 1890712"/>
              <a:gd name="connsiteX186" fmla="*/ 2497932 w 2543175"/>
              <a:gd name="connsiteY186" fmla="*/ 1824037 h 1890712"/>
              <a:gd name="connsiteX187" fmla="*/ 2514600 w 2543175"/>
              <a:gd name="connsiteY187" fmla="*/ 1850231 h 1890712"/>
              <a:gd name="connsiteX188" fmla="*/ 2519363 w 2543175"/>
              <a:gd name="connsiteY188" fmla="*/ 1857375 h 1890712"/>
              <a:gd name="connsiteX189" fmla="*/ 2540794 w 2543175"/>
              <a:gd name="connsiteY189" fmla="*/ 1883569 h 1890712"/>
              <a:gd name="connsiteX190" fmla="*/ 2543175 w 2543175"/>
              <a:gd name="connsiteY19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59719 w 2543175"/>
              <a:gd name="connsiteY114" fmla="*/ 1121569 h 1890712"/>
              <a:gd name="connsiteX115" fmla="*/ 1550194 w 2543175"/>
              <a:gd name="connsiteY115" fmla="*/ 1135856 h 1890712"/>
              <a:gd name="connsiteX116" fmla="*/ 1597819 w 2543175"/>
              <a:gd name="connsiteY116" fmla="*/ 1154906 h 1890712"/>
              <a:gd name="connsiteX117" fmla="*/ 1604963 w 2543175"/>
              <a:gd name="connsiteY117" fmla="*/ 1162050 h 1890712"/>
              <a:gd name="connsiteX118" fmla="*/ 1612107 w 2543175"/>
              <a:gd name="connsiteY118" fmla="*/ 1166812 h 1890712"/>
              <a:gd name="connsiteX119" fmla="*/ 1628775 w 2543175"/>
              <a:gd name="connsiteY119" fmla="*/ 1183481 h 1890712"/>
              <a:gd name="connsiteX120" fmla="*/ 1662113 w 2543175"/>
              <a:gd name="connsiteY120" fmla="*/ 1209675 h 1890712"/>
              <a:gd name="connsiteX121" fmla="*/ 1678782 w 2543175"/>
              <a:gd name="connsiteY121" fmla="*/ 1226344 h 1890712"/>
              <a:gd name="connsiteX122" fmla="*/ 1700213 w 2543175"/>
              <a:gd name="connsiteY122" fmla="*/ 1247775 h 1890712"/>
              <a:gd name="connsiteX123" fmla="*/ 1712119 w 2543175"/>
              <a:gd name="connsiteY123" fmla="*/ 1259681 h 1890712"/>
              <a:gd name="connsiteX124" fmla="*/ 1733550 w 2543175"/>
              <a:gd name="connsiteY124" fmla="*/ 1273969 h 1890712"/>
              <a:gd name="connsiteX125" fmla="*/ 1743075 w 2543175"/>
              <a:gd name="connsiteY125" fmla="*/ 1283494 h 1890712"/>
              <a:gd name="connsiteX126" fmla="*/ 1754982 w 2543175"/>
              <a:gd name="connsiteY126" fmla="*/ 1290637 h 1890712"/>
              <a:gd name="connsiteX127" fmla="*/ 1766888 w 2543175"/>
              <a:gd name="connsiteY127" fmla="*/ 1300162 h 1890712"/>
              <a:gd name="connsiteX128" fmla="*/ 1783557 w 2543175"/>
              <a:gd name="connsiteY128" fmla="*/ 1307306 h 1890712"/>
              <a:gd name="connsiteX129" fmla="*/ 1790700 w 2543175"/>
              <a:gd name="connsiteY129" fmla="*/ 1312069 h 1890712"/>
              <a:gd name="connsiteX130" fmla="*/ 1800225 w 2543175"/>
              <a:gd name="connsiteY130" fmla="*/ 1319212 h 1890712"/>
              <a:gd name="connsiteX131" fmla="*/ 1807369 w 2543175"/>
              <a:gd name="connsiteY131" fmla="*/ 1321594 h 1890712"/>
              <a:gd name="connsiteX132" fmla="*/ 1824038 w 2543175"/>
              <a:gd name="connsiteY132" fmla="*/ 1333500 h 1890712"/>
              <a:gd name="connsiteX133" fmla="*/ 1843088 w 2543175"/>
              <a:gd name="connsiteY133" fmla="*/ 1352550 h 1890712"/>
              <a:gd name="connsiteX134" fmla="*/ 1852613 w 2543175"/>
              <a:gd name="connsiteY134" fmla="*/ 1359694 h 1890712"/>
              <a:gd name="connsiteX135" fmla="*/ 1859757 w 2543175"/>
              <a:gd name="connsiteY135" fmla="*/ 1366837 h 1890712"/>
              <a:gd name="connsiteX136" fmla="*/ 1869282 w 2543175"/>
              <a:gd name="connsiteY136" fmla="*/ 1371600 h 1890712"/>
              <a:gd name="connsiteX137" fmla="*/ 1883569 w 2543175"/>
              <a:gd name="connsiteY137" fmla="*/ 1388269 h 1890712"/>
              <a:gd name="connsiteX138" fmla="*/ 1893094 w 2543175"/>
              <a:gd name="connsiteY138" fmla="*/ 1395412 h 1890712"/>
              <a:gd name="connsiteX139" fmla="*/ 1902619 w 2543175"/>
              <a:gd name="connsiteY139" fmla="*/ 1404937 h 1890712"/>
              <a:gd name="connsiteX140" fmla="*/ 1912144 w 2543175"/>
              <a:gd name="connsiteY140" fmla="*/ 1409700 h 1890712"/>
              <a:gd name="connsiteX141" fmla="*/ 1931194 w 2543175"/>
              <a:gd name="connsiteY141" fmla="*/ 1421606 h 1890712"/>
              <a:gd name="connsiteX142" fmla="*/ 1935957 w 2543175"/>
              <a:gd name="connsiteY142" fmla="*/ 1428750 h 1890712"/>
              <a:gd name="connsiteX143" fmla="*/ 1952625 w 2543175"/>
              <a:gd name="connsiteY143" fmla="*/ 1438275 h 1890712"/>
              <a:gd name="connsiteX144" fmla="*/ 1971675 w 2543175"/>
              <a:gd name="connsiteY144" fmla="*/ 1450181 h 1890712"/>
              <a:gd name="connsiteX145" fmla="*/ 1981200 w 2543175"/>
              <a:gd name="connsiteY145" fmla="*/ 1454944 h 1890712"/>
              <a:gd name="connsiteX146" fmla="*/ 1997869 w 2543175"/>
              <a:gd name="connsiteY146" fmla="*/ 1471612 h 1890712"/>
              <a:gd name="connsiteX147" fmla="*/ 2007394 w 2543175"/>
              <a:gd name="connsiteY147" fmla="*/ 1478756 h 1890712"/>
              <a:gd name="connsiteX148" fmla="*/ 2016919 w 2543175"/>
              <a:gd name="connsiteY148" fmla="*/ 1483519 h 1890712"/>
              <a:gd name="connsiteX149" fmla="*/ 2024063 w 2543175"/>
              <a:gd name="connsiteY149" fmla="*/ 1490662 h 1890712"/>
              <a:gd name="connsiteX150" fmla="*/ 2033588 w 2543175"/>
              <a:gd name="connsiteY150" fmla="*/ 1495425 h 1890712"/>
              <a:gd name="connsiteX151" fmla="*/ 2040732 w 2543175"/>
              <a:gd name="connsiteY151" fmla="*/ 1502569 h 1890712"/>
              <a:gd name="connsiteX152" fmla="*/ 2047875 w 2543175"/>
              <a:gd name="connsiteY152" fmla="*/ 1507331 h 1890712"/>
              <a:gd name="connsiteX153" fmla="*/ 2057400 w 2543175"/>
              <a:gd name="connsiteY153" fmla="*/ 1514475 h 1890712"/>
              <a:gd name="connsiteX154" fmla="*/ 2064544 w 2543175"/>
              <a:gd name="connsiteY154" fmla="*/ 1519237 h 1890712"/>
              <a:gd name="connsiteX155" fmla="*/ 2071688 w 2543175"/>
              <a:gd name="connsiteY155" fmla="*/ 1526381 h 1890712"/>
              <a:gd name="connsiteX156" fmla="*/ 2081213 w 2543175"/>
              <a:gd name="connsiteY156" fmla="*/ 1531144 h 1890712"/>
              <a:gd name="connsiteX157" fmla="*/ 2090738 w 2543175"/>
              <a:gd name="connsiteY157" fmla="*/ 1538287 h 1890712"/>
              <a:gd name="connsiteX158" fmla="*/ 2109788 w 2543175"/>
              <a:gd name="connsiteY158" fmla="*/ 1547812 h 1890712"/>
              <a:gd name="connsiteX159" fmla="*/ 2131219 w 2543175"/>
              <a:gd name="connsiteY159" fmla="*/ 1562100 h 1890712"/>
              <a:gd name="connsiteX160" fmla="*/ 2140744 w 2543175"/>
              <a:gd name="connsiteY160" fmla="*/ 1566862 h 1890712"/>
              <a:gd name="connsiteX161" fmla="*/ 2152650 w 2543175"/>
              <a:gd name="connsiteY161" fmla="*/ 1576387 h 1890712"/>
              <a:gd name="connsiteX162" fmla="*/ 2181225 w 2543175"/>
              <a:gd name="connsiteY162" fmla="*/ 1590675 h 1890712"/>
              <a:gd name="connsiteX163" fmla="*/ 2200275 w 2543175"/>
              <a:gd name="connsiteY163" fmla="*/ 1607344 h 1890712"/>
              <a:gd name="connsiteX164" fmla="*/ 2207419 w 2543175"/>
              <a:gd name="connsiteY164" fmla="*/ 1612106 h 1890712"/>
              <a:gd name="connsiteX165" fmla="*/ 2216944 w 2543175"/>
              <a:gd name="connsiteY165" fmla="*/ 1619250 h 1890712"/>
              <a:gd name="connsiteX166" fmla="*/ 2224088 w 2543175"/>
              <a:gd name="connsiteY166" fmla="*/ 1624012 h 1890712"/>
              <a:gd name="connsiteX167" fmla="*/ 2247900 w 2543175"/>
              <a:gd name="connsiteY167" fmla="*/ 1643062 h 1890712"/>
              <a:gd name="connsiteX168" fmla="*/ 2255044 w 2543175"/>
              <a:gd name="connsiteY168" fmla="*/ 1650206 h 1890712"/>
              <a:gd name="connsiteX169" fmla="*/ 2281238 w 2543175"/>
              <a:gd name="connsiteY169" fmla="*/ 1664494 h 1890712"/>
              <a:gd name="connsiteX170" fmla="*/ 2297907 w 2543175"/>
              <a:gd name="connsiteY170" fmla="*/ 1674019 h 1890712"/>
              <a:gd name="connsiteX171" fmla="*/ 2305050 w 2543175"/>
              <a:gd name="connsiteY171" fmla="*/ 1678781 h 1890712"/>
              <a:gd name="connsiteX172" fmla="*/ 2312194 w 2543175"/>
              <a:gd name="connsiteY172" fmla="*/ 1685925 h 1890712"/>
              <a:gd name="connsiteX173" fmla="*/ 2321719 w 2543175"/>
              <a:gd name="connsiteY173" fmla="*/ 1690687 h 1890712"/>
              <a:gd name="connsiteX174" fmla="*/ 2328863 w 2543175"/>
              <a:gd name="connsiteY174" fmla="*/ 1697831 h 1890712"/>
              <a:gd name="connsiteX175" fmla="*/ 2350294 w 2543175"/>
              <a:gd name="connsiteY175" fmla="*/ 1712119 h 1890712"/>
              <a:gd name="connsiteX176" fmla="*/ 2359819 w 2543175"/>
              <a:gd name="connsiteY176" fmla="*/ 1719262 h 1890712"/>
              <a:gd name="connsiteX177" fmla="*/ 2369344 w 2543175"/>
              <a:gd name="connsiteY177" fmla="*/ 1724025 h 1890712"/>
              <a:gd name="connsiteX178" fmla="*/ 2376488 w 2543175"/>
              <a:gd name="connsiteY178" fmla="*/ 1731169 h 1890712"/>
              <a:gd name="connsiteX179" fmla="*/ 2402682 w 2543175"/>
              <a:gd name="connsiteY179" fmla="*/ 1747837 h 1890712"/>
              <a:gd name="connsiteX180" fmla="*/ 2450307 w 2543175"/>
              <a:gd name="connsiteY180" fmla="*/ 1769269 h 1890712"/>
              <a:gd name="connsiteX181" fmla="*/ 2466975 w 2543175"/>
              <a:gd name="connsiteY181" fmla="*/ 1783556 h 1890712"/>
              <a:gd name="connsiteX182" fmla="*/ 2481263 w 2543175"/>
              <a:gd name="connsiteY182" fmla="*/ 1795462 h 1890712"/>
              <a:gd name="connsiteX183" fmla="*/ 2486025 w 2543175"/>
              <a:gd name="connsiteY183" fmla="*/ 1802606 h 1890712"/>
              <a:gd name="connsiteX184" fmla="*/ 2493169 w 2543175"/>
              <a:gd name="connsiteY184" fmla="*/ 1807369 h 1890712"/>
              <a:gd name="connsiteX185" fmla="*/ 2495550 w 2543175"/>
              <a:gd name="connsiteY185" fmla="*/ 1816894 h 1890712"/>
              <a:gd name="connsiteX186" fmla="*/ 2497932 w 2543175"/>
              <a:gd name="connsiteY186" fmla="*/ 1824037 h 1890712"/>
              <a:gd name="connsiteX187" fmla="*/ 2514600 w 2543175"/>
              <a:gd name="connsiteY187" fmla="*/ 1850231 h 1890712"/>
              <a:gd name="connsiteX188" fmla="*/ 2519363 w 2543175"/>
              <a:gd name="connsiteY188" fmla="*/ 1857375 h 1890712"/>
              <a:gd name="connsiteX189" fmla="*/ 2540794 w 2543175"/>
              <a:gd name="connsiteY189" fmla="*/ 1883569 h 1890712"/>
              <a:gd name="connsiteX190" fmla="*/ 2543175 w 2543175"/>
              <a:gd name="connsiteY19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59719 w 2543175"/>
              <a:gd name="connsiteY114" fmla="*/ 1121569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59819 w 2543175"/>
              <a:gd name="connsiteY175" fmla="*/ 1719262 h 1890712"/>
              <a:gd name="connsiteX176" fmla="*/ 2369344 w 2543175"/>
              <a:gd name="connsiteY176" fmla="*/ 1724025 h 1890712"/>
              <a:gd name="connsiteX177" fmla="*/ 2376488 w 2543175"/>
              <a:gd name="connsiteY177" fmla="*/ 1731169 h 1890712"/>
              <a:gd name="connsiteX178" fmla="*/ 2402682 w 2543175"/>
              <a:gd name="connsiteY178" fmla="*/ 1747837 h 1890712"/>
              <a:gd name="connsiteX179" fmla="*/ 2450307 w 2543175"/>
              <a:gd name="connsiteY179" fmla="*/ 1769269 h 1890712"/>
              <a:gd name="connsiteX180" fmla="*/ 2466975 w 2543175"/>
              <a:gd name="connsiteY180" fmla="*/ 1783556 h 1890712"/>
              <a:gd name="connsiteX181" fmla="*/ 2481263 w 2543175"/>
              <a:gd name="connsiteY181" fmla="*/ 1795462 h 1890712"/>
              <a:gd name="connsiteX182" fmla="*/ 2486025 w 2543175"/>
              <a:gd name="connsiteY182" fmla="*/ 1802606 h 1890712"/>
              <a:gd name="connsiteX183" fmla="*/ 2493169 w 2543175"/>
              <a:gd name="connsiteY183" fmla="*/ 1807369 h 1890712"/>
              <a:gd name="connsiteX184" fmla="*/ 2495550 w 2543175"/>
              <a:gd name="connsiteY184" fmla="*/ 1816894 h 1890712"/>
              <a:gd name="connsiteX185" fmla="*/ 2497932 w 2543175"/>
              <a:gd name="connsiteY185" fmla="*/ 1824037 h 1890712"/>
              <a:gd name="connsiteX186" fmla="*/ 2514600 w 2543175"/>
              <a:gd name="connsiteY186" fmla="*/ 1850231 h 1890712"/>
              <a:gd name="connsiteX187" fmla="*/ 2519363 w 2543175"/>
              <a:gd name="connsiteY187" fmla="*/ 1857375 h 1890712"/>
              <a:gd name="connsiteX188" fmla="*/ 2540794 w 2543175"/>
              <a:gd name="connsiteY188" fmla="*/ 1883569 h 1890712"/>
              <a:gd name="connsiteX189" fmla="*/ 2543175 w 2543175"/>
              <a:gd name="connsiteY18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59819 w 2543175"/>
              <a:gd name="connsiteY175" fmla="*/ 1719262 h 1890712"/>
              <a:gd name="connsiteX176" fmla="*/ 2369344 w 2543175"/>
              <a:gd name="connsiteY176" fmla="*/ 1724025 h 1890712"/>
              <a:gd name="connsiteX177" fmla="*/ 2376488 w 2543175"/>
              <a:gd name="connsiteY177" fmla="*/ 1731169 h 1890712"/>
              <a:gd name="connsiteX178" fmla="*/ 2402682 w 2543175"/>
              <a:gd name="connsiteY178" fmla="*/ 1747837 h 1890712"/>
              <a:gd name="connsiteX179" fmla="*/ 2450307 w 2543175"/>
              <a:gd name="connsiteY179" fmla="*/ 1769269 h 1890712"/>
              <a:gd name="connsiteX180" fmla="*/ 2466975 w 2543175"/>
              <a:gd name="connsiteY180" fmla="*/ 1783556 h 1890712"/>
              <a:gd name="connsiteX181" fmla="*/ 2481263 w 2543175"/>
              <a:gd name="connsiteY181" fmla="*/ 1795462 h 1890712"/>
              <a:gd name="connsiteX182" fmla="*/ 2486025 w 2543175"/>
              <a:gd name="connsiteY182" fmla="*/ 1802606 h 1890712"/>
              <a:gd name="connsiteX183" fmla="*/ 2493169 w 2543175"/>
              <a:gd name="connsiteY183" fmla="*/ 1807369 h 1890712"/>
              <a:gd name="connsiteX184" fmla="*/ 2495550 w 2543175"/>
              <a:gd name="connsiteY184" fmla="*/ 1816894 h 1890712"/>
              <a:gd name="connsiteX185" fmla="*/ 2497932 w 2543175"/>
              <a:gd name="connsiteY185" fmla="*/ 1824037 h 1890712"/>
              <a:gd name="connsiteX186" fmla="*/ 2514600 w 2543175"/>
              <a:gd name="connsiteY186" fmla="*/ 1850231 h 1890712"/>
              <a:gd name="connsiteX187" fmla="*/ 2519363 w 2543175"/>
              <a:gd name="connsiteY187" fmla="*/ 1857375 h 1890712"/>
              <a:gd name="connsiteX188" fmla="*/ 2540794 w 2543175"/>
              <a:gd name="connsiteY188" fmla="*/ 1883569 h 1890712"/>
              <a:gd name="connsiteX189" fmla="*/ 2543175 w 2543175"/>
              <a:gd name="connsiteY18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59819 w 2543175"/>
              <a:gd name="connsiteY175" fmla="*/ 1719262 h 1890712"/>
              <a:gd name="connsiteX176" fmla="*/ 2369344 w 2543175"/>
              <a:gd name="connsiteY176" fmla="*/ 1724025 h 1890712"/>
              <a:gd name="connsiteX177" fmla="*/ 2376488 w 2543175"/>
              <a:gd name="connsiteY177" fmla="*/ 1731169 h 1890712"/>
              <a:gd name="connsiteX178" fmla="*/ 2402682 w 2543175"/>
              <a:gd name="connsiteY178" fmla="*/ 1747837 h 1890712"/>
              <a:gd name="connsiteX179" fmla="*/ 2428876 w 2543175"/>
              <a:gd name="connsiteY179" fmla="*/ 1785938 h 1890712"/>
              <a:gd name="connsiteX180" fmla="*/ 2466975 w 2543175"/>
              <a:gd name="connsiteY180" fmla="*/ 1783556 h 1890712"/>
              <a:gd name="connsiteX181" fmla="*/ 2481263 w 2543175"/>
              <a:gd name="connsiteY181" fmla="*/ 1795462 h 1890712"/>
              <a:gd name="connsiteX182" fmla="*/ 2486025 w 2543175"/>
              <a:gd name="connsiteY182" fmla="*/ 1802606 h 1890712"/>
              <a:gd name="connsiteX183" fmla="*/ 2493169 w 2543175"/>
              <a:gd name="connsiteY183" fmla="*/ 1807369 h 1890712"/>
              <a:gd name="connsiteX184" fmla="*/ 2495550 w 2543175"/>
              <a:gd name="connsiteY184" fmla="*/ 1816894 h 1890712"/>
              <a:gd name="connsiteX185" fmla="*/ 2497932 w 2543175"/>
              <a:gd name="connsiteY185" fmla="*/ 1824037 h 1890712"/>
              <a:gd name="connsiteX186" fmla="*/ 2514600 w 2543175"/>
              <a:gd name="connsiteY186" fmla="*/ 1850231 h 1890712"/>
              <a:gd name="connsiteX187" fmla="*/ 2519363 w 2543175"/>
              <a:gd name="connsiteY187" fmla="*/ 1857375 h 1890712"/>
              <a:gd name="connsiteX188" fmla="*/ 2540794 w 2543175"/>
              <a:gd name="connsiteY188" fmla="*/ 1883569 h 1890712"/>
              <a:gd name="connsiteX189" fmla="*/ 2543175 w 2543175"/>
              <a:gd name="connsiteY18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59819 w 2543175"/>
              <a:gd name="connsiteY175" fmla="*/ 1719262 h 1890712"/>
              <a:gd name="connsiteX176" fmla="*/ 2369344 w 2543175"/>
              <a:gd name="connsiteY176" fmla="*/ 1724025 h 1890712"/>
              <a:gd name="connsiteX177" fmla="*/ 2376488 w 2543175"/>
              <a:gd name="connsiteY177" fmla="*/ 1731169 h 1890712"/>
              <a:gd name="connsiteX178" fmla="*/ 2428876 w 2543175"/>
              <a:gd name="connsiteY178" fmla="*/ 1785938 h 1890712"/>
              <a:gd name="connsiteX179" fmla="*/ 2466975 w 2543175"/>
              <a:gd name="connsiteY179" fmla="*/ 1783556 h 1890712"/>
              <a:gd name="connsiteX180" fmla="*/ 2481263 w 2543175"/>
              <a:gd name="connsiteY180" fmla="*/ 1795462 h 1890712"/>
              <a:gd name="connsiteX181" fmla="*/ 2486025 w 2543175"/>
              <a:gd name="connsiteY181" fmla="*/ 1802606 h 1890712"/>
              <a:gd name="connsiteX182" fmla="*/ 2493169 w 2543175"/>
              <a:gd name="connsiteY182" fmla="*/ 1807369 h 1890712"/>
              <a:gd name="connsiteX183" fmla="*/ 2495550 w 2543175"/>
              <a:gd name="connsiteY183" fmla="*/ 1816894 h 1890712"/>
              <a:gd name="connsiteX184" fmla="*/ 2497932 w 2543175"/>
              <a:gd name="connsiteY184" fmla="*/ 1824037 h 1890712"/>
              <a:gd name="connsiteX185" fmla="*/ 2514600 w 2543175"/>
              <a:gd name="connsiteY185" fmla="*/ 1850231 h 1890712"/>
              <a:gd name="connsiteX186" fmla="*/ 2519363 w 2543175"/>
              <a:gd name="connsiteY186" fmla="*/ 1857375 h 1890712"/>
              <a:gd name="connsiteX187" fmla="*/ 2540794 w 2543175"/>
              <a:gd name="connsiteY187" fmla="*/ 1883569 h 1890712"/>
              <a:gd name="connsiteX188" fmla="*/ 2543175 w 2543175"/>
              <a:gd name="connsiteY188"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59819 w 2543175"/>
              <a:gd name="connsiteY175" fmla="*/ 1719262 h 1890712"/>
              <a:gd name="connsiteX176" fmla="*/ 2369344 w 2543175"/>
              <a:gd name="connsiteY176" fmla="*/ 1724025 h 1890712"/>
              <a:gd name="connsiteX177" fmla="*/ 2428876 w 2543175"/>
              <a:gd name="connsiteY177" fmla="*/ 1785938 h 1890712"/>
              <a:gd name="connsiteX178" fmla="*/ 2466975 w 2543175"/>
              <a:gd name="connsiteY178" fmla="*/ 1783556 h 1890712"/>
              <a:gd name="connsiteX179" fmla="*/ 2481263 w 2543175"/>
              <a:gd name="connsiteY179" fmla="*/ 1795462 h 1890712"/>
              <a:gd name="connsiteX180" fmla="*/ 2486025 w 2543175"/>
              <a:gd name="connsiteY180" fmla="*/ 1802606 h 1890712"/>
              <a:gd name="connsiteX181" fmla="*/ 2493169 w 2543175"/>
              <a:gd name="connsiteY181" fmla="*/ 1807369 h 1890712"/>
              <a:gd name="connsiteX182" fmla="*/ 2495550 w 2543175"/>
              <a:gd name="connsiteY182" fmla="*/ 1816894 h 1890712"/>
              <a:gd name="connsiteX183" fmla="*/ 2497932 w 2543175"/>
              <a:gd name="connsiteY183" fmla="*/ 1824037 h 1890712"/>
              <a:gd name="connsiteX184" fmla="*/ 2514600 w 2543175"/>
              <a:gd name="connsiteY184" fmla="*/ 1850231 h 1890712"/>
              <a:gd name="connsiteX185" fmla="*/ 2519363 w 2543175"/>
              <a:gd name="connsiteY185" fmla="*/ 1857375 h 1890712"/>
              <a:gd name="connsiteX186" fmla="*/ 2540794 w 2543175"/>
              <a:gd name="connsiteY186" fmla="*/ 1883569 h 1890712"/>
              <a:gd name="connsiteX187" fmla="*/ 2543175 w 2543175"/>
              <a:gd name="connsiteY187"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69344 w 2543175"/>
              <a:gd name="connsiteY175" fmla="*/ 1724025 h 1890712"/>
              <a:gd name="connsiteX176" fmla="*/ 2428876 w 2543175"/>
              <a:gd name="connsiteY176" fmla="*/ 1785938 h 1890712"/>
              <a:gd name="connsiteX177" fmla="*/ 2466975 w 2543175"/>
              <a:gd name="connsiteY177" fmla="*/ 1783556 h 1890712"/>
              <a:gd name="connsiteX178" fmla="*/ 2481263 w 2543175"/>
              <a:gd name="connsiteY178" fmla="*/ 1795462 h 1890712"/>
              <a:gd name="connsiteX179" fmla="*/ 2486025 w 2543175"/>
              <a:gd name="connsiteY179" fmla="*/ 1802606 h 1890712"/>
              <a:gd name="connsiteX180" fmla="*/ 2493169 w 2543175"/>
              <a:gd name="connsiteY180" fmla="*/ 1807369 h 1890712"/>
              <a:gd name="connsiteX181" fmla="*/ 2495550 w 2543175"/>
              <a:gd name="connsiteY181" fmla="*/ 1816894 h 1890712"/>
              <a:gd name="connsiteX182" fmla="*/ 2497932 w 2543175"/>
              <a:gd name="connsiteY182" fmla="*/ 1824037 h 1890712"/>
              <a:gd name="connsiteX183" fmla="*/ 2514600 w 2543175"/>
              <a:gd name="connsiteY183" fmla="*/ 1850231 h 1890712"/>
              <a:gd name="connsiteX184" fmla="*/ 2519363 w 2543175"/>
              <a:gd name="connsiteY184" fmla="*/ 1857375 h 1890712"/>
              <a:gd name="connsiteX185" fmla="*/ 2540794 w 2543175"/>
              <a:gd name="connsiteY185" fmla="*/ 1883569 h 1890712"/>
              <a:gd name="connsiteX186" fmla="*/ 2543175 w 2543175"/>
              <a:gd name="connsiteY18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8863 w 2543175"/>
              <a:gd name="connsiteY172" fmla="*/ 1697831 h 1890712"/>
              <a:gd name="connsiteX173" fmla="*/ 2350294 w 2543175"/>
              <a:gd name="connsiteY173" fmla="*/ 1712119 h 1890712"/>
              <a:gd name="connsiteX174" fmla="*/ 2369344 w 2543175"/>
              <a:gd name="connsiteY174" fmla="*/ 1724025 h 1890712"/>
              <a:gd name="connsiteX175" fmla="*/ 2428876 w 2543175"/>
              <a:gd name="connsiteY175" fmla="*/ 1785938 h 1890712"/>
              <a:gd name="connsiteX176" fmla="*/ 2466975 w 2543175"/>
              <a:gd name="connsiteY176" fmla="*/ 1783556 h 1890712"/>
              <a:gd name="connsiteX177" fmla="*/ 2481263 w 2543175"/>
              <a:gd name="connsiteY177" fmla="*/ 1795462 h 1890712"/>
              <a:gd name="connsiteX178" fmla="*/ 2486025 w 2543175"/>
              <a:gd name="connsiteY178" fmla="*/ 1802606 h 1890712"/>
              <a:gd name="connsiteX179" fmla="*/ 2493169 w 2543175"/>
              <a:gd name="connsiteY179" fmla="*/ 1807369 h 1890712"/>
              <a:gd name="connsiteX180" fmla="*/ 2495550 w 2543175"/>
              <a:gd name="connsiteY180" fmla="*/ 1816894 h 1890712"/>
              <a:gd name="connsiteX181" fmla="*/ 2497932 w 2543175"/>
              <a:gd name="connsiteY181" fmla="*/ 1824037 h 1890712"/>
              <a:gd name="connsiteX182" fmla="*/ 2514600 w 2543175"/>
              <a:gd name="connsiteY182" fmla="*/ 1850231 h 1890712"/>
              <a:gd name="connsiteX183" fmla="*/ 2519363 w 2543175"/>
              <a:gd name="connsiteY183" fmla="*/ 1857375 h 1890712"/>
              <a:gd name="connsiteX184" fmla="*/ 2540794 w 2543175"/>
              <a:gd name="connsiteY184" fmla="*/ 1883569 h 1890712"/>
              <a:gd name="connsiteX185" fmla="*/ 2543175 w 2543175"/>
              <a:gd name="connsiteY185"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12194 w 2543175"/>
              <a:gd name="connsiteY170" fmla="*/ 1685925 h 1890712"/>
              <a:gd name="connsiteX171" fmla="*/ 2328863 w 2543175"/>
              <a:gd name="connsiteY171" fmla="*/ 1697831 h 1890712"/>
              <a:gd name="connsiteX172" fmla="*/ 2350294 w 2543175"/>
              <a:gd name="connsiteY172" fmla="*/ 1712119 h 1890712"/>
              <a:gd name="connsiteX173" fmla="*/ 2369344 w 2543175"/>
              <a:gd name="connsiteY173" fmla="*/ 1724025 h 1890712"/>
              <a:gd name="connsiteX174" fmla="*/ 2428876 w 2543175"/>
              <a:gd name="connsiteY174" fmla="*/ 1785938 h 1890712"/>
              <a:gd name="connsiteX175" fmla="*/ 2466975 w 2543175"/>
              <a:gd name="connsiteY175" fmla="*/ 1783556 h 1890712"/>
              <a:gd name="connsiteX176" fmla="*/ 2481263 w 2543175"/>
              <a:gd name="connsiteY176" fmla="*/ 1795462 h 1890712"/>
              <a:gd name="connsiteX177" fmla="*/ 2486025 w 2543175"/>
              <a:gd name="connsiteY177" fmla="*/ 1802606 h 1890712"/>
              <a:gd name="connsiteX178" fmla="*/ 2493169 w 2543175"/>
              <a:gd name="connsiteY178" fmla="*/ 1807369 h 1890712"/>
              <a:gd name="connsiteX179" fmla="*/ 2495550 w 2543175"/>
              <a:gd name="connsiteY179" fmla="*/ 1816894 h 1890712"/>
              <a:gd name="connsiteX180" fmla="*/ 2497932 w 2543175"/>
              <a:gd name="connsiteY180" fmla="*/ 1824037 h 1890712"/>
              <a:gd name="connsiteX181" fmla="*/ 2514600 w 2543175"/>
              <a:gd name="connsiteY181" fmla="*/ 1850231 h 1890712"/>
              <a:gd name="connsiteX182" fmla="*/ 2519363 w 2543175"/>
              <a:gd name="connsiteY182" fmla="*/ 1857375 h 1890712"/>
              <a:gd name="connsiteX183" fmla="*/ 2540794 w 2543175"/>
              <a:gd name="connsiteY183" fmla="*/ 1883569 h 1890712"/>
              <a:gd name="connsiteX184" fmla="*/ 2543175 w 2543175"/>
              <a:gd name="connsiteY18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12194 w 2543175"/>
              <a:gd name="connsiteY170" fmla="*/ 1685925 h 1890712"/>
              <a:gd name="connsiteX171" fmla="*/ 2328863 w 2543175"/>
              <a:gd name="connsiteY171" fmla="*/ 1697831 h 1890712"/>
              <a:gd name="connsiteX172" fmla="*/ 2350294 w 2543175"/>
              <a:gd name="connsiteY172" fmla="*/ 1712119 h 1890712"/>
              <a:gd name="connsiteX173" fmla="*/ 2369344 w 2543175"/>
              <a:gd name="connsiteY173" fmla="*/ 1724025 h 1890712"/>
              <a:gd name="connsiteX174" fmla="*/ 2428876 w 2543175"/>
              <a:gd name="connsiteY174" fmla="*/ 1785938 h 1890712"/>
              <a:gd name="connsiteX175" fmla="*/ 2466975 w 2543175"/>
              <a:gd name="connsiteY175" fmla="*/ 1783556 h 1890712"/>
              <a:gd name="connsiteX176" fmla="*/ 2481263 w 2543175"/>
              <a:gd name="connsiteY176" fmla="*/ 1795462 h 1890712"/>
              <a:gd name="connsiteX177" fmla="*/ 2486025 w 2543175"/>
              <a:gd name="connsiteY177" fmla="*/ 1802606 h 1890712"/>
              <a:gd name="connsiteX178" fmla="*/ 2495550 w 2543175"/>
              <a:gd name="connsiteY178" fmla="*/ 1816894 h 1890712"/>
              <a:gd name="connsiteX179" fmla="*/ 2497932 w 2543175"/>
              <a:gd name="connsiteY179" fmla="*/ 1824037 h 1890712"/>
              <a:gd name="connsiteX180" fmla="*/ 2514600 w 2543175"/>
              <a:gd name="connsiteY180" fmla="*/ 1850231 h 1890712"/>
              <a:gd name="connsiteX181" fmla="*/ 2519363 w 2543175"/>
              <a:gd name="connsiteY181" fmla="*/ 1857375 h 1890712"/>
              <a:gd name="connsiteX182" fmla="*/ 2540794 w 2543175"/>
              <a:gd name="connsiteY182" fmla="*/ 1883569 h 1890712"/>
              <a:gd name="connsiteX183" fmla="*/ 2543175 w 2543175"/>
              <a:gd name="connsiteY183"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12194 w 2543175"/>
              <a:gd name="connsiteY170" fmla="*/ 1685925 h 1890712"/>
              <a:gd name="connsiteX171" fmla="*/ 2328863 w 2543175"/>
              <a:gd name="connsiteY171" fmla="*/ 1697831 h 1890712"/>
              <a:gd name="connsiteX172" fmla="*/ 2350294 w 2543175"/>
              <a:gd name="connsiteY172" fmla="*/ 1712119 h 1890712"/>
              <a:gd name="connsiteX173" fmla="*/ 2369344 w 2543175"/>
              <a:gd name="connsiteY173" fmla="*/ 1724025 h 1890712"/>
              <a:gd name="connsiteX174" fmla="*/ 2428876 w 2543175"/>
              <a:gd name="connsiteY174" fmla="*/ 1785938 h 1890712"/>
              <a:gd name="connsiteX175" fmla="*/ 2466975 w 2543175"/>
              <a:gd name="connsiteY175" fmla="*/ 1783556 h 1890712"/>
              <a:gd name="connsiteX176" fmla="*/ 2481263 w 2543175"/>
              <a:gd name="connsiteY176" fmla="*/ 1795462 h 1890712"/>
              <a:gd name="connsiteX177" fmla="*/ 2486025 w 2543175"/>
              <a:gd name="connsiteY177" fmla="*/ 1802606 h 1890712"/>
              <a:gd name="connsiteX178" fmla="*/ 2497932 w 2543175"/>
              <a:gd name="connsiteY178" fmla="*/ 1824037 h 1890712"/>
              <a:gd name="connsiteX179" fmla="*/ 2514600 w 2543175"/>
              <a:gd name="connsiteY179" fmla="*/ 1850231 h 1890712"/>
              <a:gd name="connsiteX180" fmla="*/ 2519363 w 2543175"/>
              <a:gd name="connsiteY180" fmla="*/ 1857375 h 1890712"/>
              <a:gd name="connsiteX181" fmla="*/ 2540794 w 2543175"/>
              <a:gd name="connsiteY181" fmla="*/ 1883569 h 1890712"/>
              <a:gd name="connsiteX182" fmla="*/ 2543175 w 2543175"/>
              <a:gd name="connsiteY18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12194 w 2543175"/>
              <a:gd name="connsiteY170" fmla="*/ 1685925 h 1890712"/>
              <a:gd name="connsiteX171" fmla="*/ 2328863 w 2543175"/>
              <a:gd name="connsiteY171" fmla="*/ 1697831 h 1890712"/>
              <a:gd name="connsiteX172" fmla="*/ 2350294 w 2543175"/>
              <a:gd name="connsiteY172" fmla="*/ 1712119 h 1890712"/>
              <a:gd name="connsiteX173" fmla="*/ 2369344 w 2543175"/>
              <a:gd name="connsiteY173" fmla="*/ 1724025 h 1890712"/>
              <a:gd name="connsiteX174" fmla="*/ 2428876 w 2543175"/>
              <a:gd name="connsiteY174" fmla="*/ 1785938 h 1890712"/>
              <a:gd name="connsiteX175" fmla="*/ 2466975 w 2543175"/>
              <a:gd name="connsiteY175" fmla="*/ 1783556 h 1890712"/>
              <a:gd name="connsiteX176" fmla="*/ 2481263 w 2543175"/>
              <a:gd name="connsiteY176" fmla="*/ 1795462 h 1890712"/>
              <a:gd name="connsiteX177" fmla="*/ 2486025 w 2543175"/>
              <a:gd name="connsiteY177" fmla="*/ 1802606 h 1890712"/>
              <a:gd name="connsiteX178" fmla="*/ 2514600 w 2543175"/>
              <a:gd name="connsiteY178" fmla="*/ 1850231 h 1890712"/>
              <a:gd name="connsiteX179" fmla="*/ 2519363 w 2543175"/>
              <a:gd name="connsiteY179" fmla="*/ 1857375 h 1890712"/>
              <a:gd name="connsiteX180" fmla="*/ 2540794 w 2543175"/>
              <a:gd name="connsiteY180" fmla="*/ 1883569 h 1890712"/>
              <a:gd name="connsiteX181" fmla="*/ 2543175 w 2543175"/>
              <a:gd name="connsiteY181"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302419 w 2543175"/>
              <a:gd name="connsiteY26" fmla="*/ 204787 h 1890712"/>
              <a:gd name="connsiteX27" fmla="*/ 309563 w 2543175"/>
              <a:gd name="connsiteY27" fmla="*/ 209550 h 1890712"/>
              <a:gd name="connsiteX28" fmla="*/ 319088 w 2543175"/>
              <a:gd name="connsiteY28" fmla="*/ 219075 h 1890712"/>
              <a:gd name="connsiteX29" fmla="*/ 333375 w 2543175"/>
              <a:gd name="connsiteY29" fmla="*/ 228600 h 1890712"/>
              <a:gd name="connsiteX30" fmla="*/ 340519 w 2543175"/>
              <a:gd name="connsiteY30" fmla="*/ 233362 h 1890712"/>
              <a:gd name="connsiteX31" fmla="*/ 354807 w 2543175"/>
              <a:gd name="connsiteY31" fmla="*/ 247650 h 1890712"/>
              <a:gd name="connsiteX32" fmla="*/ 366713 w 2543175"/>
              <a:gd name="connsiteY32" fmla="*/ 264319 h 1890712"/>
              <a:gd name="connsiteX33" fmla="*/ 371475 w 2543175"/>
              <a:gd name="connsiteY33" fmla="*/ 271462 h 1890712"/>
              <a:gd name="connsiteX34" fmla="*/ 378619 w 2543175"/>
              <a:gd name="connsiteY34" fmla="*/ 276225 h 1890712"/>
              <a:gd name="connsiteX35" fmla="*/ 385763 w 2543175"/>
              <a:gd name="connsiteY35" fmla="*/ 283369 h 1890712"/>
              <a:gd name="connsiteX36" fmla="*/ 395288 w 2543175"/>
              <a:gd name="connsiteY36" fmla="*/ 288131 h 1890712"/>
              <a:gd name="connsiteX37" fmla="*/ 404813 w 2543175"/>
              <a:gd name="connsiteY37" fmla="*/ 295275 h 1890712"/>
              <a:gd name="connsiteX38" fmla="*/ 411957 w 2543175"/>
              <a:gd name="connsiteY38" fmla="*/ 297656 h 1890712"/>
              <a:gd name="connsiteX39" fmla="*/ 421482 w 2543175"/>
              <a:gd name="connsiteY39" fmla="*/ 302419 h 1890712"/>
              <a:gd name="connsiteX40" fmla="*/ 447675 w 2543175"/>
              <a:gd name="connsiteY40" fmla="*/ 307181 h 1890712"/>
              <a:gd name="connsiteX41" fmla="*/ 461963 w 2543175"/>
              <a:gd name="connsiteY41" fmla="*/ 321469 h 1890712"/>
              <a:gd name="connsiteX42" fmla="*/ 466725 w 2543175"/>
              <a:gd name="connsiteY42" fmla="*/ 328612 h 1890712"/>
              <a:gd name="connsiteX43" fmla="*/ 476250 w 2543175"/>
              <a:gd name="connsiteY43" fmla="*/ 335756 h 1890712"/>
              <a:gd name="connsiteX44" fmla="*/ 481013 w 2543175"/>
              <a:gd name="connsiteY44" fmla="*/ 342900 h 1890712"/>
              <a:gd name="connsiteX45" fmla="*/ 490538 w 2543175"/>
              <a:gd name="connsiteY45" fmla="*/ 352425 h 1890712"/>
              <a:gd name="connsiteX46" fmla="*/ 495300 w 2543175"/>
              <a:gd name="connsiteY46" fmla="*/ 359569 h 1890712"/>
              <a:gd name="connsiteX47" fmla="*/ 509588 w 2543175"/>
              <a:gd name="connsiteY47" fmla="*/ 376237 h 1890712"/>
              <a:gd name="connsiteX48" fmla="*/ 514350 w 2543175"/>
              <a:gd name="connsiteY48" fmla="*/ 383381 h 1890712"/>
              <a:gd name="connsiteX49" fmla="*/ 531019 w 2543175"/>
              <a:gd name="connsiteY49" fmla="*/ 397669 h 1890712"/>
              <a:gd name="connsiteX50" fmla="*/ 538163 w 2543175"/>
              <a:gd name="connsiteY50" fmla="*/ 407194 h 1890712"/>
              <a:gd name="connsiteX51" fmla="*/ 554832 w 2543175"/>
              <a:gd name="connsiteY51" fmla="*/ 421481 h 1890712"/>
              <a:gd name="connsiteX52" fmla="*/ 564357 w 2543175"/>
              <a:gd name="connsiteY52" fmla="*/ 431006 h 1890712"/>
              <a:gd name="connsiteX53" fmla="*/ 573882 w 2543175"/>
              <a:gd name="connsiteY53" fmla="*/ 438150 h 1890712"/>
              <a:gd name="connsiteX54" fmla="*/ 595313 w 2543175"/>
              <a:gd name="connsiteY54" fmla="*/ 454819 h 1890712"/>
              <a:gd name="connsiteX55" fmla="*/ 602457 w 2543175"/>
              <a:gd name="connsiteY55" fmla="*/ 457200 h 1890712"/>
              <a:gd name="connsiteX56" fmla="*/ 628650 w 2543175"/>
              <a:gd name="connsiteY56" fmla="*/ 469106 h 1890712"/>
              <a:gd name="connsiteX57" fmla="*/ 645319 w 2543175"/>
              <a:gd name="connsiteY57" fmla="*/ 483394 h 1890712"/>
              <a:gd name="connsiteX58" fmla="*/ 654844 w 2543175"/>
              <a:gd name="connsiteY58" fmla="*/ 488156 h 1890712"/>
              <a:gd name="connsiteX59" fmla="*/ 661988 w 2543175"/>
              <a:gd name="connsiteY59" fmla="*/ 497681 h 1890712"/>
              <a:gd name="connsiteX60" fmla="*/ 683419 w 2543175"/>
              <a:gd name="connsiteY60" fmla="*/ 514350 h 1890712"/>
              <a:gd name="connsiteX61" fmla="*/ 700088 w 2543175"/>
              <a:gd name="connsiteY61" fmla="*/ 526256 h 1890712"/>
              <a:gd name="connsiteX62" fmla="*/ 709613 w 2543175"/>
              <a:gd name="connsiteY62" fmla="*/ 535781 h 1890712"/>
              <a:gd name="connsiteX63" fmla="*/ 719138 w 2543175"/>
              <a:gd name="connsiteY63" fmla="*/ 542925 h 1890712"/>
              <a:gd name="connsiteX64" fmla="*/ 733425 w 2543175"/>
              <a:gd name="connsiteY64" fmla="*/ 557212 h 1890712"/>
              <a:gd name="connsiteX65" fmla="*/ 750094 w 2543175"/>
              <a:gd name="connsiteY65" fmla="*/ 569119 h 1890712"/>
              <a:gd name="connsiteX66" fmla="*/ 769144 w 2543175"/>
              <a:gd name="connsiteY66" fmla="*/ 581025 h 1890712"/>
              <a:gd name="connsiteX67" fmla="*/ 785813 w 2543175"/>
              <a:gd name="connsiteY67" fmla="*/ 590550 h 1890712"/>
              <a:gd name="connsiteX68" fmla="*/ 792957 w 2543175"/>
              <a:gd name="connsiteY68" fmla="*/ 600075 h 1890712"/>
              <a:gd name="connsiteX69" fmla="*/ 809625 w 2543175"/>
              <a:gd name="connsiteY69" fmla="*/ 611981 h 1890712"/>
              <a:gd name="connsiteX70" fmla="*/ 816769 w 2543175"/>
              <a:gd name="connsiteY70" fmla="*/ 619125 h 1890712"/>
              <a:gd name="connsiteX71" fmla="*/ 826294 w 2543175"/>
              <a:gd name="connsiteY71" fmla="*/ 626269 h 1890712"/>
              <a:gd name="connsiteX72" fmla="*/ 840582 w 2543175"/>
              <a:gd name="connsiteY72" fmla="*/ 638175 h 1890712"/>
              <a:gd name="connsiteX73" fmla="*/ 847725 w 2543175"/>
              <a:gd name="connsiteY73" fmla="*/ 645319 h 1890712"/>
              <a:gd name="connsiteX74" fmla="*/ 857250 w 2543175"/>
              <a:gd name="connsiteY74" fmla="*/ 652462 h 1890712"/>
              <a:gd name="connsiteX75" fmla="*/ 864394 w 2543175"/>
              <a:gd name="connsiteY75" fmla="*/ 657225 h 1890712"/>
              <a:gd name="connsiteX76" fmla="*/ 888207 w 2543175"/>
              <a:gd name="connsiteY76" fmla="*/ 676275 h 1890712"/>
              <a:gd name="connsiteX77" fmla="*/ 895350 w 2543175"/>
              <a:gd name="connsiteY77" fmla="*/ 681037 h 1890712"/>
              <a:gd name="connsiteX78" fmla="*/ 907257 w 2543175"/>
              <a:gd name="connsiteY78" fmla="*/ 683419 h 1890712"/>
              <a:gd name="connsiteX79" fmla="*/ 928688 w 2543175"/>
              <a:gd name="connsiteY79" fmla="*/ 695325 h 1890712"/>
              <a:gd name="connsiteX80" fmla="*/ 942975 w 2543175"/>
              <a:gd name="connsiteY80" fmla="*/ 700087 h 1890712"/>
              <a:gd name="connsiteX81" fmla="*/ 964407 w 2543175"/>
              <a:gd name="connsiteY81" fmla="*/ 716756 h 1890712"/>
              <a:gd name="connsiteX82" fmla="*/ 971550 w 2543175"/>
              <a:gd name="connsiteY82" fmla="*/ 723900 h 1890712"/>
              <a:gd name="connsiteX83" fmla="*/ 983457 w 2543175"/>
              <a:gd name="connsiteY83" fmla="*/ 733425 h 1890712"/>
              <a:gd name="connsiteX84" fmla="*/ 990600 w 2543175"/>
              <a:gd name="connsiteY84" fmla="*/ 738187 h 1890712"/>
              <a:gd name="connsiteX85" fmla="*/ 1007269 w 2543175"/>
              <a:gd name="connsiteY85" fmla="*/ 752475 h 1890712"/>
              <a:gd name="connsiteX86" fmla="*/ 1031082 w 2543175"/>
              <a:gd name="connsiteY86" fmla="*/ 766762 h 1890712"/>
              <a:gd name="connsiteX87" fmla="*/ 1042988 w 2543175"/>
              <a:gd name="connsiteY87" fmla="*/ 773906 h 1890712"/>
              <a:gd name="connsiteX88" fmla="*/ 1071563 w 2543175"/>
              <a:gd name="connsiteY88" fmla="*/ 785812 h 1890712"/>
              <a:gd name="connsiteX89" fmla="*/ 1097757 w 2543175"/>
              <a:gd name="connsiteY89" fmla="*/ 807244 h 1890712"/>
              <a:gd name="connsiteX90" fmla="*/ 1104900 w 2543175"/>
              <a:gd name="connsiteY90" fmla="*/ 814387 h 1890712"/>
              <a:gd name="connsiteX91" fmla="*/ 1121569 w 2543175"/>
              <a:gd name="connsiteY91" fmla="*/ 823912 h 1890712"/>
              <a:gd name="connsiteX92" fmla="*/ 1138238 w 2543175"/>
              <a:gd name="connsiteY92" fmla="*/ 835819 h 1890712"/>
              <a:gd name="connsiteX93" fmla="*/ 1147763 w 2543175"/>
              <a:gd name="connsiteY93" fmla="*/ 842962 h 1890712"/>
              <a:gd name="connsiteX94" fmla="*/ 1157288 w 2543175"/>
              <a:gd name="connsiteY94" fmla="*/ 847725 h 1890712"/>
              <a:gd name="connsiteX95" fmla="*/ 1178719 w 2543175"/>
              <a:gd name="connsiteY95" fmla="*/ 859631 h 1890712"/>
              <a:gd name="connsiteX96" fmla="*/ 1188244 w 2543175"/>
              <a:gd name="connsiteY96" fmla="*/ 866775 h 1890712"/>
              <a:gd name="connsiteX97" fmla="*/ 1195388 w 2543175"/>
              <a:gd name="connsiteY97" fmla="*/ 871537 h 1890712"/>
              <a:gd name="connsiteX98" fmla="*/ 1212057 w 2543175"/>
              <a:gd name="connsiteY98" fmla="*/ 883444 h 1890712"/>
              <a:gd name="connsiteX99" fmla="*/ 1226344 w 2543175"/>
              <a:gd name="connsiteY99" fmla="*/ 895350 h 1890712"/>
              <a:gd name="connsiteX100" fmla="*/ 1245394 w 2543175"/>
              <a:gd name="connsiteY100" fmla="*/ 907256 h 1890712"/>
              <a:gd name="connsiteX101" fmla="*/ 1254919 w 2543175"/>
              <a:gd name="connsiteY101" fmla="*/ 914400 h 1890712"/>
              <a:gd name="connsiteX102" fmla="*/ 1269207 w 2543175"/>
              <a:gd name="connsiteY102" fmla="*/ 921544 h 1890712"/>
              <a:gd name="connsiteX103" fmla="*/ 1290638 w 2543175"/>
              <a:gd name="connsiteY103" fmla="*/ 935831 h 1890712"/>
              <a:gd name="connsiteX104" fmla="*/ 1307307 w 2543175"/>
              <a:gd name="connsiteY104" fmla="*/ 952500 h 1890712"/>
              <a:gd name="connsiteX105" fmla="*/ 1333500 w 2543175"/>
              <a:gd name="connsiteY105" fmla="*/ 971550 h 1890712"/>
              <a:gd name="connsiteX106" fmla="*/ 1359694 w 2543175"/>
              <a:gd name="connsiteY106" fmla="*/ 990600 h 1890712"/>
              <a:gd name="connsiteX107" fmla="*/ 1373982 w 2543175"/>
              <a:gd name="connsiteY107" fmla="*/ 997744 h 1890712"/>
              <a:gd name="connsiteX108" fmla="*/ 1388269 w 2543175"/>
              <a:gd name="connsiteY108" fmla="*/ 1007269 h 1890712"/>
              <a:gd name="connsiteX109" fmla="*/ 1414463 w 2543175"/>
              <a:gd name="connsiteY109" fmla="*/ 1019175 h 1890712"/>
              <a:gd name="connsiteX110" fmla="*/ 1428750 w 2543175"/>
              <a:gd name="connsiteY110" fmla="*/ 1026319 h 1890712"/>
              <a:gd name="connsiteX111" fmla="*/ 1471613 w 2543175"/>
              <a:gd name="connsiteY111" fmla="*/ 1059656 h 1890712"/>
              <a:gd name="connsiteX112" fmla="*/ 1495425 w 2543175"/>
              <a:gd name="connsiteY112" fmla="*/ 1088231 h 1890712"/>
              <a:gd name="connsiteX113" fmla="*/ 1547812 w 2543175"/>
              <a:gd name="connsiteY113" fmla="*/ 1133475 h 1890712"/>
              <a:gd name="connsiteX114" fmla="*/ 1597819 w 2543175"/>
              <a:gd name="connsiteY114" fmla="*/ 1154906 h 1890712"/>
              <a:gd name="connsiteX115" fmla="*/ 1604963 w 2543175"/>
              <a:gd name="connsiteY115" fmla="*/ 1162050 h 1890712"/>
              <a:gd name="connsiteX116" fmla="*/ 1612107 w 2543175"/>
              <a:gd name="connsiteY116" fmla="*/ 1166812 h 1890712"/>
              <a:gd name="connsiteX117" fmla="*/ 1628775 w 2543175"/>
              <a:gd name="connsiteY117" fmla="*/ 1183481 h 1890712"/>
              <a:gd name="connsiteX118" fmla="*/ 1662113 w 2543175"/>
              <a:gd name="connsiteY118" fmla="*/ 1209675 h 1890712"/>
              <a:gd name="connsiteX119" fmla="*/ 1678782 w 2543175"/>
              <a:gd name="connsiteY119" fmla="*/ 1226344 h 1890712"/>
              <a:gd name="connsiteX120" fmla="*/ 1700213 w 2543175"/>
              <a:gd name="connsiteY120" fmla="*/ 1247775 h 1890712"/>
              <a:gd name="connsiteX121" fmla="*/ 1712119 w 2543175"/>
              <a:gd name="connsiteY121" fmla="*/ 1259681 h 1890712"/>
              <a:gd name="connsiteX122" fmla="*/ 1733550 w 2543175"/>
              <a:gd name="connsiteY122" fmla="*/ 1273969 h 1890712"/>
              <a:gd name="connsiteX123" fmla="*/ 1743075 w 2543175"/>
              <a:gd name="connsiteY123" fmla="*/ 1283494 h 1890712"/>
              <a:gd name="connsiteX124" fmla="*/ 1754982 w 2543175"/>
              <a:gd name="connsiteY124" fmla="*/ 1290637 h 1890712"/>
              <a:gd name="connsiteX125" fmla="*/ 1766888 w 2543175"/>
              <a:gd name="connsiteY125" fmla="*/ 1300162 h 1890712"/>
              <a:gd name="connsiteX126" fmla="*/ 1783557 w 2543175"/>
              <a:gd name="connsiteY126" fmla="*/ 1307306 h 1890712"/>
              <a:gd name="connsiteX127" fmla="*/ 1790700 w 2543175"/>
              <a:gd name="connsiteY127" fmla="*/ 1312069 h 1890712"/>
              <a:gd name="connsiteX128" fmla="*/ 1800225 w 2543175"/>
              <a:gd name="connsiteY128" fmla="*/ 1319212 h 1890712"/>
              <a:gd name="connsiteX129" fmla="*/ 1807369 w 2543175"/>
              <a:gd name="connsiteY129" fmla="*/ 1321594 h 1890712"/>
              <a:gd name="connsiteX130" fmla="*/ 1824038 w 2543175"/>
              <a:gd name="connsiteY130" fmla="*/ 1333500 h 1890712"/>
              <a:gd name="connsiteX131" fmla="*/ 1843088 w 2543175"/>
              <a:gd name="connsiteY131" fmla="*/ 1352550 h 1890712"/>
              <a:gd name="connsiteX132" fmla="*/ 1852613 w 2543175"/>
              <a:gd name="connsiteY132" fmla="*/ 1359694 h 1890712"/>
              <a:gd name="connsiteX133" fmla="*/ 1859757 w 2543175"/>
              <a:gd name="connsiteY133" fmla="*/ 1366837 h 1890712"/>
              <a:gd name="connsiteX134" fmla="*/ 1869282 w 2543175"/>
              <a:gd name="connsiteY134" fmla="*/ 1371600 h 1890712"/>
              <a:gd name="connsiteX135" fmla="*/ 1883569 w 2543175"/>
              <a:gd name="connsiteY135" fmla="*/ 1388269 h 1890712"/>
              <a:gd name="connsiteX136" fmla="*/ 1893094 w 2543175"/>
              <a:gd name="connsiteY136" fmla="*/ 1395412 h 1890712"/>
              <a:gd name="connsiteX137" fmla="*/ 1902619 w 2543175"/>
              <a:gd name="connsiteY137" fmla="*/ 1404937 h 1890712"/>
              <a:gd name="connsiteX138" fmla="*/ 1912144 w 2543175"/>
              <a:gd name="connsiteY138" fmla="*/ 1409700 h 1890712"/>
              <a:gd name="connsiteX139" fmla="*/ 1931194 w 2543175"/>
              <a:gd name="connsiteY139" fmla="*/ 1421606 h 1890712"/>
              <a:gd name="connsiteX140" fmla="*/ 1935957 w 2543175"/>
              <a:gd name="connsiteY140" fmla="*/ 1428750 h 1890712"/>
              <a:gd name="connsiteX141" fmla="*/ 1952625 w 2543175"/>
              <a:gd name="connsiteY141" fmla="*/ 1438275 h 1890712"/>
              <a:gd name="connsiteX142" fmla="*/ 1971675 w 2543175"/>
              <a:gd name="connsiteY142" fmla="*/ 1450181 h 1890712"/>
              <a:gd name="connsiteX143" fmla="*/ 1981200 w 2543175"/>
              <a:gd name="connsiteY143" fmla="*/ 1454944 h 1890712"/>
              <a:gd name="connsiteX144" fmla="*/ 1997869 w 2543175"/>
              <a:gd name="connsiteY144" fmla="*/ 1471612 h 1890712"/>
              <a:gd name="connsiteX145" fmla="*/ 2007394 w 2543175"/>
              <a:gd name="connsiteY145" fmla="*/ 1478756 h 1890712"/>
              <a:gd name="connsiteX146" fmla="*/ 2016919 w 2543175"/>
              <a:gd name="connsiteY146" fmla="*/ 1483519 h 1890712"/>
              <a:gd name="connsiteX147" fmla="*/ 2024063 w 2543175"/>
              <a:gd name="connsiteY147" fmla="*/ 1490662 h 1890712"/>
              <a:gd name="connsiteX148" fmla="*/ 2033588 w 2543175"/>
              <a:gd name="connsiteY148" fmla="*/ 1495425 h 1890712"/>
              <a:gd name="connsiteX149" fmla="*/ 2040732 w 2543175"/>
              <a:gd name="connsiteY149" fmla="*/ 1502569 h 1890712"/>
              <a:gd name="connsiteX150" fmla="*/ 2047875 w 2543175"/>
              <a:gd name="connsiteY150" fmla="*/ 1507331 h 1890712"/>
              <a:gd name="connsiteX151" fmla="*/ 2057400 w 2543175"/>
              <a:gd name="connsiteY151" fmla="*/ 1514475 h 1890712"/>
              <a:gd name="connsiteX152" fmla="*/ 2064544 w 2543175"/>
              <a:gd name="connsiteY152" fmla="*/ 1519237 h 1890712"/>
              <a:gd name="connsiteX153" fmla="*/ 2071688 w 2543175"/>
              <a:gd name="connsiteY153" fmla="*/ 1526381 h 1890712"/>
              <a:gd name="connsiteX154" fmla="*/ 2081213 w 2543175"/>
              <a:gd name="connsiteY154" fmla="*/ 1531144 h 1890712"/>
              <a:gd name="connsiteX155" fmla="*/ 2090738 w 2543175"/>
              <a:gd name="connsiteY155" fmla="*/ 1538287 h 1890712"/>
              <a:gd name="connsiteX156" fmla="*/ 2109788 w 2543175"/>
              <a:gd name="connsiteY156" fmla="*/ 1547812 h 1890712"/>
              <a:gd name="connsiteX157" fmla="*/ 2131219 w 2543175"/>
              <a:gd name="connsiteY157" fmla="*/ 1562100 h 1890712"/>
              <a:gd name="connsiteX158" fmla="*/ 2140744 w 2543175"/>
              <a:gd name="connsiteY158" fmla="*/ 1566862 h 1890712"/>
              <a:gd name="connsiteX159" fmla="*/ 2152650 w 2543175"/>
              <a:gd name="connsiteY159" fmla="*/ 1576387 h 1890712"/>
              <a:gd name="connsiteX160" fmla="*/ 2181225 w 2543175"/>
              <a:gd name="connsiteY160" fmla="*/ 1590675 h 1890712"/>
              <a:gd name="connsiteX161" fmla="*/ 2200275 w 2543175"/>
              <a:gd name="connsiteY161" fmla="*/ 1607344 h 1890712"/>
              <a:gd name="connsiteX162" fmla="*/ 2207419 w 2543175"/>
              <a:gd name="connsiteY162" fmla="*/ 1612106 h 1890712"/>
              <a:gd name="connsiteX163" fmla="*/ 2216944 w 2543175"/>
              <a:gd name="connsiteY163" fmla="*/ 1619250 h 1890712"/>
              <a:gd name="connsiteX164" fmla="*/ 2224088 w 2543175"/>
              <a:gd name="connsiteY164" fmla="*/ 1624012 h 1890712"/>
              <a:gd name="connsiteX165" fmla="*/ 2247900 w 2543175"/>
              <a:gd name="connsiteY165" fmla="*/ 1643062 h 1890712"/>
              <a:gd name="connsiteX166" fmla="*/ 2255044 w 2543175"/>
              <a:gd name="connsiteY166" fmla="*/ 1650206 h 1890712"/>
              <a:gd name="connsiteX167" fmla="*/ 2281238 w 2543175"/>
              <a:gd name="connsiteY167" fmla="*/ 1664494 h 1890712"/>
              <a:gd name="connsiteX168" fmla="*/ 2297907 w 2543175"/>
              <a:gd name="connsiteY168" fmla="*/ 1674019 h 1890712"/>
              <a:gd name="connsiteX169" fmla="*/ 2312194 w 2543175"/>
              <a:gd name="connsiteY169" fmla="*/ 1685925 h 1890712"/>
              <a:gd name="connsiteX170" fmla="*/ 2328863 w 2543175"/>
              <a:gd name="connsiteY170" fmla="*/ 1697831 h 1890712"/>
              <a:gd name="connsiteX171" fmla="*/ 2350294 w 2543175"/>
              <a:gd name="connsiteY171" fmla="*/ 1712119 h 1890712"/>
              <a:gd name="connsiteX172" fmla="*/ 2369344 w 2543175"/>
              <a:gd name="connsiteY172" fmla="*/ 1724025 h 1890712"/>
              <a:gd name="connsiteX173" fmla="*/ 2428876 w 2543175"/>
              <a:gd name="connsiteY173" fmla="*/ 1785938 h 1890712"/>
              <a:gd name="connsiteX174" fmla="*/ 2466975 w 2543175"/>
              <a:gd name="connsiteY174" fmla="*/ 1783556 h 1890712"/>
              <a:gd name="connsiteX175" fmla="*/ 2481263 w 2543175"/>
              <a:gd name="connsiteY175" fmla="*/ 1795462 h 1890712"/>
              <a:gd name="connsiteX176" fmla="*/ 2486025 w 2543175"/>
              <a:gd name="connsiteY176" fmla="*/ 1802606 h 1890712"/>
              <a:gd name="connsiteX177" fmla="*/ 2514600 w 2543175"/>
              <a:gd name="connsiteY177" fmla="*/ 1850231 h 1890712"/>
              <a:gd name="connsiteX178" fmla="*/ 2519363 w 2543175"/>
              <a:gd name="connsiteY178" fmla="*/ 1857375 h 1890712"/>
              <a:gd name="connsiteX179" fmla="*/ 2540794 w 2543175"/>
              <a:gd name="connsiteY179" fmla="*/ 1883569 h 1890712"/>
              <a:gd name="connsiteX180" fmla="*/ 2543175 w 2543175"/>
              <a:gd name="connsiteY18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302419 w 2543175"/>
              <a:gd name="connsiteY26" fmla="*/ 204787 h 1890712"/>
              <a:gd name="connsiteX27" fmla="*/ 309563 w 2543175"/>
              <a:gd name="connsiteY27" fmla="*/ 209550 h 1890712"/>
              <a:gd name="connsiteX28" fmla="*/ 333375 w 2543175"/>
              <a:gd name="connsiteY28" fmla="*/ 228600 h 1890712"/>
              <a:gd name="connsiteX29" fmla="*/ 340519 w 2543175"/>
              <a:gd name="connsiteY29" fmla="*/ 233362 h 1890712"/>
              <a:gd name="connsiteX30" fmla="*/ 354807 w 2543175"/>
              <a:gd name="connsiteY30" fmla="*/ 247650 h 1890712"/>
              <a:gd name="connsiteX31" fmla="*/ 366713 w 2543175"/>
              <a:gd name="connsiteY31" fmla="*/ 264319 h 1890712"/>
              <a:gd name="connsiteX32" fmla="*/ 371475 w 2543175"/>
              <a:gd name="connsiteY32" fmla="*/ 271462 h 1890712"/>
              <a:gd name="connsiteX33" fmla="*/ 378619 w 2543175"/>
              <a:gd name="connsiteY33" fmla="*/ 276225 h 1890712"/>
              <a:gd name="connsiteX34" fmla="*/ 385763 w 2543175"/>
              <a:gd name="connsiteY34" fmla="*/ 283369 h 1890712"/>
              <a:gd name="connsiteX35" fmla="*/ 395288 w 2543175"/>
              <a:gd name="connsiteY35" fmla="*/ 288131 h 1890712"/>
              <a:gd name="connsiteX36" fmla="*/ 404813 w 2543175"/>
              <a:gd name="connsiteY36" fmla="*/ 295275 h 1890712"/>
              <a:gd name="connsiteX37" fmla="*/ 411957 w 2543175"/>
              <a:gd name="connsiteY37" fmla="*/ 297656 h 1890712"/>
              <a:gd name="connsiteX38" fmla="*/ 421482 w 2543175"/>
              <a:gd name="connsiteY38" fmla="*/ 302419 h 1890712"/>
              <a:gd name="connsiteX39" fmla="*/ 447675 w 2543175"/>
              <a:gd name="connsiteY39" fmla="*/ 307181 h 1890712"/>
              <a:gd name="connsiteX40" fmla="*/ 461963 w 2543175"/>
              <a:gd name="connsiteY40" fmla="*/ 321469 h 1890712"/>
              <a:gd name="connsiteX41" fmla="*/ 466725 w 2543175"/>
              <a:gd name="connsiteY41" fmla="*/ 328612 h 1890712"/>
              <a:gd name="connsiteX42" fmla="*/ 476250 w 2543175"/>
              <a:gd name="connsiteY42" fmla="*/ 335756 h 1890712"/>
              <a:gd name="connsiteX43" fmla="*/ 481013 w 2543175"/>
              <a:gd name="connsiteY43" fmla="*/ 342900 h 1890712"/>
              <a:gd name="connsiteX44" fmla="*/ 490538 w 2543175"/>
              <a:gd name="connsiteY44" fmla="*/ 352425 h 1890712"/>
              <a:gd name="connsiteX45" fmla="*/ 495300 w 2543175"/>
              <a:gd name="connsiteY45" fmla="*/ 359569 h 1890712"/>
              <a:gd name="connsiteX46" fmla="*/ 509588 w 2543175"/>
              <a:gd name="connsiteY46" fmla="*/ 376237 h 1890712"/>
              <a:gd name="connsiteX47" fmla="*/ 514350 w 2543175"/>
              <a:gd name="connsiteY47" fmla="*/ 383381 h 1890712"/>
              <a:gd name="connsiteX48" fmla="*/ 531019 w 2543175"/>
              <a:gd name="connsiteY48" fmla="*/ 397669 h 1890712"/>
              <a:gd name="connsiteX49" fmla="*/ 538163 w 2543175"/>
              <a:gd name="connsiteY49" fmla="*/ 407194 h 1890712"/>
              <a:gd name="connsiteX50" fmla="*/ 554832 w 2543175"/>
              <a:gd name="connsiteY50" fmla="*/ 421481 h 1890712"/>
              <a:gd name="connsiteX51" fmla="*/ 564357 w 2543175"/>
              <a:gd name="connsiteY51" fmla="*/ 431006 h 1890712"/>
              <a:gd name="connsiteX52" fmla="*/ 573882 w 2543175"/>
              <a:gd name="connsiteY52" fmla="*/ 438150 h 1890712"/>
              <a:gd name="connsiteX53" fmla="*/ 595313 w 2543175"/>
              <a:gd name="connsiteY53" fmla="*/ 454819 h 1890712"/>
              <a:gd name="connsiteX54" fmla="*/ 602457 w 2543175"/>
              <a:gd name="connsiteY54" fmla="*/ 457200 h 1890712"/>
              <a:gd name="connsiteX55" fmla="*/ 628650 w 2543175"/>
              <a:gd name="connsiteY55" fmla="*/ 469106 h 1890712"/>
              <a:gd name="connsiteX56" fmla="*/ 645319 w 2543175"/>
              <a:gd name="connsiteY56" fmla="*/ 483394 h 1890712"/>
              <a:gd name="connsiteX57" fmla="*/ 654844 w 2543175"/>
              <a:gd name="connsiteY57" fmla="*/ 488156 h 1890712"/>
              <a:gd name="connsiteX58" fmla="*/ 661988 w 2543175"/>
              <a:gd name="connsiteY58" fmla="*/ 497681 h 1890712"/>
              <a:gd name="connsiteX59" fmla="*/ 683419 w 2543175"/>
              <a:gd name="connsiteY59" fmla="*/ 514350 h 1890712"/>
              <a:gd name="connsiteX60" fmla="*/ 700088 w 2543175"/>
              <a:gd name="connsiteY60" fmla="*/ 526256 h 1890712"/>
              <a:gd name="connsiteX61" fmla="*/ 709613 w 2543175"/>
              <a:gd name="connsiteY61" fmla="*/ 535781 h 1890712"/>
              <a:gd name="connsiteX62" fmla="*/ 719138 w 2543175"/>
              <a:gd name="connsiteY62" fmla="*/ 542925 h 1890712"/>
              <a:gd name="connsiteX63" fmla="*/ 733425 w 2543175"/>
              <a:gd name="connsiteY63" fmla="*/ 557212 h 1890712"/>
              <a:gd name="connsiteX64" fmla="*/ 750094 w 2543175"/>
              <a:gd name="connsiteY64" fmla="*/ 569119 h 1890712"/>
              <a:gd name="connsiteX65" fmla="*/ 769144 w 2543175"/>
              <a:gd name="connsiteY65" fmla="*/ 581025 h 1890712"/>
              <a:gd name="connsiteX66" fmla="*/ 785813 w 2543175"/>
              <a:gd name="connsiteY66" fmla="*/ 590550 h 1890712"/>
              <a:gd name="connsiteX67" fmla="*/ 792957 w 2543175"/>
              <a:gd name="connsiteY67" fmla="*/ 600075 h 1890712"/>
              <a:gd name="connsiteX68" fmla="*/ 809625 w 2543175"/>
              <a:gd name="connsiteY68" fmla="*/ 611981 h 1890712"/>
              <a:gd name="connsiteX69" fmla="*/ 816769 w 2543175"/>
              <a:gd name="connsiteY69" fmla="*/ 619125 h 1890712"/>
              <a:gd name="connsiteX70" fmla="*/ 826294 w 2543175"/>
              <a:gd name="connsiteY70" fmla="*/ 626269 h 1890712"/>
              <a:gd name="connsiteX71" fmla="*/ 840582 w 2543175"/>
              <a:gd name="connsiteY71" fmla="*/ 638175 h 1890712"/>
              <a:gd name="connsiteX72" fmla="*/ 847725 w 2543175"/>
              <a:gd name="connsiteY72" fmla="*/ 645319 h 1890712"/>
              <a:gd name="connsiteX73" fmla="*/ 857250 w 2543175"/>
              <a:gd name="connsiteY73" fmla="*/ 652462 h 1890712"/>
              <a:gd name="connsiteX74" fmla="*/ 864394 w 2543175"/>
              <a:gd name="connsiteY74" fmla="*/ 657225 h 1890712"/>
              <a:gd name="connsiteX75" fmla="*/ 888207 w 2543175"/>
              <a:gd name="connsiteY75" fmla="*/ 676275 h 1890712"/>
              <a:gd name="connsiteX76" fmla="*/ 895350 w 2543175"/>
              <a:gd name="connsiteY76" fmla="*/ 681037 h 1890712"/>
              <a:gd name="connsiteX77" fmla="*/ 907257 w 2543175"/>
              <a:gd name="connsiteY77" fmla="*/ 683419 h 1890712"/>
              <a:gd name="connsiteX78" fmla="*/ 928688 w 2543175"/>
              <a:gd name="connsiteY78" fmla="*/ 695325 h 1890712"/>
              <a:gd name="connsiteX79" fmla="*/ 942975 w 2543175"/>
              <a:gd name="connsiteY79" fmla="*/ 700087 h 1890712"/>
              <a:gd name="connsiteX80" fmla="*/ 964407 w 2543175"/>
              <a:gd name="connsiteY80" fmla="*/ 716756 h 1890712"/>
              <a:gd name="connsiteX81" fmla="*/ 971550 w 2543175"/>
              <a:gd name="connsiteY81" fmla="*/ 723900 h 1890712"/>
              <a:gd name="connsiteX82" fmla="*/ 983457 w 2543175"/>
              <a:gd name="connsiteY82" fmla="*/ 733425 h 1890712"/>
              <a:gd name="connsiteX83" fmla="*/ 990600 w 2543175"/>
              <a:gd name="connsiteY83" fmla="*/ 738187 h 1890712"/>
              <a:gd name="connsiteX84" fmla="*/ 1007269 w 2543175"/>
              <a:gd name="connsiteY84" fmla="*/ 752475 h 1890712"/>
              <a:gd name="connsiteX85" fmla="*/ 1031082 w 2543175"/>
              <a:gd name="connsiteY85" fmla="*/ 766762 h 1890712"/>
              <a:gd name="connsiteX86" fmla="*/ 1042988 w 2543175"/>
              <a:gd name="connsiteY86" fmla="*/ 773906 h 1890712"/>
              <a:gd name="connsiteX87" fmla="*/ 1071563 w 2543175"/>
              <a:gd name="connsiteY87" fmla="*/ 785812 h 1890712"/>
              <a:gd name="connsiteX88" fmla="*/ 1097757 w 2543175"/>
              <a:gd name="connsiteY88" fmla="*/ 807244 h 1890712"/>
              <a:gd name="connsiteX89" fmla="*/ 1104900 w 2543175"/>
              <a:gd name="connsiteY89" fmla="*/ 814387 h 1890712"/>
              <a:gd name="connsiteX90" fmla="*/ 1121569 w 2543175"/>
              <a:gd name="connsiteY90" fmla="*/ 823912 h 1890712"/>
              <a:gd name="connsiteX91" fmla="*/ 1138238 w 2543175"/>
              <a:gd name="connsiteY91" fmla="*/ 835819 h 1890712"/>
              <a:gd name="connsiteX92" fmla="*/ 1147763 w 2543175"/>
              <a:gd name="connsiteY92" fmla="*/ 842962 h 1890712"/>
              <a:gd name="connsiteX93" fmla="*/ 1157288 w 2543175"/>
              <a:gd name="connsiteY93" fmla="*/ 847725 h 1890712"/>
              <a:gd name="connsiteX94" fmla="*/ 1178719 w 2543175"/>
              <a:gd name="connsiteY94" fmla="*/ 859631 h 1890712"/>
              <a:gd name="connsiteX95" fmla="*/ 1188244 w 2543175"/>
              <a:gd name="connsiteY95" fmla="*/ 866775 h 1890712"/>
              <a:gd name="connsiteX96" fmla="*/ 1195388 w 2543175"/>
              <a:gd name="connsiteY96" fmla="*/ 871537 h 1890712"/>
              <a:gd name="connsiteX97" fmla="*/ 1212057 w 2543175"/>
              <a:gd name="connsiteY97" fmla="*/ 883444 h 1890712"/>
              <a:gd name="connsiteX98" fmla="*/ 1226344 w 2543175"/>
              <a:gd name="connsiteY98" fmla="*/ 895350 h 1890712"/>
              <a:gd name="connsiteX99" fmla="*/ 1245394 w 2543175"/>
              <a:gd name="connsiteY99" fmla="*/ 907256 h 1890712"/>
              <a:gd name="connsiteX100" fmla="*/ 1254919 w 2543175"/>
              <a:gd name="connsiteY100" fmla="*/ 914400 h 1890712"/>
              <a:gd name="connsiteX101" fmla="*/ 1269207 w 2543175"/>
              <a:gd name="connsiteY101" fmla="*/ 921544 h 1890712"/>
              <a:gd name="connsiteX102" fmla="*/ 1290638 w 2543175"/>
              <a:gd name="connsiteY102" fmla="*/ 935831 h 1890712"/>
              <a:gd name="connsiteX103" fmla="*/ 1307307 w 2543175"/>
              <a:gd name="connsiteY103" fmla="*/ 952500 h 1890712"/>
              <a:gd name="connsiteX104" fmla="*/ 1333500 w 2543175"/>
              <a:gd name="connsiteY104" fmla="*/ 971550 h 1890712"/>
              <a:gd name="connsiteX105" fmla="*/ 1359694 w 2543175"/>
              <a:gd name="connsiteY105" fmla="*/ 990600 h 1890712"/>
              <a:gd name="connsiteX106" fmla="*/ 1373982 w 2543175"/>
              <a:gd name="connsiteY106" fmla="*/ 997744 h 1890712"/>
              <a:gd name="connsiteX107" fmla="*/ 1388269 w 2543175"/>
              <a:gd name="connsiteY107" fmla="*/ 1007269 h 1890712"/>
              <a:gd name="connsiteX108" fmla="*/ 1414463 w 2543175"/>
              <a:gd name="connsiteY108" fmla="*/ 1019175 h 1890712"/>
              <a:gd name="connsiteX109" fmla="*/ 1428750 w 2543175"/>
              <a:gd name="connsiteY109" fmla="*/ 1026319 h 1890712"/>
              <a:gd name="connsiteX110" fmla="*/ 1471613 w 2543175"/>
              <a:gd name="connsiteY110" fmla="*/ 1059656 h 1890712"/>
              <a:gd name="connsiteX111" fmla="*/ 1495425 w 2543175"/>
              <a:gd name="connsiteY111" fmla="*/ 1088231 h 1890712"/>
              <a:gd name="connsiteX112" fmla="*/ 1547812 w 2543175"/>
              <a:gd name="connsiteY112" fmla="*/ 1133475 h 1890712"/>
              <a:gd name="connsiteX113" fmla="*/ 1597819 w 2543175"/>
              <a:gd name="connsiteY113" fmla="*/ 1154906 h 1890712"/>
              <a:gd name="connsiteX114" fmla="*/ 1604963 w 2543175"/>
              <a:gd name="connsiteY114" fmla="*/ 1162050 h 1890712"/>
              <a:gd name="connsiteX115" fmla="*/ 1612107 w 2543175"/>
              <a:gd name="connsiteY115" fmla="*/ 1166812 h 1890712"/>
              <a:gd name="connsiteX116" fmla="*/ 1628775 w 2543175"/>
              <a:gd name="connsiteY116" fmla="*/ 1183481 h 1890712"/>
              <a:gd name="connsiteX117" fmla="*/ 1662113 w 2543175"/>
              <a:gd name="connsiteY117" fmla="*/ 1209675 h 1890712"/>
              <a:gd name="connsiteX118" fmla="*/ 1678782 w 2543175"/>
              <a:gd name="connsiteY118" fmla="*/ 1226344 h 1890712"/>
              <a:gd name="connsiteX119" fmla="*/ 1700213 w 2543175"/>
              <a:gd name="connsiteY119" fmla="*/ 1247775 h 1890712"/>
              <a:gd name="connsiteX120" fmla="*/ 1712119 w 2543175"/>
              <a:gd name="connsiteY120" fmla="*/ 1259681 h 1890712"/>
              <a:gd name="connsiteX121" fmla="*/ 1733550 w 2543175"/>
              <a:gd name="connsiteY121" fmla="*/ 1273969 h 1890712"/>
              <a:gd name="connsiteX122" fmla="*/ 1743075 w 2543175"/>
              <a:gd name="connsiteY122" fmla="*/ 1283494 h 1890712"/>
              <a:gd name="connsiteX123" fmla="*/ 1754982 w 2543175"/>
              <a:gd name="connsiteY123" fmla="*/ 1290637 h 1890712"/>
              <a:gd name="connsiteX124" fmla="*/ 1766888 w 2543175"/>
              <a:gd name="connsiteY124" fmla="*/ 1300162 h 1890712"/>
              <a:gd name="connsiteX125" fmla="*/ 1783557 w 2543175"/>
              <a:gd name="connsiteY125" fmla="*/ 1307306 h 1890712"/>
              <a:gd name="connsiteX126" fmla="*/ 1790700 w 2543175"/>
              <a:gd name="connsiteY126" fmla="*/ 1312069 h 1890712"/>
              <a:gd name="connsiteX127" fmla="*/ 1800225 w 2543175"/>
              <a:gd name="connsiteY127" fmla="*/ 1319212 h 1890712"/>
              <a:gd name="connsiteX128" fmla="*/ 1807369 w 2543175"/>
              <a:gd name="connsiteY128" fmla="*/ 1321594 h 1890712"/>
              <a:gd name="connsiteX129" fmla="*/ 1824038 w 2543175"/>
              <a:gd name="connsiteY129" fmla="*/ 1333500 h 1890712"/>
              <a:gd name="connsiteX130" fmla="*/ 1843088 w 2543175"/>
              <a:gd name="connsiteY130" fmla="*/ 1352550 h 1890712"/>
              <a:gd name="connsiteX131" fmla="*/ 1852613 w 2543175"/>
              <a:gd name="connsiteY131" fmla="*/ 1359694 h 1890712"/>
              <a:gd name="connsiteX132" fmla="*/ 1859757 w 2543175"/>
              <a:gd name="connsiteY132" fmla="*/ 1366837 h 1890712"/>
              <a:gd name="connsiteX133" fmla="*/ 1869282 w 2543175"/>
              <a:gd name="connsiteY133" fmla="*/ 1371600 h 1890712"/>
              <a:gd name="connsiteX134" fmla="*/ 1883569 w 2543175"/>
              <a:gd name="connsiteY134" fmla="*/ 1388269 h 1890712"/>
              <a:gd name="connsiteX135" fmla="*/ 1893094 w 2543175"/>
              <a:gd name="connsiteY135" fmla="*/ 1395412 h 1890712"/>
              <a:gd name="connsiteX136" fmla="*/ 1902619 w 2543175"/>
              <a:gd name="connsiteY136" fmla="*/ 1404937 h 1890712"/>
              <a:gd name="connsiteX137" fmla="*/ 1912144 w 2543175"/>
              <a:gd name="connsiteY137" fmla="*/ 1409700 h 1890712"/>
              <a:gd name="connsiteX138" fmla="*/ 1931194 w 2543175"/>
              <a:gd name="connsiteY138" fmla="*/ 1421606 h 1890712"/>
              <a:gd name="connsiteX139" fmla="*/ 1935957 w 2543175"/>
              <a:gd name="connsiteY139" fmla="*/ 1428750 h 1890712"/>
              <a:gd name="connsiteX140" fmla="*/ 1952625 w 2543175"/>
              <a:gd name="connsiteY140" fmla="*/ 1438275 h 1890712"/>
              <a:gd name="connsiteX141" fmla="*/ 1971675 w 2543175"/>
              <a:gd name="connsiteY141" fmla="*/ 1450181 h 1890712"/>
              <a:gd name="connsiteX142" fmla="*/ 1981200 w 2543175"/>
              <a:gd name="connsiteY142" fmla="*/ 1454944 h 1890712"/>
              <a:gd name="connsiteX143" fmla="*/ 1997869 w 2543175"/>
              <a:gd name="connsiteY143" fmla="*/ 1471612 h 1890712"/>
              <a:gd name="connsiteX144" fmla="*/ 2007394 w 2543175"/>
              <a:gd name="connsiteY144" fmla="*/ 1478756 h 1890712"/>
              <a:gd name="connsiteX145" fmla="*/ 2016919 w 2543175"/>
              <a:gd name="connsiteY145" fmla="*/ 1483519 h 1890712"/>
              <a:gd name="connsiteX146" fmla="*/ 2024063 w 2543175"/>
              <a:gd name="connsiteY146" fmla="*/ 1490662 h 1890712"/>
              <a:gd name="connsiteX147" fmla="*/ 2033588 w 2543175"/>
              <a:gd name="connsiteY147" fmla="*/ 1495425 h 1890712"/>
              <a:gd name="connsiteX148" fmla="*/ 2040732 w 2543175"/>
              <a:gd name="connsiteY148" fmla="*/ 1502569 h 1890712"/>
              <a:gd name="connsiteX149" fmla="*/ 2047875 w 2543175"/>
              <a:gd name="connsiteY149" fmla="*/ 1507331 h 1890712"/>
              <a:gd name="connsiteX150" fmla="*/ 2057400 w 2543175"/>
              <a:gd name="connsiteY150" fmla="*/ 1514475 h 1890712"/>
              <a:gd name="connsiteX151" fmla="*/ 2064544 w 2543175"/>
              <a:gd name="connsiteY151" fmla="*/ 1519237 h 1890712"/>
              <a:gd name="connsiteX152" fmla="*/ 2071688 w 2543175"/>
              <a:gd name="connsiteY152" fmla="*/ 1526381 h 1890712"/>
              <a:gd name="connsiteX153" fmla="*/ 2081213 w 2543175"/>
              <a:gd name="connsiteY153" fmla="*/ 1531144 h 1890712"/>
              <a:gd name="connsiteX154" fmla="*/ 2090738 w 2543175"/>
              <a:gd name="connsiteY154" fmla="*/ 1538287 h 1890712"/>
              <a:gd name="connsiteX155" fmla="*/ 2109788 w 2543175"/>
              <a:gd name="connsiteY155" fmla="*/ 1547812 h 1890712"/>
              <a:gd name="connsiteX156" fmla="*/ 2131219 w 2543175"/>
              <a:gd name="connsiteY156" fmla="*/ 1562100 h 1890712"/>
              <a:gd name="connsiteX157" fmla="*/ 2140744 w 2543175"/>
              <a:gd name="connsiteY157" fmla="*/ 1566862 h 1890712"/>
              <a:gd name="connsiteX158" fmla="*/ 2152650 w 2543175"/>
              <a:gd name="connsiteY158" fmla="*/ 1576387 h 1890712"/>
              <a:gd name="connsiteX159" fmla="*/ 2181225 w 2543175"/>
              <a:gd name="connsiteY159" fmla="*/ 1590675 h 1890712"/>
              <a:gd name="connsiteX160" fmla="*/ 2200275 w 2543175"/>
              <a:gd name="connsiteY160" fmla="*/ 1607344 h 1890712"/>
              <a:gd name="connsiteX161" fmla="*/ 2207419 w 2543175"/>
              <a:gd name="connsiteY161" fmla="*/ 1612106 h 1890712"/>
              <a:gd name="connsiteX162" fmla="*/ 2216944 w 2543175"/>
              <a:gd name="connsiteY162" fmla="*/ 1619250 h 1890712"/>
              <a:gd name="connsiteX163" fmla="*/ 2224088 w 2543175"/>
              <a:gd name="connsiteY163" fmla="*/ 1624012 h 1890712"/>
              <a:gd name="connsiteX164" fmla="*/ 2247900 w 2543175"/>
              <a:gd name="connsiteY164" fmla="*/ 1643062 h 1890712"/>
              <a:gd name="connsiteX165" fmla="*/ 2255044 w 2543175"/>
              <a:gd name="connsiteY165" fmla="*/ 1650206 h 1890712"/>
              <a:gd name="connsiteX166" fmla="*/ 2281238 w 2543175"/>
              <a:gd name="connsiteY166" fmla="*/ 1664494 h 1890712"/>
              <a:gd name="connsiteX167" fmla="*/ 2297907 w 2543175"/>
              <a:gd name="connsiteY167" fmla="*/ 1674019 h 1890712"/>
              <a:gd name="connsiteX168" fmla="*/ 2312194 w 2543175"/>
              <a:gd name="connsiteY168" fmla="*/ 1685925 h 1890712"/>
              <a:gd name="connsiteX169" fmla="*/ 2328863 w 2543175"/>
              <a:gd name="connsiteY169" fmla="*/ 1697831 h 1890712"/>
              <a:gd name="connsiteX170" fmla="*/ 2350294 w 2543175"/>
              <a:gd name="connsiteY170" fmla="*/ 1712119 h 1890712"/>
              <a:gd name="connsiteX171" fmla="*/ 2369344 w 2543175"/>
              <a:gd name="connsiteY171" fmla="*/ 1724025 h 1890712"/>
              <a:gd name="connsiteX172" fmla="*/ 2428876 w 2543175"/>
              <a:gd name="connsiteY172" fmla="*/ 1785938 h 1890712"/>
              <a:gd name="connsiteX173" fmla="*/ 2466975 w 2543175"/>
              <a:gd name="connsiteY173" fmla="*/ 1783556 h 1890712"/>
              <a:gd name="connsiteX174" fmla="*/ 2481263 w 2543175"/>
              <a:gd name="connsiteY174" fmla="*/ 1795462 h 1890712"/>
              <a:gd name="connsiteX175" fmla="*/ 2486025 w 2543175"/>
              <a:gd name="connsiteY175" fmla="*/ 1802606 h 1890712"/>
              <a:gd name="connsiteX176" fmla="*/ 2514600 w 2543175"/>
              <a:gd name="connsiteY176" fmla="*/ 1850231 h 1890712"/>
              <a:gd name="connsiteX177" fmla="*/ 2519363 w 2543175"/>
              <a:gd name="connsiteY177" fmla="*/ 1857375 h 1890712"/>
              <a:gd name="connsiteX178" fmla="*/ 2540794 w 2543175"/>
              <a:gd name="connsiteY178" fmla="*/ 1883569 h 1890712"/>
              <a:gd name="connsiteX179" fmla="*/ 2543175 w 2543175"/>
              <a:gd name="connsiteY17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302419 w 2543175"/>
              <a:gd name="connsiteY25" fmla="*/ 204787 h 1890712"/>
              <a:gd name="connsiteX26" fmla="*/ 309563 w 2543175"/>
              <a:gd name="connsiteY26" fmla="*/ 209550 h 1890712"/>
              <a:gd name="connsiteX27" fmla="*/ 333375 w 2543175"/>
              <a:gd name="connsiteY27" fmla="*/ 228600 h 1890712"/>
              <a:gd name="connsiteX28" fmla="*/ 340519 w 2543175"/>
              <a:gd name="connsiteY28" fmla="*/ 233362 h 1890712"/>
              <a:gd name="connsiteX29" fmla="*/ 354807 w 2543175"/>
              <a:gd name="connsiteY29" fmla="*/ 247650 h 1890712"/>
              <a:gd name="connsiteX30" fmla="*/ 366713 w 2543175"/>
              <a:gd name="connsiteY30" fmla="*/ 264319 h 1890712"/>
              <a:gd name="connsiteX31" fmla="*/ 371475 w 2543175"/>
              <a:gd name="connsiteY31" fmla="*/ 271462 h 1890712"/>
              <a:gd name="connsiteX32" fmla="*/ 378619 w 2543175"/>
              <a:gd name="connsiteY32" fmla="*/ 276225 h 1890712"/>
              <a:gd name="connsiteX33" fmla="*/ 385763 w 2543175"/>
              <a:gd name="connsiteY33" fmla="*/ 283369 h 1890712"/>
              <a:gd name="connsiteX34" fmla="*/ 395288 w 2543175"/>
              <a:gd name="connsiteY34" fmla="*/ 288131 h 1890712"/>
              <a:gd name="connsiteX35" fmla="*/ 404813 w 2543175"/>
              <a:gd name="connsiteY35" fmla="*/ 295275 h 1890712"/>
              <a:gd name="connsiteX36" fmla="*/ 411957 w 2543175"/>
              <a:gd name="connsiteY36" fmla="*/ 297656 h 1890712"/>
              <a:gd name="connsiteX37" fmla="*/ 421482 w 2543175"/>
              <a:gd name="connsiteY37" fmla="*/ 302419 h 1890712"/>
              <a:gd name="connsiteX38" fmla="*/ 447675 w 2543175"/>
              <a:gd name="connsiteY38" fmla="*/ 307181 h 1890712"/>
              <a:gd name="connsiteX39" fmla="*/ 461963 w 2543175"/>
              <a:gd name="connsiteY39" fmla="*/ 321469 h 1890712"/>
              <a:gd name="connsiteX40" fmla="*/ 466725 w 2543175"/>
              <a:gd name="connsiteY40" fmla="*/ 328612 h 1890712"/>
              <a:gd name="connsiteX41" fmla="*/ 476250 w 2543175"/>
              <a:gd name="connsiteY41" fmla="*/ 335756 h 1890712"/>
              <a:gd name="connsiteX42" fmla="*/ 481013 w 2543175"/>
              <a:gd name="connsiteY42" fmla="*/ 342900 h 1890712"/>
              <a:gd name="connsiteX43" fmla="*/ 490538 w 2543175"/>
              <a:gd name="connsiteY43" fmla="*/ 352425 h 1890712"/>
              <a:gd name="connsiteX44" fmla="*/ 495300 w 2543175"/>
              <a:gd name="connsiteY44" fmla="*/ 359569 h 1890712"/>
              <a:gd name="connsiteX45" fmla="*/ 509588 w 2543175"/>
              <a:gd name="connsiteY45" fmla="*/ 376237 h 1890712"/>
              <a:gd name="connsiteX46" fmla="*/ 514350 w 2543175"/>
              <a:gd name="connsiteY46" fmla="*/ 383381 h 1890712"/>
              <a:gd name="connsiteX47" fmla="*/ 531019 w 2543175"/>
              <a:gd name="connsiteY47" fmla="*/ 397669 h 1890712"/>
              <a:gd name="connsiteX48" fmla="*/ 538163 w 2543175"/>
              <a:gd name="connsiteY48" fmla="*/ 407194 h 1890712"/>
              <a:gd name="connsiteX49" fmla="*/ 554832 w 2543175"/>
              <a:gd name="connsiteY49" fmla="*/ 421481 h 1890712"/>
              <a:gd name="connsiteX50" fmla="*/ 564357 w 2543175"/>
              <a:gd name="connsiteY50" fmla="*/ 431006 h 1890712"/>
              <a:gd name="connsiteX51" fmla="*/ 573882 w 2543175"/>
              <a:gd name="connsiteY51" fmla="*/ 438150 h 1890712"/>
              <a:gd name="connsiteX52" fmla="*/ 595313 w 2543175"/>
              <a:gd name="connsiteY52" fmla="*/ 454819 h 1890712"/>
              <a:gd name="connsiteX53" fmla="*/ 602457 w 2543175"/>
              <a:gd name="connsiteY53" fmla="*/ 457200 h 1890712"/>
              <a:gd name="connsiteX54" fmla="*/ 628650 w 2543175"/>
              <a:gd name="connsiteY54" fmla="*/ 469106 h 1890712"/>
              <a:gd name="connsiteX55" fmla="*/ 645319 w 2543175"/>
              <a:gd name="connsiteY55" fmla="*/ 483394 h 1890712"/>
              <a:gd name="connsiteX56" fmla="*/ 654844 w 2543175"/>
              <a:gd name="connsiteY56" fmla="*/ 488156 h 1890712"/>
              <a:gd name="connsiteX57" fmla="*/ 661988 w 2543175"/>
              <a:gd name="connsiteY57" fmla="*/ 497681 h 1890712"/>
              <a:gd name="connsiteX58" fmla="*/ 683419 w 2543175"/>
              <a:gd name="connsiteY58" fmla="*/ 514350 h 1890712"/>
              <a:gd name="connsiteX59" fmla="*/ 700088 w 2543175"/>
              <a:gd name="connsiteY59" fmla="*/ 526256 h 1890712"/>
              <a:gd name="connsiteX60" fmla="*/ 709613 w 2543175"/>
              <a:gd name="connsiteY60" fmla="*/ 535781 h 1890712"/>
              <a:gd name="connsiteX61" fmla="*/ 719138 w 2543175"/>
              <a:gd name="connsiteY61" fmla="*/ 542925 h 1890712"/>
              <a:gd name="connsiteX62" fmla="*/ 733425 w 2543175"/>
              <a:gd name="connsiteY62" fmla="*/ 557212 h 1890712"/>
              <a:gd name="connsiteX63" fmla="*/ 750094 w 2543175"/>
              <a:gd name="connsiteY63" fmla="*/ 569119 h 1890712"/>
              <a:gd name="connsiteX64" fmla="*/ 769144 w 2543175"/>
              <a:gd name="connsiteY64" fmla="*/ 581025 h 1890712"/>
              <a:gd name="connsiteX65" fmla="*/ 785813 w 2543175"/>
              <a:gd name="connsiteY65" fmla="*/ 590550 h 1890712"/>
              <a:gd name="connsiteX66" fmla="*/ 792957 w 2543175"/>
              <a:gd name="connsiteY66" fmla="*/ 600075 h 1890712"/>
              <a:gd name="connsiteX67" fmla="*/ 809625 w 2543175"/>
              <a:gd name="connsiteY67" fmla="*/ 611981 h 1890712"/>
              <a:gd name="connsiteX68" fmla="*/ 816769 w 2543175"/>
              <a:gd name="connsiteY68" fmla="*/ 619125 h 1890712"/>
              <a:gd name="connsiteX69" fmla="*/ 826294 w 2543175"/>
              <a:gd name="connsiteY69" fmla="*/ 626269 h 1890712"/>
              <a:gd name="connsiteX70" fmla="*/ 840582 w 2543175"/>
              <a:gd name="connsiteY70" fmla="*/ 638175 h 1890712"/>
              <a:gd name="connsiteX71" fmla="*/ 847725 w 2543175"/>
              <a:gd name="connsiteY71" fmla="*/ 645319 h 1890712"/>
              <a:gd name="connsiteX72" fmla="*/ 857250 w 2543175"/>
              <a:gd name="connsiteY72" fmla="*/ 652462 h 1890712"/>
              <a:gd name="connsiteX73" fmla="*/ 864394 w 2543175"/>
              <a:gd name="connsiteY73" fmla="*/ 657225 h 1890712"/>
              <a:gd name="connsiteX74" fmla="*/ 888207 w 2543175"/>
              <a:gd name="connsiteY74" fmla="*/ 676275 h 1890712"/>
              <a:gd name="connsiteX75" fmla="*/ 895350 w 2543175"/>
              <a:gd name="connsiteY75" fmla="*/ 681037 h 1890712"/>
              <a:gd name="connsiteX76" fmla="*/ 907257 w 2543175"/>
              <a:gd name="connsiteY76" fmla="*/ 683419 h 1890712"/>
              <a:gd name="connsiteX77" fmla="*/ 928688 w 2543175"/>
              <a:gd name="connsiteY77" fmla="*/ 695325 h 1890712"/>
              <a:gd name="connsiteX78" fmla="*/ 942975 w 2543175"/>
              <a:gd name="connsiteY78" fmla="*/ 700087 h 1890712"/>
              <a:gd name="connsiteX79" fmla="*/ 964407 w 2543175"/>
              <a:gd name="connsiteY79" fmla="*/ 716756 h 1890712"/>
              <a:gd name="connsiteX80" fmla="*/ 971550 w 2543175"/>
              <a:gd name="connsiteY80" fmla="*/ 723900 h 1890712"/>
              <a:gd name="connsiteX81" fmla="*/ 983457 w 2543175"/>
              <a:gd name="connsiteY81" fmla="*/ 733425 h 1890712"/>
              <a:gd name="connsiteX82" fmla="*/ 990600 w 2543175"/>
              <a:gd name="connsiteY82" fmla="*/ 738187 h 1890712"/>
              <a:gd name="connsiteX83" fmla="*/ 1007269 w 2543175"/>
              <a:gd name="connsiteY83" fmla="*/ 752475 h 1890712"/>
              <a:gd name="connsiteX84" fmla="*/ 1031082 w 2543175"/>
              <a:gd name="connsiteY84" fmla="*/ 766762 h 1890712"/>
              <a:gd name="connsiteX85" fmla="*/ 1042988 w 2543175"/>
              <a:gd name="connsiteY85" fmla="*/ 773906 h 1890712"/>
              <a:gd name="connsiteX86" fmla="*/ 1071563 w 2543175"/>
              <a:gd name="connsiteY86" fmla="*/ 785812 h 1890712"/>
              <a:gd name="connsiteX87" fmla="*/ 1097757 w 2543175"/>
              <a:gd name="connsiteY87" fmla="*/ 807244 h 1890712"/>
              <a:gd name="connsiteX88" fmla="*/ 1104900 w 2543175"/>
              <a:gd name="connsiteY88" fmla="*/ 814387 h 1890712"/>
              <a:gd name="connsiteX89" fmla="*/ 1121569 w 2543175"/>
              <a:gd name="connsiteY89" fmla="*/ 823912 h 1890712"/>
              <a:gd name="connsiteX90" fmla="*/ 1138238 w 2543175"/>
              <a:gd name="connsiteY90" fmla="*/ 835819 h 1890712"/>
              <a:gd name="connsiteX91" fmla="*/ 1147763 w 2543175"/>
              <a:gd name="connsiteY91" fmla="*/ 842962 h 1890712"/>
              <a:gd name="connsiteX92" fmla="*/ 1157288 w 2543175"/>
              <a:gd name="connsiteY92" fmla="*/ 847725 h 1890712"/>
              <a:gd name="connsiteX93" fmla="*/ 1178719 w 2543175"/>
              <a:gd name="connsiteY93" fmla="*/ 859631 h 1890712"/>
              <a:gd name="connsiteX94" fmla="*/ 1188244 w 2543175"/>
              <a:gd name="connsiteY94" fmla="*/ 866775 h 1890712"/>
              <a:gd name="connsiteX95" fmla="*/ 1195388 w 2543175"/>
              <a:gd name="connsiteY95" fmla="*/ 871537 h 1890712"/>
              <a:gd name="connsiteX96" fmla="*/ 1212057 w 2543175"/>
              <a:gd name="connsiteY96" fmla="*/ 883444 h 1890712"/>
              <a:gd name="connsiteX97" fmla="*/ 1226344 w 2543175"/>
              <a:gd name="connsiteY97" fmla="*/ 895350 h 1890712"/>
              <a:gd name="connsiteX98" fmla="*/ 1245394 w 2543175"/>
              <a:gd name="connsiteY98" fmla="*/ 907256 h 1890712"/>
              <a:gd name="connsiteX99" fmla="*/ 1254919 w 2543175"/>
              <a:gd name="connsiteY99" fmla="*/ 914400 h 1890712"/>
              <a:gd name="connsiteX100" fmla="*/ 1269207 w 2543175"/>
              <a:gd name="connsiteY100" fmla="*/ 921544 h 1890712"/>
              <a:gd name="connsiteX101" fmla="*/ 1290638 w 2543175"/>
              <a:gd name="connsiteY101" fmla="*/ 935831 h 1890712"/>
              <a:gd name="connsiteX102" fmla="*/ 1307307 w 2543175"/>
              <a:gd name="connsiteY102" fmla="*/ 952500 h 1890712"/>
              <a:gd name="connsiteX103" fmla="*/ 1333500 w 2543175"/>
              <a:gd name="connsiteY103" fmla="*/ 971550 h 1890712"/>
              <a:gd name="connsiteX104" fmla="*/ 1359694 w 2543175"/>
              <a:gd name="connsiteY104" fmla="*/ 990600 h 1890712"/>
              <a:gd name="connsiteX105" fmla="*/ 1373982 w 2543175"/>
              <a:gd name="connsiteY105" fmla="*/ 997744 h 1890712"/>
              <a:gd name="connsiteX106" fmla="*/ 1388269 w 2543175"/>
              <a:gd name="connsiteY106" fmla="*/ 1007269 h 1890712"/>
              <a:gd name="connsiteX107" fmla="*/ 1414463 w 2543175"/>
              <a:gd name="connsiteY107" fmla="*/ 1019175 h 1890712"/>
              <a:gd name="connsiteX108" fmla="*/ 1428750 w 2543175"/>
              <a:gd name="connsiteY108" fmla="*/ 1026319 h 1890712"/>
              <a:gd name="connsiteX109" fmla="*/ 1471613 w 2543175"/>
              <a:gd name="connsiteY109" fmla="*/ 1059656 h 1890712"/>
              <a:gd name="connsiteX110" fmla="*/ 1495425 w 2543175"/>
              <a:gd name="connsiteY110" fmla="*/ 1088231 h 1890712"/>
              <a:gd name="connsiteX111" fmla="*/ 1547812 w 2543175"/>
              <a:gd name="connsiteY111" fmla="*/ 1133475 h 1890712"/>
              <a:gd name="connsiteX112" fmla="*/ 1597819 w 2543175"/>
              <a:gd name="connsiteY112" fmla="*/ 1154906 h 1890712"/>
              <a:gd name="connsiteX113" fmla="*/ 1604963 w 2543175"/>
              <a:gd name="connsiteY113" fmla="*/ 1162050 h 1890712"/>
              <a:gd name="connsiteX114" fmla="*/ 1612107 w 2543175"/>
              <a:gd name="connsiteY114" fmla="*/ 1166812 h 1890712"/>
              <a:gd name="connsiteX115" fmla="*/ 1628775 w 2543175"/>
              <a:gd name="connsiteY115" fmla="*/ 1183481 h 1890712"/>
              <a:gd name="connsiteX116" fmla="*/ 1662113 w 2543175"/>
              <a:gd name="connsiteY116" fmla="*/ 1209675 h 1890712"/>
              <a:gd name="connsiteX117" fmla="*/ 1678782 w 2543175"/>
              <a:gd name="connsiteY117" fmla="*/ 1226344 h 1890712"/>
              <a:gd name="connsiteX118" fmla="*/ 1700213 w 2543175"/>
              <a:gd name="connsiteY118" fmla="*/ 1247775 h 1890712"/>
              <a:gd name="connsiteX119" fmla="*/ 1712119 w 2543175"/>
              <a:gd name="connsiteY119" fmla="*/ 1259681 h 1890712"/>
              <a:gd name="connsiteX120" fmla="*/ 1733550 w 2543175"/>
              <a:gd name="connsiteY120" fmla="*/ 1273969 h 1890712"/>
              <a:gd name="connsiteX121" fmla="*/ 1743075 w 2543175"/>
              <a:gd name="connsiteY121" fmla="*/ 1283494 h 1890712"/>
              <a:gd name="connsiteX122" fmla="*/ 1754982 w 2543175"/>
              <a:gd name="connsiteY122" fmla="*/ 1290637 h 1890712"/>
              <a:gd name="connsiteX123" fmla="*/ 1766888 w 2543175"/>
              <a:gd name="connsiteY123" fmla="*/ 1300162 h 1890712"/>
              <a:gd name="connsiteX124" fmla="*/ 1783557 w 2543175"/>
              <a:gd name="connsiteY124" fmla="*/ 1307306 h 1890712"/>
              <a:gd name="connsiteX125" fmla="*/ 1790700 w 2543175"/>
              <a:gd name="connsiteY125" fmla="*/ 1312069 h 1890712"/>
              <a:gd name="connsiteX126" fmla="*/ 1800225 w 2543175"/>
              <a:gd name="connsiteY126" fmla="*/ 1319212 h 1890712"/>
              <a:gd name="connsiteX127" fmla="*/ 1807369 w 2543175"/>
              <a:gd name="connsiteY127" fmla="*/ 1321594 h 1890712"/>
              <a:gd name="connsiteX128" fmla="*/ 1824038 w 2543175"/>
              <a:gd name="connsiteY128" fmla="*/ 1333500 h 1890712"/>
              <a:gd name="connsiteX129" fmla="*/ 1843088 w 2543175"/>
              <a:gd name="connsiteY129" fmla="*/ 1352550 h 1890712"/>
              <a:gd name="connsiteX130" fmla="*/ 1852613 w 2543175"/>
              <a:gd name="connsiteY130" fmla="*/ 1359694 h 1890712"/>
              <a:gd name="connsiteX131" fmla="*/ 1859757 w 2543175"/>
              <a:gd name="connsiteY131" fmla="*/ 1366837 h 1890712"/>
              <a:gd name="connsiteX132" fmla="*/ 1869282 w 2543175"/>
              <a:gd name="connsiteY132" fmla="*/ 1371600 h 1890712"/>
              <a:gd name="connsiteX133" fmla="*/ 1883569 w 2543175"/>
              <a:gd name="connsiteY133" fmla="*/ 1388269 h 1890712"/>
              <a:gd name="connsiteX134" fmla="*/ 1893094 w 2543175"/>
              <a:gd name="connsiteY134" fmla="*/ 1395412 h 1890712"/>
              <a:gd name="connsiteX135" fmla="*/ 1902619 w 2543175"/>
              <a:gd name="connsiteY135" fmla="*/ 1404937 h 1890712"/>
              <a:gd name="connsiteX136" fmla="*/ 1912144 w 2543175"/>
              <a:gd name="connsiteY136" fmla="*/ 1409700 h 1890712"/>
              <a:gd name="connsiteX137" fmla="*/ 1931194 w 2543175"/>
              <a:gd name="connsiteY137" fmla="*/ 1421606 h 1890712"/>
              <a:gd name="connsiteX138" fmla="*/ 1935957 w 2543175"/>
              <a:gd name="connsiteY138" fmla="*/ 1428750 h 1890712"/>
              <a:gd name="connsiteX139" fmla="*/ 1952625 w 2543175"/>
              <a:gd name="connsiteY139" fmla="*/ 1438275 h 1890712"/>
              <a:gd name="connsiteX140" fmla="*/ 1971675 w 2543175"/>
              <a:gd name="connsiteY140" fmla="*/ 1450181 h 1890712"/>
              <a:gd name="connsiteX141" fmla="*/ 1981200 w 2543175"/>
              <a:gd name="connsiteY141" fmla="*/ 1454944 h 1890712"/>
              <a:gd name="connsiteX142" fmla="*/ 1997869 w 2543175"/>
              <a:gd name="connsiteY142" fmla="*/ 1471612 h 1890712"/>
              <a:gd name="connsiteX143" fmla="*/ 2007394 w 2543175"/>
              <a:gd name="connsiteY143" fmla="*/ 1478756 h 1890712"/>
              <a:gd name="connsiteX144" fmla="*/ 2016919 w 2543175"/>
              <a:gd name="connsiteY144" fmla="*/ 1483519 h 1890712"/>
              <a:gd name="connsiteX145" fmla="*/ 2024063 w 2543175"/>
              <a:gd name="connsiteY145" fmla="*/ 1490662 h 1890712"/>
              <a:gd name="connsiteX146" fmla="*/ 2033588 w 2543175"/>
              <a:gd name="connsiteY146" fmla="*/ 1495425 h 1890712"/>
              <a:gd name="connsiteX147" fmla="*/ 2040732 w 2543175"/>
              <a:gd name="connsiteY147" fmla="*/ 1502569 h 1890712"/>
              <a:gd name="connsiteX148" fmla="*/ 2047875 w 2543175"/>
              <a:gd name="connsiteY148" fmla="*/ 1507331 h 1890712"/>
              <a:gd name="connsiteX149" fmla="*/ 2057400 w 2543175"/>
              <a:gd name="connsiteY149" fmla="*/ 1514475 h 1890712"/>
              <a:gd name="connsiteX150" fmla="*/ 2064544 w 2543175"/>
              <a:gd name="connsiteY150" fmla="*/ 1519237 h 1890712"/>
              <a:gd name="connsiteX151" fmla="*/ 2071688 w 2543175"/>
              <a:gd name="connsiteY151" fmla="*/ 1526381 h 1890712"/>
              <a:gd name="connsiteX152" fmla="*/ 2081213 w 2543175"/>
              <a:gd name="connsiteY152" fmla="*/ 1531144 h 1890712"/>
              <a:gd name="connsiteX153" fmla="*/ 2090738 w 2543175"/>
              <a:gd name="connsiteY153" fmla="*/ 1538287 h 1890712"/>
              <a:gd name="connsiteX154" fmla="*/ 2109788 w 2543175"/>
              <a:gd name="connsiteY154" fmla="*/ 1547812 h 1890712"/>
              <a:gd name="connsiteX155" fmla="*/ 2131219 w 2543175"/>
              <a:gd name="connsiteY155" fmla="*/ 1562100 h 1890712"/>
              <a:gd name="connsiteX156" fmla="*/ 2140744 w 2543175"/>
              <a:gd name="connsiteY156" fmla="*/ 1566862 h 1890712"/>
              <a:gd name="connsiteX157" fmla="*/ 2152650 w 2543175"/>
              <a:gd name="connsiteY157" fmla="*/ 1576387 h 1890712"/>
              <a:gd name="connsiteX158" fmla="*/ 2181225 w 2543175"/>
              <a:gd name="connsiteY158" fmla="*/ 1590675 h 1890712"/>
              <a:gd name="connsiteX159" fmla="*/ 2200275 w 2543175"/>
              <a:gd name="connsiteY159" fmla="*/ 1607344 h 1890712"/>
              <a:gd name="connsiteX160" fmla="*/ 2207419 w 2543175"/>
              <a:gd name="connsiteY160" fmla="*/ 1612106 h 1890712"/>
              <a:gd name="connsiteX161" fmla="*/ 2216944 w 2543175"/>
              <a:gd name="connsiteY161" fmla="*/ 1619250 h 1890712"/>
              <a:gd name="connsiteX162" fmla="*/ 2224088 w 2543175"/>
              <a:gd name="connsiteY162" fmla="*/ 1624012 h 1890712"/>
              <a:gd name="connsiteX163" fmla="*/ 2247900 w 2543175"/>
              <a:gd name="connsiteY163" fmla="*/ 1643062 h 1890712"/>
              <a:gd name="connsiteX164" fmla="*/ 2255044 w 2543175"/>
              <a:gd name="connsiteY164" fmla="*/ 1650206 h 1890712"/>
              <a:gd name="connsiteX165" fmla="*/ 2281238 w 2543175"/>
              <a:gd name="connsiteY165" fmla="*/ 1664494 h 1890712"/>
              <a:gd name="connsiteX166" fmla="*/ 2297907 w 2543175"/>
              <a:gd name="connsiteY166" fmla="*/ 1674019 h 1890712"/>
              <a:gd name="connsiteX167" fmla="*/ 2312194 w 2543175"/>
              <a:gd name="connsiteY167" fmla="*/ 1685925 h 1890712"/>
              <a:gd name="connsiteX168" fmla="*/ 2328863 w 2543175"/>
              <a:gd name="connsiteY168" fmla="*/ 1697831 h 1890712"/>
              <a:gd name="connsiteX169" fmla="*/ 2350294 w 2543175"/>
              <a:gd name="connsiteY169" fmla="*/ 1712119 h 1890712"/>
              <a:gd name="connsiteX170" fmla="*/ 2369344 w 2543175"/>
              <a:gd name="connsiteY170" fmla="*/ 1724025 h 1890712"/>
              <a:gd name="connsiteX171" fmla="*/ 2428876 w 2543175"/>
              <a:gd name="connsiteY171" fmla="*/ 1785938 h 1890712"/>
              <a:gd name="connsiteX172" fmla="*/ 2466975 w 2543175"/>
              <a:gd name="connsiteY172" fmla="*/ 1783556 h 1890712"/>
              <a:gd name="connsiteX173" fmla="*/ 2481263 w 2543175"/>
              <a:gd name="connsiteY173" fmla="*/ 1795462 h 1890712"/>
              <a:gd name="connsiteX174" fmla="*/ 2486025 w 2543175"/>
              <a:gd name="connsiteY174" fmla="*/ 1802606 h 1890712"/>
              <a:gd name="connsiteX175" fmla="*/ 2514600 w 2543175"/>
              <a:gd name="connsiteY175" fmla="*/ 1850231 h 1890712"/>
              <a:gd name="connsiteX176" fmla="*/ 2519363 w 2543175"/>
              <a:gd name="connsiteY176" fmla="*/ 1857375 h 1890712"/>
              <a:gd name="connsiteX177" fmla="*/ 2540794 w 2543175"/>
              <a:gd name="connsiteY177" fmla="*/ 1883569 h 1890712"/>
              <a:gd name="connsiteX178" fmla="*/ 2543175 w 2543175"/>
              <a:gd name="connsiteY178"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09563 w 2543175"/>
              <a:gd name="connsiteY25" fmla="*/ 209550 h 1890712"/>
              <a:gd name="connsiteX26" fmla="*/ 333375 w 2543175"/>
              <a:gd name="connsiteY26" fmla="*/ 228600 h 1890712"/>
              <a:gd name="connsiteX27" fmla="*/ 340519 w 2543175"/>
              <a:gd name="connsiteY27" fmla="*/ 233362 h 1890712"/>
              <a:gd name="connsiteX28" fmla="*/ 354807 w 2543175"/>
              <a:gd name="connsiteY28" fmla="*/ 247650 h 1890712"/>
              <a:gd name="connsiteX29" fmla="*/ 366713 w 2543175"/>
              <a:gd name="connsiteY29" fmla="*/ 264319 h 1890712"/>
              <a:gd name="connsiteX30" fmla="*/ 371475 w 2543175"/>
              <a:gd name="connsiteY30" fmla="*/ 271462 h 1890712"/>
              <a:gd name="connsiteX31" fmla="*/ 378619 w 2543175"/>
              <a:gd name="connsiteY31" fmla="*/ 276225 h 1890712"/>
              <a:gd name="connsiteX32" fmla="*/ 385763 w 2543175"/>
              <a:gd name="connsiteY32" fmla="*/ 283369 h 1890712"/>
              <a:gd name="connsiteX33" fmla="*/ 395288 w 2543175"/>
              <a:gd name="connsiteY33" fmla="*/ 288131 h 1890712"/>
              <a:gd name="connsiteX34" fmla="*/ 404813 w 2543175"/>
              <a:gd name="connsiteY34" fmla="*/ 295275 h 1890712"/>
              <a:gd name="connsiteX35" fmla="*/ 411957 w 2543175"/>
              <a:gd name="connsiteY35" fmla="*/ 297656 h 1890712"/>
              <a:gd name="connsiteX36" fmla="*/ 421482 w 2543175"/>
              <a:gd name="connsiteY36" fmla="*/ 302419 h 1890712"/>
              <a:gd name="connsiteX37" fmla="*/ 447675 w 2543175"/>
              <a:gd name="connsiteY37" fmla="*/ 307181 h 1890712"/>
              <a:gd name="connsiteX38" fmla="*/ 461963 w 2543175"/>
              <a:gd name="connsiteY38" fmla="*/ 321469 h 1890712"/>
              <a:gd name="connsiteX39" fmla="*/ 466725 w 2543175"/>
              <a:gd name="connsiteY39" fmla="*/ 328612 h 1890712"/>
              <a:gd name="connsiteX40" fmla="*/ 476250 w 2543175"/>
              <a:gd name="connsiteY40" fmla="*/ 335756 h 1890712"/>
              <a:gd name="connsiteX41" fmla="*/ 481013 w 2543175"/>
              <a:gd name="connsiteY41" fmla="*/ 342900 h 1890712"/>
              <a:gd name="connsiteX42" fmla="*/ 490538 w 2543175"/>
              <a:gd name="connsiteY42" fmla="*/ 352425 h 1890712"/>
              <a:gd name="connsiteX43" fmla="*/ 495300 w 2543175"/>
              <a:gd name="connsiteY43" fmla="*/ 359569 h 1890712"/>
              <a:gd name="connsiteX44" fmla="*/ 509588 w 2543175"/>
              <a:gd name="connsiteY44" fmla="*/ 376237 h 1890712"/>
              <a:gd name="connsiteX45" fmla="*/ 514350 w 2543175"/>
              <a:gd name="connsiteY45" fmla="*/ 383381 h 1890712"/>
              <a:gd name="connsiteX46" fmla="*/ 531019 w 2543175"/>
              <a:gd name="connsiteY46" fmla="*/ 397669 h 1890712"/>
              <a:gd name="connsiteX47" fmla="*/ 538163 w 2543175"/>
              <a:gd name="connsiteY47" fmla="*/ 407194 h 1890712"/>
              <a:gd name="connsiteX48" fmla="*/ 554832 w 2543175"/>
              <a:gd name="connsiteY48" fmla="*/ 421481 h 1890712"/>
              <a:gd name="connsiteX49" fmla="*/ 564357 w 2543175"/>
              <a:gd name="connsiteY49" fmla="*/ 431006 h 1890712"/>
              <a:gd name="connsiteX50" fmla="*/ 573882 w 2543175"/>
              <a:gd name="connsiteY50" fmla="*/ 438150 h 1890712"/>
              <a:gd name="connsiteX51" fmla="*/ 595313 w 2543175"/>
              <a:gd name="connsiteY51" fmla="*/ 454819 h 1890712"/>
              <a:gd name="connsiteX52" fmla="*/ 602457 w 2543175"/>
              <a:gd name="connsiteY52" fmla="*/ 457200 h 1890712"/>
              <a:gd name="connsiteX53" fmla="*/ 628650 w 2543175"/>
              <a:gd name="connsiteY53" fmla="*/ 469106 h 1890712"/>
              <a:gd name="connsiteX54" fmla="*/ 645319 w 2543175"/>
              <a:gd name="connsiteY54" fmla="*/ 483394 h 1890712"/>
              <a:gd name="connsiteX55" fmla="*/ 654844 w 2543175"/>
              <a:gd name="connsiteY55" fmla="*/ 488156 h 1890712"/>
              <a:gd name="connsiteX56" fmla="*/ 661988 w 2543175"/>
              <a:gd name="connsiteY56" fmla="*/ 497681 h 1890712"/>
              <a:gd name="connsiteX57" fmla="*/ 683419 w 2543175"/>
              <a:gd name="connsiteY57" fmla="*/ 514350 h 1890712"/>
              <a:gd name="connsiteX58" fmla="*/ 700088 w 2543175"/>
              <a:gd name="connsiteY58" fmla="*/ 526256 h 1890712"/>
              <a:gd name="connsiteX59" fmla="*/ 709613 w 2543175"/>
              <a:gd name="connsiteY59" fmla="*/ 535781 h 1890712"/>
              <a:gd name="connsiteX60" fmla="*/ 719138 w 2543175"/>
              <a:gd name="connsiteY60" fmla="*/ 542925 h 1890712"/>
              <a:gd name="connsiteX61" fmla="*/ 733425 w 2543175"/>
              <a:gd name="connsiteY61" fmla="*/ 557212 h 1890712"/>
              <a:gd name="connsiteX62" fmla="*/ 750094 w 2543175"/>
              <a:gd name="connsiteY62" fmla="*/ 569119 h 1890712"/>
              <a:gd name="connsiteX63" fmla="*/ 769144 w 2543175"/>
              <a:gd name="connsiteY63" fmla="*/ 581025 h 1890712"/>
              <a:gd name="connsiteX64" fmla="*/ 785813 w 2543175"/>
              <a:gd name="connsiteY64" fmla="*/ 590550 h 1890712"/>
              <a:gd name="connsiteX65" fmla="*/ 792957 w 2543175"/>
              <a:gd name="connsiteY65" fmla="*/ 600075 h 1890712"/>
              <a:gd name="connsiteX66" fmla="*/ 809625 w 2543175"/>
              <a:gd name="connsiteY66" fmla="*/ 611981 h 1890712"/>
              <a:gd name="connsiteX67" fmla="*/ 816769 w 2543175"/>
              <a:gd name="connsiteY67" fmla="*/ 619125 h 1890712"/>
              <a:gd name="connsiteX68" fmla="*/ 826294 w 2543175"/>
              <a:gd name="connsiteY68" fmla="*/ 626269 h 1890712"/>
              <a:gd name="connsiteX69" fmla="*/ 840582 w 2543175"/>
              <a:gd name="connsiteY69" fmla="*/ 638175 h 1890712"/>
              <a:gd name="connsiteX70" fmla="*/ 847725 w 2543175"/>
              <a:gd name="connsiteY70" fmla="*/ 645319 h 1890712"/>
              <a:gd name="connsiteX71" fmla="*/ 857250 w 2543175"/>
              <a:gd name="connsiteY71" fmla="*/ 652462 h 1890712"/>
              <a:gd name="connsiteX72" fmla="*/ 864394 w 2543175"/>
              <a:gd name="connsiteY72" fmla="*/ 657225 h 1890712"/>
              <a:gd name="connsiteX73" fmla="*/ 888207 w 2543175"/>
              <a:gd name="connsiteY73" fmla="*/ 676275 h 1890712"/>
              <a:gd name="connsiteX74" fmla="*/ 895350 w 2543175"/>
              <a:gd name="connsiteY74" fmla="*/ 681037 h 1890712"/>
              <a:gd name="connsiteX75" fmla="*/ 907257 w 2543175"/>
              <a:gd name="connsiteY75" fmla="*/ 683419 h 1890712"/>
              <a:gd name="connsiteX76" fmla="*/ 928688 w 2543175"/>
              <a:gd name="connsiteY76" fmla="*/ 695325 h 1890712"/>
              <a:gd name="connsiteX77" fmla="*/ 942975 w 2543175"/>
              <a:gd name="connsiteY77" fmla="*/ 700087 h 1890712"/>
              <a:gd name="connsiteX78" fmla="*/ 964407 w 2543175"/>
              <a:gd name="connsiteY78" fmla="*/ 716756 h 1890712"/>
              <a:gd name="connsiteX79" fmla="*/ 971550 w 2543175"/>
              <a:gd name="connsiteY79" fmla="*/ 723900 h 1890712"/>
              <a:gd name="connsiteX80" fmla="*/ 983457 w 2543175"/>
              <a:gd name="connsiteY80" fmla="*/ 733425 h 1890712"/>
              <a:gd name="connsiteX81" fmla="*/ 990600 w 2543175"/>
              <a:gd name="connsiteY81" fmla="*/ 738187 h 1890712"/>
              <a:gd name="connsiteX82" fmla="*/ 1007269 w 2543175"/>
              <a:gd name="connsiteY82" fmla="*/ 752475 h 1890712"/>
              <a:gd name="connsiteX83" fmla="*/ 1031082 w 2543175"/>
              <a:gd name="connsiteY83" fmla="*/ 766762 h 1890712"/>
              <a:gd name="connsiteX84" fmla="*/ 1042988 w 2543175"/>
              <a:gd name="connsiteY84" fmla="*/ 773906 h 1890712"/>
              <a:gd name="connsiteX85" fmla="*/ 1071563 w 2543175"/>
              <a:gd name="connsiteY85" fmla="*/ 785812 h 1890712"/>
              <a:gd name="connsiteX86" fmla="*/ 1097757 w 2543175"/>
              <a:gd name="connsiteY86" fmla="*/ 807244 h 1890712"/>
              <a:gd name="connsiteX87" fmla="*/ 1104900 w 2543175"/>
              <a:gd name="connsiteY87" fmla="*/ 814387 h 1890712"/>
              <a:gd name="connsiteX88" fmla="*/ 1121569 w 2543175"/>
              <a:gd name="connsiteY88" fmla="*/ 823912 h 1890712"/>
              <a:gd name="connsiteX89" fmla="*/ 1138238 w 2543175"/>
              <a:gd name="connsiteY89" fmla="*/ 835819 h 1890712"/>
              <a:gd name="connsiteX90" fmla="*/ 1147763 w 2543175"/>
              <a:gd name="connsiteY90" fmla="*/ 842962 h 1890712"/>
              <a:gd name="connsiteX91" fmla="*/ 1157288 w 2543175"/>
              <a:gd name="connsiteY91" fmla="*/ 847725 h 1890712"/>
              <a:gd name="connsiteX92" fmla="*/ 1178719 w 2543175"/>
              <a:gd name="connsiteY92" fmla="*/ 859631 h 1890712"/>
              <a:gd name="connsiteX93" fmla="*/ 1188244 w 2543175"/>
              <a:gd name="connsiteY93" fmla="*/ 866775 h 1890712"/>
              <a:gd name="connsiteX94" fmla="*/ 1195388 w 2543175"/>
              <a:gd name="connsiteY94" fmla="*/ 871537 h 1890712"/>
              <a:gd name="connsiteX95" fmla="*/ 1212057 w 2543175"/>
              <a:gd name="connsiteY95" fmla="*/ 883444 h 1890712"/>
              <a:gd name="connsiteX96" fmla="*/ 1226344 w 2543175"/>
              <a:gd name="connsiteY96" fmla="*/ 895350 h 1890712"/>
              <a:gd name="connsiteX97" fmla="*/ 1245394 w 2543175"/>
              <a:gd name="connsiteY97" fmla="*/ 907256 h 1890712"/>
              <a:gd name="connsiteX98" fmla="*/ 1254919 w 2543175"/>
              <a:gd name="connsiteY98" fmla="*/ 914400 h 1890712"/>
              <a:gd name="connsiteX99" fmla="*/ 1269207 w 2543175"/>
              <a:gd name="connsiteY99" fmla="*/ 921544 h 1890712"/>
              <a:gd name="connsiteX100" fmla="*/ 1290638 w 2543175"/>
              <a:gd name="connsiteY100" fmla="*/ 935831 h 1890712"/>
              <a:gd name="connsiteX101" fmla="*/ 1307307 w 2543175"/>
              <a:gd name="connsiteY101" fmla="*/ 952500 h 1890712"/>
              <a:gd name="connsiteX102" fmla="*/ 1333500 w 2543175"/>
              <a:gd name="connsiteY102" fmla="*/ 971550 h 1890712"/>
              <a:gd name="connsiteX103" fmla="*/ 1359694 w 2543175"/>
              <a:gd name="connsiteY103" fmla="*/ 990600 h 1890712"/>
              <a:gd name="connsiteX104" fmla="*/ 1373982 w 2543175"/>
              <a:gd name="connsiteY104" fmla="*/ 997744 h 1890712"/>
              <a:gd name="connsiteX105" fmla="*/ 1388269 w 2543175"/>
              <a:gd name="connsiteY105" fmla="*/ 1007269 h 1890712"/>
              <a:gd name="connsiteX106" fmla="*/ 1414463 w 2543175"/>
              <a:gd name="connsiteY106" fmla="*/ 1019175 h 1890712"/>
              <a:gd name="connsiteX107" fmla="*/ 1428750 w 2543175"/>
              <a:gd name="connsiteY107" fmla="*/ 1026319 h 1890712"/>
              <a:gd name="connsiteX108" fmla="*/ 1471613 w 2543175"/>
              <a:gd name="connsiteY108" fmla="*/ 1059656 h 1890712"/>
              <a:gd name="connsiteX109" fmla="*/ 1495425 w 2543175"/>
              <a:gd name="connsiteY109" fmla="*/ 1088231 h 1890712"/>
              <a:gd name="connsiteX110" fmla="*/ 1547812 w 2543175"/>
              <a:gd name="connsiteY110" fmla="*/ 1133475 h 1890712"/>
              <a:gd name="connsiteX111" fmla="*/ 1597819 w 2543175"/>
              <a:gd name="connsiteY111" fmla="*/ 1154906 h 1890712"/>
              <a:gd name="connsiteX112" fmla="*/ 1604963 w 2543175"/>
              <a:gd name="connsiteY112" fmla="*/ 1162050 h 1890712"/>
              <a:gd name="connsiteX113" fmla="*/ 1612107 w 2543175"/>
              <a:gd name="connsiteY113" fmla="*/ 1166812 h 1890712"/>
              <a:gd name="connsiteX114" fmla="*/ 1628775 w 2543175"/>
              <a:gd name="connsiteY114" fmla="*/ 1183481 h 1890712"/>
              <a:gd name="connsiteX115" fmla="*/ 1662113 w 2543175"/>
              <a:gd name="connsiteY115" fmla="*/ 1209675 h 1890712"/>
              <a:gd name="connsiteX116" fmla="*/ 1678782 w 2543175"/>
              <a:gd name="connsiteY116" fmla="*/ 1226344 h 1890712"/>
              <a:gd name="connsiteX117" fmla="*/ 1700213 w 2543175"/>
              <a:gd name="connsiteY117" fmla="*/ 1247775 h 1890712"/>
              <a:gd name="connsiteX118" fmla="*/ 1712119 w 2543175"/>
              <a:gd name="connsiteY118" fmla="*/ 1259681 h 1890712"/>
              <a:gd name="connsiteX119" fmla="*/ 1733550 w 2543175"/>
              <a:gd name="connsiteY119" fmla="*/ 1273969 h 1890712"/>
              <a:gd name="connsiteX120" fmla="*/ 1743075 w 2543175"/>
              <a:gd name="connsiteY120" fmla="*/ 1283494 h 1890712"/>
              <a:gd name="connsiteX121" fmla="*/ 1754982 w 2543175"/>
              <a:gd name="connsiteY121" fmla="*/ 1290637 h 1890712"/>
              <a:gd name="connsiteX122" fmla="*/ 1766888 w 2543175"/>
              <a:gd name="connsiteY122" fmla="*/ 1300162 h 1890712"/>
              <a:gd name="connsiteX123" fmla="*/ 1783557 w 2543175"/>
              <a:gd name="connsiteY123" fmla="*/ 1307306 h 1890712"/>
              <a:gd name="connsiteX124" fmla="*/ 1790700 w 2543175"/>
              <a:gd name="connsiteY124" fmla="*/ 1312069 h 1890712"/>
              <a:gd name="connsiteX125" fmla="*/ 1800225 w 2543175"/>
              <a:gd name="connsiteY125" fmla="*/ 1319212 h 1890712"/>
              <a:gd name="connsiteX126" fmla="*/ 1807369 w 2543175"/>
              <a:gd name="connsiteY126" fmla="*/ 1321594 h 1890712"/>
              <a:gd name="connsiteX127" fmla="*/ 1824038 w 2543175"/>
              <a:gd name="connsiteY127" fmla="*/ 1333500 h 1890712"/>
              <a:gd name="connsiteX128" fmla="*/ 1843088 w 2543175"/>
              <a:gd name="connsiteY128" fmla="*/ 1352550 h 1890712"/>
              <a:gd name="connsiteX129" fmla="*/ 1852613 w 2543175"/>
              <a:gd name="connsiteY129" fmla="*/ 1359694 h 1890712"/>
              <a:gd name="connsiteX130" fmla="*/ 1859757 w 2543175"/>
              <a:gd name="connsiteY130" fmla="*/ 1366837 h 1890712"/>
              <a:gd name="connsiteX131" fmla="*/ 1869282 w 2543175"/>
              <a:gd name="connsiteY131" fmla="*/ 1371600 h 1890712"/>
              <a:gd name="connsiteX132" fmla="*/ 1883569 w 2543175"/>
              <a:gd name="connsiteY132" fmla="*/ 1388269 h 1890712"/>
              <a:gd name="connsiteX133" fmla="*/ 1893094 w 2543175"/>
              <a:gd name="connsiteY133" fmla="*/ 1395412 h 1890712"/>
              <a:gd name="connsiteX134" fmla="*/ 1902619 w 2543175"/>
              <a:gd name="connsiteY134" fmla="*/ 1404937 h 1890712"/>
              <a:gd name="connsiteX135" fmla="*/ 1912144 w 2543175"/>
              <a:gd name="connsiteY135" fmla="*/ 1409700 h 1890712"/>
              <a:gd name="connsiteX136" fmla="*/ 1931194 w 2543175"/>
              <a:gd name="connsiteY136" fmla="*/ 1421606 h 1890712"/>
              <a:gd name="connsiteX137" fmla="*/ 1935957 w 2543175"/>
              <a:gd name="connsiteY137" fmla="*/ 1428750 h 1890712"/>
              <a:gd name="connsiteX138" fmla="*/ 1952625 w 2543175"/>
              <a:gd name="connsiteY138" fmla="*/ 1438275 h 1890712"/>
              <a:gd name="connsiteX139" fmla="*/ 1971675 w 2543175"/>
              <a:gd name="connsiteY139" fmla="*/ 1450181 h 1890712"/>
              <a:gd name="connsiteX140" fmla="*/ 1981200 w 2543175"/>
              <a:gd name="connsiteY140" fmla="*/ 1454944 h 1890712"/>
              <a:gd name="connsiteX141" fmla="*/ 1997869 w 2543175"/>
              <a:gd name="connsiteY141" fmla="*/ 1471612 h 1890712"/>
              <a:gd name="connsiteX142" fmla="*/ 2007394 w 2543175"/>
              <a:gd name="connsiteY142" fmla="*/ 1478756 h 1890712"/>
              <a:gd name="connsiteX143" fmla="*/ 2016919 w 2543175"/>
              <a:gd name="connsiteY143" fmla="*/ 1483519 h 1890712"/>
              <a:gd name="connsiteX144" fmla="*/ 2024063 w 2543175"/>
              <a:gd name="connsiteY144" fmla="*/ 1490662 h 1890712"/>
              <a:gd name="connsiteX145" fmla="*/ 2033588 w 2543175"/>
              <a:gd name="connsiteY145" fmla="*/ 1495425 h 1890712"/>
              <a:gd name="connsiteX146" fmla="*/ 2040732 w 2543175"/>
              <a:gd name="connsiteY146" fmla="*/ 1502569 h 1890712"/>
              <a:gd name="connsiteX147" fmla="*/ 2047875 w 2543175"/>
              <a:gd name="connsiteY147" fmla="*/ 1507331 h 1890712"/>
              <a:gd name="connsiteX148" fmla="*/ 2057400 w 2543175"/>
              <a:gd name="connsiteY148" fmla="*/ 1514475 h 1890712"/>
              <a:gd name="connsiteX149" fmla="*/ 2064544 w 2543175"/>
              <a:gd name="connsiteY149" fmla="*/ 1519237 h 1890712"/>
              <a:gd name="connsiteX150" fmla="*/ 2071688 w 2543175"/>
              <a:gd name="connsiteY150" fmla="*/ 1526381 h 1890712"/>
              <a:gd name="connsiteX151" fmla="*/ 2081213 w 2543175"/>
              <a:gd name="connsiteY151" fmla="*/ 1531144 h 1890712"/>
              <a:gd name="connsiteX152" fmla="*/ 2090738 w 2543175"/>
              <a:gd name="connsiteY152" fmla="*/ 1538287 h 1890712"/>
              <a:gd name="connsiteX153" fmla="*/ 2109788 w 2543175"/>
              <a:gd name="connsiteY153" fmla="*/ 1547812 h 1890712"/>
              <a:gd name="connsiteX154" fmla="*/ 2131219 w 2543175"/>
              <a:gd name="connsiteY154" fmla="*/ 1562100 h 1890712"/>
              <a:gd name="connsiteX155" fmla="*/ 2140744 w 2543175"/>
              <a:gd name="connsiteY155" fmla="*/ 1566862 h 1890712"/>
              <a:gd name="connsiteX156" fmla="*/ 2152650 w 2543175"/>
              <a:gd name="connsiteY156" fmla="*/ 1576387 h 1890712"/>
              <a:gd name="connsiteX157" fmla="*/ 2181225 w 2543175"/>
              <a:gd name="connsiteY157" fmla="*/ 1590675 h 1890712"/>
              <a:gd name="connsiteX158" fmla="*/ 2200275 w 2543175"/>
              <a:gd name="connsiteY158" fmla="*/ 1607344 h 1890712"/>
              <a:gd name="connsiteX159" fmla="*/ 2207419 w 2543175"/>
              <a:gd name="connsiteY159" fmla="*/ 1612106 h 1890712"/>
              <a:gd name="connsiteX160" fmla="*/ 2216944 w 2543175"/>
              <a:gd name="connsiteY160" fmla="*/ 1619250 h 1890712"/>
              <a:gd name="connsiteX161" fmla="*/ 2224088 w 2543175"/>
              <a:gd name="connsiteY161" fmla="*/ 1624012 h 1890712"/>
              <a:gd name="connsiteX162" fmla="*/ 2247900 w 2543175"/>
              <a:gd name="connsiteY162" fmla="*/ 1643062 h 1890712"/>
              <a:gd name="connsiteX163" fmla="*/ 2255044 w 2543175"/>
              <a:gd name="connsiteY163" fmla="*/ 1650206 h 1890712"/>
              <a:gd name="connsiteX164" fmla="*/ 2281238 w 2543175"/>
              <a:gd name="connsiteY164" fmla="*/ 1664494 h 1890712"/>
              <a:gd name="connsiteX165" fmla="*/ 2297907 w 2543175"/>
              <a:gd name="connsiteY165" fmla="*/ 1674019 h 1890712"/>
              <a:gd name="connsiteX166" fmla="*/ 2312194 w 2543175"/>
              <a:gd name="connsiteY166" fmla="*/ 1685925 h 1890712"/>
              <a:gd name="connsiteX167" fmla="*/ 2328863 w 2543175"/>
              <a:gd name="connsiteY167" fmla="*/ 1697831 h 1890712"/>
              <a:gd name="connsiteX168" fmla="*/ 2350294 w 2543175"/>
              <a:gd name="connsiteY168" fmla="*/ 1712119 h 1890712"/>
              <a:gd name="connsiteX169" fmla="*/ 2369344 w 2543175"/>
              <a:gd name="connsiteY169" fmla="*/ 1724025 h 1890712"/>
              <a:gd name="connsiteX170" fmla="*/ 2428876 w 2543175"/>
              <a:gd name="connsiteY170" fmla="*/ 1785938 h 1890712"/>
              <a:gd name="connsiteX171" fmla="*/ 2466975 w 2543175"/>
              <a:gd name="connsiteY171" fmla="*/ 1783556 h 1890712"/>
              <a:gd name="connsiteX172" fmla="*/ 2481263 w 2543175"/>
              <a:gd name="connsiteY172" fmla="*/ 1795462 h 1890712"/>
              <a:gd name="connsiteX173" fmla="*/ 2486025 w 2543175"/>
              <a:gd name="connsiteY173" fmla="*/ 1802606 h 1890712"/>
              <a:gd name="connsiteX174" fmla="*/ 2514600 w 2543175"/>
              <a:gd name="connsiteY174" fmla="*/ 1850231 h 1890712"/>
              <a:gd name="connsiteX175" fmla="*/ 2519363 w 2543175"/>
              <a:gd name="connsiteY175" fmla="*/ 1857375 h 1890712"/>
              <a:gd name="connsiteX176" fmla="*/ 2540794 w 2543175"/>
              <a:gd name="connsiteY176" fmla="*/ 1883569 h 1890712"/>
              <a:gd name="connsiteX177" fmla="*/ 2543175 w 2543175"/>
              <a:gd name="connsiteY177"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78619 w 2543175"/>
              <a:gd name="connsiteY30" fmla="*/ 276225 h 1890712"/>
              <a:gd name="connsiteX31" fmla="*/ 385763 w 2543175"/>
              <a:gd name="connsiteY31" fmla="*/ 283369 h 1890712"/>
              <a:gd name="connsiteX32" fmla="*/ 395288 w 2543175"/>
              <a:gd name="connsiteY32" fmla="*/ 288131 h 1890712"/>
              <a:gd name="connsiteX33" fmla="*/ 404813 w 2543175"/>
              <a:gd name="connsiteY33" fmla="*/ 295275 h 1890712"/>
              <a:gd name="connsiteX34" fmla="*/ 411957 w 2543175"/>
              <a:gd name="connsiteY34" fmla="*/ 297656 h 1890712"/>
              <a:gd name="connsiteX35" fmla="*/ 421482 w 2543175"/>
              <a:gd name="connsiteY35" fmla="*/ 302419 h 1890712"/>
              <a:gd name="connsiteX36" fmla="*/ 447675 w 2543175"/>
              <a:gd name="connsiteY36" fmla="*/ 307181 h 1890712"/>
              <a:gd name="connsiteX37" fmla="*/ 461963 w 2543175"/>
              <a:gd name="connsiteY37" fmla="*/ 321469 h 1890712"/>
              <a:gd name="connsiteX38" fmla="*/ 466725 w 2543175"/>
              <a:gd name="connsiteY38" fmla="*/ 328612 h 1890712"/>
              <a:gd name="connsiteX39" fmla="*/ 476250 w 2543175"/>
              <a:gd name="connsiteY39" fmla="*/ 335756 h 1890712"/>
              <a:gd name="connsiteX40" fmla="*/ 481013 w 2543175"/>
              <a:gd name="connsiteY40" fmla="*/ 342900 h 1890712"/>
              <a:gd name="connsiteX41" fmla="*/ 490538 w 2543175"/>
              <a:gd name="connsiteY41" fmla="*/ 352425 h 1890712"/>
              <a:gd name="connsiteX42" fmla="*/ 495300 w 2543175"/>
              <a:gd name="connsiteY42" fmla="*/ 359569 h 1890712"/>
              <a:gd name="connsiteX43" fmla="*/ 509588 w 2543175"/>
              <a:gd name="connsiteY43" fmla="*/ 376237 h 1890712"/>
              <a:gd name="connsiteX44" fmla="*/ 514350 w 2543175"/>
              <a:gd name="connsiteY44" fmla="*/ 383381 h 1890712"/>
              <a:gd name="connsiteX45" fmla="*/ 531019 w 2543175"/>
              <a:gd name="connsiteY45" fmla="*/ 397669 h 1890712"/>
              <a:gd name="connsiteX46" fmla="*/ 538163 w 2543175"/>
              <a:gd name="connsiteY46" fmla="*/ 407194 h 1890712"/>
              <a:gd name="connsiteX47" fmla="*/ 554832 w 2543175"/>
              <a:gd name="connsiteY47" fmla="*/ 421481 h 1890712"/>
              <a:gd name="connsiteX48" fmla="*/ 564357 w 2543175"/>
              <a:gd name="connsiteY48" fmla="*/ 431006 h 1890712"/>
              <a:gd name="connsiteX49" fmla="*/ 573882 w 2543175"/>
              <a:gd name="connsiteY49" fmla="*/ 438150 h 1890712"/>
              <a:gd name="connsiteX50" fmla="*/ 595313 w 2543175"/>
              <a:gd name="connsiteY50" fmla="*/ 454819 h 1890712"/>
              <a:gd name="connsiteX51" fmla="*/ 602457 w 2543175"/>
              <a:gd name="connsiteY51" fmla="*/ 457200 h 1890712"/>
              <a:gd name="connsiteX52" fmla="*/ 628650 w 2543175"/>
              <a:gd name="connsiteY52" fmla="*/ 469106 h 1890712"/>
              <a:gd name="connsiteX53" fmla="*/ 645319 w 2543175"/>
              <a:gd name="connsiteY53" fmla="*/ 483394 h 1890712"/>
              <a:gd name="connsiteX54" fmla="*/ 654844 w 2543175"/>
              <a:gd name="connsiteY54" fmla="*/ 488156 h 1890712"/>
              <a:gd name="connsiteX55" fmla="*/ 661988 w 2543175"/>
              <a:gd name="connsiteY55" fmla="*/ 497681 h 1890712"/>
              <a:gd name="connsiteX56" fmla="*/ 683419 w 2543175"/>
              <a:gd name="connsiteY56" fmla="*/ 514350 h 1890712"/>
              <a:gd name="connsiteX57" fmla="*/ 700088 w 2543175"/>
              <a:gd name="connsiteY57" fmla="*/ 526256 h 1890712"/>
              <a:gd name="connsiteX58" fmla="*/ 709613 w 2543175"/>
              <a:gd name="connsiteY58" fmla="*/ 535781 h 1890712"/>
              <a:gd name="connsiteX59" fmla="*/ 719138 w 2543175"/>
              <a:gd name="connsiteY59" fmla="*/ 542925 h 1890712"/>
              <a:gd name="connsiteX60" fmla="*/ 733425 w 2543175"/>
              <a:gd name="connsiteY60" fmla="*/ 557212 h 1890712"/>
              <a:gd name="connsiteX61" fmla="*/ 750094 w 2543175"/>
              <a:gd name="connsiteY61" fmla="*/ 569119 h 1890712"/>
              <a:gd name="connsiteX62" fmla="*/ 769144 w 2543175"/>
              <a:gd name="connsiteY62" fmla="*/ 581025 h 1890712"/>
              <a:gd name="connsiteX63" fmla="*/ 785813 w 2543175"/>
              <a:gd name="connsiteY63" fmla="*/ 590550 h 1890712"/>
              <a:gd name="connsiteX64" fmla="*/ 792957 w 2543175"/>
              <a:gd name="connsiteY64" fmla="*/ 600075 h 1890712"/>
              <a:gd name="connsiteX65" fmla="*/ 809625 w 2543175"/>
              <a:gd name="connsiteY65" fmla="*/ 611981 h 1890712"/>
              <a:gd name="connsiteX66" fmla="*/ 816769 w 2543175"/>
              <a:gd name="connsiteY66" fmla="*/ 619125 h 1890712"/>
              <a:gd name="connsiteX67" fmla="*/ 826294 w 2543175"/>
              <a:gd name="connsiteY67" fmla="*/ 626269 h 1890712"/>
              <a:gd name="connsiteX68" fmla="*/ 840582 w 2543175"/>
              <a:gd name="connsiteY68" fmla="*/ 638175 h 1890712"/>
              <a:gd name="connsiteX69" fmla="*/ 847725 w 2543175"/>
              <a:gd name="connsiteY69" fmla="*/ 645319 h 1890712"/>
              <a:gd name="connsiteX70" fmla="*/ 857250 w 2543175"/>
              <a:gd name="connsiteY70" fmla="*/ 652462 h 1890712"/>
              <a:gd name="connsiteX71" fmla="*/ 864394 w 2543175"/>
              <a:gd name="connsiteY71" fmla="*/ 657225 h 1890712"/>
              <a:gd name="connsiteX72" fmla="*/ 888207 w 2543175"/>
              <a:gd name="connsiteY72" fmla="*/ 676275 h 1890712"/>
              <a:gd name="connsiteX73" fmla="*/ 895350 w 2543175"/>
              <a:gd name="connsiteY73" fmla="*/ 681037 h 1890712"/>
              <a:gd name="connsiteX74" fmla="*/ 907257 w 2543175"/>
              <a:gd name="connsiteY74" fmla="*/ 683419 h 1890712"/>
              <a:gd name="connsiteX75" fmla="*/ 928688 w 2543175"/>
              <a:gd name="connsiteY75" fmla="*/ 695325 h 1890712"/>
              <a:gd name="connsiteX76" fmla="*/ 942975 w 2543175"/>
              <a:gd name="connsiteY76" fmla="*/ 700087 h 1890712"/>
              <a:gd name="connsiteX77" fmla="*/ 964407 w 2543175"/>
              <a:gd name="connsiteY77" fmla="*/ 716756 h 1890712"/>
              <a:gd name="connsiteX78" fmla="*/ 971550 w 2543175"/>
              <a:gd name="connsiteY78" fmla="*/ 723900 h 1890712"/>
              <a:gd name="connsiteX79" fmla="*/ 983457 w 2543175"/>
              <a:gd name="connsiteY79" fmla="*/ 733425 h 1890712"/>
              <a:gd name="connsiteX80" fmla="*/ 990600 w 2543175"/>
              <a:gd name="connsiteY80" fmla="*/ 738187 h 1890712"/>
              <a:gd name="connsiteX81" fmla="*/ 1007269 w 2543175"/>
              <a:gd name="connsiteY81" fmla="*/ 752475 h 1890712"/>
              <a:gd name="connsiteX82" fmla="*/ 1031082 w 2543175"/>
              <a:gd name="connsiteY82" fmla="*/ 766762 h 1890712"/>
              <a:gd name="connsiteX83" fmla="*/ 1042988 w 2543175"/>
              <a:gd name="connsiteY83" fmla="*/ 773906 h 1890712"/>
              <a:gd name="connsiteX84" fmla="*/ 1071563 w 2543175"/>
              <a:gd name="connsiteY84" fmla="*/ 785812 h 1890712"/>
              <a:gd name="connsiteX85" fmla="*/ 1097757 w 2543175"/>
              <a:gd name="connsiteY85" fmla="*/ 807244 h 1890712"/>
              <a:gd name="connsiteX86" fmla="*/ 1104900 w 2543175"/>
              <a:gd name="connsiteY86" fmla="*/ 814387 h 1890712"/>
              <a:gd name="connsiteX87" fmla="*/ 1121569 w 2543175"/>
              <a:gd name="connsiteY87" fmla="*/ 823912 h 1890712"/>
              <a:gd name="connsiteX88" fmla="*/ 1138238 w 2543175"/>
              <a:gd name="connsiteY88" fmla="*/ 835819 h 1890712"/>
              <a:gd name="connsiteX89" fmla="*/ 1147763 w 2543175"/>
              <a:gd name="connsiteY89" fmla="*/ 842962 h 1890712"/>
              <a:gd name="connsiteX90" fmla="*/ 1157288 w 2543175"/>
              <a:gd name="connsiteY90" fmla="*/ 847725 h 1890712"/>
              <a:gd name="connsiteX91" fmla="*/ 1178719 w 2543175"/>
              <a:gd name="connsiteY91" fmla="*/ 859631 h 1890712"/>
              <a:gd name="connsiteX92" fmla="*/ 1188244 w 2543175"/>
              <a:gd name="connsiteY92" fmla="*/ 866775 h 1890712"/>
              <a:gd name="connsiteX93" fmla="*/ 1195388 w 2543175"/>
              <a:gd name="connsiteY93" fmla="*/ 871537 h 1890712"/>
              <a:gd name="connsiteX94" fmla="*/ 1212057 w 2543175"/>
              <a:gd name="connsiteY94" fmla="*/ 883444 h 1890712"/>
              <a:gd name="connsiteX95" fmla="*/ 1226344 w 2543175"/>
              <a:gd name="connsiteY95" fmla="*/ 895350 h 1890712"/>
              <a:gd name="connsiteX96" fmla="*/ 1245394 w 2543175"/>
              <a:gd name="connsiteY96" fmla="*/ 907256 h 1890712"/>
              <a:gd name="connsiteX97" fmla="*/ 1254919 w 2543175"/>
              <a:gd name="connsiteY97" fmla="*/ 914400 h 1890712"/>
              <a:gd name="connsiteX98" fmla="*/ 1269207 w 2543175"/>
              <a:gd name="connsiteY98" fmla="*/ 921544 h 1890712"/>
              <a:gd name="connsiteX99" fmla="*/ 1290638 w 2543175"/>
              <a:gd name="connsiteY99" fmla="*/ 935831 h 1890712"/>
              <a:gd name="connsiteX100" fmla="*/ 1307307 w 2543175"/>
              <a:gd name="connsiteY100" fmla="*/ 952500 h 1890712"/>
              <a:gd name="connsiteX101" fmla="*/ 1333500 w 2543175"/>
              <a:gd name="connsiteY101" fmla="*/ 971550 h 1890712"/>
              <a:gd name="connsiteX102" fmla="*/ 1359694 w 2543175"/>
              <a:gd name="connsiteY102" fmla="*/ 990600 h 1890712"/>
              <a:gd name="connsiteX103" fmla="*/ 1373982 w 2543175"/>
              <a:gd name="connsiteY103" fmla="*/ 997744 h 1890712"/>
              <a:gd name="connsiteX104" fmla="*/ 1388269 w 2543175"/>
              <a:gd name="connsiteY104" fmla="*/ 1007269 h 1890712"/>
              <a:gd name="connsiteX105" fmla="*/ 1414463 w 2543175"/>
              <a:gd name="connsiteY105" fmla="*/ 1019175 h 1890712"/>
              <a:gd name="connsiteX106" fmla="*/ 1428750 w 2543175"/>
              <a:gd name="connsiteY106" fmla="*/ 1026319 h 1890712"/>
              <a:gd name="connsiteX107" fmla="*/ 1471613 w 2543175"/>
              <a:gd name="connsiteY107" fmla="*/ 1059656 h 1890712"/>
              <a:gd name="connsiteX108" fmla="*/ 1495425 w 2543175"/>
              <a:gd name="connsiteY108" fmla="*/ 1088231 h 1890712"/>
              <a:gd name="connsiteX109" fmla="*/ 1547812 w 2543175"/>
              <a:gd name="connsiteY109" fmla="*/ 1133475 h 1890712"/>
              <a:gd name="connsiteX110" fmla="*/ 1597819 w 2543175"/>
              <a:gd name="connsiteY110" fmla="*/ 1154906 h 1890712"/>
              <a:gd name="connsiteX111" fmla="*/ 1604963 w 2543175"/>
              <a:gd name="connsiteY111" fmla="*/ 1162050 h 1890712"/>
              <a:gd name="connsiteX112" fmla="*/ 1612107 w 2543175"/>
              <a:gd name="connsiteY112" fmla="*/ 1166812 h 1890712"/>
              <a:gd name="connsiteX113" fmla="*/ 1628775 w 2543175"/>
              <a:gd name="connsiteY113" fmla="*/ 1183481 h 1890712"/>
              <a:gd name="connsiteX114" fmla="*/ 1662113 w 2543175"/>
              <a:gd name="connsiteY114" fmla="*/ 1209675 h 1890712"/>
              <a:gd name="connsiteX115" fmla="*/ 1678782 w 2543175"/>
              <a:gd name="connsiteY115" fmla="*/ 1226344 h 1890712"/>
              <a:gd name="connsiteX116" fmla="*/ 1700213 w 2543175"/>
              <a:gd name="connsiteY116" fmla="*/ 1247775 h 1890712"/>
              <a:gd name="connsiteX117" fmla="*/ 1712119 w 2543175"/>
              <a:gd name="connsiteY117" fmla="*/ 1259681 h 1890712"/>
              <a:gd name="connsiteX118" fmla="*/ 1733550 w 2543175"/>
              <a:gd name="connsiteY118" fmla="*/ 1273969 h 1890712"/>
              <a:gd name="connsiteX119" fmla="*/ 1743075 w 2543175"/>
              <a:gd name="connsiteY119" fmla="*/ 1283494 h 1890712"/>
              <a:gd name="connsiteX120" fmla="*/ 1754982 w 2543175"/>
              <a:gd name="connsiteY120" fmla="*/ 1290637 h 1890712"/>
              <a:gd name="connsiteX121" fmla="*/ 1766888 w 2543175"/>
              <a:gd name="connsiteY121" fmla="*/ 1300162 h 1890712"/>
              <a:gd name="connsiteX122" fmla="*/ 1783557 w 2543175"/>
              <a:gd name="connsiteY122" fmla="*/ 1307306 h 1890712"/>
              <a:gd name="connsiteX123" fmla="*/ 1790700 w 2543175"/>
              <a:gd name="connsiteY123" fmla="*/ 1312069 h 1890712"/>
              <a:gd name="connsiteX124" fmla="*/ 1800225 w 2543175"/>
              <a:gd name="connsiteY124" fmla="*/ 1319212 h 1890712"/>
              <a:gd name="connsiteX125" fmla="*/ 1807369 w 2543175"/>
              <a:gd name="connsiteY125" fmla="*/ 1321594 h 1890712"/>
              <a:gd name="connsiteX126" fmla="*/ 1824038 w 2543175"/>
              <a:gd name="connsiteY126" fmla="*/ 1333500 h 1890712"/>
              <a:gd name="connsiteX127" fmla="*/ 1843088 w 2543175"/>
              <a:gd name="connsiteY127" fmla="*/ 1352550 h 1890712"/>
              <a:gd name="connsiteX128" fmla="*/ 1852613 w 2543175"/>
              <a:gd name="connsiteY128" fmla="*/ 1359694 h 1890712"/>
              <a:gd name="connsiteX129" fmla="*/ 1859757 w 2543175"/>
              <a:gd name="connsiteY129" fmla="*/ 1366837 h 1890712"/>
              <a:gd name="connsiteX130" fmla="*/ 1869282 w 2543175"/>
              <a:gd name="connsiteY130" fmla="*/ 1371600 h 1890712"/>
              <a:gd name="connsiteX131" fmla="*/ 1883569 w 2543175"/>
              <a:gd name="connsiteY131" fmla="*/ 1388269 h 1890712"/>
              <a:gd name="connsiteX132" fmla="*/ 1893094 w 2543175"/>
              <a:gd name="connsiteY132" fmla="*/ 1395412 h 1890712"/>
              <a:gd name="connsiteX133" fmla="*/ 1902619 w 2543175"/>
              <a:gd name="connsiteY133" fmla="*/ 1404937 h 1890712"/>
              <a:gd name="connsiteX134" fmla="*/ 1912144 w 2543175"/>
              <a:gd name="connsiteY134" fmla="*/ 1409700 h 1890712"/>
              <a:gd name="connsiteX135" fmla="*/ 1931194 w 2543175"/>
              <a:gd name="connsiteY135" fmla="*/ 1421606 h 1890712"/>
              <a:gd name="connsiteX136" fmla="*/ 1935957 w 2543175"/>
              <a:gd name="connsiteY136" fmla="*/ 1428750 h 1890712"/>
              <a:gd name="connsiteX137" fmla="*/ 1952625 w 2543175"/>
              <a:gd name="connsiteY137" fmla="*/ 1438275 h 1890712"/>
              <a:gd name="connsiteX138" fmla="*/ 1971675 w 2543175"/>
              <a:gd name="connsiteY138" fmla="*/ 1450181 h 1890712"/>
              <a:gd name="connsiteX139" fmla="*/ 1981200 w 2543175"/>
              <a:gd name="connsiteY139" fmla="*/ 1454944 h 1890712"/>
              <a:gd name="connsiteX140" fmla="*/ 1997869 w 2543175"/>
              <a:gd name="connsiteY140" fmla="*/ 1471612 h 1890712"/>
              <a:gd name="connsiteX141" fmla="*/ 2007394 w 2543175"/>
              <a:gd name="connsiteY141" fmla="*/ 1478756 h 1890712"/>
              <a:gd name="connsiteX142" fmla="*/ 2016919 w 2543175"/>
              <a:gd name="connsiteY142" fmla="*/ 1483519 h 1890712"/>
              <a:gd name="connsiteX143" fmla="*/ 2024063 w 2543175"/>
              <a:gd name="connsiteY143" fmla="*/ 1490662 h 1890712"/>
              <a:gd name="connsiteX144" fmla="*/ 2033588 w 2543175"/>
              <a:gd name="connsiteY144" fmla="*/ 1495425 h 1890712"/>
              <a:gd name="connsiteX145" fmla="*/ 2040732 w 2543175"/>
              <a:gd name="connsiteY145" fmla="*/ 1502569 h 1890712"/>
              <a:gd name="connsiteX146" fmla="*/ 2047875 w 2543175"/>
              <a:gd name="connsiteY146" fmla="*/ 1507331 h 1890712"/>
              <a:gd name="connsiteX147" fmla="*/ 2057400 w 2543175"/>
              <a:gd name="connsiteY147" fmla="*/ 1514475 h 1890712"/>
              <a:gd name="connsiteX148" fmla="*/ 2064544 w 2543175"/>
              <a:gd name="connsiteY148" fmla="*/ 1519237 h 1890712"/>
              <a:gd name="connsiteX149" fmla="*/ 2071688 w 2543175"/>
              <a:gd name="connsiteY149" fmla="*/ 1526381 h 1890712"/>
              <a:gd name="connsiteX150" fmla="*/ 2081213 w 2543175"/>
              <a:gd name="connsiteY150" fmla="*/ 1531144 h 1890712"/>
              <a:gd name="connsiteX151" fmla="*/ 2090738 w 2543175"/>
              <a:gd name="connsiteY151" fmla="*/ 1538287 h 1890712"/>
              <a:gd name="connsiteX152" fmla="*/ 2109788 w 2543175"/>
              <a:gd name="connsiteY152" fmla="*/ 1547812 h 1890712"/>
              <a:gd name="connsiteX153" fmla="*/ 2131219 w 2543175"/>
              <a:gd name="connsiteY153" fmla="*/ 1562100 h 1890712"/>
              <a:gd name="connsiteX154" fmla="*/ 2140744 w 2543175"/>
              <a:gd name="connsiteY154" fmla="*/ 1566862 h 1890712"/>
              <a:gd name="connsiteX155" fmla="*/ 2152650 w 2543175"/>
              <a:gd name="connsiteY155" fmla="*/ 1576387 h 1890712"/>
              <a:gd name="connsiteX156" fmla="*/ 2181225 w 2543175"/>
              <a:gd name="connsiteY156" fmla="*/ 1590675 h 1890712"/>
              <a:gd name="connsiteX157" fmla="*/ 2200275 w 2543175"/>
              <a:gd name="connsiteY157" fmla="*/ 1607344 h 1890712"/>
              <a:gd name="connsiteX158" fmla="*/ 2207419 w 2543175"/>
              <a:gd name="connsiteY158" fmla="*/ 1612106 h 1890712"/>
              <a:gd name="connsiteX159" fmla="*/ 2216944 w 2543175"/>
              <a:gd name="connsiteY159" fmla="*/ 1619250 h 1890712"/>
              <a:gd name="connsiteX160" fmla="*/ 2224088 w 2543175"/>
              <a:gd name="connsiteY160" fmla="*/ 1624012 h 1890712"/>
              <a:gd name="connsiteX161" fmla="*/ 2247900 w 2543175"/>
              <a:gd name="connsiteY161" fmla="*/ 1643062 h 1890712"/>
              <a:gd name="connsiteX162" fmla="*/ 2255044 w 2543175"/>
              <a:gd name="connsiteY162" fmla="*/ 1650206 h 1890712"/>
              <a:gd name="connsiteX163" fmla="*/ 2281238 w 2543175"/>
              <a:gd name="connsiteY163" fmla="*/ 1664494 h 1890712"/>
              <a:gd name="connsiteX164" fmla="*/ 2297907 w 2543175"/>
              <a:gd name="connsiteY164" fmla="*/ 1674019 h 1890712"/>
              <a:gd name="connsiteX165" fmla="*/ 2312194 w 2543175"/>
              <a:gd name="connsiteY165" fmla="*/ 1685925 h 1890712"/>
              <a:gd name="connsiteX166" fmla="*/ 2328863 w 2543175"/>
              <a:gd name="connsiteY166" fmla="*/ 1697831 h 1890712"/>
              <a:gd name="connsiteX167" fmla="*/ 2350294 w 2543175"/>
              <a:gd name="connsiteY167" fmla="*/ 1712119 h 1890712"/>
              <a:gd name="connsiteX168" fmla="*/ 2369344 w 2543175"/>
              <a:gd name="connsiteY168" fmla="*/ 1724025 h 1890712"/>
              <a:gd name="connsiteX169" fmla="*/ 2428876 w 2543175"/>
              <a:gd name="connsiteY169" fmla="*/ 1785938 h 1890712"/>
              <a:gd name="connsiteX170" fmla="*/ 2466975 w 2543175"/>
              <a:gd name="connsiteY170" fmla="*/ 1783556 h 1890712"/>
              <a:gd name="connsiteX171" fmla="*/ 2481263 w 2543175"/>
              <a:gd name="connsiteY171" fmla="*/ 1795462 h 1890712"/>
              <a:gd name="connsiteX172" fmla="*/ 2486025 w 2543175"/>
              <a:gd name="connsiteY172" fmla="*/ 1802606 h 1890712"/>
              <a:gd name="connsiteX173" fmla="*/ 2514600 w 2543175"/>
              <a:gd name="connsiteY173" fmla="*/ 1850231 h 1890712"/>
              <a:gd name="connsiteX174" fmla="*/ 2519363 w 2543175"/>
              <a:gd name="connsiteY174" fmla="*/ 1857375 h 1890712"/>
              <a:gd name="connsiteX175" fmla="*/ 2540794 w 2543175"/>
              <a:gd name="connsiteY175" fmla="*/ 1883569 h 1890712"/>
              <a:gd name="connsiteX176" fmla="*/ 2543175 w 2543175"/>
              <a:gd name="connsiteY17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78619 w 2543175"/>
              <a:gd name="connsiteY30" fmla="*/ 276225 h 1890712"/>
              <a:gd name="connsiteX31" fmla="*/ 385763 w 2543175"/>
              <a:gd name="connsiteY31" fmla="*/ 283369 h 1890712"/>
              <a:gd name="connsiteX32" fmla="*/ 395288 w 2543175"/>
              <a:gd name="connsiteY32" fmla="*/ 288131 h 1890712"/>
              <a:gd name="connsiteX33" fmla="*/ 404813 w 2543175"/>
              <a:gd name="connsiteY33" fmla="*/ 295275 h 1890712"/>
              <a:gd name="connsiteX34" fmla="*/ 411957 w 2543175"/>
              <a:gd name="connsiteY34" fmla="*/ 297656 h 1890712"/>
              <a:gd name="connsiteX35" fmla="*/ 421482 w 2543175"/>
              <a:gd name="connsiteY35" fmla="*/ 302419 h 1890712"/>
              <a:gd name="connsiteX36" fmla="*/ 447675 w 2543175"/>
              <a:gd name="connsiteY36" fmla="*/ 307181 h 1890712"/>
              <a:gd name="connsiteX37" fmla="*/ 466725 w 2543175"/>
              <a:gd name="connsiteY37" fmla="*/ 328612 h 1890712"/>
              <a:gd name="connsiteX38" fmla="*/ 476250 w 2543175"/>
              <a:gd name="connsiteY38" fmla="*/ 335756 h 1890712"/>
              <a:gd name="connsiteX39" fmla="*/ 481013 w 2543175"/>
              <a:gd name="connsiteY39" fmla="*/ 342900 h 1890712"/>
              <a:gd name="connsiteX40" fmla="*/ 490538 w 2543175"/>
              <a:gd name="connsiteY40" fmla="*/ 352425 h 1890712"/>
              <a:gd name="connsiteX41" fmla="*/ 495300 w 2543175"/>
              <a:gd name="connsiteY41" fmla="*/ 359569 h 1890712"/>
              <a:gd name="connsiteX42" fmla="*/ 509588 w 2543175"/>
              <a:gd name="connsiteY42" fmla="*/ 376237 h 1890712"/>
              <a:gd name="connsiteX43" fmla="*/ 514350 w 2543175"/>
              <a:gd name="connsiteY43" fmla="*/ 383381 h 1890712"/>
              <a:gd name="connsiteX44" fmla="*/ 531019 w 2543175"/>
              <a:gd name="connsiteY44" fmla="*/ 397669 h 1890712"/>
              <a:gd name="connsiteX45" fmla="*/ 538163 w 2543175"/>
              <a:gd name="connsiteY45" fmla="*/ 407194 h 1890712"/>
              <a:gd name="connsiteX46" fmla="*/ 554832 w 2543175"/>
              <a:gd name="connsiteY46" fmla="*/ 421481 h 1890712"/>
              <a:gd name="connsiteX47" fmla="*/ 564357 w 2543175"/>
              <a:gd name="connsiteY47" fmla="*/ 431006 h 1890712"/>
              <a:gd name="connsiteX48" fmla="*/ 573882 w 2543175"/>
              <a:gd name="connsiteY48" fmla="*/ 438150 h 1890712"/>
              <a:gd name="connsiteX49" fmla="*/ 595313 w 2543175"/>
              <a:gd name="connsiteY49" fmla="*/ 454819 h 1890712"/>
              <a:gd name="connsiteX50" fmla="*/ 602457 w 2543175"/>
              <a:gd name="connsiteY50" fmla="*/ 457200 h 1890712"/>
              <a:gd name="connsiteX51" fmla="*/ 628650 w 2543175"/>
              <a:gd name="connsiteY51" fmla="*/ 469106 h 1890712"/>
              <a:gd name="connsiteX52" fmla="*/ 645319 w 2543175"/>
              <a:gd name="connsiteY52" fmla="*/ 483394 h 1890712"/>
              <a:gd name="connsiteX53" fmla="*/ 654844 w 2543175"/>
              <a:gd name="connsiteY53" fmla="*/ 488156 h 1890712"/>
              <a:gd name="connsiteX54" fmla="*/ 661988 w 2543175"/>
              <a:gd name="connsiteY54" fmla="*/ 497681 h 1890712"/>
              <a:gd name="connsiteX55" fmla="*/ 683419 w 2543175"/>
              <a:gd name="connsiteY55" fmla="*/ 514350 h 1890712"/>
              <a:gd name="connsiteX56" fmla="*/ 700088 w 2543175"/>
              <a:gd name="connsiteY56" fmla="*/ 526256 h 1890712"/>
              <a:gd name="connsiteX57" fmla="*/ 709613 w 2543175"/>
              <a:gd name="connsiteY57" fmla="*/ 535781 h 1890712"/>
              <a:gd name="connsiteX58" fmla="*/ 719138 w 2543175"/>
              <a:gd name="connsiteY58" fmla="*/ 542925 h 1890712"/>
              <a:gd name="connsiteX59" fmla="*/ 733425 w 2543175"/>
              <a:gd name="connsiteY59" fmla="*/ 557212 h 1890712"/>
              <a:gd name="connsiteX60" fmla="*/ 750094 w 2543175"/>
              <a:gd name="connsiteY60" fmla="*/ 569119 h 1890712"/>
              <a:gd name="connsiteX61" fmla="*/ 769144 w 2543175"/>
              <a:gd name="connsiteY61" fmla="*/ 581025 h 1890712"/>
              <a:gd name="connsiteX62" fmla="*/ 785813 w 2543175"/>
              <a:gd name="connsiteY62" fmla="*/ 590550 h 1890712"/>
              <a:gd name="connsiteX63" fmla="*/ 792957 w 2543175"/>
              <a:gd name="connsiteY63" fmla="*/ 600075 h 1890712"/>
              <a:gd name="connsiteX64" fmla="*/ 809625 w 2543175"/>
              <a:gd name="connsiteY64" fmla="*/ 611981 h 1890712"/>
              <a:gd name="connsiteX65" fmla="*/ 816769 w 2543175"/>
              <a:gd name="connsiteY65" fmla="*/ 619125 h 1890712"/>
              <a:gd name="connsiteX66" fmla="*/ 826294 w 2543175"/>
              <a:gd name="connsiteY66" fmla="*/ 626269 h 1890712"/>
              <a:gd name="connsiteX67" fmla="*/ 840582 w 2543175"/>
              <a:gd name="connsiteY67" fmla="*/ 638175 h 1890712"/>
              <a:gd name="connsiteX68" fmla="*/ 847725 w 2543175"/>
              <a:gd name="connsiteY68" fmla="*/ 645319 h 1890712"/>
              <a:gd name="connsiteX69" fmla="*/ 857250 w 2543175"/>
              <a:gd name="connsiteY69" fmla="*/ 652462 h 1890712"/>
              <a:gd name="connsiteX70" fmla="*/ 864394 w 2543175"/>
              <a:gd name="connsiteY70" fmla="*/ 657225 h 1890712"/>
              <a:gd name="connsiteX71" fmla="*/ 888207 w 2543175"/>
              <a:gd name="connsiteY71" fmla="*/ 676275 h 1890712"/>
              <a:gd name="connsiteX72" fmla="*/ 895350 w 2543175"/>
              <a:gd name="connsiteY72" fmla="*/ 681037 h 1890712"/>
              <a:gd name="connsiteX73" fmla="*/ 907257 w 2543175"/>
              <a:gd name="connsiteY73" fmla="*/ 683419 h 1890712"/>
              <a:gd name="connsiteX74" fmla="*/ 928688 w 2543175"/>
              <a:gd name="connsiteY74" fmla="*/ 695325 h 1890712"/>
              <a:gd name="connsiteX75" fmla="*/ 942975 w 2543175"/>
              <a:gd name="connsiteY75" fmla="*/ 700087 h 1890712"/>
              <a:gd name="connsiteX76" fmla="*/ 964407 w 2543175"/>
              <a:gd name="connsiteY76" fmla="*/ 716756 h 1890712"/>
              <a:gd name="connsiteX77" fmla="*/ 971550 w 2543175"/>
              <a:gd name="connsiteY77" fmla="*/ 723900 h 1890712"/>
              <a:gd name="connsiteX78" fmla="*/ 983457 w 2543175"/>
              <a:gd name="connsiteY78" fmla="*/ 733425 h 1890712"/>
              <a:gd name="connsiteX79" fmla="*/ 990600 w 2543175"/>
              <a:gd name="connsiteY79" fmla="*/ 738187 h 1890712"/>
              <a:gd name="connsiteX80" fmla="*/ 1007269 w 2543175"/>
              <a:gd name="connsiteY80" fmla="*/ 752475 h 1890712"/>
              <a:gd name="connsiteX81" fmla="*/ 1031082 w 2543175"/>
              <a:gd name="connsiteY81" fmla="*/ 766762 h 1890712"/>
              <a:gd name="connsiteX82" fmla="*/ 1042988 w 2543175"/>
              <a:gd name="connsiteY82" fmla="*/ 773906 h 1890712"/>
              <a:gd name="connsiteX83" fmla="*/ 1071563 w 2543175"/>
              <a:gd name="connsiteY83" fmla="*/ 785812 h 1890712"/>
              <a:gd name="connsiteX84" fmla="*/ 1097757 w 2543175"/>
              <a:gd name="connsiteY84" fmla="*/ 807244 h 1890712"/>
              <a:gd name="connsiteX85" fmla="*/ 1104900 w 2543175"/>
              <a:gd name="connsiteY85" fmla="*/ 814387 h 1890712"/>
              <a:gd name="connsiteX86" fmla="*/ 1121569 w 2543175"/>
              <a:gd name="connsiteY86" fmla="*/ 823912 h 1890712"/>
              <a:gd name="connsiteX87" fmla="*/ 1138238 w 2543175"/>
              <a:gd name="connsiteY87" fmla="*/ 835819 h 1890712"/>
              <a:gd name="connsiteX88" fmla="*/ 1147763 w 2543175"/>
              <a:gd name="connsiteY88" fmla="*/ 842962 h 1890712"/>
              <a:gd name="connsiteX89" fmla="*/ 1157288 w 2543175"/>
              <a:gd name="connsiteY89" fmla="*/ 847725 h 1890712"/>
              <a:gd name="connsiteX90" fmla="*/ 1178719 w 2543175"/>
              <a:gd name="connsiteY90" fmla="*/ 859631 h 1890712"/>
              <a:gd name="connsiteX91" fmla="*/ 1188244 w 2543175"/>
              <a:gd name="connsiteY91" fmla="*/ 866775 h 1890712"/>
              <a:gd name="connsiteX92" fmla="*/ 1195388 w 2543175"/>
              <a:gd name="connsiteY92" fmla="*/ 871537 h 1890712"/>
              <a:gd name="connsiteX93" fmla="*/ 1212057 w 2543175"/>
              <a:gd name="connsiteY93" fmla="*/ 883444 h 1890712"/>
              <a:gd name="connsiteX94" fmla="*/ 1226344 w 2543175"/>
              <a:gd name="connsiteY94" fmla="*/ 895350 h 1890712"/>
              <a:gd name="connsiteX95" fmla="*/ 1245394 w 2543175"/>
              <a:gd name="connsiteY95" fmla="*/ 907256 h 1890712"/>
              <a:gd name="connsiteX96" fmla="*/ 1254919 w 2543175"/>
              <a:gd name="connsiteY96" fmla="*/ 914400 h 1890712"/>
              <a:gd name="connsiteX97" fmla="*/ 1269207 w 2543175"/>
              <a:gd name="connsiteY97" fmla="*/ 921544 h 1890712"/>
              <a:gd name="connsiteX98" fmla="*/ 1290638 w 2543175"/>
              <a:gd name="connsiteY98" fmla="*/ 935831 h 1890712"/>
              <a:gd name="connsiteX99" fmla="*/ 1307307 w 2543175"/>
              <a:gd name="connsiteY99" fmla="*/ 952500 h 1890712"/>
              <a:gd name="connsiteX100" fmla="*/ 1333500 w 2543175"/>
              <a:gd name="connsiteY100" fmla="*/ 971550 h 1890712"/>
              <a:gd name="connsiteX101" fmla="*/ 1359694 w 2543175"/>
              <a:gd name="connsiteY101" fmla="*/ 990600 h 1890712"/>
              <a:gd name="connsiteX102" fmla="*/ 1373982 w 2543175"/>
              <a:gd name="connsiteY102" fmla="*/ 997744 h 1890712"/>
              <a:gd name="connsiteX103" fmla="*/ 1388269 w 2543175"/>
              <a:gd name="connsiteY103" fmla="*/ 1007269 h 1890712"/>
              <a:gd name="connsiteX104" fmla="*/ 1414463 w 2543175"/>
              <a:gd name="connsiteY104" fmla="*/ 1019175 h 1890712"/>
              <a:gd name="connsiteX105" fmla="*/ 1428750 w 2543175"/>
              <a:gd name="connsiteY105" fmla="*/ 1026319 h 1890712"/>
              <a:gd name="connsiteX106" fmla="*/ 1471613 w 2543175"/>
              <a:gd name="connsiteY106" fmla="*/ 1059656 h 1890712"/>
              <a:gd name="connsiteX107" fmla="*/ 1495425 w 2543175"/>
              <a:gd name="connsiteY107" fmla="*/ 1088231 h 1890712"/>
              <a:gd name="connsiteX108" fmla="*/ 1547812 w 2543175"/>
              <a:gd name="connsiteY108" fmla="*/ 1133475 h 1890712"/>
              <a:gd name="connsiteX109" fmla="*/ 1597819 w 2543175"/>
              <a:gd name="connsiteY109" fmla="*/ 1154906 h 1890712"/>
              <a:gd name="connsiteX110" fmla="*/ 1604963 w 2543175"/>
              <a:gd name="connsiteY110" fmla="*/ 1162050 h 1890712"/>
              <a:gd name="connsiteX111" fmla="*/ 1612107 w 2543175"/>
              <a:gd name="connsiteY111" fmla="*/ 1166812 h 1890712"/>
              <a:gd name="connsiteX112" fmla="*/ 1628775 w 2543175"/>
              <a:gd name="connsiteY112" fmla="*/ 1183481 h 1890712"/>
              <a:gd name="connsiteX113" fmla="*/ 1662113 w 2543175"/>
              <a:gd name="connsiteY113" fmla="*/ 1209675 h 1890712"/>
              <a:gd name="connsiteX114" fmla="*/ 1678782 w 2543175"/>
              <a:gd name="connsiteY114" fmla="*/ 1226344 h 1890712"/>
              <a:gd name="connsiteX115" fmla="*/ 1700213 w 2543175"/>
              <a:gd name="connsiteY115" fmla="*/ 1247775 h 1890712"/>
              <a:gd name="connsiteX116" fmla="*/ 1712119 w 2543175"/>
              <a:gd name="connsiteY116" fmla="*/ 1259681 h 1890712"/>
              <a:gd name="connsiteX117" fmla="*/ 1733550 w 2543175"/>
              <a:gd name="connsiteY117" fmla="*/ 1273969 h 1890712"/>
              <a:gd name="connsiteX118" fmla="*/ 1743075 w 2543175"/>
              <a:gd name="connsiteY118" fmla="*/ 1283494 h 1890712"/>
              <a:gd name="connsiteX119" fmla="*/ 1754982 w 2543175"/>
              <a:gd name="connsiteY119" fmla="*/ 1290637 h 1890712"/>
              <a:gd name="connsiteX120" fmla="*/ 1766888 w 2543175"/>
              <a:gd name="connsiteY120" fmla="*/ 1300162 h 1890712"/>
              <a:gd name="connsiteX121" fmla="*/ 1783557 w 2543175"/>
              <a:gd name="connsiteY121" fmla="*/ 1307306 h 1890712"/>
              <a:gd name="connsiteX122" fmla="*/ 1790700 w 2543175"/>
              <a:gd name="connsiteY122" fmla="*/ 1312069 h 1890712"/>
              <a:gd name="connsiteX123" fmla="*/ 1800225 w 2543175"/>
              <a:gd name="connsiteY123" fmla="*/ 1319212 h 1890712"/>
              <a:gd name="connsiteX124" fmla="*/ 1807369 w 2543175"/>
              <a:gd name="connsiteY124" fmla="*/ 1321594 h 1890712"/>
              <a:gd name="connsiteX125" fmla="*/ 1824038 w 2543175"/>
              <a:gd name="connsiteY125" fmla="*/ 1333500 h 1890712"/>
              <a:gd name="connsiteX126" fmla="*/ 1843088 w 2543175"/>
              <a:gd name="connsiteY126" fmla="*/ 1352550 h 1890712"/>
              <a:gd name="connsiteX127" fmla="*/ 1852613 w 2543175"/>
              <a:gd name="connsiteY127" fmla="*/ 1359694 h 1890712"/>
              <a:gd name="connsiteX128" fmla="*/ 1859757 w 2543175"/>
              <a:gd name="connsiteY128" fmla="*/ 1366837 h 1890712"/>
              <a:gd name="connsiteX129" fmla="*/ 1869282 w 2543175"/>
              <a:gd name="connsiteY129" fmla="*/ 1371600 h 1890712"/>
              <a:gd name="connsiteX130" fmla="*/ 1883569 w 2543175"/>
              <a:gd name="connsiteY130" fmla="*/ 1388269 h 1890712"/>
              <a:gd name="connsiteX131" fmla="*/ 1893094 w 2543175"/>
              <a:gd name="connsiteY131" fmla="*/ 1395412 h 1890712"/>
              <a:gd name="connsiteX132" fmla="*/ 1902619 w 2543175"/>
              <a:gd name="connsiteY132" fmla="*/ 1404937 h 1890712"/>
              <a:gd name="connsiteX133" fmla="*/ 1912144 w 2543175"/>
              <a:gd name="connsiteY133" fmla="*/ 1409700 h 1890712"/>
              <a:gd name="connsiteX134" fmla="*/ 1931194 w 2543175"/>
              <a:gd name="connsiteY134" fmla="*/ 1421606 h 1890712"/>
              <a:gd name="connsiteX135" fmla="*/ 1935957 w 2543175"/>
              <a:gd name="connsiteY135" fmla="*/ 1428750 h 1890712"/>
              <a:gd name="connsiteX136" fmla="*/ 1952625 w 2543175"/>
              <a:gd name="connsiteY136" fmla="*/ 1438275 h 1890712"/>
              <a:gd name="connsiteX137" fmla="*/ 1971675 w 2543175"/>
              <a:gd name="connsiteY137" fmla="*/ 1450181 h 1890712"/>
              <a:gd name="connsiteX138" fmla="*/ 1981200 w 2543175"/>
              <a:gd name="connsiteY138" fmla="*/ 1454944 h 1890712"/>
              <a:gd name="connsiteX139" fmla="*/ 1997869 w 2543175"/>
              <a:gd name="connsiteY139" fmla="*/ 1471612 h 1890712"/>
              <a:gd name="connsiteX140" fmla="*/ 2007394 w 2543175"/>
              <a:gd name="connsiteY140" fmla="*/ 1478756 h 1890712"/>
              <a:gd name="connsiteX141" fmla="*/ 2016919 w 2543175"/>
              <a:gd name="connsiteY141" fmla="*/ 1483519 h 1890712"/>
              <a:gd name="connsiteX142" fmla="*/ 2024063 w 2543175"/>
              <a:gd name="connsiteY142" fmla="*/ 1490662 h 1890712"/>
              <a:gd name="connsiteX143" fmla="*/ 2033588 w 2543175"/>
              <a:gd name="connsiteY143" fmla="*/ 1495425 h 1890712"/>
              <a:gd name="connsiteX144" fmla="*/ 2040732 w 2543175"/>
              <a:gd name="connsiteY144" fmla="*/ 1502569 h 1890712"/>
              <a:gd name="connsiteX145" fmla="*/ 2047875 w 2543175"/>
              <a:gd name="connsiteY145" fmla="*/ 1507331 h 1890712"/>
              <a:gd name="connsiteX146" fmla="*/ 2057400 w 2543175"/>
              <a:gd name="connsiteY146" fmla="*/ 1514475 h 1890712"/>
              <a:gd name="connsiteX147" fmla="*/ 2064544 w 2543175"/>
              <a:gd name="connsiteY147" fmla="*/ 1519237 h 1890712"/>
              <a:gd name="connsiteX148" fmla="*/ 2071688 w 2543175"/>
              <a:gd name="connsiteY148" fmla="*/ 1526381 h 1890712"/>
              <a:gd name="connsiteX149" fmla="*/ 2081213 w 2543175"/>
              <a:gd name="connsiteY149" fmla="*/ 1531144 h 1890712"/>
              <a:gd name="connsiteX150" fmla="*/ 2090738 w 2543175"/>
              <a:gd name="connsiteY150" fmla="*/ 1538287 h 1890712"/>
              <a:gd name="connsiteX151" fmla="*/ 2109788 w 2543175"/>
              <a:gd name="connsiteY151" fmla="*/ 1547812 h 1890712"/>
              <a:gd name="connsiteX152" fmla="*/ 2131219 w 2543175"/>
              <a:gd name="connsiteY152" fmla="*/ 1562100 h 1890712"/>
              <a:gd name="connsiteX153" fmla="*/ 2140744 w 2543175"/>
              <a:gd name="connsiteY153" fmla="*/ 1566862 h 1890712"/>
              <a:gd name="connsiteX154" fmla="*/ 2152650 w 2543175"/>
              <a:gd name="connsiteY154" fmla="*/ 1576387 h 1890712"/>
              <a:gd name="connsiteX155" fmla="*/ 2181225 w 2543175"/>
              <a:gd name="connsiteY155" fmla="*/ 1590675 h 1890712"/>
              <a:gd name="connsiteX156" fmla="*/ 2200275 w 2543175"/>
              <a:gd name="connsiteY156" fmla="*/ 1607344 h 1890712"/>
              <a:gd name="connsiteX157" fmla="*/ 2207419 w 2543175"/>
              <a:gd name="connsiteY157" fmla="*/ 1612106 h 1890712"/>
              <a:gd name="connsiteX158" fmla="*/ 2216944 w 2543175"/>
              <a:gd name="connsiteY158" fmla="*/ 1619250 h 1890712"/>
              <a:gd name="connsiteX159" fmla="*/ 2224088 w 2543175"/>
              <a:gd name="connsiteY159" fmla="*/ 1624012 h 1890712"/>
              <a:gd name="connsiteX160" fmla="*/ 2247900 w 2543175"/>
              <a:gd name="connsiteY160" fmla="*/ 1643062 h 1890712"/>
              <a:gd name="connsiteX161" fmla="*/ 2255044 w 2543175"/>
              <a:gd name="connsiteY161" fmla="*/ 1650206 h 1890712"/>
              <a:gd name="connsiteX162" fmla="*/ 2281238 w 2543175"/>
              <a:gd name="connsiteY162" fmla="*/ 1664494 h 1890712"/>
              <a:gd name="connsiteX163" fmla="*/ 2297907 w 2543175"/>
              <a:gd name="connsiteY163" fmla="*/ 1674019 h 1890712"/>
              <a:gd name="connsiteX164" fmla="*/ 2312194 w 2543175"/>
              <a:gd name="connsiteY164" fmla="*/ 1685925 h 1890712"/>
              <a:gd name="connsiteX165" fmla="*/ 2328863 w 2543175"/>
              <a:gd name="connsiteY165" fmla="*/ 1697831 h 1890712"/>
              <a:gd name="connsiteX166" fmla="*/ 2350294 w 2543175"/>
              <a:gd name="connsiteY166" fmla="*/ 1712119 h 1890712"/>
              <a:gd name="connsiteX167" fmla="*/ 2369344 w 2543175"/>
              <a:gd name="connsiteY167" fmla="*/ 1724025 h 1890712"/>
              <a:gd name="connsiteX168" fmla="*/ 2428876 w 2543175"/>
              <a:gd name="connsiteY168" fmla="*/ 1785938 h 1890712"/>
              <a:gd name="connsiteX169" fmla="*/ 2466975 w 2543175"/>
              <a:gd name="connsiteY169" fmla="*/ 1783556 h 1890712"/>
              <a:gd name="connsiteX170" fmla="*/ 2481263 w 2543175"/>
              <a:gd name="connsiteY170" fmla="*/ 1795462 h 1890712"/>
              <a:gd name="connsiteX171" fmla="*/ 2486025 w 2543175"/>
              <a:gd name="connsiteY171" fmla="*/ 1802606 h 1890712"/>
              <a:gd name="connsiteX172" fmla="*/ 2514600 w 2543175"/>
              <a:gd name="connsiteY172" fmla="*/ 1850231 h 1890712"/>
              <a:gd name="connsiteX173" fmla="*/ 2519363 w 2543175"/>
              <a:gd name="connsiteY173" fmla="*/ 1857375 h 1890712"/>
              <a:gd name="connsiteX174" fmla="*/ 2540794 w 2543175"/>
              <a:gd name="connsiteY174" fmla="*/ 1883569 h 1890712"/>
              <a:gd name="connsiteX175" fmla="*/ 2543175 w 2543175"/>
              <a:gd name="connsiteY175"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78619 w 2543175"/>
              <a:gd name="connsiteY30" fmla="*/ 276225 h 1890712"/>
              <a:gd name="connsiteX31" fmla="*/ 385763 w 2543175"/>
              <a:gd name="connsiteY31" fmla="*/ 283369 h 1890712"/>
              <a:gd name="connsiteX32" fmla="*/ 395288 w 2543175"/>
              <a:gd name="connsiteY32" fmla="*/ 288131 h 1890712"/>
              <a:gd name="connsiteX33" fmla="*/ 404813 w 2543175"/>
              <a:gd name="connsiteY33" fmla="*/ 295275 h 1890712"/>
              <a:gd name="connsiteX34" fmla="*/ 411957 w 2543175"/>
              <a:gd name="connsiteY34" fmla="*/ 297656 h 1890712"/>
              <a:gd name="connsiteX35" fmla="*/ 421482 w 2543175"/>
              <a:gd name="connsiteY35" fmla="*/ 302419 h 1890712"/>
              <a:gd name="connsiteX36" fmla="*/ 466725 w 2543175"/>
              <a:gd name="connsiteY36" fmla="*/ 328612 h 1890712"/>
              <a:gd name="connsiteX37" fmla="*/ 476250 w 2543175"/>
              <a:gd name="connsiteY37" fmla="*/ 335756 h 1890712"/>
              <a:gd name="connsiteX38" fmla="*/ 481013 w 2543175"/>
              <a:gd name="connsiteY38" fmla="*/ 342900 h 1890712"/>
              <a:gd name="connsiteX39" fmla="*/ 490538 w 2543175"/>
              <a:gd name="connsiteY39" fmla="*/ 352425 h 1890712"/>
              <a:gd name="connsiteX40" fmla="*/ 495300 w 2543175"/>
              <a:gd name="connsiteY40" fmla="*/ 359569 h 1890712"/>
              <a:gd name="connsiteX41" fmla="*/ 509588 w 2543175"/>
              <a:gd name="connsiteY41" fmla="*/ 376237 h 1890712"/>
              <a:gd name="connsiteX42" fmla="*/ 514350 w 2543175"/>
              <a:gd name="connsiteY42" fmla="*/ 383381 h 1890712"/>
              <a:gd name="connsiteX43" fmla="*/ 531019 w 2543175"/>
              <a:gd name="connsiteY43" fmla="*/ 397669 h 1890712"/>
              <a:gd name="connsiteX44" fmla="*/ 538163 w 2543175"/>
              <a:gd name="connsiteY44" fmla="*/ 407194 h 1890712"/>
              <a:gd name="connsiteX45" fmla="*/ 554832 w 2543175"/>
              <a:gd name="connsiteY45" fmla="*/ 421481 h 1890712"/>
              <a:gd name="connsiteX46" fmla="*/ 564357 w 2543175"/>
              <a:gd name="connsiteY46" fmla="*/ 431006 h 1890712"/>
              <a:gd name="connsiteX47" fmla="*/ 573882 w 2543175"/>
              <a:gd name="connsiteY47" fmla="*/ 438150 h 1890712"/>
              <a:gd name="connsiteX48" fmla="*/ 595313 w 2543175"/>
              <a:gd name="connsiteY48" fmla="*/ 454819 h 1890712"/>
              <a:gd name="connsiteX49" fmla="*/ 602457 w 2543175"/>
              <a:gd name="connsiteY49" fmla="*/ 457200 h 1890712"/>
              <a:gd name="connsiteX50" fmla="*/ 628650 w 2543175"/>
              <a:gd name="connsiteY50" fmla="*/ 469106 h 1890712"/>
              <a:gd name="connsiteX51" fmla="*/ 645319 w 2543175"/>
              <a:gd name="connsiteY51" fmla="*/ 483394 h 1890712"/>
              <a:gd name="connsiteX52" fmla="*/ 654844 w 2543175"/>
              <a:gd name="connsiteY52" fmla="*/ 488156 h 1890712"/>
              <a:gd name="connsiteX53" fmla="*/ 661988 w 2543175"/>
              <a:gd name="connsiteY53" fmla="*/ 497681 h 1890712"/>
              <a:gd name="connsiteX54" fmla="*/ 683419 w 2543175"/>
              <a:gd name="connsiteY54" fmla="*/ 514350 h 1890712"/>
              <a:gd name="connsiteX55" fmla="*/ 700088 w 2543175"/>
              <a:gd name="connsiteY55" fmla="*/ 526256 h 1890712"/>
              <a:gd name="connsiteX56" fmla="*/ 709613 w 2543175"/>
              <a:gd name="connsiteY56" fmla="*/ 535781 h 1890712"/>
              <a:gd name="connsiteX57" fmla="*/ 719138 w 2543175"/>
              <a:gd name="connsiteY57" fmla="*/ 542925 h 1890712"/>
              <a:gd name="connsiteX58" fmla="*/ 733425 w 2543175"/>
              <a:gd name="connsiteY58" fmla="*/ 557212 h 1890712"/>
              <a:gd name="connsiteX59" fmla="*/ 750094 w 2543175"/>
              <a:gd name="connsiteY59" fmla="*/ 569119 h 1890712"/>
              <a:gd name="connsiteX60" fmla="*/ 769144 w 2543175"/>
              <a:gd name="connsiteY60" fmla="*/ 581025 h 1890712"/>
              <a:gd name="connsiteX61" fmla="*/ 785813 w 2543175"/>
              <a:gd name="connsiteY61" fmla="*/ 590550 h 1890712"/>
              <a:gd name="connsiteX62" fmla="*/ 792957 w 2543175"/>
              <a:gd name="connsiteY62" fmla="*/ 600075 h 1890712"/>
              <a:gd name="connsiteX63" fmla="*/ 809625 w 2543175"/>
              <a:gd name="connsiteY63" fmla="*/ 611981 h 1890712"/>
              <a:gd name="connsiteX64" fmla="*/ 816769 w 2543175"/>
              <a:gd name="connsiteY64" fmla="*/ 619125 h 1890712"/>
              <a:gd name="connsiteX65" fmla="*/ 826294 w 2543175"/>
              <a:gd name="connsiteY65" fmla="*/ 626269 h 1890712"/>
              <a:gd name="connsiteX66" fmla="*/ 840582 w 2543175"/>
              <a:gd name="connsiteY66" fmla="*/ 638175 h 1890712"/>
              <a:gd name="connsiteX67" fmla="*/ 847725 w 2543175"/>
              <a:gd name="connsiteY67" fmla="*/ 645319 h 1890712"/>
              <a:gd name="connsiteX68" fmla="*/ 857250 w 2543175"/>
              <a:gd name="connsiteY68" fmla="*/ 652462 h 1890712"/>
              <a:gd name="connsiteX69" fmla="*/ 864394 w 2543175"/>
              <a:gd name="connsiteY69" fmla="*/ 657225 h 1890712"/>
              <a:gd name="connsiteX70" fmla="*/ 888207 w 2543175"/>
              <a:gd name="connsiteY70" fmla="*/ 676275 h 1890712"/>
              <a:gd name="connsiteX71" fmla="*/ 895350 w 2543175"/>
              <a:gd name="connsiteY71" fmla="*/ 681037 h 1890712"/>
              <a:gd name="connsiteX72" fmla="*/ 907257 w 2543175"/>
              <a:gd name="connsiteY72" fmla="*/ 683419 h 1890712"/>
              <a:gd name="connsiteX73" fmla="*/ 928688 w 2543175"/>
              <a:gd name="connsiteY73" fmla="*/ 695325 h 1890712"/>
              <a:gd name="connsiteX74" fmla="*/ 942975 w 2543175"/>
              <a:gd name="connsiteY74" fmla="*/ 700087 h 1890712"/>
              <a:gd name="connsiteX75" fmla="*/ 964407 w 2543175"/>
              <a:gd name="connsiteY75" fmla="*/ 716756 h 1890712"/>
              <a:gd name="connsiteX76" fmla="*/ 971550 w 2543175"/>
              <a:gd name="connsiteY76" fmla="*/ 723900 h 1890712"/>
              <a:gd name="connsiteX77" fmla="*/ 983457 w 2543175"/>
              <a:gd name="connsiteY77" fmla="*/ 733425 h 1890712"/>
              <a:gd name="connsiteX78" fmla="*/ 990600 w 2543175"/>
              <a:gd name="connsiteY78" fmla="*/ 738187 h 1890712"/>
              <a:gd name="connsiteX79" fmla="*/ 1007269 w 2543175"/>
              <a:gd name="connsiteY79" fmla="*/ 752475 h 1890712"/>
              <a:gd name="connsiteX80" fmla="*/ 1031082 w 2543175"/>
              <a:gd name="connsiteY80" fmla="*/ 766762 h 1890712"/>
              <a:gd name="connsiteX81" fmla="*/ 1042988 w 2543175"/>
              <a:gd name="connsiteY81" fmla="*/ 773906 h 1890712"/>
              <a:gd name="connsiteX82" fmla="*/ 1071563 w 2543175"/>
              <a:gd name="connsiteY82" fmla="*/ 785812 h 1890712"/>
              <a:gd name="connsiteX83" fmla="*/ 1097757 w 2543175"/>
              <a:gd name="connsiteY83" fmla="*/ 807244 h 1890712"/>
              <a:gd name="connsiteX84" fmla="*/ 1104900 w 2543175"/>
              <a:gd name="connsiteY84" fmla="*/ 814387 h 1890712"/>
              <a:gd name="connsiteX85" fmla="*/ 1121569 w 2543175"/>
              <a:gd name="connsiteY85" fmla="*/ 823912 h 1890712"/>
              <a:gd name="connsiteX86" fmla="*/ 1138238 w 2543175"/>
              <a:gd name="connsiteY86" fmla="*/ 835819 h 1890712"/>
              <a:gd name="connsiteX87" fmla="*/ 1147763 w 2543175"/>
              <a:gd name="connsiteY87" fmla="*/ 842962 h 1890712"/>
              <a:gd name="connsiteX88" fmla="*/ 1157288 w 2543175"/>
              <a:gd name="connsiteY88" fmla="*/ 847725 h 1890712"/>
              <a:gd name="connsiteX89" fmla="*/ 1178719 w 2543175"/>
              <a:gd name="connsiteY89" fmla="*/ 859631 h 1890712"/>
              <a:gd name="connsiteX90" fmla="*/ 1188244 w 2543175"/>
              <a:gd name="connsiteY90" fmla="*/ 866775 h 1890712"/>
              <a:gd name="connsiteX91" fmla="*/ 1195388 w 2543175"/>
              <a:gd name="connsiteY91" fmla="*/ 871537 h 1890712"/>
              <a:gd name="connsiteX92" fmla="*/ 1212057 w 2543175"/>
              <a:gd name="connsiteY92" fmla="*/ 883444 h 1890712"/>
              <a:gd name="connsiteX93" fmla="*/ 1226344 w 2543175"/>
              <a:gd name="connsiteY93" fmla="*/ 895350 h 1890712"/>
              <a:gd name="connsiteX94" fmla="*/ 1245394 w 2543175"/>
              <a:gd name="connsiteY94" fmla="*/ 907256 h 1890712"/>
              <a:gd name="connsiteX95" fmla="*/ 1254919 w 2543175"/>
              <a:gd name="connsiteY95" fmla="*/ 914400 h 1890712"/>
              <a:gd name="connsiteX96" fmla="*/ 1269207 w 2543175"/>
              <a:gd name="connsiteY96" fmla="*/ 921544 h 1890712"/>
              <a:gd name="connsiteX97" fmla="*/ 1290638 w 2543175"/>
              <a:gd name="connsiteY97" fmla="*/ 935831 h 1890712"/>
              <a:gd name="connsiteX98" fmla="*/ 1307307 w 2543175"/>
              <a:gd name="connsiteY98" fmla="*/ 952500 h 1890712"/>
              <a:gd name="connsiteX99" fmla="*/ 1333500 w 2543175"/>
              <a:gd name="connsiteY99" fmla="*/ 971550 h 1890712"/>
              <a:gd name="connsiteX100" fmla="*/ 1359694 w 2543175"/>
              <a:gd name="connsiteY100" fmla="*/ 990600 h 1890712"/>
              <a:gd name="connsiteX101" fmla="*/ 1373982 w 2543175"/>
              <a:gd name="connsiteY101" fmla="*/ 997744 h 1890712"/>
              <a:gd name="connsiteX102" fmla="*/ 1388269 w 2543175"/>
              <a:gd name="connsiteY102" fmla="*/ 1007269 h 1890712"/>
              <a:gd name="connsiteX103" fmla="*/ 1414463 w 2543175"/>
              <a:gd name="connsiteY103" fmla="*/ 1019175 h 1890712"/>
              <a:gd name="connsiteX104" fmla="*/ 1428750 w 2543175"/>
              <a:gd name="connsiteY104" fmla="*/ 1026319 h 1890712"/>
              <a:gd name="connsiteX105" fmla="*/ 1471613 w 2543175"/>
              <a:gd name="connsiteY105" fmla="*/ 1059656 h 1890712"/>
              <a:gd name="connsiteX106" fmla="*/ 1495425 w 2543175"/>
              <a:gd name="connsiteY106" fmla="*/ 1088231 h 1890712"/>
              <a:gd name="connsiteX107" fmla="*/ 1547812 w 2543175"/>
              <a:gd name="connsiteY107" fmla="*/ 1133475 h 1890712"/>
              <a:gd name="connsiteX108" fmla="*/ 1597819 w 2543175"/>
              <a:gd name="connsiteY108" fmla="*/ 1154906 h 1890712"/>
              <a:gd name="connsiteX109" fmla="*/ 1604963 w 2543175"/>
              <a:gd name="connsiteY109" fmla="*/ 1162050 h 1890712"/>
              <a:gd name="connsiteX110" fmla="*/ 1612107 w 2543175"/>
              <a:gd name="connsiteY110" fmla="*/ 1166812 h 1890712"/>
              <a:gd name="connsiteX111" fmla="*/ 1628775 w 2543175"/>
              <a:gd name="connsiteY111" fmla="*/ 1183481 h 1890712"/>
              <a:gd name="connsiteX112" fmla="*/ 1662113 w 2543175"/>
              <a:gd name="connsiteY112" fmla="*/ 1209675 h 1890712"/>
              <a:gd name="connsiteX113" fmla="*/ 1678782 w 2543175"/>
              <a:gd name="connsiteY113" fmla="*/ 1226344 h 1890712"/>
              <a:gd name="connsiteX114" fmla="*/ 1700213 w 2543175"/>
              <a:gd name="connsiteY114" fmla="*/ 1247775 h 1890712"/>
              <a:gd name="connsiteX115" fmla="*/ 1712119 w 2543175"/>
              <a:gd name="connsiteY115" fmla="*/ 1259681 h 1890712"/>
              <a:gd name="connsiteX116" fmla="*/ 1733550 w 2543175"/>
              <a:gd name="connsiteY116" fmla="*/ 1273969 h 1890712"/>
              <a:gd name="connsiteX117" fmla="*/ 1743075 w 2543175"/>
              <a:gd name="connsiteY117" fmla="*/ 1283494 h 1890712"/>
              <a:gd name="connsiteX118" fmla="*/ 1754982 w 2543175"/>
              <a:gd name="connsiteY118" fmla="*/ 1290637 h 1890712"/>
              <a:gd name="connsiteX119" fmla="*/ 1766888 w 2543175"/>
              <a:gd name="connsiteY119" fmla="*/ 1300162 h 1890712"/>
              <a:gd name="connsiteX120" fmla="*/ 1783557 w 2543175"/>
              <a:gd name="connsiteY120" fmla="*/ 1307306 h 1890712"/>
              <a:gd name="connsiteX121" fmla="*/ 1790700 w 2543175"/>
              <a:gd name="connsiteY121" fmla="*/ 1312069 h 1890712"/>
              <a:gd name="connsiteX122" fmla="*/ 1800225 w 2543175"/>
              <a:gd name="connsiteY122" fmla="*/ 1319212 h 1890712"/>
              <a:gd name="connsiteX123" fmla="*/ 1807369 w 2543175"/>
              <a:gd name="connsiteY123" fmla="*/ 1321594 h 1890712"/>
              <a:gd name="connsiteX124" fmla="*/ 1824038 w 2543175"/>
              <a:gd name="connsiteY124" fmla="*/ 1333500 h 1890712"/>
              <a:gd name="connsiteX125" fmla="*/ 1843088 w 2543175"/>
              <a:gd name="connsiteY125" fmla="*/ 1352550 h 1890712"/>
              <a:gd name="connsiteX126" fmla="*/ 1852613 w 2543175"/>
              <a:gd name="connsiteY126" fmla="*/ 1359694 h 1890712"/>
              <a:gd name="connsiteX127" fmla="*/ 1859757 w 2543175"/>
              <a:gd name="connsiteY127" fmla="*/ 1366837 h 1890712"/>
              <a:gd name="connsiteX128" fmla="*/ 1869282 w 2543175"/>
              <a:gd name="connsiteY128" fmla="*/ 1371600 h 1890712"/>
              <a:gd name="connsiteX129" fmla="*/ 1883569 w 2543175"/>
              <a:gd name="connsiteY129" fmla="*/ 1388269 h 1890712"/>
              <a:gd name="connsiteX130" fmla="*/ 1893094 w 2543175"/>
              <a:gd name="connsiteY130" fmla="*/ 1395412 h 1890712"/>
              <a:gd name="connsiteX131" fmla="*/ 1902619 w 2543175"/>
              <a:gd name="connsiteY131" fmla="*/ 1404937 h 1890712"/>
              <a:gd name="connsiteX132" fmla="*/ 1912144 w 2543175"/>
              <a:gd name="connsiteY132" fmla="*/ 1409700 h 1890712"/>
              <a:gd name="connsiteX133" fmla="*/ 1931194 w 2543175"/>
              <a:gd name="connsiteY133" fmla="*/ 1421606 h 1890712"/>
              <a:gd name="connsiteX134" fmla="*/ 1935957 w 2543175"/>
              <a:gd name="connsiteY134" fmla="*/ 1428750 h 1890712"/>
              <a:gd name="connsiteX135" fmla="*/ 1952625 w 2543175"/>
              <a:gd name="connsiteY135" fmla="*/ 1438275 h 1890712"/>
              <a:gd name="connsiteX136" fmla="*/ 1971675 w 2543175"/>
              <a:gd name="connsiteY136" fmla="*/ 1450181 h 1890712"/>
              <a:gd name="connsiteX137" fmla="*/ 1981200 w 2543175"/>
              <a:gd name="connsiteY137" fmla="*/ 1454944 h 1890712"/>
              <a:gd name="connsiteX138" fmla="*/ 1997869 w 2543175"/>
              <a:gd name="connsiteY138" fmla="*/ 1471612 h 1890712"/>
              <a:gd name="connsiteX139" fmla="*/ 2007394 w 2543175"/>
              <a:gd name="connsiteY139" fmla="*/ 1478756 h 1890712"/>
              <a:gd name="connsiteX140" fmla="*/ 2016919 w 2543175"/>
              <a:gd name="connsiteY140" fmla="*/ 1483519 h 1890712"/>
              <a:gd name="connsiteX141" fmla="*/ 2024063 w 2543175"/>
              <a:gd name="connsiteY141" fmla="*/ 1490662 h 1890712"/>
              <a:gd name="connsiteX142" fmla="*/ 2033588 w 2543175"/>
              <a:gd name="connsiteY142" fmla="*/ 1495425 h 1890712"/>
              <a:gd name="connsiteX143" fmla="*/ 2040732 w 2543175"/>
              <a:gd name="connsiteY143" fmla="*/ 1502569 h 1890712"/>
              <a:gd name="connsiteX144" fmla="*/ 2047875 w 2543175"/>
              <a:gd name="connsiteY144" fmla="*/ 1507331 h 1890712"/>
              <a:gd name="connsiteX145" fmla="*/ 2057400 w 2543175"/>
              <a:gd name="connsiteY145" fmla="*/ 1514475 h 1890712"/>
              <a:gd name="connsiteX146" fmla="*/ 2064544 w 2543175"/>
              <a:gd name="connsiteY146" fmla="*/ 1519237 h 1890712"/>
              <a:gd name="connsiteX147" fmla="*/ 2071688 w 2543175"/>
              <a:gd name="connsiteY147" fmla="*/ 1526381 h 1890712"/>
              <a:gd name="connsiteX148" fmla="*/ 2081213 w 2543175"/>
              <a:gd name="connsiteY148" fmla="*/ 1531144 h 1890712"/>
              <a:gd name="connsiteX149" fmla="*/ 2090738 w 2543175"/>
              <a:gd name="connsiteY149" fmla="*/ 1538287 h 1890712"/>
              <a:gd name="connsiteX150" fmla="*/ 2109788 w 2543175"/>
              <a:gd name="connsiteY150" fmla="*/ 1547812 h 1890712"/>
              <a:gd name="connsiteX151" fmla="*/ 2131219 w 2543175"/>
              <a:gd name="connsiteY151" fmla="*/ 1562100 h 1890712"/>
              <a:gd name="connsiteX152" fmla="*/ 2140744 w 2543175"/>
              <a:gd name="connsiteY152" fmla="*/ 1566862 h 1890712"/>
              <a:gd name="connsiteX153" fmla="*/ 2152650 w 2543175"/>
              <a:gd name="connsiteY153" fmla="*/ 1576387 h 1890712"/>
              <a:gd name="connsiteX154" fmla="*/ 2181225 w 2543175"/>
              <a:gd name="connsiteY154" fmla="*/ 1590675 h 1890712"/>
              <a:gd name="connsiteX155" fmla="*/ 2200275 w 2543175"/>
              <a:gd name="connsiteY155" fmla="*/ 1607344 h 1890712"/>
              <a:gd name="connsiteX156" fmla="*/ 2207419 w 2543175"/>
              <a:gd name="connsiteY156" fmla="*/ 1612106 h 1890712"/>
              <a:gd name="connsiteX157" fmla="*/ 2216944 w 2543175"/>
              <a:gd name="connsiteY157" fmla="*/ 1619250 h 1890712"/>
              <a:gd name="connsiteX158" fmla="*/ 2224088 w 2543175"/>
              <a:gd name="connsiteY158" fmla="*/ 1624012 h 1890712"/>
              <a:gd name="connsiteX159" fmla="*/ 2247900 w 2543175"/>
              <a:gd name="connsiteY159" fmla="*/ 1643062 h 1890712"/>
              <a:gd name="connsiteX160" fmla="*/ 2255044 w 2543175"/>
              <a:gd name="connsiteY160" fmla="*/ 1650206 h 1890712"/>
              <a:gd name="connsiteX161" fmla="*/ 2281238 w 2543175"/>
              <a:gd name="connsiteY161" fmla="*/ 1664494 h 1890712"/>
              <a:gd name="connsiteX162" fmla="*/ 2297907 w 2543175"/>
              <a:gd name="connsiteY162" fmla="*/ 1674019 h 1890712"/>
              <a:gd name="connsiteX163" fmla="*/ 2312194 w 2543175"/>
              <a:gd name="connsiteY163" fmla="*/ 1685925 h 1890712"/>
              <a:gd name="connsiteX164" fmla="*/ 2328863 w 2543175"/>
              <a:gd name="connsiteY164" fmla="*/ 1697831 h 1890712"/>
              <a:gd name="connsiteX165" fmla="*/ 2350294 w 2543175"/>
              <a:gd name="connsiteY165" fmla="*/ 1712119 h 1890712"/>
              <a:gd name="connsiteX166" fmla="*/ 2369344 w 2543175"/>
              <a:gd name="connsiteY166" fmla="*/ 1724025 h 1890712"/>
              <a:gd name="connsiteX167" fmla="*/ 2428876 w 2543175"/>
              <a:gd name="connsiteY167" fmla="*/ 1785938 h 1890712"/>
              <a:gd name="connsiteX168" fmla="*/ 2466975 w 2543175"/>
              <a:gd name="connsiteY168" fmla="*/ 1783556 h 1890712"/>
              <a:gd name="connsiteX169" fmla="*/ 2481263 w 2543175"/>
              <a:gd name="connsiteY169" fmla="*/ 1795462 h 1890712"/>
              <a:gd name="connsiteX170" fmla="*/ 2486025 w 2543175"/>
              <a:gd name="connsiteY170" fmla="*/ 1802606 h 1890712"/>
              <a:gd name="connsiteX171" fmla="*/ 2514600 w 2543175"/>
              <a:gd name="connsiteY171" fmla="*/ 1850231 h 1890712"/>
              <a:gd name="connsiteX172" fmla="*/ 2519363 w 2543175"/>
              <a:gd name="connsiteY172" fmla="*/ 1857375 h 1890712"/>
              <a:gd name="connsiteX173" fmla="*/ 2540794 w 2543175"/>
              <a:gd name="connsiteY173" fmla="*/ 1883569 h 1890712"/>
              <a:gd name="connsiteX174" fmla="*/ 2543175 w 2543175"/>
              <a:gd name="connsiteY17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78619 w 2543175"/>
              <a:gd name="connsiteY30" fmla="*/ 276225 h 1890712"/>
              <a:gd name="connsiteX31" fmla="*/ 385763 w 2543175"/>
              <a:gd name="connsiteY31" fmla="*/ 283369 h 1890712"/>
              <a:gd name="connsiteX32" fmla="*/ 395288 w 2543175"/>
              <a:gd name="connsiteY32" fmla="*/ 288131 h 1890712"/>
              <a:gd name="connsiteX33" fmla="*/ 404813 w 2543175"/>
              <a:gd name="connsiteY33" fmla="*/ 295275 h 1890712"/>
              <a:gd name="connsiteX34" fmla="*/ 411957 w 2543175"/>
              <a:gd name="connsiteY34" fmla="*/ 297656 h 1890712"/>
              <a:gd name="connsiteX35" fmla="*/ 466725 w 2543175"/>
              <a:gd name="connsiteY35" fmla="*/ 328612 h 1890712"/>
              <a:gd name="connsiteX36" fmla="*/ 476250 w 2543175"/>
              <a:gd name="connsiteY36" fmla="*/ 335756 h 1890712"/>
              <a:gd name="connsiteX37" fmla="*/ 481013 w 2543175"/>
              <a:gd name="connsiteY37" fmla="*/ 342900 h 1890712"/>
              <a:gd name="connsiteX38" fmla="*/ 490538 w 2543175"/>
              <a:gd name="connsiteY38" fmla="*/ 352425 h 1890712"/>
              <a:gd name="connsiteX39" fmla="*/ 495300 w 2543175"/>
              <a:gd name="connsiteY39" fmla="*/ 359569 h 1890712"/>
              <a:gd name="connsiteX40" fmla="*/ 509588 w 2543175"/>
              <a:gd name="connsiteY40" fmla="*/ 376237 h 1890712"/>
              <a:gd name="connsiteX41" fmla="*/ 514350 w 2543175"/>
              <a:gd name="connsiteY41" fmla="*/ 383381 h 1890712"/>
              <a:gd name="connsiteX42" fmla="*/ 531019 w 2543175"/>
              <a:gd name="connsiteY42" fmla="*/ 397669 h 1890712"/>
              <a:gd name="connsiteX43" fmla="*/ 538163 w 2543175"/>
              <a:gd name="connsiteY43" fmla="*/ 407194 h 1890712"/>
              <a:gd name="connsiteX44" fmla="*/ 554832 w 2543175"/>
              <a:gd name="connsiteY44" fmla="*/ 421481 h 1890712"/>
              <a:gd name="connsiteX45" fmla="*/ 564357 w 2543175"/>
              <a:gd name="connsiteY45" fmla="*/ 431006 h 1890712"/>
              <a:gd name="connsiteX46" fmla="*/ 573882 w 2543175"/>
              <a:gd name="connsiteY46" fmla="*/ 438150 h 1890712"/>
              <a:gd name="connsiteX47" fmla="*/ 595313 w 2543175"/>
              <a:gd name="connsiteY47" fmla="*/ 454819 h 1890712"/>
              <a:gd name="connsiteX48" fmla="*/ 602457 w 2543175"/>
              <a:gd name="connsiteY48" fmla="*/ 457200 h 1890712"/>
              <a:gd name="connsiteX49" fmla="*/ 628650 w 2543175"/>
              <a:gd name="connsiteY49" fmla="*/ 469106 h 1890712"/>
              <a:gd name="connsiteX50" fmla="*/ 645319 w 2543175"/>
              <a:gd name="connsiteY50" fmla="*/ 483394 h 1890712"/>
              <a:gd name="connsiteX51" fmla="*/ 654844 w 2543175"/>
              <a:gd name="connsiteY51" fmla="*/ 488156 h 1890712"/>
              <a:gd name="connsiteX52" fmla="*/ 661988 w 2543175"/>
              <a:gd name="connsiteY52" fmla="*/ 497681 h 1890712"/>
              <a:gd name="connsiteX53" fmla="*/ 683419 w 2543175"/>
              <a:gd name="connsiteY53" fmla="*/ 514350 h 1890712"/>
              <a:gd name="connsiteX54" fmla="*/ 700088 w 2543175"/>
              <a:gd name="connsiteY54" fmla="*/ 526256 h 1890712"/>
              <a:gd name="connsiteX55" fmla="*/ 709613 w 2543175"/>
              <a:gd name="connsiteY55" fmla="*/ 535781 h 1890712"/>
              <a:gd name="connsiteX56" fmla="*/ 719138 w 2543175"/>
              <a:gd name="connsiteY56" fmla="*/ 542925 h 1890712"/>
              <a:gd name="connsiteX57" fmla="*/ 733425 w 2543175"/>
              <a:gd name="connsiteY57" fmla="*/ 557212 h 1890712"/>
              <a:gd name="connsiteX58" fmla="*/ 750094 w 2543175"/>
              <a:gd name="connsiteY58" fmla="*/ 569119 h 1890712"/>
              <a:gd name="connsiteX59" fmla="*/ 769144 w 2543175"/>
              <a:gd name="connsiteY59" fmla="*/ 581025 h 1890712"/>
              <a:gd name="connsiteX60" fmla="*/ 785813 w 2543175"/>
              <a:gd name="connsiteY60" fmla="*/ 590550 h 1890712"/>
              <a:gd name="connsiteX61" fmla="*/ 792957 w 2543175"/>
              <a:gd name="connsiteY61" fmla="*/ 600075 h 1890712"/>
              <a:gd name="connsiteX62" fmla="*/ 809625 w 2543175"/>
              <a:gd name="connsiteY62" fmla="*/ 611981 h 1890712"/>
              <a:gd name="connsiteX63" fmla="*/ 816769 w 2543175"/>
              <a:gd name="connsiteY63" fmla="*/ 619125 h 1890712"/>
              <a:gd name="connsiteX64" fmla="*/ 826294 w 2543175"/>
              <a:gd name="connsiteY64" fmla="*/ 626269 h 1890712"/>
              <a:gd name="connsiteX65" fmla="*/ 840582 w 2543175"/>
              <a:gd name="connsiteY65" fmla="*/ 638175 h 1890712"/>
              <a:gd name="connsiteX66" fmla="*/ 847725 w 2543175"/>
              <a:gd name="connsiteY66" fmla="*/ 645319 h 1890712"/>
              <a:gd name="connsiteX67" fmla="*/ 857250 w 2543175"/>
              <a:gd name="connsiteY67" fmla="*/ 652462 h 1890712"/>
              <a:gd name="connsiteX68" fmla="*/ 864394 w 2543175"/>
              <a:gd name="connsiteY68" fmla="*/ 657225 h 1890712"/>
              <a:gd name="connsiteX69" fmla="*/ 888207 w 2543175"/>
              <a:gd name="connsiteY69" fmla="*/ 676275 h 1890712"/>
              <a:gd name="connsiteX70" fmla="*/ 895350 w 2543175"/>
              <a:gd name="connsiteY70" fmla="*/ 681037 h 1890712"/>
              <a:gd name="connsiteX71" fmla="*/ 907257 w 2543175"/>
              <a:gd name="connsiteY71" fmla="*/ 683419 h 1890712"/>
              <a:gd name="connsiteX72" fmla="*/ 928688 w 2543175"/>
              <a:gd name="connsiteY72" fmla="*/ 695325 h 1890712"/>
              <a:gd name="connsiteX73" fmla="*/ 942975 w 2543175"/>
              <a:gd name="connsiteY73" fmla="*/ 700087 h 1890712"/>
              <a:gd name="connsiteX74" fmla="*/ 964407 w 2543175"/>
              <a:gd name="connsiteY74" fmla="*/ 716756 h 1890712"/>
              <a:gd name="connsiteX75" fmla="*/ 971550 w 2543175"/>
              <a:gd name="connsiteY75" fmla="*/ 723900 h 1890712"/>
              <a:gd name="connsiteX76" fmla="*/ 983457 w 2543175"/>
              <a:gd name="connsiteY76" fmla="*/ 733425 h 1890712"/>
              <a:gd name="connsiteX77" fmla="*/ 990600 w 2543175"/>
              <a:gd name="connsiteY77" fmla="*/ 738187 h 1890712"/>
              <a:gd name="connsiteX78" fmla="*/ 1007269 w 2543175"/>
              <a:gd name="connsiteY78" fmla="*/ 752475 h 1890712"/>
              <a:gd name="connsiteX79" fmla="*/ 1031082 w 2543175"/>
              <a:gd name="connsiteY79" fmla="*/ 766762 h 1890712"/>
              <a:gd name="connsiteX80" fmla="*/ 1042988 w 2543175"/>
              <a:gd name="connsiteY80" fmla="*/ 773906 h 1890712"/>
              <a:gd name="connsiteX81" fmla="*/ 1071563 w 2543175"/>
              <a:gd name="connsiteY81" fmla="*/ 785812 h 1890712"/>
              <a:gd name="connsiteX82" fmla="*/ 1097757 w 2543175"/>
              <a:gd name="connsiteY82" fmla="*/ 807244 h 1890712"/>
              <a:gd name="connsiteX83" fmla="*/ 1104900 w 2543175"/>
              <a:gd name="connsiteY83" fmla="*/ 814387 h 1890712"/>
              <a:gd name="connsiteX84" fmla="*/ 1121569 w 2543175"/>
              <a:gd name="connsiteY84" fmla="*/ 823912 h 1890712"/>
              <a:gd name="connsiteX85" fmla="*/ 1138238 w 2543175"/>
              <a:gd name="connsiteY85" fmla="*/ 835819 h 1890712"/>
              <a:gd name="connsiteX86" fmla="*/ 1147763 w 2543175"/>
              <a:gd name="connsiteY86" fmla="*/ 842962 h 1890712"/>
              <a:gd name="connsiteX87" fmla="*/ 1157288 w 2543175"/>
              <a:gd name="connsiteY87" fmla="*/ 847725 h 1890712"/>
              <a:gd name="connsiteX88" fmla="*/ 1178719 w 2543175"/>
              <a:gd name="connsiteY88" fmla="*/ 859631 h 1890712"/>
              <a:gd name="connsiteX89" fmla="*/ 1188244 w 2543175"/>
              <a:gd name="connsiteY89" fmla="*/ 866775 h 1890712"/>
              <a:gd name="connsiteX90" fmla="*/ 1195388 w 2543175"/>
              <a:gd name="connsiteY90" fmla="*/ 871537 h 1890712"/>
              <a:gd name="connsiteX91" fmla="*/ 1212057 w 2543175"/>
              <a:gd name="connsiteY91" fmla="*/ 883444 h 1890712"/>
              <a:gd name="connsiteX92" fmla="*/ 1226344 w 2543175"/>
              <a:gd name="connsiteY92" fmla="*/ 895350 h 1890712"/>
              <a:gd name="connsiteX93" fmla="*/ 1245394 w 2543175"/>
              <a:gd name="connsiteY93" fmla="*/ 907256 h 1890712"/>
              <a:gd name="connsiteX94" fmla="*/ 1254919 w 2543175"/>
              <a:gd name="connsiteY94" fmla="*/ 914400 h 1890712"/>
              <a:gd name="connsiteX95" fmla="*/ 1269207 w 2543175"/>
              <a:gd name="connsiteY95" fmla="*/ 921544 h 1890712"/>
              <a:gd name="connsiteX96" fmla="*/ 1290638 w 2543175"/>
              <a:gd name="connsiteY96" fmla="*/ 935831 h 1890712"/>
              <a:gd name="connsiteX97" fmla="*/ 1307307 w 2543175"/>
              <a:gd name="connsiteY97" fmla="*/ 952500 h 1890712"/>
              <a:gd name="connsiteX98" fmla="*/ 1333500 w 2543175"/>
              <a:gd name="connsiteY98" fmla="*/ 971550 h 1890712"/>
              <a:gd name="connsiteX99" fmla="*/ 1359694 w 2543175"/>
              <a:gd name="connsiteY99" fmla="*/ 990600 h 1890712"/>
              <a:gd name="connsiteX100" fmla="*/ 1373982 w 2543175"/>
              <a:gd name="connsiteY100" fmla="*/ 997744 h 1890712"/>
              <a:gd name="connsiteX101" fmla="*/ 1388269 w 2543175"/>
              <a:gd name="connsiteY101" fmla="*/ 1007269 h 1890712"/>
              <a:gd name="connsiteX102" fmla="*/ 1414463 w 2543175"/>
              <a:gd name="connsiteY102" fmla="*/ 1019175 h 1890712"/>
              <a:gd name="connsiteX103" fmla="*/ 1428750 w 2543175"/>
              <a:gd name="connsiteY103" fmla="*/ 1026319 h 1890712"/>
              <a:gd name="connsiteX104" fmla="*/ 1471613 w 2543175"/>
              <a:gd name="connsiteY104" fmla="*/ 1059656 h 1890712"/>
              <a:gd name="connsiteX105" fmla="*/ 1495425 w 2543175"/>
              <a:gd name="connsiteY105" fmla="*/ 1088231 h 1890712"/>
              <a:gd name="connsiteX106" fmla="*/ 1547812 w 2543175"/>
              <a:gd name="connsiteY106" fmla="*/ 1133475 h 1890712"/>
              <a:gd name="connsiteX107" fmla="*/ 1597819 w 2543175"/>
              <a:gd name="connsiteY107" fmla="*/ 1154906 h 1890712"/>
              <a:gd name="connsiteX108" fmla="*/ 1604963 w 2543175"/>
              <a:gd name="connsiteY108" fmla="*/ 1162050 h 1890712"/>
              <a:gd name="connsiteX109" fmla="*/ 1612107 w 2543175"/>
              <a:gd name="connsiteY109" fmla="*/ 1166812 h 1890712"/>
              <a:gd name="connsiteX110" fmla="*/ 1628775 w 2543175"/>
              <a:gd name="connsiteY110" fmla="*/ 1183481 h 1890712"/>
              <a:gd name="connsiteX111" fmla="*/ 1662113 w 2543175"/>
              <a:gd name="connsiteY111" fmla="*/ 1209675 h 1890712"/>
              <a:gd name="connsiteX112" fmla="*/ 1678782 w 2543175"/>
              <a:gd name="connsiteY112" fmla="*/ 1226344 h 1890712"/>
              <a:gd name="connsiteX113" fmla="*/ 1700213 w 2543175"/>
              <a:gd name="connsiteY113" fmla="*/ 1247775 h 1890712"/>
              <a:gd name="connsiteX114" fmla="*/ 1712119 w 2543175"/>
              <a:gd name="connsiteY114" fmla="*/ 1259681 h 1890712"/>
              <a:gd name="connsiteX115" fmla="*/ 1733550 w 2543175"/>
              <a:gd name="connsiteY115" fmla="*/ 1273969 h 1890712"/>
              <a:gd name="connsiteX116" fmla="*/ 1743075 w 2543175"/>
              <a:gd name="connsiteY116" fmla="*/ 1283494 h 1890712"/>
              <a:gd name="connsiteX117" fmla="*/ 1754982 w 2543175"/>
              <a:gd name="connsiteY117" fmla="*/ 1290637 h 1890712"/>
              <a:gd name="connsiteX118" fmla="*/ 1766888 w 2543175"/>
              <a:gd name="connsiteY118" fmla="*/ 1300162 h 1890712"/>
              <a:gd name="connsiteX119" fmla="*/ 1783557 w 2543175"/>
              <a:gd name="connsiteY119" fmla="*/ 1307306 h 1890712"/>
              <a:gd name="connsiteX120" fmla="*/ 1790700 w 2543175"/>
              <a:gd name="connsiteY120" fmla="*/ 1312069 h 1890712"/>
              <a:gd name="connsiteX121" fmla="*/ 1800225 w 2543175"/>
              <a:gd name="connsiteY121" fmla="*/ 1319212 h 1890712"/>
              <a:gd name="connsiteX122" fmla="*/ 1807369 w 2543175"/>
              <a:gd name="connsiteY122" fmla="*/ 1321594 h 1890712"/>
              <a:gd name="connsiteX123" fmla="*/ 1824038 w 2543175"/>
              <a:gd name="connsiteY123" fmla="*/ 1333500 h 1890712"/>
              <a:gd name="connsiteX124" fmla="*/ 1843088 w 2543175"/>
              <a:gd name="connsiteY124" fmla="*/ 1352550 h 1890712"/>
              <a:gd name="connsiteX125" fmla="*/ 1852613 w 2543175"/>
              <a:gd name="connsiteY125" fmla="*/ 1359694 h 1890712"/>
              <a:gd name="connsiteX126" fmla="*/ 1859757 w 2543175"/>
              <a:gd name="connsiteY126" fmla="*/ 1366837 h 1890712"/>
              <a:gd name="connsiteX127" fmla="*/ 1869282 w 2543175"/>
              <a:gd name="connsiteY127" fmla="*/ 1371600 h 1890712"/>
              <a:gd name="connsiteX128" fmla="*/ 1883569 w 2543175"/>
              <a:gd name="connsiteY128" fmla="*/ 1388269 h 1890712"/>
              <a:gd name="connsiteX129" fmla="*/ 1893094 w 2543175"/>
              <a:gd name="connsiteY129" fmla="*/ 1395412 h 1890712"/>
              <a:gd name="connsiteX130" fmla="*/ 1902619 w 2543175"/>
              <a:gd name="connsiteY130" fmla="*/ 1404937 h 1890712"/>
              <a:gd name="connsiteX131" fmla="*/ 1912144 w 2543175"/>
              <a:gd name="connsiteY131" fmla="*/ 1409700 h 1890712"/>
              <a:gd name="connsiteX132" fmla="*/ 1931194 w 2543175"/>
              <a:gd name="connsiteY132" fmla="*/ 1421606 h 1890712"/>
              <a:gd name="connsiteX133" fmla="*/ 1935957 w 2543175"/>
              <a:gd name="connsiteY133" fmla="*/ 1428750 h 1890712"/>
              <a:gd name="connsiteX134" fmla="*/ 1952625 w 2543175"/>
              <a:gd name="connsiteY134" fmla="*/ 1438275 h 1890712"/>
              <a:gd name="connsiteX135" fmla="*/ 1971675 w 2543175"/>
              <a:gd name="connsiteY135" fmla="*/ 1450181 h 1890712"/>
              <a:gd name="connsiteX136" fmla="*/ 1981200 w 2543175"/>
              <a:gd name="connsiteY136" fmla="*/ 1454944 h 1890712"/>
              <a:gd name="connsiteX137" fmla="*/ 1997869 w 2543175"/>
              <a:gd name="connsiteY137" fmla="*/ 1471612 h 1890712"/>
              <a:gd name="connsiteX138" fmla="*/ 2007394 w 2543175"/>
              <a:gd name="connsiteY138" fmla="*/ 1478756 h 1890712"/>
              <a:gd name="connsiteX139" fmla="*/ 2016919 w 2543175"/>
              <a:gd name="connsiteY139" fmla="*/ 1483519 h 1890712"/>
              <a:gd name="connsiteX140" fmla="*/ 2024063 w 2543175"/>
              <a:gd name="connsiteY140" fmla="*/ 1490662 h 1890712"/>
              <a:gd name="connsiteX141" fmla="*/ 2033588 w 2543175"/>
              <a:gd name="connsiteY141" fmla="*/ 1495425 h 1890712"/>
              <a:gd name="connsiteX142" fmla="*/ 2040732 w 2543175"/>
              <a:gd name="connsiteY142" fmla="*/ 1502569 h 1890712"/>
              <a:gd name="connsiteX143" fmla="*/ 2047875 w 2543175"/>
              <a:gd name="connsiteY143" fmla="*/ 1507331 h 1890712"/>
              <a:gd name="connsiteX144" fmla="*/ 2057400 w 2543175"/>
              <a:gd name="connsiteY144" fmla="*/ 1514475 h 1890712"/>
              <a:gd name="connsiteX145" fmla="*/ 2064544 w 2543175"/>
              <a:gd name="connsiteY145" fmla="*/ 1519237 h 1890712"/>
              <a:gd name="connsiteX146" fmla="*/ 2071688 w 2543175"/>
              <a:gd name="connsiteY146" fmla="*/ 1526381 h 1890712"/>
              <a:gd name="connsiteX147" fmla="*/ 2081213 w 2543175"/>
              <a:gd name="connsiteY147" fmla="*/ 1531144 h 1890712"/>
              <a:gd name="connsiteX148" fmla="*/ 2090738 w 2543175"/>
              <a:gd name="connsiteY148" fmla="*/ 1538287 h 1890712"/>
              <a:gd name="connsiteX149" fmla="*/ 2109788 w 2543175"/>
              <a:gd name="connsiteY149" fmla="*/ 1547812 h 1890712"/>
              <a:gd name="connsiteX150" fmla="*/ 2131219 w 2543175"/>
              <a:gd name="connsiteY150" fmla="*/ 1562100 h 1890712"/>
              <a:gd name="connsiteX151" fmla="*/ 2140744 w 2543175"/>
              <a:gd name="connsiteY151" fmla="*/ 1566862 h 1890712"/>
              <a:gd name="connsiteX152" fmla="*/ 2152650 w 2543175"/>
              <a:gd name="connsiteY152" fmla="*/ 1576387 h 1890712"/>
              <a:gd name="connsiteX153" fmla="*/ 2181225 w 2543175"/>
              <a:gd name="connsiteY153" fmla="*/ 1590675 h 1890712"/>
              <a:gd name="connsiteX154" fmla="*/ 2200275 w 2543175"/>
              <a:gd name="connsiteY154" fmla="*/ 1607344 h 1890712"/>
              <a:gd name="connsiteX155" fmla="*/ 2207419 w 2543175"/>
              <a:gd name="connsiteY155" fmla="*/ 1612106 h 1890712"/>
              <a:gd name="connsiteX156" fmla="*/ 2216944 w 2543175"/>
              <a:gd name="connsiteY156" fmla="*/ 1619250 h 1890712"/>
              <a:gd name="connsiteX157" fmla="*/ 2224088 w 2543175"/>
              <a:gd name="connsiteY157" fmla="*/ 1624012 h 1890712"/>
              <a:gd name="connsiteX158" fmla="*/ 2247900 w 2543175"/>
              <a:gd name="connsiteY158" fmla="*/ 1643062 h 1890712"/>
              <a:gd name="connsiteX159" fmla="*/ 2255044 w 2543175"/>
              <a:gd name="connsiteY159" fmla="*/ 1650206 h 1890712"/>
              <a:gd name="connsiteX160" fmla="*/ 2281238 w 2543175"/>
              <a:gd name="connsiteY160" fmla="*/ 1664494 h 1890712"/>
              <a:gd name="connsiteX161" fmla="*/ 2297907 w 2543175"/>
              <a:gd name="connsiteY161" fmla="*/ 1674019 h 1890712"/>
              <a:gd name="connsiteX162" fmla="*/ 2312194 w 2543175"/>
              <a:gd name="connsiteY162" fmla="*/ 1685925 h 1890712"/>
              <a:gd name="connsiteX163" fmla="*/ 2328863 w 2543175"/>
              <a:gd name="connsiteY163" fmla="*/ 1697831 h 1890712"/>
              <a:gd name="connsiteX164" fmla="*/ 2350294 w 2543175"/>
              <a:gd name="connsiteY164" fmla="*/ 1712119 h 1890712"/>
              <a:gd name="connsiteX165" fmla="*/ 2369344 w 2543175"/>
              <a:gd name="connsiteY165" fmla="*/ 1724025 h 1890712"/>
              <a:gd name="connsiteX166" fmla="*/ 2428876 w 2543175"/>
              <a:gd name="connsiteY166" fmla="*/ 1785938 h 1890712"/>
              <a:gd name="connsiteX167" fmla="*/ 2466975 w 2543175"/>
              <a:gd name="connsiteY167" fmla="*/ 1783556 h 1890712"/>
              <a:gd name="connsiteX168" fmla="*/ 2481263 w 2543175"/>
              <a:gd name="connsiteY168" fmla="*/ 1795462 h 1890712"/>
              <a:gd name="connsiteX169" fmla="*/ 2486025 w 2543175"/>
              <a:gd name="connsiteY169" fmla="*/ 1802606 h 1890712"/>
              <a:gd name="connsiteX170" fmla="*/ 2514600 w 2543175"/>
              <a:gd name="connsiteY170" fmla="*/ 1850231 h 1890712"/>
              <a:gd name="connsiteX171" fmla="*/ 2519363 w 2543175"/>
              <a:gd name="connsiteY171" fmla="*/ 1857375 h 1890712"/>
              <a:gd name="connsiteX172" fmla="*/ 2540794 w 2543175"/>
              <a:gd name="connsiteY172" fmla="*/ 1883569 h 1890712"/>
              <a:gd name="connsiteX173" fmla="*/ 2543175 w 2543175"/>
              <a:gd name="connsiteY173"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78619 w 2543175"/>
              <a:gd name="connsiteY30" fmla="*/ 276225 h 1890712"/>
              <a:gd name="connsiteX31" fmla="*/ 385763 w 2543175"/>
              <a:gd name="connsiteY31" fmla="*/ 283369 h 1890712"/>
              <a:gd name="connsiteX32" fmla="*/ 404813 w 2543175"/>
              <a:gd name="connsiteY32" fmla="*/ 295275 h 1890712"/>
              <a:gd name="connsiteX33" fmla="*/ 411957 w 2543175"/>
              <a:gd name="connsiteY33" fmla="*/ 297656 h 1890712"/>
              <a:gd name="connsiteX34" fmla="*/ 466725 w 2543175"/>
              <a:gd name="connsiteY34" fmla="*/ 328612 h 1890712"/>
              <a:gd name="connsiteX35" fmla="*/ 476250 w 2543175"/>
              <a:gd name="connsiteY35" fmla="*/ 335756 h 1890712"/>
              <a:gd name="connsiteX36" fmla="*/ 481013 w 2543175"/>
              <a:gd name="connsiteY36" fmla="*/ 342900 h 1890712"/>
              <a:gd name="connsiteX37" fmla="*/ 490538 w 2543175"/>
              <a:gd name="connsiteY37" fmla="*/ 352425 h 1890712"/>
              <a:gd name="connsiteX38" fmla="*/ 495300 w 2543175"/>
              <a:gd name="connsiteY38" fmla="*/ 359569 h 1890712"/>
              <a:gd name="connsiteX39" fmla="*/ 509588 w 2543175"/>
              <a:gd name="connsiteY39" fmla="*/ 376237 h 1890712"/>
              <a:gd name="connsiteX40" fmla="*/ 514350 w 2543175"/>
              <a:gd name="connsiteY40" fmla="*/ 383381 h 1890712"/>
              <a:gd name="connsiteX41" fmla="*/ 531019 w 2543175"/>
              <a:gd name="connsiteY41" fmla="*/ 397669 h 1890712"/>
              <a:gd name="connsiteX42" fmla="*/ 538163 w 2543175"/>
              <a:gd name="connsiteY42" fmla="*/ 407194 h 1890712"/>
              <a:gd name="connsiteX43" fmla="*/ 554832 w 2543175"/>
              <a:gd name="connsiteY43" fmla="*/ 421481 h 1890712"/>
              <a:gd name="connsiteX44" fmla="*/ 564357 w 2543175"/>
              <a:gd name="connsiteY44" fmla="*/ 431006 h 1890712"/>
              <a:gd name="connsiteX45" fmla="*/ 573882 w 2543175"/>
              <a:gd name="connsiteY45" fmla="*/ 438150 h 1890712"/>
              <a:gd name="connsiteX46" fmla="*/ 595313 w 2543175"/>
              <a:gd name="connsiteY46" fmla="*/ 454819 h 1890712"/>
              <a:gd name="connsiteX47" fmla="*/ 602457 w 2543175"/>
              <a:gd name="connsiteY47" fmla="*/ 457200 h 1890712"/>
              <a:gd name="connsiteX48" fmla="*/ 628650 w 2543175"/>
              <a:gd name="connsiteY48" fmla="*/ 469106 h 1890712"/>
              <a:gd name="connsiteX49" fmla="*/ 645319 w 2543175"/>
              <a:gd name="connsiteY49" fmla="*/ 483394 h 1890712"/>
              <a:gd name="connsiteX50" fmla="*/ 654844 w 2543175"/>
              <a:gd name="connsiteY50" fmla="*/ 488156 h 1890712"/>
              <a:gd name="connsiteX51" fmla="*/ 661988 w 2543175"/>
              <a:gd name="connsiteY51" fmla="*/ 497681 h 1890712"/>
              <a:gd name="connsiteX52" fmla="*/ 683419 w 2543175"/>
              <a:gd name="connsiteY52" fmla="*/ 514350 h 1890712"/>
              <a:gd name="connsiteX53" fmla="*/ 700088 w 2543175"/>
              <a:gd name="connsiteY53" fmla="*/ 526256 h 1890712"/>
              <a:gd name="connsiteX54" fmla="*/ 709613 w 2543175"/>
              <a:gd name="connsiteY54" fmla="*/ 535781 h 1890712"/>
              <a:gd name="connsiteX55" fmla="*/ 719138 w 2543175"/>
              <a:gd name="connsiteY55" fmla="*/ 542925 h 1890712"/>
              <a:gd name="connsiteX56" fmla="*/ 733425 w 2543175"/>
              <a:gd name="connsiteY56" fmla="*/ 557212 h 1890712"/>
              <a:gd name="connsiteX57" fmla="*/ 750094 w 2543175"/>
              <a:gd name="connsiteY57" fmla="*/ 569119 h 1890712"/>
              <a:gd name="connsiteX58" fmla="*/ 769144 w 2543175"/>
              <a:gd name="connsiteY58" fmla="*/ 581025 h 1890712"/>
              <a:gd name="connsiteX59" fmla="*/ 785813 w 2543175"/>
              <a:gd name="connsiteY59" fmla="*/ 590550 h 1890712"/>
              <a:gd name="connsiteX60" fmla="*/ 792957 w 2543175"/>
              <a:gd name="connsiteY60" fmla="*/ 600075 h 1890712"/>
              <a:gd name="connsiteX61" fmla="*/ 809625 w 2543175"/>
              <a:gd name="connsiteY61" fmla="*/ 611981 h 1890712"/>
              <a:gd name="connsiteX62" fmla="*/ 816769 w 2543175"/>
              <a:gd name="connsiteY62" fmla="*/ 619125 h 1890712"/>
              <a:gd name="connsiteX63" fmla="*/ 826294 w 2543175"/>
              <a:gd name="connsiteY63" fmla="*/ 626269 h 1890712"/>
              <a:gd name="connsiteX64" fmla="*/ 840582 w 2543175"/>
              <a:gd name="connsiteY64" fmla="*/ 638175 h 1890712"/>
              <a:gd name="connsiteX65" fmla="*/ 847725 w 2543175"/>
              <a:gd name="connsiteY65" fmla="*/ 645319 h 1890712"/>
              <a:gd name="connsiteX66" fmla="*/ 857250 w 2543175"/>
              <a:gd name="connsiteY66" fmla="*/ 652462 h 1890712"/>
              <a:gd name="connsiteX67" fmla="*/ 864394 w 2543175"/>
              <a:gd name="connsiteY67" fmla="*/ 657225 h 1890712"/>
              <a:gd name="connsiteX68" fmla="*/ 888207 w 2543175"/>
              <a:gd name="connsiteY68" fmla="*/ 676275 h 1890712"/>
              <a:gd name="connsiteX69" fmla="*/ 895350 w 2543175"/>
              <a:gd name="connsiteY69" fmla="*/ 681037 h 1890712"/>
              <a:gd name="connsiteX70" fmla="*/ 907257 w 2543175"/>
              <a:gd name="connsiteY70" fmla="*/ 683419 h 1890712"/>
              <a:gd name="connsiteX71" fmla="*/ 928688 w 2543175"/>
              <a:gd name="connsiteY71" fmla="*/ 695325 h 1890712"/>
              <a:gd name="connsiteX72" fmla="*/ 942975 w 2543175"/>
              <a:gd name="connsiteY72" fmla="*/ 700087 h 1890712"/>
              <a:gd name="connsiteX73" fmla="*/ 964407 w 2543175"/>
              <a:gd name="connsiteY73" fmla="*/ 716756 h 1890712"/>
              <a:gd name="connsiteX74" fmla="*/ 971550 w 2543175"/>
              <a:gd name="connsiteY74" fmla="*/ 723900 h 1890712"/>
              <a:gd name="connsiteX75" fmla="*/ 983457 w 2543175"/>
              <a:gd name="connsiteY75" fmla="*/ 733425 h 1890712"/>
              <a:gd name="connsiteX76" fmla="*/ 990600 w 2543175"/>
              <a:gd name="connsiteY76" fmla="*/ 738187 h 1890712"/>
              <a:gd name="connsiteX77" fmla="*/ 1007269 w 2543175"/>
              <a:gd name="connsiteY77" fmla="*/ 752475 h 1890712"/>
              <a:gd name="connsiteX78" fmla="*/ 1031082 w 2543175"/>
              <a:gd name="connsiteY78" fmla="*/ 766762 h 1890712"/>
              <a:gd name="connsiteX79" fmla="*/ 1042988 w 2543175"/>
              <a:gd name="connsiteY79" fmla="*/ 773906 h 1890712"/>
              <a:gd name="connsiteX80" fmla="*/ 1071563 w 2543175"/>
              <a:gd name="connsiteY80" fmla="*/ 785812 h 1890712"/>
              <a:gd name="connsiteX81" fmla="*/ 1097757 w 2543175"/>
              <a:gd name="connsiteY81" fmla="*/ 807244 h 1890712"/>
              <a:gd name="connsiteX82" fmla="*/ 1104900 w 2543175"/>
              <a:gd name="connsiteY82" fmla="*/ 814387 h 1890712"/>
              <a:gd name="connsiteX83" fmla="*/ 1121569 w 2543175"/>
              <a:gd name="connsiteY83" fmla="*/ 823912 h 1890712"/>
              <a:gd name="connsiteX84" fmla="*/ 1138238 w 2543175"/>
              <a:gd name="connsiteY84" fmla="*/ 835819 h 1890712"/>
              <a:gd name="connsiteX85" fmla="*/ 1147763 w 2543175"/>
              <a:gd name="connsiteY85" fmla="*/ 842962 h 1890712"/>
              <a:gd name="connsiteX86" fmla="*/ 1157288 w 2543175"/>
              <a:gd name="connsiteY86" fmla="*/ 847725 h 1890712"/>
              <a:gd name="connsiteX87" fmla="*/ 1178719 w 2543175"/>
              <a:gd name="connsiteY87" fmla="*/ 859631 h 1890712"/>
              <a:gd name="connsiteX88" fmla="*/ 1188244 w 2543175"/>
              <a:gd name="connsiteY88" fmla="*/ 866775 h 1890712"/>
              <a:gd name="connsiteX89" fmla="*/ 1195388 w 2543175"/>
              <a:gd name="connsiteY89" fmla="*/ 871537 h 1890712"/>
              <a:gd name="connsiteX90" fmla="*/ 1212057 w 2543175"/>
              <a:gd name="connsiteY90" fmla="*/ 883444 h 1890712"/>
              <a:gd name="connsiteX91" fmla="*/ 1226344 w 2543175"/>
              <a:gd name="connsiteY91" fmla="*/ 895350 h 1890712"/>
              <a:gd name="connsiteX92" fmla="*/ 1245394 w 2543175"/>
              <a:gd name="connsiteY92" fmla="*/ 907256 h 1890712"/>
              <a:gd name="connsiteX93" fmla="*/ 1254919 w 2543175"/>
              <a:gd name="connsiteY93" fmla="*/ 914400 h 1890712"/>
              <a:gd name="connsiteX94" fmla="*/ 1269207 w 2543175"/>
              <a:gd name="connsiteY94" fmla="*/ 921544 h 1890712"/>
              <a:gd name="connsiteX95" fmla="*/ 1290638 w 2543175"/>
              <a:gd name="connsiteY95" fmla="*/ 935831 h 1890712"/>
              <a:gd name="connsiteX96" fmla="*/ 1307307 w 2543175"/>
              <a:gd name="connsiteY96" fmla="*/ 952500 h 1890712"/>
              <a:gd name="connsiteX97" fmla="*/ 1333500 w 2543175"/>
              <a:gd name="connsiteY97" fmla="*/ 971550 h 1890712"/>
              <a:gd name="connsiteX98" fmla="*/ 1359694 w 2543175"/>
              <a:gd name="connsiteY98" fmla="*/ 990600 h 1890712"/>
              <a:gd name="connsiteX99" fmla="*/ 1373982 w 2543175"/>
              <a:gd name="connsiteY99" fmla="*/ 997744 h 1890712"/>
              <a:gd name="connsiteX100" fmla="*/ 1388269 w 2543175"/>
              <a:gd name="connsiteY100" fmla="*/ 1007269 h 1890712"/>
              <a:gd name="connsiteX101" fmla="*/ 1414463 w 2543175"/>
              <a:gd name="connsiteY101" fmla="*/ 1019175 h 1890712"/>
              <a:gd name="connsiteX102" fmla="*/ 1428750 w 2543175"/>
              <a:gd name="connsiteY102" fmla="*/ 1026319 h 1890712"/>
              <a:gd name="connsiteX103" fmla="*/ 1471613 w 2543175"/>
              <a:gd name="connsiteY103" fmla="*/ 1059656 h 1890712"/>
              <a:gd name="connsiteX104" fmla="*/ 1495425 w 2543175"/>
              <a:gd name="connsiteY104" fmla="*/ 1088231 h 1890712"/>
              <a:gd name="connsiteX105" fmla="*/ 1547812 w 2543175"/>
              <a:gd name="connsiteY105" fmla="*/ 1133475 h 1890712"/>
              <a:gd name="connsiteX106" fmla="*/ 1597819 w 2543175"/>
              <a:gd name="connsiteY106" fmla="*/ 1154906 h 1890712"/>
              <a:gd name="connsiteX107" fmla="*/ 1604963 w 2543175"/>
              <a:gd name="connsiteY107" fmla="*/ 1162050 h 1890712"/>
              <a:gd name="connsiteX108" fmla="*/ 1612107 w 2543175"/>
              <a:gd name="connsiteY108" fmla="*/ 1166812 h 1890712"/>
              <a:gd name="connsiteX109" fmla="*/ 1628775 w 2543175"/>
              <a:gd name="connsiteY109" fmla="*/ 1183481 h 1890712"/>
              <a:gd name="connsiteX110" fmla="*/ 1662113 w 2543175"/>
              <a:gd name="connsiteY110" fmla="*/ 1209675 h 1890712"/>
              <a:gd name="connsiteX111" fmla="*/ 1678782 w 2543175"/>
              <a:gd name="connsiteY111" fmla="*/ 1226344 h 1890712"/>
              <a:gd name="connsiteX112" fmla="*/ 1700213 w 2543175"/>
              <a:gd name="connsiteY112" fmla="*/ 1247775 h 1890712"/>
              <a:gd name="connsiteX113" fmla="*/ 1712119 w 2543175"/>
              <a:gd name="connsiteY113" fmla="*/ 1259681 h 1890712"/>
              <a:gd name="connsiteX114" fmla="*/ 1733550 w 2543175"/>
              <a:gd name="connsiteY114" fmla="*/ 1273969 h 1890712"/>
              <a:gd name="connsiteX115" fmla="*/ 1743075 w 2543175"/>
              <a:gd name="connsiteY115" fmla="*/ 1283494 h 1890712"/>
              <a:gd name="connsiteX116" fmla="*/ 1754982 w 2543175"/>
              <a:gd name="connsiteY116" fmla="*/ 1290637 h 1890712"/>
              <a:gd name="connsiteX117" fmla="*/ 1766888 w 2543175"/>
              <a:gd name="connsiteY117" fmla="*/ 1300162 h 1890712"/>
              <a:gd name="connsiteX118" fmla="*/ 1783557 w 2543175"/>
              <a:gd name="connsiteY118" fmla="*/ 1307306 h 1890712"/>
              <a:gd name="connsiteX119" fmla="*/ 1790700 w 2543175"/>
              <a:gd name="connsiteY119" fmla="*/ 1312069 h 1890712"/>
              <a:gd name="connsiteX120" fmla="*/ 1800225 w 2543175"/>
              <a:gd name="connsiteY120" fmla="*/ 1319212 h 1890712"/>
              <a:gd name="connsiteX121" fmla="*/ 1807369 w 2543175"/>
              <a:gd name="connsiteY121" fmla="*/ 1321594 h 1890712"/>
              <a:gd name="connsiteX122" fmla="*/ 1824038 w 2543175"/>
              <a:gd name="connsiteY122" fmla="*/ 1333500 h 1890712"/>
              <a:gd name="connsiteX123" fmla="*/ 1843088 w 2543175"/>
              <a:gd name="connsiteY123" fmla="*/ 1352550 h 1890712"/>
              <a:gd name="connsiteX124" fmla="*/ 1852613 w 2543175"/>
              <a:gd name="connsiteY124" fmla="*/ 1359694 h 1890712"/>
              <a:gd name="connsiteX125" fmla="*/ 1859757 w 2543175"/>
              <a:gd name="connsiteY125" fmla="*/ 1366837 h 1890712"/>
              <a:gd name="connsiteX126" fmla="*/ 1869282 w 2543175"/>
              <a:gd name="connsiteY126" fmla="*/ 1371600 h 1890712"/>
              <a:gd name="connsiteX127" fmla="*/ 1883569 w 2543175"/>
              <a:gd name="connsiteY127" fmla="*/ 1388269 h 1890712"/>
              <a:gd name="connsiteX128" fmla="*/ 1893094 w 2543175"/>
              <a:gd name="connsiteY128" fmla="*/ 1395412 h 1890712"/>
              <a:gd name="connsiteX129" fmla="*/ 1902619 w 2543175"/>
              <a:gd name="connsiteY129" fmla="*/ 1404937 h 1890712"/>
              <a:gd name="connsiteX130" fmla="*/ 1912144 w 2543175"/>
              <a:gd name="connsiteY130" fmla="*/ 1409700 h 1890712"/>
              <a:gd name="connsiteX131" fmla="*/ 1931194 w 2543175"/>
              <a:gd name="connsiteY131" fmla="*/ 1421606 h 1890712"/>
              <a:gd name="connsiteX132" fmla="*/ 1935957 w 2543175"/>
              <a:gd name="connsiteY132" fmla="*/ 1428750 h 1890712"/>
              <a:gd name="connsiteX133" fmla="*/ 1952625 w 2543175"/>
              <a:gd name="connsiteY133" fmla="*/ 1438275 h 1890712"/>
              <a:gd name="connsiteX134" fmla="*/ 1971675 w 2543175"/>
              <a:gd name="connsiteY134" fmla="*/ 1450181 h 1890712"/>
              <a:gd name="connsiteX135" fmla="*/ 1981200 w 2543175"/>
              <a:gd name="connsiteY135" fmla="*/ 1454944 h 1890712"/>
              <a:gd name="connsiteX136" fmla="*/ 1997869 w 2543175"/>
              <a:gd name="connsiteY136" fmla="*/ 1471612 h 1890712"/>
              <a:gd name="connsiteX137" fmla="*/ 2007394 w 2543175"/>
              <a:gd name="connsiteY137" fmla="*/ 1478756 h 1890712"/>
              <a:gd name="connsiteX138" fmla="*/ 2016919 w 2543175"/>
              <a:gd name="connsiteY138" fmla="*/ 1483519 h 1890712"/>
              <a:gd name="connsiteX139" fmla="*/ 2024063 w 2543175"/>
              <a:gd name="connsiteY139" fmla="*/ 1490662 h 1890712"/>
              <a:gd name="connsiteX140" fmla="*/ 2033588 w 2543175"/>
              <a:gd name="connsiteY140" fmla="*/ 1495425 h 1890712"/>
              <a:gd name="connsiteX141" fmla="*/ 2040732 w 2543175"/>
              <a:gd name="connsiteY141" fmla="*/ 1502569 h 1890712"/>
              <a:gd name="connsiteX142" fmla="*/ 2047875 w 2543175"/>
              <a:gd name="connsiteY142" fmla="*/ 1507331 h 1890712"/>
              <a:gd name="connsiteX143" fmla="*/ 2057400 w 2543175"/>
              <a:gd name="connsiteY143" fmla="*/ 1514475 h 1890712"/>
              <a:gd name="connsiteX144" fmla="*/ 2064544 w 2543175"/>
              <a:gd name="connsiteY144" fmla="*/ 1519237 h 1890712"/>
              <a:gd name="connsiteX145" fmla="*/ 2071688 w 2543175"/>
              <a:gd name="connsiteY145" fmla="*/ 1526381 h 1890712"/>
              <a:gd name="connsiteX146" fmla="*/ 2081213 w 2543175"/>
              <a:gd name="connsiteY146" fmla="*/ 1531144 h 1890712"/>
              <a:gd name="connsiteX147" fmla="*/ 2090738 w 2543175"/>
              <a:gd name="connsiteY147" fmla="*/ 1538287 h 1890712"/>
              <a:gd name="connsiteX148" fmla="*/ 2109788 w 2543175"/>
              <a:gd name="connsiteY148" fmla="*/ 1547812 h 1890712"/>
              <a:gd name="connsiteX149" fmla="*/ 2131219 w 2543175"/>
              <a:gd name="connsiteY149" fmla="*/ 1562100 h 1890712"/>
              <a:gd name="connsiteX150" fmla="*/ 2140744 w 2543175"/>
              <a:gd name="connsiteY150" fmla="*/ 1566862 h 1890712"/>
              <a:gd name="connsiteX151" fmla="*/ 2152650 w 2543175"/>
              <a:gd name="connsiteY151" fmla="*/ 1576387 h 1890712"/>
              <a:gd name="connsiteX152" fmla="*/ 2181225 w 2543175"/>
              <a:gd name="connsiteY152" fmla="*/ 1590675 h 1890712"/>
              <a:gd name="connsiteX153" fmla="*/ 2200275 w 2543175"/>
              <a:gd name="connsiteY153" fmla="*/ 1607344 h 1890712"/>
              <a:gd name="connsiteX154" fmla="*/ 2207419 w 2543175"/>
              <a:gd name="connsiteY154" fmla="*/ 1612106 h 1890712"/>
              <a:gd name="connsiteX155" fmla="*/ 2216944 w 2543175"/>
              <a:gd name="connsiteY155" fmla="*/ 1619250 h 1890712"/>
              <a:gd name="connsiteX156" fmla="*/ 2224088 w 2543175"/>
              <a:gd name="connsiteY156" fmla="*/ 1624012 h 1890712"/>
              <a:gd name="connsiteX157" fmla="*/ 2247900 w 2543175"/>
              <a:gd name="connsiteY157" fmla="*/ 1643062 h 1890712"/>
              <a:gd name="connsiteX158" fmla="*/ 2255044 w 2543175"/>
              <a:gd name="connsiteY158" fmla="*/ 1650206 h 1890712"/>
              <a:gd name="connsiteX159" fmla="*/ 2281238 w 2543175"/>
              <a:gd name="connsiteY159" fmla="*/ 1664494 h 1890712"/>
              <a:gd name="connsiteX160" fmla="*/ 2297907 w 2543175"/>
              <a:gd name="connsiteY160" fmla="*/ 1674019 h 1890712"/>
              <a:gd name="connsiteX161" fmla="*/ 2312194 w 2543175"/>
              <a:gd name="connsiteY161" fmla="*/ 1685925 h 1890712"/>
              <a:gd name="connsiteX162" fmla="*/ 2328863 w 2543175"/>
              <a:gd name="connsiteY162" fmla="*/ 1697831 h 1890712"/>
              <a:gd name="connsiteX163" fmla="*/ 2350294 w 2543175"/>
              <a:gd name="connsiteY163" fmla="*/ 1712119 h 1890712"/>
              <a:gd name="connsiteX164" fmla="*/ 2369344 w 2543175"/>
              <a:gd name="connsiteY164" fmla="*/ 1724025 h 1890712"/>
              <a:gd name="connsiteX165" fmla="*/ 2428876 w 2543175"/>
              <a:gd name="connsiteY165" fmla="*/ 1785938 h 1890712"/>
              <a:gd name="connsiteX166" fmla="*/ 2466975 w 2543175"/>
              <a:gd name="connsiteY166" fmla="*/ 1783556 h 1890712"/>
              <a:gd name="connsiteX167" fmla="*/ 2481263 w 2543175"/>
              <a:gd name="connsiteY167" fmla="*/ 1795462 h 1890712"/>
              <a:gd name="connsiteX168" fmla="*/ 2486025 w 2543175"/>
              <a:gd name="connsiteY168" fmla="*/ 1802606 h 1890712"/>
              <a:gd name="connsiteX169" fmla="*/ 2514600 w 2543175"/>
              <a:gd name="connsiteY169" fmla="*/ 1850231 h 1890712"/>
              <a:gd name="connsiteX170" fmla="*/ 2519363 w 2543175"/>
              <a:gd name="connsiteY170" fmla="*/ 1857375 h 1890712"/>
              <a:gd name="connsiteX171" fmla="*/ 2540794 w 2543175"/>
              <a:gd name="connsiteY171" fmla="*/ 1883569 h 1890712"/>
              <a:gd name="connsiteX172" fmla="*/ 2543175 w 2543175"/>
              <a:gd name="connsiteY17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85763 w 2543175"/>
              <a:gd name="connsiteY30" fmla="*/ 283369 h 1890712"/>
              <a:gd name="connsiteX31" fmla="*/ 404813 w 2543175"/>
              <a:gd name="connsiteY31" fmla="*/ 295275 h 1890712"/>
              <a:gd name="connsiteX32" fmla="*/ 411957 w 2543175"/>
              <a:gd name="connsiteY32" fmla="*/ 297656 h 1890712"/>
              <a:gd name="connsiteX33" fmla="*/ 466725 w 2543175"/>
              <a:gd name="connsiteY33" fmla="*/ 328612 h 1890712"/>
              <a:gd name="connsiteX34" fmla="*/ 476250 w 2543175"/>
              <a:gd name="connsiteY34" fmla="*/ 335756 h 1890712"/>
              <a:gd name="connsiteX35" fmla="*/ 481013 w 2543175"/>
              <a:gd name="connsiteY35" fmla="*/ 342900 h 1890712"/>
              <a:gd name="connsiteX36" fmla="*/ 490538 w 2543175"/>
              <a:gd name="connsiteY36" fmla="*/ 352425 h 1890712"/>
              <a:gd name="connsiteX37" fmla="*/ 495300 w 2543175"/>
              <a:gd name="connsiteY37" fmla="*/ 359569 h 1890712"/>
              <a:gd name="connsiteX38" fmla="*/ 509588 w 2543175"/>
              <a:gd name="connsiteY38" fmla="*/ 376237 h 1890712"/>
              <a:gd name="connsiteX39" fmla="*/ 514350 w 2543175"/>
              <a:gd name="connsiteY39" fmla="*/ 383381 h 1890712"/>
              <a:gd name="connsiteX40" fmla="*/ 531019 w 2543175"/>
              <a:gd name="connsiteY40" fmla="*/ 397669 h 1890712"/>
              <a:gd name="connsiteX41" fmla="*/ 538163 w 2543175"/>
              <a:gd name="connsiteY41" fmla="*/ 407194 h 1890712"/>
              <a:gd name="connsiteX42" fmla="*/ 554832 w 2543175"/>
              <a:gd name="connsiteY42" fmla="*/ 421481 h 1890712"/>
              <a:gd name="connsiteX43" fmla="*/ 564357 w 2543175"/>
              <a:gd name="connsiteY43" fmla="*/ 431006 h 1890712"/>
              <a:gd name="connsiteX44" fmla="*/ 573882 w 2543175"/>
              <a:gd name="connsiteY44" fmla="*/ 438150 h 1890712"/>
              <a:gd name="connsiteX45" fmla="*/ 595313 w 2543175"/>
              <a:gd name="connsiteY45" fmla="*/ 454819 h 1890712"/>
              <a:gd name="connsiteX46" fmla="*/ 602457 w 2543175"/>
              <a:gd name="connsiteY46" fmla="*/ 457200 h 1890712"/>
              <a:gd name="connsiteX47" fmla="*/ 628650 w 2543175"/>
              <a:gd name="connsiteY47" fmla="*/ 469106 h 1890712"/>
              <a:gd name="connsiteX48" fmla="*/ 645319 w 2543175"/>
              <a:gd name="connsiteY48" fmla="*/ 483394 h 1890712"/>
              <a:gd name="connsiteX49" fmla="*/ 654844 w 2543175"/>
              <a:gd name="connsiteY49" fmla="*/ 488156 h 1890712"/>
              <a:gd name="connsiteX50" fmla="*/ 661988 w 2543175"/>
              <a:gd name="connsiteY50" fmla="*/ 497681 h 1890712"/>
              <a:gd name="connsiteX51" fmla="*/ 683419 w 2543175"/>
              <a:gd name="connsiteY51" fmla="*/ 514350 h 1890712"/>
              <a:gd name="connsiteX52" fmla="*/ 700088 w 2543175"/>
              <a:gd name="connsiteY52" fmla="*/ 526256 h 1890712"/>
              <a:gd name="connsiteX53" fmla="*/ 709613 w 2543175"/>
              <a:gd name="connsiteY53" fmla="*/ 535781 h 1890712"/>
              <a:gd name="connsiteX54" fmla="*/ 719138 w 2543175"/>
              <a:gd name="connsiteY54" fmla="*/ 542925 h 1890712"/>
              <a:gd name="connsiteX55" fmla="*/ 733425 w 2543175"/>
              <a:gd name="connsiteY55" fmla="*/ 557212 h 1890712"/>
              <a:gd name="connsiteX56" fmla="*/ 750094 w 2543175"/>
              <a:gd name="connsiteY56" fmla="*/ 569119 h 1890712"/>
              <a:gd name="connsiteX57" fmla="*/ 769144 w 2543175"/>
              <a:gd name="connsiteY57" fmla="*/ 581025 h 1890712"/>
              <a:gd name="connsiteX58" fmla="*/ 785813 w 2543175"/>
              <a:gd name="connsiteY58" fmla="*/ 590550 h 1890712"/>
              <a:gd name="connsiteX59" fmla="*/ 792957 w 2543175"/>
              <a:gd name="connsiteY59" fmla="*/ 600075 h 1890712"/>
              <a:gd name="connsiteX60" fmla="*/ 809625 w 2543175"/>
              <a:gd name="connsiteY60" fmla="*/ 611981 h 1890712"/>
              <a:gd name="connsiteX61" fmla="*/ 816769 w 2543175"/>
              <a:gd name="connsiteY61" fmla="*/ 619125 h 1890712"/>
              <a:gd name="connsiteX62" fmla="*/ 826294 w 2543175"/>
              <a:gd name="connsiteY62" fmla="*/ 626269 h 1890712"/>
              <a:gd name="connsiteX63" fmla="*/ 840582 w 2543175"/>
              <a:gd name="connsiteY63" fmla="*/ 638175 h 1890712"/>
              <a:gd name="connsiteX64" fmla="*/ 847725 w 2543175"/>
              <a:gd name="connsiteY64" fmla="*/ 645319 h 1890712"/>
              <a:gd name="connsiteX65" fmla="*/ 857250 w 2543175"/>
              <a:gd name="connsiteY65" fmla="*/ 652462 h 1890712"/>
              <a:gd name="connsiteX66" fmla="*/ 864394 w 2543175"/>
              <a:gd name="connsiteY66" fmla="*/ 657225 h 1890712"/>
              <a:gd name="connsiteX67" fmla="*/ 888207 w 2543175"/>
              <a:gd name="connsiteY67" fmla="*/ 676275 h 1890712"/>
              <a:gd name="connsiteX68" fmla="*/ 895350 w 2543175"/>
              <a:gd name="connsiteY68" fmla="*/ 681037 h 1890712"/>
              <a:gd name="connsiteX69" fmla="*/ 907257 w 2543175"/>
              <a:gd name="connsiteY69" fmla="*/ 683419 h 1890712"/>
              <a:gd name="connsiteX70" fmla="*/ 928688 w 2543175"/>
              <a:gd name="connsiteY70" fmla="*/ 695325 h 1890712"/>
              <a:gd name="connsiteX71" fmla="*/ 942975 w 2543175"/>
              <a:gd name="connsiteY71" fmla="*/ 700087 h 1890712"/>
              <a:gd name="connsiteX72" fmla="*/ 964407 w 2543175"/>
              <a:gd name="connsiteY72" fmla="*/ 716756 h 1890712"/>
              <a:gd name="connsiteX73" fmla="*/ 971550 w 2543175"/>
              <a:gd name="connsiteY73" fmla="*/ 723900 h 1890712"/>
              <a:gd name="connsiteX74" fmla="*/ 983457 w 2543175"/>
              <a:gd name="connsiteY74" fmla="*/ 733425 h 1890712"/>
              <a:gd name="connsiteX75" fmla="*/ 990600 w 2543175"/>
              <a:gd name="connsiteY75" fmla="*/ 738187 h 1890712"/>
              <a:gd name="connsiteX76" fmla="*/ 1007269 w 2543175"/>
              <a:gd name="connsiteY76" fmla="*/ 752475 h 1890712"/>
              <a:gd name="connsiteX77" fmla="*/ 1031082 w 2543175"/>
              <a:gd name="connsiteY77" fmla="*/ 766762 h 1890712"/>
              <a:gd name="connsiteX78" fmla="*/ 1042988 w 2543175"/>
              <a:gd name="connsiteY78" fmla="*/ 773906 h 1890712"/>
              <a:gd name="connsiteX79" fmla="*/ 1071563 w 2543175"/>
              <a:gd name="connsiteY79" fmla="*/ 785812 h 1890712"/>
              <a:gd name="connsiteX80" fmla="*/ 1097757 w 2543175"/>
              <a:gd name="connsiteY80" fmla="*/ 807244 h 1890712"/>
              <a:gd name="connsiteX81" fmla="*/ 1104900 w 2543175"/>
              <a:gd name="connsiteY81" fmla="*/ 814387 h 1890712"/>
              <a:gd name="connsiteX82" fmla="*/ 1121569 w 2543175"/>
              <a:gd name="connsiteY82" fmla="*/ 823912 h 1890712"/>
              <a:gd name="connsiteX83" fmla="*/ 1138238 w 2543175"/>
              <a:gd name="connsiteY83" fmla="*/ 835819 h 1890712"/>
              <a:gd name="connsiteX84" fmla="*/ 1147763 w 2543175"/>
              <a:gd name="connsiteY84" fmla="*/ 842962 h 1890712"/>
              <a:gd name="connsiteX85" fmla="*/ 1157288 w 2543175"/>
              <a:gd name="connsiteY85" fmla="*/ 847725 h 1890712"/>
              <a:gd name="connsiteX86" fmla="*/ 1178719 w 2543175"/>
              <a:gd name="connsiteY86" fmla="*/ 859631 h 1890712"/>
              <a:gd name="connsiteX87" fmla="*/ 1188244 w 2543175"/>
              <a:gd name="connsiteY87" fmla="*/ 866775 h 1890712"/>
              <a:gd name="connsiteX88" fmla="*/ 1195388 w 2543175"/>
              <a:gd name="connsiteY88" fmla="*/ 871537 h 1890712"/>
              <a:gd name="connsiteX89" fmla="*/ 1212057 w 2543175"/>
              <a:gd name="connsiteY89" fmla="*/ 883444 h 1890712"/>
              <a:gd name="connsiteX90" fmla="*/ 1226344 w 2543175"/>
              <a:gd name="connsiteY90" fmla="*/ 895350 h 1890712"/>
              <a:gd name="connsiteX91" fmla="*/ 1245394 w 2543175"/>
              <a:gd name="connsiteY91" fmla="*/ 907256 h 1890712"/>
              <a:gd name="connsiteX92" fmla="*/ 1254919 w 2543175"/>
              <a:gd name="connsiteY92" fmla="*/ 914400 h 1890712"/>
              <a:gd name="connsiteX93" fmla="*/ 1269207 w 2543175"/>
              <a:gd name="connsiteY93" fmla="*/ 921544 h 1890712"/>
              <a:gd name="connsiteX94" fmla="*/ 1290638 w 2543175"/>
              <a:gd name="connsiteY94" fmla="*/ 935831 h 1890712"/>
              <a:gd name="connsiteX95" fmla="*/ 1307307 w 2543175"/>
              <a:gd name="connsiteY95" fmla="*/ 952500 h 1890712"/>
              <a:gd name="connsiteX96" fmla="*/ 1333500 w 2543175"/>
              <a:gd name="connsiteY96" fmla="*/ 971550 h 1890712"/>
              <a:gd name="connsiteX97" fmla="*/ 1359694 w 2543175"/>
              <a:gd name="connsiteY97" fmla="*/ 990600 h 1890712"/>
              <a:gd name="connsiteX98" fmla="*/ 1373982 w 2543175"/>
              <a:gd name="connsiteY98" fmla="*/ 997744 h 1890712"/>
              <a:gd name="connsiteX99" fmla="*/ 1388269 w 2543175"/>
              <a:gd name="connsiteY99" fmla="*/ 1007269 h 1890712"/>
              <a:gd name="connsiteX100" fmla="*/ 1414463 w 2543175"/>
              <a:gd name="connsiteY100" fmla="*/ 1019175 h 1890712"/>
              <a:gd name="connsiteX101" fmla="*/ 1428750 w 2543175"/>
              <a:gd name="connsiteY101" fmla="*/ 1026319 h 1890712"/>
              <a:gd name="connsiteX102" fmla="*/ 1471613 w 2543175"/>
              <a:gd name="connsiteY102" fmla="*/ 1059656 h 1890712"/>
              <a:gd name="connsiteX103" fmla="*/ 1495425 w 2543175"/>
              <a:gd name="connsiteY103" fmla="*/ 1088231 h 1890712"/>
              <a:gd name="connsiteX104" fmla="*/ 1547812 w 2543175"/>
              <a:gd name="connsiteY104" fmla="*/ 1133475 h 1890712"/>
              <a:gd name="connsiteX105" fmla="*/ 1597819 w 2543175"/>
              <a:gd name="connsiteY105" fmla="*/ 1154906 h 1890712"/>
              <a:gd name="connsiteX106" fmla="*/ 1604963 w 2543175"/>
              <a:gd name="connsiteY106" fmla="*/ 1162050 h 1890712"/>
              <a:gd name="connsiteX107" fmla="*/ 1612107 w 2543175"/>
              <a:gd name="connsiteY107" fmla="*/ 1166812 h 1890712"/>
              <a:gd name="connsiteX108" fmla="*/ 1628775 w 2543175"/>
              <a:gd name="connsiteY108" fmla="*/ 1183481 h 1890712"/>
              <a:gd name="connsiteX109" fmla="*/ 1662113 w 2543175"/>
              <a:gd name="connsiteY109" fmla="*/ 1209675 h 1890712"/>
              <a:gd name="connsiteX110" fmla="*/ 1678782 w 2543175"/>
              <a:gd name="connsiteY110" fmla="*/ 1226344 h 1890712"/>
              <a:gd name="connsiteX111" fmla="*/ 1700213 w 2543175"/>
              <a:gd name="connsiteY111" fmla="*/ 1247775 h 1890712"/>
              <a:gd name="connsiteX112" fmla="*/ 1712119 w 2543175"/>
              <a:gd name="connsiteY112" fmla="*/ 1259681 h 1890712"/>
              <a:gd name="connsiteX113" fmla="*/ 1733550 w 2543175"/>
              <a:gd name="connsiteY113" fmla="*/ 1273969 h 1890712"/>
              <a:gd name="connsiteX114" fmla="*/ 1743075 w 2543175"/>
              <a:gd name="connsiteY114" fmla="*/ 1283494 h 1890712"/>
              <a:gd name="connsiteX115" fmla="*/ 1754982 w 2543175"/>
              <a:gd name="connsiteY115" fmla="*/ 1290637 h 1890712"/>
              <a:gd name="connsiteX116" fmla="*/ 1766888 w 2543175"/>
              <a:gd name="connsiteY116" fmla="*/ 1300162 h 1890712"/>
              <a:gd name="connsiteX117" fmla="*/ 1783557 w 2543175"/>
              <a:gd name="connsiteY117" fmla="*/ 1307306 h 1890712"/>
              <a:gd name="connsiteX118" fmla="*/ 1790700 w 2543175"/>
              <a:gd name="connsiteY118" fmla="*/ 1312069 h 1890712"/>
              <a:gd name="connsiteX119" fmla="*/ 1800225 w 2543175"/>
              <a:gd name="connsiteY119" fmla="*/ 1319212 h 1890712"/>
              <a:gd name="connsiteX120" fmla="*/ 1807369 w 2543175"/>
              <a:gd name="connsiteY120" fmla="*/ 1321594 h 1890712"/>
              <a:gd name="connsiteX121" fmla="*/ 1824038 w 2543175"/>
              <a:gd name="connsiteY121" fmla="*/ 1333500 h 1890712"/>
              <a:gd name="connsiteX122" fmla="*/ 1843088 w 2543175"/>
              <a:gd name="connsiteY122" fmla="*/ 1352550 h 1890712"/>
              <a:gd name="connsiteX123" fmla="*/ 1852613 w 2543175"/>
              <a:gd name="connsiteY123" fmla="*/ 1359694 h 1890712"/>
              <a:gd name="connsiteX124" fmla="*/ 1859757 w 2543175"/>
              <a:gd name="connsiteY124" fmla="*/ 1366837 h 1890712"/>
              <a:gd name="connsiteX125" fmla="*/ 1869282 w 2543175"/>
              <a:gd name="connsiteY125" fmla="*/ 1371600 h 1890712"/>
              <a:gd name="connsiteX126" fmla="*/ 1883569 w 2543175"/>
              <a:gd name="connsiteY126" fmla="*/ 1388269 h 1890712"/>
              <a:gd name="connsiteX127" fmla="*/ 1893094 w 2543175"/>
              <a:gd name="connsiteY127" fmla="*/ 1395412 h 1890712"/>
              <a:gd name="connsiteX128" fmla="*/ 1902619 w 2543175"/>
              <a:gd name="connsiteY128" fmla="*/ 1404937 h 1890712"/>
              <a:gd name="connsiteX129" fmla="*/ 1912144 w 2543175"/>
              <a:gd name="connsiteY129" fmla="*/ 1409700 h 1890712"/>
              <a:gd name="connsiteX130" fmla="*/ 1931194 w 2543175"/>
              <a:gd name="connsiteY130" fmla="*/ 1421606 h 1890712"/>
              <a:gd name="connsiteX131" fmla="*/ 1935957 w 2543175"/>
              <a:gd name="connsiteY131" fmla="*/ 1428750 h 1890712"/>
              <a:gd name="connsiteX132" fmla="*/ 1952625 w 2543175"/>
              <a:gd name="connsiteY132" fmla="*/ 1438275 h 1890712"/>
              <a:gd name="connsiteX133" fmla="*/ 1971675 w 2543175"/>
              <a:gd name="connsiteY133" fmla="*/ 1450181 h 1890712"/>
              <a:gd name="connsiteX134" fmla="*/ 1981200 w 2543175"/>
              <a:gd name="connsiteY134" fmla="*/ 1454944 h 1890712"/>
              <a:gd name="connsiteX135" fmla="*/ 1997869 w 2543175"/>
              <a:gd name="connsiteY135" fmla="*/ 1471612 h 1890712"/>
              <a:gd name="connsiteX136" fmla="*/ 2007394 w 2543175"/>
              <a:gd name="connsiteY136" fmla="*/ 1478756 h 1890712"/>
              <a:gd name="connsiteX137" fmla="*/ 2016919 w 2543175"/>
              <a:gd name="connsiteY137" fmla="*/ 1483519 h 1890712"/>
              <a:gd name="connsiteX138" fmla="*/ 2024063 w 2543175"/>
              <a:gd name="connsiteY138" fmla="*/ 1490662 h 1890712"/>
              <a:gd name="connsiteX139" fmla="*/ 2033588 w 2543175"/>
              <a:gd name="connsiteY139" fmla="*/ 1495425 h 1890712"/>
              <a:gd name="connsiteX140" fmla="*/ 2040732 w 2543175"/>
              <a:gd name="connsiteY140" fmla="*/ 1502569 h 1890712"/>
              <a:gd name="connsiteX141" fmla="*/ 2047875 w 2543175"/>
              <a:gd name="connsiteY141" fmla="*/ 1507331 h 1890712"/>
              <a:gd name="connsiteX142" fmla="*/ 2057400 w 2543175"/>
              <a:gd name="connsiteY142" fmla="*/ 1514475 h 1890712"/>
              <a:gd name="connsiteX143" fmla="*/ 2064544 w 2543175"/>
              <a:gd name="connsiteY143" fmla="*/ 1519237 h 1890712"/>
              <a:gd name="connsiteX144" fmla="*/ 2071688 w 2543175"/>
              <a:gd name="connsiteY144" fmla="*/ 1526381 h 1890712"/>
              <a:gd name="connsiteX145" fmla="*/ 2081213 w 2543175"/>
              <a:gd name="connsiteY145" fmla="*/ 1531144 h 1890712"/>
              <a:gd name="connsiteX146" fmla="*/ 2090738 w 2543175"/>
              <a:gd name="connsiteY146" fmla="*/ 1538287 h 1890712"/>
              <a:gd name="connsiteX147" fmla="*/ 2109788 w 2543175"/>
              <a:gd name="connsiteY147" fmla="*/ 1547812 h 1890712"/>
              <a:gd name="connsiteX148" fmla="*/ 2131219 w 2543175"/>
              <a:gd name="connsiteY148" fmla="*/ 1562100 h 1890712"/>
              <a:gd name="connsiteX149" fmla="*/ 2140744 w 2543175"/>
              <a:gd name="connsiteY149" fmla="*/ 1566862 h 1890712"/>
              <a:gd name="connsiteX150" fmla="*/ 2152650 w 2543175"/>
              <a:gd name="connsiteY150" fmla="*/ 1576387 h 1890712"/>
              <a:gd name="connsiteX151" fmla="*/ 2181225 w 2543175"/>
              <a:gd name="connsiteY151" fmla="*/ 1590675 h 1890712"/>
              <a:gd name="connsiteX152" fmla="*/ 2200275 w 2543175"/>
              <a:gd name="connsiteY152" fmla="*/ 1607344 h 1890712"/>
              <a:gd name="connsiteX153" fmla="*/ 2207419 w 2543175"/>
              <a:gd name="connsiteY153" fmla="*/ 1612106 h 1890712"/>
              <a:gd name="connsiteX154" fmla="*/ 2216944 w 2543175"/>
              <a:gd name="connsiteY154" fmla="*/ 1619250 h 1890712"/>
              <a:gd name="connsiteX155" fmla="*/ 2224088 w 2543175"/>
              <a:gd name="connsiteY155" fmla="*/ 1624012 h 1890712"/>
              <a:gd name="connsiteX156" fmla="*/ 2247900 w 2543175"/>
              <a:gd name="connsiteY156" fmla="*/ 1643062 h 1890712"/>
              <a:gd name="connsiteX157" fmla="*/ 2255044 w 2543175"/>
              <a:gd name="connsiteY157" fmla="*/ 1650206 h 1890712"/>
              <a:gd name="connsiteX158" fmla="*/ 2281238 w 2543175"/>
              <a:gd name="connsiteY158" fmla="*/ 1664494 h 1890712"/>
              <a:gd name="connsiteX159" fmla="*/ 2297907 w 2543175"/>
              <a:gd name="connsiteY159" fmla="*/ 1674019 h 1890712"/>
              <a:gd name="connsiteX160" fmla="*/ 2312194 w 2543175"/>
              <a:gd name="connsiteY160" fmla="*/ 1685925 h 1890712"/>
              <a:gd name="connsiteX161" fmla="*/ 2328863 w 2543175"/>
              <a:gd name="connsiteY161" fmla="*/ 1697831 h 1890712"/>
              <a:gd name="connsiteX162" fmla="*/ 2350294 w 2543175"/>
              <a:gd name="connsiteY162" fmla="*/ 1712119 h 1890712"/>
              <a:gd name="connsiteX163" fmla="*/ 2369344 w 2543175"/>
              <a:gd name="connsiteY163" fmla="*/ 1724025 h 1890712"/>
              <a:gd name="connsiteX164" fmla="*/ 2428876 w 2543175"/>
              <a:gd name="connsiteY164" fmla="*/ 1785938 h 1890712"/>
              <a:gd name="connsiteX165" fmla="*/ 2466975 w 2543175"/>
              <a:gd name="connsiteY165" fmla="*/ 1783556 h 1890712"/>
              <a:gd name="connsiteX166" fmla="*/ 2481263 w 2543175"/>
              <a:gd name="connsiteY166" fmla="*/ 1795462 h 1890712"/>
              <a:gd name="connsiteX167" fmla="*/ 2486025 w 2543175"/>
              <a:gd name="connsiteY167" fmla="*/ 1802606 h 1890712"/>
              <a:gd name="connsiteX168" fmla="*/ 2514600 w 2543175"/>
              <a:gd name="connsiteY168" fmla="*/ 1850231 h 1890712"/>
              <a:gd name="connsiteX169" fmla="*/ 2519363 w 2543175"/>
              <a:gd name="connsiteY169" fmla="*/ 1857375 h 1890712"/>
              <a:gd name="connsiteX170" fmla="*/ 2540794 w 2543175"/>
              <a:gd name="connsiteY170" fmla="*/ 1883569 h 1890712"/>
              <a:gd name="connsiteX171" fmla="*/ 2543175 w 2543175"/>
              <a:gd name="connsiteY171"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54807 w 2543175"/>
              <a:gd name="connsiteY26" fmla="*/ 247650 h 1890712"/>
              <a:gd name="connsiteX27" fmla="*/ 366713 w 2543175"/>
              <a:gd name="connsiteY27" fmla="*/ 264319 h 1890712"/>
              <a:gd name="connsiteX28" fmla="*/ 371475 w 2543175"/>
              <a:gd name="connsiteY28" fmla="*/ 271462 h 1890712"/>
              <a:gd name="connsiteX29" fmla="*/ 385763 w 2543175"/>
              <a:gd name="connsiteY29" fmla="*/ 283369 h 1890712"/>
              <a:gd name="connsiteX30" fmla="*/ 404813 w 2543175"/>
              <a:gd name="connsiteY30" fmla="*/ 295275 h 1890712"/>
              <a:gd name="connsiteX31" fmla="*/ 411957 w 2543175"/>
              <a:gd name="connsiteY31" fmla="*/ 297656 h 1890712"/>
              <a:gd name="connsiteX32" fmla="*/ 466725 w 2543175"/>
              <a:gd name="connsiteY32" fmla="*/ 328612 h 1890712"/>
              <a:gd name="connsiteX33" fmla="*/ 476250 w 2543175"/>
              <a:gd name="connsiteY33" fmla="*/ 335756 h 1890712"/>
              <a:gd name="connsiteX34" fmla="*/ 481013 w 2543175"/>
              <a:gd name="connsiteY34" fmla="*/ 342900 h 1890712"/>
              <a:gd name="connsiteX35" fmla="*/ 490538 w 2543175"/>
              <a:gd name="connsiteY35" fmla="*/ 352425 h 1890712"/>
              <a:gd name="connsiteX36" fmla="*/ 495300 w 2543175"/>
              <a:gd name="connsiteY36" fmla="*/ 359569 h 1890712"/>
              <a:gd name="connsiteX37" fmla="*/ 509588 w 2543175"/>
              <a:gd name="connsiteY37" fmla="*/ 376237 h 1890712"/>
              <a:gd name="connsiteX38" fmla="*/ 514350 w 2543175"/>
              <a:gd name="connsiteY38" fmla="*/ 383381 h 1890712"/>
              <a:gd name="connsiteX39" fmla="*/ 531019 w 2543175"/>
              <a:gd name="connsiteY39" fmla="*/ 397669 h 1890712"/>
              <a:gd name="connsiteX40" fmla="*/ 538163 w 2543175"/>
              <a:gd name="connsiteY40" fmla="*/ 407194 h 1890712"/>
              <a:gd name="connsiteX41" fmla="*/ 554832 w 2543175"/>
              <a:gd name="connsiteY41" fmla="*/ 421481 h 1890712"/>
              <a:gd name="connsiteX42" fmla="*/ 564357 w 2543175"/>
              <a:gd name="connsiteY42" fmla="*/ 431006 h 1890712"/>
              <a:gd name="connsiteX43" fmla="*/ 573882 w 2543175"/>
              <a:gd name="connsiteY43" fmla="*/ 438150 h 1890712"/>
              <a:gd name="connsiteX44" fmla="*/ 595313 w 2543175"/>
              <a:gd name="connsiteY44" fmla="*/ 454819 h 1890712"/>
              <a:gd name="connsiteX45" fmla="*/ 602457 w 2543175"/>
              <a:gd name="connsiteY45" fmla="*/ 457200 h 1890712"/>
              <a:gd name="connsiteX46" fmla="*/ 628650 w 2543175"/>
              <a:gd name="connsiteY46" fmla="*/ 469106 h 1890712"/>
              <a:gd name="connsiteX47" fmla="*/ 645319 w 2543175"/>
              <a:gd name="connsiteY47" fmla="*/ 483394 h 1890712"/>
              <a:gd name="connsiteX48" fmla="*/ 654844 w 2543175"/>
              <a:gd name="connsiteY48" fmla="*/ 488156 h 1890712"/>
              <a:gd name="connsiteX49" fmla="*/ 661988 w 2543175"/>
              <a:gd name="connsiteY49" fmla="*/ 497681 h 1890712"/>
              <a:gd name="connsiteX50" fmla="*/ 683419 w 2543175"/>
              <a:gd name="connsiteY50" fmla="*/ 514350 h 1890712"/>
              <a:gd name="connsiteX51" fmla="*/ 700088 w 2543175"/>
              <a:gd name="connsiteY51" fmla="*/ 526256 h 1890712"/>
              <a:gd name="connsiteX52" fmla="*/ 709613 w 2543175"/>
              <a:gd name="connsiteY52" fmla="*/ 535781 h 1890712"/>
              <a:gd name="connsiteX53" fmla="*/ 719138 w 2543175"/>
              <a:gd name="connsiteY53" fmla="*/ 542925 h 1890712"/>
              <a:gd name="connsiteX54" fmla="*/ 733425 w 2543175"/>
              <a:gd name="connsiteY54" fmla="*/ 557212 h 1890712"/>
              <a:gd name="connsiteX55" fmla="*/ 750094 w 2543175"/>
              <a:gd name="connsiteY55" fmla="*/ 569119 h 1890712"/>
              <a:gd name="connsiteX56" fmla="*/ 769144 w 2543175"/>
              <a:gd name="connsiteY56" fmla="*/ 581025 h 1890712"/>
              <a:gd name="connsiteX57" fmla="*/ 785813 w 2543175"/>
              <a:gd name="connsiteY57" fmla="*/ 590550 h 1890712"/>
              <a:gd name="connsiteX58" fmla="*/ 792957 w 2543175"/>
              <a:gd name="connsiteY58" fmla="*/ 600075 h 1890712"/>
              <a:gd name="connsiteX59" fmla="*/ 809625 w 2543175"/>
              <a:gd name="connsiteY59" fmla="*/ 611981 h 1890712"/>
              <a:gd name="connsiteX60" fmla="*/ 816769 w 2543175"/>
              <a:gd name="connsiteY60" fmla="*/ 619125 h 1890712"/>
              <a:gd name="connsiteX61" fmla="*/ 826294 w 2543175"/>
              <a:gd name="connsiteY61" fmla="*/ 626269 h 1890712"/>
              <a:gd name="connsiteX62" fmla="*/ 840582 w 2543175"/>
              <a:gd name="connsiteY62" fmla="*/ 638175 h 1890712"/>
              <a:gd name="connsiteX63" fmla="*/ 847725 w 2543175"/>
              <a:gd name="connsiteY63" fmla="*/ 645319 h 1890712"/>
              <a:gd name="connsiteX64" fmla="*/ 857250 w 2543175"/>
              <a:gd name="connsiteY64" fmla="*/ 652462 h 1890712"/>
              <a:gd name="connsiteX65" fmla="*/ 864394 w 2543175"/>
              <a:gd name="connsiteY65" fmla="*/ 657225 h 1890712"/>
              <a:gd name="connsiteX66" fmla="*/ 888207 w 2543175"/>
              <a:gd name="connsiteY66" fmla="*/ 676275 h 1890712"/>
              <a:gd name="connsiteX67" fmla="*/ 895350 w 2543175"/>
              <a:gd name="connsiteY67" fmla="*/ 681037 h 1890712"/>
              <a:gd name="connsiteX68" fmla="*/ 907257 w 2543175"/>
              <a:gd name="connsiteY68" fmla="*/ 683419 h 1890712"/>
              <a:gd name="connsiteX69" fmla="*/ 928688 w 2543175"/>
              <a:gd name="connsiteY69" fmla="*/ 695325 h 1890712"/>
              <a:gd name="connsiteX70" fmla="*/ 942975 w 2543175"/>
              <a:gd name="connsiteY70" fmla="*/ 700087 h 1890712"/>
              <a:gd name="connsiteX71" fmla="*/ 964407 w 2543175"/>
              <a:gd name="connsiteY71" fmla="*/ 716756 h 1890712"/>
              <a:gd name="connsiteX72" fmla="*/ 971550 w 2543175"/>
              <a:gd name="connsiteY72" fmla="*/ 723900 h 1890712"/>
              <a:gd name="connsiteX73" fmla="*/ 983457 w 2543175"/>
              <a:gd name="connsiteY73" fmla="*/ 733425 h 1890712"/>
              <a:gd name="connsiteX74" fmla="*/ 990600 w 2543175"/>
              <a:gd name="connsiteY74" fmla="*/ 738187 h 1890712"/>
              <a:gd name="connsiteX75" fmla="*/ 1007269 w 2543175"/>
              <a:gd name="connsiteY75" fmla="*/ 752475 h 1890712"/>
              <a:gd name="connsiteX76" fmla="*/ 1031082 w 2543175"/>
              <a:gd name="connsiteY76" fmla="*/ 766762 h 1890712"/>
              <a:gd name="connsiteX77" fmla="*/ 1042988 w 2543175"/>
              <a:gd name="connsiteY77" fmla="*/ 773906 h 1890712"/>
              <a:gd name="connsiteX78" fmla="*/ 1071563 w 2543175"/>
              <a:gd name="connsiteY78" fmla="*/ 785812 h 1890712"/>
              <a:gd name="connsiteX79" fmla="*/ 1097757 w 2543175"/>
              <a:gd name="connsiteY79" fmla="*/ 807244 h 1890712"/>
              <a:gd name="connsiteX80" fmla="*/ 1104900 w 2543175"/>
              <a:gd name="connsiteY80" fmla="*/ 814387 h 1890712"/>
              <a:gd name="connsiteX81" fmla="*/ 1121569 w 2543175"/>
              <a:gd name="connsiteY81" fmla="*/ 823912 h 1890712"/>
              <a:gd name="connsiteX82" fmla="*/ 1138238 w 2543175"/>
              <a:gd name="connsiteY82" fmla="*/ 835819 h 1890712"/>
              <a:gd name="connsiteX83" fmla="*/ 1147763 w 2543175"/>
              <a:gd name="connsiteY83" fmla="*/ 842962 h 1890712"/>
              <a:gd name="connsiteX84" fmla="*/ 1157288 w 2543175"/>
              <a:gd name="connsiteY84" fmla="*/ 847725 h 1890712"/>
              <a:gd name="connsiteX85" fmla="*/ 1178719 w 2543175"/>
              <a:gd name="connsiteY85" fmla="*/ 859631 h 1890712"/>
              <a:gd name="connsiteX86" fmla="*/ 1188244 w 2543175"/>
              <a:gd name="connsiteY86" fmla="*/ 866775 h 1890712"/>
              <a:gd name="connsiteX87" fmla="*/ 1195388 w 2543175"/>
              <a:gd name="connsiteY87" fmla="*/ 871537 h 1890712"/>
              <a:gd name="connsiteX88" fmla="*/ 1212057 w 2543175"/>
              <a:gd name="connsiteY88" fmla="*/ 883444 h 1890712"/>
              <a:gd name="connsiteX89" fmla="*/ 1226344 w 2543175"/>
              <a:gd name="connsiteY89" fmla="*/ 895350 h 1890712"/>
              <a:gd name="connsiteX90" fmla="*/ 1245394 w 2543175"/>
              <a:gd name="connsiteY90" fmla="*/ 907256 h 1890712"/>
              <a:gd name="connsiteX91" fmla="*/ 1254919 w 2543175"/>
              <a:gd name="connsiteY91" fmla="*/ 914400 h 1890712"/>
              <a:gd name="connsiteX92" fmla="*/ 1269207 w 2543175"/>
              <a:gd name="connsiteY92" fmla="*/ 921544 h 1890712"/>
              <a:gd name="connsiteX93" fmla="*/ 1290638 w 2543175"/>
              <a:gd name="connsiteY93" fmla="*/ 935831 h 1890712"/>
              <a:gd name="connsiteX94" fmla="*/ 1307307 w 2543175"/>
              <a:gd name="connsiteY94" fmla="*/ 952500 h 1890712"/>
              <a:gd name="connsiteX95" fmla="*/ 1333500 w 2543175"/>
              <a:gd name="connsiteY95" fmla="*/ 971550 h 1890712"/>
              <a:gd name="connsiteX96" fmla="*/ 1359694 w 2543175"/>
              <a:gd name="connsiteY96" fmla="*/ 990600 h 1890712"/>
              <a:gd name="connsiteX97" fmla="*/ 1373982 w 2543175"/>
              <a:gd name="connsiteY97" fmla="*/ 997744 h 1890712"/>
              <a:gd name="connsiteX98" fmla="*/ 1388269 w 2543175"/>
              <a:gd name="connsiteY98" fmla="*/ 1007269 h 1890712"/>
              <a:gd name="connsiteX99" fmla="*/ 1414463 w 2543175"/>
              <a:gd name="connsiteY99" fmla="*/ 1019175 h 1890712"/>
              <a:gd name="connsiteX100" fmla="*/ 1428750 w 2543175"/>
              <a:gd name="connsiteY100" fmla="*/ 1026319 h 1890712"/>
              <a:gd name="connsiteX101" fmla="*/ 1471613 w 2543175"/>
              <a:gd name="connsiteY101" fmla="*/ 1059656 h 1890712"/>
              <a:gd name="connsiteX102" fmla="*/ 1495425 w 2543175"/>
              <a:gd name="connsiteY102" fmla="*/ 1088231 h 1890712"/>
              <a:gd name="connsiteX103" fmla="*/ 1547812 w 2543175"/>
              <a:gd name="connsiteY103" fmla="*/ 1133475 h 1890712"/>
              <a:gd name="connsiteX104" fmla="*/ 1597819 w 2543175"/>
              <a:gd name="connsiteY104" fmla="*/ 1154906 h 1890712"/>
              <a:gd name="connsiteX105" fmla="*/ 1604963 w 2543175"/>
              <a:gd name="connsiteY105" fmla="*/ 1162050 h 1890712"/>
              <a:gd name="connsiteX106" fmla="*/ 1612107 w 2543175"/>
              <a:gd name="connsiteY106" fmla="*/ 1166812 h 1890712"/>
              <a:gd name="connsiteX107" fmla="*/ 1628775 w 2543175"/>
              <a:gd name="connsiteY107" fmla="*/ 1183481 h 1890712"/>
              <a:gd name="connsiteX108" fmla="*/ 1662113 w 2543175"/>
              <a:gd name="connsiteY108" fmla="*/ 1209675 h 1890712"/>
              <a:gd name="connsiteX109" fmla="*/ 1678782 w 2543175"/>
              <a:gd name="connsiteY109" fmla="*/ 1226344 h 1890712"/>
              <a:gd name="connsiteX110" fmla="*/ 1700213 w 2543175"/>
              <a:gd name="connsiteY110" fmla="*/ 1247775 h 1890712"/>
              <a:gd name="connsiteX111" fmla="*/ 1712119 w 2543175"/>
              <a:gd name="connsiteY111" fmla="*/ 1259681 h 1890712"/>
              <a:gd name="connsiteX112" fmla="*/ 1733550 w 2543175"/>
              <a:gd name="connsiteY112" fmla="*/ 1273969 h 1890712"/>
              <a:gd name="connsiteX113" fmla="*/ 1743075 w 2543175"/>
              <a:gd name="connsiteY113" fmla="*/ 1283494 h 1890712"/>
              <a:gd name="connsiteX114" fmla="*/ 1754982 w 2543175"/>
              <a:gd name="connsiteY114" fmla="*/ 1290637 h 1890712"/>
              <a:gd name="connsiteX115" fmla="*/ 1766888 w 2543175"/>
              <a:gd name="connsiteY115" fmla="*/ 1300162 h 1890712"/>
              <a:gd name="connsiteX116" fmla="*/ 1783557 w 2543175"/>
              <a:gd name="connsiteY116" fmla="*/ 1307306 h 1890712"/>
              <a:gd name="connsiteX117" fmla="*/ 1790700 w 2543175"/>
              <a:gd name="connsiteY117" fmla="*/ 1312069 h 1890712"/>
              <a:gd name="connsiteX118" fmla="*/ 1800225 w 2543175"/>
              <a:gd name="connsiteY118" fmla="*/ 1319212 h 1890712"/>
              <a:gd name="connsiteX119" fmla="*/ 1807369 w 2543175"/>
              <a:gd name="connsiteY119" fmla="*/ 1321594 h 1890712"/>
              <a:gd name="connsiteX120" fmla="*/ 1824038 w 2543175"/>
              <a:gd name="connsiteY120" fmla="*/ 1333500 h 1890712"/>
              <a:gd name="connsiteX121" fmla="*/ 1843088 w 2543175"/>
              <a:gd name="connsiteY121" fmla="*/ 1352550 h 1890712"/>
              <a:gd name="connsiteX122" fmla="*/ 1852613 w 2543175"/>
              <a:gd name="connsiteY122" fmla="*/ 1359694 h 1890712"/>
              <a:gd name="connsiteX123" fmla="*/ 1859757 w 2543175"/>
              <a:gd name="connsiteY123" fmla="*/ 1366837 h 1890712"/>
              <a:gd name="connsiteX124" fmla="*/ 1869282 w 2543175"/>
              <a:gd name="connsiteY124" fmla="*/ 1371600 h 1890712"/>
              <a:gd name="connsiteX125" fmla="*/ 1883569 w 2543175"/>
              <a:gd name="connsiteY125" fmla="*/ 1388269 h 1890712"/>
              <a:gd name="connsiteX126" fmla="*/ 1893094 w 2543175"/>
              <a:gd name="connsiteY126" fmla="*/ 1395412 h 1890712"/>
              <a:gd name="connsiteX127" fmla="*/ 1902619 w 2543175"/>
              <a:gd name="connsiteY127" fmla="*/ 1404937 h 1890712"/>
              <a:gd name="connsiteX128" fmla="*/ 1912144 w 2543175"/>
              <a:gd name="connsiteY128" fmla="*/ 1409700 h 1890712"/>
              <a:gd name="connsiteX129" fmla="*/ 1931194 w 2543175"/>
              <a:gd name="connsiteY129" fmla="*/ 1421606 h 1890712"/>
              <a:gd name="connsiteX130" fmla="*/ 1935957 w 2543175"/>
              <a:gd name="connsiteY130" fmla="*/ 1428750 h 1890712"/>
              <a:gd name="connsiteX131" fmla="*/ 1952625 w 2543175"/>
              <a:gd name="connsiteY131" fmla="*/ 1438275 h 1890712"/>
              <a:gd name="connsiteX132" fmla="*/ 1971675 w 2543175"/>
              <a:gd name="connsiteY132" fmla="*/ 1450181 h 1890712"/>
              <a:gd name="connsiteX133" fmla="*/ 1981200 w 2543175"/>
              <a:gd name="connsiteY133" fmla="*/ 1454944 h 1890712"/>
              <a:gd name="connsiteX134" fmla="*/ 1997869 w 2543175"/>
              <a:gd name="connsiteY134" fmla="*/ 1471612 h 1890712"/>
              <a:gd name="connsiteX135" fmla="*/ 2007394 w 2543175"/>
              <a:gd name="connsiteY135" fmla="*/ 1478756 h 1890712"/>
              <a:gd name="connsiteX136" fmla="*/ 2016919 w 2543175"/>
              <a:gd name="connsiteY136" fmla="*/ 1483519 h 1890712"/>
              <a:gd name="connsiteX137" fmla="*/ 2024063 w 2543175"/>
              <a:gd name="connsiteY137" fmla="*/ 1490662 h 1890712"/>
              <a:gd name="connsiteX138" fmla="*/ 2033588 w 2543175"/>
              <a:gd name="connsiteY138" fmla="*/ 1495425 h 1890712"/>
              <a:gd name="connsiteX139" fmla="*/ 2040732 w 2543175"/>
              <a:gd name="connsiteY139" fmla="*/ 1502569 h 1890712"/>
              <a:gd name="connsiteX140" fmla="*/ 2047875 w 2543175"/>
              <a:gd name="connsiteY140" fmla="*/ 1507331 h 1890712"/>
              <a:gd name="connsiteX141" fmla="*/ 2057400 w 2543175"/>
              <a:gd name="connsiteY141" fmla="*/ 1514475 h 1890712"/>
              <a:gd name="connsiteX142" fmla="*/ 2064544 w 2543175"/>
              <a:gd name="connsiteY142" fmla="*/ 1519237 h 1890712"/>
              <a:gd name="connsiteX143" fmla="*/ 2071688 w 2543175"/>
              <a:gd name="connsiteY143" fmla="*/ 1526381 h 1890712"/>
              <a:gd name="connsiteX144" fmla="*/ 2081213 w 2543175"/>
              <a:gd name="connsiteY144" fmla="*/ 1531144 h 1890712"/>
              <a:gd name="connsiteX145" fmla="*/ 2090738 w 2543175"/>
              <a:gd name="connsiteY145" fmla="*/ 1538287 h 1890712"/>
              <a:gd name="connsiteX146" fmla="*/ 2109788 w 2543175"/>
              <a:gd name="connsiteY146" fmla="*/ 1547812 h 1890712"/>
              <a:gd name="connsiteX147" fmla="*/ 2131219 w 2543175"/>
              <a:gd name="connsiteY147" fmla="*/ 1562100 h 1890712"/>
              <a:gd name="connsiteX148" fmla="*/ 2140744 w 2543175"/>
              <a:gd name="connsiteY148" fmla="*/ 1566862 h 1890712"/>
              <a:gd name="connsiteX149" fmla="*/ 2152650 w 2543175"/>
              <a:gd name="connsiteY149" fmla="*/ 1576387 h 1890712"/>
              <a:gd name="connsiteX150" fmla="*/ 2181225 w 2543175"/>
              <a:gd name="connsiteY150" fmla="*/ 1590675 h 1890712"/>
              <a:gd name="connsiteX151" fmla="*/ 2200275 w 2543175"/>
              <a:gd name="connsiteY151" fmla="*/ 1607344 h 1890712"/>
              <a:gd name="connsiteX152" fmla="*/ 2207419 w 2543175"/>
              <a:gd name="connsiteY152" fmla="*/ 1612106 h 1890712"/>
              <a:gd name="connsiteX153" fmla="*/ 2216944 w 2543175"/>
              <a:gd name="connsiteY153" fmla="*/ 1619250 h 1890712"/>
              <a:gd name="connsiteX154" fmla="*/ 2224088 w 2543175"/>
              <a:gd name="connsiteY154" fmla="*/ 1624012 h 1890712"/>
              <a:gd name="connsiteX155" fmla="*/ 2247900 w 2543175"/>
              <a:gd name="connsiteY155" fmla="*/ 1643062 h 1890712"/>
              <a:gd name="connsiteX156" fmla="*/ 2255044 w 2543175"/>
              <a:gd name="connsiteY156" fmla="*/ 1650206 h 1890712"/>
              <a:gd name="connsiteX157" fmla="*/ 2281238 w 2543175"/>
              <a:gd name="connsiteY157" fmla="*/ 1664494 h 1890712"/>
              <a:gd name="connsiteX158" fmla="*/ 2297907 w 2543175"/>
              <a:gd name="connsiteY158" fmla="*/ 1674019 h 1890712"/>
              <a:gd name="connsiteX159" fmla="*/ 2312194 w 2543175"/>
              <a:gd name="connsiteY159" fmla="*/ 1685925 h 1890712"/>
              <a:gd name="connsiteX160" fmla="*/ 2328863 w 2543175"/>
              <a:gd name="connsiteY160" fmla="*/ 1697831 h 1890712"/>
              <a:gd name="connsiteX161" fmla="*/ 2350294 w 2543175"/>
              <a:gd name="connsiteY161" fmla="*/ 1712119 h 1890712"/>
              <a:gd name="connsiteX162" fmla="*/ 2369344 w 2543175"/>
              <a:gd name="connsiteY162" fmla="*/ 1724025 h 1890712"/>
              <a:gd name="connsiteX163" fmla="*/ 2428876 w 2543175"/>
              <a:gd name="connsiteY163" fmla="*/ 1785938 h 1890712"/>
              <a:gd name="connsiteX164" fmla="*/ 2466975 w 2543175"/>
              <a:gd name="connsiteY164" fmla="*/ 1783556 h 1890712"/>
              <a:gd name="connsiteX165" fmla="*/ 2481263 w 2543175"/>
              <a:gd name="connsiteY165" fmla="*/ 1795462 h 1890712"/>
              <a:gd name="connsiteX166" fmla="*/ 2486025 w 2543175"/>
              <a:gd name="connsiteY166" fmla="*/ 1802606 h 1890712"/>
              <a:gd name="connsiteX167" fmla="*/ 2514600 w 2543175"/>
              <a:gd name="connsiteY167" fmla="*/ 1850231 h 1890712"/>
              <a:gd name="connsiteX168" fmla="*/ 2519363 w 2543175"/>
              <a:gd name="connsiteY168" fmla="*/ 1857375 h 1890712"/>
              <a:gd name="connsiteX169" fmla="*/ 2540794 w 2543175"/>
              <a:gd name="connsiteY169" fmla="*/ 1883569 h 1890712"/>
              <a:gd name="connsiteX170" fmla="*/ 2543175 w 2543175"/>
              <a:gd name="connsiteY17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33375 w 2543175"/>
              <a:gd name="connsiteY25" fmla="*/ 228600 h 1890712"/>
              <a:gd name="connsiteX26" fmla="*/ 354807 w 2543175"/>
              <a:gd name="connsiteY26" fmla="*/ 247650 h 1890712"/>
              <a:gd name="connsiteX27" fmla="*/ 366713 w 2543175"/>
              <a:gd name="connsiteY27" fmla="*/ 264319 h 1890712"/>
              <a:gd name="connsiteX28" fmla="*/ 371475 w 2543175"/>
              <a:gd name="connsiteY28" fmla="*/ 271462 h 1890712"/>
              <a:gd name="connsiteX29" fmla="*/ 385763 w 2543175"/>
              <a:gd name="connsiteY29" fmla="*/ 283369 h 1890712"/>
              <a:gd name="connsiteX30" fmla="*/ 404813 w 2543175"/>
              <a:gd name="connsiteY30" fmla="*/ 295275 h 1890712"/>
              <a:gd name="connsiteX31" fmla="*/ 411957 w 2543175"/>
              <a:gd name="connsiteY31" fmla="*/ 297656 h 1890712"/>
              <a:gd name="connsiteX32" fmla="*/ 466725 w 2543175"/>
              <a:gd name="connsiteY32" fmla="*/ 328612 h 1890712"/>
              <a:gd name="connsiteX33" fmla="*/ 476250 w 2543175"/>
              <a:gd name="connsiteY33" fmla="*/ 335756 h 1890712"/>
              <a:gd name="connsiteX34" fmla="*/ 481013 w 2543175"/>
              <a:gd name="connsiteY34" fmla="*/ 342900 h 1890712"/>
              <a:gd name="connsiteX35" fmla="*/ 490538 w 2543175"/>
              <a:gd name="connsiteY35" fmla="*/ 352425 h 1890712"/>
              <a:gd name="connsiteX36" fmla="*/ 495300 w 2543175"/>
              <a:gd name="connsiteY36" fmla="*/ 359569 h 1890712"/>
              <a:gd name="connsiteX37" fmla="*/ 509588 w 2543175"/>
              <a:gd name="connsiteY37" fmla="*/ 376237 h 1890712"/>
              <a:gd name="connsiteX38" fmla="*/ 514350 w 2543175"/>
              <a:gd name="connsiteY38" fmla="*/ 383381 h 1890712"/>
              <a:gd name="connsiteX39" fmla="*/ 531019 w 2543175"/>
              <a:gd name="connsiteY39" fmla="*/ 397669 h 1890712"/>
              <a:gd name="connsiteX40" fmla="*/ 538163 w 2543175"/>
              <a:gd name="connsiteY40" fmla="*/ 407194 h 1890712"/>
              <a:gd name="connsiteX41" fmla="*/ 554832 w 2543175"/>
              <a:gd name="connsiteY41" fmla="*/ 421481 h 1890712"/>
              <a:gd name="connsiteX42" fmla="*/ 564357 w 2543175"/>
              <a:gd name="connsiteY42" fmla="*/ 431006 h 1890712"/>
              <a:gd name="connsiteX43" fmla="*/ 573882 w 2543175"/>
              <a:gd name="connsiteY43" fmla="*/ 438150 h 1890712"/>
              <a:gd name="connsiteX44" fmla="*/ 595313 w 2543175"/>
              <a:gd name="connsiteY44" fmla="*/ 454819 h 1890712"/>
              <a:gd name="connsiteX45" fmla="*/ 602457 w 2543175"/>
              <a:gd name="connsiteY45" fmla="*/ 457200 h 1890712"/>
              <a:gd name="connsiteX46" fmla="*/ 628650 w 2543175"/>
              <a:gd name="connsiteY46" fmla="*/ 469106 h 1890712"/>
              <a:gd name="connsiteX47" fmla="*/ 645319 w 2543175"/>
              <a:gd name="connsiteY47" fmla="*/ 483394 h 1890712"/>
              <a:gd name="connsiteX48" fmla="*/ 654844 w 2543175"/>
              <a:gd name="connsiteY48" fmla="*/ 488156 h 1890712"/>
              <a:gd name="connsiteX49" fmla="*/ 661988 w 2543175"/>
              <a:gd name="connsiteY49" fmla="*/ 497681 h 1890712"/>
              <a:gd name="connsiteX50" fmla="*/ 683419 w 2543175"/>
              <a:gd name="connsiteY50" fmla="*/ 514350 h 1890712"/>
              <a:gd name="connsiteX51" fmla="*/ 700088 w 2543175"/>
              <a:gd name="connsiteY51" fmla="*/ 526256 h 1890712"/>
              <a:gd name="connsiteX52" fmla="*/ 709613 w 2543175"/>
              <a:gd name="connsiteY52" fmla="*/ 535781 h 1890712"/>
              <a:gd name="connsiteX53" fmla="*/ 719138 w 2543175"/>
              <a:gd name="connsiteY53" fmla="*/ 542925 h 1890712"/>
              <a:gd name="connsiteX54" fmla="*/ 733425 w 2543175"/>
              <a:gd name="connsiteY54" fmla="*/ 557212 h 1890712"/>
              <a:gd name="connsiteX55" fmla="*/ 750094 w 2543175"/>
              <a:gd name="connsiteY55" fmla="*/ 569119 h 1890712"/>
              <a:gd name="connsiteX56" fmla="*/ 769144 w 2543175"/>
              <a:gd name="connsiteY56" fmla="*/ 581025 h 1890712"/>
              <a:gd name="connsiteX57" fmla="*/ 785813 w 2543175"/>
              <a:gd name="connsiteY57" fmla="*/ 590550 h 1890712"/>
              <a:gd name="connsiteX58" fmla="*/ 792957 w 2543175"/>
              <a:gd name="connsiteY58" fmla="*/ 600075 h 1890712"/>
              <a:gd name="connsiteX59" fmla="*/ 809625 w 2543175"/>
              <a:gd name="connsiteY59" fmla="*/ 611981 h 1890712"/>
              <a:gd name="connsiteX60" fmla="*/ 816769 w 2543175"/>
              <a:gd name="connsiteY60" fmla="*/ 619125 h 1890712"/>
              <a:gd name="connsiteX61" fmla="*/ 826294 w 2543175"/>
              <a:gd name="connsiteY61" fmla="*/ 626269 h 1890712"/>
              <a:gd name="connsiteX62" fmla="*/ 840582 w 2543175"/>
              <a:gd name="connsiteY62" fmla="*/ 638175 h 1890712"/>
              <a:gd name="connsiteX63" fmla="*/ 847725 w 2543175"/>
              <a:gd name="connsiteY63" fmla="*/ 645319 h 1890712"/>
              <a:gd name="connsiteX64" fmla="*/ 857250 w 2543175"/>
              <a:gd name="connsiteY64" fmla="*/ 652462 h 1890712"/>
              <a:gd name="connsiteX65" fmla="*/ 864394 w 2543175"/>
              <a:gd name="connsiteY65" fmla="*/ 657225 h 1890712"/>
              <a:gd name="connsiteX66" fmla="*/ 888207 w 2543175"/>
              <a:gd name="connsiteY66" fmla="*/ 676275 h 1890712"/>
              <a:gd name="connsiteX67" fmla="*/ 895350 w 2543175"/>
              <a:gd name="connsiteY67" fmla="*/ 681037 h 1890712"/>
              <a:gd name="connsiteX68" fmla="*/ 907257 w 2543175"/>
              <a:gd name="connsiteY68" fmla="*/ 683419 h 1890712"/>
              <a:gd name="connsiteX69" fmla="*/ 928688 w 2543175"/>
              <a:gd name="connsiteY69" fmla="*/ 695325 h 1890712"/>
              <a:gd name="connsiteX70" fmla="*/ 942975 w 2543175"/>
              <a:gd name="connsiteY70" fmla="*/ 700087 h 1890712"/>
              <a:gd name="connsiteX71" fmla="*/ 964407 w 2543175"/>
              <a:gd name="connsiteY71" fmla="*/ 716756 h 1890712"/>
              <a:gd name="connsiteX72" fmla="*/ 971550 w 2543175"/>
              <a:gd name="connsiteY72" fmla="*/ 723900 h 1890712"/>
              <a:gd name="connsiteX73" fmla="*/ 983457 w 2543175"/>
              <a:gd name="connsiteY73" fmla="*/ 733425 h 1890712"/>
              <a:gd name="connsiteX74" fmla="*/ 990600 w 2543175"/>
              <a:gd name="connsiteY74" fmla="*/ 738187 h 1890712"/>
              <a:gd name="connsiteX75" fmla="*/ 1007269 w 2543175"/>
              <a:gd name="connsiteY75" fmla="*/ 752475 h 1890712"/>
              <a:gd name="connsiteX76" fmla="*/ 1031082 w 2543175"/>
              <a:gd name="connsiteY76" fmla="*/ 766762 h 1890712"/>
              <a:gd name="connsiteX77" fmla="*/ 1042988 w 2543175"/>
              <a:gd name="connsiteY77" fmla="*/ 773906 h 1890712"/>
              <a:gd name="connsiteX78" fmla="*/ 1071563 w 2543175"/>
              <a:gd name="connsiteY78" fmla="*/ 785812 h 1890712"/>
              <a:gd name="connsiteX79" fmla="*/ 1097757 w 2543175"/>
              <a:gd name="connsiteY79" fmla="*/ 807244 h 1890712"/>
              <a:gd name="connsiteX80" fmla="*/ 1104900 w 2543175"/>
              <a:gd name="connsiteY80" fmla="*/ 814387 h 1890712"/>
              <a:gd name="connsiteX81" fmla="*/ 1121569 w 2543175"/>
              <a:gd name="connsiteY81" fmla="*/ 823912 h 1890712"/>
              <a:gd name="connsiteX82" fmla="*/ 1138238 w 2543175"/>
              <a:gd name="connsiteY82" fmla="*/ 835819 h 1890712"/>
              <a:gd name="connsiteX83" fmla="*/ 1147763 w 2543175"/>
              <a:gd name="connsiteY83" fmla="*/ 842962 h 1890712"/>
              <a:gd name="connsiteX84" fmla="*/ 1157288 w 2543175"/>
              <a:gd name="connsiteY84" fmla="*/ 847725 h 1890712"/>
              <a:gd name="connsiteX85" fmla="*/ 1178719 w 2543175"/>
              <a:gd name="connsiteY85" fmla="*/ 859631 h 1890712"/>
              <a:gd name="connsiteX86" fmla="*/ 1188244 w 2543175"/>
              <a:gd name="connsiteY86" fmla="*/ 866775 h 1890712"/>
              <a:gd name="connsiteX87" fmla="*/ 1195388 w 2543175"/>
              <a:gd name="connsiteY87" fmla="*/ 871537 h 1890712"/>
              <a:gd name="connsiteX88" fmla="*/ 1212057 w 2543175"/>
              <a:gd name="connsiteY88" fmla="*/ 883444 h 1890712"/>
              <a:gd name="connsiteX89" fmla="*/ 1226344 w 2543175"/>
              <a:gd name="connsiteY89" fmla="*/ 895350 h 1890712"/>
              <a:gd name="connsiteX90" fmla="*/ 1245394 w 2543175"/>
              <a:gd name="connsiteY90" fmla="*/ 907256 h 1890712"/>
              <a:gd name="connsiteX91" fmla="*/ 1254919 w 2543175"/>
              <a:gd name="connsiteY91" fmla="*/ 914400 h 1890712"/>
              <a:gd name="connsiteX92" fmla="*/ 1269207 w 2543175"/>
              <a:gd name="connsiteY92" fmla="*/ 921544 h 1890712"/>
              <a:gd name="connsiteX93" fmla="*/ 1290638 w 2543175"/>
              <a:gd name="connsiteY93" fmla="*/ 935831 h 1890712"/>
              <a:gd name="connsiteX94" fmla="*/ 1307307 w 2543175"/>
              <a:gd name="connsiteY94" fmla="*/ 952500 h 1890712"/>
              <a:gd name="connsiteX95" fmla="*/ 1333500 w 2543175"/>
              <a:gd name="connsiteY95" fmla="*/ 971550 h 1890712"/>
              <a:gd name="connsiteX96" fmla="*/ 1359694 w 2543175"/>
              <a:gd name="connsiteY96" fmla="*/ 990600 h 1890712"/>
              <a:gd name="connsiteX97" fmla="*/ 1373982 w 2543175"/>
              <a:gd name="connsiteY97" fmla="*/ 997744 h 1890712"/>
              <a:gd name="connsiteX98" fmla="*/ 1388269 w 2543175"/>
              <a:gd name="connsiteY98" fmla="*/ 1007269 h 1890712"/>
              <a:gd name="connsiteX99" fmla="*/ 1414463 w 2543175"/>
              <a:gd name="connsiteY99" fmla="*/ 1019175 h 1890712"/>
              <a:gd name="connsiteX100" fmla="*/ 1428750 w 2543175"/>
              <a:gd name="connsiteY100" fmla="*/ 1026319 h 1890712"/>
              <a:gd name="connsiteX101" fmla="*/ 1471613 w 2543175"/>
              <a:gd name="connsiteY101" fmla="*/ 1059656 h 1890712"/>
              <a:gd name="connsiteX102" fmla="*/ 1495425 w 2543175"/>
              <a:gd name="connsiteY102" fmla="*/ 1088231 h 1890712"/>
              <a:gd name="connsiteX103" fmla="*/ 1547812 w 2543175"/>
              <a:gd name="connsiteY103" fmla="*/ 1133475 h 1890712"/>
              <a:gd name="connsiteX104" fmla="*/ 1597819 w 2543175"/>
              <a:gd name="connsiteY104" fmla="*/ 1154906 h 1890712"/>
              <a:gd name="connsiteX105" fmla="*/ 1604963 w 2543175"/>
              <a:gd name="connsiteY105" fmla="*/ 1162050 h 1890712"/>
              <a:gd name="connsiteX106" fmla="*/ 1612107 w 2543175"/>
              <a:gd name="connsiteY106" fmla="*/ 1166812 h 1890712"/>
              <a:gd name="connsiteX107" fmla="*/ 1628775 w 2543175"/>
              <a:gd name="connsiteY107" fmla="*/ 1183481 h 1890712"/>
              <a:gd name="connsiteX108" fmla="*/ 1662113 w 2543175"/>
              <a:gd name="connsiteY108" fmla="*/ 1209675 h 1890712"/>
              <a:gd name="connsiteX109" fmla="*/ 1678782 w 2543175"/>
              <a:gd name="connsiteY109" fmla="*/ 1226344 h 1890712"/>
              <a:gd name="connsiteX110" fmla="*/ 1700213 w 2543175"/>
              <a:gd name="connsiteY110" fmla="*/ 1247775 h 1890712"/>
              <a:gd name="connsiteX111" fmla="*/ 1712119 w 2543175"/>
              <a:gd name="connsiteY111" fmla="*/ 1259681 h 1890712"/>
              <a:gd name="connsiteX112" fmla="*/ 1733550 w 2543175"/>
              <a:gd name="connsiteY112" fmla="*/ 1273969 h 1890712"/>
              <a:gd name="connsiteX113" fmla="*/ 1743075 w 2543175"/>
              <a:gd name="connsiteY113" fmla="*/ 1283494 h 1890712"/>
              <a:gd name="connsiteX114" fmla="*/ 1754982 w 2543175"/>
              <a:gd name="connsiteY114" fmla="*/ 1290637 h 1890712"/>
              <a:gd name="connsiteX115" fmla="*/ 1766888 w 2543175"/>
              <a:gd name="connsiteY115" fmla="*/ 1300162 h 1890712"/>
              <a:gd name="connsiteX116" fmla="*/ 1783557 w 2543175"/>
              <a:gd name="connsiteY116" fmla="*/ 1307306 h 1890712"/>
              <a:gd name="connsiteX117" fmla="*/ 1790700 w 2543175"/>
              <a:gd name="connsiteY117" fmla="*/ 1312069 h 1890712"/>
              <a:gd name="connsiteX118" fmla="*/ 1800225 w 2543175"/>
              <a:gd name="connsiteY118" fmla="*/ 1319212 h 1890712"/>
              <a:gd name="connsiteX119" fmla="*/ 1807369 w 2543175"/>
              <a:gd name="connsiteY119" fmla="*/ 1321594 h 1890712"/>
              <a:gd name="connsiteX120" fmla="*/ 1824038 w 2543175"/>
              <a:gd name="connsiteY120" fmla="*/ 1333500 h 1890712"/>
              <a:gd name="connsiteX121" fmla="*/ 1843088 w 2543175"/>
              <a:gd name="connsiteY121" fmla="*/ 1352550 h 1890712"/>
              <a:gd name="connsiteX122" fmla="*/ 1852613 w 2543175"/>
              <a:gd name="connsiteY122" fmla="*/ 1359694 h 1890712"/>
              <a:gd name="connsiteX123" fmla="*/ 1859757 w 2543175"/>
              <a:gd name="connsiteY123" fmla="*/ 1366837 h 1890712"/>
              <a:gd name="connsiteX124" fmla="*/ 1869282 w 2543175"/>
              <a:gd name="connsiteY124" fmla="*/ 1371600 h 1890712"/>
              <a:gd name="connsiteX125" fmla="*/ 1883569 w 2543175"/>
              <a:gd name="connsiteY125" fmla="*/ 1388269 h 1890712"/>
              <a:gd name="connsiteX126" fmla="*/ 1893094 w 2543175"/>
              <a:gd name="connsiteY126" fmla="*/ 1395412 h 1890712"/>
              <a:gd name="connsiteX127" fmla="*/ 1902619 w 2543175"/>
              <a:gd name="connsiteY127" fmla="*/ 1404937 h 1890712"/>
              <a:gd name="connsiteX128" fmla="*/ 1912144 w 2543175"/>
              <a:gd name="connsiteY128" fmla="*/ 1409700 h 1890712"/>
              <a:gd name="connsiteX129" fmla="*/ 1931194 w 2543175"/>
              <a:gd name="connsiteY129" fmla="*/ 1421606 h 1890712"/>
              <a:gd name="connsiteX130" fmla="*/ 1935957 w 2543175"/>
              <a:gd name="connsiteY130" fmla="*/ 1428750 h 1890712"/>
              <a:gd name="connsiteX131" fmla="*/ 1952625 w 2543175"/>
              <a:gd name="connsiteY131" fmla="*/ 1438275 h 1890712"/>
              <a:gd name="connsiteX132" fmla="*/ 1971675 w 2543175"/>
              <a:gd name="connsiteY132" fmla="*/ 1450181 h 1890712"/>
              <a:gd name="connsiteX133" fmla="*/ 1981200 w 2543175"/>
              <a:gd name="connsiteY133" fmla="*/ 1454944 h 1890712"/>
              <a:gd name="connsiteX134" fmla="*/ 1997869 w 2543175"/>
              <a:gd name="connsiteY134" fmla="*/ 1471612 h 1890712"/>
              <a:gd name="connsiteX135" fmla="*/ 2007394 w 2543175"/>
              <a:gd name="connsiteY135" fmla="*/ 1478756 h 1890712"/>
              <a:gd name="connsiteX136" fmla="*/ 2016919 w 2543175"/>
              <a:gd name="connsiteY136" fmla="*/ 1483519 h 1890712"/>
              <a:gd name="connsiteX137" fmla="*/ 2024063 w 2543175"/>
              <a:gd name="connsiteY137" fmla="*/ 1490662 h 1890712"/>
              <a:gd name="connsiteX138" fmla="*/ 2033588 w 2543175"/>
              <a:gd name="connsiteY138" fmla="*/ 1495425 h 1890712"/>
              <a:gd name="connsiteX139" fmla="*/ 2040732 w 2543175"/>
              <a:gd name="connsiteY139" fmla="*/ 1502569 h 1890712"/>
              <a:gd name="connsiteX140" fmla="*/ 2047875 w 2543175"/>
              <a:gd name="connsiteY140" fmla="*/ 1507331 h 1890712"/>
              <a:gd name="connsiteX141" fmla="*/ 2057400 w 2543175"/>
              <a:gd name="connsiteY141" fmla="*/ 1514475 h 1890712"/>
              <a:gd name="connsiteX142" fmla="*/ 2064544 w 2543175"/>
              <a:gd name="connsiteY142" fmla="*/ 1519237 h 1890712"/>
              <a:gd name="connsiteX143" fmla="*/ 2071688 w 2543175"/>
              <a:gd name="connsiteY143" fmla="*/ 1526381 h 1890712"/>
              <a:gd name="connsiteX144" fmla="*/ 2081213 w 2543175"/>
              <a:gd name="connsiteY144" fmla="*/ 1531144 h 1890712"/>
              <a:gd name="connsiteX145" fmla="*/ 2090738 w 2543175"/>
              <a:gd name="connsiteY145" fmla="*/ 1538287 h 1890712"/>
              <a:gd name="connsiteX146" fmla="*/ 2109788 w 2543175"/>
              <a:gd name="connsiteY146" fmla="*/ 1547812 h 1890712"/>
              <a:gd name="connsiteX147" fmla="*/ 2131219 w 2543175"/>
              <a:gd name="connsiteY147" fmla="*/ 1562100 h 1890712"/>
              <a:gd name="connsiteX148" fmla="*/ 2140744 w 2543175"/>
              <a:gd name="connsiteY148" fmla="*/ 1566862 h 1890712"/>
              <a:gd name="connsiteX149" fmla="*/ 2152650 w 2543175"/>
              <a:gd name="connsiteY149" fmla="*/ 1576387 h 1890712"/>
              <a:gd name="connsiteX150" fmla="*/ 2181225 w 2543175"/>
              <a:gd name="connsiteY150" fmla="*/ 1590675 h 1890712"/>
              <a:gd name="connsiteX151" fmla="*/ 2200275 w 2543175"/>
              <a:gd name="connsiteY151" fmla="*/ 1607344 h 1890712"/>
              <a:gd name="connsiteX152" fmla="*/ 2207419 w 2543175"/>
              <a:gd name="connsiteY152" fmla="*/ 1612106 h 1890712"/>
              <a:gd name="connsiteX153" fmla="*/ 2216944 w 2543175"/>
              <a:gd name="connsiteY153" fmla="*/ 1619250 h 1890712"/>
              <a:gd name="connsiteX154" fmla="*/ 2224088 w 2543175"/>
              <a:gd name="connsiteY154" fmla="*/ 1624012 h 1890712"/>
              <a:gd name="connsiteX155" fmla="*/ 2247900 w 2543175"/>
              <a:gd name="connsiteY155" fmla="*/ 1643062 h 1890712"/>
              <a:gd name="connsiteX156" fmla="*/ 2255044 w 2543175"/>
              <a:gd name="connsiteY156" fmla="*/ 1650206 h 1890712"/>
              <a:gd name="connsiteX157" fmla="*/ 2281238 w 2543175"/>
              <a:gd name="connsiteY157" fmla="*/ 1664494 h 1890712"/>
              <a:gd name="connsiteX158" fmla="*/ 2297907 w 2543175"/>
              <a:gd name="connsiteY158" fmla="*/ 1674019 h 1890712"/>
              <a:gd name="connsiteX159" fmla="*/ 2312194 w 2543175"/>
              <a:gd name="connsiteY159" fmla="*/ 1685925 h 1890712"/>
              <a:gd name="connsiteX160" fmla="*/ 2328863 w 2543175"/>
              <a:gd name="connsiteY160" fmla="*/ 1697831 h 1890712"/>
              <a:gd name="connsiteX161" fmla="*/ 2350294 w 2543175"/>
              <a:gd name="connsiteY161" fmla="*/ 1712119 h 1890712"/>
              <a:gd name="connsiteX162" fmla="*/ 2369344 w 2543175"/>
              <a:gd name="connsiteY162" fmla="*/ 1724025 h 1890712"/>
              <a:gd name="connsiteX163" fmla="*/ 2428876 w 2543175"/>
              <a:gd name="connsiteY163" fmla="*/ 1785938 h 1890712"/>
              <a:gd name="connsiteX164" fmla="*/ 2466975 w 2543175"/>
              <a:gd name="connsiteY164" fmla="*/ 1783556 h 1890712"/>
              <a:gd name="connsiteX165" fmla="*/ 2481263 w 2543175"/>
              <a:gd name="connsiteY165" fmla="*/ 1795462 h 1890712"/>
              <a:gd name="connsiteX166" fmla="*/ 2486025 w 2543175"/>
              <a:gd name="connsiteY166" fmla="*/ 1802606 h 1890712"/>
              <a:gd name="connsiteX167" fmla="*/ 2514600 w 2543175"/>
              <a:gd name="connsiteY167" fmla="*/ 1850231 h 1890712"/>
              <a:gd name="connsiteX168" fmla="*/ 2519363 w 2543175"/>
              <a:gd name="connsiteY168" fmla="*/ 1857375 h 1890712"/>
              <a:gd name="connsiteX169" fmla="*/ 2540794 w 2543175"/>
              <a:gd name="connsiteY169" fmla="*/ 1883569 h 1890712"/>
              <a:gd name="connsiteX170" fmla="*/ 2543175 w 2543175"/>
              <a:gd name="connsiteY17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54807 w 2543175"/>
              <a:gd name="connsiteY25" fmla="*/ 247650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73982 w 2543175"/>
              <a:gd name="connsiteY96" fmla="*/ 997744 h 1890712"/>
              <a:gd name="connsiteX97" fmla="*/ 1388269 w 2543175"/>
              <a:gd name="connsiteY97" fmla="*/ 1007269 h 1890712"/>
              <a:gd name="connsiteX98" fmla="*/ 1414463 w 2543175"/>
              <a:gd name="connsiteY98" fmla="*/ 1019175 h 1890712"/>
              <a:gd name="connsiteX99" fmla="*/ 1428750 w 2543175"/>
              <a:gd name="connsiteY99" fmla="*/ 1026319 h 1890712"/>
              <a:gd name="connsiteX100" fmla="*/ 1471613 w 2543175"/>
              <a:gd name="connsiteY100" fmla="*/ 1059656 h 1890712"/>
              <a:gd name="connsiteX101" fmla="*/ 1495425 w 2543175"/>
              <a:gd name="connsiteY101" fmla="*/ 1088231 h 1890712"/>
              <a:gd name="connsiteX102" fmla="*/ 1547812 w 2543175"/>
              <a:gd name="connsiteY102" fmla="*/ 1133475 h 1890712"/>
              <a:gd name="connsiteX103" fmla="*/ 1597819 w 2543175"/>
              <a:gd name="connsiteY103" fmla="*/ 1154906 h 1890712"/>
              <a:gd name="connsiteX104" fmla="*/ 1604963 w 2543175"/>
              <a:gd name="connsiteY104" fmla="*/ 1162050 h 1890712"/>
              <a:gd name="connsiteX105" fmla="*/ 1612107 w 2543175"/>
              <a:gd name="connsiteY105" fmla="*/ 1166812 h 1890712"/>
              <a:gd name="connsiteX106" fmla="*/ 1628775 w 2543175"/>
              <a:gd name="connsiteY106" fmla="*/ 1183481 h 1890712"/>
              <a:gd name="connsiteX107" fmla="*/ 1662113 w 2543175"/>
              <a:gd name="connsiteY107" fmla="*/ 1209675 h 1890712"/>
              <a:gd name="connsiteX108" fmla="*/ 1678782 w 2543175"/>
              <a:gd name="connsiteY108" fmla="*/ 1226344 h 1890712"/>
              <a:gd name="connsiteX109" fmla="*/ 1700213 w 2543175"/>
              <a:gd name="connsiteY109" fmla="*/ 1247775 h 1890712"/>
              <a:gd name="connsiteX110" fmla="*/ 1712119 w 2543175"/>
              <a:gd name="connsiteY110" fmla="*/ 1259681 h 1890712"/>
              <a:gd name="connsiteX111" fmla="*/ 1733550 w 2543175"/>
              <a:gd name="connsiteY111" fmla="*/ 1273969 h 1890712"/>
              <a:gd name="connsiteX112" fmla="*/ 1743075 w 2543175"/>
              <a:gd name="connsiteY112" fmla="*/ 1283494 h 1890712"/>
              <a:gd name="connsiteX113" fmla="*/ 1754982 w 2543175"/>
              <a:gd name="connsiteY113" fmla="*/ 1290637 h 1890712"/>
              <a:gd name="connsiteX114" fmla="*/ 1766888 w 2543175"/>
              <a:gd name="connsiteY114" fmla="*/ 1300162 h 1890712"/>
              <a:gd name="connsiteX115" fmla="*/ 1783557 w 2543175"/>
              <a:gd name="connsiteY115" fmla="*/ 1307306 h 1890712"/>
              <a:gd name="connsiteX116" fmla="*/ 1790700 w 2543175"/>
              <a:gd name="connsiteY116" fmla="*/ 1312069 h 1890712"/>
              <a:gd name="connsiteX117" fmla="*/ 1800225 w 2543175"/>
              <a:gd name="connsiteY117" fmla="*/ 1319212 h 1890712"/>
              <a:gd name="connsiteX118" fmla="*/ 1807369 w 2543175"/>
              <a:gd name="connsiteY118" fmla="*/ 1321594 h 1890712"/>
              <a:gd name="connsiteX119" fmla="*/ 1824038 w 2543175"/>
              <a:gd name="connsiteY119" fmla="*/ 1333500 h 1890712"/>
              <a:gd name="connsiteX120" fmla="*/ 1843088 w 2543175"/>
              <a:gd name="connsiteY120" fmla="*/ 1352550 h 1890712"/>
              <a:gd name="connsiteX121" fmla="*/ 1852613 w 2543175"/>
              <a:gd name="connsiteY121" fmla="*/ 1359694 h 1890712"/>
              <a:gd name="connsiteX122" fmla="*/ 1859757 w 2543175"/>
              <a:gd name="connsiteY122" fmla="*/ 1366837 h 1890712"/>
              <a:gd name="connsiteX123" fmla="*/ 1869282 w 2543175"/>
              <a:gd name="connsiteY123" fmla="*/ 1371600 h 1890712"/>
              <a:gd name="connsiteX124" fmla="*/ 1883569 w 2543175"/>
              <a:gd name="connsiteY124" fmla="*/ 1388269 h 1890712"/>
              <a:gd name="connsiteX125" fmla="*/ 1893094 w 2543175"/>
              <a:gd name="connsiteY125" fmla="*/ 1395412 h 1890712"/>
              <a:gd name="connsiteX126" fmla="*/ 1902619 w 2543175"/>
              <a:gd name="connsiteY126" fmla="*/ 1404937 h 1890712"/>
              <a:gd name="connsiteX127" fmla="*/ 1912144 w 2543175"/>
              <a:gd name="connsiteY127" fmla="*/ 1409700 h 1890712"/>
              <a:gd name="connsiteX128" fmla="*/ 1931194 w 2543175"/>
              <a:gd name="connsiteY128" fmla="*/ 1421606 h 1890712"/>
              <a:gd name="connsiteX129" fmla="*/ 1935957 w 2543175"/>
              <a:gd name="connsiteY129" fmla="*/ 1428750 h 1890712"/>
              <a:gd name="connsiteX130" fmla="*/ 1952625 w 2543175"/>
              <a:gd name="connsiteY130" fmla="*/ 1438275 h 1890712"/>
              <a:gd name="connsiteX131" fmla="*/ 1971675 w 2543175"/>
              <a:gd name="connsiteY131" fmla="*/ 1450181 h 1890712"/>
              <a:gd name="connsiteX132" fmla="*/ 1981200 w 2543175"/>
              <a:gd name="connsiteY132" fmla="*/ 1454944 h 1890712"/>
              <a:gd name="connsiteX133" fmla="*/ 1997869 w 2543175"/>
              <a:gd name="connsiteY133" fmla="*/ 1471612 h 1890712"/>
              <a:gd name="connsiteX134" fmla="*/ 2007394 w 2543175"/>
              <a:gd name="connsiteY134" fmla="*/ 1478756 h 1890712"/>
              <a:gd name="connsiteX135" fmla="*/ 2016919 w 2543175"/>
              <a:gd name="connsiteY135" fmla="*/ 1483519 h 1890712"/>
              <a:gd name="connsiteX136" fmla="*/ 2024063 w 2543175"/>
              <a:gd name="connsiteY136" fmla="*/ 1490662 h 1890712"/>
              <a:gd name="connsiteX137" fmla="*/ 2033588 w 2543175"/>
              <a:gd name="connsiteY137" fmla="*/ 1495425 h 1890712"/>
              <a:gd name="connsiteX138" fmla="*/ 2040732 w 2543175"/>
              <a:gd name="connsiteY138" fmla="*/ 1502569 h 1890712"/>
              <a:gd name="connsiteX139" fmla="*/ 2047875 w 2543175"/>
              <a:gd name="connsiteY139" fmla="*/ 1507331 h 1890712"/>
              <a:gd name="connsiteX140" fmla="*/ 2057400 w 2543175"/>
              <a:gd name="connsiteY140" fmla="*/ 1514475 h 1890712"/>
              <a:gd name="connsiteX141" fmla="*/ 2064544 w 2543175"/>
              <a:gd name="connsiteY141" fmla="*/ 1519237 h 1890712"/>
              <a:gd name="connsiteX142" fmla="*/ 2071688 w 2543175"/>
              <a:gd name="connsiteY142" fmla="*/ 1526381 h 1890712"/>
              <a:gd name="connsiteX143" fmla="*/ 2081213 w 2543175"/>
              <a:gd name="connsiteY143" fmla="*/ 1531144 h 1890712"/>
              <a:gd name="connsiteX144" fmla="*/ 2090738 w 2543175"/>
              <a:gd name="connsiteY144" fmla="*/ 1538287 h 1890712"/>
              <a:gd name="connsiteX145" fmla="*/ 2109788 w 2543175"/>
              <a:gd name="connsiteY145" fmla="*/ 1547812 h 1890712"/>
              <a:gd name="connsiteX146" fmla="*/ 2131219 w 2543175"/>
              <a:gd name="connsiteY146" fmla="*/ 1562100 h 1890712"/>
              <a:gd name="connsiteX147" fmla="*/ 2140744 w 2543175"/>
              <a:gd name="connsiteY147" fmla="*/ 1566862 h 1890712"/>
              <a:gd name="connsiteX148" fmla="*/ 2152650 w 2543175"/>
              <a:gd name="connsiteY148" fmla="*/ 1576387 h 1890712"/>
              <a:gd name="connsiteX149" fmla="*/ 2181225 w 2543175"/>
              <a:gd name="connsiteY149" fmla="*/ 1590675 h 1890712"/>
              <a:gd name="connsiteX150" fmla="*/ 2200275 w 2543175"/>
              <a:gd name="connsiteY150" fmla="*/ 1607344 h 1890712"/>
              <a:gd name="connsiteX151" fmla="*/ 2207419 w 2543175"/>
              <a:gd name="connsiteY151" fmla="*/ 1612106 h 1890712"/>
              <a:gd name="connsiteX152" fmla="*/ 2216944 w 2543175"/>
              <a:gd name="connsiteY152" fmla="*/ 1619250 h 1890712"/>
              <a:gd name="connsiteX153" fmla="*/ 2224088 w 2543175"/>
              <a:gd name="connsiteY153" fmla="*/ 1624012 h 1890712"/>
              <a:gd name="connsiteX154" fmla="*/ 2247900 w 2543175"/>
              <a:gd name="connsiteY154" fmla="*/ 1643062 h 1890712"/>
              <a:gd name="connsiteX155" fmla="*/ 2255044 w 2543175"/>
              <a:gd name="connsiteY155" fmla="*/ 1650206 h 1890712"/>
              <a:gd name="connsiteX156" fmla="*/ 2281238 w 2543175"/>
              <a:gd name="connsiteY156" fmla="*/ 1664494 h 1890712"/>
              <a:gd name="connsiteX157" fmla="*/ 2297907 w 2543175"/>
              <a:gd name="connsiteY157" fmla="*/ 1674019 h 1890712"/>
              <a:gd name="connsiteX158" fmla="*/ 2312194 w 2543175"/>
              <a:gd name="connsiteY158" fmla="*/ 1685925 h 1890712"/>
              <a:gd name="connsiteX159" fmla="*/ 2328863 w 2543175"/>
              <a:gd name="connsiteY159" fmla="*/ 1697831 h 1890712"/>
              <a:gd name="connsiteX160" fmla="*/ 2350294 w 2543175"/>
              <a:gd name="connsiteY160" fmla="*/ 1712119 h 1890712"/>
              <a:gd name="connsiteX161" fmla="*/ 2369344 w 2543175"/>
              <a:gd name="connsiteY161" fmla="*/ 1724025 h 1890712"/>
              <a:gd name="connsiteX162" fmla="*/ 2428876 w 2543175"/>
              <a:gd name="connsiteY162" fmla="*/ 1785938 h 1890712"/>
              <a:gd name="connsiteX163" fmla="*/ 2466975 w 2543175"/>
              <a:gd name="connsiteY163" fmla="*/ 1783556 h 1890712"/>
              <a:gd name="connsiteX164" fmla="*/ 2481263 w 2543175"/>
              <a:gd name="connsiteY164" fmla="*/ 1795462 h 1890712"/>
              <a:gd name="connsiteX165" fmla="*/ 2486025 w 2543175"/>
              <a:gd name="connsiteY165" fmla="*/ 1802606 h 1890712"/>
              <a:gd name="connsiteX166" fmla="*/ 2514600 w 2543175"/>
              <a:gd name="connsiteY166" fmla="*/ 1850231 h 1890712"/>
              <a:gd name="connsiteX167" fmla="*/ 2519363 w 2543175"/>
              <a:gd name="connsiteY167" fmla="*/ 1857375 h 1890712"/>
              <a:gd name="connsiteX168" fmla="*/ 2540794 w 2543175"/>
              <a:gd name="connsiteY168" fmla="*/ 1883569 h 1890712"/>
              <a:gd name="connsiteX169" fmla="*/ 2543175 w 2543175"/>
              <a:gd name="connsiteY16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73982 w 2543175"/>
              <a:gd name="connsiteY96" fmla="*/ 997744 h 1890712"/>
              <a:gd name="connsiteX97" fmla="*/ 1388269 w 2543175"/>
              <a:gd name="connsiteY97" fmla="*/ 1007269 h 1890712"/>
              <a:gd name="connsiteX98" fmla="*/ 1414463 w 2543175"/>
              <a:gd name="connsiteY98" fmla="*/ 1019175 h 1890712"/>
              <a:gd name="connsiteX99" fmla="*/ 1428750 w 2543175"/>
              <a:gd name="connsiteY99" fmla="*/ 1026319 h 1890712"/>
              <a:gd name="connsiteX100" fmla="*/ 1471613 w 2543175"/>
              <a:gd name="connsiteY100" fmla="*/ 1059656 h 1890712"/>
              <a:gd name="connsiteX101" fmla="*/ 1495425 w 2543175"/>
              <a:gd name="connsiteY101" fmla="*/ 1088231 h 1890712"/>
              <a:gd name="connsiteX102" fmla="*/ 1547812 w 2543175"/>
              <a:gd name="connsiteY102" fmla="*/ 1133475 h 1890712"/>
              <a:gd name="connsiteX103" fmla="*/ 1597819 w 2543175"/>
              <a:gd name="connsiteY103" fmla="*/ 1154906 h 1890712"/>
              <a:gd name="connsiteX104" fmla="*/ 1604963 w 2543175"/>
              <a:gd name="connsiteY104" fmla="*/ 1162050 h 1890712"/>
              <a:gd name="connsiteX105" fmla="*/ 1612107 w 2543175"/>
              <a:gd name="connsiteY105" fmla="*/ 1166812 h 1890712"/>
              <a:gd name="connsiteX106" fmla="*/ 1628775 w 2543175"/>
              <a:gd name="connsiteY106" fmla="*/ 1183481 h 1890712"/>
              <a:gd name="connsiteX107" fmla="*/ 1662113 w 2543175"/>
              <a:gd name="connsiteY107" fmla="*/ 1209675 h 1890712"/>
              <a:gd name="connsiteX108" fmla="*/ 1678782 w 2543175"/>
              <a:gd name="connsiteY108" fmla="*/ 1226344 h 1890712"/>
              <a:gd name="connsiteX109" fmla="*/ 1700213 w 2543175"/>
              <a:gd name="connsiteY109" fmla="*/ 1247775 h 1890712"/>
              <a:gd name="connsiteX110" fmla="*/ 1712119 w 2543175"/>
              <a:gd name="connsiteY110" fmla="*/ 1259681 h 1890712"/>
              <a:gd name="connsiteX111" fmla="*/ 1733550 w 2543175"/>
              <a:gd name="connsiteY111" fmla="*/ 1273969 h 1890712"/>
              <a:gd name="connsiteX112" fmla="*/ 1743075 w 2543175"/>
              <a:gd name="connsiteY112" fmla="*/ 1283494 h 1890712"/>
              <a:gd name="connsiteX113" fmla="*/ 1754982 w 2543175"/>
              <a:gd name="connsiteY113" fmla="*/ 1290637 h 1890712"/>
              <a:gd name="connsiteX114" fmla="*/ 1766888 w 2543175"/>
              <a:gd name="connsiteY114" fmla="*/ 1300162 h 1890712"/>
              <a:gd name="connsiteX115" fmla="*/ 1783557 w 2543175"/>
              <a:gd name="connsiteY115" fmla="*/ 1307306 h 1890712"/>
              <a:gd name="connsiteX116" fmla="*/ 1790700 w 2543175"/>
              <a:gd name="connsiteY116" fmla="*/ 1312069 h 1890712"/>
              <a:gd name="connsiteX117" fmla="*/ 1800225 w 2543175"/>
              <a:gd name="connsiteY117" fmla="*/ 1319212 h 1890712"/>
              <a:gd name="connsiteX118" fmla="*/ 1807369 w 2543175"/>
              <a:gd name="connsiteY118" fmla="*/ 1321594 h 1890712"/>
              <a:gd name="connsiteX119" fmla="*/ 1824038 w 2543175"/>
              <a:gd name="connsiteY119" fmla="*/ 1333500 h 1890712"/>
              <a:gd name="connsiteX120" fmla="*/ 1843088 w 2543175"/>
              <a:gd name="connsiteY120" fmla="*/ 1352550 h 1890712"/>
              <a:gd name="connsiteX121" fmla="*/ 1852613 w 2543175"/>
              <a:gd name="connsiteY121" fmla="*/ 1359694 h 1890712"/>
              <a:gd name="connsiteX122" fmla="*/ 1859757 w 2543175"/>
              <a:gd name="connsiteY122" fmla="*/ 1366837 h 1890712"/>
              <a:gd name="connsiteX123" fmla="*/ 1869282 w 2543175"/>
              <a:gd name="connsiteY123" fmla="*/ 1371600 h 1890712"/>
              <a:gd name="connsiteX124" fmla="*/ 1883569 w 2543175"/>
              <a:gd name="connsiteY124" fmla="*/ 1388269 h 1890712"/>
              <a:gd name="connsiteX125" fmla="*/ 1893094 w 2543175"/>
              <a:gd name="connsiteY125" fmla="*/ 1395412 h 1890712"/>
              <a:gd name="connsiteX126" fmla="*/ 1902619 w 2543175"/>
              <a:gd name="connsiteY126" fmla="*/ 1404937 h 1890712"/>
              <a:gd name="connsiteX127" fmla="*/ 1912144 w 2543175"/>
              <a:gd name="connsiteY127" fmla="*/ 1409700 h 1890712"/>
              <a:gd name="connsiteX128" fmla="*/ 1931194 w 2543175"/>
              <a:gd name="connsiteY128" fmla="*/ 1421606 h 1890712"/>
              <a:gd name="connsiteX129" fmla="*/ 1935957 w 2543175"/>
              <a:gd name="connsiteY129" fmla="*/ 1428750 h 1890712"/>
              <a:gd name="connsiteX130" fmla="*/ 1952625 w 2543175"/>
              <a:gd name="connsiteY130" fmla="*/ 1438275 h 1890712"/>
              <a:gd name="connsiteX131" fmla="*/ 1971675 w 2543175"/>
              <a:gd name="connsiteY131" fmla="*/ 1450181 h 1890712"/>
              <a:gd name="connsiteX132" fmla="*/ 1981200 w 2543175"/>
              <a:gd name="connsiteY132" fmla="*/ 1454944 h 1890712"/>
              <a:gd name="connsiteX133" fmla="*/ 1997869 w 2543175"/>
              <a:gd name="connsiteY133" fmla="*/ 1471612 h 1890712"/>
              <a:gd name="connsiteX134" fmla="*/ 2007394 w 2543175"/>
              <a:gd name="connsiteY134" fmla="*/ 1478756 h 1890712"/>
              <a:gd name="connsiteX135" fmla="*/ 2016919 w 2543175"/>
              <a:gd name="connsiteY135" fmla="*/ 1483519 h 1890712"/>
              <a:gd name="connsiteX136" fmla="*/ 2024063 w 2543175"/>
              <a:gd name="connsiteY136" fmla="*/ 1490662 h 1890712"/>
              <a:gd name="connsiteX137" fmla="*/ 2033588 w 2543175"/>
              <a:gd name="connsiteY137" fmla="*/ 1495425 h 1890712"/>
              <a:gd name="connsiteX138" fmla="*/ 2040732 w 2543175"/>
              <a:gd name="connsiteY138" fmla="*/ 1502569 h 1890712"/>
              <a:gd name="connsiteX139" fmla="*/ 2047875 w 2543175"/>
              <a:gd name="connsiteY139" fmla="*/ 1507331 h 1890712"/>
              <a:gd name="connsiteX140" fmla="*/ 2057400 w 2543175"/>
              <a:gd name="connsiteY140" fmla="*/ 1514475 h 1890712"/>
              <a:gd name="connsiteX141" fmla="*/ 2064544 w 2543175"/>
              <a:gd name="connsiteY141" fmla="*/ 1519237 h 1890712"/>
              <a:gd name="connsiteX142" fmla="*/ 2071688 w 2543175"/>
              <a:gd name="connsiteY142" fmla="*/ 1526381 h 1890712"/>
              <a:gd name="connsiteX143" fmla="*/ 2081213 w 2543175"/>
              <a:gd name="connsiteY143" fmla="*/ 1531144 h 1890712"/>
              <a:gd name="connsiteX144" fmla="*/ 2090738 w 2543175"/>
              <a:gd name="connsiteY144" fmla="*/ 1538287 h 1890712"/>
              <a:gd name="connsiteX145" fmla="*/ 2109788 w 2543175"/>
              <a:gd name="connsiteY145" fmla="*/ 1547812 h 1890712"/>
              <a:gd name="connsiteX146" fmla="*/ 2131219 w 2543175"/>
              <a:gd name="connsiteY146" fmla="*/ 1562100 h 1890712"/>
              <a:gd name="connsiteX147" fmla="*/ 2140744 w 2543175"/>
              <a:gd name="connsiteY147" fmla="*/ 1566862 h 1890712"/>
              <a:gd name="connsiteX148" fmla="*/ 2152650 w 2543175"/>
              <a:gd name="connsiteY148" fmla="*/ 1576387 h 1890712"/>
              <a:gd name="connsiteX149" fmla="*/ 2181225 w 2543175"/>
              <a:gd name="connsiteY149" fmla="*/ 1590675 h 1890712"/>
              <a:gd name="connsiteX150" fmla="*/ 2200275 w 2543175"/>
              <a:gd name="connsiteY150" fmla="*/ 1607344 h 1890712"/>
              <a:gd name="connsiteX151" fmla="*/ 2207419 w 2543175"/>
              <a:gd name="connsiteY151" fmla="*/ 1612106 h 1890712"/>
              <a:gd name="connsiteX152" fmla="*/ 2216944 w 2543175"/>
              <a:gd name="connsiteY152" fmla="*/ 1619250 h 1890712"/>
              <a:gd name="connsiteX153" fmla="*/ 2224088 w 2543175"/>
              <a:gd name="connsiteY153" fmla="*/ 1624012 h 1890712"/>
              <a:gd name="connsiteX154" fmla="*/ 2247900 w 2543175"/>
              <a:gd name="connsiteY154" fmla="*/ 1643062 h 1890712"/>
              <a:gd name="connsiteX155" fmla="*/ 2255044 w 2543175"/>
              <a:gd name="connsiteY155" fmla="*/ 1650206 h 1890712"/>
              <a:gd name="connsiteX156" fmla="*/ 2281238 w 2543175"/>
              <a:gd name="connsiteY156" fmla="*/ 1664494 h 1890712"/>
              <a:gd name="connsiteX157" fmla="*/ 2297907 w 2543175"/>
              <a:gd name="connsiteY157" fmla="*/ 1674019 h 1890712"/>
              <a:gd name="connsiteX158" fmla="*/ 2312194 w 2543175"/>
              <a:gd name="connsiteY158" fmla="*/ 1685925 h 1890712"/>
              <a:gd name="connsiteX159" fmla="*/ 2328863 w 2543175"/>
              <a:gd name="connsiteY159" fmla="*/ 1697831 h 1890712"/>
              <a:gd name="connsiteX160" fmla="*/ 2350294 w 2543175"/>
              <a:gd name="connsiteY160" fmla="*/ 1712119 h 1890712"/>
              <a:gd name="connsiteX161" fmla="*/ 2369344 w 2543175"/>
              <a:gd name="connsiteY161" fmla="*/ 1724025 h 1890712"/>
              <a:gd name="connsiteX162" fmla="*/ 2428876 w 2543175"/>
              <a:gd name="connsiteY162" fmla="*/ 1785938 h 1890712"/>
              <a:gd name="connsiteX163" fmla="*/ 2466975 w 2543175"/>
              <a:gd name="connsiteY163" fmla="*/ 1783556 h 1890712"/>
              <a:gd name="connsiteX164" fmla="*/ 2481263 w 2543175"/>
              <a:gd name="connsiteY164" fmla="*/ 1795462 h 1890712"/>
              <a:gd name="connsiteX165" fmla="*/ 2486025 w 2543175"/>
              <a:gd name="connsiteY165" fmla="*/ 1802606 h 1890712"/>
              <a:gd name="connsiteX166" fmla="*/ 2514600 w 2543175"/>
              <a:gd name="connsiteY166" fmla="*/ 1850231 h 1890712"/>
              <a:gd name="connsiteX167" fmla="*/ 2519363 w 2543175"/>
              <a:gd name="connsiteY167" fmla="*/ 1857375 h 1890712"/>
              <a:gd name="connsiteX168" fmla="*/ 2540794 w 2543175"/>
              <a:gd name="connsiteY168" fmla="*/ 1883569 h 1890712"/>
              <a:gd name="connsiteX169" fmla="*/ 2543175 w 2543175"/>
              <a:gd name="connsiteY16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73982 w 2543175"/>
              <a:gd name="connsiteY96" fmla="*/ 997744 h 1890712"/>
              <a:gd name="connsiteX97" fmla="*/ 1388269 w 2543175"/>
              <a:gd name="connsiteY97" fmla="*/ 1007269 h 1890712"/>
              <a:gd name="connsiteX98" fmla="*/ 1414463 w 2543175"/>
              <a:gd name="connsiteY98" fmla="*/ 1019175 h 1890712"/>
              <a:gd name="connsiteX99" fmla="*/ 1435894 w 2543175"/>
              <a:gd name="connsiteY99" fmla="*/ 1054894 h 1890712"/>
              <a:gd name="connsiteX100" fmla="*/ 1471613 w 2543175"/>
              <a:gd name="connsiteY100" fmla="*/ 1059656 h 1890712"/>
              <a:gd name="connsiteX101" fmla="*/ 1495425 w 2543175"/>
              <a:gd name="connsiteY101" fmla="*/ 1088231 h 1890712"/>
              <a:gd name="connsiteX102" fmla="*/ 1547812 w 2543175"/>
              <a:gd name="connsiteY102" fmla="*/ 1133475 h 1890712"/>
              <a:gd name="connsiteX103" fmla="*/ 1597819 w 2543175"/>
              <a:gd name="connsiteY103" fmla="*/ 1154906 h 1890712"/>
              <a:gd name="connsiteX104" fmla="*/ 1604963 w 2543175"/>
              <a:gd name="connsiteY104" fmla="*/ 1162050 h 1890712"/>
              <a:gd name="connsiteX105" fmla="*/ 1612107 w 2543175"/>
              <a:gd name="connsiteY105" fmla="*/ 1166812 h 1890712"/>
              <a:gd name="connsiteX106" fmla="*/ 1628775 w 2543175"/>
              <a:gd name="connsiteY106" fmla="*/ 1183481 h 1890712"/>
              <a:gd name="connsiteX107" fmla="*/ 1662113 w 2543175"/>
              <a:gd name="connsiteY107" fmla="*/ 1209675 h 1890712"/>
              <a:gd name="connsiteX108" fmla="*/ 1678782 w 2543175"/>
              <a:gd name="connsiteY108" fmla="*/ 1226344 h 1890712"/>
              <a:gd name="connsiteX109" fmla="*/ 1700213 w 2543175"/>
              <a:gd name="connsiteY109" fmla="*/ 1247775 h 1890712"/>
              <a:gd name="connsiteX110" fmla="*/ 1712119 w 2543175"/>
              <a:gd name="connsiteY110" fmla="*/ 1259681 h 1890712"/>
              <a:gd name="connsiteX111" fmla="*/ 1733550 w 2543175"/>
              <a:gd name="connsiteY111" fmla="*/ 1273969 h 1890712"/>
              <a:gd name="connsiteX112" fmla="*/ 1743075 w 2543175"/>
              <a:gd name="connsiteY112" fmla="*/ 1283494 h 1890712"/>
              <a:gd name="connsiteX113" fmla="*/ 1754982 w 2543175"/>
              <a:gd name="connsiteY113" fmla="*/ 1290637 h 1890712"/>
              <a:gd name="connsiteX114" fmla="*/ 1766888 w 2543175"/>
              <a:gd name="connsiteY114" fmla="*/ 1300162 h 1890712"/>
              <a:gd name="connsiteX115" fmla="*/ 1783557 w 2543175"/>
              <a:gd name="connsiteY115" fmla="*/ 1307306 h 1890712"/>
              <a:gd name="connsiteX116" fmla="*/ 1790700 w 2543175"/>
              <a:gd name="connsiteY116" fmla="*/ 1312069 h 1890712"/>
              <a:gd name="connsiteX117" fmla="*/ 1800225 w 2543175"/>
              <a:gd name="connsiteY117" fmla="*/ 1319212 h 1890712"/>
              <a:gd name="connsiteX118" fmla="*/ 1807369 w 2543175"/>
              <a:gd name="connsiteY118" fmla="*/ 1321594 h 1890712"/>
              <a:gd name="connsiteX119" fmla="*/ 1824038 w 2543175"/>
              <a:gd name="connsiteY119" fmla="*/ 1333500 h 1890712"/>
              <a:gd name="connsiteX120" fmla="*/ 1843088 w 2543175"/>
              <a:gd name="connsiteY120" fmla="*/ 1352550 h 1890712"/>
              <a:gd name="connsiteX121" fmla="*/ 1852613 w 2543175"/>
              <a:gd name="connsiteY121" fmla="*/ 1359694 h 1890712"/>
              <a:gd name="connsiteX122" fmla="*/ 1859757 w 2543175"/>
              <a:gd name="connsiteY122" fmla="*/ 1366837 h 1890712"/>
              <a:gd name="connsiteX123" fmla="*/ 1869282 w 2543175"/>
              <a:gd name="connsiteY123" fmla="*/ 1371600 h 1890712"/>
              <a:gd name="connsiteX124" fmla="*/ 1883569 w 2543175"/>
              <a:gd name="connsiteY124" fmla="*/ 1388269 h 1890712"/>
              <a:gd name="connsiteX125" fmla="*/ 1893094 w 2543175"/>
              <a:gd name="connsiteY125" fmla="*/ 1395412 h 1890712"/>
              <a:gd name="connsiteX126" fmla="*/ 1902619 w 2543175"/>
              <a:gd name="connsiteY126" fmla="*/ 1404937 h 1890712"/>
              <a:gd name="connsiteX127" fmla="*/ 1912144 w 2543175"/>
              <a:gd name="connsiteY127" fmla="*/ 1409700 h 1890712"/>
              <a:gd name="connsiteX128" fmla="*/ 1931194 w 2543175"/>
              <a:gd name="connsiteY128" fmla="*/ 1421606 h 1890712"/>
              <a:gd name="connsiteX129" fmla="*/ 1935957 w 2543175"/>
              <a:gd name="connsiteY129" fmla="*/ 1428750 h 1890712"/>
              <a:gd name="connsiteX130" fmla="*/ 1952625 w 2543175"/>
              <a:gd name="connsiteY130" fmla="*/ 1438275 h 1890712"/>
              <a:gd name="connsiteX131" fmla="*/ 1971675 w 2543175"/>
              <a:gd name="connsiteY131" fmla="*/ 1450181 h 1890712"/>
              <a:gd name="connsiteX132" fmla="*/ 1981200 w 2543175"/>
              <a:gd name="connsiteY132" fmla="*/ 1454944 h 1890712"/>
              <a:gd name="connsiteX133" fmla="*/ 1997869 w 2543175"/>
              <a:gd name="connsiteY133" fmla="*/ 1471612 h 1890712"/>
              <a:gd name="connsiteX134" fmla="*/ 2007394 w 2543175"/>
              <a:gd name="connsiteY134" fmla="*/ 1478756 h 1890712"/>
              <a:gd name="connsiteX135" fmla="*/ 2016919 w 2543175"/>
              <a:gd name="connsiteY135" fmla="*/ 1483519 h 1890712"/>
              <a:gd name="connsiteX136" fmla="*/ 2024063 w 2543175"/>
              <a:gd name="connsiteY136" fmla="*/ 1490662 h 1890712"/>
              <a:gd name="connsiteX137" fmla="*/ 2033588 w 2543175"/>
              <a:gd name="connsiteY137" fmla="*/ 1495425 h 1890712"/>
              <a:gd name="connsiteX138" fmla="*/ 2040732 w 2543175"/>
              <a:gd name="connsiteY138" fmla="*/ 1502569 h 1890712"/>
              <a:gd name="connsiteX139" fmla="*/ 2047875 w 2543175"/>
              <a:gd name="connsiteY139" fmla="*/ 1507331 h 1890712"/>
              <a:gd name="connsiteX140" fmla="*/ 2057400 w 2543175"/>
              <a:gd name="connsiteY140" fmla="*/ 1514475 h 1890712"/>
              <a:gd name="connsiteX141" fmla="*/ 2064544 w 2543175"/>
              <a:gd name="connsiteY141" fmla="*/ 1519237 h 1890712"/>
              <a:gd name="connsiteX142" fmla="*/ 2071688 w 2543175"/>
              <a:gd name="connsiteY142" fmla="*/ 1526381 h 1890712"/>
              <a:gd name="connsiteX143" fmla="*/ 2081213 w 2543175"/>
              <a:gd name="connsiteY143" fmla="*/ 1531144 h 1890712"/>
              <a:gd name="connsiteX144" fmla="*/ 2090738 w 2543175"/>
              <a:gd name="connsiteY144" fmla="*/ 1538287 h 1890712"/>
              <a:gd name="connsiteX145" fmla="*/ 2109788 w 2543175"/>
              <a:gd name="connsiteY145" fmla="*/ 1547812 h 1890712"/>
              <a:gd name="connsiteX146" fmla="*/ 2131219 w 2543175"/>
              <a:gd name="connsiteY146" fmla="*/ 1562100 h 1890712"/>
              <a:gd name="connsiteX147" fmla="*/ 2140744 w 2543175"/>
              <a:gd name="connsiteY147" fmla="*/ 1566862 h 1890712"/>
              <a:gd name="connsiteX148" fmla="*/ 2152650 w 2543175"/>
              <a:gd name="connsiteY148" fmla="*/ 1576387 h 1890712"/>
              <a:gd name="connsiteX149" fmla="*/ 2181225 w 2543175"/>
              <a:gd name="connsiteY149" fmla="*/ 1590675 h 1890712"/>
              <a:gd name="connsiteX150" fmla="*/ 2200275 w 2543175"/>
              <a:gd name="connsiteY150" fmla="*/ 1607344 h 1890712"/>
              <a:gd name="connsiteX151" fmla="*/ 2207419 w 2543175"/>
              <a:gd name="connsiteY151" fmla="*/ 1612106 h 1890712"/>
              <a:gd name="connsiteX152" fmla="*/ 2216944 w 2543175"/>
              <a:gd name="connsiteY152" fmla="*/ 1619250 h 1890712"/>
              <a:gd name="connsiteX153" fmla="*/ 2224088 w 2543175"/>
              <a:gd name="connsiteY153" fmla="*/ 1624012 h 1890712"/>
              <a:gd name="connsiteX154" fmla="*/ 2247900 w 2543175"/>
              <a:gd name="connsiteY154" fmla="*/ 1643062 h 1890712"/>
              <a:gd name="connsiteX155" fmla="*/ 2255044 w 2543175"/>
              <a:gd name="connsiteY155" fmla="*/ 1650206 h 1890712"/>
              <a:gd name="connsiteX156" fmla="*/ 2281238 w 2543175"/>
              <a:gd name="connsiteY156" fmla="*/ 1664494 h 1890712"/>
              <a:gd name="connsiteX157" fmla="*/ 2297907 w 2543175"/>
              <a:gd name="connsiteY157" fmla="*/ 1674019 h 1890712"/>
              <a:gd name="connsiteX158" fmla="*/ 2312194 w 2543175"/>
              <a:gd name="connsiteY158" fmla="*/ 1685925 h 1890712"/>
              <a:gd name="connsiteX159" fmla="*/ 2328863 w 2543175"/>
              <a:gd name="connsiteY159" fmla="*/ 1697831 h 1890712"/>
              <a:gd name="connsiteX160" fmla="*/ 2350294 w 2543175"/>
              <a:gd name="connsiteY160" fmla="*/ 1712119 h 1890712"/>
              <a:gd name="connsiteX161" fmla="*/ 2369344 w 2543175"/>
              <a:gd name="connsiteY161" fmla="*/ 1724025 h 1890712"/>
              <a:gd name="connsiteX162" fmla="*/ 2428876 w 2543175"/>
              <a:gd name="connsiteY162" fmla="*/ 1785938 h 1890712"/>
              <a:gd name="connsiteX163" fmla="*/ 2466975 w 2543175"/>
              <a:gd name="connsiteY163" fmla="*/ 1783556 h 1890712"/>
              <a:gd name="connsiteX164" fmla="*/ 2481263 w 2543175"/>
              <a:gd name="connsiteY164" fmla="*/ 1795462 h 1890712"/>
              <a:gd name="connsiteX165" fmla="*/ 2486025 w 2543175"/>
              <a:gd name="connsiteY165" fmla="*/ 1802606 h 1890712"/>
              <a:gd name="connsiteX166" fmla="*/ 2514600 w 2543175"/>
              <a:gd name="connsiteY166" fmla="*/ 1850231 h 1890712"/>
              <a:gd name="connsiteX167" fmla="*/ 2519363 w 2543175"/>
              <a:gd name="connsiteY167" fmla="*/ 1857375 h 1890712"/>
              <a:gd name="connsiteX168" fmla="*/ 2540794 w 2543175"/>
              <a:gd name="connsiteY168" fmla="*/ 1883569 h 1890712"/>
              <a:gd name="connsiteX169" fmla="*/ 2543175 w 2543175"/>
              <a:gd name="connsiteY16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73982 w 2543175"/>
              <a:gd name="connsiteY96" fmla="*/ 997744 h 1890712"/>
              <a:gd name="connsiteX97" fmla="*/ 1388269 w 2543175"/>
              <a:gd name="connsiteY97" fmla="*/ 1007269 h 1890712"/>
              <a:gd name="connsiteX98" fmla="*/ 1435894 w 2543175"/>
              <a:gd name="connsiteY98" fmla="*/ 1054894 h 1890712"/>
              <a:gd name="connsiteX99" fmla="*/ 1471613 w 2543175"/>
              <a:gd name="connsiteY99" fmla="*/ 1059656 h 1890712"/>
              <a:gd name="connsiteX100" fmla="*/ 1495425 w 2543175"/>
              <a:gd name="connsiteY100" fmla="*/ 1088231 h 1890712"/>
              <a:gd name="connsiteX101" fmla="*/ 1547812 w 2543175"/>
              <a:gd name="connsiteY101" fmla="*/ 1133475 h 1890712"/>
              <a:gd name="connsiteX102" fmla="*/ 1597819 w 2543175"/>
              <a:gd name="connsiteY102" fmla="*/ 1154906 h 1890712"/>
              <a:gd name="connsiteX103" fmla="*/ 1604963 w 2543175"/>
              <a:gd name="connsiteY103" fmla="*/ 1162050 h 1890712"/>
              <a:gd name="connsiteX104" fmla="*/ 1612107 w 2543175"/>
              <a:gd name="connsiteY104" fmla="*/ 1166812 h 1890712"/>
              <a:gd name="connsiteX105" fmla="*/ 1628775 w 2543175"/>
              <a:gd name="connsiteY105" fmla="*/ 1183481 h 1890712"/>
              <a:gd name="connsiteX106" fmla="*/ 1662113 w 2543175"/>
              <a:gd name="connsiteY106" fmla="*/ 1209675 h 1890712"/>
              <a:gd name="connsiteX107" fmla="*/ 1678782 w 2543175"/>
              <a:gd name="connsiteY107" fmla="*/ 1226344 h 1890712"/>
              <a:gd name="connsiteX108" fmla="*/ 1700213 w 2543175"/>
              <a:gd name="connsiteY108" fmla="*/ 1247775 h 1890712"/>
              <a:gd name="connsiteX109" fmla="*/ 1712119 w 2543175"/>
              <a:gd name="connsiteY109" fmla="*/ 1259681 h 1890712"/>
              <a:gd name="connsiteX110" fmla="*/ 1733550 w 2543175"/>
              <a:gd name="connsiteY110" fmla="*/ 1273969 h 1890712"/>
              <a:gd name="connsiteX111" fmla="*/ 1743075 w 2543175"/>
              <a:gd name="connsiteY111" fmla="*/ 1283494 h 1890712"/>
              <a:gd name="connsiteX112" fmla="*/ 1754982 w 2543175"/>
              <a:gd name="connsiteY112" fmla="*/ 1290637 h 1890712"/>
              <a:gd name="connsiteX113" fmla="*/ 1766888 w 2543175"/>
              <a:gd name="connsiteY113" fmla="*/ 1300162 h 1890712"/>
              <a:gd name="connsiteX114" fmla="*/ 1783557 w 2543175"/>
              <a:gd name="connsiteY114" fmla="*/ 1307306 h 1890712"/>
              <a:gd name="connsiteX115" fmla="*/ 1790700 w 2543175"/>
              <a:gd name="connsiteY115" fmla="*/ 1312069 h 1890712"/>
              <a:gd name="connsiteX116" fmla="*/ 1800225 w 2543175"/>
              <a:gd name="connsiteY116" fmla="*/ 1319212 h 1890712"/>
              <a:gd name="connsiteX117" fmla="*/ 1807369 w 2543175"/>
              <a:gd name="connsiteY117" fmla="*/ 1321594 h 1890712"/>
              <a:gd name="connsiteX118" fmla="*/ 1824038 w 2543175"/>
              <a:gd name="connsiteY118" fmla="*/ 1333500 h 1890712"/>
              <a:gd name="connsiteX119" fmla="*/ 1843088 w 2543175"/>
              <a:gd name="connsiteY119" fmla="*/ 1352550 h 1890712"/>
              <a:gd name="connsiteX120" fmla="*/ 1852613 w 2543175"/>
              <a:gd name="connsiteY120" fmla="*/ 1359694 h 1890712"/>
              <a:gd name="connsiteX121" fmla="*/ 1859757 w 2543175"/>
              <a:gd name="connsiteY121" fmla="*/ 1366837 h 1890712"/>
              <a:gd name="connsiteX122" fmla="*/ 1869282 w 2543175"/>
              <a:gd name="connsiteY122" fmla="*/ 1371600 h 1890712"/>
              <a:gd name="connsiteX123" fmla="*/ 1883569 w 2543175"/>
              <a:gd name="connsiteY123" fmla="*/ 1388269 h 1890712"/>
              <a:gd name="connsiteX124" fmla="*/ 1893094 w 2543175"/>
              <a:gd name="connsiteY124" fmla="*/ 1395412 h 1890712"/>
              <a:gd name="connsiteX125" fmla="*/ 1902619 w 2543175"/>
              <a:gd name="connsiteY125" fmla="*/ 1404937 h 1890712"/>
              <a:gd name="connsiteX126" fmla="*/ 1912144 w 2543175"/>
              <a:gd name="connsiteY126" fmla="*/ 1409700 h 1890712"/>
              <a:gd name="connsiteX127" fmla="*/ 1931194 w 2543175"/>
              <a:gd name="connsiteY127" fmla="*/ 1421606 h 1890712"/>
              <a:gd name="connsiteX128" fmla="*/ 1935957 w 2543175"/>
              <a:gd name="connsiteY128" fmla="*/ 1428750 h 1890712"/>
              <a:gd name="connsiteX129" fmla="*/ 1952625 w 2543175"/>
              <a:gd name="connsiteY129" fmla="*/ 1438275 h 1890712"/>
              <a:gd name="connsiteX130" fmla="*/ 1971675 w 2543175"/>
              <a:gd name="connsiteY130" fmla="*/ 1450181 h 1890712"/>
              <a:gd name="connsiteX131" fmla="*/ 1981200 w 2543175"/>
              <a:gd name="connsiteY131" fmla="*/ 1454944 h 1890712"/>
              <a:gd name="connsiteX132" fmla="*/ 1997869 w 2543175"/>
              <a:gd name="connsiteY132" fmla="*/ 1471612 h 1890712"/>
              <a:gd name="connsiteX133" fmla="*/ 2007394 w 2543175"/>
              <a:gd name="connsiteY133" fmla="*/ 1478756 h 1890712"/>
              <a:gd name="connsiteX134" fmla="*/ 2016919 w 2543175"/>
              <a:gd name="connsiteY134" fmla="*/ 1483519 h 1890712"/>
              <a:gd name="connsiteX135" fmla="*/ 2024063 w 2543175"/>
              <a:gd name="connsiteY135" fmla="*/ 1490662 h 1890712"/>
              <a:gd name="connsiteX136" fmla="*/ 2033588 w 2543175"/>
              <a:gd name="connsiteY136" fmla="*/ 1495425 h 1890712"/>
              <a:gd name="connsiteX137" fmla="*/ 2040732 w 2543175"/>
              <a:gd name="connsiteY137" fmla="*/ 1502569 h 1890712"/>
              <a:gd name="connsiteX138" fmla="*/ 2047875 w 2543175"/>
              <a:gd name="connsiteY138" fmla="*/ 1507331 h 1890712"/>
              <a:gd name="connsiteX139" fmla="*/ 2057400 w 2543175"/>
              <a:gd name="connsiteY139" fmla="*/ 1514475 h 1890712"/>
              <a:gd name="connsiteX140" fmla="*/ 2064544 w 2543175"/>
              <a:gd name="connsiteY140" fmla="*/ 1519237 h 1890712"/>
              <a:gd name="connsiteX141" fmla="*/ 2071688 w 2543175"/>
              <a:gd name="connsiteY141" fmla="*/ 1526381 h 1890712"/>
              <a:gd name="connsiteX142" fmla="*/ 2081213 w 2543175"/>
              <a:gd name="connsiteY142" fmla="*/ 1531144 h 1890712"/>
              <a:gd name="connsiteX143" fmla="*/ 2090738 w 2543175"/>
              <a:gd name="connsiteY143" fmla="*/ 1538287 h 1890712"/>
              <a:gd name="connsiteX144" fmla="*/ 2109788 w 2543175"/>
              <a:gd name="connsiteY144" fmla="*/ 1547812 h 1890712"/>
              <a:gd name="connsiteX145" fmla="*/ 2131219 w 2543175"/>
              <a:gd name="connsiteY145" fmla="*/ 1562100 h 1890712"/>
              <a:gd name="connsiteX146" fmla="*/ 2140744 w 2543175"/>
              <a:gd name="connsiteY146" fmla="*/ 1566862 h 1890712"/>
              <a:gd name="connsiteX147" fmla="*/ 2152650 w 2543175"/>
              <a:gd name="connsiteY147" fmla="*/ 1576387 h 1890712"/>
              <a:gd name="connsiteX148" fmla="*/ 2181225 w 2543175"/>
              <a:gd name="connsiteY148" fmla="*/ 1590675 h 1890712"/>
              <a:gd name="connsiteX149" fmla="*/ 2200275 w 2543175"/>
              <a:gd name="connsiteY149" fmla="*/ 1607344 h 1890712"/>
              <a:gd name="connsiteX150" fmla="*/ 2207419 w 2543175"/>
              <a:gd name="connsiteY150" fmla="*/ 1612106 h 1890712"/>
              <a:gd name="connsiteX151" fmla="*/ 2216944 w 2543175"/>
              <a:gd name="connsiteY151" fmla="*/ 1619250 h 1890712"/>
              <a:gd name="connsiteX152" fmla="*/ 2224088 w 2543175"/>
              <a:gd name="connsiteY152" fmla="*/ 1624012 h 1890712"/>
              <a:gd name="connsiteX153" fmla="*/ 2247900 w 2543175"/>
              <a:gd name="connsiteY153" fmla="*/ 1643062 h 1890712"/>
              <a:gd name="connsiteX154" fmla="*/ 2255044 w 2543175"/>
              <a:gd name="connsiteY154" fmla="*/ 1650206 h 1890712"/>
              <a:gd name="connsiteX155" fmla="*/ 2281238 w 2543175"/>
              <a:gd name="connsiteY155" fmla="*/ 1664494 h 1890712"/>
              <a:gd name="connsiteX156" fmla="*/ 2297907 w 2543175"/>
              <a:gd name="connsiteY156" fmla="*/ 1674019 h 1890712"/>
              <a:gd name="connsiteX157" fmla="*/ 2312194 w 2543175"/>
              <a:gd name="connsiteY157" fmla="*/ 1685925 h 1890712"/>
              <a:gd name="connsiteX158" fmla="*/ 2328863 w 2543175"/>
              <a:gd name="connsiteY158" fmla="*/ 1697831 h 1890712"/>
              <a:gd name="connsiteX159" fmla="*/ 2350294 w 2543175"/>
              <a:gd name="connsiteY159" fmla="*/ 1712119 h 1890712"/>
              <a:gd name="connsiteX160" fmla="*/ 2369344 w 2543175"/>
              <a:gd name="connsiteY160" fmla="*/ 1724025 h 1890712"/>
              <a:gd name="connsiteX161" fmla="*/ 2428876 w 2543175"/>
              <a:gd name="connsiteY161" fmla="*/ 1785938 h 1890712"/>
              <a:gd name="connsiteX162" fmla="*/ 2466975 w 2543175"/>
              <a:gd name="connsiteY162" fmla="*/ 1783556 h 1890712"/>
              <a:gd name="connsiteX163" fmla="*/ 2481263 w 2543175"/>
              <a:gd name="connsiteY163" fmla="*/ 1795462 h 1890712"/>
              <a:gd name="connsiteX164" fmla="*/ 2486025 w 2543175"/>
              <a:gd name="connsiteY164" fmla="*/ 1802606 h 1890712"/>
              <a:gd name="connsiteX165" fmla="*/ 2514600 w 2543175"/>
              <a:gd name="connsiteY165" fmla="*/ 1850231 h 1890712"/>
              <a:gd name="connsiteX166" fmla="*/ 2519363 w 2543175"/>
              <a:gd name="connsiteY166" fmla="*/ 1857375 h 1890712"/>
              <a:gd name="connsiteX167" fmla="*/ 2540794 w 2543175"/>
              <a:gd name="connsiteY167" fmla="*/ 1883569 h 1890712"/>
              <a:gd name="connsiteX168" fmla="*/ 2543175 w 2543175"/>
              <a:gd name="connsiteY168"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73982 w 2543175"/>
              <a:gd name="connsiteY96" fmla="*/ 997744 h 1890712"/>
              <a:gd name="connsiteX97" fmla="*/ 1435894 w 2543175"/>
              <a:gd name="connsiteY97" fmla="*/ 1054894 h 1890712"/>
              <a:gd name="connsiteX98" fmla="*/ 1471613 w 2543175"/>
              <a:gd name="connsiteY98" fmla="*/ 1059656 h 1890712"/>
              <a:gd name="connsiteX99" fmla="*/ 1495425 w 2543175"/>
              <a:gd name="connsiteY99" fmla="*/ 1088231 h 1890712"/>
              <a:gd name="connsiteX100" fmla="*/ 1547812 w 2543175"/>
              <a:gd name="connsiteY100" fmla="*/ 1133475 h 1890712"/>
              <a:gd name="connsiteX101" fmla="*/ 1597819 w 2543175"/>
              <a:gd name="connsiteY101" fmla="*/ 1154906 h 1890712"/>
              <a:gd name="connsiteX102" fmla="*/ 1604963 w 2543175"/>
              <a:gd name="connsiteY102" fmla="*/ 1162050 h 1890712"/>
              <a:gd name="connsiteX103" fmla="*/ 1612107 w 2543175"/>
              <a:gd name="connsiteY103" fmla="*/ 1166812 h 1890712"/>
              <a:gd name="connsiteX104" fmla="*/ 1628775 w 2543175"/>
              <a:gd name="connsiteY104" fmla="*/ 1183481 h 1890712"/>
              <a:gd name="connsiteX105" fmla="*/ 1662113 w 2543175"/>
              <a:gd name="connsiteY105" fmla="*/ 1209675 h 1890712"/>
              <a:gd name="connsiteX106" fmla="*/ 1678782 w 2543175"/>
              <a:gd name="connsiteY106" fmla="*/ 1226344 h 1890712"/>
              <a:gd name="connsiteX107" fmla="*/ 1700213 w 2543175"/>
              <a:gd name="connsiteY107" fmla="*/ 1247775 h 1890712"/>
              <a:gd name="connsiteX108" fmla="*/ 1712119 w 2543175"/>
              <a:gd name="connsiteY108" fmla="*/ 1259681 h 1890712"/>
              <a:gd name="connsiteX109" fmla="*/ 1733550 w 2543175"/>
              <a:gd name="connsiteY109" fmla="*/ 1273969 h 1890712"/>
              <a:gd name="connsiteX110" fmla="*/ 1743075 w 2543175"/>
              <a:gd name="connsiteY110" fmla="*/ 1283494 h 1890712"/>
              <a:gd name="connsiteX111" fmla="*/ 1754982 w 2543175"/>
              <a:gd name="connsiteY111" fmla="*/ 1290637 h 1890712"/>
              <a:gd name="connsiteX112" fmla="*/ 1766888 w 2543175"/>
              <a:gd name="connsiteY112" fmla="*/ 1300162 h 1890712"/>
              <a:gd name="connsiteX113" fmla="*/ 1783557 w 2543175"/>
              <a:gd name="connsiteY113" fmla="*/ 1307306 h 1890712"/>
              <a:gd name="connsiteX114" fmla="*/ 1790700 w 2543175"/>
              <a:gd name="connsiteY114" fmla="*/ 1312069 h 1890712"/>
              <a:gd name="connsiteX115" fmla="*/ 1800225 w 2543175"/>
              <a:gd name="connsiteY115" fmla="*/ 1319212 h 1890712"/>
              <a:gd name="connsiteX116" fmla="*/ 1807369 w 2543175"/>
              <a:gd name="connsiteY116" fmla="*/ 1321594 h 1890712"/>
              <a:gd name="connsiteX117" fmla="*/ 1824038 w 2543175"/>
              <a:gd name="connsiteY117" fmla="*/ 1333500 h 1890712"/>
              <a:gd name="connsiteX118" fmla="*/ 1843088 w 2543175"/>
              <a:gd name="connsiteY118" fmla="*/ 1352550 h 1890712"/>
              <a:gd name="connsiteX119" fmla="*/ 1852613 w 2543175"/>
              <a:gd name="connsiteY119" fmla="*/ 1359694 h 1890712"/>
              <a:gd name="connsiteX120" fmla="*/ 1859757 w 2543175"/>
              <a:gd name="connsiteY120" fmla="*/ 1366837 h 1890712"/>
              <a:gd name="connsiteX121" fmla="*/ 1869282 w 2543175"/>
              <a:gd name="connsiteY121" fmla="*/ 1371600 h 1890712"/>
              <a:gd name="connsiteX122" fmla="*/ 1883569 w 2543175"/>
              <a:gd name="connsiteY122" fmla="*/ 1388269 h 1890712"/>
              <a:gd name="connsiteX123" fmla="*/ 1893094 w 2543175"/>
              <a:gd name="connsiteY123" fmla="*/ 1395412 h 1890712"/>
              <a:gd name="connsiteX124" fmla="*/ 1902619 w 2543175"/>
              <a:gd name="connsiteY124" fmla="*/ 1404937 h 1890712"/>
              <a:gd name="connsiteX125" fmla="*/ 1912144 w 2543175"/>
              <a:gd name="connsiteY125" fmla="*/ 1409700 h 1890712"/>
              <a:gd name="connsiteX126" fmla="*/ 1931194 w 2543175"/>
              <a:gd name="connsiteY126" fmla="*/ 1421606 h 1890712"/>
              <a:gd name="connsiteX127" fmla="*/ 1935957 w 2543175"/>
              <a:gd name="connsiteY127" fmla="*/ 1428750 h 1890712"/>
              <a:gd name="connsiteX128" fmla="*/ 1952625 w 2543175"/>
              <a:gd name="connsiteY128" fmla="*/ 1438275 h 1890712"/>
              <a:gd name="connsiteX129" fmla="*/ 1971675 w 2543175"/>
              <a:gd name="connsiteY129" fmla="*/ 1450181 h 1890712"/>
              <a:gd name="connsiteX130" fmla="*/ 1981200 w 2543175"/>
              <a:gd name="connsiteY130" fmla="*/ 1454944 h 1890712"/>
              <a:gd name="connsiteX131" fmla="*/ 1997869 w 2543175"/>
              <a:gd name="connsiteY131" fmla="*/ 1471612 h 1890712"/>
              <a:gd name="connsiteX132" fmla="*/ 2007394 w 2543175"/>
              <a:gd name="connsiteY132" fmla="*/ 1478756 h 1890712"/>
              <a:gd name="connsiteX133" fmla="*/ 2016919 w 2543175"/>
              <a:gd name="connsiteY133" fmla="*/ 1483519 h 1890712"/>
              <a:gd name="connsiteX134" fmla="*/ 2024063 w 2543175"/>
              <a:gd name="connsiteY134" fmla="*/ 1490662 h 1890712"/>
              <a:gd name="connsiteX135" fmla="*/ 2033588 w 2543175"/>
              <a:gd name="connsiteY135" fmla="*/ 1495425 h 1890712"/>
              <a:gd name="connsiteX136" fmla="*/ 2040732 w 2543175"/>
              <a:gd name="connsiteY136" fmla="*/ 1502569 h 1890712"/>
              <a:gd name="connsiteX137" fmla="*/ 2047875 w 2543175"/>
              <a:gd name="connsiteY137" fmla="*/ 1507331 h 1890712"/>
              <a:gd name="connsiteX138" fmla="*/ 2057400 w 2543175"/>
              <a:gd name="connsiteY138" fmla="*/ 1514475 h 1890712"/>
              <a:gd name="connsiteX139" fmla="*/ 2064544 w 2543175"/>
              <a:gd name="connsiteY139" fmla="*/ 1519237 h 1890712"/>
              <a:gd name="connsiteX140" fmla="*/ 2071688 w 2543175"/>
              <a:gd name="connsiteY140" fmla="*/ 1526381 h 1890712"/>
              <a:gd name="connsiteX141" fmla="*/ 2081213 w 2543175"/>
              <a:gd name="connsiteY141" fmla="*/ 1531144 h 1890712"/>
              <a:gd name="connsiteX142" fmla="*/ 2090738 w 2543175"/>
              <a:gd name="connsiteY142" fmla="*/ 1538287 h 1890712"/>
              <a:gd name="connsiteX143" fmla="*/ 2109788 w 2543175"/>
              <a:gd name="connsiteY143" fmla="*/ 1547812 h 1890712"/>
              <a:gd name="connsiteX144" fmla="*/ 2131219 w 2543175"/>
              <a:gd name="connsiteY144" fmla="*/ 1562100 h 1890712"/>
              <a:gd name="connsiteX145" fmla="*/ 2140744 w 2543175"/>
              <a:gd name="connsiteY145" fmla="*/ 1566862 h 1890712"/>
              <a:gd name="connsiteX146" fmla="*/ 2152650 w 2543175"/>
              <a:gd name="connsiteY146" fmla="*/ 1576387 h 1890712"/>
              <a:gd name="connsiteX147" fmla="*/ 2181225 w 2543175"/>
              <a:gd name="connsiteY147" fmla="*/ 1590675 h 1890712"/>
              <a:gd name="connsiteX148" fmla="*/ 2200275 w 2543175"/>
              <a:gd name="connsiteY148" fmla="*/ 1607344 h 1890712"/>
              <a:gd name="connsiteX149" fmla="*/ 2207419 w 2543175"/>
              <a:gd name="connsiteY149" fmla="*/ 1612106 h 1890712"/>
              <a:gd name="connsiteX150" fmla="*/ 2216944 w 2543175"/>
              <a:gd name="connsiteY150" fmla="*/ 1619250 h 1890712"/>
              <a:gd name="connsiteX151" fmla="*/ 2224088 w 2543175"/>
              <a:gd name="connsiteY151" fmla="*/ 1624012 h 1890712"/>
              <a:gd name="connsiteX152" fmla="*/ 2247900 w 2543175"/>
              <a:gd name="connsiteY152" fmla="*/ 1643062 h 1890712"/>
              <a:gd name="connsiteX153" fmla="*/ 2255044 w 2543175"/>
              <a:gd name="connsiteY153" fmla="*/ 1650206 h 1890712"/>
              <a:gd name="connsiteX154" fmla="*/ 2281238 w 2543175"/>
              <a:gd name="connsiteY154" fmla="*/ 1664494 h 1890712"/>
              <a:gd name="connsiteX155" fmla="*/ 2297907 w 2543175"/>
              <a:gd name="connsiteY155" fmla="*/ 1674019 h 1890712"/>
              <a:gd name="connsiteX156" fmla="*/ 2312194 w 2543175"/>
              <a:gd name="connsiteY156" fmla="*/ 1685925 h 1890712"/>
              <a:gd name="connsiteX157" fmla="*/ 2328863 w 2543175"/>
              <a:gd name="connsiteY157" fmla="*/ 1697831 h 1890712"/>
              <a:gd name="connsiteX158" fmla="*/ 2350294 w 2543175"/>
              <a:gd name="connsiteY158" fmla="*/ 1712119 h 1890712"/>
              <a:gd name="connsiteX159" fmla="*/ 2369344 w 2543175"/>
              <a:gd name="connsiteY159" fmla="*/ 1724025 h 1890712"/>
              <a:gd name="connsiteX160" fmla="*/ 2428876 w 2543175"/>
              <a:gd name="connsiteY160" fmla="*/ 1785938 h 1890712"/>
              <a:gd name="connsiteX161" fmla="*/ 2466975 w 2543175"/>
              <a:gd name="connsiteY161" fmla="*/ 1783556 h 1890712"/>
              <a:gd name="connsiteX162" fmla="*/ 2481263 w 2543175"/>
              <a:gd name="connsiteY162" fmla="*/ 1795462 h 1890712"/>
              <a:gd name="connsiteX163" fmla="*/ 2486025 w 2543175"/>
              <a:gd name="connsiteY163" fmla="*/ 1802606 h 1890712"/>
              <a:gd name="connsiteX164" fmla="*/ 2514600 w 2543175"/>
              <a:gd name="connsiteY164" fmla="*/ 1850231 h 1890712"/>
              <a:gd name="connsiteX165" fmla="*/ 2519363 w 2543175"/>
              <a:gd name="connsiteY165" fmla="*/ 1857375 h 1890712"/>
              <a:gd name="connsiteX166" fmla="*/ 2540794 w 2543175"/>
              <a:gd name="connsiteY166" fmla="*/ 1883569 h 1890712"/>
              <a:gd name="connsiteX167" fmla="*/ 2543175 w 2543175"/>
              <a:gd name="connsiteY167"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71613 w 2543175"/>
              <a:gd name="connsiteY98" fmla="*/ 1059656 h 1890712"/>
              <a:gd name="connsiteX99" fmla="*/ 1495425 w 2543175"/>
              <a:gd name="connsiteY99" fmla="*/ 1088231 h 1890712"/>
              <a:gd name="connsiteX100" fmla="*/ 1547812 w 2543175"/>
              <a:gd name="connsiteY100" fmla="*/ 1133475 h 1890712"/>
              <a:gd name="connsiteX101" fmla="*/ 1597819 w 2543175"/>
              <a:gd name="connsiteY101" fmla="*/ 1154906 h 1890712"/>
              <a:gd name="connsiteX102" fmla="*/ 1604963 w 2543175"/>
              <a:gd name="connsiteY102" fmla="*/ 1162050 h 1890712"/>
              <a:gd name="connsiteX103" fmla="*/ 1612107 w 2543175"/>
              <a:gd name="connsiteY103" fmla="*/ 1166812 h 1890712"/>
              <a:gd name="connsiteX104" fmla="*/ 1628775 w 2543175"/>
              <a:gd name="connsiteY104" fmla="*/ 1183481 h 1890712"/>
              <a:gd name="connsiteX105" fmla="*/ 1662113 w 2543175"/>
              <a:gd name="connsiteY105" fmla="*/ 1209675 h 1890712"/>
              <a:gd name="connsiteX106" fmla="*/ 1678782 w 2543175"/>
              <a:gd name="connsiteY106" fmla="*/ 1226344 h 1890712"/>
              <a:gd name="connsiteX107" fmla="*/ 1700213 w 2543175"/>
              <a:gd name="connsiteY107" fmla="*/ 1247775 h 1890712"/>
              <a:gd name="connsiteX108" fmla="*/ 1712119 w 2543175"/>
              <a:gd name="connsiteY108" fmla="*/ 1259681 h 1890712"/>
              <a:gd name="connsiteX109" fmla="*/ 1733550 w 2543175"/>
              <a:gd name="connsiteY109" fmla="*/ 1273969 h 1890712"/>
              <a:gd name="connsiteX110" fmla="*/ 1743075 w 2543175"/>
              <a:gd name="connsiteY110" fmla="*/ 1283494 h 1890712"/>
              <a:gd name="connsiteX111" fmla="*/ 1754982 w 2543175"/>
              <a:gd name="connsiteY111" fmla="*/ 1290637 h 1890712"/>
              <a:gd name="connsiteX112" fmla="*/ 1766888 w 2543175"/>
              <a:gd name="connsiteY112" fmla="*/ 1300162 h 1890712"/>
              <a:gd name="connsiteX113" fmla="*/ 1783557 w 2543175"/>
              <a:gd name="connsiteY113" fmla="*/ 1307306 h 1890712"/>
              <a:gd name="connsiteX114" fmla="*/ 1790700 w 2543175"/>
              <a:gd name="connsiteY114" fmla="*/ 1312069 h 1890712"/>
              <a:gd name="connsiteX115" fmla="*/ 1800225 w 2543175"/>
              <a:gd name="connsiteY115" fmla="*/ 1319212 h 1890712"/>
              <a:gd name="connsiteX116" fmla="*/ 1807369 w 2543175"/>
              <a:gd name="connsiteY116" fmla="*/ 1321594 h 1890712"/>
              <a:gd name="connsiteX117" fmla="*/ 1824038 w 2543175"/>
              <a:gd name="connsiteY117" fmla="*/ 1333500 h 1890712"/>
              <a:gd name="connsiteX118" fmla="*/ 1843088 w 2543175"/>
              <a:gd name="connsiteY118" fmla="*/ 1352550 h 1890712"/>
              <a:gd name="connsiteX119" fmla="*/ 1852613 w 2543175"/>
              <a:gd name="connsiteY119" fmla="*/ 1359694 h 1890712"/>
              <a:gd name="connsiteX120" fmla="*/ 1859757 w 2543175"/>
              <a:gd name="connsiteY120" fmla="*/ 1366837 h 1890712"/>
              <a:gd name="connsiteX121" fmla="*/ 1869282 w 2543175"/>
              <a:gd name="connsiteY121" fmla="*/ 1371600 h 1890712"/>
              <a:gd name="connsiteX122" fmla="*/ 1883569 w 2543175"/>
              <a:gd name="connsiteY122" fmla="*/ 1388269 h 1890712"/>
              <a:gd name="connsiteX123" fmla="*/ 1893094 w 2543175"/>
              <a:gd name="connsiteY123" fmla="*/ 1395412 h 1890712"/>
              <a:gd name="connsiteX124" fmla="*/ 1902619 w 2543175"/>
              <a:gd name="connsiteY124" fmla="*/ 1404937 h 1890712"/>
              <a:gd name="connsiteX125" fmla="*/ 1912144 w 2543175"/>
              <a:gd name="connsiteY125" fmla="*/ 1409700 h 1890712"/>
              <a:gd name="connsiteX126" fmla="*/ 1931194 w 2543175"/>
              <a:gd name="connsiteY126" fmla="*/ 1421606 h 1890712"/>
              <a:gd name="connsiteX127" fmla="*/ 1935957 w 2543175"/>
              <a:gd name="connsiteY127" fmla="*/ 1428750 h 1890712"/>
              <a:gd name="connsiteX128" fmla="*/ 1952625 w 2543175"/>
              <a:gd name="connsiteY128" fmla="*/ 1438275 h 1890712"/>
              <a:gd name="connsiteX129" fmla="*/ 1971675 w 2543175"/>
              <a:gd name="connsiteY129" fmla="*/ 1450181 h 1890712"/>
              <a:gd name="connsiteX130" fmla="*/ 1981200 w 2543175"/>
              <a:gd name="connsiteY130" fmla="*/ 1454944 h 1890712"/>
              <a:gd name="connsiteX131" fmla="*/ 1997869 w 2543175"/>
              <a:gd name="connsiteY131" fmla="*/ 1471612 h 1890712"/>
              <a:gd name="connsiteX132" fmla="*/ 2007394 w 2543175"/>
              <a:gd name="connsiteY132" fmla="*/ 1478756 h 1890712"/>
              <a:gd name="connsiteX133" fmla="*/ 2016919 w 2543175"/>
              <a:gd name="connsiteY133" fmla="*/ 1483519 h 1890712"/>
              <a:gd name="connsiteX134" fmla="*/ 2024063 w 2543175"/>
              <a:gd name="connsiteY134" fmla="*/ 1490662 h 1890712"/>
              <a:gd name="connsiteX135" fmla="*/ 2033588 w 2543175"/>
              <a:gd name="connsiteY135" fmla="*/ 1495425 h 1890712"/>
              <a:gd name="connsiteX136" fmla="*/ 2040732 w 2543175"/>
              <a:gd name="connsiteY136" fmla="*/ 1502569 h 1890712"/>
              <a:gd name="connsiteX137" fmla="*/ 2047875 w 2543175"/>
              <a:gd name="connsiteY137" fmla="*/ 1507331 h 1890712"/>
              <a:gd name="connsiteX138" fmla="*/ 2057400 w 2543175"/>
              <a:gd name="connsiteY138" fmla="*/ 1514475 h 1890712"/>
              <a:gd name="connsiteX139" fmla="*/ 2064544 w 2543175"/>
              <a:gd name="connsiteY139" fmla="*/ 1519237 h 1890712"/>
              <a:gd name="connsiteX140" fmla="*/ 2071688 w 2543175"/>
              <a:gd name="connsiteY140" fmla="*/ 1526381 h 1890712"/>
              <a:gd name="connsiteX141" fmla="*/ 2081213 w 2543175"/>
              <a:gd name="connsiteY141" fmla="*/ 1531144 h 1890712"/>
              <a:gd name="connsiteX142" fmla="*/ 2090738 w 2543175"/>
              <a:gd name="connsiteY142" fmla="*/ 1538287 h 1890712"/>
              <a:gd name="connsiteX143" fmla="*/ 2109788 w 2543175"/>
              <a:gd name="connsiteY143" fmla="*/ 1547812 h 1890712"/>
              <a:gd name="connsiteX144" fmla="*/ 2131219 w 2543175"/>
              <a:gd name="connsiteY144" fmla="*/ 1562100 h 1890712"/>
              <a:gd name="connsiteX145" fmla="*/ 2140744 w 2543175"/>
              <a:gd name="connsiteY145" fmla="*/ 1566862 h 1890712"/>
              <a:gd name="connsiteX146" fmla="*/ 2152650 w 2543175"/>
              <a:gd name="connsiteY146" fmla="*/ 1576387 h 1890712"/>
              <a:gd name="connsiteX147" fmla="*/ 2181225 w 2543175"/>
              <a:gd name="connsiteY147" fmla="*/ 1590675 h 1890712"/>
              <a:gd name="connsiteX148" fmla="*/ 2200275 w 2543175"/>
              <a:gd name="connsiteY148" fmla="*/ 1607344 h 1890712"/>
              <a:gd name="connsiteX149" fmla="*/ 2207419 w 2543175"/>
              <a:gd name="connsiteY149" fmla="*/ 1612106 h 1890712"/>
              <a:gd name="connsiteX150" fmla="*/ 2216944 w 2543175"/>
              <a:gd name="connsiteY150" fmla="*/ 1619250 h 1890712"/>
              <a:gd name="connsiteX151" fmla="*/ 2224088 w 2543175"/>
              <a:gd name="connsiteY151" fmla="*/ 1624012 h 1890712"/>
              <a:gd name="connsiteX152" fmla="*/ 2247900 w 2543175"/>
              <a:gd name="connsiteY152" fmla="*/ 1643062 h 1890712"/>
              <a:gd name="connsiteX153" fmla="*/ 2255044 w 2543175"/>
              <a:gd name="connsiteY153" fmla="*/ 1650206 h 1890712"/>
              <a:gd name="connsiteX154" fmla="*/ 2281238 w 2543175"/>
              <a:gd name="connsiteY154" fmla="*/ 1664494 h 1890712"/>
              <a:gd name="connsiteX155" fmla="*/ 2297907 w 2543175"/>
              <a:gd name="connsiteY155" fmla="*/ 1674019 h 1890712"/>
              <a:gd name="connsiteX156" fmla="*/ 2312194 w 2543175"/>
              <a:gd name="connsiteY156" fmla="*/ 1685925 h 1890712"/>
              <a:gd name="connsiteX157" fmla="*/ 2328863 w 2543175"/>
              <a:gd name="connsiteY157" fmla="*/ 1697831 h 1890712"/>
              <a:gd name="connsiteX158" fmla="*/ 2350294 w 2543175"/>
              <a:gd name="connsiteY158" fmla="*/ 1712119 h 1890712"/>
              <a:gd name="connsiteX159" fmla="*/ 2369344 w 2543175"/>
              <a:gd name="connsiteY159" fmla="*/ 1724025 h 1890712"/>
              <a:gd name="connsiteX160" fmla="*/ 2428876 w 2543175"/>
              <a:gd name="connsiteY160" fmla="*/ 1785938 h 1890712"/>
              <a:gd name="connsiteX161" fmla="*/ 2466975 w 2543175"/>
              <a:gd name="connsiteY161" fmla="*/ 1783556 h 1890712"/>
              <a:gd name="connsiteX162" fmla="*/ 2481263 w 2543175"/>
              <a:gd name="connsiteY162" fmla="*/ 1795462 h 1890712"/>
              <a:gd name="connsiteX163" fmla="*/ 2486025 w 2543175"/>
              <a:gd name="connsiteY163" fmla="*/ 1802606 h 1890712"/>
              <a:gd name="connsiteX164" fmla="*/ 2514600 w 2543175"/>
              <a:gd name="connsiteY164" fmla="*/ 1850231 h 1890712"/>
              <a:gd name="connsiteX165" fmla="*/ 2519363 w 2543175"/>
              <a:gd name="connsiteY165" fmla="*/ 1857375 h 1890712"/>
              <a:gd name="connsiteX166" fmla="*/ 2540794 w 2543175"/>
              <a:gd name="connsiteY166" fmla="*/ 1883569 h 1890712"/>
              <a:gd name="connsiteX167" fmla="*/ 2543175 w 2543175"/>
              <a:gd name="connsiteY167"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5425 w 2543175"/>
              <a:gd name="connsiteY98" fmla="*/ 1088231 h 1890712"/>
              <a:gd name="connsiteX99" fmla="*/ 1547812 w 2543175"/>
              <a:gd name="connsiteY99" fmla="*/ 1133475 h 1890712"/>
              <a:gd name="connsiteX100" fmla="*/ 1597819 w 2543175"/>
              <a:gd name="connsiteY100" fmla="*/ 1154906 h 1890712"/>
              <a:gd name="connsiteX101" fmla="*/ 1604963 w 2543175"/>
              <a:gd name="connsiteY101" fmla="*/ 1162050 h 1890712"/>
              <a:gd name="connsiteX102" fmla="*/ 1612107 w 2543175"/>
              <a:gd name="connsiteY102" fmla="*/ 1166812 h 1890712"/>
              <a:gd name="connsiteX103" fmla="*/ 1628775 w 2543175"/>
              <a:gd name="connsiteY103" fmla="*/ 1183481 h 1890712"/>
              <a:gd name="connsiteX104" fmla="*/ 1662113 w 2543175"/>
              <a:gd name="connsiteY104" fmla="*/ 1209675 h 1890712"/>
              <a:gd name="connsiteX105" fmla="*/ 1678782 w 2543175"/>
              <a:gd name="connsiteY105" fmla="*/ 1226344 h 1890712"/>
              <a:gd name="connsiteX106" fmla="*/ 1700213 w 2543175"/>
              <a:gd name="connsiteY106" fmla="*/ 1247775 h 1890712"/>
              <a:gd name="connsiteX107" fmla="*/ 1712119 w 2543175"/>
              <a:gd name="connsiteY107" fmla="*/ 1259681 h 1890712"/>
              <a:gd name="connsiteX108" fmla="*/ 1733550 w 2543175"/>
              <a:gd name="connsiteY108" fmla="*/ 1273969 h 1890712"/>
              <a:gd name="connsiteX109" fmla="*/ 1743075 w 2543175"/>
              <a:gd name="connsiteY109" fmla="*/ 1283494 h 1890712"/>
              <a:gd name="connsiteX110" fmla="*/ 1754982 w 2543175"/>
              <a:gd name="connsiteY110" fmla="*/ 1290637 h 1890712"/>
              <a:gd name="connsiteX111" fmla="*/ 1766888 w 2543175"/>
              <a:gd name="connsiteY111" fmla="*/ 1300162 h 1890712"/>
              <a:gd name="connsiteX112" fmla="*/ 1783557 w 2543175"/>
              <a:gd name="connsiteY112" fmla="*/ 1307306 h 1890712"/>
              <a:gd name="connsiteX113" fmla="*/ 1790700 w 2543175"/>
              <a:gd name="connsiteY113" fmla="*/ 1312069 h 1890712"/>
              <a:gd name="connsiteX114" fmla="*/ 1800225 w 2543175"/>
              <a:gd name="connsiteY114" fmla="*/ 1319212 h 1890712"/>
              <a:gd name="connsiteX115" fmla="*/ 1807369 w 2543175"/>
              <a:gd name="connsiteY115" fmla="*/ 1321594 h 1890712"/>
              <a:gd name="connsiteX116" fmla="*/ 1824038 w 2543175"/>
              <a:gd name="connsiteY116" fmla="*/ 1333500 h 1890712"/>
              <a:gd name="connsiteX117" fmla="*/ 1843088 w 2543175"/>
              <a:gd name="connsiteY117" fmla="*/ 1352550 h 1890712"/>
              <a:gd name="connsiteX118" fmla="*/ 1852613 w 2543175"/>
              <a:gd name="connsiteY118" fmla="*/ 1359694 h 1890712"/>
              <a:gd name="connsiteX119" fmla="*/ 1859757 w 2543175"/>
              <a:gd name="connsiteY119" fmla="*/ 1366837 h 1890712"/>
              <a:gd name="connsiteX120" fmla="*/ 1869282 w 2543175"/>
              <a:gd name="connsiteY120" fmla="*/ 1371600 h 1890712"/>
              <a:gd name="connsiteX121" fmla="*/ 1883569 w 2543175"/>
              <a:gd name="connsiteY121" fmla="*/ 1388269 h 1890712"/>
              <a:gd name="connsiteX122" fmla="*/ 1893094 w 2543175"/>
              <a:gd name="connsiteY122" fmla="*/ 1395412 h 1890712"/>
              <a:gd name="connsiteX123" fmla="*/ 1902619 w 2543175"/>
              <a:gd name="connsiteY123" fmla="*/ 1404937 h 1890712"/>
              <a:gd name="connsiteX124" fmla="*/ 1912144 w 2543175"/>
              <a:gd name="connsiteY124" fmla="*/ 1409700 h 1890712"/>
              <a:gd name="connsiteX125" fmla="*/ 1931194 w 2543175"/>
              <a:gd name="connsiteY125" fmla="*/ 1421606 h 1890712"/>
              <a:gd name="connsiteX126" fmla="*/ 1935957 w 2543175"/>
              <a:gd name="connsiteY126" fmla="*/ 1428750 h 1890712"/>
              <a:gd name="connsiteX127" fmla="*/ 1952625 w 2543175"/>
              <a:gd name="connsiteY127" fmla="*/ 1438275 h 1890712"/>
              <a:gd name="connsiteX128" fmla="*/ 1971675 w 2543175"/>
              <a:gd name="connsiteY128" fmla="*/ 1450181 h 1890712"/>
              <a:gd name="connsiteX129" fmla="*/ 1981200 w 2543175"/>
              <a:gd name="connsiteY129" fmla="*/ 1454944 h 1890712"/>
              <a:gd name="connsiteX130" fmla="*/ 1997869 w 2543175"/>
              <a:gd name="connsiteY130" fmla="*/ 1471612 h 1890712"/>
              <a:gd name="connsiteX131" fmla="*/ 2007394 w 2543175"/>
              <a:gd name="connsiteY131" fmla="*/ 1478756 h 1890712"/>
              <a:gd name="connsiteX132" fmla="*/ 2016919 w 2543175"/>
              <a:gd name="connsiteY132" fmla="*/ 1483519 h 1890712"/>
              <a:gd name="connsiteX133" fmla="*/ 2024063 w 2543175"/>
              <a:gd name="connsiteY133" fmla="*/ 1490662 h 1890712"/>
              <a:gd name="connsiteX134" fmla="*/ 2033588 w 2543175"/>
              <a:gd name="connsiteY134" fmla="*/ 1495425 h 1890712"/>
              <a:gd name="connsiteX135" fmla="*/ 2040732 w 2543175"/>
              <a:gd name="connsiteY135" fmla="*/ 1502569 h 1890712"/>
              <a:gd name="connsiteX136" fmla="*/ 2047875 w 2543175"/>
              <a:gd name="connsiteY136" fmla="*/ 1507331 h 1890712"/>
              <a:gd name="connsiteX137" fmla="*/ 2057400 w 2543175"/>
              <a:gd name="connsiteY137" fmla="*/ 1514475 h 1890712"/>
              <a:gd name="connsiteX138" fmla="*/ 2064544 w 2543175"/>
              <a:gd name="connsiteY138" fmla="*/ 1519237 h 1890712"/>
              <a:gd name="connsiteX139" fmla="*/ 2071688 w 2543175"/>
              <a:gd name="connsiteY139" fmla="*/ 1526381 h 1890712"/>
              <a:gd name="connsiteX140" fmla="*/ 2081213 w 2543175"/>
              <a:gd name="connsiteY140" fmla="*/ 1531144 h 1890712"/>
              <a:gd name="connsiteX141" fmla="*/ 2090738 w 2543175"/>
              <a:gd name="connsiteY141" fmla="*/ 1538287 h 1890712"/>
              <a:gd name="connsiteX142" fmla="*/ 2109788 w 2543175"/>
              <a:gd name="connsiteY142" fmla="*/ 1547812 h 1890712"/>
              <a:gd name="connsiteX143" fmla="*/ 2131219 w 2543175"/>
              <a:gd name="connsiteY143" fmla="*/ 1562100 h 1890712"/>
              <a:gd name="connsiteX144" fmla="*/ 2140744 w 2543175"/>
              <a:gd name="connsiteY144" fmla="*/ 1566862 h 1890712"/>
              <a:gd name="connsiteX145" fmla="*/ 2152650 w 2543175"/>
              <a:gd name="connsiteY145" fmla="*/ 1576387 h 1890712"/>
              <a:gd name="connsiteX146" fmla="*/ 2181225 w 2543175"/>
              <a:gd name="connsiteY146" fmla="*/ 1590675 h 1890712"/>
              <a:gd name="connsiteX147" fmla="*/ 2200275 w 2543175"/>
              <a:gd name="connsiteY147" fmla="*/ 1607344 h 1890712"/>
              <a:gd name="connsiteX148" fmla="*/ 2207419 w 2543175"/>
              <a:gd name="connsiteY148" fmla="*/ 1612106 h 1890712"/>
              <a:gd name="connsiteX149" fmla="*/ 2216944 w 2543175"/>
              <a:gd name="connsiteY149" fmla="*/ 1619250 h 1890712"/>
              <a:gd name="connsiteX150" fmla="*/ 2224088 w 2543175"/>
              <a:gd name="connsiteY150" fmla="*/ 1624012 h 1890712"/>
              <a:gd name="connsiteX151" fmla="*/ 2247900 w 2543175"/>
              <a:gd name="connsiteY151" fmla="*/ 1643062 h 1890712"/>
              <a:gd name="connsiteX152" fmla="*/ 2255044 w 2543175"/>
              <a:gd name="connsiteY152" fmla="*/ 1650206 h 1890712"/>
              <a:gd name="connsiteX153" fmla="*/ 2281238 w 2543175"/>
              <a:gd name="connsiteY153" fmla="*/ 1664494 h 1890712"/>
              <a:gd name="connsiteX154" fmla="*/ 2297907 w 2543175"/>
              <a:gd name="connsiteY154" fmla="*/ 1674019 h 1890712"/>
              <a:gd name="connsiteX155" fmla="*/ 2312194 w 2543175"/>
              <a:gd name="connsiteY155" fmla="*/ 1685925 h 1890712"/>
              <a:gd name="connsiteX156" fmla="*/ 2328863 w 2543175"/>
              <a:gd name="connsiteY156" fmla="*/ 1697831 h 1890712"/>
              <a:gd name="connsiteX157" fmla="*/ 2350294 w 2543175"/>
              <a:gd name="connsiteY157" fmla="*/ 1712119 h 1890712"/>
              <a:gd name="connsiteX158" fmla="*/ 2369344 w 2543175"/>
              <a:gd name="connsiteY158" fmla="*/ 1724025 h 1890712"/>
              <a:gd name="connsiteX159" fmla="*/ 2428876 w 2543175"/>
              <a:gd name="connsiteY159" fmla="*/ 1785938 h 1890712"/>
              <a:gd name="connsiteX160" fmla="*/ 2466975 w 2543175"/>
              <a:gd name="connsiteY160" fmla="*/ 1783556 h 1890712"/>
              <a:gd name="connsiteX161" fmla="*/ 2481263 w 2543175"/>
              <a:gd name="connsiteY161" fmla="*/ 1795462 h 1890712"/>
              <a:gd name="connsiteX162" fmla="*/ 2486025 w 2543175"/>
              <a:gd name="connsiteY162" fmla="*/ 1802606 h 1890712"/>
              <a:gd name="connsiteX163" fmla="*/ 2514600 w 2543175"/>
              <a:gd name="connsiteY163" fmla="*/ 1850231 h 1890712"/>
              <a:gd name="connsiteX164" fmla="*/ 2519363 w 2543175"/>
              <a:gd name="connsiteY164" fmla="*/ 1857375 h 1890712"/>
              <a:gd name="connsiteX165" fmla="*/ 2540794 w 2543175"/>
              <a:gd name="connsiteY165" fmla="*/ 1883569 h 1890712"/>
              <a:gd name="connsiteX166" fmla="*/ 2543175 w 2543175"/>
              <a:gd name="connsiteY16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47812 w 2543175"/>
              <a:gd name="connsiteY99" fmla="*/ 1133475 h 1890712"/>
              <a:gd name="connsiteX100" fmla="*/ 1597819 w 2543175"/>
              <a:gd name="connsiteY100" fmla="*/ 1154906 h 1890712"/>
              <a:gd name="connsiteX101" fmla="*/ 1604963 w 2543175"/>
              <a:gd name="connsiteY101" fmla="*/ 1162050 h 1890712"/>
              <a:gd name="connsiteX102" fmla="*/ 1612107 w 2543175"/>
              <a:gd name="connsiteY102" fmla="*/ 1166812 h 1890712"/>
              <a:gd name="connsiteX103" fmla="*/ 1628775 w 2543175"/>
              <a:gd name="connsiteY103" fmla="*/ 1183481 h 1890712"/>
              <a:gd name="connsiteX104" fmla="*/ 1662113 w 2543175"/>
              <a:gd name="connsiteY104" fmla="*/ 1209675 h 1890712"/>
              <a:gd name="connsiteX105" fmla="*/ 1678782 w 2543175"/>
              <a:gd name="connsiteY105" fmla="*/ 1226344 h 1890712"/>
              <a:gd name="connsiteX106" fmla="*/ 1700213 w 2543175"/>
              <a:gd name="connsiteY106" fmla="*/ 1247775 h 1890712"/>
              <a:gd name="connsiteX107" fmla="*/ 1712119 w 2543175"/>
              <a:gd name="connsiteY107" fmla="*/ 1259681 h 1890712"/>
              <a:gd name="connsiteX108" fmla="*/ 1733550 w 2543175"/>
              <a:gd name="connsiteY108" fmla="*/ 1273969 h 1890712"/>
              <a:gd name="connsiteX109" fmla="*/ 1743075 w 2543175"/>
              <a:gd name="connsiteY109" fmla="*/ 1283494 h 1890712"/>
              <a:gd name="connsiteX110" fmla="*/ 1754982 w 2543175"/>
              <a:gd name="connsiteY110" fmla="*/ 1290637 h 1890712"/>
              <a:gd name="connsiteX111" fmla="*/ 1766888 w 2543175"/>
              <a:gd name="connsiteY111" fmla="*/ 1300162 h 1890712"/>
              <a:gd name="connsiteX112" fmla="*/ 1783557 w 2543175"/>
              <a:gd name="connsiteY112" fmla="*/ 1307306 h 1890712"/>
              <a:gd name="connsiteX113" fmla="*/ 1790700 w 2543175"/>
              <a:gd name="connsiteY113" fmla="*/ 1312069 h 1890712"/>
              <a:gd name="connsiteX114" fmla="*/ 1800225 w 2543175"/>
              <a:gd name="connsiteY114" fmla="*/ 1319212 h 1890712"/>
              <a:gd name="connsiteX115" fmla="*/ 1807369 w 2543175"/>
              <a:gd name="connsiteY115" fmla="*/ 1321594 h 1890712"/>
              <a:gd name="connsiteX116" fmla="*/ 1824038 w 2543175"/>
              <a:gd name="connsiteY116" fmla="*/ 1333500 h 1890712"/>
              <a:gd name="connsiteX117" fmla="*/ 1843088 w 2543175"/>
              <a:gd name="connsiteY117" fmla="*/ 1352550 h 1890712"/>
              <a:gd name="connsiteX118" fmla="*/ 1852613 w 2543175"/>
              <a:gd name="connsiteY118" fmla="*/ 1359694 h 1890712"/>
              <a:gd name="connsiteX119" fmla="*/ 1859757 w 2543175"/>
              <a:gd name="connsiteY119" fmla="*/ 1366837 h 1890712"/>
              <a:gd name="connsiteX120" fmla="*/ 1869282 w 2543175"/>
              <a:gd name="connsiteY120" fmla="*/ 1371600 h 1890712"/>
              <a:gd name="connsiteX121" fmla="*/ 1883569 w 2543175"/>
              <a:gd name="connsiteY121" fmla="*/ 1388269 h 1890712"/>
              <a:gd name="connsiteX122" fmla="*/ 1893094 w 2543175"/>
              <a:gd name="connsiteY122" fmla="*/ 1395412 h 1890712"/>
              <a:gd name="connsiteX123" fmla="*/ 1902619 w 2543175"/>
              <a:gd name="connsiteY123" fmla="*/ 1404937 h 1890712"/>
              <a:gd name="connsiteX124" fmla="*/ 1912144 w 2543175"/>
              <a:gd name="connsiteY124" fmla="*/ 1409700 h 1890712"/>
              <a:gd name="connsiteX125" fmla="*/ 1931194 w 2543175"/>
              <a:gd name="connsiteY125" fmla="*/ 1421606 h 1890712"/>
              <a:gd name="connsiteX126" fmla="*/ 1935957 w 2543175"/>
              <a:gd name="connsiteY126" fmla="*/ 1428750 h 1890712"/>
              <a:gd name="connsiteX127" fmla="*/ 1952625 w 2543175"/>
              <a:gd name="connsiteY127" fmla="*/ 1438275 h 1890712"/>
              <a:gd name="connsiteX128" fmla="*/ 1971675 w 2543175"/>
              <a:gd name="connsiteY128" fmla="*/ 1450181 h 1890712"/>
              <a:gd name="connsiteX129" fmla="*/ 1981200 w 2543175"/>
              <a:gd name="connsiteY129" fmla="*/ 1454944 h 1890712"/>
              <a:gd name="connsiteX130" fmla="*/ 1997869 w 2543175"/>
              <a:gd name="connsiteY130" fmla="*/ 1471612 h 1890712"/>
              <a:gd name="connsiteX131" fmla="*/ 2007394 w 2543175"/>
              <a:gd name="connsiteY131" fmla="*/ 1478756 h 1890712"/>
              <a:gd name="connsiteX132" fmla="*/ 2016919 w 2543175"/>
              <a:gd name="connsiteY132" fmla="*/ 1483519 h 1890712"/>
              <a:gd name="connsiteX133" fmla="*/ 2024063 w 2543175"/>
              <a:gd name="connsiteY133" fmla="*/ 1490662 h 1890712"/>
              <a:gd name="connsiteX134" fmla="*/ 2033588 w 2543175"/>
              <a:gd name="connsiteY134" fmla="*/ 1495425 h 1890712"/>
              <a:gd name="connsiteX135" fmla="*/ 2040732 w 2543175"/>
              <a:gd name="connsiteY135" fmla="*/ 1502569 h 1890712"/>
              <a:gd name="connsiteX136" fmla="*/ 2047875 w 2543175"/>
              <a:gd name="connsiteY136" fmla="*/ 1507331 h 1890712"/>
              <a:gd name="connsiteX137" fmla="*/ 2057400 w 2543175"/>
              <a:gd name="connsiteY137" fmla="*/ 1514475 h 1890712"/>
              <a:gd name="connsiteX138" fmla="*/ 2064544 w 2543175"/>
              <a:gd name="connsiteY138" fmla="*/ 1519237 h 1890712"/>
              <a:gd name="connsiteX139" fmla="*/ 2071688 w 2543175"/>
              <a:gd name="connsiteY139" fmla="*/ 1526381 h 1890712"/>
              <a:gd name="connsiteX140" fmla="*/ 2081213 w 2543175"/>
              <a:gd name="connsiteY140" fmla="*/ 1531144 h 1890712"/>
              <a:gd name="connsiteX141" fmla="*/ 2090738 w 2543175"/>
              <a:gd name="connsiteY141" fmla="*/ 1538287 h 1890712"/>
              <a:gd name="connsiteX142" fmla="*/ 2109788 w 2543175"/>
              <a:gd name="connsiteY142" fmla="*/ 1547812 h 1890712"/>
              <a:gd name="connsiteX143" fmla="*/ 2131219 w 2543175"/>
              <a:gd name="connsiteY143" fmla="*/ 1562100 h 1890712"/>
              <a:gd name="connsiteX144" fmla="*/ 2140744 w 2543175"/>
              <a:gd name="connsiteY144" fmla="*/ 1566862 h 1890712"/>
              <a:gd name="connsiteX145" fmla="*/ 2152650 w 2543175"/>
              <a:gd name="connsiteY145" fmla="*/ 1576387 h 1890712"/>
              <a:gd name="connsiteX146" fmla="*/ 2181225 w 2543175"/>
              <a:gd name="connsiteY146" fmla="*/ 1590675 h 1890712"/>
              <a:gd name="connsiteX147" fmla="*/ 2200275 w 2543175"/>
              <a:gd name="connsiteY147" fmla="*/ 1607344 h 1890712"/>
              <a:gd name="connsiteX148" fmla="*/ 2207419 w 2543175"/>
              <a:gd name="connsiteY148" fmla="*/ 1612106 h 1890712"/>
              <a:gd name="connsiteX149" fmla="*/ 2216944 w 2543175"/>
              <a:gd name="connsiteY149" fmla="*/ 1619250 h 1890712"/>
              <a:gd name="connsiteX150" fmla="*/ 2224088 w 2543175"/>
              <a:gd name="connsiteY150" fmla="*/ 1624012 h 1890712"/>
              <a:gd name="connsiteX151" fmla="*/ 2247900 w 2543175"/>
              <a:gd name="connsiteY151" fmla="*/ 1643062 h 1890712"/>
              <a:gd name="connsiteX152" fmla="*/ 2255044 w 2543175"/>
              <a:gd name="connsiteY152" fmla="*/ 1650206 h 1890712"/>
              <a:gd name="connsiteX153" fmla="*/ 2281238 w 2543175"/>
              <a:gd name="connsiteY153" fmla="*/ 1664494 h 1890712"/>
              <a:gd name="connsiteX154" fmla="*/ 2297907 w 2543175"/>
              <a:gd name="connsiteY154" fmla="*/ 1674019 h 1890712"/>
              <a:gd name="connsiteX155" fmla="*/ 2312194 w 2543175"/>
              <a:gd name="connsiteY155" fmla="*/ 1685925 h 1890712"/>
              <a:gd name="connsiteX156" fmla="*/ 2328863 w 2543175"/>
              <a:gd name="connsiteY156" fmla="*/ 1697831 h 1890712"/>
              <a:gd name="connsiteX157" fmla="*/ 2350294 w 2543175"/>
              <a:gd name="connsiteY157" fmla="*/ 1712119 h 1890712"/>
              <a:gd name="connsiteX158" fmla="*/ 2369344 w 2543175"/>
              <a:gd name="connsiteY158" fmla="*/ 1724025 h 1890712"/>
              <a:gd name="connsiteX159" fmla="*/ 2428876 w 2543175"/>
              <a:gd name="connsiteY159" fmla="*/ 1785938 h 1890712"/>
              <a:gd name="connsiteX160" fmla="*/ 2466975 w 2543175"/>
              <a:gd name="connsiteY160" fmla="*/ 1783556 h 1890712"/>
              <a:gd name="connsiteX161" fmla="*/ 2481263 w 2543175"/>
              <a:gd name="connsiteY161" fmla="*/ 1795462 h 1890712"/>
              <a:gd name="connsiteX162" fmla="*/ 2486025 w 2543175"/>
              <a:gd name="connsiteY162" fmla="*/ 1802606 h 1890712"/>
              <a:gd name="connsiteX163" fmla="*/ 2514600 w 2543175"/>
              <a:gd name="connsiteY163" fmla="*/ 1850231 h 1890712"/>
              <a:gd name="connsiteX164" fmla="*/ 2519363 w 2543175"/>
              <a:gd name="connsiteY164" fmla="*/ 1857375 h 1890712"/>
              <a:gd name="connsiteX165" fmla="*/ 2540794 w 2543175"/>
              <a:gd name="connsiteY165" fmla="*/ 1883569 h 1890712"/>
              <a:gd name="connsiteX166" fmla="*/ 2543175 w 2543175"/>
              <a:gd name="connsiteY16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7819 w 2543175"/>
              <a:gd name="connsiteY100" fmla="*/ 1154906 h 1890712"/>
              <a:gd name="connsiteX101" fmla="*/ 1604963 w 2543175"/>
              <a:gd name="connsiteY101" fmla="*/ 1162050 h 1890712"/>
              <a:gd name="connsiteX102" fmla="*/ 1612107 w 2543175"/>
              <a:gd name="connsiteY102" fmla="*/ 1166812 h 1890712"/>
              <a:gd name="connsiteX103" fmla="*/ 1628775 w 2543175"/>
              <a:gd name="connsiteY103" fmla="*/ 1183481 h 1890712"/>
              <a:gd name="connsiteX104" fmla="*/ 1662113 w 2543175"/>
              <a:gd name="connsiteY104" fmla="*/ 1209675 h 1890712"/>
              <a:gd name="connsiteX105" fmla="*/ 1678782 w 2543175"/>
              <a:gd name="connsiteY105" fmla="*/ 1226344 h 1890712"/>
              <a:gd name="connsiteX106" fmla="*/ 1700213 w 2543175"/>
              <a:gd name="connsiteY106" fmla="*/ 1247775 h 1890712"/>
              <a:gd name="connsiteX107" fmla="*/ 1712119 w 2543175"/>
              <a:gd name="connsiteY107" fmla="*/ 1259681 h 1890712"/>
              <a:gd name="connsiteX108" fmla="*/ 1733550 w 2543175"/>
              <a:gd name="connsiteY108" fmla="*/ 1273969 h 1890712"/>
              <a:gd name="connsiteX109" fmla="*/ 1743075 w 2543175"/>
              <a:gd name="connsiteY109" fmla="*/ 1283494 h 1890712"/>
              <a:gd name="connsiteX110" fmla="*/ 1754982 w 2543175"/>
              <a:gd name="connsiteY110" fmla="*/ 1290637 h 1890712"/>
              <a:gd name="connsiteX111" fmla="*/ 1766888 w 2543175"/>
              <a:gd name="connsiteY111" fmla="*/ 1300162 h 1890712"/>
              <a:gd name="connsiteX112" fmla="*/ 1783557 w 2543175"/>
              <a:gd name="connsiteY112" fmla="*/ 1307306 h 1890712"/>
              <a:gd name="connsiteX113" fmla="*/ 1790700 w 2543175"/>
              <a:gd name="connsiteY113" fmla="*/ 1312069 h 1890712"/>
              <a:gd name="connsiteX114" fmla="*/ 1800225 w 2543175"/>
              <a:gd name="connsiteY114" fmla="*/ 1319212 h 1890712"/>
              <a:gd name="connsiteX115" fmla="*/ 1807369 w 2543175"/>
              <a:gd name="connsiteY115" fmla="*/ 1321594 h 1890712"/>
              <a:gd name="connsiteX116" fmla="*/ 1824038 w 2543175"/>
              <a:gd name="connsiteY116" fmla="*/ 1333500 h 1890712"/>
              <a:gd name="connsiteX117" fmla="*/ 1843088 w 2543175"/>
              <a:gd name="connsiteY117" fmla="*/ 1352550 h 1890712"/>
              <a:gd name="connsiteX118" fmla="*/ 1852613 w 2543175"/>
              <a:gd name="connsiteY118" fmla="*/ 1359694 h 1890712"/>
              <a:gd name="connsiteX119" fmla="*/ 1859757 w 2543175"/>
              <a:gd name="connsiteY119" fmla="*/ 1366837 h 1890712"/>
              <a:gd name="connsiteX120" fmla="*/ 1869282 w 2543175"/>
              <a:gd name="connsiteY120" fmla="*/ 1371600 h 1890712"/>
              <a:gd name="connsiteX121" fmla="*/ 1883569 w 2543175"/>
              <a:gd name="connsiteY121" fmla="*/ 1388269 h 1890712"/>
              <a:gd name="connsiteX122" fmla="*/ 1893094 w 2543175"/>
              <a:gd name="connsiteY122" fmla="*/ 1395412 h 1890712"/>
              <a:gd name="connsiteX123" fmla="*/ 1902619 w 2543175"/>
              <a:gd name="connsiteY123" fmla="*/ 1404937 h 1890712"/>
              <a:gd name="connsiteX124" fmla="*/ 1912144 w 2543175"/>
              <a:gd name="connsiteY124" fmla="*/ 1409700 h 1890712"/>
              <a:gd name="connsiteX125" fmla="*/ 1931194 w 2543175"/>
              <a:gd name="connsiteY125" fmla="*/ 1421606 h 1890712"/>
              <a:gd name="connsiteX126" fmla="*/ 1935957 w 2543175"/>
              <a:gd name="connsiteY126" fmla="*/ 1428750 h 1890712"/>
              <a:gd name="connsiteX127" fmla="*/ 1952625 w 2543175"/>
              <a:gd name="connsiteY127" fmla="*/ 1438275 h 1890712"/>
              <a:gd name="connsiteX128" fmla="*/ 1971675 w 2543175"/>
              <a:gd name="connsiteY128" fmla="*/ 1450181 h 1890712"/>
              <a:gd name="connsiteX129" fmla="*/ 1981200 w 2543175"/>
              <a:gd name="connsiteY129" fmla="*/ 1454944 h 1890712"/>
              <a:gd name="connsiteX130" fmla="*/ 1997869 w 2543175"/>
              <a:gd name="connsiteY130" fmla="*/ 1471612 h 1890712"/>
              <a:gd name="connsiteX131" fmla="*/ 2007394 w 2543175"/>
              <a:gd name="connsiteY131" fmla="*/ 1478756 h 1890712"/>
              <a:gd name="connsiteX132" fmla="*/ 2016919 w 2543175"/>
              <a:gd name="connsiteY132" fmla="*/ 1483519 h 1890712"/>
              <a:gd name="connsiteX133" fmla="*/ 2024063 w 2543175"/>
              <a:gd name="connsiteY133" fmla="*/ 1490662 h 1890712"/>
              <a:gd name="connsiteX134" fmla="*/ 2033588 w 2543175"/>
              <a:gd name="connsiteY134" fmla="*/ 1495425 h 1890712"/>
              <a:gd name="connsiteX135" fmla="*/ 2040732 w 2543175"/>
              <a:gd name="connsiteY135" fmla="*/ 1502569 h 1890712"/>
              <a:gd name="connsiteX136" fmla="*/ 2047875 w 2543175"/>
              <a:gd name="connsiteY136" fmla="*/ 1507331 h 1890712"/>
              <a:gd name="connsiteX137" fmla="*/ 2057400 w 2543175"/>
              <a:gd name="connsiteY137" fmla="*/ 1514475 h 1890712"/>
              <a:gd name="connsiteX138" fmla="*/ 2064544 w 2543175"/>
              <a:gd name="connsiteY138" fmla="*/ 1519237 h 1890712"/>
              <a:gd name="connsiteX139" fmla="*/ 2071688 w 2543175"/>
              <a:gd name="connsiteY139" fmla="*/ 1526381 h 1890712"/>
              <a:gd name="connsiteX140" fmla="*/ 2081213 w 2543175"/>
              <a:gd name="connsiteY140" fmla="*/ 1531144 h 1890712"/>
              <a:gd name="connsiteX141" fmla="*/ 2090738 w 2543175"/>
              <a:gd name="connsiteY141" fmla="*/ 1538287 h 1890712"/>
              <a:gd name="connsiteX142" fmla="*/ 2109788 w 2543175"/>
              <a:gd name="connsiteY142" fmla="*/ 1547812 h 1890712"/>
              <a:gd name="connsiteX143" fmla="*/ 2131219 w 2543175"/>
              <a:gd name="connsiteY143" fmla="*/ 1562100 h 1890712"/>
              <a:gd name="connsiteX144" fmla="*/ 2140744 w 2543175"/>
              <a:gd name="connsiteY144" fmla="*/ 1566862 h 1890712"/>
              <a:gd name="connsiteX145" fmla="*/ 2152650 w 2543175"/>
              <a:gd name="connsiteY145" fmla="*/ 1576387 h 1890712"/>
              <a:gd name="connsiteX146" fmla="*/ 2181225 w 2543175"/>
              <a:gd name="connsiteY146" fmla="*/ 1590675 h 1890712"/>
              <a:gd name="connsiteX147" fmla="*/ 2200275 w 2543175"/>
              <a:gd name="connsiteY147" fmla="*/ 1607344 h 1890712"/>
              <a:gd name="connsiteX148" fmla="*/ 2207419 w 2543175"/>
              <a:gd name="connsiteY148" fmla="*/ 1612106 h 1890712"/>
              <a:gd name="connsiteX149" fmla="*/ 2216944 w 2543175"/>
              <a:gd name="connsiteY149" fmla="*/ 1619250 h 1890712"/>
              <a:gd name="connsiteX150" fmla="*/ 2224088 w 2543175"/>
              <a:gd name="connsiteY150" fmla="*/ 1624012 h 1890712"/>
              <a:gd name="connsiteX151" fmla="*/ 2247900 w 2543175"/>
              <a:gd name="connsiteY151" fmla="*/ 1643062 h 1890712"/>
              <a:gd name="connsiteX152" fmla="*/ 2255044 w 2543175"/>
              <a:gd name="connsiteY152" fmla="*/ 1650206 h 1890712"/>
              <a:gd name="connsiteX153" fmla="*/ 2281238 w 2543175"/>
              <a:gd name="connsiteY153" fmla="*/ 1664494 h 1890712"/>
              <a:gd name="connsiteX154" fmla="*/ 2297907 w 2543175"/>
              <a:gd name="connsiteY154" fmla="*/ 1674019 h 1890712"/>
              <a:gd name="connsiteX155" fmla="*/ 2312194 w 2543175"/>
              <a:gd name="connsiteY155" fmla="*/ 1685925 h 1890712"/>
              <a:gd name="connsiteX156" fmla="*/ 2328863 w 2543175"/>
              <a:gd name="connsiteY156" fmla="*/ 1697831 h 1890712"/>
              <a:gd name="connsiteX157" fmla="*/ 2350294 w 2543175"/>
              <a:gd name="connsiteY157" fmla="*/ 1712119 h 1890712"/>
              <a:gd name="connsiteX158" fmla="*/ 2369344 w 2543175"/>
              <a:gd name="connsiteY158" fmla="*/ 1724025 h 1890712"/>
              <a:gd name="connsiteX159" fmla="*/ 2428876 w 2543175"/>
              <a:gd name="connsiteY159" fmla="*/ 1785938 h 1890712"/>
              <a:gd name="connsiteX160" fmla="*/ 2466975 w 2543175"/>
              <a:gd name="connsiteY160" fmla="*/ 1783556 h 1890712"/>
              <a:gd name="connsiteX161" fmla="*/ 2481263 w 2543175"/>
              <a:gd name="connsiteY161" fmla="*/ 1795462 h 1890712"/>
              <a:gd name="connsiteX162" fmla="*/ 2486025 w 2543175"/>
              <a:gd name="connsiteY162" fmla="*/ 1802606 h 1890712"/>
              <a:gd name="connsiteX163" fmla="*/ 2514600 w 2543175"/>
              <a:gd name="connsiteY163" fmla="*/ 1850231 h 1890712"/>
              <a:gd name="connsiteX164" fmla="*/ 2519363 w 2543175"/>
              <a:gd name="connsiteY164" fmla="*/ 1857375 h 1890712"/>
              <a:gd name="connsiteX165" fmla="*/ 2540794 w 2543175"/>
              <a:gd name="connsiteY165" fmla="*/ 1883569 h 1890712"/>
              <a:gd name="connsiteX166" fmla="*/ 2543175 w 2543175"/>
              <a:gd name="connsiteY16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7819 w 2543175"/>
              <a:gd name="connsiteY100" fmla="*/ 1154906 h 1890712"/>
              <a:gd name="connsiteX101" fmla="*/ 1604963 w 2543175"/>
              <a:gd name="connsiteY101" fmla="*/ 1162050 h 1890712"/>
              <a:gd name="connsiteX102" fmla="*/ 1628775 w 2543175"/>
              <a:gd name="connsiteY102" fmla="*/ 1183481 h 1890712"/>
              <a:gd name="connsiteX103" fmla="*/ 1662113 w 2543175"/>
              <a:gd name="connsiteY103" fmla="*/ 1209675 h 1890712"/>
              <a:gd name="connsiteX104" fmla="*/ 1678782 w 2543175"/>
              <a:gd name="connsiteY104" fmla="*/ 1226344 h 1890712"/>
              <a:gd name="connsiteX105" fmla="*/ 1700213 w 2543175"/>
              <a:gd name="connsiteY105" fmla="*/ 1247775 h 1890712"/>
              <a:gd name="connsiteX106" fmla="*/ 1712119 w 2543175"/>
              <a:gd name="connsiteY106" fmla="*/ 1259681 h 1890712"/>
              <a:gd name="connsiteX107" fmla="*/ 1733550 w 2543175"/>
              <a:gd name="connsiteY107" fmla="*/ 1273969 h 1890712"/>
              <a:gd name="connsiteX108" fmla="*/ 1743075 w 2543175"/>
              <a:gd name="connsiteY108" fmla="*/ 1283494 h 1890712"/>
              <a:gd name="connsiteX109" fmla="*/ 1754982 w 2543175"/>
              <a:gd name="connsiteY109" fmla="*/ 1290637 h 1890712"/>
              <a:gd name="connsiteX110" fmla="*/ 1766888 w 2543175"/>
              <a:gd name="connsiteY110" fmla="*/ 1300162 h 1890712"/>
              <a:gd name="connsiteX111" fmla="*/ 1783557 w 2543175"/>
              <a:gd name="connsiteY111" fmla="*/ 1307306 h 1890712"/>
              <a:gd name="connsiteX112" fmla="*/ 1790700 w 2543175"/>
              <a:gd name="connsiteY112" fmla="*/ 1312069 h 1890712"/>
              <a:gd name="connsiteX113" fmla="*/ 1800225 w 2543175"/>
              <a:gd name="connsiteY113" fmla="*/ 1319212 h 1890712"/>
              <a:gd name="connsiteX114" fmla="*/ 1807369 w 2543175"/>
              <a:gd name="connsiteY114" fmla="*/ 1321594 h 1890712"/>
              <a:gd name="connsiteX115" fmla="*/ 1824038 w 2543175"/>
              <a:gd name="connsiteY115" fmla="*/ 1333500 h 1890712"/>
              <a:gd name="connsiteX116" fmla="*/ 1843088 w 2543175"/>
              <a:gd name="connsiteY116" fmla="*/ 1352550 h 1890712"/>
              <a:gd name="connsiteX117" fmla="*/ 1852613 w 2543175"/>
              <a:gd name="connsiteY117" fmla="*/ 1359694 h 1890712"/>
              <a:gd name="connsiteX118" fmla="*/ 1859757 w 2543175"/>
              <a:gd name="connsiteY118" fmla="*/ 1366837 h 1890712"/>
              <a:gd name="connsiteX119" fmla="*/ 1869282 w 2543175"/>
              <a:gd name="connsiteY119" fmla="*/ 1371600 h 1890712"/>
              <a:gd name="connsiteX120" fmla="*/ 1883569 w 2543175"/>
              <a:gd name="connsiteY120" fmla="*/ 1388269 h 1890712"/>
              <a:gd name="connsiteX121" fmla="*/ 1893094 w 2543175"/>
              <a:gd name="connsiteY121" fmla="*/ 1395412 h 1890712"/>
              <a:gd name="connsiteX122" fmla="*/ 1902619 w 2543175"/>
              <a:gd name="connsiteY122" fmla="*/ 1404937 h 1890712"/>
              <a:gd name="connsiteX123" fmla="*/ 1912144 w 2543175"/>
              <a:gd name="connsiteY123" fmla="*/ 1409700 h 1890712"/>
              <a:gd name="connsiteX124" fmla="*/ 1931194 w 2543175"/>
              <a:gd name="connsiteY124" fmla="*/ 1421606 h 1890712"/>
              <a:gd name="connsiteX125" fmla="*/ 1935957 w 2543175"/>
              <a:gd name="connsiteY125" fmla="*/ 1428750 h 1890712"/>
              <a:gd name="connsiteX126" fmla="*/ 1952625 w 2543175"/>
              <a:gd name="connsiteY126" fmla="*/ 1438275 h 1890712"/>
              <a:gd name="connsiteX127" fmla="*/ 1971675 w 2543175"/>
              <a:gd name="connsiteY127" fmla="*/ 1450181 h 1890712"/>
              <a:gd name="connsiteX128" fmla="*/ 1981200 w 2543175"/>
              <a:gd name="connsiteY128" fmla="*/ 1454944 h 1890712"/>
              <a:gd name="connsiteX129" fmla="*/ 1997869 w 2543175"/>
              <a:gd name="connsiteY129" fmla="*/ 1471612 h 1890712"/>
              <a:gd name="connsiteX130" fmla="*/ 2007394 w 2543175"/>
              <a:gd name="connsiteY130" fmla="*/ 1478756 h 1890712"/>
              <a:gd name="connsiteX131" fmla="*/ 2016919 w 2543175"/>
              <a:gd name="connsiteY131" fmla="*/ 1483519 h 1890712"/>
              <a:gd name="connsiteX132" fmla="*/ 2024063 w 2543175"/>
              <a:gd name="connsiteY132" fmla="*/ 1490662 h 1890712"/>
              <a:gd name="connsiteX133" fmla="*/ 2033588 w 2543175"/>
              <a:gd name="connsiteY133" fmla="*/ 1495425 h 1890712"/>
              <a:gd name="connsiteX134" fmla="*/ 2040732 w 2543175"/>
              <a:gd name="connsiteY134" fmla="*/ 1502569 h 1890712"/>
              <a:gd name="connsiteX135" fmla="*/ 2047875 w 2543175"/>
              <a:gd name="connsiteY135" fmla="*/ 1507331 h 1890712"/>
              <a:gd name="connsiteX136" fmla="*/ 2057400 w 2543175"/>
              <a:gd name="connsiteY136" fmla="*/ 1514475 h 1890712"/>
              <a:gd name="connsiteX137" fmla="*/ 2064544 w 2543175"/>
              <a:gd name="connsiteY137" fmla="*/ 1519237 h 1890712"/>
              <a:gd name="connsiteX138" fmla="*/ 2071688 w 2543175"/>
              <a:gd name="connsiteY138" fmla="*/ 1526381 h 1890712"/>
              <a:gd name="connsiteX139" fmla="*/ 2081213 w 2543175"/>
              <a:gd name="connsiteY139" fmla="*/ 1531144 h 1890712"/>
              <a:gd name="connsiteX140" fmla="*/ 2090738 w 2543175"/>
              <a:gd name="connsiteY140" fmla="*/ 1538287 h 1890712"/>
              <a:gd name="connsiteX141" fmla="*/ 2109788 w 2543175"/>
              <a:gd name="connsiteY141" fmla="*/ 1547812 h 1890712"/>
              <a:gd name="connsiteX142" fmla="*/ 2131219 w 2543175"/>
              <a:gd name="connsiteY142" fmla="*/ 1562100 h 1890712"/>
              <a:gd name="connsiteX143" fmla="*/ 2140744 w 2543175"/>
              <a:gd name="connsiteY143" fmla="*/ 1566862 h 1890712"/>
              <a:gd name="connsiteX144" fmla="*/ 2152650 w 2543175"/>
              <a:gd name="connsiteY144" fmla="*/ 1576387 h 1890712"/>
              <a:gd name="connsiteX145" fmla="*/ 2181225 w 2543175"/>
              <a:gd name="connsiteY145" fmla="*/ 1590675 h 1890712"/>
              <a:gd name="connsiteX146" fmla="*/ 2200275 w 2543175"/>
              <a:gd name="connsiteY146" fmla="*/ 1607344 h 1890712"/>
              <a:gd name="connsiteX147" fmla="*/ 2207419 w 2543175"/>
              <a:gd name="connsiteY147" fmla="*/ 1612106 h 1890712"/>
              <a:gd name="connsiteX148" fmla="*/ 2216944 w 2543175"/>
              <a:gd name="connsiteY148" fmla="*/ 1619250 h 1890712"/>
              <a:gd name="connsiteX149" fmla="*/ 2224088 w 2543175"/>
              <a:gd name="connsiteY149" fmla="*/ 1624012 h 1890712"/>
              <a:gd name="connsiteX150" fmla="*/ 2247900 w 2543175"/>
              <a:gd name="connsiteY150" fmla="*/ 1643062 h 1890712"/>
              <a:gd name="connsiteX151" fmla="*/ 2255044 w 2543175"/>
              <a:gd name="connsiteY151" fmla="*/ 1650206 h 1890712"/>
              <a:gd name="connsiteX152" fmla="*/ 2281238 w 2543175"/>
              <a:gd name="connsiteY152" fmla="*/ 1664494 h 1890712"/>
              <a:gd name="connsiteX153" fmla="*/ 2297907 w 2543175"/>
              <a:gd name="connsiteY153" fmla="*/ 1674019 h 1890712"/>
              <a:gd name="connsiteX154" fmla="*/ 2312194 w 2543175"/>
              <a:gd name="connsiteY154" fmla="*/ 1685925 h 1890712"/>
              <a:gd name="connsiteX155" fmla="*/ 2328863 w 2543175"/>
              <a:gd name="connsiteY155" fmla="*/ 1697831 h 1890712"/>
              <a:gd name="connsiteX156" fmla="*/ 2350294 w 2543175"/>
              <a:gd name="connsiteY156" fmla="*/ 1712119 h 1890712"/>
              <a:gd name="connsiteX157" fmla="*/ 2369344 w 2543175"/>
              <a:gd name="connsiteY157" fmla="*/ 1724025 h 1890712"/>
              <a:gd name="connsiteX158" fmla="*/ 2428876 w 2543175"/>
              <a:gd name="connsiteY158" fmla="*/ 1785938 h 1890712"/>
              <a:gd name="connsiteX159" fmla="*/ 2466975 w 2543175"/>
              <a:gd name="connsiteY159" fmla="*/ 1783556 h 1890712"/>
              <a:gd name="connsiteX160" fmla="*/ 2481263 w 2543175"/>
              <a:gd name="connsiteY160" fmla="*/ 1795462 h 1890712"/>
              <a:gd name="connsiteX161" fmla="*/ 2486025 w 2543175"/>
              <a:gd name="connsiteY161" fmla="*/ 1802606 h 1890712"/>
              <a:gd name="connsiteX162" fmla="*/ 2514600 w 2543175"/>
              <a:gd name="connsiteY162" fmla="*/ 1850231 h 1890712"/>
              <a:gd name="connsiteX163" fmla="*/ 2519363 w 2543175"/>
              <a:gd name="connsiteY163" fmla="*/ 1857375 h 1890712"/>
              <a:gd name="connsiteX164" fmla="*/ 2540794 w 2543175"/>
              <a:gd name="connsiteY164" fmla="*/ 1883569 h 1890712"/>
              <a:gd name="connsiteX165" fmla="*/ 2543175 w 2543175"/>
              <a:gd name="connsiteY165"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7819 w 2543175"/>
              <a:gd name="connsiteY100" fmla="*/ 1154906 h 1890712"/>
              <a:gd name="connsiteX101" fmla="*/ 1628775 w 2543175"/>
              <a:gd name="connsiteY101" fmla="*/ 1183481 h 1890712"/>
              <a:gd name="connsiteX102" fmla="*/ 1662113 w 2543175"/>
              <a:gd name="connsiteY102" fmla="*/ 1209675 h 1890712"/>
              <a:gd name="connsiteX103" fmla="*/ 1678782 w 2543175"/>
              <a:gd name="connsiteY103" fmla="*/ 1226344 h 1890712"/>
              <a:gd name="connsiteX104" fmla="*/ 1700213 w 2543175"/>
              <a:gd name="connsiteY104" fmla="*/ 1247775 h 1890712"/>
              <a:gd name="connsiteX105" fmla="*/ 1712119 w 2543175"/>
              <a:gd name="connsiteY105" fmla="*/ 1259681 h 1890712"/>
              <a:gd name="connsiteX106" fmla="*/ 1733550 w 2543175"/>
              <a:gd name="connsiteY106" fmla="*/ 1273969 h 1890712"/>
              <a:gd name="connsiteX107" fmla="*/ 1743075 w 2543175"/>
              <a:gd name="connsiteY107" fmla="*/ 1283494 h 1890712"/>
              <a:gd name="connsiteX108" fmla="*/ 1754982 w 2543175"/>
              <a:gd name="connsiteY108" fmla="*/ 1290637 h 1890712"/>
              <a:gd name="connsiteX109" fmla="*/ 1766888 w 2543175"/>
              <a:gd name="connsiteY109" fmla="*/ 1300162 h 1890712"/>
              <a:gd name="connsiteX110" fmla="*/ 1783557 w 2543175"/>
              <a:gd name="connsiteY110" fmla="*/ 1307306 h 1890712"/>
              <a:gd name="connsiteX111" fmla="*/ 1790700 w 2543175"/>
              <a:gd name="connsiteY111" fmla="*/ 1312069 h 1890712"/>
              <a:gd name="connsiteX112" fmla="*/ 1800225 w 2543175"/>
              <a:gd name="connsiteY112" fmla="*/ 1319212 h 1890712"/>
              <a:gd name="connsiteX113" fmla="*/ 1807369 w 2543175"/>
              <a:gd name="connsiteY113" fmla="*/ 1321594 h 1890712"/>
              <a:gd name="connsiteX114" fmla="*/ 1824038 w 2543175"/>
              <a:gd name="connsiteY114" fmla="*/ 1333500 h 1890712"/>
              <a:gd name="connsiteX115" fmla="*/ 1843088 w 2543175"/>
              <a:gd name="connsiteY115" fmla="*/ 1352550 h 1890712"/>
              <a:gd name="connsiteX116" fmla="*/ 1852613 w 2543175"/>
              <a:gd name="connsiteY116" fmla="*/ 1359694 h 1890712"/>
              <a:gd name="connsiteX117" fmla="*/ 1859757 w 2543175"/>
              <a:gd name="connsiteY117" fmla="*/ 1366837 h 1890712"/>
              <a:gd name="connsiteX118" fmla="*/ 1869282 w 2543175"/>
              <a:gd name="connsiteY118" fmla="*/ 1371600 h 1890712"/>
              <a:gd name="connsiteX119" fmla="*/ 1883569 w 2543175"/>
              <a:gd name="connsiteY119" fmla="*/ 1388269 h 1890712"/>
              <a:gd name="connsiteX120" fmla="*/ 1893094 w 2543175"/>
              <a:gd name="connsiteY120" fmla="*/ 1395412 h 1890712"/>
              <a:gd name="connsiteX121" fmla="*/ 1902619 w 2543175"/>
              <a:gd name="connsiteY121" fmla="*/ 1404937 h 1890712"/>
              <a:gd name="connsiteX122" fmla="*/ 1912144 w 2543175"/>
              <a:gd name="connsiteY122" fmla="*/ 1409700 h 1890712"/>
              <a:gd name="connsiteX123" fmla="*/ 1931194 w 2543175"/>
              <a:gd name="connsiteY123" fmla="*/ 1421606 h 1890712"/>
              <a:gd name="connsiteX124" fmla="*/ 1935957 w 2543175"/>
              <a:gd name="connsiteY124" fmla="*/ 1428750 h 1890712"/>
              <a:gd name="connsiteX125" fmla="*/ 1952625 w 2543175"/>
              <a:gd name="connsiteY125" fmla="*/ 1438275 h 1890712"/>
              <a:gd name="connsiteX126" fmla="*/ 1971675 w 2543175"/>
              <a:gd name="connsiteY126" fmla="*/ 1450181 h 1890712"/>
              <a:gd name="connsiteX127" fmla="*/ 1981200 w 2543175"/>
              <a:gd name="connsiteY127" fmla="*/ 1454944 h 1890712"/>
              <a:gd name="connsiteX128" fmla="*/ 1997869 w 2543175"/>
              <a:gd name="connsiteY128" fmla="*/ 1471612 h 1890712"/>
              <a:gd name="connsiteX129" fmla="*/ 2007394 w 2543175"/>
              <a:gd name="connsiteY129" fmla="*/ 1478756 h 1890712"/>
              <a:gd name="connsiteX130" fmla="*/ 2016919 w 2543175"/>
              <a:gd name="connsiteY130" fmla="*/ 1483519 h 1890712"/>
              <a:gd name="connsiteX131" fmla="*/ 2024063 w 2543175"/>
              <a:gd name="connsiteY131" fmla="*/ 1490662 h 1890712"/>
              <a:gd name="connsiteX132" fmla="*/ 2033588 w 2543175"/>
              <a:gd name="connsiteY132" fmla="*/ 1495425 h 1890712"/>
              <a:gd name="connsiteX133" fmla="*/ 2040732 w 2543175"/>
              <a:gd name="connsiteY133" fmla="*/ 1502569 h 1890712"/>
              <a:gd name="connsiteX134" fmla="*/ 2047875 w 2543175"/>
              <a:gd name="connsiteY134" fmla="*/ 1507331 h 1890712"/>
              <a:gd name="connsiteX135" fmla="*/ 2057400 w 2543175"/>
              <a:gd name="connsiteY135" fmla="*/ 1514475 h 1890712"/>
              <a:gd name="connsiteX136" fmla="*/ 2064544 w 2543175"/>
              <a:gd name="connsiteY136" fmla="*/ 1519237 h 1890712"/>
              <a:gd name="connsiteX137" fmla="*/ 2071688 w 2543175"/>
              <a:gd name="connsiteY137" fmla="*/ 1526381 h 1890712"/>
              <a:gd name="connsiteX138" fmla="*/ 2081213 w 2543175"/>
              <a:gd name="connsiteY138" fmla="*/ 1531144 h 1890712"/>
              <a:gd name="connsiteX139" fmla="*/ 2090738 w 2543175"/>
              <a:gd name="connsiteY139" fmla="*/ 1538287 h 1890712"/>
              <a:gd name="connsiteX140" fmla="*/ 2109788 w 2543175"/>
              <a:gd name="connsiteY140" fmla="*/ 1547812 h 1890712"/>
              <a:gd name="connsiteX141" fmla="*/ 2131219 w 2543175"/>
              <a:gd name="connsiteY141" fmla="*/ 1562100 h 1890712"/>
              <a:gd name="connsiteX142" fmla="*/ 2140744 w 2543175"/>
              <a:gd name="connsiteY142" fmla="*/ 1566862 h 1890712"/>
              <a:gd name="connsiteX143" fmla="*/ 2152650 w 2543175"/>
              <a:gd name="connsiteY143" fmla="*/ 1576387 h 1890712"/>
              <a:gd name="connsiteX144" fmla="*/ 2181225 w 2543175"/>
              <a:gd name="connsiteY144" fmla="*/ 1590675 h 1890712"/>
              <a:gd name="connsiteX145" fmla="*/ 2200275 w 2543175"/>
              <a:gd name="connsiteY145" fmla="*/ 1607344 h 1890712"/>
              <a:gd name="connsiteX146" fmla="*/ 2207419 w 2543175"/>
              <a:gd name="connsiteY146" fmla="*/ 1612106 h 1890712"/>
              <a:gd name="connsiteX147" fmla="*/ 2216944 w 2543175"/>
              <a:gd name="connsiteY147" fmla="*/ 1619250 h 1890712"/>
              <a:gd name="connsiteX148" fmla="*/ 2224088 w 2543175"/>
              <a:gd name="connsiteY148" fmla="*/ 1624012 h 1890712"/>
              <a:gd name="connsiteX149" fmla="*/ 2247900 w 2543175"/>
              <a:gd name="connsiteY149" fmla="*/ 1643062 h 1890712"/>
              <a:gd name="connsiteX150" fmla="*/ 2255044 w 2543175"/>
              <a:gd name="connsiteY150" fmla="*/ 1650206 h 1890712"/>
              <a:gd name="connsiteX151" fmla="*/ 2281238 w 2543175"/>
              <a:gd name="connsiteY151" fmla="*/ 1664494 h 1890712"/>
              <a:gd name="connsiteX152" fmla="*/ 2297907 w 2543175"/>
              <a:gd name="connsiteY152" fmla="*/ 1674019 h 1890712"/>
              <a:gd name="connsiteX153" fmla="*/ 2312194 w 2543175"/>
              <a:gd name="connsiteY153" fmla="*/ 1685925 h 1890712"/>
              <a:gd name="connsiteX154" fmla="*/ 2328863 w 2543175"/>
              <a:gd name="connsiteY154" fmla="*/ 1697831 h 1890712"/>
              <a:gd name="connsiteX155" fmla="*/ 2350294 w 2543175"/>
              <a:gd name="connsiteY155" fmla="*/ 1712119 h 1890712"/>
              <a:gd name="connsiteX156" fmla="*/ 2369344 w 2543175"/>
              <a:gd name="connsiteY156" fmla="*/ 1724025 h 1890712"/>
              <a:gd name="connsiteX157" fmla="*/ 2428876 w 2543175"/>
              <a:gd name="connsiteY157" fmla="*/ 1785938 h 1890712"/>
              <a:gd name="connsiteX158" fmla="*/ 2466975 w 2543175"/>
              <a:gd name="connsiteY158" fmla="*/ 1783556 h 1890712"/>
              <a:gd name="connsiteX159" fmla="*/ 2481263 w 2543175"/>
              <a:gd name="connsiteY159" fmla="*/ 1795462 h 1890712"/>
              <a:gd name="connsiteX160" fmla="*/ 2486025 w 2543175"/>
              <a:gd name="connsiteY160" fmla="*/ 1802606 h 1890712"/>
              <a:gd name="connsiteX161" fmla="*/ 2514600 w 2543175"/>
              <a:gd name="connsiteY161" fmla="*/ 1850231 h 1890712"/>
              <a:gd name="connsiteX162" fmla="*/ 2519363 w 2543175"/>
              <a:gd name="connsiteY162" fmla="*/ 1857375 h 1890712"/>
              <a:gd name="connsiteX163" fmla="*/ 2540794 w 2543175"/>
              <a:gd name="connsiteY163" fmla="*/ 1883569 h 1890712"/>
              <a:gd name="connsiteX164" fmla="*/ 2543175 w 2543175"/>
              <a:gd name="connsiteY16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183481 h 1890712"/>
              <a:gd name="connsiteX102" fmla="*/ 1662113 w 2543175"/>
              <a:gd name="connsiteY102" fmla="*/ 1209675 h 1890712"/>
              <a:gd name="connsiteX103" fmla="*/ 1678782 w 2543175"/>
              <a:gd name="connsiteY103" fmla="*/ 1226344 h 1890712"/>
              <a:gd name="connsiteX104" fmla="*/ 1700213 w 2543175"/>
              <a:gd name="connsiteY104" fmla="*/ 1247775 h 1890712"/>
              <a:gd name="connsiteX105" fmla="*/ 1712119 w 2543175"/>
              <a:gd name="connsiteY105" fmla="*/ 1259681 h 1890712"/>
              <a:gd name="connsiteX106" fmla="*/ 1733550 w 2543175"/>
              <a:gd name="connsiteY106" fmla="*/ 1273969 h 1890712"/>
              <a:gd name="connsiteX107" fmla="*/ 1743075 w 2543175"/>
              <a:gd name="connsiteY107" fmla="*/ 1283494 h 1890712"/>
              <a:gd name="connsiteX108" fmla="*/ 1754982 w 2543175"/>
              <a:gd name="connsiteY108" fmla="*/ 1290637 h 1890712"/>
              <a:gd name="connsiteX109" fmla="*/ 1766888 w 2543175"/>
              <a:gd name="connsiteY109" fmla="*/ 1300162 h 1890712"/>
              <a:gd name="connsiteX110" fmla="*/ 1783557 w 2543175"/>
              <a:gd name="connsiteY110" fmla="*/ 1307306 h 1890712"/>
              <a:gd name="connsiteX111" fmla="*/ 1790700 w 2543175"/>
              <a:gd name="connsiteY111" fmla="*/ 1312069 h 1890712"/>
              <a:gd name="connsiteX112" fmla="*/ 1800225 w 2543175"/>
              <a:gd name="connsiteY112" fmla="*/ 1319212 h 1890712"/>
              <a:gd name="connsiteX113" fmla="*/ 1807369 w 2543175"/>
              <a:gd name="connsiteY113" fmla="*/ 1321594 h 1890712"/>
              <a:gd name="connsiteX114" fmla="*/ 1824038 w 2543175"/>
              <a:gd name="connsiteY114" fmla="*/ 1333500 h 1890712"/>
              <a:gd name="connsiteX115" fmla="*/ 1843088 w 2543175"/>
              <a:gd name="connsiteY115" fmla="*/ 1352550 h 1890712"/>
              <a:gd name="connsiteX116" fmla="*/ 1852613 w 2543175"/>
              <a:gd name="connsiteY116" fmla="*/ 1359694 h 1890712"/>
              <a:gd name="connsiteX117" fmla="*/ 1859757 w 2543175"/>
              <a:gd name="connsiteY117" fmla="*/ 1366837 h 1890712"/>
              <a:gd name="connsiteX118" fmla="*/ 1869282 w 2543175"/>
              <a:gd name="connsiteY118" fmla="*/ 1371600 h 1890712"/>
              <a:gd name="connsiteX119" fmla="*/ 1883569 w 2543175"/>
              <a:gd name="connsiteY119" fmla="*/ 1388269 h 1890712"/>
              <a:gd name="connsiteX120" fmla="*/ 1893094 w 2543175"/>
              <a:gd name="connsiteY120" fmla="*/ 1395412 h 1890712"/>
              <a:gd name="connsiteX121" fmla="*/ 1902619 w 2543175"/>
              <a:gd name="connsiteY121" fmla="*/ 1404937 h 1890712"/>
              <a:gd name="connsiteX122" fmla="*/ 1912144 w 2543175"/>
              <a:gd name="connsiteY122" fmla="*/ 1409700 h 1890712"/>
              <a:gd name="connsiteX123" fmla="*/ 1931194 w 2543175"/>
              <a:gd name="connsiteY123" fmla="*/ 1421606 h 1890712"/>
              <a:gd name="connsiteX124" fmla="*/ 1935957 w 2543175"/>
              <a:gd name="connsiteY124" fmla="*/ 1428750 h 1890712"/>
              <a:gd name="connsiteX125" fmla="*/ 1952625 w 2543175"/>
              <a:gd name="connsiteY125" fmla="*/ 1438275 h 1890712"/>
              <a:gd name="connsiteX126" fmla="*/ 1971675 w 2543175"/>
              <a:gd name="connsiteY126" fmla="*/ 1450181 h 1890712"/>
              <a:gd name="connsiteX127" fmla="*/ 1981200 w 2543175"/>
              <a:gd name="connsiteY127" fmla="*/ 1454944 h 1890712"/>
              <a:gd name="connsiteX128" fmla="*/ 1997869 w 2543175"/>
              <a:gd name="connsiteY128" fmla="*/ 1471612 h 1890712"/>
              <a:gd name="connsiteX129" fmla="*/ 2007394 w 2543175"/>
              <a:gd name="connsiteY129" fmla="*/ 1478756 h 1890712"/>
              <a:gd name="connsiteX130" fmla="*/ 2016919 w 2543175"/>
              <a:gd name="connsiteY130" fmla="*/ 1483519 h 1890712"/>
              <a:gd name="connsiteX131" fmla="*/ 2024063 w 2543175"/>
              <a:gd name="connsiteY131" fmla="*/ 1490662 h 1890712"/>
              <a:gd name="connsiteX132" fmla="*/ 2033588 w 2543175"/>
              <a:gd name="connsiteY132" fmla="*/ 1495425 h 1890712"/>
              <a:gd name="connsiteX133" fmla="*/ 2040732 w 2543175"/>
              <a:gd name="connsiteY133" fmla="*/ 1502569 h 1890712"/>
              <a:gd name="connsiteX134" fmla="*/ 2047875 w 2543175"/>
              <a:gd name="connsiteY134" fmla="*/ 1507331 h 1890712"/>
              <a:gd name="connsiteX135" fmla="*/ 2057400 w 2543175"/>
              <a:gd name="connsiteY135" fmla="*/ 1514475 h 1890712"/>
              <a:gd name="connsiteX136" fmla="*/ 2064544 w 2543175"/>
              <a:gd name="connsiteY136" fmla="*/ 1519237 h 1890712"/>
              <a:gd name="connsiteX137" fmla="*/ 2071688 w 2543175"/>
              <a:gd name="connsiteY137" fmla="*/ 1526381 h 1890712"/>
              <a:gd name="connsiteX138" fmla="*/ 2081213 w 2543175"/>
              <a:gd name="connsiteY138" fmla="*/ 1531144 h 1890712"/>
              <a:gd name="connsiteX139" fmla="*/ 2090738 w 2543175"/>
              <a:gd name="connsiteY139" fmla="*/ 1538287 h 1890712"/>
              <a:gd name="connsiteX140" fmla="*/ 2109788 w 2543175"/>
              <a:gd name="connsiteY140" fmla="*/ 1547812 h 1890712"/>
              <a:gd name="connsiteX141" fmla="*/ 2131219 w 2543175"/>
              <a:gd name="connsiteY141" fmla="*/ 1562100 h 1890712"/>
              <a:gd name="connsiteX142" fmla="*/ 2140744 w 2543175"/>
              <a:gd name="connsiteY142" fmla="*/ 1566862 h 1890712"/>
              <a:gd name="connsiteX143" fmla="*/ 2152650 w 2543175"/>
              <a:gd name="connsiteY143" fmla="*/ 1576387 h 1890712"/>
              <a:gd name="connsiteX144" fmla="*/ 2181225 w 2543175"/>
              <a:gd name="connsiteY144" fmla="*/ 1590675 h 1890712"/>
              <a:gd name="connsiteX145" fmla="*/ 2200275 w 2543175"/>
              <a:gd name="connsiteY145" fmla="*/ 1607344 h 1890712"/>
              <a:gd name="connsiteX146" fmla="*/ 2207419 w 2543175"/>
              <a:gd name="connsiteY146" fmla="*/ 1612106 h 1890712"/>
              <a:gd name="connsiteX147" fmla="*/ 2216944 w 2543175"/>
              <a:gd name="connsiteY147" fmla="*/ 1619250 h 1890712"/>
              <a:gd name="connsiteX148" fmla="*/ 2224088 w 2543175"/>
              <a:gd name="connsiteY148" fmla="*/ 1624012 h 1890712"/>
              <a:gd name="connsiteX149" fmla="*/ 2247900 w 2543175"/>
              <a:gd name="connsiteY149" fmla="*/ 1643062 h 1890712"/>
              <a:gd name="connsiteX150" fmla="*/ 2255044 w 2543175"/>
              <a:gd name="connsiteY150" fmla="*/ 1650206 h 1890712"/>
              <a:gd name="connsiteX151" fmla="*/ 2281238 w 2543175"/>
              <a:gd name="connsiteY151" fmla="*/ 1664494 h 1890712"/>
              <a:gd name="connsiteX152" fmla="*/ 2297907 w 2543175"/>
              <a:gd name="connsiteY152" fmla="*/ 1674019 h 1890712"/>
              <a:gd name="connsiteX153" fmla="*/ 2312194 w 2543175"/>
              <a:gd name="connsiteY153" fmla="*/ 1685925 h 1890712"/>
              <a:gd name="connsiteX154" fmla="*/ 2328863 w 2543175"/>
              <a:gd name="connsiteY154" fmla="*/ 1697831 h 1890712"/>
              <a:gd name="connsiteX155" fmla="*/ 2350294 w 2543175"/>
              <a:gd name="connsiteY155" fmla="*/ 1712119 h 1890712"/>
              <a:gd name="connsiteX156" fmla="*/ 2369344 w 2543175"/>
              <a:gd name="connsiteY156" fmla="*/ 1724025 h 1890712"/>
              <a:gd name="connsiteX157" fmla="*/ 2428876 w 2543175"/>
              <a:gd name="connsiteY157" fmla="*/ 1785938 h 1890712"/>
              <a:gd name="connsiteX158" fmla="*/ 2466975 w 2543175"/>
              <a:gd name="connsiteY158" fmla="*/ 1783556 h 1890712"/>
              <a:gd name="connsiteX159" fmla="*/ 2481263 w 2543175"/>
              <a:gd name="connsiteY159" fmla="*/ 1795462 h 1890712"/>
              <a:gd name="connsiteX160" fmla="*/ 2486025 w 2543175"/>
              <a:gd name="connsiteY160" fmla="*/ 1802606 h 1890712"/>
              <a:gd name="connsiteX161" fmla="*/ 2514600 w 2543175"/>
              <a:gd name="connsiteY161" fmla="*/ 1850231 h 1890712"/>
              <a:gd name="connsiteX162" fmla="*/ 2519363 w 2543175"/>
              <a:gd name="connsiteY162" fmla="*/ 1857375 h 1890712"/>
              <a:gd name="connsiteX163" fmla="*/ 2540794 w 2543175"/>
              <a:gd name="connsiteY163" fmla="*/ 1883569 h 1890712"/>
              <a:gd name="connsiteX164" fmla="*/ 2543175 w 2543175"/>
              <a:gd name="connsiteY16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09675 h 1890712"/>
              <a:gd name="connsiteX103" fmla="*/ 1678782 w 2543175"/>
              <a:gd name="connsiteY103" fmla="*/ 1226344 h 1890712"/>
              <a:gd name="connsiteX104" fmla="*/ 1700213 w 2543175"/>
              <a:gd name="connsiteY104" fmla="*/ 1247775 h 1890712"/>
              <a:gd name="connsiteX105" fmla="*/ 1712119 w 2543175"/>
              <a:gd name="connsiteY105" fmla="*/ 1259681 h 1890712"/>
              <a:gd name="connsiteX106" fmla="*/ 1733550 w 2543175"/>
              <a:gd name="connsiteY106" fmla="*/ 1273969 h 1890712"/>
              <a:gd name="connsiteX107" fmla="*/ 1743075 w 2543175"/>
              <a:gd name="connsiteY107" fmla="*/ 1283494 h 1890712"/>
              <a:gd name="connsiteX108" fmla="*/ 1754982 w 2543175"/>
              <a:gd name="connsiteY108" fmla="*/ 1290637 h 1890712"/>
              <a:gd name="connsiteX109" fmla="*/ 1766888 w 2543175"/>
              <a:gd name="connsiteY109" fmla="*/ 1300162 h 1890712"/>
              <a:gd name="connsiteX110" fmla="*/ 1783557 w 2543175"/>
              <a:gd name="connsiteY110" fmla="*/ 1307306 h 1890712"/>
              <a:gd name="connsiteX111" fmla="*/ 1790700 w 2543175"/>
              <a:gd name="connsiteY111" fmla="*/ 1312069 h 1890712"/>
              <a:gd name="connsiteX112" fmla="*/ 1800225 w 2543175"/>
              <a:gd name="connsiteY112" fmla="*/ 1319212 h 1890712"/>
              <a:gd name="connsiteX113" fmla="*/ 1807369 w 2543175"/>
              <a:gd name="connsiteY113" fmla="*/ 1321594 h 1890712"/>
              <a:gd name="connsiteX114" fmla="*/ 1824038 w 2543175"/>
              <a:gd name="connsiteY114" fmla="*/ 1333500 h 1890712"/>
              <a:gd name="connsiteX115" fmla="*/ 1843088 w 2543175"/>
              <a:gd name="connsiteY115" fmla="*/ 1352550 h 1890712"/>
              <a:gd name="connsiteX116" fmla="*/ 1852613 w 2543175"/>
              <a:gd name="connsiteY116" fmla="*/ 1359694 h 1890712"/>
              <a:gd name="connsiteX117" fmla="*/ 1859757 w 2543175"/>
              <a:gd name="connsiteY117" fmla="*/ 1366837 h 1890712"/>
              <a:gd name="connsiteX118" fmla="*/ 1869282 w 2543175"/>
              <a:gd name="connsiteY118" fmla="*/ 1371600 h 1890712"/>
              <a:gd name="connsiteX119" fmla="*/ 1883569 w 2543175"/>
              <a:gd name="connsiteY119" fmla="*/ 1388269 h 1890712"/>
              <a:gd name="connsiteX120" fmla="*/ 1893094 w 2543175"/>
              <a:gd name="connsiteY120" fmla="*/ 1395412 h 1890712"/>
              <a:gd name="connsiteX121" fmla="*/ 1902619 w 2543175"/>
              <a:gd name="connsiteY121" fmla="*/ 1404937 h 1890712"/>
              <a:gd name="connsiteX122" fmla="*/ 1912144 w 2543175"/>
              <a:gd name="connsiteY122" fmla="*/ 1409700 h 1890712"/>
              <a:gd name="connsiteX123" fmla="*/ 1931194 w 2543175"/>
              <a:gd name="connsiteY123" fmla="*/ 1421606 h 1890712"/>
              <a:gd name="connsiteX124" fmla="*/ 1935957 w 2543175"/>
              <a:gd name="connsiteY124" fmla="*/ 1428750 h 1890712"/>
              <a:gd name="connsiteX125" fmla="*/ 1952625 w 2543175"/>
              <a:gd name="connsiteY125" fmla="*/ 1438275 h 1890712"/>
              <a:gd name="connsiteX126" fmla="*/ 1971675 w 2543175"/>
              <a:gd name="connsiteY126" fmla="*/ 1450181 h 1890712"/>
              <a:gd name="connsiteX127" fmla="*/ 1981200 w 2543175"/>
              <a:gd name="connsiteY127" fmla="*/ 1454944 h 1890712"/>
              <a:gd name="connsiteX128" fmla="*/ 1997869 w 2543175"/>
              <a:gd name="connsiteY128" fmla="*/ 1471612 h 1890712"/>
              <a:gd name="connsiteX129" fmla="*/ 2007394 w 2543175"/>
              <a:gd name="connsiteY129" fmla="*/ 1478756 h 1890712"/>
              <a:gd name="connsiteX130" fmla="*/ 2016919 w 2543175"/>
              <a:gd name="connsiteY130" fmla="*/ 1483519 h 1890712"/>
              <a:gd name="connsiteX131" fmla="*/ 2024063 w 2543175"/>
              <a:gd name="connsiteY131" fmla="*/ 1490662 h 1890712"/>
              <a:gd name="connsiteX132" fmla="*/ 2033588 w 2543175"/>
              <a:gd name="connsiteY132" fmla="*/ 1495425 h 1890712"/>
              <a:gd name="connsiteX133" fmla="*/ 2040732 w 2543175"/>
              <a:gd name="connsiteY133" fmla="*/ 1502569 h 1890712"/>
              <a:gd name="connsiteX134" fmla="*/ 2047875 w 2543175"/>
              <a:gd name="connsiteY134" fmla="*/ 1507331 h 1890712"/>
              <a:gd name="connsiteX135" fmla="*/ 2057400 w 2543175"/>
              <a:gd name="connsiteY135" fmla="*/ 1514475 h 1890712"/>
              <a:gd name="connsiteX136" fmla="*/ 2064544 w 2543175"/>
              <a:gd name="connsiteY136" fmla="*/ 1519237 h 1890712"/>
              <a:gd name="connsiteX137" fmla="*/ 2071688 w 2543175"/>
              <a:gd name="connsiteY137" fmla="*/ 1526381 h 1890712"/>
              <a:gd name="connsiteX138" fmla="*/ 2081213 w 2543175"/>
              <a:gd name="connsiteY138" fmla="*/ 1531144 h 1890712"/>
              <a:gd name="connsiteX139" fmla="*/ 2090738 w 2543175"/>
              <a:gd name="connsiteY139" fmla="*/ 1538287 h 1890712"/>
              <a:gd name="connsiteX140" fmla="*/ 2109788 w 2543175"/>
              <a:gd name="connsiteY140" fmla="*/ 1547812 h 1890712"/>
              <a:gd name="connsiteX141" fmla="*/ 2131219 w 2543175"/>
              <a:gd name="connsiteY141" fmla="*/ 1562100 h 1890712"/>
              <a:gd name="connsiteX142" fmla="*/ 2140744 w 2543175"/>
              <a:gd name="connsiteY142" fmla="*/ 1566862 h 1890712"/>
              <a:gd name="connsiteX143" fmla="*/ 2152650 w 2543175"/>
              <a:gd name="connsiteY143" fmla="*/ 1576387 h 1890712"/>
              <a:gd name="connsiteX144" fmla="*/ 2181225 w 2543175"/>
              <a:gd name="connsiteY144" fmla="*/ 1590675 h 1890712"/>
              <a:gd name="connsiteX145" fmla="*/ 2200275 w 2543175"/>
              <a:gd name="connsiteY145" fmla="*/ 1607344 h 1890712"/>
              <a:gd name="connsiteX146" fmla="*/ 2207419 w 2543175"/>
              <a:gd name="connsiteY146" fmla="*/ 1612106 h 1890712"/>
              <a:gd name="connsiteX147" fmla="*/ 2216944 w 2543175"/>
              <a:gd name="connsiteY147" fmla="*/ 1619250 h 1890712"/>
              <a:gd name="connsiteX148" fmla="*/ 2224088 w 2543175"/>
              <a:gd name="connsiteY148" fmla="*/ 1624012 h 1890712"/>
              <a:gd name="connsiteX149" fmla="*/ 2247900 w 2543175"/>
              <a:gd name="connsiteY149" fmla="*/ 1643062 h 1890712"/>
              <a:gd name="connsiteX150" fmla="*/ 2255044 w 2543175"/>
              <a:gd name="connsiteY150" fmla="*/ 1650206 h 1890712"/>
              <a:gd name="connsiteX151" fmla="*/ 2281238 w 2543175"/>
              <a:gd name="connsiteY151" fmla="*/ 1664494 h 1890712"/>
              <a:gd name="connsiteX152" fmla="*/ 2297907 w 2543175"/>
              <a:gd name="connsiteY152" fmla="*/ 1674019 h 1890712"/>
              <a:gd name="connsiteX153" fmla="*/ 2312194 w 2543175"/>
              <a:gd name="connsiteY153" fmla="*/ 1685925 h 1890712"/>
              <a:gd name="connsiteX154" fmla="*/ 2328863 w 2543175"/>
              <a:gd name="connsiteY154" fmla="*/ 1697831 h 1890712"/>
              <a:gd name="connsiteX155" fmla="*/ 2350294 w 2543175"/>
              <a:gd name="connsiteY155" fmla="*/ 1712119 h 1890712"/>
              <a:gd name="connsiteX156" fmla="*/ 2369344 w 2543175"/>
              <a:gd name="connsiteY156" fmla="*/ 1724025 h 1890712"/>
              <a:gd name="connsiteX157" fmla="*/ 2428876 w 2543175"/>
              <a:gd name="connsiteY157" fmla="*/ 1785938 h 1890712"/>
              <a:gd name="connsiteX158" fmla="*/ 2466975 w 2543175"/>
              <a:gd name="connsiteY158" fmla="*/ 1783556 h 1890712"/>
              <a:gd name="connsiteX159" fmla="*/ 2481263 w 2543175"/>
              <a:gd name="connsiteY159" fmla="*/ 1795462 h 1890712"/>
              <a:gd name="connsiteX160" fmla="*/ 2486025 w 2543175"/>
              <a:gd name="connsiteY160" fmla="*/ 1802606 h 1890712"/>
              <a:gd name="connsiteX161" fmla="*/ 2514600 w 2543175"/>
              <a:gd name="connsiteY161" fmla="*/ 1850231 h 1890712"/>
              <a:gd name="connsiteX162" fmla="*/ 2519363 w 2543175"/>
              <a:gd name="connsiteY162" fmla="*/ 1857375 h 1890712"/>
              <a:gd name="connsiteX163" fmla="*/ 2540794 w 2543175"/>
              <a:gd name="connsiteY163" fmla="*/ 1883569 h 1890712"/>
              <a:gd name="connsiteX164" fmla="*/ 2543175 w 2543175"/>
              <a:gd name="connsiteY16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678782 w 2543175"/>
              <a:gd name="connsiteY103" fmla="*/ 1226344 h 1890712"/>
              <a:gd name="connsiteX104" fmla="*/ 1700213 w 2543175"/>
              <a:gd name="connsiteY104" fmla="*/ 1247775 h 1890712"/>
              <a:gd name="connsiteX105" fmla="*/ 1712119 w 2543175"/>
              <a:gd name="connsiteY105" fmla="*/ 1259681 h 1890712"/>
              <a:gd name="connsiteX106" fmla="*/ 1733550 w 2543175"/>
              <a:gd name="connsiteY106" fmla="*/ 1273969 h 1890712"/>
              <a:gd name="connsiteX107" fmla="*/ 1743075 w 2543175"/>
              <a:gd name="connsiteY107" fmla="*/ 1283494 h 1890712"/>
              <a:gd name="connsiteX108" fmla="*/ 1754982 w 2543175"/>
              <a:gd name="connsiteY108" fmla="*/ 1290637 h 1890712"/>
              <a:gd name="connsiteX109" fmla="*/ 1766888 w 2543175"/>
              <a:gd name="connsiteY109" fmla="*/ 1300162 h 1890712"/>
              <a:gd name="connsiteX110" fmla="*/ 1783557 w 2543175"/>
              <a:gd name="connsiteY110" fmla="*/ 1307306 h 1890712"/>
              <a:gd name="connsiteX111" fmla="*/ 1790700 w 2543175"/>
              <a:gd name="connsiteY111" fmla="*/ 1312069 h 1890712"/>
              <a:gd name="connsiteX112" fmla="*/ 1800225 w 2543175"/>
              <a:gd name="connsiteY112" fmla="*/ 1319212 h 1890712"/>
              <a:gd name="connsiteX113" fmla="*/ 1807369 w 2543175"/>
              <a:gd name="connsiteY113" fmla="*/ 1321594 h 1890712"/>
              <a:gd name="connsiteX114" fmla="*/ 1824038 w 2543175"/>
              <a:gd name="connsiteY114" fmla="*/ 1333500 h 1890712"/>
              <a:gd name="connsiteX115" fmla="*/ 1843088 w 2543175"/>
              <a:gd name="connsiteY115" fmla="*/ 1352550 h 1890712"/>
              <a:gd name="connsiteX116" fmla="*/ 1852613 w 2543175"/>
              <a:gd name="connsiteY116" fmla="*/ 1359694 h 1890712"/>
              <a:gd name="connsiteX117" fmla="*/ 1859757 w 2543175"/>
              <a:gd name="connsiteY117" fmla="*/ 1366837 h 1890712"/>
              <a:gd name="connsiteX118" fmla="*/ 1869282 w 2543175"/>
              <a:gd name="connsiteY118" fmla="*/ 1371600 h 1890712"/>
              <a:gd name="connsiteX119" fmla="*/ 1883569 w 2543175"/>
              <a:gd name="connsiteY119" fmla="*/ 1388269 h 1890712"/>
              <a:gd name="connsiteX120" fmla="*/ 1893094 w 2543175"/>
              <a:gd name="connsiteY120" fmla="*/ 1395412 h 1890712"/>
              <a:gd name="connsiteX121" fmla="*/ 1902619 w 2543175"/>
              <a:gd name="connsiteY121" fmla="*/ 1404937 h 1890712"/>
              <a:gd name="connsiteX122" fmla="*/ 1912144 w 2543175"/>
              <a:gd name="connsiteY122" fmla="*/ 1409700 h 1890712"/>
              <a:gd name="connsiteX123" fmla="*/ 1931194 w 2543175"/>
              <a:gd name="connsiteY123" fmla="*/ 1421606 h 1890712"/>
              <a:gd name="connsiteX124" fmla="*/ 1935957 w 2543175"/>
              <a:gd name="connsiteY124" fmla="*/ 1428750 h 1890712"/>
              <a:gd name="connsiteX125" fmla="*/ 1952625 w 2543175"/>
              <a:gd name="connsiteY125" fmla="*/ 1438275 h 1890712"/>
              <a:gd name="connsiteX126" fmla="*/ 1971675 w 2543175"/>
              <a:gd name="connsiteY126" fmla="*/ 1450181 h 1890712"/>
              <a:gd name="connsiteX127" fmla="*/ 1981200 w 2543175"/>
              <a:gd name="connsiteY127" fmla="*/ 1454944 h 1890712"/>
              <a:gd name="connsiteX128" fmla="*/ 1997869 w 2543175"/>
              <a:gd name="connsiteY128" fmla="*/ 1471612 h 1890712"/>
              <a:gd name="connsiteX129" fmla="*/ 2007394 w 2543175"/>
              <a:gd name="connsiteY129" fmla="*/ 1478756 h 1890712"/>
              <a:gd name="connsiteX130" fmla="*/ 2016919 w 2543175"/>
              <a:gd name="connsiteY130" fmla="*/ 1483519 h 1890712"/>
              <a:gd name="connsiteX131" fmla="*/ 2024063 w 2543175"/>
              <a:gd name="connsiteY131" fmla="*/ 1490662 h 1890712"/>
              <a:gd name="connsiteX132" fmla="*/ 2033588 w 2543175"/>
              <a:gd name="connsiteY132" fmla="*/ 1495425 h 1890712"/>
              <a:gd name="connsiteX133" fmla="*/ 2040732 w 2543175"/>
              <a:gd name="connsiteY133" fmla="*/ 1502569 h 1890712"/>
              <a:gd name="connsiteX134" fmla="*/ 2047875 w 2543175"/>
              <a:gd name="connsiteY134" fmla="*/ 1507331 h 1890712"/>
              <a:gd name="connsiteX135" fmla="*/ 2057400 w 2543175"/>
              <a:gd name="connsiteY135" fmla="*/ 1514475 h 1890712"/>
              <a:gd name="connsiteX136" fmla="*/ 2064544 w 2543175"/>
              <a:gd name="connsiteY136" fmla="*/ 1519237 h 1890712"/>
              <a:gd name="connsiteX137" fmla="*/ 2071688 w 2543175"/>
              <a:gd name="connsiteY137" fmla="*/ 1526381 h 1890712"/>
              <a:gd name="connsiteX138" fmla="*/ 2081213 w 2543175"/>
              <a:gd name="connsiteY138" fmla="*/ 1531144 h 1890712"/>
              <a:gd name="connsiteX139" fmla="*/ 2090738 w 2543175"/>
              <a:gd name="connsiteY139" fmla="*/ 1538287 h 1890712"/>
              <a:gd name="connsiteX140" fmla="*/ 2109788 w 2543175"/>
              <a:gd name="connsiteY140" fmla="*/ 1547812 h 1890712"/>
              <a:gd name="connsiteX141" fmla="*/ 2131219 w 2543175"/>
              <a:gd name="connsiteY141" fmla="*/ 1562100 h 1890712"/>
              <a:gd name="connsiteX142" fmla="*/ 2140744 w 2543175"/>
              <a:gd name="connsiteY142" fmla="*/ 1566862 h 1890712"/>
              <a:gd name="connsiteX143" fmla="*/ 2152650 w 2543175"/>
              <a:gd name="connsiteY143" fmla="*/ 1576387 h 1890712"/>
              <a:gd name="connsiteX144" fmla="*/ 2181225 w 2543175"/>
              <a:gd name="connsiteY144" fmla="*/ 1590675 h 1890712"/>
              <a:gd name="connsiteX145" fmla="*/ 2200275 w 2543175"/>
              <a:gd name="connsiteY145" fmla="*/ 1607344 h 1890712"/>
              <a:gd name="connsiteX146" fmla="*/ 2207419 w 2543175"/>
              <a:gd name="connsiteY146" fmla="*/ 1612106 h 1890712"/>
              <a:gd name="connsiteX147" fmla="*/ 2216944 w 2543175"/>
              <a:gd name="connsiteY147" fmla="*/ 1619250 h 1890712"/>
              <a:gd name="connsiteX148" fmla="*/ 2224088 w 2543175"/>
              <a:gd name="connsiteY148" fmla="*/ 1624012 h 1890712"/>
              <a:gd name="connsiteX149" fmla="*/ 2247900 w 2543175"/>
              <a:gd name="connsiteY149" fmla="*/ 1643062 h 1890712"/>
              <a:gd name="connsiteX150" fmla="*/ 2255044 w 2543175"/>
              <a:gd name="connsiteY150" fmla="*/ 1650206 h 1890712"/>
              <a:gd name="connsiteX151" fmla="*/ 2281238 w 2543175"/>
              <a:gd name="connsiteY151" fmla="*/ 1664494 h 1890712"/>
              <a:gd name="connsiteX152" fmla="*/ 2297907 w 2543175"/>
              <a:gd name="connsiteY152" fmla="*/ 1674019 h 1890712"/>
              <a:gd name="connsiteX153" fmla="*/ 2312194 w 2543175"/>
              <a:gd name="connsiteY153" fmla="*/ 1685925 h 1890712"/>
              <a:gd name="connsiteX154" fmla="*/ 2328863 w 2543175"/>
              <a:gd name="connsiteY154" fmla="*/ 1697831 h 1890712"/>
              <a:gd name="connsiteX155" fmla="*/ 2350294 w 2543175"/>
              <a:gd name="connsiteY155" fmla="*/ 1712119 h 1890712"/>
              <a:gd name="connsiteX156" fmla="*/ 2369344 w 2543175"/>
              <a:gd name="connsiteY156" fmla="*/ 1724025 h 1890712"/>
              <a:gd name="connsiteX157" fmla="*/ 2428876 w 2543175"/>
              <a:gd name="connsiteY157" fmla="*/ 1785938 h 1890712"/>
              <a:gd name="connsiteX158" fmla="*/ 2466975 w 2543175"/>
              <a:gd name="connsiteY158" fmla="*/ 1783556 h 1890712"/>
              <a:gd name="connsiteX159" fmla="*/ 2481263 w 2543175"/>
              <a:gd name="connsiteY159" fmla="*/ 1795462 h 1890712"/>
              <a:gd name="connsiteX160" fmla="*/ 2486025 w 2543175"/>
              <a:gd name="connsiteY160" fmla="*/ 1802606 h 1890712"/>
              <a:gd name="connsiteX161" fmla="*/ 2514600 w 2543175"/>
              <a:gd name="connsiteY161" fmla="*/ 1850231 h 1890712"/>
              <a:gd name="connsiteX162" fmla="*/ 2519363 w 2543175"/>
              <a:gd name="connsiteY162" fmla="*/ 1857375 h 1890712"/>
              <a:gd name="connsiteX163" fmla="*/ 2540794 w 2543175"/>
              <a:gd name="connsiteY163" fmla="*/ 1883569 h 1890712"/>
              <a:gd name="connsiteX164" fmla="*/ 2543175 w 2543175"/>
              <a:gd name="connsiteY16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24088 w 2543175"/>
              <a:gd name="connsiteY147" fmla="*/ 1624012 h 1890712"/>
              <a:gd name="connsiteX148" fmla="*/ 2247900 w 2543175"/>
              <a:gd name="connsiteY148" fmla="*/ 1643062 h 1890712"/>
              <a:gd name="connsiteX149" fmla="*/ 2255044 w 2543175"/>
              <a:gd name="connsiteY149" fmla="*/ 1650206 h 1890712"/>
              <a:gd name="connsiteX150" fmla="*/ 2281238 w 2543175"/>
              <a:gd name="connsiteY150" fmla="*/ 1664494 h 1890712"/>
              <a:gd name="connsiteX151" fmla="*/ 2297907 w 2543175"/>
              <a:gd name="connsiteY151" fmla="*/ 1674019 h 1890712"/>
              <a:gd name="connsiteX152" fmla="*/ 2312194 w 2543175"/>
              <a:gd name="connsiteY152" fmla="*/ 1685925 h 1890712"/>
              <a:gd name="connsiteX153" fmla="*/ 2328863 w 2543175"/>
              <a:gd name="connsiteY153" fmla="*/ 1697831 h 1890712"/>
              <a:gd name="connsiteX154" fmla="*/ 2350294 w 2543175"/>
              <a:gd name="connsiteY154" fmla="*/ 1712119 h 1890712"/>
              <a:gd name="connsiteX155" fmla="*/ 2369344 w 2543175"/>
              <a:gd name="connsiteY155" fmla="*/ 1724025 h 1890712"/>
              <a:gd name="connsiteX156" fmla="*/ 2428876 w 2543175"/>
              <a:gd name="connsiteY156" fmla="*/ 1785938 h 1890712"/>
              <a:gd name="connsiteX157" fmla="*/ 2466975 w 2543175"/>
              <a:gd name="connsiteY157" fmla="*/ 1783556 h 1890712"/>
              <a:gd name="connsiteX158" fmla="*/ 2481263 w 2543175"/>
              <a:gd name="connsiteY158" fmla="*/ 1795462 h 1890712"/>
              <a:gd name="connsiteX159" fmla="*/ 2486025 w 2543175"/>
              <a:gd name="connsiteY159" fmla="*/ 1802606 h 1890712"/>
              <a:gd name="connsiteX160" fmla="*/ 2514600 w 2543175"/>
              <a:gd name="connsiteY160" fmla="*/ 1850231 h 1890712"/>
              <a:gd name="connsiteX161" fmla="*/ 2519363 w 2543175"/>
              <a:gd name="connsiteY161" fmla="*/ 1857375 h 1890712"/>
              <a:gd name="connsiteX162" fmla="*/ 2540794 w 2543175"/>
              <a:gd name="connsiteY162" fmla="*/ 1883569 h 1890712"/>
              <a:gd name="connsiteX163" fmla="*/ 2543175 w 2543175"/>
              <a:gd name="connsiteY163"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24088 w 2543175"/>
              <a:gd name="connsiteY147" fmla="*/ 1624012 h 1890712"/>
              <a:gd name="connsiteX148" fmla="*/ 2247900 w 2543175"/>
              <a:gd name="connsiteY148" fmla="*/ 1643062 h 1890712"/>
              <a:gd name="connsiteX149" fmla="*/ 2255044 w 2543175"/>
              <a:gd name="connsiteY149" fmla="*/ 1650206 h 1890712"/>
              <a:gd name="connsiteX150" fmla="*/ 2281238 w 2543175"/>
              <a:gd name="connsiteY150" fmla="*/ 1664494 h 1890712"/>
              <a:gd name="connsiteX151" fmla="*/ 2297907 w 2543175"/>
              <a:gd name="connsiteY151" fmla="*/ 1674019 h 1890712"/>
              <a:gd name="connsiteX152" fmla="*/ 2312194 w 2543175"/>
              <a:gd name="connsiteY152" fmla="*/ 1685925 h 1890712"/>
              <a:gd name="connsiteX153" fmla="*/ 2328863 w 2543175"/>
              <a:gd name="connsiteY153" fmla="*/ 1697831 h 1890712"/>
              <a:gd name="connsiteX154" fmla="*/ 2350294 w 2543175"/>
              <a:gd name="connsiteY154" fmla="*/ 1712119 h 1890712"/>
              <a:gd name="connsiteX155" fmla="*/ 2428876 w 2543175"/>
              <a:gd name="connsiteY155" fmla="*/ 1785938 h 1890712"/>
              <a:gd name="connsiteX156" fmla="*/ 2466975 w 2543175"/>
              <a:gd name="connsiteY156" fmla="*/ 1783556 h 1890712"/>
              <a:gd name="connsiteX157" fmla="*/ 2481263 w 2543175"/>
              <a:gd name="connsiteY157" fmla="*/ 1795462 h 1890712"/>
              <a:gd name="connsiteX158" fmla="*/ 2486025 w 2543175"/>
              <a:gd name="connsiteY158" fmla="*/ 1802606 h 1890712"/>
              <a:gd name="connsiteX159" fmla="*/ 2514600 w 2543175"/>
              <a:gd name="connsiteY159" fmla="*/ 1850231 h 1890712"/>
              <a:gd name="connsiteX160" fmla="*/ 2519363 w 2543175"/>
              <a:gd name="connsiteY160" fmla="*/ 1857375 h 1890712"/>
              <a:gd name="connsiteX161" fmla="*/ 2540794 w 2543175"/>
              <a:gd name="connsiteY161" fmla="*/ 1883569 h 1890712"/>
              <a:gd name="connsiteX162" fmla="*/ 2543175 w 2543175"/>
              <a:gd name="connsiteY16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297907 w 2543175"/>
              <a:gd name="connsiteY150" fmla="*/ 1674019 h 1890712"/>
              <a:gd name="connsiteX151" fmla="*/ 2312194 w 2543175"/>
              <a:gd name="connsiteY151" fmla="*/ 1685925 h 1890712"/>
              <a:gd name="connsiteX152" fmla="*/ 2328863 w 2543175"/>
              <a:gd name="connsiteY152" fmla="*/ 1697831 h 1890712"/>
              <a:gd name="connsiteX153" fmla="*/ 2350294 w 2543175"/>
              <a:gd name="connsiteY153" fmla="*/ 1712119 h 1890712"/>
              <a:gd name="connsiteX154" fmla="*/ 2428876 w 2543175"/>
              <a:gd name="connsiteY154" fmla="*/ 1785938 h 1890712"/>
              <a:gd name="connsiteX155" fmla="*/ 2466975 w 2543175"/>
              <a:gd name="connsiteY155" fmla="*/ 1783556 h 1890712"/>
              <a:gd name="connsiteX156" fmla="*/ 2481263 w 2543175"/>
              <a:gd name="connsiteY156" fmla="*/ 1795462 h 1890712"/>
              <a:gd name="connsiteX157" fmla="*/ 2486025 w 2543175"/>
              <a:gd name="connsiteY157" fmla="*/ 1802606 h 1890712"/>
              <a:gd name="connsiteX158" fmla="*/ 2514600 w 2543175"/>
              <a:gd name="connsiteY158" fmla="*/ 1850231 h 1890712"/>
              <a:gd name="connsiteX159" fmla="*/ 2519363 w 2543175"/>
              <a:gd name="connsiteY159" fmla="*/ 1857375 h 1890712"/>
              <a:gd name="connsiteX160" fmla="*/ 2540794 w 2543175"/>
              <a:gd name="connsiteY160" fmla="*/ 1883569 h 1890712"/>
              <a:gd name="connsiteX161" fmla="*/ 2543175 w 2543175"/>
              <a:gd name="connsiteY161"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297907 w 2543175"/>
              <a:gd name="connsiteY150" fmla="*/ 1674019 h 1890712"/>
              <a:gd name="connsiteX151" fmla="*/ 2312194 w 2543175"/>
              <a:gd name="connsiteY151" fmla="*/ 1685925 h 1890712"/>
              <a:gd name="connsiteX152" fmla="*/ 2328863 w 2543175"/>
              <a:gd name="connsiteY152" fmla="*/ 1697831 h 1890712"/>
              <a:gd name="connsiteX153" fmla="*/ 2350294 w 2543175"/>
              <a:gd name="connsiteY153" fmla="*/ 1712119 h 1890712"/>
              <a:gd name="connsiteX154" fmla="*/ 2428876 w 2543175"/>
              <a:gd name="connsiteY154" fmla="*/ 1785938 h 1890712"/>
              <a:gd name="connsiteX155" fmla="*/ 2481263 w 2543175"/>
              <a:gd name="connsiteY155" fmla="*/ 1795462 h 1890712"/>
              <a:gd name="connsiteX156" fmla="*/ 2486025 w 2543175"/>
              <a:gd name="connsiteY156" fmla="*/ 1802606 h 1890712"/>
              <a:gd name="connsiteX157" fmla="*/ 2514600 w 2543175"/>
              <a:gd name="connsiteY157" fmla="*/ 1850231 h 1890712"/>
              <a:gd name="connsiteX158" fmla="*/ 2519363 w 2543175"/>
              <a:gd name="connsiteY158" fmla="*/ 1857375 h 1890712"/>
              <a:gd name="connsiteX159" fmla="*/ 2540794 w 2543175"/>
              <a:gd name="connsiteY159" fmla="*/ 1883569 h 1890712"/>
              <a:gd name="connsiteX160" fmla="*/ 2543175 w 2543175"/>
              <a:gd name="connsiteY16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297907 w 2543175"/>
              <a:gd name="connsiteY150" fmla="*/ 1674019 h 1890712"/>
              <a:gd name="connsiteX151" fmla="*/ 2312194 w 2543175"/>
              <a:gd name="connsiteY151" fmla="*/ 1685925 h 1890712"/>
              <a:gd name="connsiteX152" fmla="*/ 2328863 w 2543175"/>
              <a:gd name="connsiteY152" fmla="*/ 1697831 h 1890712"/>
              <a:gd name="connsiteX153" fmla="*/ 2350294 w 2543175"/>
              <a:gd name="connsiteY153" fmla="*/ 1712119 h 1890712"/>
              <a:gd name="connsiteX154" fmla="*/ 2428876 w 2543175"/>
              <a:gd name="connsiteY154" fmla="*/ 1785938 h 1890712"/>
              <a:gd name="connsiteX155" fmla="*/ 2481263 w 2543175"/>
              <a:gd name="connsiteY155" fmla="*/ 1795462 h 1890712"/>
              <a:gd name="connsiteX156" fmla="*/ 2514600 w 2543175"/>
              <a:gd name="connsiteY156" fmla="*/ 1850231 h 1890712"/>
              <a:gd name="connsiteX157" fmla="*/ 2519363 w 2543175"/>
              <a:gd name="connsiteY157" fmla="*/ 1857375 h 1890712"/>
              <a:gd name="connsiteX158" fmla="*/ 2540794 w 2543175"/>
              <a:gd name="connsiteY158" fmla="*/ 1883569 h 1890712"/>
              <a:gd name="connsiteX159" fmla="*/ 2543175 w 2543175"/>
              <a:gd name="connsiteY15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297907 w 2543175"/>
              <a:gd name="connsiteY150" fmla="*/ 1674019 h 1890712"/>
              <a:gd name="connsiteX151" fmla="*/ 2312194 w 2543175"/>
              <a:gd name="connsiteY151" fmla="*/ 1685925 h 1890712"/>
              <a:gd name="connsiteX152" fmla="*/ 2328863 w 2543175"/>
              <a:gd name="connsiteY152" fmla="*/ 1697831 h 1890712"/>
              <a:gd name="connsiteX153" fmla="*/ 2350294 w 2543175"/>
              <a:gd name="connsiteY153" fmla="*/ 1712119 h 1890712"/>
              <a:gd name="connsiteX154" fmla="*/ 2428876 w 2543175"/>
              <a:gd name="connsiteY154" fmla="*/ 1785938 h 1890712"/>
              <a:gd name="connsiteX155" fmla="*/ 2469356 w 2543175"/>
              <a:gd name="connsiteY155" fmla="*/ 1816894 h 1890712"/>
              <a:gd name="connsiteX156" fmla="*/ 2514600 w 2543175"/>
              <a:gd name="connsiteY156" fmla="*/ 1850231 h 1890712"/>
              <a:gd name="connsiteX157" fmla="*/ 2519363 w 2543175"/>
              <a:gd name="connsiteY157" fmla="*/ 1857375 h 1890712"/>
              <a:gd name="connsiteX158" fmla="*/ 2540794 w 2543175"/>
              <a:gd name="connsiteY158" fmla="*/ 1883569 h 1890712"/>
              <a:gd name="connsiteX159" fmla="*/ 2543175 w 2543175"/>
              <a:gd name="connsiteY15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297907 w 2543175"/>
              <a:gd name="connsiteY150" fmla="*/ 1674019 h 1890712"/>
              <a:gd name="connsiteX151" fmla="*/ 2312194 w 2543175"/>
              <a:gd name="connsiteY151" fmla="*/ 1685925 h 1890712"/>
              <a:gd name="connsiteX152" fmla="*/ 2350294 w 2543175"/>
              <a:gd name="connsiteY152" fmla="*/ 1712119 h 1890712"/>
              <a:gd name="connsiteX153" fmla="*/ 2428876 w 2543175"/>
              <a:gd name="connsiteY153" fmla="*/ 1785938 h 1890712"/>
              <a:gd name="connsiteX154" fmla="*/ 2469356 w 2543175"/>
              <a:gd name="connsiteY154" fmla="*/ 1816894 h 1890712"/>
              <a:gd name="connsiteX155" fmla="*/ 2514600 w 2543175"/>
              <a:gd name="connsiteY155" fmla="*/ 1850231 h 1890712"/>
              <a:gd name="connsiteX156" fmla="*/ 2519363 w 2543175"/>
              <a:gd name="connsiteY156" fmla="*/ 1857375 h 1890712"/>
              <a:gd name="connsiteX157" fmla="*/ 2540794 w 2543175"/>
              <a:gd name="connsiteY157" fmla="*/ 1883569 h 1890712"/>
              <a:gd name="connsiteX158" fmla="*/ 2543175 w 2543175"/>
              <a:gd name="connsiteY158"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312194 w 2543175"/>
              <a:gd name="connsiteY150" fmla="*/ 1685925 h 1890712"/>
              <a:gd name="connsiteX151" fmla="*/ 2350294 w 2543175"/>
              <a:gd name="connsiteY151" fmla="*/ 1712119 h 1890712"/>
              <a:gd name="connsiteX152" fmla="*/ 2428876 w 2543175"/>
              <a:gd name="connsiteY152" fmla="*/ 1785938 h 1890712"/>
              <a:gd name="connsiteX153" fmla="*/ 2469356 w 2543175"/>
              <a:gd name="connsiteY153" fmla="*/ 1816894 h 1890712"/>
              <a:gd name="connsiteX154" fmla="*/ 2514600 w 2543175"/>
              <a:gd name="connsiteY154" fmla="*/ 1850231 h 1890712"/>
              <a:gd name="connsiteX155" fmla="*/ 2519363 w 2543175"/>
              <a:gd name="connsiteY155" fmla="*/ 1857375 h 1890712"/>
              <a:gd name="connsiteX156" fmla="*/ 2540794 w 2543175"/>
              <a:gd name="connsiteY156" fmla="*/ 1883569 h 1890712"/>
              <a:gd name="connsiteX157" fmla="*/ 2543175 w 2543175"/>
              <a:gd name="connsiteY157"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81238 w 2543175"/>
              <a:gd name="connsiteY148" fmla="*/ 1664494 h 1890712"/>
              <a:gd name="connsiteX149" fmla="*/ 2312194 w 2543175"/>
              <a:gd name="connsiteY149" fmla="*/ 1685925 h 1890712"/>
              <a:gd name="connsiteX150" fmla="*/ 2350294 w 2543175"/>
              <a:gd name="connsiteY150" fmla="*/ 1712119 h 1890712"/>
              <a:gd name="connsiteX151" fmla="*/ 2428876 w 2543175"/>
              <a:gd name="connsiteY151" fmla="*/ 1785938 h 1890712"/>
              <a:gd name="connsiteX152" fmla="*/ 2469356 w 2543175"/>
              <a:gd name="connsiteY152" fmla="*/ 1816894 h 1890712"/>
              <a:gd name="connsiteX153" fmla="*/ 2514600 w 2543175"/>
              <a:gd name="connsiteY153" fmla="*/ 1850231 h 1890712"/>
              <a:gd name="connsiteX154" fmla="*/ 2519363 w 2543175"/>
              <a:gd name="connsiteY154" fmla="*/ 1857375 h 1890712"/>
              <a:gd name="connsiteX155" fmla="*/ 2540794 w 2543175"/>
              <a:gd name="connsiteY155" fmla="*/ 1883569 h 1890712"/>
              <a:gd name="connsiteX156" fmla="*/ 2543175 w 2543175"/>
              <a:gd name="connsiteY15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81238 w 2543175"/>
              <a:gd name="connsiteY148" fmla="*/ 1674019 h 1890712"/>
              <a:gd name="connsiteX149" fmla="*/ 2312194 w 2543175"/>
              <a:gd name="connsiteY149" fmla="*/ 1685925 h 1890712"/>
              <a:gd name="connsiteX150" fmla="*/ 2350294 w 2543175"/>
              <a:gd name="connsiteY150" fmla="*/ 1712119 h 1890712"/>
              <a:gd name="connsiteX151" fmla="*/ 2428876 w 2543175"/>
              <a:gd name="connsiteY151" fmla="*/ 1785938 h 1890712"/>
              <a:gd name="connsiteX152" fmla="*/ 2469356 w 2543175"/>
              <a:gd name="connsiteY152" fmla="*/ 1816894 h 1890712"/>
              <a:gd name="connsiteX153" fmla="*/ 2514600 w 2543175"/>
              <a:gd name="connsiteY153" fmla="*/ 1850231 h 1890712"/>
              <a:gd name="connsiteX154" fmla="*/ 2519363 w 2543175"/>
              <a:gd name="connsiteY154" fmla="*/ 1857375 h 1890712"/>
              <a:gd name="connsiteX155" fmla="*/ 2540794 w 2543175"/>
              <a:gd name="connsiteY155" fmla="*/ 1883569 h 1890712"/>
              <a:gd name="connsiteX156" fmla="*/ 2543175 w 2543175"/>
              <a:gd name="connsiteY15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81238 w 2543175"/>
              <a:gd name="connsiteY148" fmla="*/ 1674019 h 1890712"/>
              <a:gd name="connsiteX149" fmla="*/ 2312194 w 2543175"/>
              <a:gd name="connsiteY149" fmla="*/ 1702594 h 1890712"/>
              <a:gd name="connsiteX150" fmla="*/ 2350294 w 2543175"/>
              <a:gd name="connsiteY150" fmla="*/ 1712119 h 1890712"/>
              <a:gd name="connsiteX151" fmla="*/ 2428876 w 2543175"/>
              <a:gd name="connsiteY151" fmla="*/ 1785938 h 1890712"/>
              <a:gd name="connsiteX152" fmla="*/ 2469356 w 2543175"/>
              <a:gd name="connsiteY152" fmla="*/ 1816894 h 1890712"/>
              <a:gd name="connsiteX153" fmla="*/ 2514600 w 2543175"/>
              <a:gd name="connsiteY153" fmla="*/ 1850231 h 1890712"/>
              <a:gd name="connsiteX154" fmla="*/ 2519363 w 2543175"/>
              <a:gd name="connsiteY154" fmla="*/ 1857375 h 1890712"/>
              <a:gd name="connsiteX155" fmla="*/ 2540794 w 2543175"/>
              <a:gd name="connsiteY155" fmla="*/ 1883569 h 1890712"/>
              <a:gd name="connsiteX156" fmla="*/ 2543175 w 2543175"/>
              <a:gd name="connsiteY15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81238 w 2543175"/>
              <a:gd name="connsiteY148" fmla="*/ 1674019 h 1890712"/>
              <a:gd name="connsiteX149" fmla="*/ 2312194 w 2543175"/>
              <a:gd name="connsiteY149" fmla="*/ 1702594 h 1890712"/>
              <a:gd name="connsiteX150" fmla="*/ 2369344 w 2543175"/>
              <a:gd name="connsiteY150" fmla="*/ 1757363 h 1890712"/>
              <a:gd name="connsiteX151" fmla="*/ 2428876 w 2543175"/>
              <a:gd name="connsiteY151" fmla="*/ 1785938 h 1890712"/>
              <a:gd name="connsiteX152" fmla="*/ 2469356 w 2543175"/>
              <a:gd name="connsiteY152" fmla="*/ 1816894 h 1890712"/>
              <a:gd name="connsiteX153" fmla="*/ 2514600 w 2543175"/>
              <a:gd name="connsiteY153" fmla="*/ 1850231 h 1890712"/>
              <a:gd name="connsiteX154" fmla="*/ 2519363 w 2543175"/>
              <a:gd name="connsiteY154" fmla="*/ 1857375 h 1890712"/>
              <a:gd name="connsiteX155" fmla="*/ 2540794 w 2543175"/>
              <a:gd name="connsiteY155" fmla="*/ 1883569 h 1890712"/>
              <a:gd name="connsiteX156" fmla="*/ 2543175 w 2543175"/>
              <a:gd name="connsiteY15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907257 w 2543175"/>
              <a:gd name="connsiteY66" fmla="*/ 683419 h 1890712"/>
              <a:gd name="connsiteX67" fmla="*/ 928688 w 2543175"/>
              <a:gd name="connsiteY67" fmla="*/ 695325 h 1890712"/>
              <a:gd name="connsiteX68" fmla="*/ 942975 w 2543175"/>
              <a:gd name="connsiteY68" fmla="*/ 700087 h 1890712"/>
              <a:gd name="connsiteX69" fmla="*/ 964407 w 2543175"/>
              <a:gd name="connsiteY69" fmla="*/ 716756 h 1890712"/>
              <a:gd name="connsiteX70" fmla="*/ 971550 w 2543175"/>
              <a:gd name="connsiteY70" fmla="*/ 723900 h 1890712"/>
              <a:gd name="connsiteX71" fmla="*/ 983457 w 2543175"/>
              <a:gd name="connsiteY71" fmla="*/ 733425 h 1890712"/>
              <a:gd name="connsiteX72" fmla="*/ 990600 w 2543175"/>
              <a:gd name="connsiteY72" fmla="*/ 738187 h 1890712"/>
              <a:gd name="connsiteX73" fmla="*/ 1007269 w 2543175"/>
              <a:gd name="connsiteY73" fmla="*/ 752475 h 1890712"/>
              <a:gd name="connsiteX74" fmla="*/ 1031082 w 2543175"/>
              <a:gd name="connsiteY74" fmla="*/ 766762 h 1890712"/>
              <a:gd name="connsiteX75" fmla="*/ 1042988 w 2543175"/>
              <a:gd name="connsiteY75" fmla="*/ 773906 h 1890712"/>
              <a:gd name="connsiteX76" fmla="*/ 1071563 w 2543175"/>
              <a:gd name="connsiteY76" fmla="*/ 785812 h 1890712"/>
              <a:gd name="connsiteX77" fmla="*/ 1097757 w 2543175"/>
              <a:gd name="connsiteY77" fmla="*/ 807244 h 1890712"/>
              <a:gd name="connsiteX78" fmla="*/ 1104900 w 2543175"/>
              <a:gd name="connsiteY78" fmla="*/ 814387 h 1890712"/>
              <a:gd name="connsiteX79" fmla="*/ 1121569 w 2543175"/>
              <a:gd name="connsiteY79" fmla="*/ 823912 h 1890712"/>
              <a:gd name="connsiteX80" fmla="*/ 1138238 w 2543175"/>
              <a:gd name="connsiteY80" fmla="*/ 835819 h 1890712"/>
              <a:gd name="connsiteX81" fmla="*/ 1147763 w 2543175"/>
              <a:gd name="connsiteY81" fmla="*/ 842962 h 1890712"/>
              <a:gd name="connsiteX82" fmla="*/ 1157288 w 2543175"/>
              <a:gd name="connsiteY82" fmla="*/ 847725 h 1890712"/>
              <a:gd name="connsiteX83" fmla="*/ 1178719 w 2543175"/>
              <a:gd name="connsiteY83" fmla="*/ 859631 h 1890712"/>
              <a:gd name="connsiteX84" fmla="*/ 1188244 w 2543175"/>
              <a:gd name="connsiteY84" fmla="*/ 866775 h 1890712"/>
              <a:gd name="connsiteX85" fmla="*/ 1195388 w 2543175"/>
              <a:gd name="connsiteY85" fmla="*/ 871537 h 1890712"/>
              <a:gd name="connsiteX86" fmla="*/ 1212057 w 2543175"/>
              <a:gd name="connsiteY86" fmla="*/ 883444 h 1890712"/>
              <a:gd name="connsiteX87" fmla="*/ 1226344 w 2543175"/>
              <a:gd name="connsiteY87" fmla="*/ 895350 h 1890712"/>
              <a:gd name="connsiteX88" fmla="*/ 1245394 w 2543175"/>
              <a:gd name="connsiteY88" fmla="*/ 907256 h 1890712"/>
              <a:gd name="connsiteX89" fmla="*/ 1254919 w 2543175"/>
              <a:gd name="connsiteY89" fmla="*/ 914400 h 1890712"/>
              <a:gd name="connsiteX90" fmla="*/ 1269207 w 2543175"/>
              <a:gd name="connsiteY90" fmla="*/ 921544 h 1890712"/>
              <a:gd name="connsiteX91" fmla="*/ 1290638 w 2543175"/>
              <a:gd name="connsiteY91" fmla="*/ 935831 h 1890712"/>
              <a:gd name="connsiteX92" fmla="*/ 1307307 w 2543175"/>
              <a:gd name="connsiteY92" fmla="*/ 952500 h 1890712"/>
              <a:gd name="connsiteX93" fmla="*/ 1333500 w 2543175"/>
              <a:gd name="connsiteY93" fmla="*/ 971550 h 1890712"/>
              <a:gd name="connsiteX94" fmla="*/ 1359694 w 2543175"/>
              <a:gd name="connsiteY94" fmla="*/ 990600 h 1890712"/>
              <a:gd name="connsiteX95" fmla="*/ 1385888 w 2543175"/>
              <a:gd name="connsiteY95" fmla="*/ 1021557 h 1890712"/>
              <a:gd name="connsiteX96" fmla="*/ 1435894 w 2543175"/>
              <a:gd name="connsiteY96" fmla="*/ 1054894 h 1890712"/>
              <a:gd name="connsiteX97" fmla="*/ 1497806 w 2543175"/>
              <a:gd name="connsiteY97" fmla="*/ 1104900 h 1890712"/>
              <a:gd name="connsiteX98" fmla="*/ 1559718 w 2543175"/>
              <a:gd name="connsiteY98" fmla="*/ 1154906 h 1890712"/>
              <a:gd name="connsiteX99" fmla="*/ 1595438 w 2543175"/>
              <a:gd name="connsiteY99" fmla="*/ 1181100 h 1890712"/>
              <a:gd name="connsiteX100" fmla="*/ 1628775 w 2543175"/>
              <a:gd name="connsiteY100" fmla="*/ 1207294 h 1890712"/>
              <a:gd name="connsiteX101" fmla="*/ 1662113 w 2543175"/>
              <a:gd name="connsiteY101" fmla="*/ 1231107 h 1890712"/>
              <a:gd name="connsiteX102" fmla="*/ 1700213 w 2543175"/>
              <a:gd name="connsiteY102" fmla="*/ 1247775 h 1890712"/>
              <a:gd name="connsiteX103" fmla="*/ 1712119 w 2543175"/>
              <a:gd name="connsiteY103" fmla="*/ 1259681 h 1890712"/>
              <a:gd name="connsiteX104" fmla="*/ 1733550 w 2543175"/>
              <a:gd name="connsiteY104" fmla="*/ 1273969 h 1890712"/>
              <a:gd name="connsiteX105" fmla="*/ 1743075 w 2543175"/>
              <a:gd name="connsiteY105" fmla="*/ 1283494 h 1890712"/>
              <a:gd name="connsiteX106" fmla="*/ 1754982 w 2543175"/>
              <a:gd name="connsiteY106" fmla="*/ 1290637 h 1890712"/>
              <a:gd name="connsiteX107" fmla="*/ 1766888 w 2543175"/>
              <a:gd name="connsiteY107" fmla="*/ 1300162 h 1890712"/>
              <a:gd name="connsiteX108" fmla="*/ 1783557 w 2543175"/>
              <a:gd name="connsiteY108" fmla="*/ 1307306 h 1890712"/>
              <a:gd name="connsiteX109" fmla="*/ 1790700 w 2543175"/>
              <a:gd name="connsiteY109" fmla="*/ 1312069 h 1890712"/>
              <a:gd name="connsiteX110" fmla="*/ 1800225 w 2543175"/>
              <a:gd name="connsiteY110" fmla="*/ 1319212 h 1890712"/>
              <a:gd name="connsiteX111" fmla="*/ 1807369 w 2543175"/>
              <a:gd name="connsiteY111" fmla="*/ 1321594 h 1890712"/>
              <a:gd name="connsiteX112" fmla="*/ 1824038 w 2543175"/>
              <a:gd name="connsiteY112" fmla="*/ 1333500 h 1890712"/>
              <a:gd name="connsiteX113" fmla="*/ 1843088 w 2543175"/>
              <a:gd name="connsiteY113" fmla="*/ 1352550 h 1890712"/>
              <a:gd name="connsiteX114" fmla="*/ 1852613 w 2543175"/>
              <a:gd name="connsiteY114" fmla="*/ 1359694 h 1890712"/>
              <a:gd name="connsiteX115" fmla="*/ 1859757 w 2543175"/>
              <a:gd name="connsiteY115" fmla="*/ 1366837 h 1890712"/>
              <a:gd name="connsiteX116" fmla="*/ 1869282 w 2543175"/>
              <a:gd name="connsiteY116" fmla="*/ 1371600 h 1890712"/>
              <a:gd name="connsiteX117" fmla="*/ 1883569 w 2543175"/>
              <a:gd name="connsiteY117" fmla="*/ 1388269 h 1890712"/>
              <a:gd name="connsiteX118" fmla="*/ 1893094 w 2543175"/>
              <a:gd name="connsiteY118" fmla="*/ 1395412 h 1890712"/>
              <a:gd name="connsiteX119" fmla="*/ 1902619 w 2543175"/>
              <a:gd name="connsiteY119" fmla="*/ 1404937 h 1890712"/>
              <a:gd name="connsiteX120" fmla="*/ 1912144 w 2543175"/>
              <a:gd name="connsiteY120" fmla="*/ 1409700 h 1890712"/>
              <a:gd name="connsiteX121" fmla="*/ 1931194 w 2543175"/>
              <a:gd name="connsiteY121" fmla="*/ 1421606 h 1890712"/>
              <a:gd name="connsiteX122" fmla="*/ 1935957 w 2543175"/>
              <a:gd name="connsiteY122" fmla="*/ 1428750 h 1890712"/>
              <a:gd name="connsiteX123" fmla="*/ 1952625 w 2543175"/>
              <a:gd name="connsiteY123" fmla="*/ 1438275 h 1890712"/>
              <a:gd name="connsiteX124" fmla="*/ 1971675 w 2543175"/>
              <a:gd name="connsiteY124" fmla="*/ 1450181 h 1890712"/>
              <a:gd name="connsiteX125" fmla="*/ 1981200 w 2543175"/>
              <a:gd name="connsiteY125" fmla="*/ 1454944 h 1890712"/>
              <a:gd name="connsiteX126" fmla="*/ 1997869 w 2543175"/>
              <a:gd name="connsiteY126" fmla="*/ 1471612 h 1890712"/>
              <a:gd name="connsiteX127" fmla="*/ 2007394 w 2543175"/>
              <a:gd name="connsiteY127" fmla="*/ 1478756 h 1890712"/>
              <a:gd name="connsiteX128" fmla="*/ 2016919 w 2543175"/>
              <a:gd name="connsiteY128" fmla="*/ 1483519 h 1890712"/>
              <a:gd name="connsiteX129" fmla="*/ 2024063 w 2543175"/>
              <a:gd name="connsiteY129" fmla="*/ 1490662 h 1890712"/>
              <a:gd name="connsiteX130" fmla="*/ 2033588 w 2543175"/>
              <a:gd name="connsiteY130" fmla="*/ 1495425 h 1890712"/>
              <a:gd name="connsiteX131" fmla="*/ 2040732 w 2543175"/>
              <a:gd name="connsiteY131" fmla="*/ 1502569 h 1890712"/>
              <a:gd name="connsiteX132" fmla="*/ 2047875 w 2543175"/>
              <a:gd name="connsiteY132" fmla="*/ 1507331 h 1890712"/>
              <a:gd name="connsiteX133" fmla="*/ 2057400 w 2543175"/>
              <a:gd name="connsiteY133" fmla="*/ 1514475 h 1890712"/>
              <a:gd name="connsiteX134" fmla="*/ 2064544 w 2543175"/>
              <a:gd name="connsiteY134" fmla="*/ 1519237 h 1890712"/>
              <a:gd name="connsiteX135" fmla="*/ 2071688 w 2543175"/>
              <a:gd name="connsiteY135" fmla="*/ 1526381 h 1890712"/>
              <a:gd name="connsiteX136" fmla="*/ 2081213 w 2543175"/>
              <a:gd name="connsiteY136" fmla="*/ 1531144 h 1890712"/>
              <a:gd name="connsiteX137" fmla="*/ 2090738 w 2543175"/>
              <a:gd name="connsiteY137" fmla="*/ 1538287 h 1890712"/>
              <a:gd name="connsiteX138" fmla="*/ 2109788 w 2543175"/>
              <a:gd name="connsiteY138" fmla="*/ 1547812 h 1890712"/>
              <a:gd name="connsiteX139" fmla="*/ 2131219 w 2543175"/>
              <a:gd name="connsiteY139" fmla="*/ 1562100 h 1890712"/>
              <a:gd name="connsiteX140" fmla="*/ 2140744 w 2543175"/>
              <a:gd name="connsiteY140" fmla="*/ 1566862 h 1890712"/>
              <a:gd name="connsiteX141" fmla="*/ 2152650 w 2543175"/>
              <a:gd name="connsiteY141" fmla="*/ 1576387 h 1890712"/>
              <a:gd name="connsiteX142" fmla="*/ 2181225 w 2543175"/>
              <a:gd name="connsiteY142" fmla="*/ 1590675 h 1890712"/>
              <a:gd name="connsiteX143" fmla="*/ 2200275 w 2543175"/>
              <a:gd name="connsiteY143" fmla="*/ 1607344 h 1890712"/>
              <a:gd name="connsiteX144" fmla="*/ 2207419 w 2543175"/>
              <a:gd name="connsiteY144" fmla="*/ 1612106 h 1890712"/>
              <a:gd name="connsiteX145" fmla="*/ 2216944 w 2543175"/>
              <a:gd name="connsiteY145" fmla="*/ 1619250 h 1890712"/>
              <a:gd name="connsiteX146" fmla="*/ 2247900 w 2543175"/>
              <a:gd name="connsiteY146" fmla="*/ 1643062 h 1890712"/>
              <a:gd name="connsiteX147" fmla="*/ 2281238 w 2543175"/>
              <a:gd name="connsiteY147" fmla="*/ 1674019 h 1890712"/>
              <a:gd name="connsiteX148" fmla="*/ 2312194 w 2543175"/>
              <a:gd name="connsiteY148" fmla="*/ 1702594 h 1890712"/>
              <a:gd name="connsiteX149" fmla="*/ 2369344 w 2543175"/>
              <a:gd name="connsiteY149" fmla="*/ 1757363 h 1890712"/>
              <a:gd name="connsiteX150" fmla="*/ 2428876 w 2543175"/>
              <a:gd name="connsiteY150" fmla="*/ 1785938 h 1890712"/>
              <a:gd name="connsiteX151" fmla="*/ 2469356 w 2543175"/>
              <a:gd name="connsiteY151" fmla="*/ 1816894 h 1890712"/>
              <a:gd name="connsiteX152" fmla="*/ 2514600 w 2543175"/>
              <a:gd name="connsiteY152" fmla="*/ 1850231 h 1890712"/>
              <a:gd name="connsiteX153" fmla="*/ 2519363 w 2543175"/>
              <a:gd name="connsiteY153" fmla="*/ 1857375 h 1890712"/>
              <a:gd name="connsiteX154" fmla="*/ 2540794 w 2543175"/>
              <a:gd name="connsiteY154" fmla="*/ 1883569 h 1890712"/>
              <a:gd name="connsiteX155" fmla="*/ 2543175 w 2543175"/>
              <a:gd name="connsiteY155"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88207 w 2543175"/>
              <a:gd name="connsiteY64" fmla="*/ 676275 h 1890712"/>
              <a:gd name="connsiteX65" fmla="*/ 907257 w 2543175"/>
              <a:gd name="connsiteY65" fmla="*/ 683419 h 1890712"/>
              <a:gd name="connsiteX66" fmla="*/ 928688 w 2543175"/>
              <a:gd name="connsiteY66" fmla="*/ 695325 h 1890712"/>
              <a:gd name="connsiteX67" fmla="*/ 942975 w 2543175"/>
              <a:gd name="connsiteY67" fmla="*/ 700087 h 1890712"/>
              <a:gd name="connsiteX68" fmla="*/ 964407 w 2543175"/>
              <a:gd name="connsiteY68" fmla="*/ 716756 h 1890712"/>
              <a:gd name="connsiteX69" fmla="*/ 971550 w 2543175"/>
              <a:gd name="connsiteY69" fmla="*/ 723900 h 1890712"/>
              <a:gd name="connsiteX70" fmla="*/ 983457 w 2543175"/>
              <a:gd name="connsiteY70" fmla="*/ 733425 h 1890712"/>
              <a:gd name="connsiteX71" fmla="*/ 990600 w 2543175"/>
              <a:gd name="connsiteY71" fmla="*/ 738187 h 1890712"/>
              <a:gd name="connsiteX72" fmla="*/ 1007269 w 2543175"/>
              <a:gd name="connsiteY72" fmla="*/ 752475 h 1890712"/>
              <a:gd name="connsiteX73" fmla="*/ 1031082 w 2543175"/>
              <a:gd name="connsiteY73" fmla="*/ 766762 h 1890712"/>
              <a:gd name="connsiteX74" fmla="*/ 1042988 w 2543175"/>
              <a:gd name="connsiteY74" fmla="*/ 773906 h 1890712"/>
              <a:gd name="connsiteX75" fmla="*/ 1071563 w 2543175"/>
              <a:gd name="connsiteY75" fmla="*/ 785812 h 1890712"/>
              <a:gd name="connsiteX76" fmla="*/ 1097757 w 2543175"/>
              <a:gd name="connsiteY76" fmla="*/ 807244 h 1890712"/>
              <a:gd name="connsiteX77" fmla="*/ 1104900 w 2543175"/>
              <a:gd name="connsiteY77" fmla="*/ 814387 h 1890712"/>
              <a:gd name="connsiteX78" fmla="*/ 1121569 w 2543175"/>
              <a:gd name="connsiteY78" fmla="*/ 823912 h 1890712"/>
              <a:gd name="connsiteX79" fmla="*/ 1138238 w 2543175"/>
              <a:gd name="connsiteY79" fmla="*/ 835819 h 1890712"/>
              <a:gd name="connsiteX80" fmla="*/ 1147763 w 2543175"/>
              <a:gd name="connsiteY80" fmla="*/ 842962 h 1890712"/>
              <a:gd name="connsiteX81" fmla="*/ 1157288 w 2543175"/>
              <a:gd name="connsiteY81" fmla="*/ 847725 h 1890712"/>
              <a:gd name="connsiteX82" fmla="*/ 1178719 w 2543175"/>
              <a:gd name="connsiteY82" fmla="*/ 859631 h 1890712"/>
              <a:gd name="connsiteX83" fmla="*/ 1188244 w 2543175"/>
              <a:gd name="connsiteY83" fmla="*/ 866775 h 1890712"/>
              <a:gd name="connsiteX84" fmla="*/ 1195388 w 2543175"/>
              <a:gd name="connsiteY84" fmla="*/ 871537 h 1890712"/>
              <a:gd name="connsiteX85" fmla="*/ 1212057 w 2543175"/>
              <a:gd name="connsiteY85" fmla="*/ 883444 h 1890712"/>
              <a:gd name="connsiteX86" fmla="*/ 1226344 w 2543175"/>
              <a:gd name="connsiteY86" fmla="*/ 895350 h 1890712"/>
              <a:gd name="connsiteX87" fmla="*/ 1245394 w 2543175"/>
              <a:gd name="connsiteY87" fmla="*/ 907256 h 1890712"/>
              <a:gd name="connsiteX88" fmla="*/ 1254919 w 2543175"/>
              <a:gd name="connsiteY88" fmla="*/ 914400 h 1890712"/>
              <a:gd name="connsiteX89" fmla="*/ 1269207 w 2543175"/>
              <a:gd name="connsiteY89" fmla="*/ 921544 h 1890712"/>
              <a:gd name="connsiteX90" fmla="*/ 1290638 w 2543175"/>
              <a:gd name="connsiteY90" fmla="*/ 935831 h 1890712"/>
              <a:gd name="connsiteX91" fmla="*/ 1307307 w 2543175"/>
              <a:gd name="connsiteY91" fmla="*/ 952500 h 1890712"/>
              <a:gd name="connsiteX92" fmla="*/ 1333500 w 2543175"/>
              <a:gd name="connsiteY92" fmla="*/ 971550 h 1890712"/>
              <a:gd name="connsiteX93" fmla="*/ 1359694 w 2543175"/>
              <a:gd name="connsiteY93" fmla="*/ 990600 h 1890712"/>
              <a:gd name="connsiteX94" fmla="*/ 1385888 w 2543175"/>
              <a:gd name="connsiteY94" fmla="*/ 1021557 h 1890712"/>
              <a:gd name="connsiteX95" fmla="*/ 1435894 w 2543175"/>
              <a:gd name="connsiteY95" fmla="*/ 1054894 h 1890712"/>
              <a:gd name="connsiteX96" fmla="*/ 1497806 w 2543175"/>
              <a:gd name="connsiteY96" fmla="*/ 1104900 h 1890712"/>
              <a:gd name="connsiteX97" fmla="*/ 1559718 w 2543175"/>
              <a:gd name="connsiteY97" fmla="*/ 1154906 h 1890712"/>
              <a:gd name="connsiteX98" fmla="*/ 1595438 w 2543175"/>
              <a:gd name="connsiteY98" fmla="*/ 1181100 h 1890712"/>
              <a:gd name="connsiteX99" fmla="*/ 1628775 w 2543175"/>
              <a:gd name="connsiteY99" fmla="*/ 1207294 h 1890712"/>
              <a:gd name="connsiteX100" fmla="*/ 1662113 w 2543175"/>
              <a:gd name="connsiteY100" fmla="*/ 1231107 h 1890712"/>
              <a:gd name="connsiteX101" fmla="*/ 1700213 w 2543175"/>
              <a:gd name="connsiteY101" fmla="*/ 1247775 h 1890712"/>
              <a:gd name="connsiteX102" fmla="*/ 1712119 w 2543175"/>
              <a:gd name="connsiteY102" fmla="*/ 1259681 h 1890712"/>
              <a:gd name="connsiteX103" fmla="*/ 1733550 w 2543175"/>
              <a:gd name="connsiteY103" fmla="*/ 1273969 h 1890712"/>
              <a:gd name="connsiteX104" fmla="*/ 1743075 w 2543175"/>
              <a:gd name="connsiteY104" fmla="*/ 1283494 h 1890712"/>
              <a:gd name="connsiteX105" fmla="*/ 1754982 w 2543175"/>
              <a:gd name="connsiteY105" fmla="*/ 1290637 h 1890712"/>
              <a:gd name="connsiteX106" fmla="*/ 1766888 w 2543175"/>
              <a:gd name="connsiteY106" fmla="*/ 1300162 h 1890712"/>
              <a:gd name="connsiteX107" fmla="*/ 1783557 w 2543175"/>
              <a:gd name="connsiteY107" fmla="*/ 1307306 h 1890712"/>
              <a:gd name="connsiteX108" fmla="*/ 1790700 w 2543175"/>
              <a:gd name="connsiteY108" fmla="*/ 1312069 h 1890712"/>
              <a:gd name="connsiteX109" fmla="*/ 1800225 w 2543175"/>
              <a:gd name="connsiteY109" fmla="*/ 1319212 h 1890712"/>
              <a:gd name="connsiteX110" fmla="*/ 1807369 w 2543175"/>
              <a:gd name="connsiteY110" fmla="*/ 1321594 h 1890712"/>
              <a:gd name="connsiteX111" fmla="*/ 1824038 w 2543175"/>
              <a:gd name="connsiteY111" fmla="*/ 1333500 h 1890712"/>
              <a:gd name="connsiteX112" fmla="*/ 1843088 w 2543175"/>
              <a:gd name="connsiteY112" fmla="*/ 1352550 h 1890712"/>
              <a:gd name="connsiteX113" fmla="*/ 1852613 w 2543175"/>
              <a:gd name="connsiteY113" fmla="*/ 1359694 h 1890712"/>
              <a:gd name="connsiteX114" fmla="*/ 1859757 w 2543175"/>
              <a:gd name="connsiteY114" fmla="*/ 1366837 h 1890712"/>
              <a:gd name="connsiteX115" fmla="*/ 1869282 w 2543175"/>
              <a:gd name="connsiteY115" fmla="*/ 1371600 h 1890712"/>
              <a:gd name="connsiteX116" fmla="*/ 1883569 w 2543175"/>
              <a:gd name="connsiteY116" fmla="*/ 1388269 h 1890712"/>
              <a:gd name="connsiteX117" fmla="*/ 1893094 w 2543175"/>
              <a:gd name="connsiteY117" fmla="*/ 1395412 h 1890712"/>
              <a:gd name="connsiteX118" fmla="*/ 1902619 w 2543175"/>
              <a:gd name="connsiteY118" fmla="*/ 1404937 h 1890712"/>
              <a:gd name="connsiteX119" fmla="*/ 1912144 w 2543175"/>
              <a:gd name="connsiteY119" fmla="*/ 1409700 h 1890712"/>
              <a:gd name="connsiteX120" fmla="*/ 1931194 w 2543175"/>
              <a:gd name="connsiteY120" fmla="*/ 1421606 h 1890712"/>
              <a:gd name="connsiteX121" fmla="*/ 1935957 w 2543175"/>
              <a:gd name="connsiteY121" fmla="*/ 1428750 h 1890712"/>
              <a:gd name="connsiteX122" fmla="*/ 1952625 w 2543175"/>
              <a:gd name="connsiteY122" fmla="*/ 1438275 h 1890712"/>
              <a:gd name="connsiteX123" fmla="*/ 1971675 w 2543175"/>
              <a:gd name="connsiteY123" fmla="*/ 1450181 h 1890712"/>
              <a:gd name="connsiteX124" fmla="*/ 1981200 w 2543175"/>
              <a:gd name="connsiteY124" fmla="*/ 1454944 h 1890712"/>
              <a:gd name="connsiteX125" fmla="*/ 1997869 w 2543175"/>
              <a:gd name="connsiteY125" fmla="*/ 1471612 h 1890712"/>
              <a:gd name="connsiteX126" fmla="*/ 2007394 w 2543175"/>
              <a:gd name="connsiteY126" fmla="*/ 1478756 h 1890712"/>
              <a:gd name="connsiteX127" fmla="*/ 2016919 w 2543175"/>
              <a:gd name="connsiteY127" fmla="*/ 1483519 h 1890712"/>
              <a:gd name="connsiteX128" fmla="*/ 2024063 w 2543175"/>
              <a:gd name="connsiteY128" fmla="*/ 1490662 h 1890712"/>
              <a:gd name="connsiteX129" fmla="*/ 2033588 w 2543175"/>
              <a:gd name="connsiteY129" fmla="*/ 1495425 h 1890712"/>
              <a:gd name="connsiteX130" fmla="*/ 2040732 w 2543175"/>
              <a:gd name="connsiteY130" fmla="*/ 1502569 h 1890712"/>
              <a:gd name="connsiteX131" fmla="*/ 2047875 w 2543175"/>
              <a:gd name="connsiteY131" fmla="*/ 1507331 h 1890712"/>
              <a:gd name="connsiteX132" fmla="*/ 2057400 w 2543175"/>
              <a:gd name="connsiteY132" fmla="*/ 1514475 h 1890712"/>
              <a:gd name="connsiteX133" fmla="*/ 2064544 w 2543175"/>
              <a:gd name="connsiteY133" fmla="*/ 1519237 h 1890712"/>
              <a:gd name="connsiteX134" fmla="*/ 2071688 w 2543175"/>
              <a:gd name="connsiteY134" fmla="*/ 1526381 h 1890712"/>
              <a:gd name="connsiteX135" fmla="*/ 2081213 w 2543175"/>
              <a:gd name="connsiteY135" fmla="*/ 1531144 h 1890712"/>
              <a:gd name="connsiteX136" fmla="*/ 2090738 w 2543175"/>
              <a:gd name="connsiteY136" fmla="*/ 1538287 h 1890712"/>
              <a:gd name="connsiteX137" fmla="*/ 2109788 w 2543175"/>
              <a:gd name="connsiteY137" fmla="*/ 1547812 h 1890712"/>
              <a:gd name="connsiteX138" fmla="*/ 2131219 w 2543175"/>
              <a:gd name="connsiteY138" fmla="*/ 1562100 h 1890712"/>
              <a:gd name="connsiteX139" fmla="*/ 2140744 w 2543175"/>
              <a:gd name="connsiteY139" fmla="*/ 1566862 h 1890712"/>
              <a:gd name="connsiteX140" fmla="*/ 2152650 w 2543175"/>
              <a:gd name="connsiteY140" fmla="*/ 1576387 h 1890712"/>
              <a:gd name="connsiteX141" fmla="*/ 2181225 w 2543175"/>
              <a:gd name="connsiteY141" fmla="*/ 1590675 h 1890712"/>
              <a:gd name="connsiteX142" fmla="*/ 2200275 w 2543175"/>
              <a:gd name="connsiteY142" fmla="*/ 1607344 h 1890712"/>
              <a:gd name="connsiteX143" fmla="*/ 2207419 w 2543175"/>
              <a:gd name="connsiteY143" fmla="*/ 1612106 h 1890712"/>
              <a:gd name="connsiteX144" fmla="*/ 2216944 w 2543175"/>
              <a:gd name="connsiteY144" fmla="*/ 1619250 h 1890712"/>
              <a:gd name="connsiteX145" fmla="*/ 2247900 w 2543175"/>
              <a:gd name="connsiteY145" fmla="*/ 1643062 h 1890712"/>
              <a:gd name="connsiteX146" fmla="*/ 2281238 w 2543175"/>
              <a:gd name="connsiteY146" fmla="*/ 1674019 h 1890712"/>
              <a:gd name="connsiteX147" fmla="*/ 2312194 w 2543175"/>
              <a:gd name="connsiteY147" fmla="*/ 1702594 h 1890712"/>
              <a:gd name="connsiteX148" fmla="*/ 2369344 w 2543175"/>
              <a:gd name="connsiteY148" fmla="*/ 1757363 h 1890712"/>
              <a:gd name="connsiteX149" fmla="*/ 2428876 w 2543175"/>
              <a:gd name="connsiteY149" fmla="*/ 1785938 h 1890712"/>
              <a:gd name="connsiteX150" fmla="*/ 2469356 w 2543175"/>
              <a:gd name="connsiteY150" fmla="*/ 1816894 h 1890712"/>
              <a:gd name="connsiteX151" fmla="*/ 2514600 w 2543175"/>
              <a:gd name="connsiteY151" fmla="*/ 1850231 h 1890712"/>
              <a:gd name="connsiteX152" fmla="*/ 2519363 w 2543175"/>
              <a:gd name="connsiteY152" fmla="*/ 1857375 h 1890712"/>
              <a:gd name="connsiteX153" fmla="*/ 2540794 w 2543175"/>
              <a:gd name="connsiteY153" fmla="*/ 1883569 h 1890712"/>
              <a:gd name="connsiteX154" fmla="*/ 2543175 w 2543175"/>
              <a:gd name="connsiteY15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85763 w 2543175"/>
              <a:gd name="connsiteY27" fmla="*/ 283369 h 1890712"/>
              <a:gd name="connsiteX28" fmla="*/ 404813 w 2543175"/>
              <a:gd name="connsiteY28" fmla="*/ 295275 h 1890712"/>
              <a:gd name="connsiteX29" fmla="*/ 411957 w 2543175"/>
              <a:gd name="connsiteY29" fmla="*/ 297656 h 1890712"/>
              <a:gd name="connsiteX30" fmla="*/ 466725 w 2543175"/>
              <a:gd name="connsiteY30" fmla="*/ 328612 h 1890712"/>
              <a:gd name="connsiteX31" fmla="*/ 476250 w 2543175"/>
              <a:gd name="connsiteY31" fmla="*/ 335756 h 1890712"/>
              <a:gd name="connsiteX32" fmla="*/ 481013 w 2543175"/>
              <a:gd name="connsiteY32" fmla="*/ 342900 h 1890712"/>
              <a:gd name="connsiteX33" fmla="*/ 490538 w 2543175"/>
              <a:gd name="connsiteY33" fmla="*/ 352425 h 1890712"/>
              <a:gd name="connsiteX34" fmla="*/ 495300 w 2543175"/>
              <a:gd name="connsiteY34" fmla="*/ 359569 h 1890712"/>
              <a:gd name="connsiteX35" fmla="*/ 509588 w 2543175"/>
              <a:gd name="connsiteY35" fmla="*/ 376237 h 1890712"/>
              <a:gd name="connsiteX36" fmla="*/ 514350 w 2543175"/>
              <a:gd name="connsiteY36" fmla="*/ 383381 h 1890712"/>
              <a:gd name="connsiteX37" fmla="*/ 531019 w 2543175"/>
              <a:gd name="connsiteY37" fmla="*/ 397669 h 1890712"/>
              <a:gd name="connsiteX38" fmla="*/ 538163 w 2543175"/>
              <a:gd name="connsiteY38" fmla="*/ 407194 h 1890712"/>
              <a:gd name="connsiteX39" fmla="*/ 554832 w 2543175"/>
              <a:gd name="connsiteY39" fmla="*/ 421481 h 1890712"/>
              <a:gd name="connsiteX40" fmla="*/ 564357 w 2543175"/>
              <a:gd name="connsiteY40" fmla="*/ 431006 h 1890712"/>
              <a:gd name="connsiteX41" fmla="*/ 573882 w 2543175"/>
              <a:gd name="connsiteY41" fmla="*/ 438150 h 1890712"/>
              <a:gd name="connsiteX42" fmla="*/ 595313 w 2543175"/>
              <a:gd name="connsiteY42" fmla="*/ 454819 h 1890712"/>
              <a:gd name="connsiteX43" fmla="*/ 602457 w 2543175"/>
              <a:gd name="connsiteY43" fmla="*/ 457200 h 1890712"/>
              <a:gd name="connsiteX44" fmla="*/ 628650 w 2543175"/>
              <a:gd name="connsiteY44" fmla="*/ 469106 h 1890712"/>
              <a:gd name="connsiteX45" fmla="*/ 645319 w 2543175"/>
              <a:gd name="connsiteY45" fmla="*/ 483394 h 1890712"/>
              <a:gd name="connsiteX46" fmla="*/ 654844 w 2543175"/>
              <a:gd name="connsiteY46" fmla="*/ 488156 h 1890712"/>
              <a:gd name="connsiteX47" fmla="*/ 661988 w 2543175"/>
              <a:gd name="connsiteY47" fmla="*/ 497681 h 1890712"/>
              <a:gd name="connsiteX48" fmla="*/ 683419 w 2543175"/>
              <a:gd name="connsiteY48" fmla="*/ 514350 h 1890712"/>
              <a:gd name="connsiteX49" fmla="*/ 700088 w 2543175"/>
              <a:gd name="connsiteY49" fmla="*/ 526256 h 1890712"/>
              <a:gd name="connsiteX50" fmla="*/ 709613 w 2543175"/>
              <a:gd name="connsiteY50" fmla="*/ 535781 h 1890712"/>
              <a:gd name="connsiteX51" fmla="*/ 719138 w 2543175"/>
              <a:gd name="connsiteY51" fmla="*/ 542925 h 1890712"/>
              <a:gd name="connsiteX52" fmla="*/ 733425 w 2543175"/>
              <a:gd name="connsiteY52" fmla="*/ 557212 h 1890712"/>
              <a:gd name="connsiteX53" fmla="*/ 750094 w 2543175"/>
              <a:gd name="connsiteY53" fmla="*/ 569119 h 1890712"/>
              <a:gd name="connsiteX54" fmla="*/ 769144 w 2543175"/>
              <a:gd name="connsiteY54" fmla="*/ 581025 h 1890712"/>
              <a:gd name="connsiteX55" fmla="*/ 785813 w 2543175"/>
              <a:gd name="connsiteY55" fmla="*/ 590550 h 1890712"/>
              <a:gd name="connsiteX56" fmla="*/ 792957 w 2543175"/>
              <a:gd name="connsiteY56" fmla="*/ 600075 h 1890712"/>
              <a:gd name="connsiteX57" fmla="*/ 809625 w 2543175"/>
              <a:gd name="connsiteY57" fmla="*/ 611981 h 1890712"/>
              <a:gd name="connsiteX58" fmla="*/ 816769 w 2543175"/>
              <a:gd name="connsiteY58" fmla="*/ 619125 h 1890712"/>
              <a:gd name="connsiteX59" fmla="*/ 826294 w 2543175"/>
              <a:gd name="connsiteY59" fmla="*/ 626269 h 1890712"/>
              <a:gd name="connsiteX60" fmla="*/ 840582 w 2543175"/>
              <a:gd name="connsiteY60" fmla="*/ 638175 h 1890712"/>
              <a:gd name="connsiteX61" fmla="*/ 847725 w 2543175"/>
              <a:gd name="connsiteY61" fmla="*/ 645319 h 1890712"/>
              <a:gd name="connsiteX62" fmla="*/ 857250 w 2543175"/>
              <a:gd name="connsiteY62" fmla="*/ 652462 h 1890712"/>
              <a:gd name="connsiteX63" fmla="*/ 888207 w 2543175"/>
              <a:gd name="connsiteY63" fmla="*/ 676275 h 1890712"/>
              <a:gd name="connsiteX64" fmla="*/ 907257 w 2543175"/>
              <a:gd name="connsiteY64" fmla="*/ 683419 h 1890712"/>
              <a:gd name="connsiteX65" fmla="*/ 928688 w 2543175"/>
              <a:gd name="connsiteY65" fmla="*/ 695325 h 1890712"/>
              <a:gd name="connsiteX66" fmla="*/ 942975 w 2543175"/>
              <a:gd name="connsiteY66" fmla="*/ 700087 h 1890712"/>
              <a:gd name="connsiteX67" fmla="*/ 964407 w 2543175"/>
              <a:gd name="connsiteY67" fmla="*/ 716756 h 1890712"/>
              <a:gd name="connsiteX68" fmla="*/ 971550 w 2543175"/>
              <a:gd name="connsiteY68" fmla="*/ 723900 h 1890712"/>
              <a:gd name="connsiteX69" fmla="*/ 983457 w 2543175"/>
              <a:gd name="connsiteY69" fmla="*/ 733425 h 1890712"/>
              <a:gd name="connsiteX70" fmla="*/ 990600 w 2543175"/>
              <a:gd name="connsiteY70" fmla="*/ 738187 h 1890712"/>
              <a:gd name="connsiteX71" fmla="*/ 1007269 w 2543175"/>
              <a:gd name="connsiteY71" fmla="*/ 752475 h 1890712"/>
              <a:gd name="connsiteX72" fmla="*/ 1031082 w 2543175"/>
              <a:gd name="connsiteY72" fmla="*/ 766762 h 1890712"/>
              <a:gd name="connsiteX73" fmla="*/ 1042988 w 2543175"/>
              <a:gd name="connsiteY73" fmla="*/ 773906 h 1890712"/>
              <a:gd name="connsiteX74" fmla="*/ 1071563 w 2543175"/>
              <a:gd name="connsiteY74" fmla="*/ 785812 h 1890712"/>
              <a:gd name="connsiteX75" fmla="*/ 1097757 w 2543175"/>
              <a:gd name="connsiteY75" fmla="*/ 807244 h 1890712"/>
              <a:gd name="connsiteX76" fmla="*/ 1104900 w 2543175"/>
              <a:gd name="connsiteY76" fmla="*/ 814387 h 1890712"/>
              <a:gd name="connsiteX77" fmla="*/ 1121569 w 2543175"/>
              <a:gd name="connsiteY77" fmla="*/ 823912 h 1890712"/>
              <a:gd name="connsiteX78" fmla="*/ 1138238 w 2543175"/>
              <a:gd name="connsiteY78" fmla="*/ 835819 h 1890712"/>
              <a:gd name="connsiteX79" fmla="*/ 1147763 w 2543175"/>
              <a:gd name="connsiteY79" fmla="*/ 842962 h 1890712"/>
              <a:gd name="connsiteX80" fmla="*/ 1157288 w 2543175"/>
              <a:gd name="connsiteY80" fmla="*/ 847725 h 1890712"/>
              <a:gd name="connsiteX81" fmla="*/ 1178719 w 2543175"/>
              <a:gd name="connsiteY81" fmla="*/ 859631 h 1890712"/>
              <a:gd name="connsiteX82" fmla="*/ 1188244 w 2543175"/>
              <a:gd name="connsiteY82" fmla="*/ 866775 h 1890712"/>
              <a:gd name="connsiteX83" fmla="*/ 1195388 w 2543175"/>
              <a:gd name="connsiteY83" fmla="*/ 871537 h 1890712"/>
              <a:gd name="connsiteX84" fmla="*/ 1212057 w 2543175"/>
              <a:gd name="connsiteY84" fmla="*/ 883444 h 1890712"/>
              <a:gd name="connsiteX85" fmla="*/ 1226344 w 2543175"/>
              <a:gd name="connsiteY85" fmla="*/ 895350 h 1890712"/>
              <a:gd name="connsiteX86" fmla="*/ 1245394 w 2543175"/>
              <a:gd name="connsiteY86" fmla="*/ 907256 h 1890712"/>
              <a:gd name="connsiteX87" fmla="*/ 1254919 w 2543175"/>
              <a:gd name="connsiteY87" fmla="*/ 914400 h 1890712"/>
              <a:gd name="connsiteX88" fmla="*/ 1269207 w 2543175"/>
              <a:gd name="connsiteY88" fmla="*/ 921544 h 1890712"/>
              <a:gd name="connsiteX89" fmla="*/ 1290638 w 2543175"/>
              <a:gd name="connsiteY89" fmla="*/ 935831 h 1890712"/>
              <a:gd name="connsiteX90" fmla="*/ 1307307 w 2543175"/>
              <a:gd name="connsiteY90" fmla="*/ 952500 h 1890712"/>
              <a:gd name="connsiteX91" fmla="*/ 1333500 w 2543175"/>
              <a:gd name="connsiteY91" fmla="*/ 971550 h 1890712"/>
              <a:gd name="connsiteX92" fmla="*/ 1359694 w 2543175"/>
              <a:gd name="connsiteY92" fmla="*/ 990600 h 1890712"/>
              <a:gd name="connsiteX93" fmla="*/ 1385888 w 2543175"/>
              <a:gd name="connsiteY93" fmla="*/ 1021557 h 1890712"/>
              <a:gd name="connsiteX94" fmla="*/ 1435894 w 2543175"/>
              <a:gd name="connsiteY94" fmla="*/ 1054894 h 1890712"/>
              <a:gd name="connsiteX95" fmla="*/ 1497806 w 2543175"/>
              <a:gd name="connsiteY95" fmla="*/ 1104900 h 1890712"/>
              <a:gd name="connsiteX96" fmla="*/ 1559718 w 2543175"/>
              <a:gd name="connsiteY96" fmla="*/ 1154906 h 1890712"/>
              <a:gd name="connsiteX97" fmla="*/ 1595438 w 2543175"/>
              <a:gd name="connsiteY97" fmla="*/ 1181100 h 1890712"/>
              <a:gd name="connsiteX98" fmla="*/ 1628775 w 2543175"/>
              <a:gd name="connsiteY98" fmla="*/ 1207294 h 1890712"/>
              <a:gd name="connsiteX99" fmla="*/ 1662113 w 2543175"/>
              <a:gd name="connsiteY99" fmla="*/ 1231107 h 1890712"/>
              <a:gd name="connsiteX100" fmla="*/ 1700213 w 2543175"/>
              <a:gd name="connsiteY100" fmla="*/ 1247775 h 1890712"/>
              <a:gd name="connsiteX101" fmla="*/ 1712119 w 2543175"/>
              <a:gd name="connsiteY101" fmla="*/ 1259681 h 1890712"/>
              <a:gd name="connsiteX102" fmla="*/ 1733550 w 2543175"/>
              <a:gd name="connsiteY102" fmla="*/ 1273969 h 1890712"/>
              <a:gd name="connsiteX103" fmla="*/ 1743075 w 2543175"/>
              <a:gd name="connsiteY103" fmla="*/ 1283494 h 1890712"/>
              <a:gd name="connsiteX104" fmla="*/ 1754982 w 2543175"/>
              <a:gd name="connsiteY104" fmla="*/ 1290637 h 1890712"/>
              <a:gd name="connsiteX105" fmla="*/ 1766888 w 2543175"/>
              <a:gd name="connsiteY105" fmla="*/ 1300162 h 1890712"/>
              <a:gd name="connsiteX106" fmla="*/ 1783557 w 2543175"/>
              <a:gd name="connsiteY106" fmla="*/ 1307306 h 1890712"/>
              <a:gd name="connsiteX107" fmla="*/ 1790700 w 2543175"/>
              <a:gd name="connsiteY107" fmla="*/ 1312069 h 1890712"/>
              <a:gd name="connsiteX108" fmla="*/ 1800225 w 2543175"/>
              <a:gd name="connsiteY108" fmla="*/ 1319212 h 1890712"/>
              <a:gd name="connsiteX109" fmla="*/ 1807369 w 2543175"/>
              <a:gd name="connsiteY109" fmla="*/ 1321594 h 1890712"/>
              <a:gd name="connsiteX110" fmla="*/ 1824038 w 2543175"/>
              <a:gd name="connsiteY110" fmla="*/ 1333500 h 1890712"/>
              <a:gd name="connsiteX111" fmla="*/ 1843088 w 2543175"/>
              <a:gd name="connsiteY111" fmla="*/ 1352550 h 1890712"/>
              <a:gd name="connsiteX112" fmla="*/ 1852613 w 2543175"/>
              <a:gd name="connsiteY112" fmla="*/ 1359694 h 1890712"/>
              <a:gd name="connsiteX113" fmla="*/ 1859757 w 2543175"/>
              <a:gd name="connsiteY113" fmla="*/ 1366837 h 1890712"/>
              <a:gd name="connsiteX114" fmla="*/ 1869282 w 2543175"/>
              <a:gd name="connsiteY114" fmla="*/ 1371600 h 1890712"/>
              <a:gd name="connsiteX115" fmla="*/ 1883569 w 2543175"/>
              <a:gd name="connsiteY115" fmla="*/ 1388269 h 1890712"/>
              <a:gd name="connsiteX116" fmla="*/ 1893094 w 2543175"/>
              <a:gd name="connsiteY116" fmla="*/ 1395412 h 1890712"/>
              <a:gd name="connsiteX117" fmla="*/ 1902619 w 2543175"/>
              <a:gd name="connsiteY117" fmla="*/ 1404937 h 1890712"/>
              <a:gd name="connsiteX118" fmla="*/ 1912144 w 2543175"/>
              <a:gd name="connsiteY118" fmla="*/ 1409700 h 1890712"/>
              <a:gd name="connsiteX119" fmla="*/ 1931194 w 2543175"/>
              <a:gd name="connsiteY119" fmla="*/ 1421606 h 1890712"/>
              <a:gd name="connsiteX120" fmla="*/ 1935957 w 2543175"/>
              <a:gd name="connsiteY120" fmla="*/ 1428750 h 1890712"/>
              <a:gd name="connsiteX121" fmla="*/ 1952625 w 2543175"/>
              <a:gd name="connsiteY121" fmla="*/ 1438275 h 1890712"/>
              <a:gd name="connsiteX122" fmla="*/ 1971675 w 2543175"/>
              <a:gd name="connsiteY122" fmla="*/ 1450181 h 1890712"/>
              <a:gd name="connsiteX123" fmla="*/ 1981200 w 2543175"/>
              <a:gd name="connsiteY123" fmla="*/ 1454944 h 1890712"/>
              <a:gd name="connsiteX124" fmla="*/ 1997869 w 2543175"/>
              <a:gd name="connsiteY124" fmla="*/ 1471612 h 1890712"/>
              <a:gd name="connsiteX125" fmla="*/ 2007394 w 2543175"/>
              <a:gd name="connsiteY125" fmla="*/ 1478756 h 1890712"/>
              <a:gd name="connsiteX126" fmla="*/ 2016919 w 2543175"/>
              <a:gd name="connsiteY126" fmla="*/ 1483519 h 1890712"/>
              <a:gd name="connsiteX127" fmla="*/ 2024063 w 2543175"/>
              <a:gd name="connsiteY127" fmla="*/ 1490662 h 1890712"/>
              <a:gd name="connsiteX128" fmla="*/ 2033588 w 2543175"/>
              <a:gd name="connsiteY128" fmla="*/ 1495425 h 1890712"/>
              <a:gd name="connsiteX129" fmla="*/ 2040732 w 2543175"/>
              <a:gd name="connsiteY129" fmla="*/ 1502569 h 1890712"/>
              <a:gd name="connsiteX130" fmla="*/ 2047875 w 2543175"/>
              <a:gd name="connsiteY130" fmla="*/ 1507331 h 1890712"/>
              <a:gd name="connsiteX131" fmla="*/ 2057400 w 2543175"/>
              <a:gd name="connsiteY131" fmla="*/ 1514475 h 1890712"/>
              <a:gd name="connsiteX132" fmla="*/ 2064544 w 2543175"/>
              <a:gd name="connsiteY132" fmla="*/ 1519237 h 1890712"/>
              <a:gd name="connsiteX133" fmla="*/ 2071688 w 2543175"/>
              <a:gd name="connsiteY133" fmla="*/ 1526381 h 1890712"/>
              <a:gd name="connsiteX134" fmla="*/ 2081213 w 2543175"/>
              <a:gd name="connsiteY134" fmla="*/ 1531144 h 1890712"/>
              <a:gd name="connsiteX135" fmla="*/ 2090738 w 2543175"/>
              <a:gd name="connsiteY135" fmla="*/ 1538287 h 1890712"/>
              <a:gd name="connsiteX136" fmla="*/ 2109788 w 2543175"/>
              <a:gd name="connsiteY136" fmla="*/ 1547812 h 1890712"/>
              <a:gd name="connsiteX137" fmla="*/ 2131219 w 2543175"/>
              <a:gd name="connsiteY137" fmla="*/ 1562100 h 1890712"/>
              <a:gd name="connsiteX138" fmla="*/ 2140744 w 2543175"/>
              <a:gd name="connsiteY138" fmla="*/ 1566862 h 1890712"/>
              <a:gd name="connsiteX139" fmla="*/ 2152650 w 2543175"/>
              <a:gd name="connsiteY139" fmla="*/ 1576387 h 1890712"/>
              <a:gd name="connsiteX140" fmla="*/ 2181225 w 2543175"/>
              <a:gd name="connsiteY140" fmla="*/ 1590675 h 1890712"/>
              <a:gd name="connsiteX141" fmla="*/ 2200275 w 2543175"/>
              <a:gd name="connsiteY141" fmla="*/ 1607344 h 1890712"/>
              <a:gd name="connsiteX142" fmla="*/ 2207419 w 2543175"/>
              <a:gd name="connsiteY142" fmla="*/ 1612106 h 1890712"/>
              <a:gd name="connsiteX143" fmla="*/ 2216944 w 2543175"/>
              <a:gd name="connsiteY143" fmla="*/ 1619250 h 1890712"/>
              <a:gd name="connsiteX144" fmla="*/ 2247900 w 2543175"/>
              <a:gd name="connsiteY144" fmla="*/ 1643062 h 1890712"/>
              <a:gd name="connsiteX145" fmla="*/ 2281238 w 2543175"/>
              <a:gd name="connsiteY145" fmla="*/ 1674019 h 1890712"/>
              <a:gd name="connsiteX146" fmla="*/ 2312194 w 2543175"/>
              <a:gd name="connsiteY146" fmla="*/ 1702594 h 1890712"/>
              <a:gd name="connsiteX147" fmla="*/ 2369344 w 2543175"/>
              <a:gd name="connsiteY147" fmla="*/ 1757363 h 1890712"/>
              <a:gd name="connsiteX148" fmla="*/ 2428876 w 2543175"/>
              <a:gd name="connsiteY148" fmla="*/ 1785938 h 1890712"/>
              <a:gd name="connsiteX149" fmla="*/ 2469356 w 2543175"/>
              <a:gd name="connsiteY149" fmla="*/ 1816894 h 1890712"/>
              <a:gd name="connsiteX150" fmla="*/ 2514600 w 2543175"/>
              <a:gd name="connsiteY150" fmla="*/ 1850231 h 1890712"/>
              <a:gd name="connsiteX151" fmla="*/ 2519363 w 2543175"/>
              <a:gd name="connsiteY151" fmla="*/ 1857375 h 1890712"/>
              <a:gd name="connsiteX152" fmla="*/ 2540794 w 2543175"/>
              <a:gd name="connsiteY152" fmla="*/ 1883569 h 1890712"/>
              <a:gd name="connsiteX153" fmla="*/ 2543175 w 2543175"/>
              <a:gd name="connsiteY153"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85763 w 2543175"/>
              <a:gd name="connsiteY26" fmla="*/ 283369 h 1890712"/>
              <a:gd name="connsiteX27" fmla="*/ 404813 w 2543175"/>
              <a:gd name="connsiteY27" fmla="*/ 295275 h 1890712"/>
              <a:gd name="connsiteX28" fmla="*/ 411957 w 2543175"/>
              <a:gd name="connsiteY28" fmla="*/ 297656 h 1890712"/>
              <a:gd name="connsiteX29" fmla="*/ 466725 w 2543175"/>
              <a:gd name="connsiteY29" fmla="*/ 328612 h 1890712"/>
              <a:gd name="connsiteX30" fmla="*/ 476250 w 2543175"/>
              <a:gd name="connsiteY30" fmla="*/ 335756 h 1890712"/>
              <a:gd name="connsiteX31" fmla="*/ 481013 w 2543175"/>
              <a:gd name="connsiteY31" fmla="*/ 342900 h 1890712"/>
              <a:gd name="connsiteX32" fmla="*/ 490538 w 2543175"/>
              <a:gd name="connsiteY32" fmla="*/ 352425 h 1890712"/>
              <a:gd name="connsiteX33" fmla="*/ 495300 w 2543175"/>
              <a:gd name="connsiteY33" fmla="*/ 359569 h 1890712"/>
              <a:gd name="connsiteX34" fmla="*/ 509588 w 2543175"/>
              <a:gd name="connsiteY34" fmla="*/ 376237 h 1890712"/>
              <a:gd name="connsiteX35" fmla="*/ 514350 w 2543175"/>
              <a:gd name="connsiteY35" fmla="*/ 383381 h 1890712"/>
              <a:gd name="connsiteX36" fmla="*/ 531019 w 2543175"/>
              <a:gd name="connsiteY36" fmla="*/ 397669 h 1890712"/>
              <a:gd name="connsiteX37" fmla="*/ 538163 w 2543175"/>
              <a:gd name="connsiteY37" fmla="*/ 407194 h 1890712"/>
              <a:gd name="connsiteX38" fmla="*/ 554832 w 2543175"/>
              <a:gd name="connsiteY38" fmla="*/ 421481 h 1890712"/>
              <a:gd name="connsiteX39" fmla="*/ 564357 w 2543175"/>
              <a:gd name="connsiteY39" fmla="*/ 431006 h 1890712"/>
              <a:gd name="connsiteX40" fmla="*/ 573882 w 2543175"/>
              <a:gd name="connsiteY40" fmla="*/ 438150 h 1890712"/>
              <a:gd name="connsiteX41" fmla="*/ 595313 w 2543175"/>
              <a:gd name="connsiteY41" fmla="*/ 454819 h 1890712"/>
              <a:gd name="connsiteX42" fmla="*/ 602457 w 2543175"/>
              <a:gd name="connsiteY42" fmla="*/ 457200 h 1890712"/>
              <a:gd name="connsiteX43" fmla="*/ 628650 w 2543175"/>
              <a:gd name="connsiteY43" fmla="*/ 469106 h 1890712"/>
              <a:gd name="connsiteX44" fmla="*/ 645319 w 2543175"/>
              <a:gd name="connsiteY44" fmla="*/ 483394 h 1890712"/>
              <a:gd name="connsiteX45" fmla="*/ 654844 w 2543175"/>
              <a:gd name="connsiteY45" fmla="*/ 488156 h 1890712"/>
              <a:gd name="connsiteX46" fmla="*/ 661988 w 2543175"/>
              <a:gd name="connsiteY46" fmla="*/ 497681 h 1890712"/>
              <a:gd name="connsiteX47" fmla="*/ 683419 w 2543175"/>
              <a:gd name="connsiteY47" fmla="*/ 514350 h 1890712"/>
              <a:gd name="connsiteX48" fmla="*/ 700088 w 2543175"/>
              <a:gd name="connsiteY48" fmla="*/ 526256 h 1890712"/>
              <a:gd name="connsiteX49" fmla="*/ 709613 w 2543175"/>
              <a:gd name="connsiteY49" fmla="*/ 535781 h 1890712"/>
              <a:gd name="connsiteX50" fmla="*/ 719138 w 2543175"/>
              <a:gd name="connsiteY50" fmla="*/ 542925 h 1890712"/>
              <a:gd name="connsiteX51" fmla="*/ 733425 w 2543175"/>
              <a:gd name="connsiteY51" fmla="*/ 557212 h 1890712"/>
              <a:gd name="connsiteX52" fmla="*/ 750094 w 2543175"/>
              <a:gd name="connsiteY52" fmla="*/ 569119 h 1890712"/>
              <a:gd name="connsiteX53" fmla="*/ 769144 w 2543175"/>
              <a:gd name="connsiteY53" fmla="*/ 581025 h 1890712"/>
              <a:gd name="connsiteX54" fmla="*/ 785813 w 2543175"/>
              <a:gd name="connsiteY54" fmla="*/ 590550 h 1890712"/>
              <a:gd name="connsiteX55" fmla="*/ 792957 w 2543175"/>
              <a:gd name="connsiteY55" fmla="*/ 600075 h 1890712"/>
              <a:gd name="connsiteX56" fmla="*/ 809625 w 2543175"/>
              <a:gd name="connsiteY56" fmla="*/ 611981 h 1890712"/>
              <a:gd name="connsiteX57" fmla="*/ 816769 w 2543175"/>
              <a:gd name="connsiteY57" fmla="*/ 619125 h 1890712"/>
              <a:gd name="connsiteX58" fmla="*/ 826294 w 2543175"/>
              <a:gd name="connsiteY58" fmla="*/ 626269 h 1890712"/>
              <a:gd name="connsiteX59" fmla="*/ 840582 w 2543175"/>
              <a:gd name="connsiteY59" fmla="*/ 638175 h 1890712"/>
              <a:gd name="connsiteX60" fmla="*/ 847725 w 2543175"/>
              <a:gd name="connsiteY60" fmla="*/ 645319 h 1890712"/>
              <a:gd name="connsiteX61" fmla="*/ 857250 w 2543175"/>
              <a:gd name="connsiteY61" fmla="*/ 652462 h 1890712"/>
              <a:gd name="connsiteX62" fmla="*/ 888207 w 2543175"/>
              <a:gd name="connsiteY62" fmla="*/ 676275 h 1890712"/>
              <a:gd name="connsiteX63" fmla="*/ 907257 w 2543175"/>
              <a:gd name="connsiteY63" fmla="*/ 683419 h 1890712"/>
              <a:gd name="connsiteX64" fmla="*/ 928688 w 2543175"/>
              <a:gd name="connsiteY64" fmla="*/ 695325 h 1890712"/>
              <a:gd name="connsiteX65" fmla="*/ 942975 w 2543175"/>
              <a:gd name="connsiteY65" fmla="*/ 700087 h 1890712"/>
              <a:gd name="connsiteX66" fmla="*/ 964407 w 2543175"/>
              <a:gd name="connsiteY66" fmla="*/ 716756 h 1890712"/>
              <a:gd name="connsiteX67" fmla="*/ 971550 w 2543175"/>
              <a:gd name="connsiteY67" fmla="*/ 723900 h 1890712"/>
              <a:gd name="connsiteX68" fmla="*/ 983457 w 2543175"/>
              <a:gd name="connsiteY68" fmla="*/ 733425 h 1890712"/>
              <a:gd name="connsiteX69" fmla="*/ 990600 w 2543175"/>
              <a:gd name="connsiteY69" fmla="*/ 738187 h 1890712"/>
              <a:gd name="connsiteX70" fmla="*/ 1007269 w 2543175"/>
              <a:gd name="connsiteY70" fmla="*/ 752475 h 1890712"/>
              <a:gd name="connsiteX71" fmla="*/ 1031082 w 2543175"/>
              <a:gd name="connsiteY71" fmla="*/ 766762 h 1890712"/>
              <a:gd name="connsiteX72" fmla="*/ 1042988 w 2543175"/>
              <a:gd name="connsiteY72" fmla="*/ 773906 h 1890712"/>
              <a:gd name="connsiteX73" fmla="*/ 1071563 w 2543175"/>
              <a:gd name="connsiteY73" fmla="*/ 785812 h 1890712"/>
              <a:gd name="connsiteX74" fmla="*/ 1097757 w 2543175"/>
              <a:gd name="connsiteY74" fmla="*/ 807244 h 1890712"/>
              <a:gd name="connsiteX75" fmla="*/ 1104900 w 2543175"/>
              <a:gd name="connsiteY75" fmla="*/ 814387 h 1890712"/>
              <a:gd name="connsiteX76" fmla="*/ 1121569 w 2543175"/>
              <a:gd name="connsiteY76" fmla="*/ 823912 h 1890712"/>
              <a:gd name="connsiteX77" fmla="*/ 1138238 w 2543175"/>
              <a:gd name="connsiteY77" fmla="*/ 835819 h 1890712"/>
              <a:gd name="connsiteX78" fmla="*/ 1147763 w 2543175"/>
              <a:gd name="connsiteY78" fmla="*/ 842962 h 1890712"/>
              <a:gd name="connsiteX79" fmla="*/ 1157288 w 2543175"/>
              <a:gd name="connsiteY79" fmla="*/ 847725 h 1890712"/>
              <a:gd name="connsiteX80" fmla="*/ 1178719 w 2543175"/>
              <a:gd name="connsiteY80" fmla="*/ 859631 h 1890712"/>
              <a:gd name="connsiteX81" fmla="*/ 1188244 w 2543175"/>
              <a:gd name="connsiteY81" fmla="*/ 866775 h 1890712"/>
              <a:gd name="connsiteX82" fmla="*/ 1195388 w 2543175"/>
              <a:gd name="connsiteY82" fmla="*/ 871537 h 1890712"/>
              <a:gd name="connsiteX83" fmla="*/ 1212057 w 2543175"/>
              <a:gd name="connsiteY83" fmla="*/ 883444 h 1890712"/>
              <a:gd name="connsiteX84" fmla="*/ 1226344 w 2543175"/>
              <a:gd name="connsiteY84" fmla="*/ 895350 h 1890712"/>
              <a:gd name="connsiteX85" fmla="*/ 1245394 w 2543175"/>
              <a:gd name="connsiteY85" fmla="*/ 907256 h 1890712"/>
              <a:gd name="connsiteX86" fmla="*/ 1254919 w 2543175"/>
              <a:gd name="connsiteY86" fmla="*/ 914400 h 1890712"/>
              <a:gd name="connsiteX87" fmla="*/ 1269207 w 2543175"/>
              <a:gd name="connsiteY87" fmla="*/ 921544 h 1890712"/>
              <a:gd name="connsiteX88" fmla="*/ 1290638 w 2543175"/>
              <a:gd name="connsiteY88" fmla="*/ 935831 h 1890712"/>
              <a:gd name="connsiteX89" fmla="*/ 1307307 w 2543175"/>
              <a:gd name="connsiteY89" fmla="*/ 952500 h 1890712"/>
              <a:gd name="connsiteX90" fmla="*/ 1333500 w 2543175"/>
              <a:gd name="connsiteY90" fmla="*/ 971550 h 1890712"/>
              <a:gd name="connsiteX91" fmla="*/ 1359694 w 2543175"/>
              <a:gd name="connsiteY91" fmla="*/ 990600 h 1890712"/>
              <a:gd name="connsiteX92" fmla="*/ 1385888 w 2543175"/>
              <a:gd name="connsiteY92" fmla="*/ 1021557 h 1890712"/>
              <a:gd name="connsiteX93" fmla="*/ 1435894 w 2543175"/>
              <a:gd name="connsiteY93" fmla="*/ 1054894 h 1890712"/>
              <a:gd name="connsiteX94" fmla="*/ 1497806 w 2543175"/>
              <a:gd name="connsiteY94" fmla="*/ 1104900 h 1890712"/>
              <a:gd name="connsiteX95" fmla="*/ 1559718 w 2543175"/>
              <a:gd name="connsiteY95" fmla="*/ 1154906 h 1890712"/>
              <a:gd name="connsiteX96" fmla="*/ 1595438 w 2543175"/>
              <a:gd name="connsiteY96" fmla="*/ 1181100 h 1890712"/>
              <a:gd name="connsiteX97" fmla="*/ 1628775 w 2543175"/>
              <a:gd name="connsiteY97" fmla="*/ 1207294 h 1890712"/>
              <a:gd name="connsiteX98" fmla="*/ 1662113 w 2543175"/>
              <a:gd name="connsiteY98" fmla="*/ 1231107 h 1890712"/>
              <a:gd name="connsiteX99" fmla="*/ 1700213 w 2543175"/>
              <a:gd name="connsiteY99" fmla="*/ 1247775 h 1890712"/>
              <a:gd name="connsiteX100" fmla="*/ 1712119 w 2543175"/>
              <a:gd name="connsiteY100" fmla="*/ 1259681 h 1890712"/>
              <a:gd name="connsiteX101" fmla="*/ 1733550 w 2543175"/>
              <a:gd name="connsiteY101" fmla="*/ 1273969 h 1890712"/>
              <a:gd name="connsiteX102" fmla="*/ 1743075 w 2543175"/>
              <a:gd name="connsiteY102" fmla="*/ 1283494 h 1890712"/>
              <a:gd name="connsiteX103" fmla="*/ 1754982 w 2543175"/>
              <a:gd name="connsiteY103" fmla="*/ 1290637 h 1890712"/>
              <a:gd name="connsiteX104" fmla="*/ 1766888 w 2543175"/>
              <a:gd name="connsiteY104" fmla="*/ 1300162 h 1890712"/>
              <a:gd name="connsiteX105" fmla="*/ 1783557 w 2543175"/>
              <a:gd name="connsiteY105" fmla="*/ 1307306 h 1890712"/>
              <a:gd name="connsiteX106" fmla="*/ 1790700 w 2543175"/>
              <a:gd name="connsiteY106" fmla="*/ 1312069 h 1890712"/>
              <a:gd name="connsiteX107" fmla="*/ 1800225 w 2543175"/>
              <a:gd name="connsiteY107" fmla="*/ 1319212 h 1890712"/>
              <a:gd name="connsiteX108" fmla="*/ 1807369 w 2543175"/>
              <a:gd name="connsiteY108" fmla="*/ 1321594 h 1890712"/>
              <a:gd name="connsiteX109" fmla="*/ 1824038 w 2543175"/>
              <a:gd name="connsiteY109" fmla="*/ 1333500 h 1890712"/>
              <a:gd name="connsiteX110" fmla="*/ 1843088 w 2543175"/>
              <a:gd name="connsiteY110" fmla="*/ 1352550 h 1890712"/>
              <a:gd name="connsiteX111" fmla="*/ 1852613 w 2543175"/>
              <a:gd name="connsiteY111" fmla="*/ 1359694 h 1890712"/>
              <a:gd name="connsiteX112" fmla="*/ 1859757 w 2543175"/>
              <a:gd name="connsiteY112" fmla="*/ 1366837 h 1890712"/>
              <a:gd name="connsiteX113" fmla="*/ 1869282 w 2543175"/>
              <a:gd name="connsiteY113" fmla="*/ 1371600 h 1890712"/>
              <a:gd name="connsiteX114" fmla="*/ 1883569 w 2543175"/>
              <a:gd name="connsiteY114" fmla="*/ 1388269 h 1890712"/>
              <a:gd name="connsiteX115" fmla="*/ 1893094 w 2543175"/>
              <a:gd name="connsiteY115" fmla="*/ 1395412 h 1890712"/>
              <a:gd name="connsiteX116" fmla="*/ 1902619 w 2543175"/>
              <a:gd name="connsiteY116" fmla="*/ 1404937 h 1890712"/>
              <a:gd name="connsiteX117" fmla="*/ 1912144 w 2543175"/>
              <a:gd name="connsiteY117" fmla="*/ 1409700 h 1890712"/>
              <a:gd name="connsiteX118" fmla="*/ 1931194 w 2543175"/>
              <a:gd name="connsiteY118" fmla="*/ 1421606 h 1890712"/>
              <a:gd name="connsiteX119" fmla="*/ 1935957 w 2543175"/>
              <a:gd name="connsiteY119" fmla="*/ 1428750 h 1890712"/>
              <a:gd name="connsiteX120" fmla="*/ 1952625 w 2543175"/>
              <a:gd name="connsiteY120" fmla="*/ 1438275 h 1890712"/>
              <a:gd name="connsiteX121" fmla="*/ 1971675 w 2543175"/>
              <a:gd name="connsiteY121" fmla="*/ 1450181 h 1890712"/>
              <a:gd name="connsiteX122" fmla="*/ 1981200 w 2543175"/>
              <a:gd name="connsiteY122" fmla="*/ 1454944 h 1890712"/>
              <a:gd name="connsiteX123" fmla="*/ 1997869 w 2543175"/>
              <a:gd name="connsiteY123" fmla="*/ 1471612 h 1890712"/>
              <a:gd name="connsiteX124" fmla="*/ 2007394 w 2543175"/>
              <a:gd name="connsiteY124" fmla="*/ 1478756 h 1890712"/>
              <a:gd name="connsiteX125" fmla="*/ 2016919 w 2543175"/>
              <a:gd name="connsiteY125" fmla="*/ 1483519 h 1890712"/>
              <a:gd name="connsiteX126" fmla="*/ 2024063 w 2543175"/>
              <a:gd name="connsiteY126" fmla="*/ 1490662 h 1890712"/>
              <a:gd name="connsiteX127" fmla="*/ 2033588 w 2543175"/>
              <a:gd name="connsiteY127" fmla="*/ 1495425 h 1890712"/>
              <a:gd name="connsiteX128" fmla="*/ 2040732 w 2543175"/>
              <a:gd name="connsiteY128" fmla="*/ 1502569 h 1890712"/>
              <a:gd name="connsiteX129" fmla="*/ 2047875 w 2543175"/>
              <a:gd name="connsiteY129" fmla="*/ 1507331 h 1890712"/>
              <a:gd name="connsiteX130" fmla="*/ 2057400 w 2543175"/>
              <a:gd name="connsiteY130" fmla="*/ 1514475 h 1890712"/>
              <a:gd name="connsiteX131" fmla="*/ 2064544 w 2543175"/>
              <a:gd name="connsiteY131" fmla="*/ 1519237 h 1890712"/>
              <a:gd name="connsiteX132" fmla="*/ 2071688 w 2543175"/>
              <a:gd name="connsiteY132" fmla="*/ 1526381 h 1890712"/>
              <a:gd name="connsiteX133" fmla="*/ 2081213 w 2543175"/>
              <a:gd name="connsiteY133" fmla="*/ 1531144 h 1890712"/>
              <a:gd name="connsiteX134" fmla="*/ 2090738 w 2543175"/>
              <a:gd name="connsiteY134" fmla="*/ 1538287 h 1890712"/>
              <a:gd name="connsiteX135" fmla="*/ 2109788 w 2543175"/>
              <a:gd name="connsiteY135" fmla="*/ 1547812 h 1890712"/>
              <a:gd name="connsiteX136" fmla="*/ 2131219 w 2543175"/>
              <a:gd name="connsiteY136" fmla="*/ 1562100 h 1890712"/>
              <a:gd name="connsiteX137" fmla="*/ 2140744 w 2543175"/>
              <a:gd name="connsiteY137" fmla="*/ 1566862 h 1890712"/>
              <a:gd name="connsiteX138" fmla="*/ 2152650 w 2543175"/>
              <a:gd name="connsiteY138" fmla="*/ 1576387 h 1890712"/>
              <a:gd name="connsiteX139" fmla="*/ 2181225 w 2543175"/>
              <a:gd name="connsiteY139" fmla="*/ 1590675 h 1890712"/>
              <a:gd name="connsiteX140" fmla="*/ 2200275 w 2543175"/>
              <a:gd name="connsiteY140" fmla="*/ 1607344 h 1890712"/>
              <a:gd name="connsiteX141" fmla="*/ 2207419 w 2543175"/>
              <a:gd name="connsiteY141" fmla="*/ 1612106 h 1890712"/>
              <a:gd name="connsiteX142" fmla="*/ 2216944 w 2543175"/>
              <a:gd name="connsiteY142" fmla="*/ 1619250 h 1890712"/>
              <a:gd name="connsiteX143" fmla="*/ 2247900 w 2543175"/>
              <a:gd name="connsiteY143" fmla="*/ 1643062 h 1890712"/>
              <a:gd name="connsiteX144" fmla="*/ 2281238 w 2543175"/>
              <a:gd name="connsiteY144" fmla="*/ 1674019 h 1890712"/>
              <a:gd name="connsiteX145" fmla="*/ 2312194 w 2543175"/>
              <a:gd name="connsiteY145" fmla="*/ 1702594 h 1890712"/>
              <a:gd name="connsiteX146" fmla="*/ 2369344 w 2543175"/>
              <a:gd name="connsiteY146" fmla="*/ 1757363 h 1890712"/>
              <a:gd name="connsiteX147" fmla="*/ 2428876 w 2543175"/>
              <a:gd name="connsiteY147" fmla="*/ 1785938 h 1890712"/>
              <a:gd name="connsiteX148" fmla="*/ 2469356 w 2543175"/>
              <a:gd name="connsiteY148" fmla="*/ 1816894 h 1890712"/>
              <a:gd name="connsiteX149" fmla="*/ 2514600 w 2543175"/>
              <a:gd name="connsiteY149" fmla="*/ 1850231 h 1890712"/>
              <a:gd name="connsiteX150" fmla="*/ 2519363 w 2543175"/>
              <a:gd name="connsiteY150" fmla="*/ 1857375 h 1890712"/>
              <a:gd name="connsiteX151" fmla="*/ 2540794 w 2543175"/>
              <a:gd name="connsiteY151" fmla="*/ 1883569 h 1890712"/>
              <a:gd name="connsiteX152" fmla="*/ 2543175 w 2543175"/>
              <a:gd name="connsiteY15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47650 w 2543175"/>
              <a:gd name="connsiteY22" fmla="*/ 185737 h 1890712"/>
              <a:gd name="connsiteX23" fmla="*/ 300038 w 2543175"/>
              <a:gd name="connsiteY23" fmla="*/ 219075 h 1890712"/>
              <a:gd name="connsiteX24" fmla="*/ 342900 w 2543175"/>
              <a:gd name="connsiteY24" fmla="*/ 254794 h 1890712"/>
              <a:gd name="connsiteX25" fmla="*/ 385763 w 2543175"/>
              <a:gd name="connsiteY25" fmla="*/ 283369 h 1890712"/>
              <a:gd name="connsiteX26" fmla="*/ 404813 w 2543175"/>
              <a:gd name="connsiteY26" fmla="*/ 295275 h 1890712"/>
              <a:gd name="connsiteX27" fmla="*/ 411957 w 2543175"/>
              <a:gd name="connsiteY27" fmla="*/ 297656 h 1890712"/>
              <a:gd name="connsiteX28" fmla="*/ 466725 w 2543175"/>
              <a:gd name="connsiteY28" fmla="*/ 328612 h 1890712"/>
              <a:gd name="connsiteX29" fmla="*/ 476250 w 2543175"/>
              <a:gd name="connsiteY29" fmla="*/ 335756 h 1890712"/>
              <a:gd name="connsiteX30" fmla="*/ 481013 w 2543175"/>
              <a:gd name="connsiteY30" fmla="*/ 342900 h 1890712"/>
              <a:gd name="connsiteX31" fmla="*/ 490538 w 2543175"/>
              <a:gd name="connsiteY31" fmla="*/ 352425 h 1890712"/>
              <a:gd name="connsiteX32" fmla="*/ 495300 w 2543175"/>
              <a:gd name="connsiteY32" fmla="*/ 359569 h 1890712"/>
              <a:gd name="connsiteX33" fmla="*/ 509588 w 2543175"/>
              <a:gd name="connsiteY33" fmla="*/ 376237 h 1890712"/>
              <a:gd name="connsiteX34" fmla="*/ 514350 w 2543175"/>
              <a:gd name="connsiteY34" fmla="*/ 383381 h 1890712"/>
              <a:gd name="connsiteX35" fmla="*/ 531019 w 2543175"/>
              <a:gd name="connsiteY35" fmla="*/ 397669 h 1890712"/>
              <a:gd name="connsiteX36" fmla="*/ 538163 w 2543175"/>
              <a:gd name="connsiteY36" fmla="*/ 407194 h 1890712"/>
              <a:gd name="connsiteX37" fmla="*/ 554832 w 2543175"/>
              <a:gd name="connsiteY37" fmla="*/ 421481 h 1890712"/>
              <a:gd name="connsiteX38" fmla="*/ 564357 w 2543175"/>
              <a:gd name="connsiteY38" fmla="*/ 431006 h 1890712"/>
              <a:gd name="connsiteX39" fmla="*/ 573882 w 2543175"/>
              <a:gd name="connsiteY39" fmla="*/ 438150 h 1890712"/>
              <a:gd name="connsiteX40" fmla="*/ 595313 w 2543175"/>
              <a:gd name="connsiteY40" fmla="*/ 454819 h 1890712"/>
              <a:gd name="connsiteX41" fmla="*/ 602457 w 2543175"/>
              <a:gd name="connsiteY41" fmla="*/ 457200 h 1890712"/>
              <a:gd name="connsiteX42" fmla="*/ 628650 w 2543175"/>
              <a:gd name="connsiteY42" fmla="*/ 469106 h 1890712"/>
              <a:gd name="connsiteX43" fmla="*/ 645319 w 2543175"/>
              <a:gd name="connsiteY43" fmla="*/ 483394 h 1890712"/>
              <a:gd name="connsiteX44" fmla="*/ 654844 w 2543175"/>
              <a:gd name="connsiteY44" fmla="*/ 488156 h 1890712"/>
              <a:gd name="connsiteX45" fmla="*/ 661988 w 2543175"/>
              <a:gd name="connsiteY45" fmla="*/ 497681 h 1890712"/>
              <a:gd name="connsiteX46" fmla="*/ 683419 w 2543175"/>
              <a:gd name="connsiteY46" fmla="*/ 514350 h 1890712"/>
              <a:gd name="connsiteX47" fmla="*/ 700088 w 2543175"/>
              <a:gd name="connsiteY47" fmla="*/ 526256 h 1890712"/>
              <a:gd name="connsiteX48" fmla="*/ 709613 w 2543175"/>
              <a:gd name="connsiteY48" fmla="*/ 535781 h 1890712"/>
              <a:gd name="connsiteX49" fmla="*/ 719138 w 2543175"/>
              <a:gd name="connsiteY49" fmla="*/ 542925 h 1890712"/>
              <a:gd name="connsiteX50" fmla="*/ 733425 w 2543175"/>
              <a:gd name="connsiteY50" fmla="*/ 557212 h 1890712"/>
              <a:gd name="connsiteX51" fmla="*/ 750094 w 2543175"/>
              <a:gd name="connsiteY51" fmla="*/ 569119 h 1890712"/>
              <a:gd name="connsiteX52" fmla="*/ 769144 w 2543175"/>
              <a:gd name="connsiteY52" fmla="*/ 581025 h 1890712"/>
              <a:gd name="connsiteX53" fmla="*/ 785813 w 2543175"/>
              <a:gd name="connsiteY53" fmla="*/ 590550 h 1890712"/>
              <a:gd name="connsiteX54" fmla="*/ 792957 w 2543175"/>
              <a:gd name="connsiteY54" fmla="*/ 600075 h 1890712"/>
              <a:gd name="connsiteX55" fmla="*/ 809625 w 2543175"/>
              <a:gd name="connsiteY55" fmla="*/ 611981 h 1890712"/>
              <a:gd name="connsiteX56" fmla="*/ 816769 w 2543175"/>
              <a:gd name="connsiteY56" fmla="*/ 619125 h 1890712"/>
              <a:gd name="connsiteX57" fmla="*/ 826294 w 2543175"/>
              <a:gd name="connsiteY57" fmla="*/ 626269 h 1890712"/>
              <a:gd name="connsiteX58" fmla="*/ 840582 w 2543175"/>
              <a:gd name="connsiteY58" fmla="*/ 638175 h 1890712"/>
              <a:gd name="connsiteX59" fmla="*/ 847725 w 2543175"/>
              <a:gd name="connsiteY59" fmla="*/ 645319 h 1890712"/>
              <a:gd name="connsiteX60" fmla="*/ 857250 w 2543175"/>
              <a:gd name="connsiteY60" fmla="*/ 652462 h 1890712"/>
              <a:gd name="connsiteX61" fmla="*/ 888207 w 2543175"/>
              <a:gd name="connsiteY61" fmla="*/ 676275 h 1890712"/>
              <a:gd name="connsiteX62" fmla="*/ 907257 w 2543175"/>
              <a:gd name="connsiteY62" fmla="*/ 683419 h 1890712"/>
              <a:gd name="connsiteX63" fmla="*/ 928688 w 2543175"/>
              <a:gd name="connsiteY63" fmla="*/ 695325 h 1890712"/>
              <a:gd name="connsiteX64" fmla="*/ 942975 w 2543175"/>
              <a:gd name="connsiteY64" fmla="*/ 700087 h 1890712"/>
              <a:gd name="connsiteX65" fmla="*/ 964407 w 2543175"/>
              <a:gd name="connsiteY65" fmla="*/ 716756 h 1890712"/>
              <a:gd name="connsiteX66" fmla="*/ 971550 w 2543175"/>
              <a:gd name="connsiteY66" fmla="*/ 723900 h 1890712"/>
              <a:gd name="connsiteX67" fmla="*/ 983457 w 2543175"/>
              <a:gd name="connsiteY67" fmla="*/ 733425 h 1890712"/>
              <a:gd name="connsiteX68" fmla="*/ 990600 w 2543175"/>
              <a:gd name="connsiteY68" fmla="*/ 738187 h 1890712"/>
              <a:gd name="connsiteX69" fmla="*/ 1007269 w 2543175"/>
              <a:gd name="connsiteY69" fmla="*/ 752475 h 1890712"/>
              <a:gd name="connsiteX70" fmla="*/ 1031082 w 2543175"/>
              <a:gd name="connsiteY70" fmla="*/ 766762 h 1890712"/>
              <a:gd name="connsiteX71" fmla="*/ 1042988 w 2543175"/>
              <a:gd name="connsiteY71" fmla="*/ 773906 h 1890712"/>
              <a:gd name="connsiteX72" fmla="*/ 1071563 w 2543175"/>
              <a:gd name="connsiteY72" fmla="*/ 785812 h 1890712"/>
              <a:gd name="connsiteX73" fmla="*/ 1097757 w 2543175"/>
              <a:gd name="connsiteY73" fmla="*/ 807244 h 1890712"/>
              <a:gd name="connsiteX74" fmla="*/ 1104900 w 2543175"/>
              <a:gd name="connsiteY74" fmla="*/ 814387 h 1890712"/>
              <a:gd name="connsiteX75" fmla="*/ 1121569 w 2543175"/>
              <a:gd name="connsiteY75" fmla="*/ 823912 h 1890712"/>
              <a:gd name="connsiteX76" fmla="*/ 1138238 w 2543175"/>
              <a:gd name="connsiteY76" fmla="*/ 835819 h 1890712"/>
              <a:gd name="connsiteX77" fmla="*/ 1147763 w 2543175"/>
              <a:gd name="connsiteY77" fmla="*/ 842962 h 1890712"/>
              <a:gd name="connsiteX78" fmla="*/ 1157288 w 2543175"/>
              <a:gd name="connsiteY78" fmla="*/ 847725 h 1890712"/>
              <a:gd name="connsiteX79" fmla="*/ 1178719 w 2543175"/>
              <a:gd name="connsiteY79" fmla="*/ 859631 h 1890712"/>
              <a:gd name="connsiteX80" fmla="*/ 1188244 w 2543175"/>
              <a:gd name="connsiteY80" fmla="*/ 866775 h 1890712"/>
              <a:gd name="connsiteX81" fmla="*/ 1195388 w 2543175"/>
              <a:gd name="connsiteY81" fmla="*/ 871537 h 1890712"/>
              <a:gd name="connsiteX82" fmla="*/ 1212057 w 2543175"/>
              <a:gd name="connsiteY82" fmla="*/ 883444 h 1890712"/>
              <a:gd name="connsiteX83" fmla="*/ 1226344 w 2543175"/>
              <a:gd name="connsiteY83" fmla="*/ 895350 h 1890712"/>
              <a:gd name="connsiteX84" fmla="*/ 1245394 w 2543175"/>
              <a:gd name="connsiteY84" fmla="*/ 907256 h 1890712"/>
              <a:gd name="connsiteX85" fmla="*/ 1254919 w 2543175"/>
              <a:gd name="connsiteY85" fmla="*/ 914400 h 1890712"/>
              <a:gd name="connsiteX86" fmla="*/ 1269207 w 2543175"/>
              <a:gd name="connsiteY86" fmla="*/ 921544 h 1890712"/>
              <a:gd name="connsiteX87" fmla="*/ 1290638 w 2543175"/>
              <a:gd name="connsiteY87" fmla="*/ 935831 h 1890712"/>
              <a:gd name="connsiteX88" fmla="*/ 1307307 w 2543175"/>
              <a:gd name="connsiteY88" fmla="*/ 952500 h 1890712"/>
              <a:gd name="connsiteX89" fmla="*/ 1333500 w 2543175"/>
              <a:gd name="connsiteY89" fmla="*/ 971550 h 1890712"/>
              <a:gd name="connsiteX90" fmla="*/ 1359694 w 2543175"/>
              <a:gd name="connsiteY90" fmla="*/ 990600 h 1890712"/>
              <a:gd name="connsiteX91" fmla="*/ 1385888 w 2543175"/>
              <a:gd name="connsiteY91" fmla="*/ 1021557 h 1890712"/>
              <a:gd name="connsiteX92" fmla="*/ 1435894 w 2543175"/>
              <a:gd name="connsiteY92" fmla="*/ 1054894 h 1890712"/>
              <a:gd name="connsiteX93" fmla="*/ 1497806 w 2543175"/>
              <a:gd name="connsiteY93" fmla="*/ 1104900 h 1890712"/>
              <a:gd name="connsiteX94" fmla="*/ 1559718 w 2543175"/>
              <a:gd name="connsiteY94" fmla="*/ 1154906 h 1890712"/>
              <a:gd name="connsiteX95" fmla="*/ 1595438 w 2543175"/>
              <a:gd name="connsiteY95" fmla="*/ 1181100 h 1890712"/>
              <a:gd name="connsiteX96" fmla="*/ 1628775 w 2543175"/>
              <a:gd name="connsiteY96" fmla="*/ 1207294 h 1890712"/>
              <a:gd name="connsiteX97" fmla="*/ 1662113 w 2543175"/>
              <a:gd name="connsiteY97" fmla="*/ 1231107 h 1890712"/>
              <a:gd name="connsiteX98" fmla="*/ 1700213 w 2543175"/>
              <a:gd name="connsiteY98" fmla="*/ 1247775 h 1890712"/>
              <a:gd name="connsiteX99" fmla="*/ 1712119 w 2543175"/>
              <a:gd name="connsiteY99" fmla="*/ 1259681 h 1890712"/>
              <a:gd name="connsiteX100" fmla="*/ 1733550 w 2543175"/>
              <a:gd name="connsiteY100" fmla="*/ 1273969 h 1890712"/>
              <a:gd name="connsiteX101" fmla="*/ 1743075 w 2543175"/>
              <a:gd name="connsiteY101" fmla="*/ 1283494 h 1890712"/>
              <a:gd name="connsiteX102" fmla="*/ 1754982 w 2543175"/>
              <a:gd name="connsiteY102" fmla="*/ 1290637 h 1890712"/>
              <a:gd name="connsiteX103" fmla="*/ 1766888 w 2543175"/>
              <a:gd name="connsiteY103" fmla="*/ 1300162 h 1890712"/>
              <a:gd name="connsiteX104" fmla="*/ 1783557 w 2543175"/>
              <a:gd name="connsiteY104" fmla="*/ 1307306 h 1890712"/>
              <a:gd name="connsiteX105" fmla="*/ 1790700 w 2543175"/>
              <a:gd name="connsiteY105" fmla="*/ 1312069 h 1890712"/>
              <a:gd name="connsiteX106" fmla="*/ 1800225 w 2543175"/>
              <a:gd name="connsiteY106" fmla="*/ 1319212 h 1890712"/>
              <a:gd name="connsiteX107" fmla="*/ 1807369 w 2543175"/>
              <a:gd name="connsiteY107" fmla="*/ 1321594 h 1890712"/>
              <a:gd name="connsiteX108" fmla="*/ 1824038 w 2543175"/>
              <a:gd name="connsiteY108" fmla="*/ 1333500 h 1890712"/>
              <a:gd name="connsiteX109" fmla="*/ 1843088 w 2543175"/>
              <a:gd name="connsiteY109" fmla="*/ 1352550 h 1890712"/>
              <a:gd name="connsiteX110" fmla="*/ 1852613 w 2543175"/>
              <a:gd name="connsiteY110" fmla="*/ 1359694 h 1890712"/>
              <a:gd name="connsiteX111" fmla="*/ 1859757 w 2543175"/>
              <a:gd name="connsiteY111" fmla="*/ 1366837 h 1890712"/>
              <a:gd name="connsiteX112" fmla="*/ 1869282 w 2543175"/>
              <a:gd name="connsiteY112" fmla="*/ 1371600 h 1890712"/>
              <a:gd name="connsiteX113" fmla="*/ 1883569 w 2543175"/>
              <a:gd name="connsiteY113" fmla="*/ 1388269 h 1890712"/>
              <a:gd name="connsiteX114" fmla="*/ 1893094 w 2543175"/>
              <a:gd name="connsiteY114" fmla="*/ 1395412 h 1890712"/>
              <a:gd name="connsiteX115" fmla="*/ 1902619 w 2543175"/>
              <a:gd name="connsiteY115" fmla="*/ 1404937 h 1890712"/>
              <a:gd name="connsiteX116" fmla="*/ 1912144 w 2543175"/>
              <a:gd name="connsiteY116" fmla="*/ 1409700 h 1890712"/>
              <a:gd name="connsiteX117" fmla="*/ 1931194 w 2543175"/>
              <a:gd name="connsiteY117" fmla="*/ 1421606 h 1890712"/>
              <a:gd name="connsiteX118" fmla="*/ 1935957 w 2543175"/>
              <a:gd name="connsiteY118" fmla="*/ 1428750 h 1890712"/>
              <a:gd name="connsiteX119" fmla="*/ 1952625 w 2543175"/>
              <a:gd name="connsiteY119" fmla="*/ 1438275 h 1890712"/>
              <a:gd name="connsiteX120" fmla="*/ 1971675 w 2543175"/>
              <a:gd name="connsiteY120" fmla="*/ 1450181 h 1890712"/>
              <a:gd name="connsiteX121" fmla="*/ 1981200 w 2543175"/>
              <a:gd name="connsiteY121" fmla="*/ 1454944 h 1890712"/>
              <a:gd name="connsiteX122" fmla="*/ 1997869 w 2543175"/>
              <a:gd name="connsiteY122" fmla="*/ 1471612 h 1890712"/>
              <a:gd name="connsiteX123" fmla="*/ 2007394 w 2543175"/>
              <a:gd name="connsiteY123" fmla="*/ 1478756 h 1890712"/>
              <a:gd name="connsiteX124" fmla="*/ 2016919 w 2543175"/>
              <a:gd name="connsiteY124" fmla="*/ 1483519 h 1890712"/>
              <a:gd name="connsiteX125" fmla="*/ 2024063 w 2543175"/>
              <a:gd name="connsiteY125" fmla="*/ 1490662 h 1890712"/>
              <a:gd name="connsiteX126" fmla="*/ 2033588 w 2543175"/>
              <a:gd name="connsiteY126" fmla="*/ 1495425 h 1890712"/>
              <a:gd name="connsiteX127" fmla="*/ 2040732 w 2543175"/>
              <a:gd name="connsiteY127" fmla="*/ 1502569 h 1890712"/>
              <a:gd name="connsiteX128" fmla="*/ 2047875 w 2543175"/>
              <a:gd name="connsiteY128" fmla="*/ 1507331 h 1890712"/>
              <a:gd name="connsiteX129" fmla="*/ 2057400 w 2543175"/>
              <a:gd name="connsiteY129" fmla="*/ 1514475 h 1890712"/>
              <a:gd name="connsiteX130" fmla="*/ 2064544 w 2543175"/>
              <a:gd name="connsiteY130" fmla="*/ 1519237 h 1890712"/>
              <a:gd name="connsiteX131" fmla="*/ 2071688 w 2543175"/>
              <a:gd name="connsiteY131" fmla="*/ 1526381 h 1890712"/>
              <a:gd name="connsiteX132" fmla="*/ 2081213 w 2543175"/>
              <a:gd name="connsiteY132" fmla="*/ 1531144 h 1890712"/>
              <a:gd name="connsiteX133" fmla="*/ 2090738 w 2543175"/>
              <a:gd name="connsiteY133" fmla="*/ 1538287 h 1890712"/>
              <a:gd name="connsiteX134" fmla="*/ 2109788 w 2543175"/>
              <a:gd name="connsiteY134" fmla="*/ 1547812 h 1890712"/>
              <a:gd name="connsiteX135" fmla="*/ 2131219 w 2543175"/>
              <a:gd name="connsiteY135" fmla="*/ 1562100 h 1890712"/>
              <a:gd name="connsiteX136" fmla="*/ 2140744 w 2543175"/>
              <a:gd name="connsiteY136" fmla="*/ 1566862 h 1890712"/>
              <a:gd name="connsiteX137" fmla="*/ 2152650 w 2543175"/>
              <a:gd name="connsiteY137" fmla="*/ 1576387 h 1890712"/>
              <a:gd name="connsiteX138" fmla="*/ 2181225 w 2543175"/>
              <a:gd name="connsiteY138" fmla="*/ 1590675 h 1890712"/>
              <a:gd name="connsiteX139" fmla="*/ 2200275 w 2543175"/>
              <a:gd name="connsiteY139" fmla="*/ 1607344 h 1890712"/>
              <a:gd name="connsiteX140" fmla="*/ 2207419 w 2543175"/>
              <a:gd name="connsiteY140" fmla="*/ 1612106 h 1890712"/>
              <a:gd name="connsiteX141" fmla="*/ 2216944 w 2543175"/>
              <a:gd name="connsiteY141" fmla="*/ 1619250 h 1890712"/>
              <a:gd name="connsiteX142" fmla="*/ 2247900 w 2543175"/>
              <a:gd name="connsiteY142" fmla="*/ 1643062 h 1890712"/>
              <a:gd name="connsiteX143" fmla="*/ 2281238 w 2543175"/>
              <a:gd name="connsiteY143" fmla="*/ 1674019 h 1890712"/>
              <a:gd name="connsiteX144" fmla="*/ 2312194 w 2543175"/>
              <a:gd name="connsiteY144" fmla="*/ 1702594 h 1890712"/>
              <a:gd name="connsiteX145" fmla="*/ 2369344 w 2543175"/>
              <a:gd name="connsiteY145" fmla="*/ 1757363 h 1890712"/>
              <a:gd name="connsiteX146" fmla="*/ 2428876 w 2543175"/>
              <a:gd name="connsiteY146" fmla="*/ 1785938 h 1890712"/>
              <a:gd name="connsiteX147" fmla="*/ 2469356 w 2543175"/>
              <a:gd name="connsiteY147" fmla="*/ 1816894 h 1890712"/>
              <a:gd name="connsiteX148" fmla="*/ 2514600 w 2543175"/>
              <a:gd name="connsiteY148" fmla="*/ 1850231 h 1890712"/>
              <a:gd name="connsiteX149" fmla="*/ 2519363 w 2543175"/>
              <a:gd name="connsiteY149" fmla="*/ 1857375 h 1890712"/>
              <a:gd name="connsiteX150" fmla="*/ 2540794 w 2543175"/>
              <a:gd name="connsiteY150" fmla="*/ 1883569 h 1890712"/>
              <a:gd name="connsiteX151" fmla="*/ 2543175 w 2543175"/>
              <a:gd name="connsiteY151"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47650 w 2543175"/>
              <a:gd name="connsiteY22" fmla="*/ 185737 h 1890712"/>
              <a:gd name="connsiteX23" fmla="*/ 300038 w 2543175"/>
              <a:gd name="connsiteY23" fmla="*/ 219075 h 1890712"/>
              <a:gd name="connsiteX24" fmla="*/ 342900 w 2543175"/>
              <a:gd name="connsiteY24" fmla="*/ 254794 h 1890712"/>
              <a:gd name="connsiteX25" fmla="*/ 385763 w 2543175"/>
              <a:gd name="connsiteY25" fmla="*/ 283369 h 1890712"/>
              <a:gd name="connsiteX26" fmla="*/ 404813 w 2543175"/>
              <a:gd name="connsiteY26" fmla="*/ 295275 h 1890712"/>
              <a:gd name="connsiteX27" fmla="*/ 411957 w 2543175"/>
              <a:gd name="connsiteY27" fmla="*/ 297656 h 1890712"/>
              <a:gd name="connsiteX28" fmla="*/ 466725 w 2543175"/>
              <a:gd name="connsiteY28" fmla="*/ 328612 h 1890712"/>
              <a:gd name="connsiteX29" fmla="*/ 476250 w 2543175"/>
              <a:gd name="connsiteY29" fmla="*/ 335756 h 1890712"/>
              <a:gd name="connsiteX30" fmla="*/ 481013 w 2543175"/>
              <a:gd name="connsiteY30" fmla="*/ 342900 h 1890712"/>
              <a:gd name="connsiteX31" fmla="*/ 495300 w 2543175"/>
              <a:gd name="connsiteY31" fmla="*/ 359569 h 1890712"/>
              <a:gd name="connsiteX32" fmla="*/ 509588 w 2543175"/>
              <a:gd name="connsiteY32" fmla="*/ 376237 h 1890712"/>
              <a:gd name="connsiteX33" fmla="*/ 514350 w 2543175"/>
              <a:gd name="connsiteY33" fmla="*/ 383381 h 1890712"/>
              <a:gd name="connsiteX34" fmla="*/ 531019 w 2543175"/>
              <a:gd name="connsiteY34" fmla="*/ 397669 h 1890712"/>
              <a:gd name="connsiteX35" fmla="*/ 538163 w 2543175"/>
              <a:gd name="connsiteY35" fmla="*/ 407194 h 1890712"/>
              <a:gd name="connsiteX36" fmla="*/ 554832 w 2543175"/>
              <a:gd name="connsiteY36" fmla="*/ 421481 h 1890712"/>
              <a:gd name="connsiteX37" fmla="*/ 564357 w 2543175"/>
              <a:gd name="connsiteY37" fmla="*/ 431006 h 1890712"/>
              <a:gd name="connsiteX38" fmla="*/ 573882 w 2543175"/>
              <a:gd name="connsiteY38" fmla="*/ 438150 h 1890712"/>
              <a:gd name="connsiteX39" fmla="*/ 595313 w 2543175"/>
              <a:gd name="connsiteY39" fmla="*/ 454819 h 1890712"/>
              <a:gd name="connsiteX40" fmla="*/ 602457 w 2543175"/>
              <a:gd name="connsiteY40" fmla="*/ 457200 h 1890712"/>
              <a:gd name="connsiteX41" fmla="*/ 628650 w 2543175"/>
              <a:gd name="connsiteY41" fmla="*/ 469106 h 1890712"/>
              <a:gd name="connsiteX42" fmla="*/ 645319 w 2543175"/>
              <a:gd name="connsiteY42" fmla="*/ 483394 h 1890712"/>
              <a:gd name="connsiteX43" fmla="*/ 654844 w 2543175"/>
              <a:gd name="connsiteY43" fmla="*/ 488156 h 1890712"/>
              <a:gd name="connsiteX44" fmla="*/ 661988 w 2543175"/>
              <a:gd name="connsiteY44" fmla="*/ 497681 h 1890712"/>
              <a:gd name="connsiteX45" fmla="*/ 683419 w 2543175"/>
              <a:gd name="connsiteY45" fmla="*/ 514350 h 1890712"/>
              <a:gd name="connsiteX46" fmla="*/ 700088 w 2543175"/>
              <a:gd name="connsiteY46" fmla="*/ 526256 h 1890712"/>
              <a:gd name="connsiteX47" fmla="*/ 709613 w 2543175"/>
              <a:gd name="connsiteY47" fmla="*/ 535781 h 1890712"/>
              <a:gd name="connsiteX48" fmla="*/ 719138 w 2543175"/>
              <a:gd name="connsiteY48" fmla="*/ 542925 h 1890712"/>
              <a:gd name="connsiteX49" fmla="*/ 733425 w 2543175"/>
              <a:gd name="connsiteY49" fmla="*/ 557212 h 1890712"/>
              <a:gd name="connsiteX50" fmla="*/ 750094 w 2543175"/>
              <a:gd name="connsiteY50" fmla="*/ 569119 h 1890712"/>
              <a:gd name="connsiteX51" fmla="*/ 769144 w 2543175"/>
              <a:gd name="connsiteY51" fmla="*/ 581025 h 1890712"/>
              <a:gd name="connsiteX52" fmla="*/ 785813 w 2543175"/>
              <a:gd name="connsiteY52" fmla="*/ 590550 h 1890712"/>
              <a:gd name="connsiteX53" fmla="*/ 792957 w 2543175"/>
              <a:gd name="connsiteY53" fmla="*/ 600075 h 1890712"/>
              <a:gd name="connsiteX54" fmla="*/ 809625 w 2543175"/>
              <a:gd name="connsiteY54" fmla="*/ 611981 h 1890712"/>
              <a:gd name="connsiteX55" fmla="*/ 816769 w 2543175"/>
              <a:gd name="connsiteY55" fmla="*/ 619125 h 1890712"/>
              <a:gd name="connsiteX56" fmla="*/ 826294 w 2543175"/>
              <a:gd name="connsiteY56" fmla="*/ 626269 h 1890712"/>
              <a:gd name="connsiteX57" fmla="*/ 840582 w 2543175"/>
              <a:gd name="connsiteY57" fmla="*/ 638175 h 1890712"/>
              <a:gd name="connsiteX58" fmla="*/ 847725 w 2543175"/>
              <a:gd name="connsiteY58" fmla="*/ 645319 h 1890712"/>
              <a:gd name="connsiteX59" fmla="*/ 857250 w 2543175"/>
              <a:gd name="connsiteY59" fmla="*/ 652462 h 1890712"/>
              <a:gd name="connsiteX60" fmla="*/ 888207 w 2543175"/>
              <a:gd name="connsiteY60" fmla="*/ 676275 h 1890712"/>
              <a:gd name="connsiteX61" fmla="*/ 907257 w 2543175"/>
              <a:gd name="connsiteY61" fmla="*/ 683419 h 1890712"/>
              <a:gd name="connsiteX62" fmla="*/ 928688 w 2543175"/>
              <a:gd name="connsiteY62" fmla="*/ 695325 h 1890712"/>
              <a:gd name="connsiteX63" fmla="*/ 942975 w 2543175"/>
              <a:gd name="connsiteY63" fmla="*/ 700087 h 1890712"/>
              <a:gd name="connsiteX64" fmla="*/ 964407 w 2543175"/>
              <a:gd name="connsiteY64" fmla="*/ 716756 h 1890712"/>
              <a:gd name="connsiteX65" fmla="*/ 971550 w 2543175"/>
              <a:gd name="connsiteY65" fmla="*/ 723900 h 1890712"/>
              <a:gd name="connsiteX66" fmla="*/ 983457 w 2543175"/>
              <a:gd name="connsiteY66" fmla="*/ 733425 h 1890712"/>
              <a:gd name="connsiteX67" fmla="*/ 990600 w 2543175"/>
              <a:gd name="connsiteY67" fmla="*/ 738187 h 1890712"/>
              <a:gd name="connsiteX68" fmla="*/ 1007269 w 2543175"/>
              <a:gd name="connsiteY68" fmla="*/ 752475 h 1890712"/>
              <a:gd name="connsiteX69" fmla="*/ 1031082 w 2543175"/>
              <a:gd name="connsiteY69" fmla="*/ 766762 h 1890712"/>
              <a:gd name="connsiteX70" fmla="*/ 1042988 w 2543175"/>
              <a:gd name="connsiteY70" fmla="*/ 773906 h 1890712"/>
              <a:gd name="connsiteX71" fmla="*/ 1071563 w 2543175"/>
              <a:gd name="connsiteY71" fmla="*/ 785812 h 1890712"/>
              <a:gd name="connsiteX72" fmla="*/ 1097757 w 2543175"/>
              <a:gd name="connsiteY72" fmla="*/ 807244 h 1890712"/>
              <a:gd name="connsiteX73" fmla="*/ 1104900 w 2543175"/>
              <a:gd name="connsiteY73" fmla="*/ 814387 h 1890712"/>
              <a:gd name="connsiteX74" fmla="*/ 1121569 w 2543175"/>
              <a:gd name="connsiteY74" fmla="*/ 823912 h 1890712"/>
              <a:gd name="connsiteX75" fmla="*/ 1138238 w 2543175"/>
              <a:gd name="connsiteY75" fmla="*/ 835819 h 1890712"/>
              <a:gd name="connsiteX76" fmla="*/ 1147763 w 2543175"/>
              <a:gd name="connsiteY76" fmla="*/ 842962 h 1890712"/>
              <a:gd name="connsiteX77" fmla="*/ 1157288 w 2543175"/>
              <a:gd name="connsiteY77" fmla="*/ 847725 h 1890712"/>
              <a:gd name="connsiteX78" fmla="*/ 1178719 w 2543175"/>
              <a:gd name="connsiteY78" fmla="*/ 859631 h 1890712"/>
              <a:gd name="connsiteX79" fmla="*/ 1188244 w 2543175"/>
              <a:gd name="connsiteY79" fmla="*/ 866775 h 1890712"/>
              <a:gd name="connsiteX80" fmla="*/ 1195388 w 2543175"/>
              <a:gd name="connsiteY80" fmla="*/ 871537 h 1890712"/>
              <a:gd name="connsiteX81" fmla="*/ 1212057 w 2543175"/>
              <a:gd name="connsiteY81" fmla="*/ 883444 h 1890712"/>
              <a:gd name="connsiteX82" fmla="*/ 1226344 w 2543175"/>
              <a:gd name="connsiteY82" fmla="*/ 895350 h 1890712"/>
              <a:gd name="connsiteX83" fmla="*/ 1245394 w 2543175"/>
              <a:gd name="connsiteY83" fmla="*/ 907256 h 1890712"/>
              <a:gd name="connsiteX84" fmla="*/ 1254919 w 2543175"/>
              <a:gd name="connsiteY84" fmla="*/ 914400 h 1890712"/>
              <a:gd name="connsiteX85" fmla="*/ 1269207 w 2543175"/>
              <a:gd name="connsiteY85" fmla="*/ 921544 h 1890712"/>
              <a:gd name="connsiteX86" fmla="*/ 1290638 w 2543175"/>
              <a:gd name="connsiteY86" fmla="*/ 935831 h 1890712"/>
              <a:gd name="connsiteX87" fmla="*/ 1307307 w 2543175"/>
              <a:gd name="connsiteY87" fmla="*/ 952500 h 1890712"/>
              <a:gd name="connsiteX88" fmla="*/ 1333500 w 2543175"/>
              <a:gd name="connsiteY88" fmla="*/ 971550 h 1890712"/>
              <a:gd name="connsiteX89" fmla="*/ 1359694 w 2543175"/>
              <a:gd name="connsiteY89" fmla="*/ 990600 h 1890712"/>
              <a:gd name="connsiteX90" fmla="*/ 1385888 w 2543175"/>
              <a:gd name="connsiteY90" fmla="*/ 1021557 h 1890712"/>
              <a:gd name="connsiteX91" fmla="*/ 1435894 w 2543175"/>
              <a:gd name="connsiteY91" fmla="*/ 1054894 h 1890712"/>
              <a:gd name="connsiteX92" fmla="*/ 1497806 w 2543175"/>
              <a:gd name="connsiteY92" fmla="*/ 1104900 h 1890712"/>
              <a:gd name="connsiteX93" fmla="*/ 1559718 w 2543175"/>
              <a:gd name="connsiteY93" fmla="*/ 1154906 h 1890712"/>
              <a:gd name="connsiteX94" fmla="*/ 1595438 w 2543175"/>
              <a:gd name="connsiteY94" fmla="*/ 1181100 h 1890712"/>
              <a:gd name="connsiteX95" fmla="*/ 1628775 w 2543175"/>
              <a:gd name="connsiteY95" fmla="*/ 1207294 h 1890712"/>
              <a:gd name="connsiteX96" fmla="*/ 1662113 w 2543175"/>
              <a:gd name="connsiteY96" fmla="*/ 1231107 h 1890712"/>
              <a:gd name="connsiteX97" fmla="*/ 1700213 w 2543175"/>
              <a:gd name="connsiteY97" fmla="*/ 1247775 h 1890712"/>
              <a:gd name="connsiteX98" fmla="*/ 1712119 w 2543175"/>
              <a:gd name="connsiteY98" fmla="*/ 1259681 h 1890712"/>
              <a:gd name="connsiteX99" fmla="*/ 1733550 w 2543175"/>
              <a:gd name="connsiteY99" fmla="*/ 1273969 h 1890712"/>
              <a:gd name="connsiteX100" fmla="*/ 1743075 w 2543175"/>
              <a:gd name="connsiteY100" fmla="*/ 1283494 h 1890712"/>
              <a:gd name="connsiteX101" fmla="*/ 1754982 w 2543175"/>
              <a:gd name="connsiteY101" fmla="*/ 1290637 h 1890712"/>
              <a:gd name="connsiteX102" fmla="*/ 1766888 w 2543175"/>
              <a:gd name="connsiteY102" fmla="*/ 1300162 h 1890712"/>
              <a:gd name="connsiteX103" fmla="*/ 1783557 w 2543175"/>
              <a:gd name="connsiteY103" fmla="*/ 1307306 h 1890712"/>
              <a:gd name="connsiteX104" fmla="*/ 1790700 w 2543175"/>
              <a:gd name="connsiteY104" fmla="*/ 1312069 h 1890712"/>
              <a:gd name="connsiteX105" fmla="*/ 1800225 w 2543175"/>
              <a:gd name="connsiteY105" fmla="*/ 1319212 h 1890712"/>
              <a:gd name="connsiteX106" fmla="*/ 1807369 w 2543175"/>
              <a:gd name="connsiteY106" fmla="*/ 1321594 h 1890712"/>
              <a:gd name="connsiteX107" fmla="*/ 1824038 w 2543175"/>
              <a:gd name="connsiteY107" fmla="*/ 1333500 h 1890712"/>
              <a:gd name="connsiteX108" fmla="*/ 1843088 w 2543175"/>
              <a:gd name="connsiteY108" fmla="*/ 1352550 h 1890712"/>
              <a:gd name="connsiteX109" fmla="*/ 1852613 w 2543175"/>
              <a:gd name="connsiteY109" fmla="*/ 1359694 h 1890712"/>
              <a:gd name="connsiteX110" fmla="*/ 1859757 w 2543175"/>
              <a:gd name="connsiteY110" fmla="*/ 1366837 h 1890712"/>
              <a:gd name="connsiteX111" fmla="*/ 1869282 w 2543175"/>
              <a:gd name="connsiteY111" fmla="*/ 1371600 h 1890712"/>
              <a:gd name="connsiteX112" fmla="*/ 1883569 w 2543175"/>
              <a:gd name="connsiteY112" fmla="*/ 1388269 h 1890712"/>
              <a:gd name="connsiteX113" fmla="*/ 1893094 w 2543175"/>
              <a:gd name="connsiteY113" fmla="*/ 1395412 h 1890712"/>
              <a:gd name="connsiteX114" fmla="*/ 1902619 w 2543175"/>
              <a:gd name="connsiteY114" fmla="*/ 1404937 h 1890712"/>
              <a:gd name="connsiteX115" fmla="*/ 1912144 w 2543175"/>
              <a:gd name="connsiteY115" fmla="*/ 1409700 h 1890712"/>
              <a:gd name="connsiteX116" fmla="*/ 1931194 w 2543175"/>
              <a:gd name="connsiteY116" fmla="*/ 1421606 h 1890712"/>
              <a:gd name="connsiteX117" fmla="*/ 1935957 w 2543175"/>
              <a:gd name="connsiteY117" fmla="*/ 1428750 h 1890712"/>
              <a:gd name="connsiteX118" fmla="*/ 1952625 w 2543175"/>
              <a:gd name="connsiteY118" fmla="*/ 1438275 h 1890712"/>
              <a:gd name="connsiteX119" fmla="*/ 1971675 w 2543175"/>
              <a:gd name="connsiteY119" fmla="*/ 1450181 h 1890712"/>
              <a:gd name="connsiteX120" fmla="*/ 1981200 w 2543175"/>
              <a:gd name="connsiteY120" fmla="*/ 1454944 h 1890712"/>
              <a:gd name="connsiteX121" fmla="*/ 1997869 w 2543175"/>
              <a:gd name="connsiteY121" fmla="*/ 1471612 h 1890712"/>
              <a:gd name="connsiteX122" fmla="*/ 2007394 w 2543175"/>
              <a:gd name="connsiteY122" fmla="*/ 1478756 h 1890712"/>
              <a:gd name="connsiteX123" fmla="*/ 2016919 w 2543175"/>
              <a:gd name="connsiteY123" fmla="*/ 1483519 h 1890712"/>
              <a:gd name="connsiteX124" fmla="*/ 2024063 w 2543175"/>
              <a:gd name="connsiteY124" fmla="*/ 1490662 h 1890712"/>
              <a:gd name="connsiteX125" fmla="*/ 2033588 w 2543175"/>
              <a:gd name="connsiteY125" fmla="*/ 1495425 h 1890712"/>
              <a:gd name="connsiteX126" fmla="*/ 2040732 w 2543175"/>
              <a:gd name="connsiteY126" fmla="*/ 1502569 h 1890712"/>
              <a:gd name="connsiteX127" fmla="*/ 2047875 w 2543175"/>
              <a:gd name="connsiteY127" fmla="*/ 1507331 h 1890712"/>
              <a:gd name="connsiteX128" fmla="*/ 2057400 w 2543175"/>
              <a:gd name="connsiteY128" fmla="*/ 1514475 h 1890712"/>
              <a:gd name="connsiteX129" fmla="*/ 2064544 w 2543175"/>
              <a:gd name="connsiteY129" fmla="*/ 1519237 h 1890712"/>
              <a:gd name="connsiteX130" fmla="*/ 2071688 w 2543175"/>
              <a:gd name="connsiteY130" fmla="*/ 1526381 h 1890712"/>
              <a:gd name="connsiteX131" fmla="*/ 2081213 w 2543175"/>
              <a:gd name="connsiteY131" fmla="*/ 1531144 h 1890712"/>
              <a:gd name="connsiteX132" fmla="*/ 2090738 w 2543175"/>
              <a:gd name="connsiteY132" fmla="*/ 1538287 h 1890712"/>
              <a:gd name="connsiteX133" fmla="*/ 2109788 w 2543175"/>
              <a:gd name="connsiteY133" fmla="*/ 1547812 h 1890712"/>
              <a:gd name="connsiteX134" fmla="*/ 2131219 w 2543175"/>
              <a:gd name="connsiteY134" fmla="*/ 1562100 h 1890712"/>
              <a:gd name="connsiteX135" fmla="*/ 2140744 w 2543175"/>
              <a:gd name="connsiteY135" fmla="*/ 1566862 h 1890712"/>
              <a:gd name="connsiteX136" fmla="*/ 2152650 w 2543175"/>
              <a:gd name="connsiteY136" fmla="*/ 1576387 h 1890712"/>
              <a:gd name="connsiteX137" fmla="*/ 2181225 w 2543175"/>
              <a:gd name="connsiteY137" fmla="*/ 1590675 h 1890712"/>
              <a:gd name="connsiteX138" fmla="*/ 2200275 w 2543175"/>
              <a:gd name="connsiteY138" fmla="*/ 1607344 h 1890712"/>
              <a:gd name="connsiteX139" fmla="*/ 2207419 w 2543175"/>
              <a:gd name="connsiteY139" fmla="*/ 1612106 h 1890712"/>
              <a:gd name="connsiteX140" fmla="*/ 2216944 w 2543175"/>
              <a:gd name="connsiteY140" fmla="*/ 1619250 h 1890712"/>
              <a:gd name="connsiteX141" fmla="*/ 2247900 w 2543175"/>
              <a:gd name="connsiteY141" fmla="*/ 1643062 h 1890712"/>
              <a:gd name="connsiteX142" fmla="*/ 2281238 w 2543175"/>
              <a:gd name="connsiteY142" fmla="*/ 1674019 h 1890712"/>
              <a:gd name="connsiteX143" fmla="*/ 2312194 w 2543175"/>
              <a:gd name="connsiteY143" fmla="*/ 1702594 h 1890712"/>
              <a:gd name="connsiteX144" fmla="*/ 2369344 w 2543175"/>
              <a:gd name="connsiteY144" fmla="*/ 1757363 h 1890712"/>
              <a:gd name="connsiteX145" fmla="*/ 2428876 w 2543175"/>
              <a:gd name="connsiteY145" fmla="*/ 1785938 h 1890712"/>
              <a:gd name="connsiteX146" fmla="*/ 2469356 w 2543175"/>
              <a:gd name="connsiteY146" fmla="*/ 1816894 h 1890712"/>
              <a:gd name="connsiteX147" fmla="*/ 2514600 w 2543175"/>
              <a:gd name="connsiteY147" fmla="*/ 1850231 h 1890712"/>
              <a:gd name="connsiteX148" fmla="*/ 2519363 w 2543175"/>
              <a:gd name="connsiteY148" fmla="*/ 1857375 h 1890712"/>
              <a:gd name="connsiteX149" fmla="*/ 2540794 w 2543175"/>
              <a:gd name="connsiteY149" fmla="*/ 1883569 h 1890712"/>
              <a:gd name="connsiteX150" fmla="*/ 2543175 w 2543175"/>
              <a:gd name="connsiteY15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47650 w 2543175"/>
              <a:gd name="connsiteY22" fmla="*/ 185737 h 1890712"/>
              <a:gd name="connsiteX23" fmla="*/ 300038 w 2543175"/>
              <a:gd name="connsiteY23" fmla="*/ 219075 h 1890712"/>
              <a:gd name="connsiteX24" fmla="*/ 342900 w 2543175"/>
              <a:gd name="connsiteY24" fmla="*/ 254794 h 1890712"/>
              <a:gd name="connsiteX25" fmla="*/ 385763 w 2543175"/>
              <a:gd name="connsiteY25" fmla="*/ 283369 h 1890712"/>
              <a:gd name="connsiteX26" fmla="*/ 404813 w 2543175"/>
              <a:gd name="connsiteY26" fmla="*/ 295275 h 1890712"/>
              <a:gd name="connsiteX27" fmla="*/ 411957 w 2543175"/>
              <a:gd name="connsiteY27" fmla="*/ 297656 h 1890712"/>
              <a:gd name="connsiteX28" fmla="*/ 466725 w 2543175"/>
              <a:gd name="connsiteY28" fmla="*/ 328612 h 1890712"/>
              <a:gd name="connsiteX29" fmla="*/ 476250 w 2543175"/>
              <a:gd name="connsiteY29" fmla="*/ 335756 h 1890712"/>
              <a:gd name="connsiteX30" fmla="*/ 495300 w 2543175"/>
              <a:gd name="connsiteY30" fmla="*/ 359569 h 1890712"/>
              <a:gd name="connsiteX31" fmla="*/ 509588 w 2543175"/>
              <a:gd name="connsiteY31" fmla="*/ 376237 h 1890712"/>
              <a:gd name="connsiteX32" fmla="*/ 514350 w 2543175"/>
              <a:gd name="connsiteY32" fmla="*/ 383381 h 1890712"/>
              <a:gd name="connsiteX33" fmla="*/ 531019 w 2543175"/>
              <a:gd name="connsiteY33" fmla="*/ 397669 h 1890712"/>
              <a:gd name="connsiteX34" fmla="*/ 538163 w 2543175"/>
              <a:gd name="connsiteY34" fmla="*/ 407194 h 1890712"/>
              <a:gd name="connsiteX35" fmla="*/ 554832 w 2543175"/>
              <a:gd name="connsiteY35" fmla="*/ 421481 h 1890712"/>
              <a:gd name="connsiteX36" fmla="*/ 564357 w 2543175"/>
              <a:gd name="connsiteY36" fmla="*/ 431006 h 1890712"/>
              <a:gd name="connsiteX37" fmla="*/ 573882 w 2543175"/>
              <a:gd name="connsiteY37" fmla="*/ 438150 h 1890712"/>
              <a:gd name="connsiteX38" fmla="*/ 595313 w 2543175"/>
              <a:gd name="connsiteY38" fmla="*/ 454819 h 1890712"/>
              <a:gd name="connsiteX39" fmla="*/ 602457 w 2543175"/>
              <a:gd name="connsiteY39" fmla="*/ 457200 h 1890712"/>
              <a:gd name="connsiteX40" fmla="*/ 628650 w 2543175"/>
              <a:gd name="connsiteY40" fmla="*/ 469106 h 1890712"/>
              <a:gd name="connsiteX41" fmla="*/ 645319 w 2543175"/>
              <a:gd name="connsiteY41" fmla="*/ 483394 h 1890712"/>
              <a:gd name="connsiteX42" fmla="*/ 654844 w 2543175"/>
              <a:gd name="connsiteY42" fmla="*/ 488156 h 1890712"/>
              <a:gd name="connsiteX43" fmla="*/ 661988 w 2543175"/>
              <a:gd name="connsiteY43" fmla="*/ 497681 h 1890712"/>
              <a:gd name="connsiteX44" fmla="*/ 683419 w 2543175"/>
              <a:gd name="connsiteY44" fmla="*/ 514350 h 1890712"/>
              <a:gd name="connsiteX45" fmla="*/ 700088 w 2543175"/>
              <a:gd name="connsiteY45" fmla="*/ 526256 h 1890712"/>
              <a:gd name="connsiteX46" fmla="*/ 709613 w 2543175"/>
              <a:gd name="connsiteY46" fmla="*/ 535781 h 1890712"/>
              <a:gd name="connsiteX47" fmla="*/ 719138 w 2543175"/>
              <a:gd name="connsiteY47" fmla="*/ 542925 h 1890712"/>
              <a:gd name="connsiteX48" fmla="*/ 733425 w 2543175"/>
              <a:gd name="connsiteY48" fmla="*/ 557212 h 1890712"/>
              <a:gd name="connsiteX49" fmla="*/ 750094 w 2543175"/>
              <a:gd name="connsiteY49" fmla="*/ 569119 h 1890712"/>
              <a:gd name="connsiteX50" fmla="*/ 769144 w 2543175"/>
              <a:gd name="connsiteY50" fmla="*/ 581025 h 1890712"/>
              <a:gd name="connsiteX51" fmla="*/ 785813 w 2543175"/>
              <a:gd name="connsiteY51" fmla="*/ 590550 h 1890712"/>
              <a:gd name="connsiteX52" fmla="*/ 792957 w 2543175"/>
              <a:gd name="connsiteY52" fmla="*/ 600075 h 1890712"/>
              <a:gd name="connsiteX53" fmla="*/ 809625 w 2543175"/>
              <a:gd name="connsiteY53" fmla="*/ 611981 h 1890712"/>
              <a:gd name="connsiteX54" fmla="*/ 816769 w 2543175"/>
              <a:gd name="connsiteY54" fmla="*/ 619125 h 1890712"/>
              <a:gd name="connsiteX55" fmla="*/ 826294 w 2543175"/>
              <a:gd name="connsiteY55" fmla="*/ 626269 h 1890712"/>
              <a:gd name="connsiteX56" fmla="*/ 840582 w 2543175"/>
              <a:gd name="connsiteY56" fmla="*/ 638175 h 1890712"/>
              <a:gd name="connsiteX57" fmla="*/ 847725 w 2543175"/>
              <a:gd name="connsiteY57" fmla="*/ 645319 h 1890712"/>
              <a:gd name="connsiteX58" fmla="*/ 857250 w 2543175"/>
              <a:gd name="connsiteY58" fmla="*/ 652462 h 1890712"/>
              <a:gd name="connsiteX59" fmla="*/ 888207 w 2543175"/>
              <a:gd name="connsiteY59" fmla="*/ 676275 h 1890712"/>
              <a:gd name="connsiteX60" fmla="*/ 907257 w 2543175"/>
              <a:gd name="connsiteY60" fmla="*/ 683419 h 1890712"/>
              <a:gd name="connsiteX61" fmla="*/ 928688 w 2543175"/>
              <a:gd name="connsiteY61" fmla="*/ 695325 h 1890712"/>
              <a:gd name="connsiteX62" fmla="*/ 942975 w 2543175"/>
              <a:gd name="connsiteY62" fmla="*/ 700087 h 1890712"/>
              <a:gd name="connsiteX63" fmla="*/ 964407 w 2543175"/>
              <a:gd name="connsiteY63" fmla="*/ 716756 h 1890712"/>
              <a:gd name="connsiteX64" fmla="*/ 971550 w 2543175"/>
              <a:gd name="connsiteY64" fmla="*/ 723900 h 1890712"/>
              <a:gd name="connsiteX65" fmla="*/ 983457 w 2543175"/>
              <a:gd name="connsiteY65" fmla="*/ 733425 h 1890712"/>
              <a:gd name="connsiteX66" fmla="*/ 990600 w 2543175"/>
              <a:gd name="connsiteY66" fmla="*/ 738187 h 1890712"/>
              <a:gd name="connsiteX67" fmla="*/ 1007269 w 2543175"/>
              <a:gd name="connsiteY67" fmla="*/ 752475 h 1890712"/>
              <a:gd name="connsiteX68" fmla="*/ 1031082 w 2543175"/>
              <a:gd name="connsiteY68" fmla="*/ 766762 h 1890712"/>
              <a:gd name="connsiteX69" fmla="*/ 1042988 w 2543175"/>
              <a:gd name="connsiteY69" fmla="*/ 773906 h 1890712"/>
              <a:gd name="connsiteX70" fmla="*/ 1071563 w 2543175"/>
              <a:gd name="connsiteY70" fmla="*/ 785812 h 1890712"/>
              <a:gd name="connsiteX71" fmla="*/ 1097757 w 2543175"/>
              <a:gd name="connsiteY71" fmla="*/ 807244 h 1890712"/>
              <a:gd name="connsiteX72" fmla="*/ 1104900 w 2543175"/>
              <a:gd name="connsiteY72" fmla="*/ 814387 h 1890712"/>
              <a:gd name="connsiteX73" fmla="*/ 1121569 w 2543175"/>
              <a:gd name="connsiteY73" fmla="*/ 823912 h 1890712"/>
              <a:gd name="connsiteX74" fmla="*/ 1138238 w 2543175"/>
              <a:gd name="connsiteY74" fmla="*/ 835819 h 1890712"/>
              <a:gd name="connsiteX75" fmla="*/ 1147763 w 2543175"/>
              <a:gd name="connsiteY75" fmla="*/ 842962 h 1890712"/>
              <a:gd name="connsiteX76" fmla="*/ 1157288 w 2543175"/>
              <a:gd name="connsiteY76" fmla="*/ 847725 h 1890712"/>
              <a:gd name="connsiteX77" fmla="*/ 1178719 w 2543175"/>
              <a:gd name="connsiteY77" fmla="*/ 859631 h 1890712"/>
              <a:gd name="connsiteX78" fmla="*/ 1188244 w 2543175"/>
              <a:gd name="connsiteY78" fmla="*/ 866775 h 1890712"/>
              <a:gd name="connsiteX79" fmla="*/ 1195388 w 2543175"/>
              <a:gd name="connsiteY79" fmla="*/ 871537 h 1890712"/>
              <a:gd name="connsiteX80" fmla="*/ 1212057 w 2543175"/>
              <a:gd name="connsiteY80" fmla="*/ 883444 h 1890712"/>
              <a:gd name="connsiteX81" fmla="*/ 1226344 w 2543175"/>
              <a:gd name="connsiteY81" fmla="*/ 895350 h 1890712"/>
              <a:gd name="connsiteX82" fmla="*/ 1245394 w 2543175"/>
              <a:gd name="connsiteY82" fmla="*/ 907256 h 1890712"/>
              <a:gd name="connsiteX83" fmla="*/ 1254919 w 2543175"/>
              <a:gd name="connsiteY83" fmla="*/ 914400 h 1890712"/>
              <a:gd name="connsiteX84" fmla="*/ 1269207 w 2543175"/>
              <a:gd name="connsiteY84" fmla="*/ 921544 h 1890712"/>
              <a:gd name="connsiteX85" fmla="*/ 1290638 w 2543175"/>
              <a:gd name="connsiteY85" fmla="*/ 935831 h 1890712"/>
              <a:gd name="connsiteX86" fmla="*/ 1307307 w 2543175"/>
              <a:gd name="connsiteY86" fmla="*/ 952500 h 1890712"/>
              <a:gd name="connsiteX87" fmla="*/ 1333500 w 2543175"/>
              <a:gd name="connsiteY87" fmla="*/ 971550 h 1890712"/>
              <a:gd name="connsiteX88" fmla="*/ 1359694 w 2543175"/>
              <a:gd name="connsiteY88" fmla="*/ 990600 h 1890712"/>
              <a:gd name="connsiteX89" fmla="*/ 1385888 w 2543175"/>
              <a:gd name="connsiteY89" fmla="*/ 1021557 h 1890712"/>
              <a:gd name="connsiteX90" fmla="*/ 1435894 w 2543175"/>
              <a:gd name="connsiteY90" fmla="*/ 1054894 h 1890712"/>
              <a:gd name="connsiteX91" fmla="*/ 1497806 w 2543175"/>
              <a:gd name="connsiteY91" fmla="*/ 1104900 h 1890712"/>
              <a:gd name="connsiteX92" fmla="*/ 1559718 w 2543175"/>
              <a:gd name="connsiteY92" fmla="*/ 1154906 h 1890712"/>
              <a:gd name="connsiteX93" fmla="*/ 1595438 w 2543175"/>
              <a:gd name="connsiteY93" fmla="*/ 1181100 h 1890712"/>
              <a:gd name="connsiteX94" fmla="*/ 1628775 w 2543175"/>
              <a:gd name="connsiteY94" fmla="*/ 1207294 h 1890712"/>
              <a:gd name="connsiteX95" fmla="*/ 1662113 w 2543175"/>
              <a:gd name="connsiteY95" fmla="*/ 1231107 h 1890712"/>
              <a:gd name="connsiteX96" fmla="*/ 1700213 w 2543175"/>
              <a:gd name="connsiteY96" fmla="*/ 1247775 h 1890712"/>
              <a:gd name="connsiteX97" fmla="*/ 1712119 w 2543175"/>
              <a:gd name="connsiteY97" fmla="*/ 1259681 h 1890712"/>
              <a:gd name="connsiteX98" fmla="*/ 1733550 w 2543175"/>
              <a:gd name="connsiteY98" fmla="*/ 1273969 h 1890712"/>
              <a:gd name="connsiteX99" fmla="*/ 1743075 w 2543175"/>
              <a:gd name="connsiteY99" fmla="*/ 1283494 h 1890712"/>
              <a:gd name="connsiteX100" fmla="*/ 1754982 w 2543175"/>
              <a:gd name="connsiteY100" fmla="*/ 1290637 h 1890712"/>
              <a:gd name="connsiteX101" fmla="*/ 1766888 w 2543175"/>
              <a:gd name="connsiteY101" fmla="*/ 1300162 h 1890712"/>
              <a:gd name="connsiteX102" fmla="*/ 1783557 w 2543175"/>
              <a:gd name="connsiteY102" fmla="*/ 1307306 h 1890712"/>
              <a:gd name="connsiteX103" fmla="*/ 1790700 w 2543175"/>
              <a:gd name="connsiteY103" fmla="*/ 1312069 h 1890712"/>
              <a:gd name="connsiteX104" fmla="*/ 1800225 w 2543175"/>
              <a:gd name="connsiteY104" fmla="*/ 1319212 h 1890712"/>
              <a:gd name="connsiteX105" fmla="*/ 1807369 w 2543175"/>
              <a:gd name="connsiteY105" fmla="*/ 1321594 h 1890712"/>
              <a:gd name="connsiteX106" fmla="*/ 1824038 w 2543175"/>
              <a:gd name="connsiteY106" fmla="*/ 1333500 h 1890712"/>
              <a:gd name="connsiteX107" fmla="*/ 1843088 w 2543175"/>
              <a:gd name="connsiteY107" fmla="*/ 1352550 h 1890712"/>
              <a:gd name="connsiteX108" fmla="*/ 1852613 w 2543175"/>
              <a:gd name="connsiteY108" fmla="*/ 1359694 h 1890712"/>
              <a:gd name="connsiteX109" fmla="*/ 1859757 w 2543175"/>
              <a:gd name="connsiteY109" fmla="*/ 1366837 h 1890712"/>
              <a:gd name="connsiteX110" fmla="*/ 1869282 w 2543175"/>
              <a:gd name="connsiteY110" fmla="*/ 1371600 h 1890712"/>
              <a:gd name="connsiteX111" fmla="*/ 1883569 w 2543175"/>
              <a:gd name="connsiteY111" fmla="*/ 1388269 h 1890712"/>
              <a:gd name="connsiteX112" fmla="*/ 1893094 w 2543175"/>
              <a:gd name="connsiteY112" fmla="*/ 1395412 h 1890712"/>
              <a:gd name="connsiteX113" fmla="*/ 1902619 w 2543175"/>
              <a:gd name="connsiteY113" fmla="*/ 1404937 h 1890712"/>
              <a:gd name="connsiteX114" fmla="*/ 1912144 w 2543175"/>
              <a:gd name="connsiteY114" fmla="*/ 1409700 h 1890712"/>
              <a:gd name="connsiteX115" fmla="*/ 1931194 w 2543175"/>
              <a:gd name="connsiteY115" fmla="*/ 1421606 h 1890712"/>
              <a:gd name="connsiteX116" fmla="*/ 1935957 w 2543175"/>
              <a:gd name="connsiteY116" fmla="*/ 1428750 h 1890712"/>
              <a:gd name="connsiteX117" fmla="*/ 1952625 w 2543175"/>
              <a:gd name="connsiteY117" fmla="*/ 1438275 h 1890712"/>
              <a:gd name="connsiteX118" fmla="*/ 1971675 w 2543175"/>
              <a:gd name="connsiteY118" fmla="*/ 1450181 h 1890712"/>
              <a:gd name="connsiteX119" fmla="*/ 1981200 w 2543175"/>
              <a:gd name="connsiteY119" fmla="*/ 1454944 h 1890712"/>
              <a:gd name="connsiteX120" fmla="*/ 1997869 w 2543175"/>
              <a:gd name="connsiteY120" fmla="*/ 1471612 h 1890712"/>
              <a:gd name="connsiteX121" fmla="*/ 2007394 w 2543175"/>
              <a:gd name="connsiteY121" fmla="*/ 1478756 h 1890712"/>
              <a:gd name="connsiteX122" fmla="*/ 2016919 w 2543175"/>
              <a:gd name="connsiteY122" fmla="*/ 1483519 h 1890712"/>
              <a:gd name="connsiteX123" fmla="*/ 2024063 w 2543175"/>
              <a:gd name="connsiteY123" fmla="*/ 1490662 h 1890712"/>
              <a:gd name="connsiteX124" fmla="*/ 2033588 w 2543175"/>
              <a:gd name="connsiteY124" fmla="*/ 1495425 h 1890712"/>
              <a:gd name="connsiteX125" fmla="*/ 2040732 w 2543175"/>
              <a:gd name="connsiteY125" fmla="*/ 1502569 h 1890712"/>
              <a:gd name="connsiteX126" fmla="*/ 2047875 w 2543175"/>
              <a:gd name="connsiteY126" fmla="*/ 1507331 h 1890712"/>
              <a:gd name="connsiteX127" fmla="*/ 2057400 w 2543175"/>
              <a:gd name="connsiteY127" fmla="*/ 1514475 h 1890712"/>
              <a:gd name="connsiteX128" fmla="*/ 2064544 w 2543175"/>
              <a:gd name="connsiteY128" fmla="*/ 1519237 h 1890712"/>
              <a:gd name="connsiteX129" fmla="*/ 2071688 w 2543175"/>
              <a:gd name="connsiteY129" fmla="*/ 1526381 h 1890712"/>
              <a:gd name="connsiteX130" fmla="*/ 2081213 w 2543175"/>
              <a:gd name="connsiteY130" fmla="*/ 1531144 h 1890712"/>
              <a:gd name="connsiteX131" fmla="*/ 2090738 w 2543175"/>
              <a:gd name="connsiteY131" fmla="*/ 1538287 h 1890712"/>
              <a:gd name="connsiteX132" fmla="*/ 2109788 w 2543175"/>
              <a:gd name="connsiteY132" fmla="*/ 1547812 h 1890712"/>
              <a:gd name="connsiteX133" fmla="*/ 2131219 w 2543175"/>
              <a:gd name="connsiteY133" fmla="*/ 1562100 h 1890712"/>
              <a:gd name="connsiteX134" fmla="*/ 2140744 w 2543175"/>
              <a:gd name="connsiteY134" fmla="*/ 1566862 h 1890712"/>
              <a:gd name="connsiteX135" fmla="*/ 2152650 w 2543175"/>
              <a:gd name="connsiteY135" fmla="*/ 1576387 h 1890712"/>
              <a:gd name="connsiteX136" fmla="*/ 2181225 w 2543175"/>
              <a:gd name="connsiteY136" fmla="*/ 1590675 h 1890712"/>
              <a:gd name="connsiteX137" fmla="*/ 2200275 w 2543175"/>
              <a:gd name="connsiteY137" fmla="*/ 1607344 h 1890712"/>
              <a:gd name="connsiteX138" fmla="*/ 2207419 w 2543175"/>
              <a:gd name="connsiteY138" fmla="*/ 1612106 h 1890712"/>
              <a:gd name="connsiteX139" fmla="*/ 2216944 w 2543175"/>
              <a:gd name="connsiteY139" fmla="*/ 1619250 h 1890712"/>
              <a:gd name="connsiteX140" fmla="*/ 2247900 w 2543175"/>
              <a:gd name="connsiteY140" fmla="*/ 1643062 h 1890712"/>
              <a:gd name="connsiteX141" fmla="*/ 2281238 w 2543175"/>
              <a:gd name="connsiteY141" fmla="*/ 1674019 h 1890712"/>
              <a:gd name="connsiteX142" fmla="*/ 2312194 w 2543175"/>
              <a:gd name="connsiteY142" fmla="*/ 1702594 h 1890712"/>
              <a:gd name="connsiteX143" fmla="*/ 2369344 w 2543175"/>
              <a:gd name="connsiteY143" fmla="*/ 1757363 h 1890712"/>
              <a:gd name="connsiteX144" fmla="*/ 2428876 w 2543175"/>
              <a:gd name="connsiteY144" fmla="*/ 1785938 h 1890712"/>
              <a:gd name="connsiteX145" fmla="*/ 2469356 w 2543175"/>
              <a:gd name="connsiteY145" fmla="*/ 1816894 h 1890712"/>
              <a:gd name="connsiteX146" fmla="*/ 2514600 w 2543175"/>
              <a:gd name="connsiteY146" fmla="*/ 1850231 h 1890712"/>
              <a:gd name="connsiteX147" fmla="*/ 2519363 w 2543175"/>
              <a:gd name="connsiteY147" fmla="*/ 1857375 h 1890712"/>
              <a:gd name="connsiteX148" fmla="*/ 2540794 w 2543175"/>
              <a:gd name="connsiteY148" fmla="*/ 1883569 h 1890712"/>
              <a:gd name="connsiteX149" fmla="*/ 2543175 w 2543175"/>
              <a:gd name="connsiteY14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47650 w 2543175"/>
              <a:gd name="connsiteY22" fmla="*/ 185737 h 1890712"/>
              <a:gd name="connsiteX23" fmla="*/ 300038 w 2543175"/>
              <a:gd name="connsiteY23" fmla="*/ 219075 h 1890712"/>
              <a:gd name="connsiteX24" fmla="*/ 342900 w 2543175"/>
              <a:gd name="connsiteY24" fmla="*/ 254794 h 1890712"/>
              <a:gd name="connsiteX25" fmla="*/ 385763 w 2543175"/>
              <a:gd name="connsiteY25" fmla="*/ 283369 h 1890712"/>
              <a:gd name="connsiteX26" fmla="*/ 404813 w 2543175"/>
              <a:gd name="connsiteY26" fmla="*/ 295275 h 1890712"/>
              <a:gd name="connsiteX27" fmla="*/ 411957 w 2543175"/>
              <a:gd name="connsiteY27" fmla="*/ 297656 h 1890712"/>
              <a:gd name="connsiteX28" fmla="*/ 466725 w 2543175"/>
              <a:gd name="connsiteY28" fmla="*/ 328612 h 1890712"/>
              <a:gd name="connsiteX29" fmla="*/ 495300 w 2543175"/>
              <a:gd name="connsiteY29" fmla="*/ 359569 h 1890712"/>
              <a:gd name="connsiteX30" fmla="*/ 509588 w 2543175"/>
              <a:gd name="connsiteY30" fmla="*/ 376237 h 1890712"/>
              <a:gd name="connsiteX31" fmla="*/ 514350 w 2543175"/>
              <a:gd name="connsiteY31" fmla="*/ 383381 h 1890712"/>
              <a:gd name="connsiteX32" fmla="*/ 531019 w 2543175"/>
              <a:gd name="connsiteY32" fmla="*/ 397669 h 1890712"/>
              <a:gd name="connsiteX33" fmla="*/ 538163 w 2543175"/>
              <a:gd name="connsiteY33" fmla="*/ 407194 h 1890712"/>
              <a:gd name="connsiteX34" fmla="*/ 554832 w 2543175"/>
              <a:gd name="connsiteY34" fmla="*/ 421481 h 1890712"/>
              <a:gd name="connsiteX35" fmla="*/ 564357 w 2543175"/>
              <a:gd name="connsiteY35" fmla="*/ 431006 h 1890712"/>
              <a:gd name="connsiteX36" fmla="*/ 573882 w 2543175"/>
              <a:gd name="connsiteY36" fmla="*/ 438150 h 1890712"/>
              <a:gd name="connsiteX37" fmla="*/ 595313 w 2543175"/>
              <a:gd name="connsiteY37" fmla="*/ 454819 h 1890712"/>
              <a:gd name="connsiteX38" fmla="*/ 602457 w 2543175"/>
              <a:gd name="connsiteY38" fmla="*/ 457200 h 1890712"/>
              <a:gd name="connsiteX39" fmla="*/ 628650 w 2543175"/>
              <a:gd name="connsiteY39" fmla="*/ 469106 h 1890712"/>
              <a:gd name="connsiteX40" fmla="*/ 645319 w 2543175"/>
              <a:gd name="connsiteY40" fmla="*/ 483394 h 1890712"/>
              <a:gd name="connsiteX41" fmla="*/ 654844 w 2543175"/>
              <a:gd name="connsiteY41" fmla="*/ 488156 h 1890712"/>
              <a:gd name="connsiteX42" fmla="*/ 661988 w 2543175"/>
              <a:gd name="connsiteY42" fmla="*/ 497681 h 1890712"/>
              <a:gd name="connsiteX43" fmla="*/ 683419 w 2543175"/>
              <a:gd name="connsiteY43" fmla="*/ 514350 h 1890712"/>
              <a:gd name="connsiteX44" fmla="*/ 700088 w 2543175"/>
              <a:gd name="connsiteY44" fmla="*/ 526256 h 1890712"/>
              <a:gd name="connsiteX45" fmla="*/ 709613 w 2543175"/>
              <a:gd name="connsiteY45" fmla="*/ 535781 h 1890712"/>
              <a:gd name="connsiteX46" fmla="*/ 719138 w 2543175"/>
              <a:gd name="connsiteY46" fmla="*/ 542925 h 1890712"/>
              <a:gd name="connsiteX47" fmla="*/ 733425 w 2543175"/>
              <a:gd name="connsiteY47" fmla="*/ 557212 h 1890712"/>
              <a:gd name="connsiteX48" fmla="*/ 750094 w 2543175"/>
              <a:gd name="connsiteY48" fmla="*/ 569119 h 1890712"/>
              <a:gd name="connsiteX49" fmla="*/ 769144 w 2543175"/>
              <a:gd name="connsiteY49" fmla="*/ 581025 h 1890712"/>
              <a:gd name="connsiteX50" fmla="*/ 785813 w 2543175"/>
              <a:gd name="connsiteY50" fmla="*/ 590550 h 1890712"/>
              <a:gd name="connsiteX51" fmla="*/ 792957 w 2543175"/>
              <a:gd name="connsiteY51" fmla="*/ 600075 h 1890712"/>
              <a:gd name="connsiteX52" fmla="*/ 809625 w 2543175"/>
              <a:gd name="connsiteY52" fmla="*/ 611981 h 1890712"/>
              <a:gd name="connsiteX53" fmla="*/ 816769 w 2543175"/>
              <a:gd name="connsiteY53" fmla="*/ 619125 h 1890712"/>
              <a:gd name="connsiteX54" fmla="*/ 826294 w 2543175"/>
              <a:gd name="connsiteY54" fmla="*/ 626269 h 1890712"/>
              <a:gd name="connsiteX55" fmla="*/ 840582 w 2543175"/>
              <a:gd name="connsiteY55" fmla="*/ 638175 h 1890712"/>
              <a:gd name="connsiteX56" fmla="*/ 847725 w 2543175"/>
              <a:gd name="connsiteY56" fmla="*/ 645319 h 1890712"/>
              <a:gd name="connsiteX57" fmla="*/ 857250 w 2543175"/>
              <a:gd name="connsiteY57" fmla="*/ 652462 h 1890712"/>
              <a:gd name="connsiteX58" fmla="*/ 888207 w 2543175"/>
              <a:gd name="connsiteY58" fmla="*/ 676275 h 1890712"/>
              <a:gd name="connsiteX59" fmla="*/ 907257 w 2543175"/>
              <a:gd name="connsiteY59" fmla="*/ 683419 h 1890712"/>
              <a:gd name="connsiteX60" fmla="*/ 928688 w 2543175"/>
              <a:gd name="connsiteY60" fmla="*/ 695325 h 1890712"/>
              <a:gd name="connsiteX61" fmla="*/ 942975 w 2543175"/>
              <a:gd name="connsiteY61" fmla="*/ 700087 h 1890712"/>
              <a:gd name="connsiteX62" fmla="*/ 964407 w 2543175"/>
              <a:gd name="connsiteY62" fmla="*/ 716756 h 1890712"/>
              <a:gd name="connsiteX63" fmla="*/ 971550 w 2543175"/>
              <a:gd name="connsiteY63" fmla="*/ 723900 h 1890712"/>
              <a:gd name="connsiteX64" fmla="*/ 983457 w 2543175"/>
              <a:gd name="connsiteY64" fmla="*/ 733425 h 1890712"/>
              <a:gd name="connsiteX65" fmla="*/ 990600 w 2543175"/>
              <a:gd name="connsiteY65" fmla="*/ 738187 h 1890712"/>
              <a:gd name="connsiteX66" fmla="*/ 1007269 w 2543175"/>
              <a:gd name="connsiteY66" fmla="*/ 752475 h 1890712"/>
              <a:gd name="connsiteX67" fmla="*/ 1031082 w 2543175"/>
              <a:gd name="connsiteY67" fmla="*/ 766762 h 1890712"/>
              <a:gd name="connsiteX68" fmla="*/ 1042988 w 2543175"/>
              <a:gd name="connsiteY68" fmla="*/ 773906 h 1890712"/>
              <a:gd name="connsiteX69" fmla="*/ 1071563 w 2543175"/>
              <a:gd name="connsiteY69" fmla="*/ 785812 h 1890712"/>
              <a:gd name="connsiteX70" fmla="*/ 1097757 w 2543175"/>
              <a:gd name="connsiteY70" fmla="*/ 807244 h 1890712"/>
              <a:gd name="connsiteX71" fmla="*/ 1104900 w 2543175"/>
              <a:gd name="connsiteY71" fmla="*/ 814387 h 1890712"/>
              <a:gd name="connsiteX72" fmla="*/ 1121569 w 2543175"/>
              <a:gd name="connsiteY72" fmla="*/ 823912 h 1890712"/>
              <a:gd name="connsiteX73" fmla="*/ 1138238 w 2543175"/>
              <a:gd name="connsiteY73" fmla="*/ 835819 h 1890712"/>
              <a:gd name="connsiteX74" fmla="*/ 1147763 w 2543175"/>
              <a:gd name="connsiteY74" fmla="*/ 842962 h 1890712"/>
              <a:gd name="connsiteX75" fmla="*/ 1157288 w 2543175"/>
              <a:gd name="connsiteY75" fmla="*/ 847725 h 1890712"/>
              <a:gd name="connsiteX76" fmla="*/ 1178719 w 2543175"/>
              <a:gd name="connsiteY76" fmla="*/ 859631 h 1890712"/>
              <a:gd name="connsiteX77" fmla="*/ 1188244 w 2543175"/>
              <a:gd name="connsiteY77" fmla="*/ 866775 h 1890712"/>
              <a:gd name="connsiteX78" fmla="*/ 1195388 w 2543175"/>
              <a:gd name="connsiteY78" fmla="*/ 871537 h 1890712"/>
              <a:gd name="connsiteX79" fmla="*/ 1212057 w 2543175"/>
              <a:gd name="connsiteY79" fmla="*/ 883444 h 1890712"/>
              <a:gd name="connsiteX80" fmla="*/ 1226344 w 2543175"/>
              <a:gd name="connsiteY80" fmla="*/ 895350 h 1890712"/>
              <a:gd name="connsiteX81" fmla="*/ 1245394 w 2543175"/>
              <a:gd name="connsiteY81" fmla="*/ 907256 h 1890712"/>
              <a:gd name="connsiteX82" fmla="*/ 1254919 w 2543175"/>
              <a:gd name="connsiteY82" fmla="*/ 914400 h 1890712"/>
              <a:gd name="connsiteX83" fmla="*/ 1269207 w 2543175"/>
              <a:gd name="connsiteY83" fmla="*/ 921544 h 1890712"/>
              <a:gd name="connsiteX84" fmla="*/ 1290638 w 2543175"/>
              <a:gd name="connsiteY84" fmla="*/ 935831 h 1890712"/>
              <a:gd name="connsiteX85" fmla="*/ 1307307 w 2543175"/>
              <a:gd name="connsiteY85" fmla="*/ 952500 h 1890712"/>
              <a:gd name="connsiteX86" fmla="*/ 1333500 w 2543175"/>
              <a:gd name="connsiteY86" fmla="*/ 971550 h 1890712"/>
              <a:gd name="connsiteX87" fmla="*/ 1359694 w 2543175"/>
              <a:gd name="connsiteY87" fmla="*/ 990600 h 1890712"/>
              <a:gd name="connsiteX88" fmla="*/ 1385888 w 2543175"/>
              <a:gd name="connsiteY88" fmla="*/ 1021557 h 1890712"/>
              <a:gd name="connsiteX89" fmla="*/ 1435894 w 2543175"/>
              <a:gd name="connsiteY89" fmla="*/ 1054894 h 1890712"/>
              <a:gd name="connsiteX90" fmla="*/ 1497806 w 2543175"/>
              <a:gd name="connsiteY90" fmla="*/ 1104900 h 1890712"/>
              <a:gd name="connsiteX91" fmla="*/ 1559718 w 2543175"/>
              <a:gd name="connsiteY91" fmla="*/ 1154906 h 1890712"/>
              <a:gd name="connsiteX92" fmla="*/ 1595438 w 2543175"/>
              <a:gd name="connsiteY92" fmla="*/ 1181100 h 1890712"/>
              <a:gd name="connsiteX93" fmla="*/ 1628775 w 2543175"/>
              <a:gd name="connsiteY93" fmla="*/ 1207294 h 1890712"/>
              <a:gd name="connsiteX94" fmla="*/ 1662113 w 2543175"/>
              <a:gd name="connsiteY94" fmla="*/ 1231107 h 1890712"/>
              <a:gd name="connsiteX95" fmla="*/ 1700213 w 2543175"/>
              <a:gd name="connsiteY95" fmla="*/ 1247775 h 1890712"/>
              <a:gd name="connsiteX96" fmla="*/ 1712119 w 2543175"/>
              <a:gd name="connsiteY96" fmla="*/ 1259681 h 1890712"/>
              <a:gd name="connsiteX97" fmla="*/ 1733550 w 2543175"/>
              <a:gd name="connsiteY97" fmla="*/ 1273969 h 1890712"/>
              <a:gd name="connsiteX98" fmla="*/ 1743075 w 2543175"/>
              <a:gd name="connsiteY98" fmla="*/ 1283494 h 1890712"/>
              <a:gd name="connsiteX99" fmla="*/ 1754982 w 2543175"/>
              <a:gd name="connsiteY99" fmla="*/ 1290637 h 1890712"/>
              <a:gd name="connsiteX100" fmla="*/ 1766888 w 2543175"/>
              <a:gd name="connsiteY100" fmla="*/ 1300162 h 1890712"/>
              <a:gd name="connsiteX101" fmla="*/ 1783557 w 2543175"/>
              <a:gd name="connsiteY101" fmla="*/ 1307306 h 1890712"/>
              <a:gd name="connsiteX102" fmla="*/ 1790700 w 2543175"/>
              <a:gd name="connsiteY102" fmla="*/ 1312069 h 1890712"/>
              <a:gd name="connsiteX103" fmla="*/ 1800225 w 2543175"/>
              <a:gd name="connsiteY103" fmla="*/ 1319212 h 1890712"/>
              <a:gd name="connsiteX104" fmla="*/ 1807369 w 2543175"/>
              <a:gd name="connsiteY104" fmla="*/ 1321594 h 1890712"/>
              <a:gd name="connsiteX105" fmla="*/ 1824038 w 2543175"/>
              <a:gd name="connsiteY105" fmla="*/ 1333500 h 1890712"/>
              <a:gd name="connsiteX106" fmla="*/ 1843088 w 2543175"/>
              <a:gd name="connsiteY106" fmla="*/ 1352550 h 1890712"/>
              <a:gd name="connsiteX107" fmla="*/ 1852613 w 2543175"/>
              <a:gd name="connsiteY107" fmla="*/ 1359694 h 1890712"/>
              <a:gd name="connsiteX108" fmla="*/ 1859757 w 2543175"/>
              <a:gd name="connsiteY108" fmla="*/ 1366837 h 1890712"/>
              <a:gd name="connsiteX109" fmla="*/ 1869282 w 2543175"/>
              <a:gd name="connsiteY109" fmla="*/ 1371600 h 1890712"/>
              <a:gd name="connsiteX110" fmla="*/ 1883569 w 2543175"/>
              <a:gd name="connsiteY110" fmla="*/ 1388269 h 1890712"/>
              <a:gd name="connsiteX111" fmla="*/ 1893094 w 2543175"/>
              <a:gd name="connsiteY111" fmla="*/ 1395412 h 1890712"/>
              <a:gd name="connsiteX112" fmla="*/ 1902619 w 2543175"/>
              <a:gd name="connsiteY112" fmla="*/ 1404937 h 1890712"/>
              <a:gd name="connsiteX113" fmla="*/ 1912144 w 2543175"/>
              <a:gd name="connsiteY113" fmla="*/ 1409700 h 1890712"/>
              <a:gd name="connsiteX114" fmla="*/ 1931194 w 2543175"/>
              <a:gd name="connsiteY114" fmla="*/ 1421606 h 1890712"/>
              <a:gd name="connsiteX115" fmla="*/ 1935957 w 2543175"/>
              <a:gd name="connsiteY115" fmla="*/ 1428750 h 1890712"/>
              <a:gd name="connsiteX116" fmla="*/ 1952625 w 2543175"/>
              <a:gd name="connsiteY116" fmla="*/ 1438275 h 1890712"/>
              <a:gd name="connsiteX117" fmla="*/ 1971675 w 2543175"/>
              <a:gd name="connsiteY117" fmla="*/ 1450181 h 1890712"/>
              <a:gd name="connsiteX118" fmla="*/ 1981200 w 2543175"/>
              <a:gd name="connsiteY118" fmla="*/ 1454944 h 1890712"/>
              <a:gd name="connsiteX119" fmla="*/ 1997869 w 2543175"/>
              <a:gd name="connsiteY119" fmla="*/ 1471612 h 1890712"/>
              <a:gd name="connsiteX120" fmla="*/ 2007394 w 2543175"/>
              <a:gd name="connsiteY120" fmla="*/ 1478756 h 1890712"/>
              <a:gd name="connsiteX121" fmla="*/ 2016919 w 2543175"/>
              <a:gd name="connsiteY121" fmla="*/ 1483519 h 1890712"/>
              <a:gd name="connsiteX122" fmla="*/ 2024063 w 2543175"/>
              <a:gd name="connsiteY122" fmla="*/ 1490662 h 1890712"/>
              <a:gd name="connsiteX123" fmla="*/ 2033588 w 2543175"/>
              <a:gd name="connsiteY123" fmla="*/ 1495425 h 1890712"/>
              <a:gd name="connsiteX124" fmla="*/ 2040732 w 2543175"/>
              <a:gd name="connsiteY124" fmla="*/ 1502569 h 1890712"/>
              <a:gd name="connsiteX125" fmla="*/ 2047875 w 2543175"/>
              <a:gd name="connsiteY125" fmla="*/ 1507331 h 1890712"/>
              <a:gd name="connsiteX126" fmla="*/ 2057400 w 2543175"/>
              <a:gd name="connsiteY126" fmla="*/ 1514475 h 1890712"/>
              <a:gd name="connsiteX127" fmla="*/ 2064544 w 2543175"/>
              <a:gd name="connsiteY127" fmla="*/ 1519237 h 1890712"/>
              <a:gd name="connsiteX128" fmla="*/ 2071688 w 2543175"/>
              <a:gd name="connsiteY128" fmla="*/ 1526381 h 1890712"/>
              <a:gd name="connsiteX129" fmla="*/ 2081213 w 2543175"/>
              <a:gd name="connsiteY129" fmla="*/ 1531144 h 1890712"/>
              <a:gd name="connsiteX130" fmla="*/ 2090738 w 2543175"/>
              <a:gd name="connsiteY130" fmla="*/ 1538287 h 1890712"/>
              <a:gd name="connsiteX131" fmla="*/ 2109788 w 2543175"/>
              <a:gd name="connsiteY131" fmla="*/ 1547812 h 1890712"/>
              <a:gd name="connsiteX132" fmla="*/ 2131219 w 2543175"/>
              <a:gd name="connsiteY132" fmla="*/ 1562100 h 1890712"/>
              <a:gd name="connsiteX133" fmla="*/ 2140744 w 2543175"/>
              <a:gd name="connsiteY133" fmla="*/ 1566862 h 1890712"/>
              <a:gd name="connsiteX134" fmla="*/ 2152650 w 2543175"/>
              <a:gd name="connsiteY134" fmla="*/ 1576387 h 1890712"/>
              <a:gd name="connsiteX135" fmla="*/ 2181225 w 2543175"/>
              <a:gd name="connsiteY135" fmla="*/ 1590675 h 1890712"/>
              <a:gd name="connsiteX136" fmla="*/ 2200275 w 2543175"/>
              <a:gd name="connsiteY136" fmla="*/ 1607344 h 1890712"/>
              <a:gd name="connsiteX137" fmla="*/ 2207419 w 2543175"/>
              <a:gd name="connsiteY137" fmla="*/ 1612106 h 1890712"/>
              <a:gd name="connsiteX138" fmla="*/ 2216944 w 2543175"/>
              <a:gd name="connsiteY138" fmla="*/ 1619250 h 1890712"/>
              <a:gd name="connsiteX139" fmla="*/ 2247900 w 2543175"/>
              <a:gd name="connsiteY139" fmla="*/ 1643062 h 1890712"/>
              <a:gd name="connsiteX140" fmla="*/ 2281238 w 2543175"/>
              <a:gd name="connsiteY140" fmla="*/ 1674019 h 1890712"/>
              <a:gd name="connsiteX141" fmla="*/ 2312194 w 2543175"/>
              <a:gd name="connsiteY141" fmla="*/ 1702594 h 1890712"/>
              <a:gd name="connsiteX142" fmla="*/ 2369344 w 2543175"/>
              <a:gd name="connsiteY142" fmla="*/ 1757363 h 1890712"/>
              <a:gd name="connsiteX143" fmla="*/ 2428876 w 2543175"/>
              <a:gd name="connsiteY143" fmla="*/ 1785938 h 1890712"/>
              <a:gd name="connsiteX144" fmla="*/ 2469356 w 2543175"/>
              <a:gd name="connsiteY144" fmla="*/ 1816894 h 1890712"/>
              <a:gd name="connsiteX145" fmla="*/ 2514600 w 2543175"/>
              <a:gd name="connsiteY145" fmla="*/ 1850231 h 1890712"/>
              <a:gd name="connsiteX146" fmla="*/ 2519363 w 2543175"/>
              <a:gd name="connsiteY146" fmla="*/ 1857375 h 1890712"/>
              <a:gd name="connsiteX147" fmla="*/ 2540794 w 2543175"/>
              <a:gd name="connsiteY147" fmla="*/ 1883569 h 1890712"/>
              <a:gd name="connsiteX148" fmla="*/ 2543175 w 2543175"/>
              <a:gd name="connsiteY148"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47650 w 2543175"/>
              <a:gd name="connsiteY22" fmla="*/ 185737 h 1890712"/>
              <a:gd name="connsiteX23" fmla="*/ 300038 w 2543175"/>
              <a:gd name="connsiteY23" fmla="*/ 219075 h 1890712"/>
              <a:gd name="connsiteX24" fmla="*/ 342900 w 2543175"/>
              <a:gd name="connsiteY24" fmla="*/ 254794 h 1890712"/>
              <a:gd name="connsiteX25" fmla="*/ 385763 w 2543175"/>
              <a:gd name="connsiteY25" fmla="*/ 283369 h 1890712"/>
              <a:gd name="connsiteX26" fmla="*/ 404813 w 2543175"/>
              <a:gd name="connsiteY26" fmla="*/ 295275 h 1890712"/>
              <a:gd name="connsiteX27" fmla="*/ 411957 w 2543175"/>
              <a:gd name="connsiteY27" fmla="*/ 297656 h 1890712"/>
              <a:gd name="connsiteX28" fmla="*/ 458211 w 2543175"/>
              <a:gd name="connsiteY28" fmla="*/ 332420 h 1890712"/>
              <a:gd name="connsiteX29" fmla="*/ 495300 w 2543175"/>
              <a:gd name="connsiteY29" fmla="*/ 359569 h 1890712"/>
              <a:gd name="connsiteX30" fmla="*/ 509588 w 2543175"/>
              <a:gd name="connsiteY30" fmla="*/ 376237 h 1890712"/>
              <a:gd name="connsiteX31" fmla="*/ 514350 w 2543175"/>
              <a:gd name="connsiteY31" fmla="*/ 383381 h 1890712"/>
              <a:gd name="connsiteX32" fmla="*/ 531019 w 2543175"/>
              <a:gd name="connsiteY32" fmla="*/ 397669 h 1890712"/>
              <a:gd name="connsiteX33" fmla="*/ 538163 w 2543175"/>
              <a:gd name="connsiteY33" fmla="*/ 407194 h 1890712"/>
              <a:gd name="connsiteX34" fmla="*/ 554832 w 2543175"/>
              <a:gd name="connsiteY34" fmla="*/ 421481 h 1890712"/>
              <a:gd name="connsiteX35" fmla="*/ 564357 w 2543175"/>
              <a:gd name="connsiteY35" fmla="*/ 431006 h 1890712"/>
              <a:gd name="connsiteX36" fmla="*/ 573882 w 2543175"/>
              <a:gd name="connsiteY36" fmla="*/ 438150 h 1890712"/>
              <a:gd name="connsiteX37" fmla="*/ 595313 w 2543175"/>
              <a:gd name="connsiteY37" fmla="*/ 454819 h 1890712"/>
              <a:gd name="connsiteX38" fmla="*/ 602457 w 2543175"/>
              <a:gd name="connsiteY38" fmla="*/ 457200 h 1890712"/>
              <a:gd name="connsiteX39" fmla="*/ 628650 w 2543175"/>
              <a:gd name="connsiteY39" fmla="*/ 469106 h 1890712"/>
              <a:gd name="connsiteX40" fmla="*/ 645319 w 2543175"/>
              <a:gd name="connsiteY40" fmla="*/ 483394 h 1890712"/>
              <a:gd name="connsiteX41" fmla="*/ 654844 w 2543175"/>
              <a:gd name="connsiteY41" fmla="*/ 488156 h 1890712"/>
              <a:gd name="connsiteX42" fmla="*/ 661988 w 2543175"/>
              <a:gd name="connsiteY42" fmla="*/ 497681 h 1890712"/>
              <a:gd name="connsiteX43" fmla="*/ 683419 w 2543175"/>
              <a:gd name="connsiteY43" fmla="*/ 514350 h 1890712"/>
              <a:gd name="connsiteX44" fmla="*/ 700088 w 2543175"/>
              <a:gd name="connsiteY44" fmla="*/ 526256 h 1890712"/>
              <a:gd name="connsiteX45" fmla="*/ 709613 w 2543175"/>
              <a:gd name="connsiteY45" fmla="*/ 535781 h 1890712"/>
              <a:gd name="connsiteX46" fmla="*/ 719138 w 2543175"/>
              <a:gd name="connsiteY46" fmla="*/ 542925 h 1890712"/>
              <a:gd name="connsiteX47" fmla="*/ 733425 w 2543175"/>
              <a:gd name="connsiteY47" fmla="*/ 557212 h 1890712"/>
              <a:gd name="connsiteX48" fmla="*/ 750094 w 2543175"/>
              <a:gd name="connsiteY48" fmla="*/ 569119 h 1890712"/>
              <a:gd name="connsiteX49" fmla="*/ 769144 w 2543175"/>
              <a:gd name="connsiteY49" fmla="*/ 581025 h 1890712"/>
              <a:gd name="connsiteX50" fmla="*/ 785813 w 2543175"/>
              <a:gd name="connsiteY50" fmla="*/ 590550 h 1890712"/>
              <a:gd name="connsiteX51" fmla="*/ 792957 w 2543175"/>
              <a:gd name="connsiteY51" fmla="*/ 600075 h 1890712"/>
              <a:gd name="connsiteX52" fmla="*/ 809625 w 2543175"/>
              <a:gd name="connsiteY52" fmla="*/ 611981 h 1890712"/>
              <a:gd name="connsiteX53" fmla="*/ 816769 w 2543175"/>
              <a:gd name="connsiteY53" fmla="*/ 619125 h 1890712"/>
              <a:gd name="connsiteX54" fmla="*/ 826294 w 2543175"/>
              <a:gd name="connsiteY54" fmla="*/ 626269 h 1890712"/>
              <a:gd name="connsiteX55" fmla="*/ 840582 w 2543175"/>
              <a:gd name="connsiteY55" fmla="*/ 638175 h 1890712"/>
              <a:gd name="connsiteX56" fmla="*/ 847725 w 2543175"/>
              <a:gd name="connsiteY56" fmla="*/ 645319 h 1890712"/>
              <a:gd name="connsiteX57" fmla="*/ 857250 w 2543175"/>
              <a:gd name="connsiteY57" fmla="*/ 652462 h 1890712"/>
              <a:gd name="connsiteX58" fmla="*/ 888207 w 2543175"/>
              <a:gd name="connsiteY58" fmla="*/ 676275 h 1890712"/>
              <a:gd name="connsiteX59" fmla="*/ 907257 w 2543175"/>
              <a:gd name="connsiteY59" fmla="*/ 683419 h 1890712"/>
              <a:gd name="connsiteX60" fmla="*/ 928688 w 2543175"/>
              <a:gd name="connsiteY60" fmla="*/ 695325 h 1890712"/>
              <a:gd name="connsiteX61" fmla="*/ 942975 w 2543175"/>
              <a:gd name="connsiteY61" fmla="*/ 700087 h 1890712"/>
              <a:gd name="connsiteX62" fmla="*/ 964407 w 2543175"/>
              <a:gd name="connsiteY62" fmla="*/ 716756 h 1890712"/>
              <a:gd name="connsiteX63" fmla="*/ 971550 w 2543175"/>
              <a:gd name="connsiteY63" fmla="*/ 723900 h 1890712"/>
              <a:gd name="connsiteX64" fmla="*/ 983457 w 2543175"/>
              <a:gd name="connsiteY64" fmla="*/ 733425 h 1890712"/>
              <a:gd name="connsiteX65" fmla="*/ 990600 w 2543175"/>
              <a:gd name="connsiteY65" fmla="*/ 738187 h 1890712"/>
              <a:gd name="connsiteX66" fmla="*/ 1007269 w 2543175"/>
              <a:gd name="connsiteY66" fmla="*/ 752475 h 1890712"/>
              <a:gd name="connsiteX67" fmla="*/ 1031082 w 2543175"/>
              <a:gd name="connsiteY67" fmla="*/ 766762 h 1890712"/>
              <a:gd name="connsiteX68" fmla="*/ 1042988 w 2543175"/>
              <a:gd name="connsiteY68" fmla="*/ 773906 h 1890712"/>
              <a:gd name="connsiteX69" fmla="*/ 1071563 w 2543175"/>
              <a:gd name="connsiteY69" fmla="*/ 785812 h 1890712"/>
              <a:gd name="connsiteX70" fmla="*/ 1097757 w 2543175"/>
              <a:gd name="connsiteY70" fmla="*/ 807244 h 1890712"/>
              <a:gd name="connsiteX71" fmla="*/ 1104900 w 2543175"/>
              <a:gd name="connsiteY71" fmla="*/ 814387 h 1890712"/>
              <a:gd name="connsiteX72" fmla="*/ 1121569 w 2543175"/>
              <a:gd name="connsiteY72" fmla="*/ 823912 h 1890712"/>
              <a:gd name="connsiteX73" fmla="*/ 1138238 w 2543175"/>
              <a:gd name="connsiteY73" fmla="*/ 835819 h 1890712"/>
              <a:gd name="connsiteX74" fmla="*/ 1147763 w 2543175"/>
              <a:gd name="connsiteY74" fmla="*/ 842962 h 1890712"/>
              <a:gd name="connsiteX75" fmla="*/ 1157288 w 2543175"/>
              <a:gd name="connsiteY75" fmla="*/ 847725 h 1890712"/>
              <a:gd name="connsiteX76" fmla="*/ 1178719 w 2543175"/>
              <a:gd name="connsiteY76" fmla="*/ 859631 h 1890712"/>
              <a:gd name="connsiteX77" fmla="*/ 1188244 w 2543175"/>
              <a:gd name="connsiteY77" fmla="*/ 866775 h 1890712"/>
              <a:gd name="connsiteX78" fmla="*/ 1195388 w 2543175"/>
              <a:gd name="connsiteY78" fmla="*/ 871537 h 1890712"/>
              <a:gd name="connsiteX79" fmla="*/ 1212057 w 2543175"/>
              <a:gd name="connsiteY79" fmla="*/ 883444 h 1890712"/>
              <a:gd name="connsiteX80" fmla="*/ 1226344 w 2543175"/>
              <a:gd name="connsiteY80" fmla="*/ 895350 h 1890712"/>
              <a:gd name="connsiteX81" fmla="*/ 1245394 w 2543175"/>
              <a:gd name="connsiteY81" fmla="*/ 907256 h 1890712"/>
              <a:gd name="connsiteX82" fmla="*/ 1254919 w 2543175"/>
              <a:gd name="connsiteY82" fmla="*/ 914400 h 1890712"/>
              <a:gd name="connsiteX83" fmla="*/ 1269207 w 2543175"/>
              <a:gd name="connsiteY83" fmla="*/ 921544 h 1890712"/>
              <a:gd name="connsiteX84" fmla="*/ 1290638 w 2543175"/>
              <a:gd name="connsiteY84" fmla="*/ 935831 h 1890712"/>
              <a:gd name="connsiteX85" fmla="*/ 1307307 w 2543175"/>
              <a:gd name="connsiteY85" fmla="*/ 952500 h 1890712"/>
              <a:gd name="connsiteX86" fmla="*/ 1333500 w 2543175"/>
              <a:gd name="connsiteY86" fmla="*/ 971550 h 1890712"/>
              <a:gd name="connsiteX87" fmla="*/ 1359694 w 2543175"/>
              <a:gd name="connsiteY87" fmla="*/ 990600 h 1890712"/>
              <a:gd name="connsiteX88" fmla="*/ 1385888 w 2543175"/>
              <a:gd name="connsiteY88" fmla="*/ 1021557 h 1890712"/>
              <a:gd name="connsiteX89" fmla="*/ 1435894 w 2543175"/>
              <a:gd name="connsiteY89" fmla="*/ 1054894 h 1890712"/>
              <a:gd name="connsiteX90" fmla="*/ 1497806 w 2543175"/>
              <a:gd name="connsiteY90" fmla="*/ 1104900 h 1890712"/>
              <a:gd name="connsiteX91" fmla="*/ 1559718 w 2543175"/>
              <a:gd name="connsiteY91" fmla="*/ 1154906 h 1890712"/>
              <a:gd name="connsiteX92" fmla="*/ 1595438 w 2543175"/>
              <a:gd name="connsiteY92" fmla="*/ 1181100 h 1890712"/>
              <a:gd name="connsiteX93" fmla="*/ 1628775 w 2543175"/>
              <a:gd name="connsiteY93" fmla="*/ 1207294 h 1890712"/>
              <a:gd name="connsiteX94" fmla="*/ 1662113 w 2543175"/>
              <a:gd name="connsiteY94" fmla="*/ 1231107 h 1890712"/>
              <a:gd name="connsiteX95" fmla="*/ 1700213 w 2543175"/>
              <a:gd name="connsiteY95" fmla="*/ 1247775 h 1890712"/>
              <a:gd name="connsiteX96" fmla="*/ 1712119 w 2543175"/>
              <a:gd name="connsiteY96" fmla="*/ 1259681 h 1890712"/>
              <a:gd name="connsiteX97" fmla="*/ 1733550 w 2543175"/>
              <a:gd name="connsiteY97" fmla="*/ 1273969 h 1890712"/>
              <a:gd name="connsiteX98" fmla="*/ 1743075 w 2543175"/>
              <a:gd name="connsiteY98" fmla="*/ 1283494 h 1890712"/>
              <a:gd name="connsiteX99" fmla="*/ 1754982 w 2543175"/>
              <a:gd name="connsiteY99" fmla="*/ 1290637 h 1890712"/>
              <a:gd name="connsiteX100" fmla="*/ 1766888 w 2543175"/>
              <a:gd name="connsiteY100" fmla="*/ 1300162 h 1890712"/>
              <a:gd name="connsiteX101" fmla="*/ 1783557 w 2543175"/>
              <a:gd name="connsiteY101" fmla="*/ 1307306 h 1890712"/>
              <a:gd name="connsiteX102" fmla="*/ 1790700 w 2543175"/>
              <a:gd name="connsiteY102" fmla="*/ 1312069 h 1890712"/>
              <a:gd name="connsiteX103" fmla="*/ 1800225 w 2543175"/>
              <a:gd name="connsiteY103" fmla="*/ 1319212 h 1890712"/>
              <a:gd name="connsiteX104" fmla="*/ 1807369 w 2543175"/>
              <a:gd name="connsiteY104" fmla="*/ 1321594 h 1890712"/>
              <a:gd name="connsiteX105" fmla="*/ 1824038 w 2543175"/>
              <a:gd name="connsiteY105" fmla="*/ 1333500 h 1890712"/>
              <a:gd name="connsiteX106" fmla="*/ 1843088 w 2543175"/>
              <a:gd name="connsiteY106" fmla="*/ 1352550 h 1890712"/>
              <a:gd name="connsiteX107" fmla="*/ 1852613 w 2543175"/>
              <a:gd name="connsiteY107" fmla="*/ 1359694 h 1890712"/>
              <a:gd name="connsiteX108" fmla="*/ 1859757 w 2543175"/>
              <a:gd name="connsiteY108" fmla="*/ 1366837 h 1890712"/>
              <a:gd name="connsiteX109" fmla="*/ 1869282 w 2543175"/>
              <a:gd name="connsiteY109" fmla="*/ 1371600 h 1890712"/>
              <a:gd name="connsiteX110" fmla="*/ 1883569 w 2543175"/>
              <a:gd name="connsiteY110" fmla="*/ 1388269 h 1890712"/>
              <a:gd name="connsiteX111" fmla="*/ 1893094 w 2543175"/>
              <a:gd name="connsiteY111" fmla="*/ 1395412 h 1890712"/>
              <a:gd name="connsiteX112" fmla="*/ 1902619 w 2543175"/>
              <a:gd name="connsiteY112" fmla="*/ 1404937 h 1890712"/>
              <a:gd name="connsiteX113" fmla="*/ 1912144 w 2543175"/>
              <a:gd name="connsiteY113" fmla="*/ 1409700 h 1890712"/>
              <a:gd name="connsiteX114" fmla="*/ 1931194 w 2543175"/>
              <a:gd name="connsiteY114" fmla="*/ 1421606 h 1890712"/>
              <a:gd name="connsiteX115" fmla="*/ 1935957 w 2543175"/>
              <a:gd name="connsiteY115" fmla="*/ 1428750 h 1890712"/>
              <a:gd name="connsiteX116" fmla="*/ 1952625 w 2543175"/>
              <a:gd name="connsiteY116" fmla="*/ 1438275 h 1890712"/>
              <a:gd name="connsiteX117" fmla="*/ 1971675 w 2543175"/>
              <a:gd name="connsiteY117" fmla="*/ 1450181 h 1890712"/>
              <a:gd name="connsiteX118" fmla="*/ 1981200 w 2543175"/>
              <a:gd name="connsiteY118" fmla="*/ 1454944 h 1890712"/>
              <a:gd name="connsiteX119" fmla="*/ 1997869 w 2543175"/>
              <a:gd name="connsiteY119" fmla="*/ 1471612 h 1890712"/>
              <a:gd name="connsiteX120" fmla="*/ 2007394 w 2543175"/>
              <a:gd name="connsiteY120" fmla="*/ 1478756 h 1890712"/>
              <a:gd name="connsiteX121" fmla="*/ 2016919 w 2543175"/>
              <a:gd name="connsiteY121" fmla="*/ 1483519 h 1890712"/>
              <a:gd name="connsiteX122" fmla="*/ 2024063 w 2543175"/>
              <a:gd name="connsiteY122" fmla="*/ 1490662 h 1890712"/>
              <a:gd name="connsiteX123" fmla="*/ 2033588 w 2543175"/>
              <a:gd name="connsiteY123" fmla="*/ 1495425 h 1890712"/>
              <a:gd name="connsiteX124" fmla="*/ 2040732 w 2543175"/>
              <a:gd name="connsiteY124" fmla="*/ 1502569 h 1890712"/>
              <a:gd name="connsiteX125" fmla="*/ 2047875 w 2543175"/>
              <a:gd name="connsiteY125" fmla="*/ 1507331 h 1890712"/>
              <a:gd name="connsiteX126" fmla="*/ 2057400 w 2543175"/>
              <a:gd name="connsiteY126" fmla="*/ 1514475 h 1890712"/>
              <a:gd name="connsiteX127" fmla="*/ 2064544 w 2543175"/>
              <a:gd name="connsiteY127" fmla="*/ 1519237 h 1890712"/>
              <a:gd name="connsiteX128" fmla="*/ 2071688 w 2543175"/>
              <a:gd name="connsiteY128" fmla="*/ 1526381 h 1890712"/>
              <a:gd name="connsiteX129" fmla="*/ 2081213 w 2543175"/>
              <a:gd name="connsiteY129" fmla="*/ 1531144 h 1890712"/>
              <a:gd name="connsiteX130" fmla="*/ 2090738 w 2543175"/>
              <a:gd name="connsiteY130" fmla="*/ 1538287 h 1890712"/>
              <a:gd name="connsiteX131" fmla="*/ 2109788 w 2543175"/>
              <a:gd name="connsiteY131" fmla="*/ 1547812 h 1890712"/>
              <a:gd name="connsiteX132" fmla="*/ 2131219 w 2543175"/>
              <a:gd name="connsiteY132" fmla="*/ 1562100 h 1890712"/>
              <a:gd name="connsiteX133" fmla="*/ 2140744 w 2543175"/>
              <a:gd name="connsiteY133" fmla="*/ 1566862 h 1890712"/>
              <a:gd name="connsiteX134" fmla="*/ 2152650 w 2543175"/>
              <a:gd name="connsiteY134" fmla="*/ 1576387 h 1890712"/>
              <a:gd name="connsiteX135" fmla="*/ 2181225 w 2543175"/>
              <a:gd name="connsiteY135" fmla="*/ 1590675 h 1890712"/>
              <a:gd name="connsiteX136" fmla="*/ 2200275 w 2543175"/>
              <a:gd name="connsiteY136" fmla="*/ 1607344 h 1890712"/>
              <a:gd name="connsiteX137" fmla="*/ 2207419 w 2543175"/>
              <a:gd name="connsiteY137" fmla="*/ 1612106 h 1890712"/>
              <a:gd name="connsiteX138" fmla="*/ 2216944 w 2543175"/>
              <a:gd name="connsiteY138" fmla="*/ 1619250 h 1890712"/>
              <a:gd name="connsiteX139" fmla="*/ 2247900 w 2543175"/>
              <a:gd name="connsiteY139" fmla="*/ 1643062 h 1890712"/>
              <a:gd name="connsiteX140" fmla="*/ 2281238 w 2543175"/>
              <a:gd name="connsiteY140" fmla="*/ 1674019 h 1890712"/>
              <a:gd name="connsiteX141" fmla="*/ 2312194 w 2543175"/>
              <a:gd name="connsiteY141" fmla="*/ 1702594 h 1890712"/>
              <a:gd name="connsiteX142" fmla="*/ 2369344 w 2543175"/>
              <a:gd name="connsiteY142" fmla="*/ 1757363 h 1890712"/>
              <a:gd name="connsiteX143" fmla="*/ 2428876 w 2543175"/>
              <a:gd name="connsiteY143" fmla="*/ 1785938 h 1890712"/>
              <a:gd name="connsiteX144" fmla="*/ 2469356 w 2543175"/>
              <a:gd name="connsiteY144" fmla="*/ 1816894 h 1890712"/>
              <a:gd name="connsiteX145" fmla="*/ 2514600 w 2543175"/>
              <a:gd name="connsiteY145" fmla="*/ 1850231 h 1890712"/>
              <a:gd name="connsiteX146" fmla="*/ 2519363 w 2543175"/>
              <a:gd name="connsiteY146" fmla="*/ 1857375 h 1890712"/>
              <a:gd name="connsiteX147" fmla="*/ 2540794 w 2543175"/>
              <a:gd name="connsiteY147" fmla="*/ 1883569 h 1890712"/>
              <a:gd name="connsiteX148" fmla="*/ 2543175 w 2543175"/>
              <a:gd name="connsiteY148" fmla="*/ 1890712 h 1890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Lst>
            <a:rect l="l" t="t" r="r" b="b"/>
            <a:pathLst>
              <a:path w="2543175" h="1890712">
                <a:moveTo>
                  <a:pt x="0" y="0"/>
                </a:moveTo>
                <a:cubicBezTo>
                  <a:pt x="3969" y="3969"/>
                  <a:pt x="7477" y="8460"/>
                  <a:pt x="11907" y="11906"/>
                </a:cubicBezTo>
                <a:cubicBezTo>
                  <a:pt x="14709" y="14085"/>
                  <a:pt x="18922" y="14159"/>
                  <a:pt x="21432" y="16669"/>
                </a:cubicBezTo>
                <a:cubicBezTo>
                  <a:pt x="23207" y="18444"/>
                  <a:pt x="22354" y="21770"/>
                  <a:pt x="23813" y="23812"/>
                </a:cubicBezTo>
                <a:cubicBezTo>
                  <a:pt x="26423" y="27466"/>
                  <a:pt x="30381" y="29958"/>
                  <a:pt x="33338" y="33337"/>
                </a:cubicBezTo>
                <a:cubicBezTo>
                  <a:pt x="35951" y="36324"/>
                  <a:pt x="37676" y="40056"/>
                  <a:pt x="40482" y="42862"/>
                </a:cubicBezTo>
                <a:cubicBezTo>
                  <a:pt x="42506" y="44886"/>
                  <a:pt x="45296" y="45961"/>
                  <a:pt x="47625" y="47625"/>
                </a:cubicBezTo>
                <a:cubicBezTo>
                  <a:pt x="50854" y="49932"/>
                  <a:pt x="53920" y="52462"/>
                  <a:pt x="57150" y="54769"/>
                </a:cubicBezTo>
                <a:cubicBezTo>
                  <a:pt x="59479" y="56432"/>
                  <a:pt x="62004" y="57814"/>
                  <a:pt x="64294" y="59531"/>
                </a:cubicBezTo>
                <a:cubicBezTo>
                  <a:pt x="70526" y="64205"/>
                  <a:pt x="76425" y="69975"/>
                  <a:pt x="83344" y="73819"/>
                </a:cubicBezTo>
                <a:cubicBezTo>
                  <a:pt x="87999" y="76405"/>
                  <a:pt x="92977" y="78376"/>
                  <a:pt x="97632" y="80962"/>
                </a:cubicBezTo>
                <a:cubicBezTo>
                  <a:pt x="100134" y="82352"/>
                  <a:pt x="102602" y="83862"/>
                  <a:pt x="104775" y="85725"/>
                </a:cubicBezTo>
                <a:cubicBezTo>
                  <a:pt x="108184" y="88647"/>
                  <a:pt x="110492" y="92870"/>
                  <a:pt x="114300" y="95250"/>
                </a:cubicBezTo>
                <a:cubicBezTo>
                  <a:pt x="117075" y="96984"/>
                  <a:pt x="120650" y="96837"/>
                  <a:pt x="123825" y="97631"/>
                </a:cubicBezTo>
                <a:cubicBezTo>
                  <a:pt x="126206" y="100012"/>
                  <a:pt x="128412" y="102583"/>
                  <a:pt x="130969" y="104775"/>
                </a:cubicBezTo>
                <a:cubicBezTo>
                  <a:pt x="133982" y="107358"/>
                  <a:pt x="137264" y="109612"/>
                  <a:pt x="140494" y="111919"/>
                </a:cubicBezTo>
                <a:cubicBezTo>
                  <a:pt x="142823" y="113582"/>
                  <a:pt x="145439" y="114849"/>
                  <a:pt x="147638" y="116681"/>
                </a:cubicBezTo>
                <a:cubicBezTo>
                  <a:pt x="162120" y="128749"/>
                  <a:pt x="146681" y="119775"/>
                  <a:pt x="164307" y="128587"/>
                </a:cubicBezTo>
                <a:cubicBezTo>
                  <a:pt x="175940" y="140221"/>
                  <a:pt x="166351" y="132138"/>
                  <a:pt x="180975" y="140494"/>
                </a:cubicBezTo>
                <a:cubicBezTo>
                  <a:pt x="186596" y="143706"/>
                  <a:pt x="192522" y="148741"/>
                  <a:pt x="197644" y="152400"/>
                </a:cubicBezTo>
                <a:cubicBezTo>
                  <a:pt x="199973" y="154063"/>
                  <a:pt x="202459" y="155499"/>
                  <a:pt x="204788" y="157162"/>
                </a:cubicBezTo>
                <a:cubicBezTo>
                  <a:pt x="208018" y="159469"/>
                  <a:pt x="207169" y="159544"/>
                  <a:pt x="214313" y="164306"/>
                </a:cubicBezTo>
                <a:cubicBezTo>
                  <a:pt x="221457" y="169068"/>
                  <a:pt x="233363" y="176609"/>
                  <a:pt x="247650" y="185737"/>
                </a:cubicBezTo>
                <a:cubicBezTo>
                  <a:pt x="261937" y="194865"/>
                  <a:pt x="284163" y="207566"/>
                  <a:pt x="300038" y="219075"/>
                </a:cubicBezTo>
                <a:cubicBezTo>
                  <a:pt x="315913" y="230584"/>
                  <a:pt x="331788" y="247253"/>
                  <a:pt x="342900" y="254794"/>
                </a:cubicBezTo>
                <a:cubicBezTo>
                  <a:pt x="357188" y="265510"/>
                  <a:pt x="375444" y="276622"/>
                  <a:pt x="385763" y="283369"/>
                </a:cubicBezTo>
                <a:cubicBezTo>
                  <a:pt x="396082" y="290116"/>
                  <a:pt x="400447" y="292894"/>
                  <a:pt x="404813" y="295275"/>
                </a:cubicBezTo>
                <a:cubicBezTo>
                  <a:pt x="409179" y="297656"/>
                  <a:pt x="403057" y="291465"/>
                  <a:pt x="411957" y="297656"/>
                </a:cubicBezTo>
                <a:cubicBezTo>
                  <a:pt x="420857" y="303847"/>
                  <a:pt x="444320" y="322101"/>
                  <a:pt x="458211" y="332420"/>
                </a:cubicBezTo>
                <a:cubicBezTo>
                  <a:pt x="472102" y="342739"/>
                  <a:pt x="486737" y="352266"/>
                  <a:pt x="495300" y="359569"/>
                </a:cubicBezTo>
                <a:cubicBezTo>
                  <a:pt x="503863" y="366872"/>
                  <a:pt x="492279" y="355466"/>
                  <a:pt x="509588" y="376237"/>
                </a:cubicBezTo>
                <a:cubicBezTo>
                  <a:pt x="511420" y="378436"/>
                  <a:pt x="512518" y="381182"/>
                  <a:pt x="514350" y="383381"/>
                </a:cubicBezTo>
                <a:cubicBezTo>
                  <a:pt x="527305" y="398928"/>
                  <a:pt x="515259" y="381909"/>
                  <a:pt x="531019" y="397669"/>
                </a:cubicBezTo>
                <a:cubicBezTo>
                  <a:pt x="533825" y="400475"/>
                  <a:pt x="535550" y="404207"/>
                  <a:pt x="538163" y="407194"/>
                </a:cubicBezTo>
                <a:cubicBezTo>
                  <a:pt x="555321" y="426803"/>
                  <a:pt x="540377" y="409091"/>
                  <a:pt x="554832" y="421481"/>
                </a:cubicBezTo>
                <a:cubicBezTo>
                  <a:pt x="558241" y="424403"/>
                  <a:pt x="560978" y="428049"/>
                  <a:pt x="564357" y="431006"/>
                </a:cubicBezTo>
                <a:cubicBezTo>
                  <a:pt x="567344" y="433619"/>
                  <a:pt x="570783" y="435671"/>
                  <a:pt x="573882" y="438150"/>
                </a:cubicBezTo>
                <a:cubicBezTo>
                  <a:pt x="577392" y="440958"/>
                  <a:pt x="589001" y="451663"/>
                  <a:pt x="595313" y="454819"/>
                </a:cubicBezTo>
                <a:cubicBezTo>
                  <a:pt x="597558" y="455942"/>
                  <a:pt x="600212" y="456077"/>
                  <a:pt x="602457" y="457200"/>
                </a:cubicBezTo>
                <a:cubicBezTo>
                  <a:pt x="627542" y="469743"/>
                  <a:pt x="610065" y="464460"/>
                  <a:pt x="628650" y="469106"/>
                </a:cubicBezTo>
                <a:cubicBezTo>
                  <a:pt x="634206" y="473869"/>
                  <a:pt x="639401" y="479090"/>
                  <a:pt x="645319" y="483394"/>
                </a:cubicBezTo>
                <a:cubicBezTo>
                  <a:pt x="648190" y="485482"/>
                  <a:pt x="652149" y="485846"/>
                  <a:pt x="654844" y="488156"/>
                </a:cubicBezTo>
                <a:cubicBezTo>
                  <a:pt x="657857" y="490739"/>
                  <a:pt x="659062" y="494999"/>
                  <a:pt x="661988" y="497681"/>
                </a:cubicBezTo>
                <a:cubicBezTo>
                  <a:pt x="668659" y="503796"/>
                  <a:pt x="675889" y="509330"/>
                  <a:pt x="683419" y="514350"/>
                </a:cubicBezTo>
                <a:cubicBezTo>
                  <a:pt x="688757" y="517908"/>
                  <a:pt x="695358" y="522117"/>
                  <a:pt x="700088" y="526256"/>
                </a:cubicBezTo>
                <a:cubicBezTo>
                  <a:pt x="703467" y="529213"/>
                  <a:pt x="706234" y="532824"/>
                  <a:pt x="709613" y="535781"/>
                </a:cubicBezTo>
                <a:cubicBezTo>
                  <a:pt x="712600" y="538394"/>
                  <a:pt x="716188" y="540270"/>
                  <a:pt x="719138" y="542925"/>
                </a:cubicBezTo>
                <a:cubicBezTo>
                  <a:pt x="724144" y="547430"/>
                  <a:pt x="727401" y="554200"/>
                  <a:pt x="733425" y="557212"/>
                </a:cubicBezTo>
                <a:cubicBezTo>
                  <a:pt x="758177" y="569589"/>
                  <a:pt x="728852" y="553670"/>
                  <a:pt x="750094" y="569119"/>
                </a:cubicBezTo>
                <a:cubicBezTo>
                  <a:pt x="756150" y="573523"/>
                  <a:pt x="762723" y="577172"/>
                  <a:pt x="769144" y="581025"/>
                </a:cubicBezTo>
                <a:cubicBezTo>
                  <a:pt x="774632" y="584317"/>
                  <a:pt x="785813" y="590550"/>
                  <a:pt x="785813" y="590550"/>
                </a:cubicBezTo>
                <a:cubicBezTo>
                  <a:pt x="788194" y="593725"/>
                  <a:pt x="790151" y="597269"/>
                  <a:pt x="792957" y="600075"/>
                </a:cubicBezTo>
                <a:cubicBezTo>
                  <a:pt x="801539" y="608657"/>
                  <a:pt x="801510" y="605219"/>
                  <a:pt x="809625" y="611981"/>
                </a:cubicBezTo>
                <a:cubicBezTo>
                  <a:pt x="812212" y="614137"/>
                  <a:pt x="814212" y="616933"/>
                  <a:pt x="816769" y="619125"/>
                </a:cubicBezTo>
                <a:cubicBezTo>
                  <a:pt x="819782" y="621708"/>
                  <a:pt x="823195" y="623790"/>
                  <a:pt x="826294" y="626269"/>
                </a:cubicBezTo>
                <a:cubicBezTo>
                  <a:pt x="831135" y="630142"/>
                  <a:pt x="835948" y="634056"/>
                  <a:pt x="840582" y="638175"/>
                </a:cubicBezTo>
                <a:cubicBezTo>
                  <a:pt x="843099" y="640412"/>
                  <a:pt x="845168" y="643127"/>
                  <a:pt x="847725" y="645319"/>
                </a:cubicBezTo>
                <a:cubicBezTo>
                  <a:pt x="850738" y="647902"/>
                  <a:pt x="850503" y="647303"/>
                  <a:pt x="857250" y="652462"/>
                </a:cubicBezTo>
                <a:cubicBezTo>
                  <a:pt x="863997" y="657621"/>
                  <a:pt x="879873" y="671116"/>
                  <a:pt x="888207" y="676275"/>
                </a:cubicBezTo>
                <a:cubicBezTo>
                  <a:pt x="896541" y="681434"/>
                  <a:pt x="900510" y="680244"/>
                  <a:pt x="907257" y="683419"/>
                </a:cubicBezTo>
                <a:cubicBezTo>
                  <a:pt x="913293" y="687040"/>
                  <a:pt x="921861" y="692594"/>
                  <a:pt x="928688" y="695325"/>
                </a:cubicBezTo>
                <a:cubicBezTo>
                  <a:pt x="933349" y="697189"/>
                  <a:pt x="938213" y="698500"/>
                  <a:pt x="942975" y="700087"/>
                </a:cubicBezTo>
                <a:cubicBezTo>
                  <a:pt x="950119" y="705643"/>
                  <a:pt x="958008" y="710356"/>
                  <a:pt x="964407" y="716756"/>
                </a:cubicBezTo>
                <a:cubicBezTo>
                  <a:pt x="966788" y="719137"/>
                  <a:pt x="969016" y="721682"/>
                  <a:pt x="971550" y="723900"/>
                </a:cubicBezTo>
                <a:cubicBezTo>
                  <a:pt x="975375" y="727247"/>
                  <a:pt x="979391" y="730375"/>
                  <a:pt x="983457" y="733425"/>
                </a:cubicBezTo>
                <a:cubicBezTo>
                  <a:pt x="985746" y="735142"/>
                  <a:pt x="988402" y="736355"/>
                  <a:pt x="990600" y="738187"/>
                </a:cubicBezTo>
                <a:cubicBezTo>
                  <a:pt x="1003421" y="748872"/>
                  <a:pt x="991667" y="742445"/>
                  <a:pt x="1007269" y="752475"/>
                </a:cubicBezTo>
                <a:cubicBezTo>
                  <a:pt x="1015056" y="757481"/>
                  <a:pt x="1023144" y="762000"/>
                  <a:pt x="1031082" y="766762"/>
                </a:cubicBezTo>
                <a:cubicBezTo>
                  <a:pt x="1035051" y="769143"/>
                  <a:pt x="1038597" y="772442"/>
                  <a:pt x="1042988" y="773906"/>
                </a:cubicBezTo>
                <a:cubicBezTo>
                  <a:pt x="1062326" y="780353"/>
                  <a:pt x="1052785" y="776424"/>
                  <a:pt x="1071563" y="785812"/>
                </a:cubicBezTo>
                <a:cubicBezTo>
                  <a:pt x="1104554" y="818805"/>
                  <a:pt x="1069470" y="786029"/>
                  <a:pt x="1097757" y="807244"/>
                </a:cubicBezTo>
                <a:cubicBezTo>
                  <a:pt x="1100451" y="809264"/>
                  <a:pt x="1102343" y="812196"/>
                  <a:pt x="1104900" y="814387"/>
                </a:cubicBezTo>
                <a:cubicBezTo>
                  <a:pt x="1114075" y="822251"/>
                  <a:pt x="1112151" y="820773"/>
                  <a:pt x="1121569" y="823912"/>
                </a:cubicBezTo>
                <a:cubicBezTo>
                  <a:pt x="1135186" y="837529"/>
                  <a:pt x="1121524" y="825373"/>
                  <a:pt x="1138238" y="835819"/>
                </a:cubicBezTo>
                <a:cubicBezTo>
                  <a:pt x="1141603" y="837922"/>
                  <a:pt x="1144398" y="840859"/>
                  <a:pt x="1147763" y="842962"/>
                </a:cubicBezTo>
                <a:cubicBezTo>
                  <a:pt x="1150773" y="844843"/>
                  <a:pt x="1154334" y="845756"/>
                  <a:pt x="1157288" y="847725"/>
                </a:cubicBezTo>
                <a:cubicBezTo>
                  <a:pt x="1176376" y="860451"/>
                  <a:pt x="1161284" y="855273"/>
                  <a:pt x="1178719" y="859631"/>
                </a:cubicBezTo>
                <a:cubicBezTo>
                  <a:pt x="1181894" y="862012"/>
                  <a:pt x="1185014" y="864468"/>
                  <a:pt x="1188244" y="866775"/>
                </a:cubicBezTo>
                <a:cubicBezTo>
                  <a:pt x="1190573" y="868438"/>
                  <a:pt x="1193364" y="869513"/>
                  <a:pt x="1195388" y="871537"/>
                </a:cubicBezTo>
                <a:cubicBezTo>
                  <a:pt x="1208545" y="884693"/>
                  <a:pt x="1195343" y="879264"/>
                  <a:pt x="1212057" y="883444"/>
                </a:cubicBezTo>
                <a:cubicBezTo>
                  <a:pt x="1227843" y="893968"/>
                  <a:pt x="1210302" y="881600"/>
                  <a:pt x="1226344" y="895350"/>
                </a:cubicBezTo>
                <a:cubicBezTo>
                  <a:pt x="1240876" y="907806"/>
                  <a:pt x="1230381" y="897873"/>
                  <a:pt x="1245394" y="907256"/>
                </a:cubicBezTo>
                <a:cubicBezTo>
                  <a:pt x="1248760" y="909359"/>
                  <a:pt x="1251516" y="912358"/>
                  <a:pt x="1254919" y="914400"/>
                </a:cubicBezTo>
                <a:cubicBezTo>
                  <a:pt x="1259485" y="917140"/>
                  <a:pt x="1264532" y="918994"/>
                  <a:pt x="1269207" y="921544"/>
                </a:cubicBezTo>
                <a:cubicBezTo>
                  <a:pt x="1275474" y="924962"/>
                  <a:pt x="1285165" y="930855"/>
                  <a:pt x="1290638" y="935831"/>
                </a:cubicBezTo>
                <a:cubicBezTo>
                  <a:pt x="1296452" y="941117"/>
                  <a:pt x="1300769" y="948141"/>
                  <a:pt x="1307307" y="952500"/>
                </a:cubicBezTo>
                <a:cubicBezTo>
                  <a:pt x="1319614" y="960705"/>
                  <a:pt x="1316156" y="958208"/>
                  <a:pt x="1333500" y="971550"/>
                </a:cubicBezTo>
                <a:cubicBezTo>
                  <a:pt x="1345211" y="980558"/>
                  <a:pt x="1350963" y="982266"/>
                  <a:pt x="1359694" y="990600"/>
                </a:cubicBezTo>
                <a:cubicBezTo>
                  <a:pt x="1368425" y="998934"/>
                  <a:pt x="1373188" y="1010841"/>
                  <a:pt x="1385888" y="1021557"/>
                </a:cubicBezTo>
                <a:cubicBezTo>
                  <a:pt x="1398588" y="1032273"/>
                  <a:pt x="1417241" y="1041004"/>
                  <a:pt x="1435894" y="1054894"/>
                </a:cubicBezTo>
                <a:cubicBezTo>
                  <a:pt x="1454547" y="1068784"/>
                  <a:pt x="1477169" y="1088231"/>
                  <a:pt x="1497806" y="1104900"/>
                </a:cubicBezTo>
                <a:lnTo>
                  <a:pt x="1559718" y="1154906"/>
                </a:lnTo>
                <a:cubicBezTo>
                  <a:pt x="1575990" y="1167606"/>
                  <a:pt x="1583929" y="1172369"/>
                  <a:pt x="1595438" y="1181100"/>
                </a:cubicBezTo>
                <a:cubicBezTo>
                  <a:pt x="1606947" y="1189831"/>
                  <a:pt x="1617663" y="1198960"/>
                  <a:pt x="1628775" y="1207294"/>
                </a:cubicBezTo>
                <a:cubicBezTo>
                  <a:pt x="1639887" y="1215628"/>
                  <a:pt x="1650207" y="1224360"/>
                  <a:pt x="1662113" y="1231107"/>
                </a:cubicBezTo>
                <a:cubicBezTo>
                  <a:pt x="1674019" y="1237854"/>
                  <a:pt x="1691879" y="1243013"/>
                  <a:pt x="1700213" y="1247775"/>
                </a:cubicBezTo>
                <a:cubicBezTo>
                  <a:pt x="1704182" y="1251744"/>
                  <a:pt x="1707306" y="1256793"/>
                  <a:pt x="1712119" y="1259681"/>
                </a:cubicBezTo>
                <a:cubicBezTo>
                  <a:pt x="1720417" y="1264660"/>
                  <a:pt x="1726335" y="1267656"/>
                  <a:pt x="1733550" y="1273969"/>
                </a:cubicBezTo>
                <a:cubicBezTo>
                  <a:pt x="1736929" y="1276926"/>
                  <a:pt x="1739531" y="1280737"/>
                  <a:pt x="1743075" y="1283494"/>
                </a:cubicBezTo>
                <a:cubicBezTo>
                  <a:pt x="1746729" y="1286335"/>
                  <a:pt x="1751190" y="1287983"/>
                  <a:pt x="1754982" y="1290637"/>
                </a:cubicBezTo>
                <a:cubicBezTo>
                  <a:pt x="1759146" y="1293551"/>
                  <a:pt x="1762659" y="1297343"/>
                  <a:pt x="1766888" y="1300162"/>
                </a:cubicBezTo>
                <a:cubicBezTo>
                  <a:pt x="1772775" y="1304087"/>
                  <a:pt x="1777205" y="1305189"/>
                  <a:pt x="1783557" y="1307306"/>
                </a:cubicBezTo>
                <a:cubicBezTo>
                  <a:pt x="1785938" y="1308894"/>
                  <a:pt x="1788371" y="1310406"/>
                  <a:pt x="1790700" y="1312069"/>
                </a:cubicBezTo>
                <a:cubicBezTo>
                  <a:pt x="1793929" y="1314376"/>
                  <a:pt x="1796779" y="1317243"/>
                  <a:pt x="1800225" y="1319212"/>
                </a:cubicBezTo>
                <a:cubicBezTo>
                  <a:pt x="1802404" y="1320457"/>
                  <a:pt x="1804988" y="1320800"/>
                  <a:pt x="1807369" y="1321594"/>
                </a:cubicBezTo>
                <a:cubicBezTo>
                  <a:pt x="1812925" y="1325563"/>
                  <a:pt x="1818878" y="1329028"/>
                  <a:pt x="1824038" y="1333500"/>
                </a:cubicBezTo>
                <a:cubicBezTo>
                  <a:pt x="1830824" y="1339381"/>
                  <a:pt x="1835904" y="1347162"/>
                  <a:pt x="1843088" y="1352550"/>
                </a:cubicBezTo>
                <a:cubicBezTo>
                  <a:pt x="1846263" y="1354931"/>
                  <a:pt x="1849600" y="1357111"/>
                  <a:pt x="1852613" y="1359694"/>
                </a:cubicBezTo>
                <a:cubicBezTo>
                  <a:pt x="1855170" y="1361885"/>
                  <a:pt x="1857017" y="1364880"/>
                  <a:pt x="1859757" y="1366837"/>
                </a:cubicBezTo>
                <a:cubicBezTo>
                  <a:pt x="1862646" y="1368900"/>
                  <a:pt x="1866107" y="1370012"/>
                  <a:pt x="1869282" y="1371600"/>
                </a:cubicBezTo>
                <a:cubicBezTo>
                  <a:pt x="1874928" y="1379129"/>
                  <a:pt x="1876604" y="1382299"/>
                  <a:pt x="1883569" y="1388269"/>
                </a:cubicBezTo>
                <a:cubicBezTo>
                  <a:pt x="1886582" y="1390852"/>
                  <a:pt x="1890107" y="1392799"/>
                  <a:pt x="1893094" y="1395412"/>
                </a:cubicBezTo>
                <a:cubicBezTo>
                  <a:pt x="1896473" y="1398369"/>
                  <a:pt x="1899027" y="1402243"/>
                  <a:pt x="1902619" y="1404937"/>
                </a:cubicBezTo>
                <a:cubicBezTo>
                  <a:pt x="1905459" y="1407067"/>
                  <a:pt x="1909078" y="1407911"/>
                  <a:pt x="1912144" y="1409700"/>
                </a:cubicBezTo>
                <a:cubicBezTo>
                  <a:pt x="1918612" y="1413473"/>
                  <a:pt x="1931194" y="1421606"/>
                  <a:pt x="1931194" y="1421606"/>
                </a:cubicBezTo>
                <a:cubicBezTo>
                  <a:pt x="1932782" y="1423987"/>
                  <a:pt x="1933933" y="1426726"/>
                  <a:pt x="1935957" y="1428750"/>
                </a:cubicBezTo>
                <a:cubicBezTo>
                  <a:pt x="1939923" y="1432716"/>
                  <a:pt x="1948145" y="1435662"/>
                  <a:pt x="1952625" y="1438275"/>
                </a:cubicBezTo>
                <a:cubicBezTo>
                  <a:pt x="1959093" y="1442048"/>
                  <a:pt x="1964978" y="1446832"/>
                  <a:pt x="1971675" y="1450181"/>
                </a:cubicBezTo>
                <a:cubicBezTo>
                  <a:pt x="1974850" y="1451769"/>
                  <a:pt x="1978453" y="1452696"/>
                  <a:pt x="1981200" y="1454944"/>
                </a:cubicBezTo>
                <a:cubicBezTo>
                  <a:pt x="1987282" y="1459920"/>
                  <a:pt x="1991583" y="1466897"/>
                  <a:pt x="1997869" y="1471612"/>
                </a:cubicBezTo>
                <a:cubicBezTo>
                  <a:pt x="2001044" y="1473993"/>
                  <a:pt x="2004029" y="1476652"/>
                  <a:pt x="2007394" y="1478756"/>
                </a:cubicBezTo>
                <a:cubicBezTo>
                  <a:pt x="2010404" y="1480637"/>
                  <a:pt x="2014030" y="1481456"/>
                  <a:pt x="2016919" y="1483519"/>
                </a:cubicBezTo>
                <a:cubicBezTo>
                  <a:pt x="2019659" y="1485476"/>
                  <a:pt x="2021323" y="1488705"/>
                  <a:pt x="2024063" y="1490662"/>
                </a:cubicBezTo>
                <a:cubicBezTo>
                  <a:pt x="2026952" y="1492725"/>
                  <a:pt x="2030699" y="1493362"/>
                  <a:pt x="2033588" y="1495425"/>
                </a:cubicBezTo>
                <a:cubicBezTo>
                  <a:pt x="2036328" y="1497383"/>
                  <a:pt x="2038145" y="1500413"/>
                  <a:pt x="2040732" y="1502569"/>
                </a:cubicBezTo>
                <a:cubicBezTo>
                  <a:pt x="2042930" y="1504401"/>
                  <a:pt x="2045546" y="1505668"/>
                  <a:pt x="2047875" y="1507331"/>
                </a:cubicBezTo>
                <a:cubicBezTo>
                  <a:pt x="2051105" y="1509638"/>
                  <a:pt x="2054170" y="1512168"/>
                  <a:pt x="2057400" y="1514475"/>
                </a:cubicBezTo>
                <a:cubicBezTo>
                  <a:pt x="2059729" y="1516138"/>
                  <a:pt x="2062345" y="1517405"/>
                  <a:pt x="2064544" y="1519237"/>
                </a:cubicBezTo>
                <a:cubicBezTo>
                  <a:pt x="2067131" y="1521393"/>
                  <a:pt x="2068948" y="1524423"/>
                  <a:pt x="2071688" y="1526381"/>
                </a:cubicBezTo>
                <a:cubicBezTo>
                  <a:pt x="2074577" y="1528444"/>
                  <a:pt x="2078203" y="1529263"/>
                  <a:pt x="2081213" y="1531144"/>
                </a:cubicBezTo>
                <a:cubicBezTo>
                  <a:pt x="2084578" y="1533247"/>
                  <a:pt x="2087310" y="1536287"/>
                  <a:pt x="2090738" y="1538287"/>
                </a:cubicBezTo>
                <a:cubicBezTo>
                  <a:pt x="2096870" y="1541864"/>
                  <a:pt x="2103537" y="1544446"/>
                  <a:pt x="2109788" y="1547812"/>
                </a:cubicBezTo>
                <a:cubicBezTo>
                  <a:pt x="2136499" y="1562195"/>
                  <a:pt x="2108214" y="1547722"/>
                  <a:pt x="2131219" y="1562100"/>
                </a:cubicBezTo>
                <a:cubicBezTo>
                  <a:pt x="2134229" y="1563981"/>
                  <a:pt x="2137790" y="1564893"/>
                  <a:pt x="2140744" y="1566862"/>
                </a:cubicBezTo>
                <a:cubicBezTo>
                  <a:pt x="2144973" y="1569681"/>
                  <a:pt x="2148188" y="1573953"/>
                  <a:pt x="2152650" y="1576387"/>
                </a:cubicBezTo>
                <a:cubicBezTo>
                  <a:pt x="2180316" y="1591478"/>
                  <a:pt x="2153699" y="1568654"/>
                  <a:pt x="2181225" y="1590675"/>
                </a:cubicBezTo>
                <a:cubicBezTo>
                  <a:pt x="2216124" y="1618594"/>
                  <a:pt x="2167211" y="1583728"/>
                  <a:pt x="2200275" y="1607344"/>
                </a:cubicBezTo>
                <a:cubicBezTo>
                  <a:pt x="2202604" y="1609007"/>
                  <a:pt x="2205090" y="1610443"/>
                  <a:pt x="2207419" y="1612106"/>
                </a:cubicBezTo>
                <a:cubicBezTo>
                  <a:pt x="2210649" y="1614413"/>
                  <a:pt x="2210197" y="1614091"/>
                  <a:pt x="2216944" y="1619250"/>
                </a:cubicBezTo>
                <a:cubicBezTo>
                  <a:pt x="2223691" y="1624409"/>
                  <a:pt x="2241550" y="1637903"/>
                  <a:pt x="2247900" y="1643062"/>
                </a:cubicBezTo>
                <a:cubicBezTo>
                  <a:pt x="2258616" y="1650603"/>
                  <a:pt x="2270522" y="1664097"/>
                  <a:pt x="2281238" y="1674019"/>
                </a:cubicBezTo>
                <a:cubicBezTo>
                  <a:pt x="2291954" y="1683941"/>
                  <a:pt x="2297510" y="1688703"/>
                  <a:pt x="2312194" y="1702594"/>
                </a:cubicBezTo>
                <a:cubicBezTo>
                  <a:pt x="2326878" y="1716485"/>
                  <a:pt x="2349897" y="1743472"/>
                  <a:pt x="2369344" y="1757363"/>
                </a:cubicBezTo>
                <a:cubicBezTo>
                  <a:pt x="2388791" y="1771254"/>
                  <a:pt x="2412207" y="1776016"/>
                  <a:pt x="2428876" y="1785938"/>
                </a:cubicBezTo>
                <a:cubicBezTo>
                  <a:pt x="2445545" y="1795860"/>
                  <a:pt x="2459831" y="1814116"/>
                  <a:pt x="2469356" y="1816894"/>
                </a:cubicBezTo>
                <a:cubicBezTo>
                  <a:pt x="2484437" y="1828006"/>
                  <a:pt x="2506266" y="1843484"/>
                  <a:pt x="2514600" y="1850231"/>
                </a:cubicBezTo>
                <a:cubicBezTo>
                  <a:pt x="2522934" y="1856978"/>
                  <a:pt x="2517478" y="1855221"/>
                  <a:pt x="2519363" y="1857375"/>
                </a:cubicBezTo>
                <a:cubicBezTo>
                  <a:pt x="2526535" y="1865571"/>
                  <a:pt x="2537112" y="1872522"/>
                  <a:pt x="2540794" y="1883569"/>
                </a:cubicBezTo>
                <a:lnTo>
                  <a:pt x="2543175" y="1890712"/>
                </a:lnTo>
              </a:path>
            </a:pathLst>
          </a:cu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Freeform: Shape 10">
            <a:extLst>
              <a:ext uri="{FF2B5EF4-FFF2-40B4-BE49-F238E27FC236}">
                <a16:creationId xmlns:a16="http://schemas.microsoft.com/office/drawing/2014/main" id="{5C3A8F19-9051-411F-7352-7ACB180563EB}"/>
              </a:ext>
            </a:extLst>
          </p:cNvPr>
          <p:cNvSpPr/>
          <p:nvPr/>
        </p:nvSpPr>
        <p:spPr>
          <a:xfrm flipH="1">
            <a:off x="628642" y="4149740"/>
            <a:ext cx="1359156" cy="198874"/>
          </a:xfrm>
          <a:custGeom>
            <a:avLst/>
            <a:gdLst>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297657 w 1716882"/>
              <a:gd name="connsiteY11" fmla="*/ 211931 h 252412"/>
              <a:gd name="connsiteX12" fmla="*/ 402432 w 1716882"/>
              <a:gd name="connsiteY12" fmla="*/ 200025 h 252412"/>
              <a:gd name="connsiteX13" fmla="*/ 514350 w 1716882"/>
              <a:gd name="connsiteY13" fmla="*/ 192881 h 252412"/>
              <a:gd name="connsiteX14" fmla="*/ 552450 w 1716882"/>
              <a:gd name="connsiteY14" fmla="*/ 178593 h 252412"/>
              <a:gd name="connsiteX15" fmla="*/ 566738 w 1716882"/>
              <a:gd name="connsiteY15" fmla="*/ 171450 h 252412"/>
              <a:gd name="connsiteX16" fmla="*/ 592932 w 1716882"/>
              <a:gd name="connsiteY16" fmla="*/ 166687 h 252412"/>
              <a:gd name="connsiteX17" fmla="*/ 633413 w 1716882"/>
              <a:gd name="connsiteY17" fmla="*/ 157162 h 252412"/>
              <a:gd name="connsiteX18" fmla="*/ 661988 w 1716882"/>
              <a:gd name="connsiteY18" fmla="*/ 154781 h 252412"/>
              <a:gd name="connsiteX19" fmla="*/ 683419 w 1716882"/>
              <a:gd name="connsiteY19" fmla="*/ 152400 h 252412"/>
              <a:gd name="connsiteX20" fmla="*/ 697707 w 1716882"/>
              <a:gd name="connsiteY20" fmla="*/ 147637 h 252412"/>
              <a:gd name="connsiteX21" fmla="*/ 733425 w 1716882"/>
              <a:gd name="connsiteY21" fmla="*/ 133350 h 252412"/>
              <a:gd name="connsiteX22" fmla="*/ 776288 w 1716882"/>
              <a:gd name="connsiteY22" fmla="*/ 126206 h 252412"/>
              <a:gd name="connsiteX23" fmla="*/ 871538 w 1716882"/>
              <a:gd name="connsiteY23" fmla="*/ 128587 h 252412"/>
              <a:gd name="connsiteX24" fmla="*/ 916782 w 1716882"/>
              <a:gd name="connsiteY24" fmla="*/ 130968 h 252412"/>
              <a:gd name="connsiteX25" fmla="*/ 966788 w 1716882"/>
              <a:gd name="connsiteY25" fmla="*/ 128587 h 252412"/>
              <a:gd name="connsiteX26" fmla="*/ 995363 w 1716882"/>
              <a:gd name="connsiteY26" fmla="*/ 114300 h 252412"/>
              <a:gd name="connsiteX27" fmla="*/ 1004888 w 1716882"/>
              <a:gd name="connsiteY27" fmla="*/ 111918 h 252412"/>
              <a:gd name="connsiteX28" fmla="*/ 1050132 w 1716882"/>
              <a:gd name="connsiteY28" fmla="*/ 107156 h 252412"/>
              <a:gd name="connsiteX29" fmla="*/ 1071563 w 1716882"/>
              <a:gd name="connsiteY29" fmla="*/ 102393 h 252412"/>
              <a:gd name="connsiteX30" fmla="*/ 1083469 w 1716882"/>
              <a:gd name="connsiteY30" fmla="*/ 97631 h 252412"/>
              <a:gd name="connsiteX31" fmla="*/ 1121569 w 1716882"/>
              <a:gd name="connsiteY31" fmla="*/ 90487 h 252412"/>
              <a:gd name="connsiteX32" fmla="*/ 1143000 w 1716882"/>
              <a:gd name="connsiteY32" fmla="*/ 80962 h 252412"/>
              <a:gd name="connsiteX33" fmla="*/ 1169194 w 1716882"/>
              <a:gd name="connsiteY33" fmla="*/ 76200 h 252412"/>
              <a:gd name="connsiteX34" fmla="*/ 1193007 w 1716882"/>
              <a:gd name="connsiteY34" fmla="*/ 69056 h 252412"/>
              <a:gd name="connsiteX35" fmla="*/ 1204913 w 1716882"/>
              <a:gd name="connsiteY35" fmla="*/ 64293 h 252412"/>
              <a:gd name="connsiteX36" fmla="*/ 1245394 w 1716882"/>
              <a:gd name="connsiteY36" fmla="*/ 59531 h 252412"/>
              <a:gd name="connsiteX37" fmla="*/ 1273969 w 1716882"/>
              <a:gd name="connsiteY37" fmla="*/ 52387 h 252412"/>
              <a:gd name="connsiteX38" fmla="*/ 1378744 w 1716882"/>
              <a:gd name="connsiteY38" fmla="*/ 54768 h 252412"/>
              <a:gd name="connsiteX39" fmla="*/ 1443038 w 1716882"/>
              <a:gd name="connsiteY39" fmla="*/ 52387 h 252412"/>
              <a:gd name="connsiteX40" fmla="*/ 1459707 w 1716882"/>
              <a:gd name="connsiteY40" fmla="*/ 54768 h 252412"/>
              <a:gd name="connsiteX41" fmla="*/ 1514475 w 1716882"/>
              <a:gd name="connsiteY41" fmla="*/ 52387 h 252412"/>
              <a:gd name="connsiteX42" fmla="*/ 1535907 w 1716882"/>
              <a:gd name="connsiteY42" fmla="*/ 45243 h 252412"/>
              <a:gd name="connsiteX43" fmla="*/ 1552575 w 1716882"/>
              <a:gd name="connsiteY43" fmla="*/ 38100 h 252412"/>
              <a:gd name="connsiteX44" fmla="*/ 1571625 w 1716882"/>
              <a:gd name="connsiteY44" fmla="*/ 30956 h 252412"/>
              <a:gd name="connsiteX45" fmla="*/ 1624013 w 1716882"/>
              <a:gd name="connsiteY45" fmla="*/ 14287 h 252412"/>
              <a:gd name="connsiteX46" fmla="*/ 1702594 w 1716882"/>
              <a:gd name="connsiteY46" fmla="*/ 11906 h 252412"/>
              <a:gd name="connsiteX47" fmla="*/ 1709738 w 1716882"/>
              <a:gd name="connsiteY47" fmla="*/ 7143 h 252412"/>
              <a:gd name="connsiteX48" fmla="*/ 1716882 w 1716882"/>
              <a:gd name="connsiteY48"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514350 w 1716882"/>
              <a:gd name="connsiteY13" fmla="*/ 192881 h 252412"/>
              <a:gd name="connsiteX14" fmla="*/ 552450 w 1716882"/>
              <a:gd name="connsiteY14" fmla="*/ 178593 h 252412"/>
              <a:gd name="connsiteX15" fmla="*/ 566738 w 1716882"/>
              <a:gd name="connsiteY15" fmla="*/ 171450 h 252412"/>
              <a:gd name="connsiteX16" fmla="*/ 592932 w 1716882"/>
              <a:gd name="connsiteY16" fmla="*/ 166687 h 252412"/>
              <a:gd name="connsiteX17" fmla="*/ 633413 w 1716882"/>
              <a:gd name="connsiteY17" fmla="*/ 157162 h 252412"/>
              <a:gd name="connsiteX18" fmla="*/ 661988 w 1716882"/>
              <a:gd name="connsiteY18" fmla="*/ 154781 h 252412"/>
              <a:gd name="connsiteX19" fmla="*/ 683419 w 1716882"/>
              <a:gd name="connsiteY19" fmla="*/ 152400 h 252412"/>
              <a:gd name="connsiteX20" fmla="*/ 697707 w 1716882"/>
              <a:gd name="connsiteY20" fmla="*/ 147637 h 252412"/>
              <a:gd name="connsiteX21" fmla="*/ 733425 w 1716882"/>
              <a:gd name="connsiteY21" fmla="*/ 133350 h 252412"/>
              <a:gd name="connsiteX22" fmla="*/ 776288 w 1716882"/>
              <a:gd name="connsiteY22" fmla="*/ 126206 h 252412"/>
              <a:gd name="connsiteX23" fmla="*/ 871538 w 1716882"/>
              <a:gd name="connsiteY23" fmla="*/ 128587 h 252412"/>
              <a:gd name="connsiteX24" fmla="*/ 916782 w 1716882"/>
              <a:gd name="connsiteY24" fmla="*/ 130968 h 252412"/>
              <a:gd name="connsiteX25" fmla="*/ 966788 w 1716882"/>
              <a:gd name="connsiteY25" fmla="*/ 128587 h 252412"/>
              <a:gd name="connsiteX26" fmla="*/ 995363 w 1716882"/>
              <a:gd name="connsiteY26" fmla="*/ 114300 h 252412"/>
              <a:gd name="connsiteX27" fmla="*/ 1004888 w 1716882"/>
              <a:gd name="connsiteY27" fmla="*/ 111918 h 252412"/>
              <a:gd name="connsiteX28" fmla="*/ 1050132 w 1716882"/>
              <a:gd name="connsiteY28" fmla="*/ 107156 h 252412"/>
              <a:gd name="connsiteX29" fmla="*/ 1071563 w 1716882"/>
              <a:gd name="connsiteY29" fmla="*/ 102393 h 252412"/>
              <a:gd name="connsiteX30" fmla="*/ 1083469 w 1716882"/>
              <a:gd name="connsiteY30" fmla="*/ 97631 h 252412"/>
              <a:gd name="connsiteX31" fmla="*/ 1121569 w 1716882"/>
              <a:gd name="connsiteY31" fmla="*/ 90487 h 252412"/>
              <a:gd name="connsiteX32" fmla="*/ 1143000 w 1716882"/>
              <a:gd name="connsiteY32" fmla="*/ 80962 h 252412"/>
              <a:gd name="connsiteX33" fmla="*/ 1169194 w 1716882"/>
              <a:gd name="connsiteY33" fmla="*/ 76200 h 252412"/>
              <a:gd name="connsiteX34" fmla="*/ 1193007 w 1716882"/>
              <a:gd name="connsiteY34" fmla="*/ 69056 h 252412"/>
              <a:gd name="connsiteX35" fmla="*/ 1204913 w 1716882"/>
              <a:gd name="connsiteY35" fmla="*/ 64293 h 252412"/>
              <a:gd name="connsiteX36" fmla="*/ 1245394 w 1716882"/>
              <a:gd name="connsiteY36" fmla="*/ 59531 h 252412"/>
              <a:gd name="connsiteX37" fmla="*/ 1273969 w 1716882"/>
              <a:gd name="connsiteY37" fmla="*/ 52387 h 252412"/>
              <a:gd name="connsiteX38" fmla="*/ 1378744 w 1716882"/>
              <a:gd name="connsiteY38" fmla="*/ 54768 h 252412"/>
              <a:gd name="connsiteX39" fmla="*/ 1443038 w 1716882"/>
              <a:gd name="connsiteY39" fmla="*/ 52387 h 252412"/>
              <a:gd name="connsiteX40" fmla="*/ 1459707 w 1716882"/>
              <a:gd name="connsiteY40" fmla="*/ 54768 h 252412"/>
              <a:gd name="connsiteX41" fmla="*/ 1514475 w 1716882"/>
              <a:gd name="connsiteY41" fmla="*/ 52387 h 252412"/>
              <a:gd name="connsiteX42" fmla="*/ 1535907 w 1716882"/>
              <a:gd name="connsiteY42" fmla="*/ 45243 h 252412"/>
              <a:gd name="connsiteX43" fmla="*/ 1552575 w 1716882"/>
              <a:gd name="connsiteY43" fmla="*/ 38100 h 252412"/>
              <a:gd name="connsiteX44" fmla="*/ 1571625 w 1716882"/>
              <a:gd name="connsiteY44" fmla="*/ 30956 h 252412"/>
              <a:gd name="connsiteX45" fmla="*/ 1624013 w 1716882"/>
              <a:gd name="connsiteY45" fmla="*/ 14287 h 252412"/>
              <a:gd name="connsiteX46" fmla="*/ 1702594 w 1716882"/>
              <a:gd name="connsiteY46" fmla="*/ 11906 h 252412"/>
              <a:gd name="connsiteX47" fmla="*/ 1709738 w 1716882"/>
              <a:gd name="connsiteY47" fmla="*/ 7143 h 252412"/>
              <a:gd name="connsiteX48" fmla="*/ 1716882 w 1716882"/>
              <a:gd name="connsiteY48"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514350 w 1716882"/>
              <a:gd name="connsiteY13" fmla="*/ 192881 h 252412"/>
              <a:gd name="connsiteX14" fmla="*/ 552450 w 1716882"/>
              <a:gd name="connsiteY14" fmla="*/ 178593 h 252412"/>
              <a:gd name="connsiteX15" fmla="*/ 566738 w 1716882"/>
              <a:gd name="connsiteY15" fmla="*/ 171450 h 252412"/>
              <a:gd name="connsiteX16" fmla="*/ 592932 w 1716882"/>
              <a:gd name="connsiteY16" fmla="*/ 166687 h 252412"/>
              <a:gd name="connsiteX17" fmla="*/ 633413 w 1716882"/>
              <a:gd name="connsiteY17" fmla="*/ 157162 h 252412"/>
              <a:gd name="connsiteX18" fmla="*/ 661988 w 1716882"/>
              <a:gd name="connsiteY18" fmla="*/ 154781 h 252412"/>
              <a:gd name="connsiteX19" fmla="*/ 683419 w 1716882"/>
              <a:gd name="connsiteY19" fmla="*/ 152400 h 252412"/>
              <a:gd name="connsiteX20" fmla="*/ 697707 w 1716882"/>
              <a:gd name="connsiteY20" fmla="*/ 147637 h 252412"/>
              <a:gd name="connsiteX21" fmla="*/ 733425 w 1716882"/>
              <a:gd name="connsiteY21" fmla="*/ 133350 h 252412"/>
              <a:gd name="connsiteX22" fmla="*/ 776288 w 1716882"/>
              <a:gd name="connsiteY22" fmla="*/ 126206 h 252412"/>
              <a:gd name="connsiteX23" fmla="*/ 871538 w 1716882"/>
              <a:gd name="connsiteY23" fmla="*/ 128587 h 252412"/>
              <a:gd name="connsiteX24" fmla="*/ 916782 w 1716882"/>
              <a:gd name="connsiteY24" fmla="*/ 130968 h 252412"/>
              <a:gd name="connsiteX25" fmla="*/ 966788 w 1716882"/>
              <a:gd name="connsiteY25" fmla="*/ 128587 h 252412"/>
              <a:gd name="connsiteX26" fmla="*/ 995363 w 1716882"/>
              <a:gd name="connsiteY26" fmla="*/ 114300 h 252412"/>
              <a:gd name="connsiteX27" fmla="*/ 1004888 w 1716882"/>
              <a:gd name="connsiteY27" fmla="*/ 111918 h 252412"/>
              <a:gd name="connsiteX28" fmla="*/ 1050132 w 1716882"/>
              <a:gd name="connsiteY28" fmla="*/ 107156 h 252412"/>
              <a:gd name="connsiteX29" fmla="*/ 1071563 w 1716882"/>
              <a:gd name="connsiteY29" fmla="*/ 102393 h 252412"/>
              <a:gd name="connsiteX30" fmla="*/ 1083469 w 1716882"/>
              <a:gd name="connsiteY30" fmla="*/ 97631 h 252412"/>
              <a:gd name="connsiteX31" fmla="*/ 1121569 w 1716882"/>
              <a:gd name="connsiteY31" fmla="*/ 90487 h 252412"/>
              <a:gd name="connsiteX32" fmla="*/ 1143000 w 1716882"/>
              <a:gd name="connsiteY32" fmla="*/ 80962 h 252412"/>
              <a:gd name="connsiteX33" fmla="*/ 1169194 w 1716882"/>
              <a:gd name="connsiteY33" fmla="*/ 76200 h 252412"/>
              <a:gd name="connsiteX34" fmla="*/ 1193007 w 1716882"/>
              <a:gd name="connsiteY34" fmla="*/ 69056 h 252412"/>
              <a:gd name="connsiteX35" fmla="*/ 1204913 w 1716882"/>
              <a:gd name="connsiteY35" fmla="*/ 64293 h 252412"/>
              <a:gd name="connsiteX36" fmla="*/ 1245394 w 1716882"/>
              <a:gd name="connsiteY36" fmla="*/ 59531 h 252412"/>
              <a:gd name="connsiteX37" fmla="*/ 1273969 w 1716882"/>
              <a:gd name="connsiteY37" fmla="*/ 52387 h 252412"/>
              <a:gd name="connsiteX38" fmla="*/ 1378744 w 1716882"/>
              <a:gd name="connsiteY38" fmla="*/ 54768 h 252412"/>
              <a:gd name="connsiteX39" fmla="*/ 1443038 w 1716882"/>
              <a:gd name="connsiteY39" fmla="*/ 52387 h 252412"/>
              <a:gd name="connsiteX40" fmla="*/ 1459707 w 1716882"/>
              <a:gd name="connsiteY40" fmla="*/ 54768 h 252412"/>
              <a:gd name="connsiteX41" fmla="*/ 1514475 w 1716882"/>
              <a:gd name="connsiteY41" fmla="*/ 52387 h 252412"/>
              <a:gd name="connsiteX42" fmla="*/ 1535907 w 1716882"/>
              <a:gd name="connsiteY42" fmla="*/ 45243 h 252412"/>
              <a:gd name="connsiteX43" fmla="*/ 1552575 w 1716882"/>
              <a:gd name="connsiteY43" fmla="*/ 38100 h 252412"/>
              <a:gd name="connsiteX44" fmla="*/ 1571625 w 1716882"/>
              <a:gd name="connsiteY44" fmla="*/ 30956 h 252412"/>
              <a:gd name="connsiteX45" fmla="*/ 1624013 w 1716882"/>
              <a:gd name="connsiteY45" fmla="*/ 14287 h 252412"/>
              <a:gd name="connsiteX46" fmla="*/ 1702594 w 1716882"/>
              <a:gd name="connsiteY46" fmla="*/ 11906 h 252412"/>
              <a:gd name="connsiteX47" fmla="*/ 1709738 w 1716882"/>
              <a:gd name="connsiteY47" fmla="*/ 7143 h 252412"/>
              <a:gd name="connsiteX48" fmla="*/ 1716882 w 1716882"/>
              <a:gd name="connsiteY48"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514350 w 1716882"/>
              <a:gd name="connsiteY13" fmla="*/ 192881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83419 w 1716882"/>
              <a:gd name="connsiteY18" fmla="*/ 152400 h 252412"/>
              <a:gd name="connsiteX19" fmla="*/ 697707 w 1716882"/>
              <a:gd name="connsiteY19" fmla="*/ 147637 h 252412"/>
              <a:gd name="connsiteX20" fmla="*/ 733425 w 1716882"/>
              <a:gd name="connsiteY20" fmla="*/ 133350 h 252412"/>
              <a:gd name="connsiteX21" fmla="*/ 776288 w 1716882"/>
              <a:gd name="connsiteY21" fmla="*/ 126206 h 252412"/>
              <a:gd name="connsiteX22" fmla="*/ 871538 w 1716882"/>
              <a:gd name="connsiteY22" fmla="*/ 128587 h 252412"/>
              <a:gd name="connsiteX23" fmla="*/ 916782 w 1716882"/>
              <a:gd name="connsiteY23" fmla="*/ 130968 h 252412"/>
              <a:gd name="connsiteX24" fmla="*/ 966788 w 1716882"/>
              <a:gd name="connsiteY24" fmla="*/ 128587 h 252412"/>
              <a:gd name="connsiteX25" fmla="*/ 995363 w 1716882"/>
              <a:gd name="connsiteY25" fmla="*/ 114300 h 252412"/>
              <a:gd name="connsiteX26" fmla="*/ 1004888 w 1716882"/>
              <a:gd name="connsiteY26" fmla="*/ 111918 h 252412"/>
              <a:gd name="connsiteX27" fmla="*/ 1050132 w 1716882"/>
              <a:gd name="connsiteY27" fmla="*/ 107156 h 252412"/>
              <a:gd name="connsiteX28" fmla="*/ 1071563 w 1716882"/>
              <a:gd name="connsiteY28" fmla="*/ 102393 h 252412"/>
              <a:gd name="connsiteX29" fmla="*/ 1083469 w 1716882"/>
              <a:gd name="connsiteY29" fmla="*/ 97631 h 252412"/>
              <a:gd name="connsiteX30" fmla="*/ 1121569 w 1716882"/>
              <a:gd name="connsiteY30" fmla="*/ 90487 h 252412"/>
              <a:gd name="connsiteX31" fmla="*/ 1143000 w 1716882"/>
              <a:gd name="connsiteY31" fmla="*/ 80962 h 252412"/>
              <a:gd name="connsiteX32" fmla="*/ 1169194 w 1716882"/>
              <a:gd name="connsiteY32" fmla="*/ 76200 h 252412"/>
              <a:gd name="connsiteX33" fmla="*/ 1193007 w 1716882"/>
              <a:gd name="connsiteY33" fmla="*/ 69056 h 252412"/>
              <a:gd name="connsiteX34" fmla="*/ 1204913 w 1716882"/>
              <a:gd name="connsiteY34" fmla="*/ 64293 h 252412"/>
              <a:gd name="connsiteX35" fmla="*/ 1245394 w 1716882"/>
              <a:gd name="connsiteY35" fmla="*/ 59531 h 252412"/>
              <a:gd name="connsiteX36" fmla="*/ 1273969 w 1716882"/>
              <a:gd name="connsiteY36" fmla="*/ 52387 h 252412"/>
              <a:gd name="connsiteX37" fmla="*/ 1378744 w 1716882"/>
              <a:gd name="connsiteY37" fmla="*/ 54768 h 252412"/>
              <a:gd name="connsiteX38" fmla="*/ 1443038 w 1716882"/>
              <a:gd name="connsiteY38" fmla="*/ 52387 h 252412"/>
              <a:gd name="connsiteX39" fmla="*/ 1459707 w 1716882"/>
              <a:gd name="connsiteY39" fmla="*/ 54768 h 252412"/>
              <a:gd name="connsiteX40" fmla="*/ 1514475 w 1716882"/>
              <a:gd name="connsiteY40" fmla="*/ 52387 h 252412"/>
              <a:gd name="connsiteX41" fmla="*/ 1535907 w 1716882"/>
              <a:gd name="connsiteY41" fmla="*/ 45243 h 252412"/>
              <a:gd name="connsiteX42" fmla="*/ 1552575 w 1716882"/>
              <a:gd name="connsiteY42" fmla="*/ 38100 h 252412"/>
              <a:gd name="connsiteX43" fmla="*/ 1571625 w 1716882"/>
              <a:gd name="connsiteY43" fmla="*/ 30956 h 252412"/>
              <a:gd name="connsiteX44" fmla="*/ 1624013 w 1716882"/>
              <a:gd name="connsiteY44" fmla="*/ 14287 h 252412"/>
              <a:gd name="connsiteX45" fmla="*/ 1702594 w 1716882"/>
              <a:gd name="connsiteY45" fmla="*/ 11906 h 252412"/>
              <a:gd name="connsiteX46" fmla="*/ 1709738 w 1716882"/>
              <a:gd name="connsiteY46" fmla="*/ 7143 h 252412"/>
              <a:gd name="connsiteX47" fmla="*/ 1716882 w 1716882"/>
              <a:gd name="connsiteY47"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514350 w 1716882"/>
              <a:gd name="connsiteY13" fmla="*/ 192881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733425 w 1716882"/>
              <a:gd name="connsiteY19" fmla="*/ 133350 h 252412"/>
              <a:gd name="connsiteX20" fmla="*/ 776288 w 1716882"/>
              <a:gd name="connsiteY20" fmla="*/ 126206 h 252412"/>
              <a:gd name="connsiteX21" fmla="*/ 871538 w 1716882"/>
              <a:gd name="connsiteY21" fmla="*/ 128587 h 252412"/>
              <a:gd name="connsiteX22" fmla="*/ 916782 w 1716882"/>
              <a:gd name="connsiteY22" fmla="*/ 130968 h 252412"/>
              <a:gd name="connsiteX23" fmla="*/ 966788 w 1716882"/>
              <a:gd name="connsiteY23" fmla="*/ 128587 h 252412"/>
              <a:gd name="connsiteX24" fmla="*/ 995363 w 1716882"/>
              <a:gd name="connsiteY24" fmla="*/ 114300 h 252412"/>
              <a:gd name="connsiteX25" fmla="*/ 1004888 w 1716882"/>
              <a:gd name="connsiteY25" fmla="*/ 111918 h 252412"/>
              <a:gd name="connsiteX26" fmla="*/ 1050132 w 1716882"/>
              <a:gd name="connsiteY26" fmla="*/ 107156 h 252412"/>
              <a:gd name="connsiteX27" fmla="*/ 1071563 w 1716882"/>
              <a:gd name="connsiteY27" fmla="*/ 102393 h 252412"/>
              <a:gd name="connsiteX28" fmla="*/ 1083469 w 1716882"/>
              <a:gd name="connsiteY28" fmla="*/ 97631 h 252412"/>
              <a:gd name="connsiteX29" fmla="*/ 1121569 w 1716882"/>
              <a:gd name="connsiteY29" fmla="*/ 90487 h 252412"/>
              <a:gd name="connsiteX30" fmla="*/ 1143000 w 1716882"/>
              <a:gd name="connsiteY30" fmla="*/ 80962 h 252412"/>
              <a:gd name="connsiteX31" fmla="*/ 1169194 w 1716882"/>
              <a:gd name="connsiteY31" fmla="*/ 76200 h 252412"/>
              <a:gd name="connsiteX32" fmla="*/ 1193007 w 1716882"/>
              <a:gd name="connsiteY32" fmla="*/ 69056 h 252412"/>
              <a:gd name="connsiteX33" fmla="*/ 1204913 w 1716882"/>
              <a:gd name="connsiteY33" fmla="*/ 64293 h 252412"/>
              <a:gd name="connsiteX34" fmla="*/ 1245394 w 1716882"/>
              <a:gd name="connsiteY34" fmla="*/ 59531 h 252412"/>
              <a:gd name="connsiteX35" fmla="*/ 1273969 w 1716882"/>
              <a:gd name="connsiteY35" fmla="*/ 52387 h 252412"/>
              <a:gd name="connsiteX36" fmla="*/ 1378744 w 1716882"/>
              <a:gd name="connsiteY36" fmla="*/ 54768 h 252412"/>
              <a:gd name="connsiteX37" fmla="*/ 1443038 w 1716882"/>
              <a:gd name="connsiteY37" fmla="*/ 52387 h 252412"/>
              <a:gd name="connsiteX38" fmla="*/ 1459707 w 1716882"/>
              <a:gd name="connsiteY38" fmla="*/ 54768 h 252412"/>
              <a:gd name="connsiteX39" fmla="*/ 1514475 w 1716882"/>
              <a:gd name="connsiteY39" fmla="*/ 52387 h 252412"/>
              <a:gd name="connsiteX40" fmla="*/ 1535907 w 1716882"/>
              <a:gd name="connsiteY40" fmla="*/ 45243 h 252412"/>
              <a:gd name="connsiteX41" fmla="*/ 1552575 w 1716882"/>
              <a:gd name="connsiteY41" fmla="*/ 38100 h 252412"/>
              <a:gd name="connsiteX42" fmla="*/ 1571625 w 1716882"/>
              <a:gd name="connsiteY42" fmla="*/ 30956 h 252412"/>
              <a:gd name="connsiteX43" fmla="*/ 1624013 w 1716882"/>
              <a:gd name="connsiteY43" fmla="*/ 14287 h 252412"/>
              <a:gd name="connsiteX44" fmla="*/ 1702594 w 1716882"/>
              <a:gd name="connsiteY44" fmla="*/ 11906 h 252412"/>
              <a:gd name="connsiteX45" fmla="*/ 1709738 w 1716882"/>
              <a:gd name="connsiteY45" fmla="*/ 7143 h 252412"/>
              <a:gd name="connsiteX46" fmla="*/ 1716882 w 1716882"/>
              <a:gd name="connsiteY46"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514350 w 1716882"/>
              <a:gd name="connsiteY13" fmla="*/ 192881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733425 w 1716882"/>
              <a:gd name="connsiteY19" fmla="*/ 133350 h 252412"/>
              <a:gd name="connsiteX20" fmla="*/ 800100 w 1716882"/>
              <a:gd name="connsiteY20" fmla="*/ 130969 h 252412"/>
              <a:gd name="connsiteX21" fmla="*/ 871538 w 1716882"/>
              <a:gd name="connsiteY21" fmla="*/ 128587 h 252412"/>
              <a:gd name="connsiteX22" fmla="*/ 916782 w 1716882"/>
              <a:gd name="connsiteY22" fmla="*/ 130968 h 252412"/>
              <a:gd name="connsiteX23" fmla="*/ 966788 w 1716882"/>
              <a:gd name="connsiteY23" fmla="*/ 128587 h 252412"/>
              <a:gd name="connsiteX24" fmla="*/ 995363 w 1716882"/>
              <a:gd name="connsiteY24" fmla="*/ 114300 h 252412"/>
              <a:gd name="connsiteX25" fmla="*/ 1004888 w 1716882"/>
              <a:gd name="connsiteY25" fmla="*/ 111918 h 252412"/>
              <a:gd name="connsiteX26" fmla="*/ 1050132 w 1716882"/>
              <a:gd name="connsiteY26" fmla="*/ 107156 h 252412"/>
              <a:gd name="connsiteX27" fmla="*/ 1071563 w 1716882"/>
              <a:gd name="connsiteY27" fmla="*/ 102393 h 252412"/>
              <a:gd name="connsiteX28" fmla="*/ 1083469 w 1716882"/>
              <a:gd name="connsiteY28" fmla="*/ 97631 h 252412"/>
              <a:gd name="connsiteX29" fmla="*/ 1121569 w 1716882"/>
              <a:gd name="connsiteY29" fmla="*/ 90487 h 252412"/>
              <a:gd name="connsiteX30" fmla="*/ 1143000 w 1716882"/>
              <a:gd name="connsiteY30" fmla="*/ 80962 h 252412"/>
              <a:gd name="connsiteX31" fmla="*/ 1169194 w 1716882"/>
              <a:gd name="connsiteY31" fmla="*/ 76200 h 252412"/>
              <a:gd name="connsiteX32" fmla="*/ 1193007 w 1716882"/>
              <a:gd name="connsiteY32" fmla="*/ 69056 h 252412"/>
              <a:gd name="connsiteX33" fmla="*/ 1204913 w 1716882"/>
              <a:gd name="connsiteY33" fmla="*/ 64293 h 252412"/>
              <a:gd name="connsiteX34" fmla="*/ 1245394 w 1716882"/>
              <a:gd name="connsiteY34" fmla="*/ 59531 h 252412"/>
              <a:gd name="connsiteX35" fmla="*/ 1273969 w 1716882"/>
              <a:gd name="connsiteY35" fmla="*/ 52387 h 252412"/>
              <a:gd name="connsiteX36" fmla="*/ 1378744 w 1716882"/>
              <a:gd name="connsiteY36" fmla="*/ 54768 h 252412"/>
              <a:gd name="connsiteX37" fmla="*/ 1443038 w 1716882"/>
              <a:gd name="connsiteY37" fmla="*/ 52387 h 252412"/>
              <a:gd name="connsiteX38" fmla="*/ 1459707 w 1716882"/>
              <a:gd name="connsiteY38" fmla="*/ 54768 h 252412"/>
              <a:gd name="connsiteX39" fmla="*/ 1514475 w 1716882"/>
              <a:gd name="connsiteY39" fmla="*/ 52387 h 252412"/>
              <a:gd name="connsiteX40" fmla="*/ 1535907 w 1716882"/>
              <a:gd name="connsiteY40" fmla="*/ 45243 h 252412"/>
              <a:gd name="connsiteX41" fmla="*/ 1552575 w 1716882"/>
              <a:gd name="connsiteY41" fmla="*/ 38100 h 252412"/>
              <a:gd name="connsiteX42" fmla="*/ 1571625 w 1716882"/>
              <a:gd name="connsiteY42" fmla="*/ 30956 h 252412"/>
              <a:gd name="connsiteX43" fmla="*/ 1624013 w 1716882"/>
              <a:gd name="connsiteY43" fmla="*/ 14287 h 252412"/>
              <a:gd name="connsiteX44" fmla="*/ 1702594 w 1716882"/>
              <a:gd name="connsiteY44" fmla="*/ 11906 h 252412"/>
              <a:gd name="connsiteX45" fmla="*/ 1709738 w 1716882"/>
              <a:gd name="connsiteY45" fmla="*/ 7143 h 252412"/>
              <a:gd name="connsiteX46" fmla="*/ 1716882 w 1716882"/>
              <a:gd name="connsiteY46"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514350 w 1716882"/>
              <a:gd name="connsiteY13" fmla="*/ 192881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16782 w 1716882"/>
              <a:gd name="connsiteY21" fmla="*/ 130968 h 252412"/>
              <a:gd name="connsiteX22" fmla="*/ 966788 w 1716882"/>
              <a:gd name="connsiteY22" fmla="*/ 128587 h 252412"/>
              <a:gd name="connsiteX23" fmla="*/ 995363 w 1716882"/>
              <a:gd name="connsiteY23" fmla="*/ 114300 h 252412"/>
              <a:gd name="connsiteX24" fmla="*/ 1004888 w 1716882"/>
              <a:gd name="connsiteY24" fmla="*/ 111918 h 252412"/>
              <a:gd name="connsiteX25" fmla="*/ 1050132 w 1716882"/>
              <a:gd name="connsiteY25" fmla="*/ 107156 h 252412"/>
              <a:gd name="connsiteX26" fmla="*/ 1071563 w 1716882"/>
              <a:gd name="connsiteY26" fmla="*/ 102393 h 252412"/>
              <a:gd name="connsiteX27" fmla="*/ 1083469 w 1716882"/>
              <a:gd name="connsiteY27" fmla="*/ 97631 h 252412"/>
              <a:gd name="connsiteX28" fmla="*/ 1121569 w 1716882"/>
              <a:gd name="connsiteY28" fmla="*/ 90487 h 252412"/>
              <a:gd name="connsiteX29" fmla="*/ 1143000 w 1716882"/>
              <a:gd name="connsiteY29" fmla="*/ 80962 h 252412"/>
              <a:gd name="connsiteX30" fmla="*/ 1169194 w 1716882"/>
              <a:gd name="connsiteY30" fmla="*/ 76200 h 252412"/>
              <a:gd name="connsiteX31" fmla="*/ 1193007 w 1716882"/>
              <a:gd name="connsiteY31" fmla="*/ 69056 h 252412"/>
              <a:gd name="connsiteX32" fmla="*/ 1204913 w 1716882"/>
              <a:gd name="connsiteY32" fmla="*/ 64293 h 252412"/>
              <a:gd name="connsiteX33" fmla="*/ 1245394 w 1716882"/>
              <a:gd name="connsiteY33" fmla="*/ 59531 h 252412"/>
              <a:gd name="connsiteX34" fmla="*/ 1273969 w 1716882"/>
              <a:gd name="connsiteY34" fmla="*/ 52387 h 252412"/>
              <a:gd name="connsiteX35" fmla="*/ 1378744 w 1716882"/>
              <a:gd name="connsiteY35" fmla="*/ 54768 h 252412"/>
              <a:gd name="connsiteX36" fmla="*/ 1443038 w 1716882"/>
              <a:gd name="connsiteY36" fmla="*/ 52387 h 252412"/>
              <a:gd name="connsiteX37" fmla="*/ 1459707 w 1716882"/>
              <a:gd name="connsiteY37" fmla="*/ 54768 h 252412"/>
              <a:gd name="connsiteX38" fmla="*/ 1514475 w 1716882"/>
              <a:gd name="connsiteY38" fmla="*/ 52387 h 252412"/>
              <a:gd name="connsiteX39" fmla="*/ 1535907 w 1716882"/>
              <a:gd name="connsiteY39" fmla="*/ 45243 h 252412"/>
              <a:gd name="connsiteX40" fmla="*/ 1552575 w 1716882"/>
              <a:gd name="connsiteY40" fmla="*/ 38100 h 252412"/>
              <a:gd name="connsiteX41" fmla="*/ 1571625 w 1716882"/>
              <a:gd name="connsiteY41" fmla="*/ 30956 h 252412"/>
              <a:gd name="connsiteX42" fmla="*/ 1624013 w 1716882"/>
              <a:gd name="connsiteY42" fmla="*/ 14287 h 252412"/>
              <a:gd name="connsiteX43" fmla="*/ 1702594 w 1716882"/>
              <a:gd name="connsiteY43" fmla="*/ 11906 h 252412"/>
              <a:gd name="connsiteX44" fmla="*/ 1709738 w 1716882"/>
              <a:gd name="connsiteY44" fmla="*/ 7143 h 252412"/>
              <a:gd name="connsiteX45" fmla="*/ 1716882 w 1716882"/>
              <a:gd name="connsiteY45"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16782 w 1716882"/>
              <a:gd name="connsiteY21" fmla="*/ 130968 h 252412"/>
              <a:gd name="connsiteX22" fmla="*/ 966788 w 1716882"/>
              <a:gd name="connsiteY22" fmla="*/ 128587 h 252412"/>
              <a:gd name="connsiteX23" fmla="*/ 995363 w 1716882"/>
              <a:gd name="connsiteY23" fmla="*/ 114300 h 252412"/>
              <a:gd name="connsiteX24" fmla="*/ 1004888 w 1716882"/>
              <a:gd name="connsiteY24" fmla="*/ 111918 h 252412"/>
              <a:gd name="connsiteX25" fmla="*/ 1050132 w 1716882"/>
              <a:gd name="connsiteY25" fmla="*/ 107156 h 252412"/>
              <a:gd name="connsiteX26" fmla="*/ 1071563 w 1716882"/>
              <a:gd name="connsiteY26" fmla="*/ 102393 h 252412"/>
              <a:gd name="connsiteX27" fmla="*/ 1083469 w 1716882"/>
              <a:gd name="connsiteY27" fmla="*/ 97631 h 252412"/>
              <a:gd name="connsiteX28" fmla="*/ 1121569 w 1716882"/>
              <a:gd name="connsiteY28" fmla="*/ 90487 h 252412"/>
              <a:gd name="connsiteX29" fmla="*/ 1143000 w 1716882"/>
              <a:gd name="connsiteY29" fmla="*/ 80962 h 252412"/>
              <a:gd name="connsiteX30" fmla="*/ 1169194 w 1716882"/>
              <a:gd name="connsiteY30" fmla="*/ 76200 h 252412"/>
              <a:gd name="connsiteX31" fmla="*/ 1193007 w 1716882"/>
              <a:gd name="connsiteY31" fmla="*/ 69056 h 252412"/>
              <a:gd name="connsiteX32" fmla="*/ 1204913 w 1716882"/>
              <a:gd name="connsiteY32" fmla="*/ 64293 h 252412"/>
              <a:gd name="connsiteX33" fmla="*/ 1245394 w 1716882"/>
              <a:gd name="connsiteY33" fmla="*/ 59531 h 252412"/>
              <a:gd name="connsiteX34" fmla="*/ 1273969 w 1716882"/>
              <a:gd name="connsiteY34" fmla="*/ 52387 h 252412"/>
              <a:gd name="connsiteX35" fmla="*/ 1378744 w 1716882"/>
              <a:gd name="connsiteY35" fmla="*/ 54768 h 252412"/>
              <a:gd name="connsiteX36" fmla="*/ 1443038 w 1716882"/>
              <a:gd name="connsiteY36" fmla="*/ 52387 h 252412"/>
              <a:gd name="connsiteX37" fmla="*/ 1459707 w 1716882"/>
              <a:gd name="connsiteY37" fmla="*/ 54768 h 252412"/>
              <a:gd name="connsiteX38" fmla="*/ 1514475 w 1716882"/>
              <a:gd name="connsiteY38" fmla="*/ 52387 h 252412"/>
              <a:gd name="connsiteX39" fmla="*/ 1535907 w 1716882"/>
              <a:gd name="connsiteY39" fmla="*/ 45243 h 252412"/>
              <a:gd name="connsiteX40" fmla="*/ 1552575 w 1716882"/>
              <a:gd name="connsiteY40" fmla="*/ 38100 h 252412"/>
              <a:gd name="connsiteX41" fmla="*/ 1571625 w 1716882"/>
              <a:gd name="connsiteY41" fmla="*/ 30956 h 252412"/>
              <a:gd name="connsiteX42" fmla="*/ 1624013 w 1716882"/>
              <a:gd name="connsiteY42" fmla="*/ 14287 h 252412"/>
              <a:gd name="connsiteX43" fmla="*/ 1702594 w 1716882"/>
              <a:gd name="connsiteY43" fmla="*/ 11906 h 252412"/>
              <a:gd name="connsiteX44" fmla="*/ 1709738 w 1716882"/>
              <a:gd name="connsiteY44" fmla="*/ 7143 h 252412"/>
              <a:gd name="connsiteX45" fmla="*/ 1716882 w 1716882"/>
              <a:gd name="connsiteY45"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16782 w 1716882"/>
              <a:gd name="connsiteY21" fmla="*/ 130968 h 252412"/>
              <a:gd name="connsiteX22" fmla="*/ 966788 w 1716882"/>
              <a:gd name="connsiteY22" fmla="*/ 128587 h 252412"/>
              <a:gd name="connsiteX23" fmla="*/ 995363 w 1716882"/>
              <a:gd name="connsiteY23" fmla="*/ 114300 h 252412"/>
              <a:gd name="connsiteX24" fmla="*/ 1004888 w 1716882"/>
              <a:gd name="connsiteY24" fmla="*/ 111918 h 252412"/>
              <a:gd name="connsiteX25" fmla="*/ 1050132 w 1716882"/>
              <a:gd name="connsiteY25" fmla="*/ 107156 h 252412"/>
              <a:gd name="connsiteX26" fmla="*/ 1071563 w 1716882"/>
              <a:gd name="connsiteY26" fmla="*/ 102393 h 252412"/>
              <a:gd name="connsiteX27" fmla="*/ 1083469 w 1716882"/>
              <a:gd name="connsiteY27" fmla="*/ 97631 h 252412"/>
              <a:gd name="connsiteX28" fmla="*/ 1121569 w 1716882"/>
              <a:gd name="connsiteY28" fmla="*/ 90487 h 252412"/>
              <a:gd name="connsiteX29" fmla="*/ 1143000 w 1716882"/>
              <a:gd name="connsiteY29" fmla="*/ 80962 h 252412"/>
              <a:gd name="connsiteX30" fmla="*/ 1169194 w 1716882"/>
              <a:gd name="connsiteY30" fmla="*/ 76200 h 252412"/>
              <a:gd name="connsiteX31" fmla="*/ 1204913 w 1716882"/>
              <a:gd name="connsiteY31" fmla="*/ 64293 h 252412"/>
              <a:gd name="connsiteX32" fmla="*/ 1245394 w 1716882"/>
              <a:gd name="connsiteY32" fmla="*/ 59531 h 252412"/>
              <a:gd name="connsiteX33" fmla="*/ 1273969 w 1716882"/>
              <a:gd name="connsiteY33" fmla="*/ 52387 h 252412"/>
              <a:gd name="connsiteX34" fmla="*/ 1378744 w 1716882"/>
              <a:gd name="connsiteY34" fmla="*/ 54768 h 252412"/>
              <a:gd name="connsiteX35" fmla="*/ 1443038 w 1716882"/>
              <a:gd name="connsiteY35" fmla="*/ 52387 h 252412"/>
              <a:gd name="connsiteX36" fmla="*/ 1459707 w 1716882"/>
              <a:gd name="connsiteY36" fmla="*/ 54768 h 252412"/>
              <a:gd name="connsiteX37" fmla="*/ 1514475 w 1716882"/>
              <a:gd name="connsiteY37" fmla="*/ 52387 h 252412"/>
              <a:gd name="connsiteX38" fmla="*/ 1535907 w 1716882"/>
              <a:gd name="connsiteY38" fmla="*/ 45243 h 252412"/>
              <a:gd name="connsiteX39" fmla="*/ 1552575 w 1716882"/>
              <a:gd name="connsiteY39" fmla="*/ 38100 h 252412"/>
              <a:gd name="connsiteX40" fmla="*/ 1571625 w 1716882"/>
              <a:gd name="connsiteY40" fmla="*/ 30956 h 252412"/>
              <a:gd name="connsiteX41" fmla="*/ 1624013 w 1716882"/>
              <a:gd name="connsiteY41" fmla="*/ 14287 h 252412"/>
              <a:gd name="connsiteX42" fmla="*/ 1702594 w 1716882"/>
              <a:gd name="connsiteY42" fmla="*/ 11906 h 252412"/>
              <a:gd name="connsiteX43" fmla="*/ 1709738 w 1716882"/>
              <a:gd name="connsiteY43" fmla="*/ 7143 h 252412"/>
              <a:gd name="connsiteX44" fmla="*/ 1716882 w 1716882"/>
              <a:gd name="connsiteY44"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16782 w 1716882"/>
              <a:gd name="connsiteY21" fmla="*/ 130968 h 252412"/>
              <a:gd name="connsiteX22" fmla="*/ 966788 w 1716882"/>
              <a:gd name="connsiteY22" fmla="*/ 128587 h 252412"/>
              <a:gd name="connsiteX23" fmla="*/ 995363 w 1716882"/>
              <a:gd name="connsiteY23" fmla="*/ 114300 h 252412"/>
              <a:gd name="connsiteX24" fmla="*/ 1004888 w 1716882"/>
              <a:gd name="connsiteY24" fmla="*/ 111918 h 252412"/>
              <a:gd name="connsiteX25" fmla="*/ 1050132 w 1716882"/>
              <a:gd name="connsiteY25" fmla="*/ 107156 h 252412"/>
              <a:gd name="connsiteX26" fmla="*/ 1071563 w 1716882"/>
              <a:gd name="connsiteY26" fmla="*/ 102393 h 252412"/>
              <a:gd name="connsiteX27" fmla="*/ 1083469 w 1716882"/>
              <a:gd name="connsiteY27" fmla="*/ 97631 h 252412"/>
              <a:gd name="connsiteX28" fmla="*/ 1121569 w 1716882"/>
              <a:gd name="connsiteY28" fmla="*/ 90487 h 252412"/>
              <a:gd name="connsiteX29" fmla="*/ 1169194 w 1716882"/>
              <a:gd name="connsiteY29" fmla="*/ 76200 h 252412"/>
              <a:gd name="connsiteX30" fmla="*/ 1204913 w 1716882"/>
              <a:gd name="connsiteY30" fmla="*/ 64293 h 252412"/>
              <a:gd name="connsiteX31" fmla="*/ 1245394 w 1716882"/>
              <a:gd name="connsiteY31" fmla="*/ 59531 h 252412"/>
              <a:gd name="connsiteX32" fmla="*/ 1273969 w 1716882"/>
              <a:gd name="connsiteY32" fmla="*/ 52387 h 252412"/>
              <a:gd name="connsiteX33" fmla="*/ 1378744 w 1716882"/>
              <a:gd name="connsiteY33" fmla="*/ 54768 h 252412"/>
              <a:gd name="connsiteX34" fmla="*/ 1443038 w 1716882"/>
              <a:gd name="connsiteY34" fmla="*/ 52387 h 252412"/>
              <a:gd name="connsiteX35" fmla="*/ 1459707 w 1716882"/>
              <a:gd name="connsiteY35" fmla="*/ 54768 h 252412"/>
              <a:gd name="connsiteX36" fmla="*/ 1514475 w 1716882"/>
              <a:gd name="connsiteY36" fmla="*/ 52387 h 252412"/>
              <a:gd name="connsiteX37" fmla="*/ 1535907 w 1716882"/>
              <a:gd name="connsiteY37" fmla="*/ 45243 h 252412"/>
              <a:gd name="connsiteX38" fmla="*/ 1552575 w 1716882"/>
              <a:gd name="connsiteY38" fmla="*/ 38100 h 252412"/>
              <a:gd name="connsiteX39" fmla="*/ 1571625 w 1716882"/>
              <a:gd name="connsiteY39" fmla="*/ 30956 h 252412"/>
              <a:gd name="connsiteX40" fmla="*/ 1624013 w 1716882"/>
              <a:gd name="connsiteY40" fmla="*/ 14287 h 252412"/>
              <a:gd name="connsiteX41" fmla="*/ 1702594 w 1716882"/>
              <a:gd name="connsiteY41" fmla="*/ 11906 h 252412"/>
              <a:gd name="connsiteX42" fmla="*/ 1709738 w 1716882"/>
              <a:gd name="connsiteY42" fmla="*/ 7143 h 252412"/>
              <a:gd name="connsiteX43" fmla="*/ 1716882 w 1716882"/>
              <a:gd name="connsiteY43"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16782 w 1716882"/>
              <a:gd name="connsiteY21" fmla="*/ 130968 h 252412"/>
              <a:gd name="connsiteX22" fmla="*/ 995363 w 1716882"/>
              <a:gd name="connsiteY22" fmla="*/ 114300 h 252412"/>
              <a:gd name="connsiteX23" fmla="*/ 1004888 w 1716882"/>
              <a:gd name="connsiteY23" fmla="*/ 111918 h 252412"/>
              <a:gd name="connsiteX24" fmla="*/ 1050132 w 1716882"/>
              <a:gd name="connsiteY24" fmla="*/ 107156 h 252412"/>
              <a:gd name="connsiteX25" fmla="*/ 1071563 w 1716882"/>
              <a:gd name="connsiteY25" fmla="*/ 102393 h 252412"/>
              <a:gd name="connsiteX26" fmla="*/ 1083469 w 1716882"/>
              <a:gd name="connsiteY26" fmla="*/ 97631 h 252412"/>
              <a:gd name="connsiteX27" fmla="*/ 1121569 w 1716882"/>
              <a:gd name="connsiteY27" fmla="*/ 90487 h 252412"/>
              <a:gd name="connsiteX28" fmla="*/ 1169194 w 1716882"/>
              <a:gd name="connsiteY28" fmla="*/ 76200 h 252412"/>
              <a:gd name="connsiteX29" fmla="*/ 1204913 w 1716882"/>
              <a:gd name="connsiteY29" fmla="*/ 64293 h 252412"/>
              <a:gd name="connsiteX30" fmla="*/ 1245394 w 1716882"/>
              <a:gd name="connsiteY30" fmla="*/ 59531 h 252412"/>
              <a:gd name="connsiteX31" fmla="*/ 1273969 w 1716882"/>
              <a:gd name="connsiteY31" fmla="*/ 52387 h 252412"/>
              <a:gd name="connsiteX32" fmla="*/ 1378744 w 1716882"/>
              <a:gd name="connsiteY32" fmla="*/ 54768 h 252412"/>
              <a:gd name="connsiteX33" fmla="*/ 1443038 w 1716882"/>
              <a:gd name="connsiteY33" fmla="*/ 52387 h 252412"/>
              <a:gd name="connsiteX34" fmla="*/ 1459707 w 1716882"/>
              <a:gd name="connsiteY34" fmla="*/ 54768 h 252412"/>
              <a:gd name="connsiteX35" fmla="*/ 1514475 w 1716882"/>
              <a:gd name="connsiteY35" fmla="*/ 52387 h 252412"/>
              <a:gd name="connsiteX36" fmla="*/ 1535907 w 1716882"/>
              <a:gd name="connsiteY36" fmla="*/ 45243 h 252412"/>
              <a:gd name="connsiteX37" fmla="*/ 1552575 w 1716882"/>
              <a:gd name="connsiteY37" fmla="*/ 38100 h 252412"/>
              <a:gd name="connsiteX38" fmla="*/ 1571625 w 1716882"/>
              <a:gd name="connsiteY38" fmla="*/ 30956 h 252412"/>
              <a:gd name="connsiteX39" fmla="*/ 1624013 w 1716882"/>
              <a:gd name="connsiteY39" fmla="*/ 14287 h 252412"/>
              <a:gd name="connsiteX40" fmla="*/ 1702594 w 1716882"/>
              <a:gd name="connsiteY40" fmla="*/ 11906 h 252412"/>
              <a:gd name="connsiteX41" fmla="*/ 1709738 w 1716882"/>
              <a:gd name="connsiteY41" fmla="*/ 7143 h 252412"/>
              <a:gd name="connsiteX42" fmla="*/ 1716882 w 1716882"/>
              <a:gd name="connsiteY42"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16782 w 1716882"/>
              <a:gd name="connsiteY21" fmla="*/ 130968 h 252412"/>
              <a:gd name="connsiteX22" fmla="*/ 995363 w 1716882"/>
              <a:gd name="connsiteY22" fmla="*/ 114300 h 252412"/>
              <a:gd name="connsiteX23" fmla="*/ 1050132 w 1716882"/>
              <a:gd name="connsiteY23" fmla="*/ 107156 h 252412"/>
              <a:gd name="connsiteX24" fmla="*/ 1071563 w 1716882"/>
              <a:gd name="connsiteY24" fmla="*/ 102393 h 252412"/>
              <a:gd name="connsiteX25" fmla="*/ 1083469 w 1716882"/>
              <a:gd name="connsiteY25" fmla="*/ 97631 h 252412"/>
              <a:gd name="connsiteX26" fmla="*/ 1121569 w 1716882"/>
              <a:gd name="connsiteY26" fmla="*/ 90487 h 252412"/>
              <a:gd name="connsiteX27" fmla="*/ 1169194 w 1716882"/>
              <a:gd name="connsiteY27" fmla="*/ 76200 h 252412"/>
              <a:gd name="connsiteX28" fmla="*/ 1204913 w 1716882"/>
              <a:gd name="connsiteY28" fmla="*/ 64293 h 252412"/>
              <a:gd name="connsiteX29" fmla="*/ 1245394 w 1716882"/>
              <a:gd name="connsiteY29" fmla="*/ 59531 h 252412"/>
              <a:gd name="connsiteX30" fmla="*/ 1273969 w 1716882"/>
              <a:gd name="connsiteY30" fmla="*/ 52387 h 252412"/>
              <a:gd name="connsiteX31" fmla="*/ 1378744 w 1716882"/>
              <a:gd name="connsiteY31" fmla="*/ 54768 h 252412"/>
              <a:gd name="connsiteX32" fmla="*/ 1443038 w 1716882"/>
              <a:gd name="connsiteY32" fmla="*/ 52387 h 252412"/>
              <a:gd name="connsiteX33" fmla="*/ 1459707 w 1716882"/>
              <a:gd name="connsiteY33" fmla="*/ 54768 h 252412"/>
              <a:gd name="connsiteX34" fmla="*/ 1514475 w 1716882"/>
              <a:gd name="connsiteY34" fmla="*/ 52387 h 252412"/>
              <a:gd name="connsiteX35" fmla="*/ 1535907 w 1716882"/>
              <a:gd name="connsiteY35" fmla="*/ 45243 h 252412"/>
              <a:gd name="connsiteX36" fmla="*/ 1552575 w 1716882"/>
              <a:gd name="connsiteY36" fmla="*/ 38100 h 252412"/>
              <a:gd name="connsiteX37" fmla="*/ 1571625 w 1716882"/>
              <a:gd name="connsiteY37" fmla="*/ 30956 h 252412"/>
              <a:gd name="connsiteX38" fmla="*/ 1624013 w 1716882"/>
              <a:gd name="connsiteY38" fmla="*/ 14287 h 252412"/>
              <a:gd name="connsiteX39" fmla="*/ 1702594 w 1716882"/>
              <a:gd name="connsiteY39" fmla="*/ 11906 h 252412"/>
              <a:gd name="connsiteX40" fmla="*/ 1709738 w 1716882"/>
              <a:gd name="connsiteY40" fmla="*/ 7143 h 252412"/>
              <a:gd name="connsiteX41" fmla="*/ 1716882 w 1716882"/>
              <a:gd name="connsiteY41"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16782 w 1716882"/>
              <a:gd name="connsiteY21" fmla="*/ 130968 h 252412"/>
              <a:gd name="connsiteX22" fmla="*/ 995363 w 1716882"/>
              <a:gd name="connsiteY22" fmla="*/ 114300 h 252412"/>
              <a:gd name="connsiteX23" fmla="*/ 1050132 w 1716882"/>
              <a:gd name="connsiteY23" fmla="*/ 107156 h 252412"/>
              <a:gd name="connsiteX24" fmla="*/ 1071563 w 1716882"/>
              <a:gd name="connsiteY24" fmla="*/ 102393 h 252412"/>
              <a:gd name="connsiteX25" fmla="*/ 1121569 w 1716882"/>
              <a:gd name="connsiteY25" fmla="*/ 90487 h 252412"/>
              <a:gd name="connsiteX26" fmla="*/ 1169194 w 1716882"/>
              <a:gd name="connsiteY26" fmla="*/ 76200 h 252412"/>
              <a:gd name="connsiteX27" fmla="*/ 1204913 w 1716882"/>
              <a:gd name="connsiteY27" fmla="*/ 64293 h 252412"/>
              <a:gd name="connsiteX28" fmla="*/ 1245394 w 1716882"/>
              <a:gd name="connsiteY28" fmla="*/ 59531 h 252412"/>
              <a:gd name="connsiteX29" fmla="*/ 1273969 w 1716882"/>
              <a:gd name="connsiteY29" fmla="*/ 52387 h 252412"/>
              <a:gd name="connsiteX30" fmla="*/ 1378744 w 1716882"/>
              <a:gd name="connsiteY30" fmla="*/ 54768 h 252412"/>
              <a:gd name="connsiteX31" fmla="*/ 1443038 w 1716882"/>
              <a:gd name="connsiteY31" fmla="*/ 52387 h 252412"/>
              <a:gd name="connsiteX32" fmla="*/ 1459707 w 1716882"/>
              <a:gd name="connsiteY32" fmla="*/ 54768 h 252412"/>
              <a:gd name="connsiteX33" fmla="*/ 1514475 w 1716882"/>
              <a:gd name="connsiteY33" fmla="*/ 52387 h 252412"/>
              <a:gd name="connsiteX34" fmla="*/ 1535907 w 1716882"/>
              <a:gd name="connsiteY34" fmla="*/ 45243 h 252412"/>
              <a:gd name="connsiteX35" fmla="*/ 1552575 w 1716882"/>
              <a:gd name="connsiteY35" fmla="*/ 38100 h 252412"/>
              <a:gd name="connsiteX36" fmla="*/ 1571625 w 1716882"/>
              <a:gd name="connsiteY36" fmla="*/ 30956 h 252412"/>
              <a:gd name="connsiteX37" fmla="*/ 1624013 w 1716882"/>
              <a:gd name="connsiteY37" fmla="*/ 14287 h 252412"/>
              <a:gd name="connsiteX38" fmla="*/ 1702594 w 1716882"/>
              <a:gd name="connsiteY38" fmla="*/ 11906 h 252412"/>
              <a:gd name="connsiteX39" fmla="*/ 1709738 w 1716882"/>
              <a:gd name="connsiteY39" fmla="*/ 7143 h 252412"/>
              <a:gd name="connsiteX40" fmla="*/ 1716882 w 1716882"/>
              <a:gd name="connsiteY40"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16782 w 1716882"/>
              <a:gd name="connsiteY21" fmla="*/ 130968 h 252412"/>
              <a:gd name="connsiteX22" fmla="*/ 995363 w 1716882"/>
              <a:gd name="connsiteY22" fmla="*/ 114300 h 252412"/>
              <a:gd name="connsiteX23" fmla="*/ 1050132 w 1716882"/>
              <a:gd name="connsiteY23" fmla="*/ 107156 h 252412"/>
              <a:gd name="connsiteX24" fmla="*/ 1071563 w 1716882"/>
              <a:gd name="connsiteY24" fmla="*/ 102393 h 252412"/>
              <a:gd name="connsiteX25" fmla="*/ 1121569 w 1716882"/>
              <a:gd name="connsiteY25" fmla="*/ 90487 h 252412"/>
              <a:gd name="connsiteX26" fmla="*/ 1169194 w 1716882"/>
              <a:gd name="connsiteY26" fmla="*/ 76200 h 252412"/>
              <a:gd name="connsiteX27" fmla="*/ 1204913 w 1716882"/>
              <a:gd name="connsiteY27" fmla="*/ 64293 h 252412"/>
              <a:gd name="connsiteX28" fmla="*/ 1245394 w 1716882"/>
              <a:gd name="connsiteY28" fmla="*/ 59531 h 252412"/>
              <a:gd name="connsiteX29" fmla="*/ 1302544 w 1716882"/>
              <a:gd name="connsiteY29" fmla="*/ 57149 h 252412"/>
              <a:gd name="connsiteX30" fmla="*/ 1378744 w 1716882"/>
              <a:gd name="connsiteY30" fmla="*/ 54768 h 252412"/>
              <a:gd name="connsiteX31" fmla="*/ 1443038 w 1716882"/>
              <a:gd name="connsiteY31" fmla="*/ 52387 h 252412"/>
              <a:gd name="connsiteX32" fmla="*/ 1459707 w 1716882"/>
              <a:gd name="connsiteY32" fmla="*/ 54768 h 252412"/>
              <a:gd name="connsiteX33" fmla="*/ 1514475 w 1716882"/>
              <a:gd name="connsiteY33" fmla="*/ 52387 h 252412"/>
              <a:gd name="connsiteX34" fmla="*/ 1535907 w 1716882"/>
              <a:gd name="connsiteY34" fmla="*/ 45243 h 252412"/>
              <a:gd name="connsiteX35" fmla="*/ 1552575 w 1716882"/>
              <a:gd name="connsiteY35" fmla="*/ 38100 h 252412"/>
              <a:gd name="connsiteX36" fmla="*/ 1571625 w 1716882"/>
              <a:gd name="connsiteY36" fmla="*/ 30956 h 252412"/>
              <a:gd name="connsiteX37" fmla="*/ 1624013 w 1716882"/>
              <a:gd name="connsiteY37" fmla="*/ 14287 h 252412"/>
              <a:gd name="connsiteX38" fmla="*/ 1702594 w 1716882"/>
              <a:gd name="connsiteY38" fmla="*/ 11906 h 252412"/>
              <a:gd name="connsiteX39" fmla="*/ 1709738 w 1716882"/>
              <a:gd name="connsiteY39" fmla="*/ 7143 h 252412"/>
              <a:gd name="connsiteX40" fmla="*/ 1716882 w 1716882"/>
              <a:gd name="connsiteY40"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16782 w 1716882"/>
              <a:gd name="connsiteY21" fmla="*/ 130968 h 252412"/>
              <a:gd name="connsiteX22" fmla="*/ 995363 w 1716882"/>
              <a:gd name="connsiteY22" fmla="*/ 114300 h 252412"/>
              <a:gd name="connsiteX23" fmla="*/ 1050132 w 1716882"/>
              <a:gd name="connsiteY23" fmla="*/ 107156 h 252412"/>
              <a:gd name="connsiteX24" fmla="*/ 1071563 w 1716882"/>
              <a:gd name="connsiteY24" fmla="*/ 102393 h 252412"/>
              <a:gd name="connsiteX25" fmla="*/ 1121569 w 1716882"/>
              <a:gd name="connsiteY25" fmla="*/ 90487 h 252412"/>
              <a:gd name="connsiteX26" fmla="*/ 1169194 w 1716882"/>
              <a:gd name="connsiteY26" fmla="*/ 76200 h 252412"/>
              <a:gd name="connsiteX27" fmla="*/ 1204913 w 1716882"/>
              <a:gd name="connsiteY27" fmla="*/ 64293 h 252412"/>
              <a:gd name="connsiteX28" fmla="*/ 1302544 w 1716882"/>
              <a:gd name="connsiteY28" fmla="*/ 57149 h 252412"/>
              <a:gd name="connsiteX29" fmla="*/ 1378744 w 1716882"/>
              <a:gd name="connsiteY29" fmla="*/ 54768 h 252412"/>
              <a:gd name="connsiteX30" fmla="*/ 1443038 w 1716882"/>
              <a:gd name="connsiteY30" fmla="*/ 52387 h 252412"/>
              <a:gd name="connsiteX31" fmla="*/ 1459707 w 1716882"/>
              <a:gd name="connsiteY31" fmla="*/ 54768 h 252412"/>
              <a:gd name="connsiteX32" fmla="*/ 1514475 w 1716882"/>
              <a:gd name="connsiteY32" fmla="*/ 52387 h 252412"/>
              <a:gd name="connsiteX33" fmla="*/ 1535907 w 1716882"/>
              <a:gd name="connsiteY33" fmla="*/ 45243 h 252412"/>
              <a:gd name="connsiteX34" fmla="*/ 1552575 w 1716882"/>
              <a:gd name="connsiteY34" fmla="*/ 38100 h 252412"/>
              <a:gd name="connsiteX35" fmla="*/ 1571625 w 1716882"/>
              <a:gd name="connsiteY35" fmla="*/ 30956 h 252412"/>
              <a:gd name="connsiteX36" fmla="*/ 1624013 w 1716882"/>
              <a:gd name="connsiteY36" fmla="*/ 14287 h 252412"/>
              <a:gd name="connsiteX37" fmla="*/ 1702594 w 1716882"/>
              <a:gd name="connsiteY37" fmla="*/ 11906 h 252412"/>
              <a:gd name="connsiteX38" fmla="*/ 1709738 w 1716882"/>
              <a:gd name="connsiteY38" fmla="*/ 7143 h 252412"/>
              <a:gd name="connsiteX39" fmla="*/ 1716882 w 1716882"/>
              <a:gd name="connsiteY39"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16782 w 1716882"/>
              <a:gd name="connsiteY21" fmla="*/ 130968 h 252412"/>
              <a:gd name="connsiteX22" fmla="*/ 995363 w 1716882"/>
              <a:gd name="connsiteY22" fmla="*/ 114300 h 252412"/>
              <a:gd name="connsiteX23" fmla="*/ 1050132 w 1716882"/>
              <a:gd name="connsiteY23" fmla="*/ 107156 h 252412"/>
              <a:gd name="connsiteX24" fmla="*/ 1071563 w 1716882"/>
              <a:gd name="connsiteY24" fmla="*/ 102393 h 252412"/>
              <a:gd name="connsiteX25" fmla="*/ 1121569 w 1716882"/>
              <a:gd name="connsiteY25" fmla="*/ 90487 h 252412"/>
              <a:gd name="connsiteX26" fmla="*/ 1169194 w 1716882"/>
              <a:gd name="connsiteY26" fmla="*/ 76200 h 252412"/>
              <a:gd name="connsiteX27" fmla="*/ 1226344 w 1716882"/>
              <a:gd name="connsiteY27" fmla="*/ 66674 h 252412"/>
              <a:gd name="connsiteX28" fmla="*/ 1302544 w 1716882"/>
              <a:gd name="connsiteY28" fmla="*/ 57149 h 252412"/>
              <a:gd name="connsiteX29" fmla="*/ 1378744 w 1716882"/>
              <a:gd name="connsiteY29" fmla="*/ 54768 h 252412"/>
              <a:gd name="connsiteX30" fmla="*/ 1443038 w 1716882"/>
              <a:gd name="connsiteY30" fmla="*/ 52387 h 252412"/>
              <a:gd name="connsiteX31" fmla="*/ 1459707 w 1716882"/>
              <a:gd name="connsiteY31" fmla="*/ 54768 h 252412"/>
              <a:gd name="connsiteX32" fmla="*/ 1514475 w 1716882"/>
              <a:gd name="connsiteY32" fmla="*/ 52387 h 252412"/>
              <a:gd name="connsiteX33" fmla="*/ 1535907 w 1716882"/>
              <a:gd name="connsiteY33" fmla="*/ 45243 h 252412"/>
              <a:gd name="connsiteX34" fmla="*/ 1552575 w 1716882"/>
              <a:gd name="connsiteY34" fmla="*/ 38100 h 252412"/>
              <a:gd name="connsiteX35" fmla="*/ 1571625 w 1716882"/>
              <a:gd name="connsiteY35" fmla="*/ 30956 h 252412"/>
              <a:gd name="connsiteX36" fmla="*/ 1624013 w 1716882"/>
              <a:gd name="connsiteY36" fmla="*/ 14287 h 252412"/>
              <a:gd name="connsiteX37" fmla="*/ 1702594 w 1716882"/>
              <a:gd name="connsiteY37" fmla="*/ 11906 h 252412"/>
              <a:gd name="connsiteX38" fmla="*/ 1709738 w 1716882"/>
              <a:gd name="connsiteY38" fmla="*/ 7143 h 252412"/>
              <a:gd name="connsiteX39" fmla="*/ 1716882 w 1716882"/>
              <a:gd name="connsiteY39"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33451 w 1716882"/>
              <a:gd name="connsiteY21" fmla="*/ 123824 h 252412"/>
              <a:gd name="connsiteX22" fmla="*/ 995363 w 1716882"/>
              <a:gd name="connsiteY22" fmla="*/ 114300 h 252412"/>
              <a:gd name="connsiteX23" fmla="*/ 1050132 w 1716882"/>
              <a:gd name="connsiteY23" fmla="*/ 107156 h 252412"/>
              <a:gd name="connsiteX24" fmla="*/ 1071563 w 1716882"/>
              <a:gd name="connsiteY24" fmla="*/ 102393 h 252412"/>
              <a:gd name="connsiteX25" fmla="*/ 1121569 w 1716882"/>
              <a:gd name="connsiteY25" fmla="*/ 90487 h 252412"/>
              <a:gd name="connsiteX26" fmla="*/ 1169194 w 1716882"/>
              <a:gd name="connsiteY26" fmla="*/ 76200 h 252412"/>
              <a:gd name="connsiteX27" fmla="*/ 1226344 w 1716882"/>
              <a:gd name="connsiteY27" fmla="*/ 66674 h 252412"/>
              <a:gd name="connsiteX28" fmla="*/ 1302544 w 1716882"/>
              <a:gd name="connsiteY28" fmla="*/ 57149 h 252412"/>
              <a:gd name="connsiteX29" fmla="*/ 1378744 w 1716882"/>
              <a:gd name="connsiteY29" fmla="*/ 54768 h 252412"/>
              <a:gd name="connsiteX30" fmla="*/ 1443038 w 1716882"/>
              <a:gd name="connsiteY30" fmla="*/ 52387 h 252412"/>
              <a:gd name="connsiteX31" fmla="*/ 1459707 w 1716882"/>
              <a:gd name="connsiteY31" fmla="*/ 54768 h 252412"/>
              <a:gd name="connsiteX32" fmla="*/ 1514475 w 1716882"/>
              <a:gd name="connsiteY32" fmla="*/ 52387 h 252412"/>
              <a:gd name="connsiteX33" fmla="*/ 1535907 w 1716882"/>
              <a:gd name="connsiteY33" fmla="*/ 45243 h 252412"/>
              <a:gd name="connsiteX34" fmla="*/ 1552575 w 1716882"/>
              <a:gd name="connsiteY34" fmla="*/ 38100 h 252412"/>
              <a:gd name="connsiteX35" fmla="*/ 1571625 w 1716882"/>
              <a:gd name="connsiteY35" fmla="*/ 30956 h 252412"/>
              <a:gd name="connsiteX36" fmla="*/ 1624013 w 1716882"/>
              <a:gd name="connsiteY36" fmla="*/ 14287 h 252412"/>
              <a:gd name="connsiteX37" fmla="*/ 1702594 w 1716882"/>
              <a:gd name="connsiteY37" fmla="*/ 11906 h 252412"/>
              <a:gd name="connsiteX38" fmla="*/ 1709738 w 1716882"/>
              <a:gd name="connsiteY38" fmla="*/ 7143 h 252412"/>
              <a:gd name="connsiteX39" fmla="*/ 1716882 w 1716882"/>
              <a:gd name="connsiteY39"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33451 w 1716882"/>
              <a:gd name="connsiteY21" fmla="*/ 123824 h 252412"/>
              <a:gd name="connsiteX22" fmla="*/ 995363 w 1716882"/>
              <a:gd name="connsiteY22" fmla="*/ 114300 h 252412"/>
              <a:gd name="connsiteX23" fmla="*/ 1050132 w 1716882"/>
              <a:gd name="connsiteY23" fmla="*/ 107156 h 252412"/>
              <a:gd name="connsiteX24" fmla="*/ 1071563 w 1716882"/>
              <a:gd name="connsiteY24" fmla="*/ 102393 h 252412"/>
              <a:gd name="connsiteX25" fmla="*/ 1121569 w 1716882"/>
              <a:gd name="connsiteY25" fmla="*/ 90487 h 252412"/>
              <a:gd name="connsiteX26" fmla="*/ 1169194 w 1716882"/>
              <a:gd name="connsiteY26" fmla="*/ 76200 h 252412"/>
              <a:gd name="connsiteX27" fmla="*/ 1226344 w 1716882"/>
              <a:gd name="connsiteY27" fmla="*/ 66674 h 252412"/>
              <a:gd name="connsiteX28" fmla="*/ 1302544 w 1716882"/>
              <a:gd name="connsiteY28" fmla="*/ 57149 h 252412"/>
              <a:gd name="connsiteX29" fmla="*/ 1378744 w 1716882"/>
              <a:gd name="connsiteY29" fmla="*/ 54768 h 252412"/>
              <a:gd name="connsiteX30" fmla="*/ 1443038 w 1716882"/>
              <a:gd name="connsiteY30" fmla="*/ 52387 h 252412"/>
              <a:gd name="connsiteX31" fmla="*/ 1459707 w 1716882"/>
              <a:gd name="connsiteY31" fmla="*/ 54768 h 252412"/>
              <a:gd name="connsiteX32" fmla="*/ 1514475 w 1716882"/>
              <a:gd name="connsiteY32" fmla="*/ 52387 h 252412"/>
              <a:gd name="connsiteX33" fmla="*/ 1552575 w 1716882"/>
              <a:gd name="connsiteY33" fmla="*/ 38100 h 252412"/>
              <a:gd name="connsiteX34" fmla="*/ 1571625 w 1716882"/>
              <a:gd name="connsiteY34" fmla="*/ 30956 h 252412"/>
              <a:gd name="connsiteX35" fmla="*/ 1624013 w 1716882"/>
              <a:gd name="connsiteY35" fmla="*/ 14287 h 252412"/>
              <a:gd name="connsiteX36" fmla="*/ 1702594 w 1716882"/>
              <a:gd name="connsiteY36" fmla="*/ 11906 h 252412"/>
              <a:gd name="connsiteX37" fmla="*/ 1709738 w 1716882"/>
              <a:gd name="connsiteY37" fmla="*/ 7143 h 252412"/>
              <a:gd name="connsiteX38" fmla="*/ 1716882 w 1716882"/>
              <a:gd name="connsiteY38"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33451 w 1716882"/>
              <a:gd name="connsiteY21" fmla="*/ 123824 h 252412"/>
              <a:gd name="connsiteX22" fmla="*/ 995363 w 1716882"/>
              <a:gd name="connsiteY22" fmla="*/ 114300 h 252412"/>
              <a:gd name="connsiteX23" fmla="*/ 1050132 w 1716882"/>
              <a:gd name="connsiteY23" fmla="*/ 107156 h 252412"/>
              <a:gd name="connsiteX24" fmla="*/ 1071563 w 1716882"/>
              <a:gd name="connsiteY24" fmla="*/ 102393 h 252412"/>
              <a:gd name="connsiteX25" fmla="*/ 1121569 w 1716882"/>
              <a:gd name="connsiteY25" fmla="*/ 90487 h 252412"/>
              <a:gd name="connsiteX26" fmla="*/ 1169194 w 1716882"/>
              <a:gd name="connsiteY26" fmla="*/ 76200 h 252412"/>
              <a:gd name="connsiteX27" fmla="*/ 1226344 w 1716882"/>
              <a:gd name="connsiteY27" fmla="*/ 66674 h 252412"/>
              <a:gd name="connsiteX28" fmla="*/ 1302544 w 1716882"/>
              <a:gd name="connsiteY28" fmla="*/ 57149 h 252412"/>
              <a:gd name="connsiteX29" fmla="*/ 1378744 w 1716882"/>
              <a:gd name="connsiteY29" fmla="*/ 54768 h 252412"/>
              <a:gd name="connsiteX30" fmla="*/ 1443038 w 1716882"/>
              <a:gd name="connsiteY30" fmla="*/ 52387 h 252412"/>
              <a:gd name="connsiteX31" fmla="*/ 1459707 w 1716882"/>
              <a:gd name="connsiteY31" fmla="*/ 54768 h 252412"/>
              <a:gd name="connsiteX32" fmla="*/ 1516856 w 1716882"/>
              <a:gd name="connsiteY32" fmla="*/ 45244 h 252412"/>
              <a:gd name="connsiteX33" fmla="*/ 1552575 w 1716882"/>
              <a:gd name="connsiteY33" fmla="*/ 38100 h 252412"/>
              <a:gd name="connsiteX34" fmla="*/ 1571625 w 1716882"/>
              <a:gd name="connsiteY34" fmla="*/ 30956 h 252412"/>
              <a:gd name="connsiteX35" fmla="*/ 1624013 w 1716882"/>
              <a:gd name="connsiteY35" fmla="*/ 14287 h 252412"/>
              <a:gd name="connsiteX36" fmla="*/ 1702594 w 1716882"/>
              <a:gd name="connsiteY36" fmla="*/ 11906 h 252412"/>
              <a:gd name="connsiteX37" fmla="*/ 1709738 w 1716882"/>
              <a:gd name="connsiteY37" fmla="*/ 7143 h 252412"/>
              <a:gd name="connsiteX38" fmla="*/ 1716882 w 1716882"/>
              <a:gd name="connsiteY38"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33451 w 1716882"/>
              <a:gd name="connsiteY21" fmla="*/ 123824 h 252412"/>
              <a:gd name="connsiteX22" fmla="*/ 995363 w 1716882"/>
              <a:gd name="connsiteY22" fmla="*/ 114300 h 252412"/>
              <a:gd name="connsiteX23" fmla="*/ 1050132 w 1716882"/>
              <a:gd name="connsiteY23" fmla="*/ 107156 h 252412"/>
              <a:gd name="connsiteX24" fmla="*/ 1071563 w 1716882"/>
              <a:gd name="connsiteY24" fmla="*/ 102393 h 252412"/>
              <a:gd name="connsiteX25" fmla="*/ 1121569 w 1716882"/>
              <a:gd name="connsiteY25" fmla="*/ 90487 h 252412"/>
              <a:gd name="connsiteX26" fmla="*/ 1169194 w 1716882"/>
              <a:gd name="connsiteY26" fmla="*/ 76200 h 252412"/>
              <a:gd name="connsiteX27" fmla="*/ 1226344 w 1716882"/>
              <a:gd name="connsiteY27" fmla="*/ 66674 h 252412"/>
              <a:gd name="connsiteX28" fmla="*/ 1302544 w 1716882"/>
              <a:gd name="connsiteY28" fmla="*/ 57149 h 252412"/>
              <a:gd name="connsiteX29" fmla="*/ 1378744 w 1716882"/>
              <a:gd name="connsiteY29" fmla="*/ 54768 h 252412"/>
              <a:gd name="connsiteX30" fmla="*/ 1443038 w 1716882"/>
              <a:gd name="connsiteY30" fmla="*/ 52387 h 252412"/>
              <a:gd name="connsiteX31" fmla="*/ 1459707 w 1716882"/>
              <a:gd name="connsiteY31" fmla="*/ 54768 h 252412"/>
              <a:gd name="connsiteX32" fmla="*/ 1516856 w 1716882"/>
              <a:gd name="connsiteY32" fmla="*/ 45244 h 252412"/>
              <a:gd name="connsiteX33" fmla="*/ 1552575 w 1716882"/>
              <a:gd name="connsiteY33" fmla="*/ 38100 h 252412"/>
              <a:gd name="connsiteX34" fmla="*/ 1571625 w 1716882"/>
              <a:gd name="connsiteY34" fmla="*/ 30956 h 252412"/>
              <a:gd name="connsiteX35" fmla="*/ 1631157 w 1716882"/>
              <a:gd name="connsiteY35" fmla="*/ 19050 h 252412"/>
              <a:gd name="connsiteX36" fmla="*/ 1702594 w 1716882"/>
              <a:gd name="connsiteY36" fmla="*/ 11906 h 252412"/>
              <a:gd name="connsiteX37" fmla="*/ 1709738 w 1716882"/>
              <a:gd name="connsiteY37" fmla="*/ 7143 h 252412"/>
              <a:gd name="connsiteX38" fmla="*/ 1716882 w 1716882"/>
              <a:gd name="connsiteY38" fmla="*/ 0 h 252412"/>
              <a:gd name="connsiteX0" fmla="*/ 0 w 1709738"/>
              <a:gd name="connsiteY0" fmla="*/ 245269 h 245269"/>
              <a:gd name="connsiteX1" fmla="*/ 30957 w 1709738"/>
              <a:gd name="connsiteY1" fmla="*/ 240507 h 245269"/>
              <a:gd name="connsiteX2" fmla="*/ 50007 w 1709738"/>
              <a:gd name="connsiteY2" fmla="*/ 235744 h 245269"/>
              <a:gd name="connsiteX3" fmla="*/ 57150 w 1709738"/>
              <a:gd name="connsiteY3" fmla="*/ 233363 h 245269"/>
              <a:gd name="connsiteX4" fmla="*/ 85725 w 1709738"/>
              <a:gd name="connsiteY4" fmla="*/ 230982 h 245269"/>
              <a:gd name="connsiteX5" fmla="*/ 92869 w 1709738"/>
              <a:gd name="connsiteY5" fmla="*/ 228600 h 245269"/>
              <a:gd name="connsiteX6" fmla="*/ 116682 w 1709738"/>
              <a:gd name="connsiteY6" fmla="*/ 223838 h 245269"/>
              <a:gd name="connsiteX7" fmla="*/ 126207 w 1709738"/>
              <a:gd name="connsiteY7" fmla="*/ 219075 h 245269"/>
              <a:gd name="connsiteX8" fmla="*/ 135732 w 1709738"/>
              <a:gd name="connsiteY8" fmla="*/ 216694 h 245269"/>
              <a:gd name="connsiteX9" fmla="*/ 197644 w 1709738"/>
              <a:gd name="connsiteY9" fmla="*/ 209550 h 245269"/>
              <a:gd name="connsiteX10" fmla="*/ 221457 w 1709738"/>
              <a:gd name="connsiteY10" fmla="*/ 211932 h 245269"/>
              <a:gd name="connsiteX11" fmla="*/ 309564 w 1709738"/>
              <a:gd name="connsiteY11" fmla="*/ 202407 h 245269"/>
              <a:gd name="connsiteX12" fmla="*/ 402432 w 1709738"/>
              <a:gd name="connsiteY12" fmla="*/ 192882 h 245269"/>
              <a:gd name="connsiteX13" fmla="*/ 492919 w 1709738"/>
              <a:gd name="connsiteY13" fmla="*/ 180976 h 245269"/>
              <a:gd name="connsiteX14" fmla="*/ 552450 w 1709738"/>
              <a:gd name="connsiteY14" fmla="*/ 171450 h 245269"/>
              <a:gd name="connsiteX15" fmla="*/ 592932 w 1709738"/>
              <a:gd name="connsiteY15" fmla="*/ 159544 h 245269"/>
              <a:gd name="connsiteX16" fmla="*/ 633413 w 1709738"/>
              <a:gd name="connsiteY16" fmla="*/ 150019 h 245269"/>
              <a:gd name="connsiteX17" fmla="*/ 661988 w 1709738"/>
              <a:gd name="connsiteY17" fmla="*/ 147638 h 245269"/>
              <a:gd name="connsiteX18" fmla="*/ 697707 w 1709738"/>
              <a:gd name="connsiteY18" fmla="*/ 140494 h 245269"/>
              <a:gd name="connsiteX19" fmla="*/ 800100 w 1709738"/>
              <a:gd name="connsiteY19" fmla="*/ 123826 h 245269"/>
              <a:gd name="connsiteX20" fmla="*/ 871538 w 1709738"/>
              <a:gd name="connsiteY20" fmla="*/ 121444 h 245269"/>
              <a:gd name="connsiteX21" fmla="*/ 933451 w 1709738"/>
              <a:gd name="connsiteY21" fmla="*/ 116681 h 245269"/>
              <a:gd name="connsiteX22" fmla="*/ 995363 w 1709738"/>
              <a:gd name="connsiteY22" fmla="*/ 107157 h 245269"/>
              <a:gd name="connsiteX23" fmla="*/ 1050132 w 1709738"/>
              <a:gd name="connsiteY23" fmla="*/ 100013 h 245269"/>
              <a:gd name="connsiteX24" fmla="*/ 1071563 w 1709738"/>
              <a:gd name="connsiteY24" fmla="*/ 95250 h 245269"/>
              <a:gd name="connsiteX25" fmla="*/ 1121569 w 1709738"/>
              <a:gd name="connsiteY25" fmla="*/ 83344 h 245269"/>
              <a:gd name="connsiteX26" fmla="*/ 1169194 w 1709738"/>
              <a:gd name="connsiteY26" fmla="*/ 69057 h 245269"/>
              <a:gd name="connsiteX27" fmla="*/ 1226344 w 1709738"/>
              <a:gd name="connsiteY27" fmla="*/ 59531 h 245269"/>
              <a:gd name="connsiteX28" fmla="*/ 1302544 w 1709738"/>
              <a:gd name="connsiteY28" fmla="*/ 50006 h 245269"/>
              <a:gd name="connsiteX29" fmla="*/ 1378744 w 1709738"/>
              <a:gd name="connsiteY29" fmla="*/ 47625 h 245269"/>
              <a:gd name="connsiteX30" fmla="*/ 1443038 w 1709738"/>
              <a:gd name="connsiteY30" fmla="*/ 45244 h 245269"/>
              <a:gd name="connsiteX31" fmla="*/ 1459707 w 1709738"/>
              <a:gd name="connsiteY31" fmla="*/ 47625 h 245269"/>
              <a:gd name="connsiteX32" fmla="*/ 1516856 w 1709738"/>
              <a:gd name="connsiteY32" fmla="*/ 38101 h 245269"/>
              <a:gd name="connsiteX33" fmla="*/ 1552575 w 1709738"/>
              <a:gd name="connsiteY33" fmla="*/ 30957 h 245269"/>
              <a:gd name="connsiteX34" fmla="*/ 1571625 w 1709738"/>
              <a:gd name="connsiteY34" fmla="*/ 23813 h 245269"/>
              <a:gd name="connsiteX35" fmla="*/ 1631157 w 1709738"/>
              <a:gd name="connsiteY35" fmla="*/ 11907 h 245269"/>
              <a:gd name="connsiteX36" fmla="*/ 1702594 w 1709738"/>
              <a:gd name="connsiteY36" fmla="*/ 4763 h 245269"/>
              <a:gd name="connsiteX37" fmla="*/ 1709738 w 1709738"/>
              <a:gd name="connsiteY37" fmla="*/ 0 h 245269"/>
              <a:gd name="connsiteX0" fmla="*/ 0 w 1733551"/>
              <a:gd name="connsiteY0" fmla="*/ 247650 h 247650"/>
              <a:gd name="connsiteX1" fmla="*/ 30957 w 1733551"/>
              <a:gd name="connsiteY1" fmla="*/ 242888 h 247650"/>
              <a:gd name="connsiteX2" fmla="*/ 50007 w 1733551"/>
              <a:gd name="connsiteY2" fmla="*/ 238125 h 247650"/>
              <a:gd name="connsiteX3" fmla="*/ 57150 w 1733551"/>
              <a:gd name="connsiteY3" fmla="*/ 235744 h 247650"/>
              <a:gd name="connsiteX4" fmla="*/ 85725 w 1733551"/>
              <a:gd name="connsiteY4" fmla="*/ 233363 h 247650"/>
              <a:gd name="connsiteX5" fmla="*/ 92869 w 1733551"/>
              <a:gd name="connsiteY5" fmla="*/ 230981 h 247650"/>
              <a:gd name="connsiteX6" fmla="*/ 116682 w 1733551"/>
              <a:gd name="connsiteY6" fmla="*/ 226219 h 247650"/>
              <a:gd name="connsiteX7" fmla="*/ 126207 w 1733551"/>
              <a:gd name="connsiteY7" fmla="*/ 221456 h 247650"/>
              <a:gd name="connsiteX8" fmla="*/ 135732 w 1733551"/>
              <a:gd name="connsiteY8" fmla="*/ 219075 h 247650"/>
              <a:gd name="connsiteX9" fmla="*/ 197644 w 1733551"/>
              <a:gd name="connsiteY9" fmla="*/ 211931 h 247650"/>
              <a:gd name="connsiteX10" fmla="*/ 221457 w 1733551"/>
              <a:gd name="connsiteY10" fmla="*/ 214313 h 247650"/>
              <a:gd name="connsiteX11" fmla="*/ 309564 w 1733551"/>
              <a:gd name="connsiteY11" fmla="*/ 204788 h 247650"/>
              <a:gd name="connsiteX12" fmla="*/ 402432 w 1733551"/>
              <a:gd name="connsiteY12" fmla="*/ 195263 h 247650"/>
              <a:gd name="connsiteX13" fmla="*/ 492919 w 1733551"/>
              <a:gd name="connsiteY13" fmla="*/ 183357 h 247650"/>
              <a:gd name="connsiteX14" fmla="*/ 552450 w 1733551"/>
              <a:gd name="connsiteY14" fmla="*/ 173831 h 247650"/>
              <a:gd name="connsiteX15" fmla="*/ 592932 w 1733551"/>
              <a:gd name="connsiteY15" fmla="*/ 161925 h 247650"/>
              <a:gd name="connsiteX16" fmla="*/ 633413 w 1733551"/>
              <a:gd name="connsiteY16" fmla="*/ 152400 h 247650"/>
              <a:gd name="connsiteX17" fmla="*/ 661988 w 1733551"/>
              <a:gd name="connsiteY17" fmla="*/ 150019 h 247650"/>
              <a:gd name="connsiteX18" fmla="*/ 697707 w 1733551"/>
              <a:gd name="connsiteY18" fmla="*/ 142875 h 247650"/>
              <a:gd name="connsiteX19" fmla="*/ 800100 w 1733551"/>
              <a:gd name="connsiteY19" fmla="*/ 126207 h 247650"/>
              <a:gd name="connsiteX20" fmla="*/ 871538 w 1733551"/>
              <a:gd name="connsiteY20" fmla="*/ 123825 h 247650"/>
              <a:gd name="connsiteX21" fmla="*/ 933451 w 1733551"/>
              <a:gd name="connsiteY21" fmla="*/ 119062 h 247650"/>
              <a:gd name="connsiteX22" fmla="*/ 995363 w 1733551"/>
              <a:gd name="connsiteY22" fmla="*/ 109538 h 247650"/>
              <a:gd name="connsiteX23" fmla="*/ 1050132 w 1733551"/>
              <a:gd name="connsiteY23" fmla="*/ 102394 h 247650"/>
              <a:gd name="connsiteX24" fmla="*/ 1071563 w 1733551"/>
              <a:gd name="connsiteY24" fmla="*/ 97631 h 247650"/>
              <a:gd name="connsiteX25" fmla="*/ 1121569 w 1733551"/>
              <a:gd name="connsiteY25" fmla="*/ 85725 h 247650"/>
              <a:gd name="connsiteX26" fmla="*/ 1169194 w 1733551"/>
              <a:gd name="connsiteY26" fmla="*/ 71438 h 247650"/>
              <a:gd name="connsiteX27" fmla="*/ 1226344 w 1733551"/>
              <a:gd name="connsiteY27" fmla="*/ 61912 h 247650"/>
              <a:gd name="connsiteX28" fmla="*/ 1302544 w 1733551"/>
              <a:gd name="connsiteY28" fmla="*/ 52387 h 247650"/>
              <a:gd name="connsiteX29" fmla="*/ 1378744 w 1733551"/>
              <a:gd name="connsiteY29" fmla="*/ 50006 h 247650"/>
              <a:gd name="connsiteX30" fmla="*/ 1443038 w 1733551"/>
              <a:gd name="connsiteY30" fmla="*/ 47625 h 247650"/>
              <a:gd name="connsiteX31" fmla="*/ 1459707 w 1733551"/>
              <a:gd name="connsiteY31" fmla="*/ 50006 h 247650"/>
              <a:gd name="connsiteX32" fmla="*/ 1516856 w 1733551"/>
              <a:gd name="connsiteY32" fmla="*/ 40482 h 247650"/>
              <a:gd name="connsiteX33" fmla="*/ 1552575 w 1733551"/>
              <a:gd name="connsiteY33" fmla="*/ 33338 h 247650"/>
              <a:gd name="connsiteX34" fmla="*/ 1571625 w 1733551"/>
              <a:gd name="connsiteY34" fmla="*/ 26194 h 247650"/>
              <a:gd name="connsiteX35" fmla="*/ 1631157 w 1733551"/>
              <a:gd name="connsiteY35" fmla="*/ 14288 h 247650"/>
              <a:gd name="connsiteX36" fmla="*/ 1702594 w 1733551"/>
              <a:gd name="connsiteY36" fmla="*/ 7144 h 247650"/>
              <a:gd name="connsiteX37" fmla="*/ 1733551 w 1733551"/>
              <a:gd name="connsiteY37" fmla="*/ 0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733551" h="247650">
                <a:moveTo>
                  <a:pt x="0" y="247650"/>
                </a:moveTo>
                <a:cubicBezTo>
                  <a:pt x="10319" y="246063"/>
                  <a:pt x="20701" y="244841"/>
                  <a:pt x="30957" y="242888"/>
                </a:cubicBezTo>
                <a:cubicBezTo>
                  <a:pt x="37387" y="241663"/>
                  <a:pt x="43692" y="239847"/>
                  <a:pt x="50007" y="238125"/>
                </a:cubicBezTo>
                <a:cubicBezTo>
                  <a:pt x="52428" y="237465"/>
                  <a:pt x="54662" y="236076"/>
                  <a:pt x="57150" y="235744"/>
                </a:cubicBezTo>
                <a:cubicBezTo>
                  <a:pt x="66624" y="234481"/>
                  <a:pt x="76200" y="234157"/>
                  <a:pt x="85725" y="233363"/>
                </a:cubicBezTo>
                <a:cubicBezTo>
                  <a:pt x="88106" y="232569"/>
                  <a:pt x="90423" y="231545"/>
                  <a:pt x="92869" y="230981"/>
                </a:cubicBezTo>
                <a:cubicBezTo>
                  <a:pt x="100757" y="229161"/>
                  <a:pt x="116682" y="226219"/>
                  <a:pt x="116682" y="226219"/>
                </a:cubicBezTo>
                <a:cubicBezTo>
                  <a:pt x="119857" y="224631"/>
                  <a:pt x="122883" y="222702"/>
                  <a:pt x="126207" y="221456"/>
                </a:cubicBezTo>
                <a:cubicBezTo>
                  <a:pt x="129271" y="220307"/>
                  <a:pt x="132509" y="219644"/>
                  <a:pt x="135732" y="219075"/>
                </a:cubicBezTo>
                <a:cubicBezTo>
                  <a:pt x="167554" y="213460"/>
                  <a:pt x="165560" y="214400"/>
                  <a:pt x="197644" y="211931"/>
                </a:cubicBezTo>
                <a:cubicBezTo>
                  <a:pt x="205582" y="212725"/>
                  <a:pt x="202804" y="215503"/>
                  <a:pt x="221457" y="214313"/>
                </a:cubicBezTo>
                <a:cubicBezTo>
                  <a:pt x="240110" y="213123"/>
                  <a:pt x="275155" y="211044"/>
                  <a:pt x="309564" y="204788"/>
                </a:cubicBezTo>
                <a:cubicBezTo>
                  <a:pt x="355655" y="196282"/>
                  <a:pt x="371873" y="198835"/>
                  <a:pt x="402432" y="195263"/>
                </a:cubicBezTo>
                <a:cubicBezTo>
                  <a:pt x="432991" y="191691"/>
                  <a:pt x="420897" y="189358"/>
                  <a:pt x="492919" y="183357"/>
                </a:cubicBezTo>
                <a:cubicBezTo>
                  <a:pt x="517065" y="171283"/>
                  <a:pt x="535781" y="177403"/>
                  <a:pt x="552450" y="173831"/>
                </a:cubicBezTo>
                <a:cubicBezTo>
                  <a:pt x="569119" y="170259"/>
                  <a:pt x="579438" y="165497"/>
                  <a:pt x="592932" y="161925"/>
                </a:cubicBezTo>
                <a:cubicBezTo>
                  <a:pt x="606426" y="158353"/>
                  <a:pt x="621188" y="154147"/>
                  <a:pt x="633413" y="152400"/>
                </a:cubicBezTo>
                <a:cubicBezTo>
                  <a:pt x="642875" y="151048"/>
                  <a:pt x="651272" y="151606"/>
                  <a:pt x="661988" y="150019"/>
                </a:cubicBezTo>
                <a:cubicBezTo>
                  <a:pt x="672704" y="148432"/>
                  <a:pt x="674688" y="146844"/>
                  <a:pt x="697707" y="142875"/>
                </a:cubicBezTo>
                <a:cubicBezTo>
                  <a:pt x="720726" y="138906"/>
                  <a:pt x="771128" y="129382"/>
                  <a:pt x="800100" y="126207"/>
                </a:cubicBezTo>
                <a:lnTo>
                  <a:pt x="871538" y="123825"/>
                </a:lnTo>
                <a:cubicBezTo>
                  <a:pt x="886632" y="124337"/>
                  <a:pt x="912814" y="121443"/>
                  <a:pt x="933451" y="119062"/>
                </a:cubicBezTo>
                <a:cubicBezTo>
                  <a:pt x="954089" y="116681"/>
                  <a:pt x="975916" y="112316"/>
                  <a:pt x="995363" y="109538"/>
                </a:cubicBezTo>
                <a:cubicBezTo>
                  <a:pt x="1014810" y="106760"/>
                  <a:pt x="1037432" y="104378"/>
                  <a:pt x="1050132" y="102394"/>
                </a:cubicBezTo>
                <a:cubicBezTo>
                  <a:pt x="1062832" y="100410"/>
                  <a:pt x="1059657" y="100409"/>
                  <a:pt x="1071563" y="97631"/>
                </a:cubicBezTo>
                <a:cubicBezTo>
                  <a:pt x="1083469" y="94853"/>
                  <a:pt x="1105297" y="90090"/>
                  <a:pt x="1121569" y="85725"/>
                </a:cubicBezTo>
                <a:cubicBezTo>
                  <a:pt x="1137841" y="81360"/>
                  <a:pt x="1155303" y="75804"/>
                  <a:pt x="1169194" y="71438"/>
                </a:cubicBezTo>
                <a:cubicBezTo>
                  <a:pt x="1183085" y="67072"/>
                  <a:pt x="1204119" y="65087"/>
                  <a:pt x="1226344" y="61912"/>
                </a:cubicBezTo>
                <a:cubicBezTo>
                  <a:pt x="1248569" y="58737"/>
                  <a:pt x="1277144" y="54371"/>
                  <a:pt x="1302544" y="52387"/>
                </a:cubicBezTo>
                <a:cubicBezTo>
                  <a:pt x="1327944" y="50403"/>
                  <a:pt x="1332689" y="45620"/>
                  <a:pt x="1378744" y="50006"/>
                </a:cubicBezTo>
                <a:cubicBezTo>
                  <a:pt x="1400175" y="49212"/>
                  <a:pt x="1421592" y="47625"/>
                  <a:pt x="1443038" y="47625"/>
                </a:cubicBezTo>
                <a:cubicBezTo>
                  <a:pt x="1448651" y="47625"/>
                  <a:pt x="1447404" y="51196"/>
                  <a:pt x="1459707" y="50006"/>
                </a:cubicBezTo>
                <a:cubicBezTo>
                  <a:pt x="1472010" y="48816"/>
                  <a:pt x="1498600" y="41276"/>
                  <a:pt x="1516856" y="40482"/>
                </a:cubicBezTo>
                <a:cubicBezTo>
                  <a:pt x="1532334" y="37704"/>
                  <a:pt x="1543050" y="36910"/>
                  <a:pt x="1552575" y="33338"/>
                </a:cubicBezTo>
                <a:cubicBezTo>
                  <a:pt x="1581430" y="18909"/>
                  <a:pt x="1558528" y="29369"/>
                  <a:pt x="1571625" y="26194"/>
                </a:cubicBezTo>
                <a:cubicBezTo>
                  <a:pt x="1584722" y="23019"/>
                  <a:pt x="1602752" y="16758"/>
                  <a:pt x="1631157" y="14288"/>
                </a:cubicBezTo>
                <a:cubicBezTo>
                  <a:pt x="1657264" y="12018"/>
                  <a:pt x="1676400" y="7938"/>
                  <a:pt x="1702594" y="7144"/>
                </a:cubicBezTo>
                <a:cubicBezTo>
                  <a:pt x="1704975" y="5556"/>
                  <a:pt x="1731352" y="1832"/>
                  <a:pt x="1733551" y="0"/>
                </a:cubicBezTo>
              </a:path>
            </a:pathLst>
          </a:cu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TextBox 12">
            <a:extLst>
              <a:ext uri="{FF2B5EF4-FFF2-40B4-BE49-F238E27FC236}">
                <a16:creationId xmlns:a16="http://schemas.microsoft.com/office/drawing/2014/main" id="{3F38F230-E3B9-5718-2EE9-0AF85F740A19}"/>
              </a:ext>
            </a:extLst>
          </p:cNvPr>
          <p:cNvSpPr txBox="1"/>
          <p:nvPr/>
        </p:nvSpPr>
        <p:spPr>
          <a:xfrm flipH="1">
            <a:off x="2477697" y="2076319"/>
            <a:ext cx="445827" cy="297517"/>
          </a:xfrm>
          <a:prstGeom prst="rect">
            <a:avLst/>
          </a:prstGeom>
          <a:noFill/>
          <a:effectLst>
            <a:softEdge rad="31750"/>
          </a:effectLst>
        </p:spPr>
        <p:txBody>
          <a:bodyPr wrap="square" rtlCol="0">
            <a:spAutoFit/>
          </a:bodyPr>
          <a:lstStyle/>
          <a:p>
            <a:pPr>
              <a:lnSpc>
                <a:spcPts val="1500"/>
              </a:lnSpc>
            </a:pPr>
            <a:r>
              <a:rPr lang="en-US" sz="1800" dirty="0">
                <a:latin typeface="Calibri" panose="020F0502020204030204" pitchFamily="34" charset="0"/>
                <a:ea typeface="Calibri" panose="020F0502020204030204" pitchFamily="34" charset="0"/>
                <a:cs typeface="Calibri" panose="020F0502020204030204" pitchFamily="34" charset="0"/>
              </a:rPr>
              <a:t>①</a:t>
            </a:r>
            <a:endParaRPr lang="en-US" sz="1800" dirty="0">
              <a:latin typeface="Univers 57 Condensed" pitchFamily="50" charset="0"/>
            </a:endParaRPr>
          </a:p>
        </p:txBody>
      </p:sp>
      <p:cxnSp>
        <p:nvCxnSpPr>
          <p:cNvPr id="14" name="Straight Arrow Connector 13">
            <a:extLst>
              <a:ext uri="{FF2B5EF4-FFF2-40B4-BE49-F238E27FC236}">
                <a16:creationId xmlns:a16="http://schemas.microsoft.com/office/drawing/2014/main" id="{96C30B52-BD30-2AAB-507C-02882E3F3796}"/>
              </a:ext>
            </a:extLst>
          </p:cNvPr>
          <p:cNvCxnSpPr>
            <a:cxnSpLocks/>
          </p:cNvCxnSpPr>
          <p:nvPr/>
        </p:nvCxnSpPr>
        <p:spPr>
          <a:xfrm>
            <a:off x="3100737" y="2408973"/>
            <a:ext cx="0" cy="787779"/>
          </a:xfrm>
          <a:prstGeom prst="straightConnector1">
            <a:avLst/>
          </a:prstGeom>
          <a:ln w="25400">
            <a:solidFill>
              <a:srgbClr val="DEA900"/>
            </a:solidFill>
            <a:tailEnd type="stealth" w="lg" len="lg"/>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41CA82A8-F1F7-E33B-9A91-DD5B4757071B}"/>
              </a:ext>
            </a:extLst>
          </p:cNvPr>
          <p:cNvSpPr txBox="1"/>
          <p:nvPr/>
        </p:nvSpPr>
        <p:spPr>
          <a:xfrm flipH="1">
            <a:off x="2862518" y="2077336"/>
            <a:ext cx="445826" cy="297517"/>
          </a:xfrm>
          <a:prstGeom prst="rect">
            <a:avLst/>
          </a:prstGeom>
          <a:noFill/>
          <a:effectLst>
            <a:softEdge rad="31750"/>
          </a:effectLst>
        </p:spPr>
        <p:txBody>
          <a:bodyPr wrap="square" rtlCol="0">
            <a:spAutoFit/>
          </a:bodyPr>
          <a:lstStyle/>
          <a:p>
            <a:pPr>
              <a:lnSpc>
                <a:spcPts val="1500"/>
              </a:lnSpc>
            </a:pPr>
            <a:r>
              <a:rPr lang="en-US" sz="1800" dirty="0">
                <a:latin typeface="Calibri" panose="020F0502020204030204" pitchFamily="34" charset="0"/>
                <a:ea typeface="Calibri" panose="020F0502020204030204" pitchFamily="34" charset="0"/>
                <a:cs typeface="Calibri" panose="020F0502020204030204" pitchFamily="34" charset="0"/>
              </a:rPr>
              <a:t>②</a:t>
            </a:r>
            <a:endParaRPr lang="en-US" sz="1800" dirty="0">
              <a:latin typeface="Univers 57 Condensed" pitchFamily="50" charset="0"/>
            </a:endParaRPr>
          </a:p>
        </p:txBody>
      </p:sp>
      <p:cxnSp>
        <p:nvCxnSpPr>
          <p:cNvPr id="16" name="Straight Arrow Connector 15">
            <a:extLst>
              <a:ext uri="{FF2B5EF4-FFF2-40B4-BE49-F238E27FC236}">
                <a16:creationId xmlns:a16="http://schemas.microsoft.com/office/drawing/2014/main" id="{36FB05D1-2DE5-DA89-CA2E-5891D51CEA5A}"/>
              </a:ext>
            </a:extLst>
          </p:cNvPr>
          <p:cNvCxnSpPr>
            <a:cxnSpLocks/>
          </p:cNvCxnSpPr>
          <p:nvPr/>
        </p:nvCxnSpPr>
        <p:spPr>
          <a:xfrm flipV="1">
            <a:off x="2727586" y="2380654"/>
            <a:ext cx="0" cy="840569"/>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12C8A0C-8570-05CF-A3AC-2F360E0BD1CC}"/>
              </a:ext>
            </a:extLst>
          </p:cNvPr>
          <p:cNvCxnSpPr/>
          <p:nvPr/>
        </p:nvCxnSpPr>
        <p:spPr>
          <a:xfrm>
            <a:off x="361118" y="4009272"/>
            <a:ext cx="4085016" cy="519391"/>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901783B-F0B3-0F9B-2D05-B0F8F929CA3F}"/>
              </a:ext>
            </a:extLst>
          </p:cNvPr>
          <p:cNvCxnSpPr>
            <a:cxnSpLocks/>
          </p:cNvCxnSpPr>
          <p:nvPr/>
        </p:nvCxnSpPr>
        <p:spPr>
          <a:xfrm flipH="1" flipV="1">
            <a:off x="2051331" y="4311217"/>
            <a:ext cx="2521378" cy="319615"/>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sp>
        <p:nvSpPr>
          <p:cNvPr id="26" name="Isosceles Triangle 25">
            <a:extLst>
              <a:ext uri="{FF2B5EF4-FFF2-40B4-BE49-F238E27FC236}">
                <a16:creationId xmlns:a16="http://schemas.microsoft.com/office/drawing/2014/main" id="{F6956805-2012-7F10-D208-4D0DDA4D156A}"/>
              </a:ext>
            </a:extLst>
          </p:cNvPr>
          <p:cNvSpPr/>
          <p:nvPr/>
        </p:nvSpPr>
        <p:spPr>
          <a:xfrm rot="578766" flipH="1" flipV="1">
            <a:off x="3161823" y="4333488"/>
            <a:ext cx="133012" cy="112376"/>
          </a:xfrm>
          <a:prstGeom prst="triangle">
            <a:avLst>
              <a:gd name="adj" fmla="val 38678"/>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1" name="Freeform: Shape 30">
            <a:extLst>
              <a:ext uri="{FF2B5EF4-FFF2-40B4-BE49-F238E27FC236}">
                <a16:creationId xmlns:a16="http://schemas.microsoft.com/office/drawing/2014/main" id="{DF3FC732-D3ED-36AC-0505-9260D9EB4459}"/>
              </a:ext>
            </a:extLst>
          </p:cNvPr>
          <p:cNvSpPr/>
          <p:nvPr/>
        </p:nvSpPr>
        <p:spPr>
          <a:xfrm rot="356134">
            <a:off x="918062" y="3555699"/>
            <a:ext cx="518019" cy="139776"/>
          </a:xfrm>
          <a:custGeom>
            <a:avLst/>
            <a:gdLst>
              <a:gd name="connsiteX0" fmla="*/ 0 w 264584"/>
              <a:gd name="connsiteY0" fmla="*/ 10275 h 46258"/>
              <a:gd name="connsiteX1" fmla="*/ 136525 w 264584"/>
              <a:gd name="connsiteY1" fmla="*/ 750 h 46258"/>
              <a:gd name="connsiteX2" fmla="*/ 190500 w 264584"/>
              <a:gd name="connsiteY2" fmla="*/ 1808 h 46258"/>
              <a:gd name="connsiteX3" fmla="*/ 232834 w 264584"/>
              <a:gd name="connsiteY3" fmla="*/ 11333 h 46258"/>
              <a:gd name="connsiteX4" fmla="*/ 264584 w 264584"/>
              <a:gd name="connsiteY4" fmla="*/ 46258 h 462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584" h="46258">
                <a:moveTo>
                  <a:pt x="0" y="10275"/>
                </a:moveTo>
                <a:lnTo>
                  <a:pt x="136525" y="750"/>
                </a:lnTo>
                <a:cubicBezTo>
                  <a:pt x="168275" y="-661"/>
                  <a:pt x="174449" y="44"/>
                  <a:pt x="190500" y="1808"/>
                </a:cubicBezTo>
                <a:cubicBezTo>
                  <a:pt x="206551" y="3572"/>
                  <a:pt x="220487" y="3925"/>
                  <a:pt x="232834" y="11333"/>
                </a:cubicBezTo>
                <a:cubicBezTo>
                  <a:pt x="245181" y="18741"/>
                  <a:pt x="254882" y="32499"/>
                  <a:pt x="264584" y="46258"/>
                </a:cubicBezTo>
              </a:path>
            </a:pathLst>
          </a:custGeom>
          <a:noFill/>
          <a:ln w="38100">
            <a:solidFill>
              <a:srgbClr val="00B050"/>
            </a:solidFill>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2" name="TextBox 31">
            <a:extLst>
              <a:ext uri="{FF2B5EF4-FFF2-40B4-BE49-F238E27FC236}">
                <a16:creationId xmlns:a16="http://schemas.microsoft.com/office/drawing/2014/main" id="{8F41F28B-C229-2403-7633-DD377CD93B48}"/>
              </a:ext>
            </a:extLst>
          </p:cNvPr>
          <p:cNvSpPr txBox="1"/>
          <p:nvPr/>
        </p:nvSpPr>
        <p:spPr>
          <a:xfrm flipH="1">
            <a:off x="502950" y="3491831"/>
            <a:ext cx="1080208" cy="297517"/>
          </a:xfrm>
          <a:prstGeom prst="rect">
            <a:avLst/>
          </a:prstGeom>
          <a:solidFill>
            <a:srgbClr val="CAD7EE">
              <a:alpha val="0"/>
            </a:srgbClr>
          </a:solidFill>
          <a:effectLst/>
        </p:spPr>
        <p:txBody>
          <a:bodyPr wrap="square" rtlCol="0">
            <a:spAutoFit/>
          </a:bodyPr>
          <a:lstStyle/>
          <a:p>
            <a:pPr>
              <a:lnSpc>
                <a:spcPts val="1500"/>
              </a:lnSpc>
            </a:pPr>
            <a:r>
              <a:rPr lang="en-US" sz="1800" dirty="0">
                <a:latin typeface="Calibri" panose="020F0502020204030204" pitchFamily="34" charset="0"/>
                <a:ea typeface="Calibri" panose="020F0502020204030204" pitchFamily="34" charset="0"/>
                <a:cs typeface="Calibri" panose="020F0502020204030204" pitchFamily="34" charset="0"/>
              </a:rPr>
              <a:t>④</a:t>
            </a:r>
            <a:endParaRPr lang="en-US" sz="1800" dirty="0">
              <a:latin typeface="Univers 57 Condensed" pitchFamily="50" charset="0"/>
            </a:endParaRPr>
          </a:p>
        </p:txBody>
      </p:sp>
      <p:pic>
        <p:nvPicPr>
          <p:cNvPr id="34" name="Picture 33" descr="A group of trees&#10;&#10;Description automatically generated with low confidence">
            <a:extLst>
              <a:ext uri="{FF2B5EF4-FFF2-40B4-BE49-F238E27FC236}">
                <a16:creationId xmlns:a16="http://schemas.microsoft.com/office/drawing/2014/main" id="{97F4B010-2702-4C67-6BDA-4EA244BB87E6}"/>
              </a:ext>
            </a:extLst>
          </p:cNvPr>
          <p:cNvPicPr>
            <a:picLocks noChangeAspect="1"/>
          </p:cNvPicPr>
          <p:nvPr/>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l="35998" r="29090"/>
          <a:stretch/>
        </p:blipFill>
        <p:spPr>
          <a:xfrm>
            <a:off x="3733898" y="2816885"/>
            <a:ext cx="712908" cy="1299356"/>
          </a:xfrm>
          <a:prstGeom prst="rect">
            <a:avLst/>
          </a:prstGeom>
        </p:spPr>
      </p:pic>
      <p:sp>
        <p:nvSpPr>
          <p:cNvPr id="37" name="Freeform: Shape 36">
            <a:extLst>
              <a:ext uri="{FF2B5EF4-FFF2-40B4-BE49-F238E27FC236}">
                <a16:creationId xmlns:a16="http://schemas.microsoft.com/office/drawing/2014/main" id="{267EC41B-287E-FFF0-21A9-60FB3D52085A}"/>
              </a:ext>
            </a:extLst>
          </p:cNvPr>
          <p:cNvSpPr/>
          <p:nvPr/>
        </p:nvSpPr>
        <p:spPr>
          <a:xfrm>
            <a:off x="1270620" y="4559821"/>
            <a:ext cx="171149" cy="472021"/>
          </a:xfrm>
          <a:custGeom>
            <a:avLst/>
            <a:gdLst>
              <a:gd name="connsiteX0" fmla="*/ 1392865 w 1392865"/>
              <a:gd name="connsiteY0" fmla="*/ 1073150 h 1073150"/>
              <a:gd name="connsiteX1" fmla="*/ 713415 w 1392865"/>
              <a:gd name="connsiteY1" fmla="*/ 946150 h 1073150"/>
              <a:gd name="connsiteX2" fmla="*/ 192715 w 1392865"/>
              <a:gd name="connsiteY2" fmla="*/ 641350 h 1073150"/>
              <a:gd name="connsiteX3" fmla="*/ 21265 w 1392865"/>
              <a:gd name="connsiteY3" fmla="*/ 311150 h 1073150"/>
              <a:gd name="connsiteX4" fmla="*/ 8565 w 1392865"/>
              <a:gd name="connsiteY4" fmla="*/ 0 h 1073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2865" h="1073150">
                <a:moveTo>
                  <a:pt x="1392865" y="1073150"/>
                </a:moveTo>
                <a:cubicBezTo>
                  <a:pt x="1153152" y="1045633"/>
                  <a:pt x="913440" y="1018117"/>
                  <a:pt x="713415" y="946150"/>
                </a:cubicBezTo>
                <a:cubicBezTo>
                  <a:pt x="513390" y="874183"/>
                  <a:pt x="308073" y="747183"/>
                  <a:pt x="192715" y="641350"/>
                </a:cubicBezTo>
                <a:cubicBezTo>
                  <a:pt x="77357" y="535517"/>
                  <a:pt x="51957" y="418042"/>
                  <a:pt x="21265" y="311150"/>
                </a:cubicBezTo>
                <a:cubicBezTo>
                  <a:pt x="-9427" y="204258"/>
                  <a:pt x="-431" y="102129"/>
                  <a:pt x="8565" y="0"/>
                </a:cubicBezTo>
              </a:path>
            </a:pathLst>
          </a:custGeom>
          <a:ln w="28575">
            <a:solidFill>
              <a:srgbClr val="00AE00"/>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0"/>
          </a:p>
        </p:txBody>
      </p:sp>
      <p:sp>
        <p:nvSpPr>
          <p:cNvPr id="38" name="TextBox 37">
            <a:extLst>
              <a:ext uri="{FF2B5EF4-FFF2-40B4-BE49-F238E27FC236}">
                <a16:creationId xmlns:a16="http://schemas.microsoft.com/office/drawing/2014/main" id="{B5018B24-A9C1-50A9-B271-8A122B472AB0}"/>
              </a:ext>
            </a:extLst>
          </p:cNvPr>
          <p:cNvSpPr txBox="1"/>
          <p:nvPr/>
        </p:nvSpPr>
        <p:spPr>
          <a:xfrm flipH="1">
            <a:off x="1354404" y="4942833"/>
            <a:ext cx="467158" cy="307135"/>
          </a:xfrm>
          <a:prstGeom prst="rect">
            <a:avLst/>
          </a:prstGeom>
          <a:noFill/>
          <a:effectLst>
            <a:softEdge rad="31750"/>
          </a:effectLst>
        </p:spPr>
        <p:txBody>
          <a:bodyPr wrap="square" rtlCol="0">
            <a:spAutoFit/>
          </a:bodyPr>
          <a:lstStyle/>
          <a:p>
            <a:pPr>
              <a:lnSpc>
                <a:spcPts val="1600"/>
              </a:lnSpc>
            </a:pPr>
            <a:r>
              <a:rPr lang="en-US" sz="1800" dirty="0">
                <a:latin typeface="Calibri" panose="020F0502020204030204" pitchFamily="34" charset="0"/>
                <a:ea typeface="Calibri" panose="020F0502020204030204" pitchFamily="34" charset="0"/>
                <a:cs typeface="Calibri" panose="020F0502020204030204" pitchFamily="34" charset="0"/>
              </a:rPr>
              <a:t>⑤</a:t>
            </a:r>
            <a:endParaRPr lang="en-US" sz="1800" dirty="0">
              <a:latin typeface="Univers 57 Condensed" pitchFamily="50" charset="0"/>
            </a:endParaRPr>
          </a:p>
        </p:txBody>
      </p:sp>
      <p:pic>
        <p:nvPicPr>
          <p:cNvPr id="42" name="Picture 41" descr="A group of trees&#10;&#10;Description automatically generated with low confidence">
            <a:extLst>
              <a:ext uri="{FF2B5EF4-FFF2-40B4-BE49-F238E27FC236}">
                <a16:creationId xmlns:a16="http://schemas.microsoft.com/office/drawing/2014/main" id="{6459063C-5A07-5730-0D30-B81FD34888E8}"/>
              </a:ext>
            </a:extLst>
          </p:cNvPr>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138" r="63816"/>
          <a:stretch/>
        </p:blipFill>
        <p:spPr>
          <a:xfrm flipH="1">
            <a:off x="3512447" y="3141479"/>
            <a:ext cx="560870" cy="1018366"/>
          </a:xfrm>
          <a:prstGeom prst="rect">
            <a:avLst/>
          </a:prstGeom>
        </p:spPr>
      </p:pic>
      <p:pic>
        <p:nvPicPr>
          <p:cNvPr id="33" name="Picture 32" descr="A group of trees&#10;&#10;Description automatically generated with low confidence">
            <a:extLst>
              <a:ext uri="{FF2B5EF4-FFF2-40B4-BE49-F238E27FC236}">
                <a16:creationId xmlns:a16="http://schemas.microsoft.com/office/drawing/2014/main" id="{EAF6188D-AD91-242D-DB7C-2443FDBB5E5D}"/>
              </a:ext>
            </a:extLst>
          </p:cNvPr>
          <p:cNvPicPr>
            <a:picLocks noChangeAspect="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35998" r="29090"/>
          <a:stretch/>
        </p:blipFill>
        <p:spPr>
          <a:xfrm>
            <a:off x="1422682" y="1687354"/>
            <a:ext cx="830563" cy="1513796"/>
          </a:xfrm>
          <a:prstGeom prst="rect">
            <a:avLst/>
          </a:prstGeom>
        </p:spPr>
      </p:pic>
      <p:pic>
        <p:nvPicPr>
          <p:cNvPr id="43" name="Picture 42" descr="A group of trees&#10;&#10;Description automatically generated with low confidence">
            <a:extLst>
              <a:ext uri="{FF2B5EF4-FFF2-40B4-BE49-F238E27FC236}">
                <a16:creationId xmlns:a16="http://schemas.microsoft.com/office/drawing/2014/main" id="{024A62F2-E393-C443-2891-13B0F92F11B7}"/>
              </a:ext>
            </a:extLst>
          </p:cNvPr>
          <p:cNvPicPr>
            <a:picLocks noChangeAspect="1"/>
          </p:cNvPicPr>
          <p:nvPr/>
        </p:nvPicPr>
        <p:blipFill rotWithShape="1">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rcRect l="70350"/>
          <a:stretch/>
        </p:blipFill>
        <p:spPr>
          <a:xfrm flipH="1">
            <a:off x="828537" y="1331259"/>
            <a:ext cx="951036" cy="2040955"/>
          </a:xfrm>
          <a:prstGeom prst="rect">
            <a:avLst/>
          </a:prstGeom>
        </p:spPr>
      </p:pic>
      <p:cxnSp>
        <p:nvCxnSpPr>
          <p:cNvPr id="4" name="Straight Arrow Connector 3">
            <a:extLst>
              <a:ext uri="{FF2B5EF4-FFF2-40B4-BE49-F238E27FC236}">
                <a16:creationId xmlns:a16="http://schemas.microsoft.com/office/drawing/2014/main" id="{1BD8208A-46DA-EB45-9CA4-C13AD859307C}"/>
              </a:ext>
            </a:extLst>
          </p:cNvPr>
          <p:cNvCxnSpPr>
            <a:cxnSpLocks/>
          </p:cNvCxnSpPr>
          <p:nvPr/>
        </p:nvCxnSpPr>
        <p:spPr>
          <a:xfrm flipH="1">
            <a:off x="3468202" y="2561796"/>
            <a:ext cx="512795" cy="362052"/>
          </a:xfrm>
          <a:prstGeom prst="straightConnector1">
            <a:avLst/>
          </a:prstGeom>
          <a:ln w="25400">
            <a:solidFill>
              <a:srgbClr val="7030A0"/>
            </a:solidFill>
            <a:tailEnd type="stealth" w="lg" len="lg"/>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8C1E0658-B455-A0DF-FB81-6318193C8105}"/>
              </a:ext>
            </a:extLst>
          </p:cNvPr>
          <p:cNvSpPr txBox="1"/>
          <p:nvPr/>
        </p:nvSpPr>
        <p:spPr>
          <a:xfrm flipH="1">
            <a:off x="3897270" y="2341989"/>
            <a:ext cx="514306" cy="297517"/>
          </a:xfrm>
          <a:prstGeom prst="rect">
            <a:avLst/>
          </a:prstGeom>
          <a:noFill/>
        </p:spPr>
        <p:txBody>
          <a:bodyPr wrap="square" rtlCol="0">
            <a:spAutoFit/>
          </a:bodyPr>
          <a:lstStyle/>
          <a:p>
            <a:pPr>
              <a:lnSpc>
                <a:spcPts val="1500"/>
              </a:lnSpc>
            </a:pPr>
            <a:r>
              <a:rPr lang="en-US" sz="1800" dirty="0">
                <a:latin typeface="Calibri" panose="020F0502020204030204" pitchFamily="34" charset="0"/>
                <a:ea typeface="Calibri" panose="020F0502020204030204" pitchFamily="34" charset="0"/>
                <a:cs typeface="Calibri" panose="020F0502020204030204" pitchFamily="34" charset="0"/>
              </a:rPr>
              <a:t>③</a:t>
            </a:r>
            <a:endParaRPr lang="en-US" sz="1800" dirty="0">
              <a:latin typeface="Univers 57 Condensed" pitchFamily="50" charset="0"/>
            </a:endParaRPr>
          </a:p>
        </p:txBody>
      </p:sp>
    </p:spTree>
    <p:extLst>
      <p:ext uri="{BB962C8B-B14F-4D97-AF65-F5344CB8AC3E}">
        <p14:creationId xmlns:p14="http://schemas.microsoft.com/office/powerpoint/2010/main" val="1612919068"/>
      </p:ext>
    </p:extLst>
  </p:cSld>
  <p:clrMapOvr>
    <a:masterClrMapping/>
  </p:clrMapOvr>
  <mc:AlternateContent xmlns:mc="http://schemas.openxmlformats.org/markup-compatibility/2006" xmlns:p14="http://schemas.microsoft.com/office/powerpoint/2010/main">
    <mc:Choice Requires="p14">
      <p:transition spd="slow" p14:dur="2000" advTm="29970"/>
    </mc:Choice>
    <mc:Fallback xmlns="">
      <p:transition spd="slow" advTm="2997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12A20-A6D0-9221-8B64-B0F2C85E2140}"/>
            </a:ext>
          </a:extLst>
        </p:cNvPr>
        <p:cNvGrpSpPr/>
        <p:nvPr/>
      </p:nvGrpSpPr>
      <p:grpSpPr>
        <a:xfrm>
          <a:off x="0" y="0"/>
          <a:ext cx="0" cy="0"/>
          <a:chOff x="0" y="0"/>
          <a:chExt cx="0" cy="0"/>
        </a:xfrm>
      </p:grpSpPr>
      <p:cxnSp>
        <p:nvCxnSpPr>
          <p:cNvPr id="28" name="Straight Connector 27">
            <a:extLst>
              <a:ext uri="{FF2B5EF4-FFF2-40B4-BE49-F238E27FC236}">
                <a16:creationId xmlns:a16="http://schemas.microsoft.com/office/drawing/2014/main" id="{C795D83F-BFC7-08F1-DFA1-84685FB186B3}"/>
              </a:ext>
            </a:extLst>
          </p:cNvPr>
          <p:cNvCxnSpPr>
            <a:cxnSpLocks/>
          </p:cNvCxnSpPr>
          <p:nvPr/>
        </p:nvCxnSpPr>
        <p:spPr>
          <a:xfrm flipH="1" flipV="1">
            <a:off x="241267" y="4049823"/>
            <a:ext cx="331682" cy="50845"/>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85CF305A-4429-C7AD-1966-7D2B3BAEBED8}"/>
              </a:ext>
            </a:extLst>
          </p:cNvPr>
          <p:cNvCxnSpPr>
            <a:cxnSpLocks/>
          </p:cNvCxnSpPr>
          <p:nvPr/>
        </p:nvCxnSpPr>
        <p:spPr>
          <a:xfrm>
            <a:off x="792104" y="2411840"/>
            <a:ext cx="3629160" cy="414737"/>
          </a:xfrm>
          <a:prstGeom prst="line">
            <a:avLst/>
          </a:prstGeom>
        </p:spPr>
        <p:style>
          <a:lnRef idx="1">
            <a:schemeClr val="accent1"/>
          </a:lnRef>
          <a:fillRef idx="0">
            <a:schemeClr val="accent1"/>
          </a:fillRef>
          <a:effectRef idx="0">
            <a:schemeClr val="accent1"/>
          </a:effectRef>
          <a:fontRef idx="minor">
            <a:schemeClr val="tx1"/>
          </a:fontRef>
        </p:style>
      </p:cxnSp>
      <p:pic>
        <p:nvPicPr>
          <p:cNvPr id="44" name="Picture 43" descr="A group of trees&#10;&#10;Description automatically generated with low confidence">
            <a:extLst>
              <a:ext uri="{FF2B5EF4-FFF2-40B4-BE49-F238E27FC236}">
                <a16:creationId xmlns:a16="http://schemas.microsoft.com/office/drawing/2014/main" id="{E807A019-D569-0360-C612-11339DFECC3C}"/>
              </a:ext>
            </a:extLst>
          </p:cNvPr>
          <p:cNvPicPr>
            <a:picLocks noChangeAspect="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1138" r="63816"/>
          <a:stretch/>
        </p:blipFill>
        <p:spPr>
          <a:xfrm flipH="1">
            <a:off x="1964052" y="1906648"/>
            <a:ext cx="560870" cy="1018366"/>
          </a:xfrm>
          <a:prstGeom prst="rect">
            <a:avLst/>
          </a:prstGeom>
        </p:spPr>
      </p:pic>
      <p:sp>
        <p:nvSpPr>
          <p:cNvPr id="2" name="Title 1">
            <a:extLst>
              <a:ext uri="{FF2B5EF4-FFF2-40B4-BE49-F238E27FC236}">
                <a16:creationId xmlns:a16="http://schemas.microsoft.com/office/drawing/2014/main" id="{A032B1B9-61D2-83F4-B1A2-36E5A6504B39}"/>
              </a:ext>
            </a:extLst>
          </p:cNvPr>
          <p:cNvSpPr>
            <a:spLocks noGrp="1"/>
          </p:cNvSpPr>
          <p:nvPr>
            <p:ph type="title"/>
          </p:nvPr>
        </p:nvSpPr>
        <p:spPr>
          <a:xfrm>
            <a:off x="838200" y="94842"/>
            <a:ext cx="10515600" cy="1011151"/>
          </a:xfrm>
        </p:spPr>
        <p:txBody>
          <a:bodyPr/>
          <a:lstStyle/>
          <a:p>
            <a:pPr algn="ctr"/>
            <a:r>
              <a:rPr lang="en-US" dirty="0"/>
              <a:t>Conductive Heat Exchange (SFE only)</a:t>
            </a:r>
          </a:p>
        </p:txBody>
      </p:sp>
      <p:sp>
        <p:nvSpPr>
          <p:cNvPr id="3" name="Content Placeholder 2">
            <a:extLst>
              <a:ext uri="{FF2B5EF4-FFF2-40B4-BE49-F238E27FC236}">
                <a16:creationId xmlns:a16="http://schemas.microsoft.com/office/drawing/2014/main" id="{ABB077CD-10D0-5003-FF60-BFD2F707E335}"/>
              </a:ext>
            </a:extLst>
          </p:cNvPr>
          <p:cNvSpPr>
            <a:spLocks noGrp="1"/>
          </p:cNvSpPr>
          <p:nvPr>
            <p:ph idx="1"/>
          </p:nvPr>
        </p:nvSpPr>
        <p:spPr>
          <a:xfrm>
            <a:off x="5616489" y="1328085"/>
            <a:ext cx="6317774" cy="1227292"/>
          </a:xfrm>
        </p:spPr>
        <p:txBody>
          <a:bodyPr>
            <a:normAutofit/>
          </a:bodyPr>
          <a:lstStyle/>
          <a:p>
            <a:r>
              <a:rPr lang="en-US" dirty="0">
                <a:latin typeface="Calibri" panose="020F0502020204030204" pitchFamily="34" charset="0"/>
                <a:ea typeface="Calibri" panose="020F0502020204030204" pitchFamily="34" charset="0"/>
                <a:cs typeface="Calibri" panose="020F0502020204030204" pitchFamily="34" charset="0"/>
              </a:rPr>
              <a:t>⑦: Conductive heat exchange with host </a:t>
            </a:r>
          </a:p>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           cell</a:t>
            </a:r>
            <a:endParaRPr lang="en-US" dirty="0"/>
          </a:p>
        </p:txBody>
      </p:sp>
      <p:grpSp>
        <p:nvGrpSpPr>
          <p:cNvPr id="5" name="Group 4">
            <a:extLst>
              <a:ext uri="{FF2B5EF4-FFF2-40B4-BE49-F238E27FC236}">
                <a16:creationId xmlns:a16="http://schemas.microsoft.com/office/drawing/2014/main" id="{2AB956CC-8FB8-5677-664C-C34205D0F7AA}"/>
              </a:ext>
            </a:extLst>
          </p:cNvPr>
          <p:cNvGrpSpPr/>
          <p:nvPr/>
        </p:nvGrpSpPr>
        <p:grpSpPr>
          <a:xfrm>
            <a:off x="499381" y="2671927"/>
            <a:ext cx="3592630" cy="1914662"/>
            <a:chOff x="3826130" y="2505592"/>
            <a:chExt cx="4582260" cy="2384258"/>
          </a:xfrm>
        </p:grpSpPr>
        <p:sp>
          <p:nvSpPr>
            <p:cNvPr id="17" name="Freeform: Shape 16">
              <a:extLst>
                <a:ext uri="{FF2B5EF4-FFF2-40B4-BE49-F238E27FC236}">
                  <a16:creationId xmlns:a16="http://schemas.microsoft.com/office/drawing/2014/main" id="{0D8FEE7F-E12E-BF67-36FD-C8F438DC439B}"/>
                </a:ext>
              </a:extLst>
            </p:cNvPr>
            <p:cNvSpPr/>
            <p:nvPr/>
          </p:nvSpPr>
          <p:spPr>
            <a:xfrm>
              <a:off x="3826130" y="2505592"/>
              <a:ext cx="4578889" cy="1957387"/>
            </a:xfrm>
            <a:custGeom>
              <a:avLst/>
              <a:gdLst>
                <a:gd name="connsiteX0" fmla="*/ 0 w 4164807"/>
                <a:gd name="connsiteY0" fmla="*/ 1690688 h 1933575"/>
                <a:gd name="connsiteX1" fmla="*/ 2886075 w 4164807"/>
                <a:gd name="connsiteY1" fmla="*/ 0 h 1933575"/>
                <a:gd name="connsiteX2" fmla="*/ 4164807 w 4164807"/>
                <a:gd name="connsiteY2" fmla="*/ 140494 h 1933575"/>
                <a:gd name="connsiteX3" fmla="*/ 1633538 w 4164807"/>
                <a:gd name="connsiteY3" fmla="*/ 1933575 h 1933575"/>
                <a:gd name="connsiteX4" fmla="*/ 0 w 4164807"/>
                <a:gd name="connsiteY4" fmla="*/ 1690688 h 1933575"/>
                <a:gd name="connsiteX0" fmla="*/ 0 w 4162511"/>
                <a:gd name="connsiteY0" fmla="*/ 1690688 h 1933575"/>
                <a:gd name="connsiteX1" fmla="*/ 2886075 w 4162511"/>
                <a:gd name="connsiteY1" fmla="*/ 0 h 1933575"/>
                <a:gd name="connsiteX2" fmla="*/ 4162511 w 4162511"/>
                <a:gd name="connsiteY2" fmla="*/ 142876 h 1933575"/>
                <a:gd name="connsiteX3" fmla="*/ 1633538 w 4162511"/>
                <a:gd name="connsiteY3" fmla="*/ 1933575 h 1933575"/>
                <a:gd name="connsiteX4" fmla="*/ 0 w 4162511"/>
                <a:gd name="connsiteY4" fmla="*/ 1690688 h 1933575"/>
                <a:gd name="connsiteX0" fmla="*/ 0 w 4162511"/>
                <a:gd name="connsiteY0" fmla="*/ 1690688 h 1947862"/>
                <a:gd name="connsiteX1" fmla="*/ 2886075 w 4162511"/>
                <a:gd name="connsiteY1" fmla="*/ 0 h 1947862"/>
                <a:gd name="connsiteX2" fmla="*/ 4162511 w 4162511"/>
                <a:gd name="connsiteY2" fmla="*/ 142876 h 1947862"/>
                <a:gd name="connsiteX3" fmla="*/ 1775918 w 4162511"/>
                <a:gd name="connsiteY3" fmla="*/ 1947862 h 1947862"/>
                <a:gd name="connsiteX4" fmla="*/ 0 w 4162511"/>
                <a:gd name="connsiteY4" fmla="*/ 1690688 h 1947862"/>
                <a:gd name="connsiteX0" fmla="*/ 0 w 4162511"/>
                <a:gd name="connsiteY0" fmla="*/ 1690688 h 1966912"/>
                <a:gd name="connsiteX1" fmla="*/ 2886075 w 4162511"/>
                <a:gd name="connsiteY1" fmla="*/ 0 h 1966912"/>
                <a:gd name="connsiteX2" fmla="*/ 4162511 w 4162511"/>
                <a:gd name="connsiteY2" fmla="*/ 142876 h 1966912"/>
                <a:gd name="connsiteX3" fmla="*/ 1803475 w 4162511"/>
                <a:gd name="connsiteY3" fmla="*/ 1966912 h 1966912"/>
                <a:gd name="connsiteX4" fmla="*/ 0 w 4162511"/>
                <a:gd name="connsiteY4" fmla="*/ 1690688 h 1966912"/>
                <a:gd name="connsiteX0" fmla="*/ 0 w 4162511"/>
                <a:gd name="connsiteY0" fmla="*/ 1690688 h 1962149"/>
                <a:gd name="connsiteX1" fmla="*/ 2886075 w 4162511"/>
                <a:gd name="connsiteY1" fmla="*/ 0 h 1962149"/>
                <a:gd name="connsiteX2" fmla="*/ 4162511 w 4162511"/>
                <a:gd name="connsiteY2" fmla="*/ 142876 h 1962149"/>
                <a:gd name="connsiteX3" fmla="*/ 1794290 w 4162511"/>
                <a:gd name="connsiteY3" fmla="*/ 1962149 h 1962149"/>
                <a:gd name="connsiteX4" fmla="*/ 0 w 4162511"/>
                <a:gd name="connsiteY4" fmla="*/ 1690688 h 1962149"/>
                <a:gd name="connsiteX0" fmla="*/ 0 w 4162511"/>
                <a:gd name="connsiteY0" fmla="*/ 1690688 h 1957387"/>
                <a:gd name="connsiteX1" fmla="*/ 2886075 w 4162511"/>
                <a:gd name="connsiteY1" fmla="*/ 0 h 1957387"/>
                <a:gd name="connsiteX2" fmla="*/ 4162511 w 4162511"/>
                <a:gd name="connsiteY2" fmla="*/ 142876 h 1957387"/>
                <a:gd name="connsiteX3" fmla="*/ 1922008 w 4162511"/>
                <a:gd name="connsiteY3" fmla="*/ 1957387 h 1957387"/>
                <a:gd name="connsiteX4" fmla="*/ 0 w 4162511"/>
                <a:gd name="connsiteY4" fmla="*/ 1690688 h 19573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62511" h="1957387">
                  <a:moveTo>
                    <a:pt x="0" y="1690688"/>
                  </a:moveTo>
                  <a:lnTo>
                    <a:pt x="2886075" y="0"/>
                  </a:lnTo>
                  <a:lnTo>
                    <a:pt x="4162511" y="142876"/>
                  </a:lnTo>
                  <a:lnTo>
                    <a:pt x="1922008" y="1957387"/>
                  </a:lnTo>
                  <a:lnTo>
                    <a:pt x="0" y="1690688"/>
                  </a:ln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9" name="Freeform: Shape 18">
              <a:extLst>
                <a:ext uri="{FF2B5EF4-FFF2-40B4-BE49-F238E27FC236}">
                  <a16:creationId xmlns:a16="http://schemas.microsoft.com/office/drawing/2014/main" id="{12CFAC20-98EA-8885-3BCE-2616CCFDBCEC}"/>
                </a:ext>
              </a:extLst>
            </p:cNvPr>
            <p:cNvSpPr/>
            <p:nvPr/>
          </p:nvSpPr>
          <p:spPr>
            <a:xfrm>
              <a:off x="7005005" y="2507200"/>
              <a:ext cx="1403385" cy="403482"/>
            </a:xfrm>
            <a:custGeom>
              <a:avLst/>
              <a:gdLst>
                <a:gd name="connsiteX0" fmla="*/ 0 w 1645444"/>
                <a:gd name="connsiteY0" fmla="*/ 0 h 688181"/>
                <a:gd name="connsiteX1" fmla="*/ 235744 w 1645444"/>
                <a:gd name="connsiteY1" fmla="*/ 569118 h 688181"/>
                <a:gd name="connsiteX2" fmla="*/ 1059656 w 1645444"/>
                <a:gd name="connsiteY2" fmla="*/ 688181 h 688181"/>
                <a:gd name="connsiteX3" fmla="*/ 1645444 w 1645444"/>
                <a:gd name="connsiteY3" fmla="*/ 242887 h 688181"/>
                <a:gd name="connsiteX4" fmla="*/ 0 w 1645444"/>
                <a:gd name="connsiteY4" fmla="*/ 0 h 688181"/>
                <a:gd name="connsiteX0" fmla="*/ 0 w 1645444"/>
                <a:gd name="connsiteY0" fmla="*/ 0 h 692943"/>
                <a:gd name="connsiteX1" fmla="*/ 235744 w 1645444"/>
                <a:gd name="connsiteY1" fmla="*/ 569118 h 692943"/>
                <a:gd name="connsiteX2" fmla="*/ 1071562 w 1645444"/>
                <a:gd name="connsiteY2" fmla="*/ 692943 h 692943"/>
                <a:gd name="connsiteX3" fmla="*/ 1645444 w 1645444"/>
                <a:gd name="connsiteY3" fmla="*/ 242887 h 692943"/>
                <a:gd name="connsiteX4" fmla="*/ 0 w 1645444"/>
                <a:gd name="connsiteY4" fmla="*/ 0 h 692943"/>
                <a:gd name="connsiteX0" fmla="*/ 0 w 1740726"/>
                <a:gd name="connsiteY0" fmla="*/ 0 h 692943"/>
                <a:gd name="connsiteX1" fmla="*/ 235744 w 1740726"/>
                <a:gd name="connsiteY1" fmla="*/ 569118 h 692943"/>
                <a:gd name="connsiteX2" fmla="*/ 1071562 w 1740726"/>
                <a:gd name="connsiteY2" fmla="*/ 692943 h 692943"/>
                <a:gd name="connsiteX3" fmla="*/ 1740726 w 1740726"/>
                <a:gd name="connsiteY3" fmla="*/ 250972 h 692943"/>
                <a:gd name="connsiteX4" fmla="*/ 0 w 1740726"/>
                <a:gd name="connsiteY4" fmla="*/ 0 h 692943"/>
                <a:gd name="connsiteX0" fmla="*/ 0 w 1703843"/>
                <a:gd name="connsiteY0" fmla="*/ 0 h 676776"/>
                <a:gd name="connsiteX1" fmla="*/ 198861 w 1703843"/>
                <a:gd name="connsiteY1" fmla="*/ 552951 h 676776"/>
                <a:gd name="connsiteX2" fmla="*/ 1034679 w 1703843"/>
                <a:gd name="connsiteY2" fmla="*/ 676776 h 676776"/>
                <a:gd name="connsiteX3" fmla="*/ 1703843 w 1703843"/>
                <a:gd name="connsiteY3" fmla="*/ 234805 h 676776"/>
                <a:gd name="connsiteX4" fmla="*/ 0 w 1703843"/>
                <a:gd name="connsiteY4" fmla="*/ 0 h 676776"/>
                <a:gd name="connsiteX0" fmla="*/ 0 w 1694622"/>
                <a:gd name="connsiteY0" fmla="*/ 0 h 692944"/>
                <a:gd name="connsiteX1" fmla="*/ 189640 w 1694622"/>
                <a:gd name="connsiteY1" fmla="*/ 569119 h 692944"/>
                <a:gd name="connsiteX2" fmla="*/ 1025458 w 1694622"/>
                <a:gd name="connsiteY2" fmla="*/ 692944 h 692944"/>
                <a:gd name="connsiteX3" fmla="*/ 1694622 w 1694622"/>
                <a:gd name="connsiteY3" fmla="*/ 250973 h 692944"/>
                <a:gd name="connsiteX4" fmla="*/ 0 w 1694622"/>
                <a:gd name="connsiteY4" fmla="*/ 0 h 692944"/>
                <a:gd name="connsiteX0" fmla="*/ 0 w 1811418"/>
                <a:gd name="connsiteY0" fmla="*/ 0 h 684861"/>
                <a:gd name="connsiteX1" fmla="*/ 306436 w 1811418"/>
                <a:gd name="connsiteY1" fmla="*/ 561036 h 684861"/>
                <a:gd name="connsiteX2" fmla="*/ 1142254 w 1811418"/>
                <a:gd name="connsiteY2" fmla="*/ 684861 h 684861"/>
                <a:gd name="connsiteX3" fmla="*/ 1811418 w 1811418"/>
                <a:gd name="connsiteY3" fmla="*/ 242890 h 684861"/>
                <a:gd name="connsiteX4" fmla="*/ 0 w 1811418"/>
                <a:gd name="connsiteY4" fmla="*/ 0 h 6848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1418" h="684861">
                  <a:moveTo>
                    <a:pt x="0" y="0"/>
                  </a:moveTo>
                  <a:lnTo>
                    <a:pt x="306436" y="561036"/>
                  </a:lnTo>
                  <a:lnTo>
                    <a:pt x="1142254" y="684861"/>
                  </a:lnTo>
                  <a:lnTo>
                    <a:pt x="1811418" y="242890"/>
                  </a:lnTo>
                  <a:lnTo>
                    <a:pt x="0" y="0"/>
                  </a:ln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cxnSp>
          <p:nvCxnSpPr>
            <p:cNvPr id="20" name="Straight Connector 19">
              <a:extLst>
                <a:ext uri="{FF2B5EF4-FFF2-40B4-BE49-F238E27FC236}">
                  <a16:creationId xmlns:a16="http://schemas.microsoft.com/office/drawing/2014/main" id="{734CF2D7-E43A-061F-F1CC-574E8675DD46}"/>
                </a:ext>
              </a:extLst>
            </p:cNvPr>
            <p:cNvCxnSpPr>
              <a:cxnSpLocks/>
              <a:stCxn id="18" idx="1"/>
              <a:endCxn id="19" idx="1"/>
            </p:cNvCxnSpPr>
            <p:nvPr/>
          </p:nvCxnSpPr>
          <p:spPr>
            <a:xfrm flipV="1">
              <a:off x="4343744" y="2837731"/>
              <a:ext cx="2898670" cy="1928294"/>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F5ABEBB-D956-2950-7014-398C3B673744}"/>
                </a:ext>
              </a:extLst>
            </p:cNvPr>
            <p:cNvCxnSpPr>
              <a:cxnSpLocks/>
              <a:stCxn id="18" idx="2"/>
              <a:endCxn id="19" idx="2"/>
            </p:cNvCxnSpPr>
            <p:nvPr/>
          </p:nvCxnSpPr>
          <p:spPr>
            <a:xfrm flipV="1">
              <a:off x="5276305" y="2910682"/>
              <a:ext cx="2613654" cy="1979168"/>
            </a:xfrm>
            <a:prstGeom prst="line">
              <a:avLst/>
            </a:prstGeom>
          </p:spPr>
          <p:style>
            <a:lnRef idx="1">
              <a:schemeClr val="accent1"/>
            </a:lnRef>
            <a:fillRef idx="0">
              <a:schemeClr val="accent1"/>
            </a:fillRef>
            <a:effectRef idx="0">
              <a:schemeClr val="accent1"/>
            </a:effectRef>
            <a:fontRef idx="minor">
              <a:schemeClr val="tx1"/>
            </a:fontRef>
          </p:style>
        </p:cxnSp>
        <p:sp>
          <p:nvSpPr>
            <p:cNvPr id="18" name="Freeform: Shape 17">
              <a:extLst>
                <a:ext uri="{FF2B5EF4-FFF2-40B4-BE49-F238E27FC236}">
                  <a16:creationId xmlns:a16="http://schemas.microsoft.com/office/drawing/2014/main" id="{D2332726-E58B-4A8F-0B4B-591196B4C1E5}"/>
                </a:ext>
              </a:extLst>
            </p:cNvPr>
            <p:cNvSpPr/>
            <p:nvPr/>
          </p:nvSpPr>
          <p:spPr>
            <a:xfrm>
              <a:off x="3830682" y="4196907"/>
              <a:ext cx="2114505" cy="692943"/>
            </a:xfrm>
            <a:custGeom>
              <a:avLst/>
              <a:gdLst>
                <a:gd name="connsiteX0" fmla="*/ 0 w 1645444"/>
                <a:gd name="connsiteY0" fmla="*/ 0 h 688181"/>
                <a:gd name="connsiteX1" fmla="*/ 235744 w 1645444"/>
                <a:gd name="connsiteY1" fmla="*/ 569118 h 688181"/>
                <a:gd name="connsiteX2" fmla="*/ 1059656 w 1645444"/>
                <a:gd name="connsiteY2" fmla="*/ 688181 h 688181"/>
                <a:gd name="connsiteX3" fmla="*/ 1645444 w 1645444"/>
                <a:gd name="connsiteY3" fmla="*/ 242887 h 688181"/>
                <a:gd name="connsiteX4" fmla="*/ 0 w 1645444"/>
                <a:gd name="connsiteY4" fmla="*/ 0 h 688181"/>
                <a:gd name="connsiteX0" fmla="*/ 0 w 1645444"/>
                <a:gd name="connsiteY0" fmla="*/ 0 h 692943"/>
                <a:gd name="connsiteX1" fmla="*/ 235744 w 1645444"/>
                <a:gd name="connsiteY1" fmla="*/ 569118 h 692943"/>
                <a:gd name="connsiteX2" fmla="*/ 1071562 w 1645444"/>
                <a:gd name="connsiteY2" fmla="*/ 692943 h 692943"/>
                <a:gd name="connsiteX3" fmla="*/ 1645444 w 1645444"/>
                <a:gd name="connsiteY3" fmla="*/ 242887 h 692943"/>
                <a:gd name="connsiteX4" fmla="*/ 0 w 1645444"/>
                <a:gd name="connsiteY4" fmla="*/ 0 h 692943"/>
                <a:gd name="connsiteX0" fmla="*/ 0 w 1671055"/>
                <a:gd name="connsiteY0" fmla="*/ 0 h 692943"/>
                <a:gd name="connsiteX1" fmla="*/ 235744 w 1671055"/>
                <a:gd name="connsiteY1" fmla="*/ 569118 h 692943"/>
                <a:gd name="connsiteX2" fmla="*/ 1071562 w 1671055"/>
                <a:gd name="connsiteY2" fmla="*/ 692943 h 692943"/>
                <a:gd name="connsiteX3" fmla="*/ 1671055 w 1671055"/>
                <a:gd name="connsiteY3" fmla="*/ 266700 h 692943"/>
                <a:gd name="connsiteX4" fmla="*/ 0 w 1671055"/>
                <a:gd name="connsiteY4" fmla="*/ 0 h 692943"/>
                <a:gd name="connsiteX0" fmla="*/ 0 w 1895148"/>
                <a:gd name="connsiteY0" fmla="*/ 0 h 692943"/>
                <a:gd name="connsiteX1" fmla="*/ 459837 w 1895148"/>
                <a:gd name="connsiteY1" fmla="*/ 569118 h 692943"/>
                <a:gd name="connsiteX2" fmla="*/ 1295655 w 1895148"/>
                <a:gd name="connsiteY2" fmla="*/ 692943 h 692943"/>
                <a:gd name="connsiteX3" fmla="*/ 1895148 w 1895148"/>
                <a:gd name="connsiteY3" fmla="*/ 266700 h 692943"/>
                <a:gd name="connsiteX4" fmla="*/ 0 w 1895148"/>
                <a:gd name="connsiteY4" fmla="*/ 0 h 692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5148" h="692943">
                  <a:moveTo>
                    <a:pt x="0" y="0"/>
                  </a:moveTo>
                  <a:lnTo>
                    <a:pt x="459837" y="569118"/>
                  </a:lnTo>
                  <a:lnTo>
                    <a:pt x="1295655" y="692943"/>
                  </a:lnTo>
                  <a:lnTo>
                    <a:pt x="1895148" y="266700"/>
                  </a:lnTo>
                  <a:lnTo>
                    <a:pt x="0" y="0"/>
                  </a:ln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cxnSp>
        <p:nvCxnSpPr>
          <p:cNvPr id="6" name="Straight Arrow Connector 5">
            <a:extLst>
              <a:ext uri="{FF2B5EF4-FFF2-40B4-BE49-F238E27FC236}">
                <a16:creationId xmlns:a16="http://schemas.microsoft.com/office/drawing/2014/main" id="{1EB5A97A-79DE-BDC2-6AB5-178717115B3A}"/>
              </a:ext>
            </a:extLst>
          </p:cNvPr>
          <p:cNvCxnSpPr>
            <a:cxnSpLocks/>
          </p:cNvCxnSpPr>
          <p:nvPr/>
        </p:nvCxnSpPr>
        <p:spPr>
          <a:xfrm flipH="1">
            <a:off x="841609" y="4339971"/>
            <a:ext cx="512795" cy="362052"/>
          </a:xfrm>
          <a:prstGeom prst="straightConnector1">
            <a:avLst/>
          </a:prstGeom>
          <a:ln w="25400">
            <a:solidFill>
              <a:schemeClr val="accent1">
                <a:alpha val="39000"/>
              </a:schemeClr>
            </a:solidFill>
            <a:tailEnd type="stealth" w="lg" len="lg"/>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C60FCCC-890D-D8D2-4A08-FD1383CD3A0C}"/>
              </a:ext>
            </a:extLst>
          </p:cNvPr>
          <p:cNvSpPr txBox="1"/>
          <p:nvPr/>
        </p:nvSpPr>
        <p:spPr>
          <a:xfrm flipH="1">
            <a:off x="462096" y="4630325"/>
            <a:ext cx="412135" cy="369332"/>
          </a:xfrm>
          <a:prstGeom prst="rect">
            <a:avLst/>
          </a:prstGeom>
          <a:noFill/>
        </p:spPr>
        <p:txBody>
          <a:bodyPr wrap="square" rtlCol="0">
            <a:spAutoFit/>
          </a:bodyPr>
          <a:lstStyle/>
          <a:p>
            <a:r>
              <a:rPr lang="en-US" sz="18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⑥</a:t>
            </a:r>
            <a:endParaRPr lang="en-US" sz="1800" dirty="0">
              <a:solidFill>
                <a:schemeClr val="bg1">
                  <a:lumMod val="75000"/>
                </a:schemeClr>
              </a:solidFill>
              <a:latin typeface="Univers 57 Condensed" pitchFamily="50" charset="0"/>
            </a:endParaRPr>
          </a:p>
        </p:txBody>
      </p:sp>
      <p:sp>
        <p:nvSpPr>
          <p:cNvPr id="8" name="Freeform: Shape 7">
            <a:extLst>
              <a:ext uri="{FF2B5EF4-FFF2-40B4-BE49-F238E27FC236}">
                <a16:creationId xmlns:a16="http://schemas.microsoft.com/office/drawing/2014/main" id="{471071FF-8802-38C4-E2EB-FC638108E004}"/>
              </a:ext>
            </a:extLst>
          </p:cNvPr>
          <p:cNvSpPr/>
          <p:nvPr/>
        </p:nvSpPr>
        <p:spPr>
          <a:xfrm flipH="1">
            <a:off x="3037728" y="2734922"/>
            <a:ext cx="928266" cy="107086"/>
          </a:xfrm>
          <a:custGeom>
            <a:avLst/>
            <a:gdLst>
              <a:gd name="connsiteX0" fmla="*/ 0 w 1183967"/>
              <a:gd name="connsiteY0" fmla="*/ 128587 h 133350"/>
              <a:gd name="connsiteX1" fmla="*/ 40481 w 1183967"/>
              <a:gd name="connsiteY1" fmla="*/ 133350 h 133350"/>
              <a:gd name="connsiteX2" fmla="*/ 109537 w 1183967"/>
              <a:gd name="connsiteY2" fmla="*/ 128587 h 133350"/>
              <a:gd name="connsiteX3" fmla="*/ 157162 w 1183967"/>
              <a:gd name="connsiteY3" fmla="*/ 121443 h 133350"/>
              <a:gd name="connsiteX4" fmla="*/ 185737 w 1183967"/>
              <a:gd name="connsiteY4" fmla="*/ 116681 h 133350"/>
              <a:gd name="connsiteX5" fmla="*/ 195262 w 1183967"/>
              <a:gd name="connsiteY5" fmla="*/ 111918 h 133350"/>
              <a:gd name="connsiteX6" fmla="*/ 219075 w 1183967"/>
              <a:gd name="connsiteY6" fmla="*/ 104775 h 133350"/>
              <a:gd name="connsiteX7" fmla="*/ 273844 w 1183967"/>
              <a:gd name="connsiteY7" fmla="*/ 107156 h 133350"/>
              <a:gd name="connsiteX8" fmla="*/ 283369 w 1183967"/>
              <a:gd name="connsiteY8" fmla="*/ 109537 h 133350"/>
              <a:gd name="connsiteX9" fmla="*/ 369094 w 1183967"/>
              <a:gd name="connsiteY9" fmla="*/ 107156 h 133350"/>
              <a:gd name="connsiteX10" fmla="*/ 383381 w 1183967"/>
              <a:gd name="connsiteY10" fmla="*/ 104775 h 133350"/>
              <a:gd name="connsiteX11" fmla="*/ 426244 w 1183967"/>
              <a:gd name="connsiteY11" fmla="*/ 100012 h 133350"/>
              <a:gd name="connsiteX12" fmla="*/ 542925 w 1183967"/>
              <a:gd name="connsiteY12" fmla="*/ 92868 h 133350"/>
              <a:gd name="connsiteX13" fmla="*/ 554831 w 1183967"/>
              <a:gd name="connsiteY13" fmla="*/ 90487 h 133350"/>
              <a:gd name="connsiteX14" fmla="*/ 590550 w 1183967"/>
              <a:gd name="connsiteY14" fmla="*/ 85725 h 133350"/>
              <a:gd name="connsiteX15" fmla="*/ 633412 w 1183967"/>
              <a:gd name="connsiteY15" fmla="*/ 78581 h 133350"/>
              <a:gd name="connsiteX16" fmla="*/ 661987 w 1183967"/>
              <a:gd name="connsiteY16" fmla="*/ 71437 h 133350"/>
              <a:gd name="connsiteX17" fmla="*/ 676275 w 1183967"/>
              <a:gd name="connsiteY17" fmla="*/ 69056 h 133350"/>
              <a:gd name="connsiteX18" fmla="*/ 695325 w 1183967"/>
              <a:gd name="connsiteY18" fmla="*/ 64293 h 133350"/>
              <a:gd name="connsiteX19" fmla="*/ 778669 w 1183967"/>
              <a:gd name="connsiteY19" fmla="*/ 61912 h 133350"/>
              <a:gd name="connsiteX20" fmla="*/ 809625 w 1183967"/>
              <a:gd name="connsiteY20" fmla="*/ 54768 h 133350"/>
              <a:gd name="connsiteX21" fmla="*/ 840581 w 1183967"/>
              <a:gd name="connsiteY21" fmla="*/ 50006 h 133350"/>
              <a:gd name="connsiteX22" fmla="*/ 931069 w 1183967"/>
              <a:gd name="connsiteY22" fmla="*/ 47625 h 133350"/>
              <a:gd name="connsiteX23" fmla="*/ 957262 w 1183967"/>
              <a:gd name="connsiteY23" fmla="*/ 45243 h 133350"/>
              <a:gd name="connsiteX24" fmla="*/ 964406 w 1183967"/>
              <a:gd name="connsiteY24" fmla="*/ 42862 h 133350"/>
              <a:gd name="connsiteX25" fmla="*/ 981075 w 1183967"/>
              <a:gd name="connsiteY25" fmla="*/ 40481 h 133350"/>
              <a:gd name="connsiteX26" fmla="*/ 995362 w 1183967"/>
              <a:gd name="connsiteY26" fmla="*/ 38100 h 133350"/>
              <a:gd name="connsiteX27" fmla="*/ 1028700 w 1183967"/>
              <a:gd name="connsiteY27" fmla="*/ 33337 h 133350"/>
              <a:gd name="connsiteX28" fmla="*/ 1062037 w 1183967"/>
              <a:gd name="connsiteY28" fmla="*/ 26193 h 133350"/>
              <a:gd name="connsiteX29" fmla="*/ 1081087 w 1183967"/>
              <a:gd name="connsiteY29" fmla="*/ 21431 h 133350"/>
              <a:gd name="connsiteX30" fmla="*/ 1088231 w 1183967"/>
              <a:gd name="connsiteY30" fmla="*/ 19050 h 133350"/>
              <a:gd name="connsiteX31" fmla="*/ 1126331 w 1183967"/>
              <a:gd name="connsiteY31" fmla="*/ 14287 h 133350"/>
              <a:gd name="connsiteX32" fmla="*/ 1147762 w 1183967"/>
              <a:gd name="connsiteY32" fmla="*/ 9525 h 133350"/>
              <a:gd name="connsiteX33" fmla="*/ 1154906 w 1183967"/>
              <a:gd name="connsiteY33" fmla="*/ 7143 h 133350"/>
              <a:gd name="connsiteX34" fmla="*/ 1183481 w 1183967"/>
              <a:gd name="connsiteY34" fmla="*/ 4762 h 133350"/>
              <a:gd name="connsiteX35" fmla="*/ 1181100 w 1183967"/>
              <a:gd name="connsiteY35" fmla="*/ 0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183967" h="133350">
                <a:moveTo>
                  <a:pt x="0" y="128587"/>
                </a:moveTo>
                <a:cubicBezTo>
                  <a:pt x="15523" y="131691"/>
                  <a:pt x="21465" y="133350"/>
                  <a:pt x="40481" y="133350"/>
                </a:cubicBezTo>
                <a:cubicBezTo>
                  <a:pt x="55178" y="133350"/>
                  <a:pt x="92470" y="130009"/>
                  <a:pt x="109537" y="128587"/>
                </a:cubicBezTo>
                <a:cubicBezTo>
                  <a:pt x="136762" y="121782"/>
                  <a:pt x="95154" y="131777"/>
                  <a:pt x="157162" y="121443"/>
                </a:cubicBezTo>
                <a:lnTo>
                  <a:pt x="185737" y="116681"/>
                </a:lnTo>
                <a:cubicBezTo>
                  <a:pt x="188912" y="115093"/>
                  <a:pt x="191862" y="112938"/>
                  <a:pt x="195262" y="111918"/>
                </a:cubicBezTo>
                <a:cubicBezTo>
                  <a:pt x="224917" y="103021"/>
                  <a:pt x="196508" y="116057"/>
                  <a:pt x="219075" y="104775"/>
                </a:cubicBezTo>
                <a:cubicBezTo>
                  <a:pt x="237331" y="105569"/>
                  <a:pt x="255620" y="105806"/>
                  <a:pt x="273844" y="107156"/>
                </a:cubicBezTo>
                <a:cubicBezTo>
                  <a:pt x="277108" y="107398"/>
                  <a:pt x="280096" y="109537"/>
                  <a:pt x="283369" y="109537"/>
                </a:cubicBezTo>
                <a:cubicBezTo>
                  <a:pt x="311955" y="109537"/>
                  <a:pt x="340519" y="107950"/>
                  <a:pt x="369094" y="107156"/>
                </a:cubicBezTo>
                <a:cubicBezTo>
                  <a:pt x="373856" y="106362"/>
                  <a:pt x="378586" y="105339"/>
                  <a:pt x="383381" y="104775"/>
                </a:cubicBezTo>
                <a:cubicBezTo>
                  <a:pt x="448897" y="97066"/>
                  <a:pt x="379301" y="106717"/>
                  <a:pt x="426244" y="100012"/>
                </a:cubicBezTo>
                <a:cubicBezTo>
                  <a:pt x="464020" y="74828"/>
                  <a:pt x="427396" y="97399"/>
                  <a:pt x="542925" y="92868"/>
                </a:cubicBezTo>
                <a:cubicBezTo>
                  <a:pt x="546969" y="92709"/>
                  <a:pt x="550839" y="91152"/>
                  <a:pt x="554831" y="90487"/>
                </a:cubicBezTo>
                <a:cubicBezTo>
                  <a:pt x="564689" y="88844"/>
                  <a:pt x="580920" y="86929"/>
                  <a:pt x="590550" y="85725"/>
                </a:cubicBezTo>
                <a:cubicBezTo>
                  <a:pt x="647192" y="71563"/>
                  <a:pt x="566706" y="90710"/>
                  <a:pt x="633412" y="78581"/>
                </a:cubicBezTo>
                <a:cubicBezTo>
                  <a:pt x="643072" y="76825"/>
                  <a:pt x="652403" y="73567"/>
                  <a:pt x="661987" y="71437"/>
                </a:cubicBezTo>
                <a:cubicBezTo>
                  <a:pt x="666700" y="70390"/>
                  <a:pt x="671562" y="70103"/>
                  <a:pt x="676275" y="69056"/>
                </a:cubicBezTo>
                <a:cubicBezTo>
                  <a:pt x="686580" y="66766"/>
                  <a:pt x="682052" y="64957"/>
                  <a:pt x="695325" y="64293"/>
                </a:cubicBezTo>
                <a:cubicBezTo>
                  <a:pt x="723083" y="62905"/>
                  <a:pt x="750888" y="62706"/>
                  <a:pt x="778669" y="61912"/>
                </a:cubicBezTo>
                <a:cubicBezTo>
                  <a:pt x="793232" y="52204"/>
                  <a:pt x="780784" y="58889"/>
                  <a:pt x="809625" y="54768"/>
                </a:cubicBezTo>
                <a:cubicBezTo>
                  <a:pt x="836057" y="50992"/>
                  <a:pt x="794081" y="51985"/>
                  <a:pt x="840581" y="50006"/>
                </a:cubicBezTo>
                <a:cubicBezTo>
                  <a:pt x="870727" y="48723"/>
                  <a:pt x="900906" y="48419"/>
                  <a:pt x="931069" y="47625"/>
                </a:cubicBezTo>
                <a:cubicBezTo>
                  <a:pt x="939800" y="46831"/>
                  <a:pt x="948583" y="46483"/>
                  <a:pt x="957262" y="45243"/>
                </a:cubicBezTo>
                <a:cubicBezTo>
                  <a:pt x="959747" y="44888"/>
                  <a:pt x="961945" y="43354"/>
                  <a:pt x="964406" y="42862"/>
                </a:cubicBezTo>
                <a:cubicBezTo>
                  <a:pt x="969910" y="41761"/>
                  <a:pt x="975528" y="41334"/>
                  <a:pt x="981075" y="40481"/>
                </a:cubicBezTo>
                <a:cubicBezTo>
                  <a:pt x="985847" y="39747"/>
                  <a:pt x="990587" y="38816"/>
                  <a:pt x="995362" y="38100"/>
                </a:cubicBezTo>
                <a:lnTo>
                  <a:pt x="1028700" y="33337"/>
                </a:lnTo>
                <a:cubicBezTo>
                  <a:pt x="1057134" y="23860"/>
                  <a:pt x="1027710" y="32630"/>
                  <a:pt x="1062037" y="26193"/>
                </a:cubicBezTo>
                <a:cubicBezTo>
                  <a:pt x="1068470" y="24987"/>
                  <a:pt x="1074772" y="23153"/>
                  <a:pt x="1081087" y="21431"/>
                </a:cubicBezTo>
                <a:cubicBezTo>
                  <a:pt x="1083509" y="20771"/>
                  <a:pt x="1085770" y="19542"/>
                  <a:pt x="1088231" y="19050"/>
                </a:cubicBezTo>
                <a:cubicBezTo>
                  <a:pt x="1096737" y="17349"/>
                  <a:pt x="1118887" y="15114"/>
                  <a:pt x="1126331" y="14287"/>
                </a:cubicBezTo>
                <a:cubicBezTo>
                  <a:pt x="1142419" y="8925"/>
                  <a:pt x="1122606" y="15116"/>
                  <a:pt x="1147762" y="9525"/>
                </a:cubicBezTo>
                <a:cubicBezTo>
                  <a:pt x="1150212" y="8980"/>
                  <a:pt x="1152418" y="7475"/>
                  <a:pt x="1154906" y="7143"/>
                </a:cubicBezTo>
                <a:cubicBezTo>
                  <a:pt x="1164380" y="5880"/>
                  <a:pt x="1174260" y="7277"/>
                  <a:pt x="1183481" y="4762"/>
                </a:cubicBezTo>
                <a:cubicBezTo>
                  <a:pt x="1185193" y="4295"/>
                  <a:pt x="1181894" y="1587"/>
                  <a:pt x="1181100" y="0"/>
                </a:cubicBezTo>
              </a:path>
            </a:pathLst>
          </a:cu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Freeform: Shape 8">
            <a:extLst>
              <a:ext uri="{FF2B5EF4-FFF2-40B4-BE49-F238E27FC236}">
                <a16:creationId xmlns:a16="http://schemas.microsoft.com/office/drawing/2014/main" id="{0D46D278-1422-9A23-75B4-BE1C9D507EAB}"/>
              </a:ext>
            </a:extLst>
          </p:cNvPr>
          <p:cNvSpPr/>
          <p:nvPr/>
        </p:nvSpPr>
        <p:spPr>
          <a:xfrm flipH="1">
            <a:off x="1980680" y="2835198"/>
            <a:ext cx="1993926" cy="1518323"/>
          </a:xfrm>
          <a:custGeom>
            <a:avLst/>
            <a:gdLst>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3994 w 2543175"/>
              <a:gd name="connsiteY112" fmla="*/ 1047750 h 1890712"/>
              <a:gd name="connsiteX113" fmla="*/ 1502569 w 2543175"/>
              <a:gd name="connsiteY113" fmla="*/ 1066800 h 1890712"/>
              <a:gd name="connsiteX114" fmla="*/ 1526382 w 2543175"/>
              <a:gd name="connsiteY114" fmla="*/ 1085850 h 1890712"/>
              <a:gd name="connsiteX115" fmla="*/ 1531144 w 2543175"/>
              <a:gd name="connsiteY115" fmla="*/ 1095375 h 1890712"/>
              <a:gd name="connsiteX116" fmla="*/ 1559719 w 2543175"/>
              <a:gd name="connsiteY116" fmla="*/ 1121569 h 1890712"/>
              <a:gd name="connsiteX117" fmla="*/ 1569244 w 2543175"/>
              <a:gd name="connsiteY117" fmla="*/ 1131094 h 1890712"/>
              <a:gd name="connsiteX118" fmla="*/ 1597819 w 2543175"/>
              <a:gd name="connsiteY118" fmla="*/ 1154906 h 1890712"/>
              <a:gd name="connsiteX119" fmla="*/ 1604963 w 2543175"/>
              <a:gd name="connsiteY119" fmla="*/ 1162050 h 1890712"/>
              <a:gd name="connsiteX120" fmla="*/ 1612107 w 2543175"/>
              <a:gd name="connsiteY120" fmla="*/ 1166812 h 1890712"/>
              <a:gd name="connsiteX121" fmla="*/ 1628775 w 2543175"/>
              <a:gd name="connsiteY121" fmla="*/ 1183481 h 1890712"/>
              <a:gd name="connsiteX122" fmla="*/ 1662113 w 2543175"/>
              <a:gd name="connsiteY122" fmla="*/ 1209675 h 1890712"/>
              <a:gd name="connsiteX123" fmla="*/ 1678782 w 2543175"/>
              <a:gd name="connsiteY123" fmla="*/ 1226344 h 1890712"/>
              <a:gd name="connsiteX124" fmla="*/ 1700213 w 2543175"/>
              <a:gd name="connsiteY124" fmla="*/ 1247775 h 1890712"/>
              <a:gd name="connsiteX125" fmla="*/ 1712119 w 2543175"/>
              <a:gd name="connsiteY125" fmla="*/ 1259681 h 1890712"/>
              <a:gd name="connsiteX126" fmla="*/ 1733550 w 2543175"/>
              <a:gd name="connsiteY126" fmla="*/ 1273969 h 1890712"/>
              <a:gd name="connsiteX127" fmla="*/ 1743075 w 2543175"/>
              <a:gd name="connsiteY127" fmla="*/ 1283494 h 1890712"/>
              <a:gd name="connsiteX128" fmla="*/ 1754982 w 2543175"/>
              <a:gd name="connsiteY128" fmla="*/ 1290637 h 1890712"/>
              <a:gd name="connsiteX129" fmla="*/ 1766888 w 2543175"/>
              <a:gd name="connsiteY129" fmla="*/ 1300162 h 1890712"/>
              <a:gd name="connsiteX130" fmla="*/ 1783557 w 2543175"/>
              <a:gd name="connsiteY130" fmla="*/ 1307306 h 1890712"/>
              <a:gd name="connsiteX131" fmla="*/ 1790700 w 2543175"/>
              <a:gd name="connsiteY131" fmla="*/ 1312069 h 1890712"/>
              <a:gd name="connsiteX132" fmla="*/ 1800225 w 2543175"/>
              <a:gd name="connsiteY132" fmla="*/ 1319212 h 1890712"/>
              <a:gd name="connsiteX133" fmla="*/ 1807369 w 2543175"/>
              <a:gd name="connsiteY133" fmla="*/ 1321594 h 1890712"/>
              <a:gd name="connsiteX134" fmla="*/ 1824038 w 2543175"/>
              <a:gd name="connsiteY134" fmla="*/ 1333500 h 1890712"/>
              <a:gd name="connsiteX135" fmla="*/ 1843088 w 2543175"/>
              <a:gd name="connsiteY135" fmla="*/ 1352550 h 1890712"/>
              <a:gd name="connsiteX136" fmla="*/ 1852613 w 2543175"/>
              <a:gd name="connsiteY136" fmla="*/ 1359694 h 1890712"/>
              <a:gd name="connsiteX137" fmla="*/ 1859757 w 2543175"/>
              <a:gd name="connsiteY137" fmla="*/ 1366837 h 1890712"/>
              <a:gd name="connsiteX138" fmla="*/ 1869282 w 2543175"/>
              <a:gd name="connsiteY138" fmla="*/ 1371600 h 1890712"/>
              <a:gd name="connsiteX139" fmla="*/ 1883569 w 2543175"/>
              <a:gd name="connsiteY139" fmla="*/ 1388269 h 1890712"/>
              <a:gd name="connsiteX140" fmla="*/ 1893094 w 2543175"/>
              <a:gd name="connsiteY140" fmla="*/ 1395412 h 1890712"/>
              <a:gd name="connsiteX141" fmla="*/ 1902619 w 2543175"/>
              <a:gd name="connsiteY141" fmla="*/ 1404937 h 1890712"/>
              <a:gd name="connsiteX142" fmla="*/ 1912144 w 2543175"/>
              <a:gd name="connsiteY142" fmla="*/ 1409700 h 1890712"/>
              <a:gd name="connsiteX143" fmla="*/ 1931194 w 2543175"/>
              <a:gd name="connsiteY143" fmla="*/ 1421606 h 1890712"/>
              <a:gd name="connsiteX144" fmla="*/ 1935957 w 2543175"/>
              <a:gd name="connsiteY144" fmla="*/ 1428750 h 1890712"/>
              <a:gd name="connsiteX145" fmla="*/ 1952625 w 2543175"/>
              <a:gd name="connsiteY145" fmla="*/ 1438275 h 1890712"/>
              <a:gd name="connsiteX146" fmla="*/ 1971675 w 2543175"/>
              <a:gd name="connsiteY146" fmla="*/ 1450181 h 1890712"/>
              <a:gd name="connsiteX147" fmla="*/ 1981200 w 2543175"/>
              <a:gd name="connsiteY147" fmla="*/ 1454944 h 1890712"/>
              <a:gd name="connsiteX148" fmla="*/ 1997869 w 2543175"/>
              <a:gd name="connsiteY148" fmla="*/ 1471612 h 1890712"/>
              <a:gd name="connsiteX149" fmla="*/ 2007394 w 2543175"/>
              <a:gd name="connsiteY149" fmla="*/ 1478756 h 1890712"/>
              <a:gd name="connsiteX150" fmla="*/ 2016919 w 2543175"/>
              <a:gd name="connsiteY150" fmla="*/ 1483519 h 1890712"/>
              <a:gd name="connsiteX151" fmla="*/ 2024063 w 2543175"/>
              <a:gd name="connsiteY151" fmla="*/ 1490662 h 1890712"/>
              <a:gd name="connsiteX152" fmla="*/ 2033588 w 2543175"/>
              <a:gd name="connsiteY152" fmla="*/ 1495425 h 1890712"/>
              <a:gd name="connsiteX153" fmla="*/ 2040732 w 2543175"/>
              <a:gd name="connsiteY153" fmla="*/ 1502569 h 1890712"/>
              <a:gd name="connsiteX154" fmla="*/ 2047875 w 2543175"/>
              <a:gd name="connsiteY154" fmla="*/ 1507331 h 1890712"/>
              <a:gd name="connsiteX155" fmla="*/ 2057400 w 2543175"/>
              <a:gd name="connsiteY155" fmla="*/ 1514475 h 1890712"/>
              <a:gd name="connsiteX156" fmla="*/ 2064544 w 2543175"/>
              <a:gd name="connsiteY156" fmla="*/ 1519237 h 1890712"/>
              <a:gd name="connsiteX157" fmla="*/ 2071688 w 2543175"/>
              <a:gd name="connsiteY157" fmla="*/ 1526381 h 1890712"/>
              <a:gd name="connsiteX158" fmla="*/ 2081213 w 2543175"/>
              <a:gd name="connsiteY158" fmla="*/ 1531144 h 1890712"/>
              <a:gd name="connsiteX159" fmla="*/ 2090738 w 2543175"/>
              <a:gd name="connsiteY159" fmla="*/ 1538287 h 1890712"/>
              <a:gd name="connsiteX160" fmla="*/ 2109788 w 2543175"/>
              <a:gd name="connsiteY160" fmla="*/ 1547812 h 1890712"/>
              <a:gd name="connsiteX161" fmla="*/ 2131219 w 2543175"/>
              <a:gd name="connsiteY161" fmla="*/ 1562100 h 1890712"/>
              <a:gd name="connsiteX162" fmla="*/ 2140744 w 2543175"/>
              <a:gd name="connsiteY162" fmla="*/ 1566862 h 1890712"/>
              <a:gd name="connsiteX163" fmla="*/ 2152650 w 2543175"/>
              <a:gd name="connsiteY163" fmla="*/ 1576387 h 1890712"/>
              <a:gd name="connsiteX164" fmla="*/ 2181225 w 2543175"/>
              <a:gd name="connsiteY164" fmla="*/ 1590675 h 1890712"/>
              <a:gd name="connsiteX165" fmla="*/ 2200275 w 2543175"/>
              <a:gd name="connsiteY165" fmla="*/ 1607344 h 1890712"/>
              <a:gd name="connsiteX166" fmla="*/ 2207419 w 2543175"/>
              <a:gd name="connsiteY166" fmla="*/ 1612106 h 1890712"/>
              <a:gd name="connsiteX167" fmla="*/ 2216944 w 2543175"/>
              <a:gd name="connsiteY167" fmla="*/ 1619250 h 1890712"/>
              <a:gd name="connsiteX168" fmla="*/ 2224088 w 2543175"/>
              <a:gd name="connsiteY168" fmla="*/ 1624012 h 1890712"/>
              <a:gd name="connsiteX169" fmla="*/ 2247900 w 2543175"/>
              <a:gd name="connsiteY169" fmla="*/ 1643062 h 1890712"/>
              <a:gd name="connsiteX170" fmla="*/ 2255044 w 2543175"/>
              <a:gd name="connsiteY170" fmla="*/ 1650206 h 1890712"/>
              <a:gd name="connsiteX171" fmla="*/ 2281238 w 2543175"/>
              <a:gd name="connsiteY171" fmla="*/ 1664494 h 1890712"/>
              <a:gd name="connsiteX172" fmla="*/ 2297907 w 2543175"/>
              <a:gd name="connsiteY172" fmla="*/ 1674019 h 1890712"/>
              <a:gd name="connsiteX173" fmla="*/ 2305050 w 2543175"/>
              <a:gd name="connsiteY173" fmla="*/ 1678781 h 1890712"/>
              <a:gd name="connsiteX174" fmla="*/ 2312194 w 2543175"/>
              <a:gd name="connsiteY174" fmla="*/ 1685925 h 1890712"/>
              <a:gd name="connsiteX175" fmla="*/ 2321719 w 2543175"/>
              <a:gd name="connsiteY175" fmla="*/ 1690687 h 1890712"/>
              <a:gd name="connsiteX176" fmla="*/ 2328863 w 2543175"/>
              <a:gd name="connsiteY176" fmla="*/ 1697831 h 1890712"/>
              <a:gd name="connsiteX177" fmla="*/ 2350294 w 2543175"/>
              <a:gd name="connsiteY177" fmla="*/ 1712119 h 1890712"/>
              <a:gd name="connsiteX178" fmla="*/ 2359819 w 2543175"/>
              <a:gd name="connsiteY178" fmla="*/ 1719262 h 1890712"/>
              <a:gd name="connsiteX179" fmla="*/ 2369344 w 2543175"/>
              <a:gd name="connsiteY179" fmla="*/ 1724025 h 1890712"/>
              <a:gd name="connsiteX180" fmla="*/ 2376488 w 2543175"/>
              <a:gd name="connsiteY180" fmla="*/ 1731169 h 1890712"/>
              <a:gd name="connsiteX181" fmla="*/ 2402682 w 2543175"/>
              <a:gd name="connsiteY181" fmla="*/ 1747837 h 1890712"/>
              <a:gd name="connsiteX182" fmla="*/ 2450307 w 2543175"/>
              <a:gd name="connsiteY182" fmla="*/ 1769269 h 1890712"/>
              <a:gd name="connsiteX183" fmla="*/ 2466975 w 2543175"/>
              <a:gd name="connsiteY183" fmla="*/ 1783556 h 1890712"/>
              <a:gd name="connsiteX184" fmla="*/ 2481263 w 2543175"/>
              <a:gd name="connsiteY184" fmla="*/ 1795462 h 1890712"/>
              <a:gd name="connsiteX185" fmla="*/ 2486025 w 2543175"/>
              <a:gd name="connsiteY185" fmla="*/ 1802606 h 1890712"/>
              <a:gd name="connsiteX186" fmla="*/ 2493169 w 2543175"/>
              <a:gd name="connsiteY186" fmla="*/ 1807369 h 1890712"/>
              <a:gd name="connsiteX187" fmla="*/ 2495550 w 2543175"/>
              <a:gd name="connsiteY187" fmla="*/ 1816894 h 1890712"/>
              <a:gd name="connsiteX188" fmla="*/ 2497932 w 2543175"/>
              <a:gd name="connsiteY188" fmla="*/ 1824037 h 1890712"/>
              <a:gd name="connsiteX189" fmla="*/ 2514600 w 2543175"/>
              <a:gd name="connsiteY189" fmla="*/ 1850231 h 1890712"/>
              <a:gd name="connsiteX190" fmla="*/ 2519363 w 2543175"/>
              <a:gd name="connsiteY190" fmla="*/ 1857375 h 1890712"/>
              <a:gd name="connsiteX191" fmla="*/ 2540794 w 2543175"/>
              <a:gd name="connsiteY191" fmla="*/ 1883569 h 1890712"/>
              <a:gd name="connsiteX192" fmla="*/ 2543175 w 2543175"/>
              <a:gd name="connsiteY19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502569 w 2543175"/>
              <a:gd name="connsiteY113" fmla="*/ 1066800 h 1890712"/>
              <a:gd name="connsiteX114" fmla="*/ 1526382 w 2543175"/>
              <a:gd name="connsiteY114" fmla="*/ 1085850 h 1890712"/>
              <a:gd name="connsiteX115" fmla="*/ 1531144 w 2543175"/>
              <a:gd name="connsiteY115" fmla="*/ 1095375 h 1890712"/>
              <a:gd name="connsiteX116" fmla="*/ 1559719 w 2543175"/>
              <a:gd name="connsiteY116" fmla="*/ 1121569 h 1890712"/>
              <a:gd name="connsiteX117" fmla="*/ 1569244 w 2543175"/>
              <a:gd name="connsiteY117" fmla="*/ 1131094 h 1890712"/>
              <a:gd name="connsiteX118" fmla="*/ 1597819 w 2543175"/>
              <a:gd name="connsiteY118" fmla="*/ 1154906 h 1890712"/>
              <a:gd name="connsiteX119" fmla="*/ 1604963 w 2543175"/>
              <a:gd name="connsiteY119" fmla="*/ 1162050 h 1890712"/>
              <a:gd name="connsiteX120" fmla="*/ 1612107 w 2543175"/>
              <a:gd name="connsiteY120" fmla="*/ 1166812 h 1890712"/>
              <a:gd name="connsiteX121" fmla="*/ 1628775 w 2543175"/>
              <a:gd name="connsiteY121" fmla="*/ 1183481 h 1890712"/>
              <a:gd name="connsiteX122" fmla="*/ 1662113 w 2543175"/>
              <a:gd name="connsiteY122" fmla="*/ 1209675 h 1890712"/>
              <a:gd name="connsiteX123" fmla="*/ 1678782 w 2543175"/>
              <a:gd name="connsiteY123" fmla="*/ 1226344 h 1890712"/>
              <a:gd name="connsiteX124" fmla="*/ 1700213 w 2543175"/>
              <a:gd name="connsiteY124" fmla="*/ 1247775 h 1890712"/>
              <a:gd name="connsiteX125" fmla="*/ 1712119 w 2543175"/>
              <a:gd name="connsiteY125" fmla="*/ 1259681 h 1890712"/>
              <a:gd name="connsiteX126" fmla="*/ 1733550 w 2543175"/>
              <a:gd name="connsiteY126" fmla="*/ 1273969 h 1890712"/>
              <a:gd name="connsiteX127" fmla="*/ 1743075 w 2543175"/>
              <a:gd name="connsiteY127" fmla="*/ 1283494 h 1890712"/>
              <a:gd name="connsiteX128" fmla="*/ 1754982 w 2543175"/>
              <a:gd name="connsiteY128" fmla="*/ 1290637 h 1890712"/>
              <a:gd name="connsiteX129" fmla="*/ 1766888 w 2543175"/>
              <a:gd name="connsiteY129" fmla="*/ 1300162 h 1890712"/>
              <a:gd name="connsiteX130" fmla="*/ 1783557 w 2543175"/>
              <a:gd name="connsiteY130" fmla="*/ 1307306 h 1890712"/>
              <a:gd name="connsiteX131" fmla="*/ 1790700 w 2543175"/>
              <a:gd name="connsiteY131" fmla="*/ 1312069 h 1890712"/>
              <a:gd name="connsiteX132" fmla="*/ 1800225 w 2543175"/>
              <a:gd name="connsiteY132" fmla="*/ 1319212 h 1890712"/>
              <a:gd name="connsiteX133" fmla="*/ 1807369 w 2543175"/>
              <a:gd name="connsiteY133" fmla="*/ 1321594 h 1890712"/>
              <a:gd name="connsiteX134" fmla="*/ 1824038 w 2543175"/>
              <a:gd name="connsiteY134" fmla="*/ 1333500 h 1890712"/>
              <a:gd name="connsiteX135" fmla="*/ 1843088 w 2543175"/>
              <a:gd name="connsiteY135" fmla="*/ 1352550 h 1890712"/>
              <a:gd name="connsiteX136" fmla="*/ 1852613 w 2543175"/>
              <a:gd name="connsiteY136" fmla="*/ 1359694 h 1890712"/>
              <a:gd name="connsiteX137" fmla="*/ 1859757 w 2543175"/>
              <a:gd name="connsiteY137" fmla="*/ 1366837 h 1890712"/>
              <a:gd name="connsiteX138" fmla="*/ 1869282 w 2543175"/>
              <a:gd name="connsiteY138" fmla="*/ 1371600 h 1890712"/>
              <a:gd name="connsiteX139" fmla="*/ 1883569 w 2543175"/>
              <a:gd name="connsiteY139" fmla="*/ 1388269 h 1890712"/>
              <a:gd name="connsiteX140" fmla="*/ 1893094 w 2543175"/>
              <a:gd name="connsiteY140" fmla="*/ 1395412 h 1890712"/>
              <a:gd name="connsiteX141" fmla="*/ 1902619 w 2543175"/>
              <a:gd name="connsiteY141" fmla="*/ 1404937 h 1890712"/>
              <a:gd name="connsiteX142" fmla="*/ 1912144 w 2543175"/>
              <a:gd name="connsiteY142" fmla="*/ 1409700 h 1890712"/>
              <a:gd name="connsiteX143" fmla="*/ 1931194 w 2543175"/>
              <a:gd name="connsiteY143" fmla="*/ 1421606 h 1890712"/>
              <a:gd name="connsiteX144" fmla="*/ 1935957 w 2543175"/>
              <a:gd name="connsiteY144" fmla="*/ 1428750 h 1890712"/>
              <a:gd name="connsiteX145" fmla="*/ 1952625 w 2543175"/>
              <a:gd name="connsiteY145" fmla="*/ 1438275 h 1890712"/>
              <a:gd name="connsiteX146" fmla="*/ 1971675 w 2543175"/>
              <a:gd name="connsiteY146" fmla="*/ 1450181 h 1890712"/>
              <a:gd name="connsiteX147" fmla="*/ 1981200 w 2543175"/>
              <a:gd name="connsiteY147" fmla="*/ 1454944 h 1890712"/>
              <a:gd name="connsiteX148" fmla="*/ 1997869 w 2543175"/>
              <a:gd name="connsiteY148" fmla="*/ 1471612 h 1890712"/>
              <a:gd name="connsiteX149" fmla="*/ 2007394 w 2543175"/>
              <a:gd name="connsiteY149" fmla="*/ 1478756 h 1890712"/>
              <a:gd name="connsiteX150" fmla="*/ 2016919 w 2543175"/>
              <a:gd name="connsiteY150" fmla="*/ 1483519 h 1890712"/>
              <a:gd name="connsiteX151" fmla="*/ 2024063 w 2543175"/>
              <a:gd name="connsiteY151" fmla="*/ 1490662 h 1890712"/>
              <a:gd name="connsiteX152" fmla="*/ 2033588 w 2543175"/>
              <a:gd name="connsiteY152" fmla="*/ 1495425 h 1890712"/>
              <a:gd name="connsiteX153" fmla="*/ 2040732 w 2543175"/>
              <a:gd name="connsiteY153" fmla="*/ 1502569 h 1890712"/>
              <a:gd name="connsiteX154" fmla="*/ 2047875 w 2543175"/>
              <a:gd name="connsiteY154" fmla="*/ 1507331 h 1890712"/>
              <a:gd name="connsiteX155" fmla="*/ 2057400 w 2543175"/>
              <a:gd name="connsiteY155" fmla="*/ 1514475 h 1890712"/>
              <a:gd name="connsiteX156" fmla="*/ 2064544 w 2543175"/>
              <a:gd name="connsiteY156" fmla="*/ 1519237 h 1890712"/>
              <a:gd name="connsiteX157" fmla="*/ 2071688 w 2543175"/>
              <a:gd name="connsiteY157" fmla="*/ 1526381 h 1890712"/>
              <a:gd name="connsiteX158" fmla="*/ 2081213 w 2543175"/>
              <a:gd name="connsiteY158" fmla="*/ 1531144 h 1890712"/>
              <a:gd name="connsiteX159" fmla="*/ 2090738 w 2543175"/>
              <a:gd name="connsiteY159" fmla="*/ 1538287 h 1890712"/>
              <a:gd name="connsiteX160" fmla="*/ 2109788 w 2543175"/>
              <a:gd name="connsiteY160" fmla="*/ 1547812 h 1890712"/>
              <a:gd name="connsiteX161" fmla="*/ 2131219 w 2543175"/>
              <a:gd name="connsiteY161" fmla="*/ 1562100 h 1890712"/>
              <a:gd name="connsiteX162" fmla="*/ 2140744 w 2543175"/>
              <a:gd name="connsiteY162" fmla="*/ 1566862 h 1890712"/>
              <a:gd name="connsiteX163" fmla="*/ 2152650 w 2543175"/>
              <a:gd name="connsiteY163" fmla="*/ 1576387 h 1890712"/>
              <a:gd name="connsiteX164" fmla="*/ 2181225 w 2543175"/>
              <a:gd name="connsiteY164" fmla="*/ 1590675 h 1890712"/>
              <a:gd name="connsiteX165" fmla="*/ 2200275 w 2543175"/>
              <a:gd name="connsiteY165" fmla="*/ 1607344 h 1890712"/>
              <a:gd name="connsiteX166" fmla="*/ 2207419 w 2543175"/>
              <a:gd name="connsiteY166" fmla="*/ 1612106 h 1890712"/>
              <a:gd name="connsiteX167" fmla="*/ 2216944 w 2543175"/>
              <a:gd name="connsiteY167" fmla="*/ 1619250 h 1890712"/>
              <a:gd name="connsiteX168" fmla="*/ 2224088 w 2543175"/>
              <a:gd name="connsiteY168" fmla="*/ 1624012 h 1890712"/>
              <a:gd name="connsiteX169" fmla="*/ 2247900 w 2543175"/>
              <a:gd name="connsiteY169" fmla="*/ 1643062 h 1890712"/>
              <a:gd name="connsiteX170" fmla="*/ 2255044 w 2543175"/>
              <a:gd name="connsiteY170" fmla="*/ 1650206 h 1890712"/>
              <a:gd name="connsiteX171" fmla="*/ 2281238 w 2543175"/>
              <a:gd name="connsiteY171" fmla="*/ 1664494 h 1890712"/>
              <a:gd name="connsiteX172" fmla="*/ 2297907 w 2543175"/>
              <a:gd name="connsiteY172" fmla="*/ 1674019 h 1890712"/>
              <a:gd name="connsiteX173" fmla="*/ 2305050 w 2543175"/>
              <a:gd name="connsiteY173" fmla="*/ 1678781 h 1890712"/>
              <a:gd name="connsiteX174" fmla="*/ 2312194 w 2543175"/>
              <a:gd name="connsiteY174" fmla="*/ 1685925 h 1890712"/>
              <a:gd name="connsiteX175" fmla="*/ 2321719 w 2543175"/>
              <a:gd name="connsiteY175" fmla="*/ 1690687 h 1890712"/>
              <a:gd name="connsiteX176" fmla="*/ 2328863 w 2543175"/>
              <a:gd name="connsiteY176" fmla="*/ 1697831 h 1890712"/>
              <a:gd name="connsiteX177" fmla="*/ 2350294 w 2543175"/>
              <a:gd name="connsiteY177" fmla="*/ 1712119 h 1890712"/>
              <a:gd name="connsiteX178" fmla="*/ 2359819 w 2543175"/>
              <a:gd name="connsiteY178" fmla="*/ 1719262 h 1890712"/>
              <a:gd name="connsiteX179" fmla="*/ 2369344 w 2543175"/>
              <a:gd name="connsiteY179" fmla="*/ 1724025 h 1890712"/>
              <a:gd name="connsiteX180" fmla="*/ 2376488 w 2543175"/>
              <a:gd name="connsiteY180" fmla="*/ 1731169 h 1890712"/>
              <a:gd name="connsiteX181" fmla="*/ 2402682 w 2543175"/>
              <a:gd name="connsiteY181" fmla="*/ 1747837 h 1890712"/>
              <a:gd name="connsiteX182" fmla="*/ 2450307 w 2543175"/>
              <a:gd name="connsiteY182" fmla="*/ 1769269 h 1890712"/>
              <a:gd name="connsiteX183" fmla="*/ 2466975 w 2543175"/>
              <a:gd name="connsiteY183" fmla="*/ 1783556 h 1890712"/>
              <a:gd name="connsiteX184" fmla="*/ 2481263 w 2543175"/>
              <a:gd name="connsiteY184" fmla="*/ 1795462 h 1890712"/>
              <a:gd name="connsiteX185" fmla="*/ 2486025 w 2543175"/>
              <a:gd name="connsiteY185" fmla="*/ 1802606 h 1890712"/>
              <a:gd name="connsiteX186" fmla="*/ 2493169 w 2543175"/>
              <a:gd name="connsiteY186" fmla="*/ 1807369 h 1890712"/>
              <a:gd name="connsiteX187" fmla="*/ 2495550 w 2543175"/>
              <a:gd name="connsiteY187" fmla="*/ 1816894 h 1890712"/>
              <a:gd name="connsiteX188" fmla="*/ 2497932 w 2543175"/>
              <a:gd name="connsiteY188" fmla="*/ 1824037 h 1890712"/>
              <a:gd name="connsiteX189" fmla="*/ 2514600 w 2543175"/>
              <a:gd name="connsiteY189" fmla="*/ 1850231 h 1890712"/>
              <a:gd name="connsiteX190" fmla="*/ 2519363 w 2543175"/>
              <a:gd name="connsiteY190" fmla="*/ 1857375 h 1890712"/>
              <a:gd name="connsiteX191" fmla="*/ 2540794 w 2543175"/>
              <a:gd name="connsiteY191" fmla="*/ 1883569 h 1890712"/>
              <a:gd name="connsiteX192" fmla="*/ 2543175 w 2543175"/>
              <a:gd name="connsiteY19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26382 w 2543175"/>
              <a:gd name="connsiteY114" fmla="*/ 1085850 h 1890712"/>
              <a:gd name="connsiteX115" fmla="*/ 1531144 w 2543175"/>
              <a:gd name="connsiteY115" fmla="*/ 1095375 h 1890712"/>
              <a:gd name="connsiteX116" fmla="*/ 1559719 w 2543175"/>
              <a:gd name="connsiteY116" fmla="*/ 1121569 h 1890712"/>
              <a:gd name="connsiteX117" fmla="*/ 1569244 w 2543175"/>
              <a:gd name="connsiteY117" fmla="*/ 1131094 h 1890712"/>
              <a:gd name="connsiteX118" fmla="*/ 1597819 w 2543175"/>
              <a:gd name="connsiteY118" fmla="*/ 1154906 h 1890712"/>
              <a:gd name="connsiteX119" fmla="*/ 1604963 w 2543175"/>
              <a:gd name="connsiteY119" fmla="*/ 1162050 h 1890712"/>
              <a:gd name="connsiteX120" fmla="*/ 1612107 w 2543175"/>
              <a:gd name="connsiteY120" fmla="*/ 1166812 h 1890712"/>
              <a:gd name="connsiteX121" fmla="*/ 1628775 w 2543175"/>
              <a:gd name="connsiteY121" fmla="*/ 1183481 h 1890712"/>
              <a:gd name="connsiteX122" fmla="*/ 1662113 w 2543175"/>
              <a:gd name="connsiteY122" fmla="*/ 1209675 h 1890712"/>
              <a:gd name="connsiteX123" fmla="*/ 1678782 w 2543175"/>
              <a:gd name="connsiteY123" fmla="*/ 1226344 h 1890712"/>
              <a:gd name="connsiteX124" fmla="*/ 1700213 w 2543175"/>
              <a:gd name="connsiteY124" fmla="*/ 1247775 h 1890712"/>
              <a:gd name="connsiteX125" fmla="*/ 1712119 w 2543175"/>
              <a:gd name="connsiteY125" fmla="*/ 1259681 h 1890712"/>
              <a:gd name="connsiteX126" fmla="*/ 1733550 w 2543175"/>
              <a:gd name="connsiteY126" fmla="*/ 1273969 h 1890712"/>
              <a:gd name="connsiteX127" fmla="*/ 1743075 w 2543175"/>
              <a:gd name="connsiteY127" fmla="*/ 1283494 h 1890712"/>
              <a:gd name="connsiteX128" fmla="*/ 1754982 w 2543175"/>
              <a:gd name="connsiteY128" fmla="*/ 1290637 h 1890712"/>
              <a:gd name="connsiteX129" fmla="*/ 1766888 w 2543175"/>
              <a:gd name="connsiteY129" fmla="*/ 1300162 h 1890712"/>
              <a:gd name="connsiteX130" fmla="*/ 1783557 w 2543175"/>
              <a:gd name="connsiteY130" fmla="*/ 1307306 h 1890712"/>
              <a:gd name="connsiteX131" fmla="*/ 1790700 w 2543175"/>
              <a:gd name="connsiteY131" fmla="*/ 1312069 h 1890712"/>
              <a:gd name="connsiteX132" fmla="*/ 1800225 w 2543175"/>
              <a:gd name="connsiteY132" fmla="*/ 1319212 h 1890712"/>
              <a:gd name="connsiteX133" fmla="*/ 1807369 w 2543175"/>
              <a:gd name="connsiteY133" fmla="*/ 1321594 h 1890712"/>
              <a:gd name="connsiteX134" fmla="*/ 1824038 w 2543175"/>
              <a:gd name="connsiteY134" fmla="*/ 1333500 h 1890712"/>
              <a:gd name="connsiteX135" fmla="*/ 1843088 w 2543175"/>
              <a:gd name="connsiteY135" fmla="*/ 1352550 h 1890712"/>
              <a:gd name="connsiteX136" fmla="*/ 1852613 w 2543175"/>
              <a:gd name="connsiteY136" fmla="*/ 1359694 h 1890712"/>
              <a:gd name="connsiteX137" fmla="*/ 1859757 w 2543175"/>
              <a:gd name="connsiteY137" fmla="*/ 1366837 h 1890712"/>
              <a:gd name="connsiteX138" fmla="*/ 1869282 w 2543175"/>
              <a:gd name="connsiteY138" fmla="*/ 1371600 h 1890712"/>
              <a:gd name="connsiteX139" fmla="*/ 1883569 w 2543175"/>
              <a:gd name="connsiteY139" fmla="*/ 1388269 h 1890712"/>
              <a:gd name="connsiteX140" fmla="*/ 1893094 w 2543175"/>
              <a:gd name="connsiteY140" fmla="*/ 1395412 h 1890712"/>
              <a:gd name="connsiteX141" fmla="*/ 1902619 w 2543175"/>
              <a:gd name="connsiteY141" fmla="*/ 1404937 h 1890712"/>
              <a:gd name="connsiteX142" fmla="*/ 1912144 w 2543175"/>
              <a:gd name="connsiteY142" fmla="*/ 1409700 h 1890712"/>
              <a:gd name="connsiteX143" fmla="*/ 1931194 w 2543175"/>
              <a:gd name="connsiteY143" fmla="*/ 1421606 h 1890712"/>
              <a:gd name="connsiteX144" fmla="*/ 1935957 w 2543175"/>
              <a:gd name="connsiteY144" fmla="*/ 1428750 h 1890712"/>
              <a:gd name="connsiteX145" fmla="*/ 1952625 w 2543175"/>
              <a:gd name="connsiteY145" fmla="*/ 1438275 h 1890712"/>
              <a:gd name="connsiteX146" fmla="*/ 1971675 w 2543175"/>
              <a:gd name="connsiteY146" fmla="*/ 1450181 h 1890712"/>
              <a:gd name="connsiteX147" fmla="*/ 1981200 w 2543175"/>
              <a:gd name="connsiteY147" fmla="*/ 1454944 h 1890712"/>
              <a:gd name="connsiteX148" fmla="*/ 1997869 w 2543175"/>
              <a:gd name="connsiteY148" fmla="*/ 1471612 h 1890712"/>
              <a:gd name="connsiteX149" fmla="*/ 2007394 w 2543175"/>
              <a:gd name="connsiteY149" fmla="*/ 1478756 h 1890712"/>
              <a:gd name="connsiteX150" fmla="*/ 2016919 w 2543175"/>
              <a:gd name="connsiteY150" fmla="*/ 1483519 h 1890712"/>
              <a:gd name="connsiteX151" fmla="*/ 2024063 w 2543175"/>
              <a:gd name="connsiteY151" fmla="*/ 1490662 h 1890712"/>
              <a:gd name="connsiteX152" fmla="*/ 2033588 w 2543175"/>
              <a:gd name="connsiteY152" fmla="*/ 1495425 h 1890712"/>
              <a:gd name="connsiteX153" fmla="*/ 2040732 w 2543175"/>
              <a:gd name="connsiteY153" fmla="*/ 1502569 h 1890712"/>
              <a:gd name="connsiteX154" fmla="*/ 2047875 w 2543175"/>
              <a:gd name="connsiteY154" fmla="*/ 1507331 h 1890712"/>
              <a:gd name="connsiteX155" fmla="*/ 2057400 w 2543175"/>
              <a:gd name="connsiteY155" fmla="*/ 1514475 h 1890712"/>
              <a:gd name="connsiteX156" fmla="*/ 2064544 w 2543175"/>
              <a:gd name="connsiteY156" fmla="*/ 1519237 h 1890712"/>
              <a:gd name="connsiteX157" fmla="*/ 2071688 w 2543175"/>
              <a:gd name="connsiteY157" fmla="*/ 1526381 h 1890712"/>
              <a:gd name="connsiteX158" fmla="*/ 2081213 w 2543175"/>
              <a:gd name="connsiteY158" fmla="*/ 1531144 h 1890712"/>
              <a:gd name="connsiteX159" fmla="*/ 2090738 w 2543175"/>
              <a:gd name="connsiteY159" fmla="*/ 1538287 h 1890712"/>
              <a:gd name="connsiteX160" fmla="*/ 2109788 w 2543175"/>
              <a:gd name="connsiteY160" fmla="*/ 1547812 h 1890712"/>
              <a:gd name="connsiteX161" fmla="*/ 2131219 w 2543175"/>
              <a:gd name="connsiteY161" fmla="*/ 1562100 h 1890712"/>
              <a:gd name="connsiteX162" fmla="*/ 2140744 w 2543175"/>
              <a:gd name="connsiteY162" fmla="*/ 1566862 h 1890712"/>
              <a:gd name="connsiteX163" fmla="*/ 2152650 w 2543175"/>
              <a:gd name="connsiteY163" fmla="*/ 1576387 h 1890712"/>
              <a:gd name="connsiteX164" fmla="*/ 2181225 w 2543175"/>
              <a:gd name="connsiteY164" fmla="*/ 1590675 h 1890712"/>
              <a:gd name="connsiteX165" fmla="*/ 2200275 w 2543175"/>
              <a:gd name="connsiteY165" fmla="*/ 1607344 h 1890712"/>
              <a:gd name="connsiteX166" fmla="*/ 2207419 w 2543175"/>
              <a:gd name="connsiteY166" fmla="*/ 1612106 h 1890712"/>
              <a:gd name="connsiteX167" fmla="*/ 2216944 w 2543175"/>
              <a:gd name="connsiteY167" fmla="*/ 1619250 h 1890712"/>
              <a:gd name="connsiteX168" fmla="*/ 2224088 w 2543175"/>
              <a:gd name="connsiteY168" fmla="*/ 1624012 h 1890712"/>
              <a:gd name="connsiteX169" fmla="*/ 2247900 w 2543175"/>
              <a:gd name="connsiteY169" fmla="*/ 1643062 h 1890712"/>
              <a:gd name="connsiteX170" fmla="*/ 2255044 w 2543175"/>
              <a:gd name="connsiteY170" fmla="*/ 1650206 h 1890712"/>
              <a:gd name="connsiteX171" fmla="*/ 2281238 w 2543175"/>
              <a:gd name="connsiteY171" fmla="*/ 1664494 h 1890712"/>
              <a:gd name="connsiteX172" fmla="*/ 2297907 w 2543175"/>
              <a:gd name="connsiteY172" fmla="*/ 1674019 h 1890712"/>
              <a:gd name="connsiteX173" fmla="*/ 2305050 w 2543175"/>
              <a:gd name="connsiteY173" fmla="*/ 1678781 h 1890712"/>
              <a:gd name="connsiteX174" fmla="*/ 2312194 w 2543175"/>
              <a:gd name="connsiteY174" fmla="*/ 1685925 h 1890712"/>
              <a:gd name="connsiteX175" fmla="*/ 2321719 w 2543175"/>
              <a:gd name="connsiteY175" fmla="*/ 1690687 h 1890712"/>
              <a:gd name="connsiteX176" fmla="*/ 2328863 w 2543175"/>
              <a:gd name="connsiteY176" fmla="*/ 1697831 h 1890712"/>
              <a:gd name="connsiteX177" fmla="*/ 2350294 w 2543175"/>
              <a:gd name="connsiteY177" fmla="*/ 1712119 h 1890712"/>
              <a:gd name="connsiteX178" fmla="*/ 2359819 w 2543175"/>
              <a:gd name="connsiteY178" fmla="*/ 1719262 h 1890712"/>
              <a:gd name="connsiteX179" fmla="*/ 2369344 w 2543175"/>
              <a:gd name="connsiteY179" fmla="*/ 1724025 h 1890712"/>
              <a:gd name="connsiteX180" fmla="*/ 2376488 w 2543175"/>
              <a:gd name="connsiteY180" fmla="*/ 1731169 h 1890712"/>
              <a:gd name="connsiteX181" fmla="*/ 2402682 w 2543175"/>
              <a:gd name="connsiteY181" fmla="*/ 1747837 h 1890712"/>
              <a:gd name="connsiteX182" fmla="*/ 2450307 w 2543175"/>
              <a:gd name="connsiteY182" fmla="*/ 1769269 h 1890712"/>
              <a:gd name="connsiteX183" fmla="*/ 2466975 w 2543175"/>
              <a:gd name="connsiteY183" fmla="*/ 1783556 h 1890712"/>
              <a:gd name="connsiteX184" fmla="*/ 2481263 w 2543175"/>
              <a:gd name="connsiteY184" fmla="*/ 1795462 h 1890712"/>
              <a:gd name="connsiteX185" fmla="*/ 2486025 w 2543175"/>
              <a:gd name="connsiteY185" fmla="*/ 1802606 h 1890712"/>
              <a:gd name="connsiteX186" fmla="*/ 2493169 w 2543175"/>
              <a:gd name="connsiteY186" fmla="*/ 1807369 h 1890712"/>
              <a:gd name="connsiteX187" fmla="*/ 2495550 w 2543175"/>
              <a:gd name="connsiteY187" fmla="*/ 1816894 h 1890712"/>
              <a:gd name="connsiteX188" fmla="*/ 2497932 w 2543175"/>
              <a:gd name="connsiteY188" fmla="*/ 1824037 h 1890712"/>
              <a:gd name="connsiteX189" fmla="*/ 2514600 w 2543175"/>
              <a:gd name="connsiteY189" fmla="*/ 1850231 h 1890712"/>
              <a:gd name="connsiteX190" fmla="*/ 2519363 w 2543175"/>
              <a:gd name="connsiteY190" fmla="*/ 1857375 h 1890712"/>
              <a:gd name="connsiteX191" fmla="*/ 2540794 w 2543175"/>
              <a:gd name="connsiteY191" fmla="*/ 1883569 h 1890712"/>
              <a:gd name="connsiteX192" fmla="*/ 2543175 w 2543175"/>
              <a:gd name="connsiteY19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26382 w 2543175"/>
              <a:gd name="connsiteY114" fmla="*/ 1085850 h 1890712"/>
              <a:gd name="connsiteX115" fmla="*/ 1559719 w 2543175"/>
              <a:gd name="connsiteY115" fmla="*/ 1121569 h 1890712"/>
              <a:gd name="connsiteX116" fmla="*/ 1569244 w 2543175"/>
              <a:gd name="connsiteY116" fmla="*/ 1131094 h 1890712"/>
              <a:gd name="connsiteX117" fmla="*/ 1597819 w 2543175"/>
              <a:gd name="connsiteY117" fmla="*/ 1154906 h 1890712"/>
              <a:gd name="connsiteX118" fmla="*/ 1604963 w 2543175"/>
              <a:gd name="connsiteY118" fmla="*/ 1162050 h 1890712"/>
              <a:gd name="connsiteX119" fmla="*/ 1612107 w 2543175"/>
              <a:gd name="connsiteY119" fmla="*/ 1166812 h 1890712"/>
              <a:gd name="connsiteX120" fmla="*/ 1628775 w 2543175"/>
              <a:gd name="connsiteY120" fmla="*/ 1183481 h 1890712"/>
              <a:gd name="connsiteX121" fmla="*/ 1662113 w 2543175"/>
              <a:gd name="connsiteY121" fmla="*/ 1209675 h 1890712"/>
              <a:gd name="connsiteX122" fmla="*/ 1678782 w 2543175"/>
              <a:gd name="connsiteY122" fmla="*/ 1226344 h 1890712"/>
              <a:gd name="connsiteX123" fmla="*/ 1700213 w 2543175"/>
              <a:gd name="connsiteY123" fmla="*/ 1247775 h 1890712"/>
              <a:gd name="connsiteX124" fmla="*/ 1712119 w 2543175"/>
              <a:gd name="connsiteY124" fmla="*/ 1259681 h 1890712"/>
              <a:gd name="connsiteX125" fmla="*/ 1733550 w 2543175"/>
              <a:gd name="connsiteY125" fmla="*/ 1273969 h 1890712"/>
              <a:gd name="connsiteX126" fmla="*/ 1743075 w 2543175"/>
              <a:gd name="connsiteY126" fmla="*/ 1283494 h 1890712"/>
              <a:gd name="connsiteX127" fmla="*/ 1754982 w 2543175"/>
              <a:gd name="connsiteY127" fmla="*/ 1290637 h 1890712"/>
              <a:gd name="connsiteX128" fmla="*/ 1766888 w 2543175"/>
              <a:gd name="connsiteY128" fmla="*/ 1300162 h 1890712"/>
              <a:gd name="connsiteX129" fmla="*/ 1783557 w 2543175"/>
              <a:gd name="connsiteY129" fmla="*/ 1307306 h 1890712"/>
              <a:gd name="connsiteX130" fmla="*/ 1790700 w 2543175"/>
              <a:gd name="connsiteY130" fmla="*/ 1312069 h 1890712"/>
              <a:gd name="connsiteX131" fmla="*/ 1800225 w 2543175"/>
              <a:gd name="connsiteY131" fmla="*/ 1319212 h 1890712"/>
              <a:gd name="connsiteX132" fmla="*/ 1807369 w 2543175"/>
              <a:gd name="connsiteY132" fmla="*/ 1321594 h 1890712"/>
              <a:gd name="connsiteX133" fmla="*/ 1824038 w 2543175"/>
              <a:gd name="connsiteY133" fmla="*/ 1333500 h 1890712"/>
              <a:gd name="connsiteX134" fmla="*/ 1843088 w 2543175"/>
              <a:gd name="connsiteY134" fmla="*/ 1352550 h 1890712"/>
              <a:gd name="connsiteX135" fmla="*/ 1852613 w 2543175"/>
              <a:gd name="connsiteY135" fmla="*/ 1359694 h 1890712"/>
              <a:gd name="connsiteX136" fmla="*/ 1859757 w 2543175"/>
              <a:gd name="connsiteY136" fmla="*/ 1366837 h 1890712"/>
              <a:gd name="connsiteX137" fmla="*/ 1869282 w 2543175"/>
              <a:gd name="connsiteY137" fmla="*/ 1371600 h 1890712"/>
              <a:gd name="connsiteX138" fmla="*/ 1883569 w 2543175"/>
              <a:gd name="connsiteY138" fmla="*/ 1388269 h 1890712"/>
              <a:gd name="connsiteX139" fmla="*/ 1893094 w 2543175"/>
              <a:gd name="connsiteY139" fmla="*/ 1395412 h 1890712"/>
              <a:gd name="connsiteX140" fmla="*/ 1902619 w 2543175"/>
              <a:gd name="connsiteY140" fmla="*/ 1404937 h 1890712"/>
              <a:gd name="connsiteX141" fmla="*/ 1912144 w 2543175"/>
              <a:gd name="connsiteY141" fmla="*/ 1409700 h 1890712"/>
              <a:gd name="connsiteX142" fmla="*/ 1931194 w 2543175"/>
              <a:gd name="connsiteY142" fmla="*/ 1421606 h 1890712"/>
              <a:gd name="connsiteX143" fmla="*/ 1935957 w 2543175"/>
              <a:gd name="connsiteY143" fmla="*/ 1428750 h 1890712"/>
              <a:gd name="connsiteX144" fmla="*/ 1952625 w 2543175"/>
              <a:gd name="connsiteY144" fmla="*/ 1438275 h 1890712"/>
              <a:gd name="connsiteX145" fmla="*/ 1971675 w 2543175"/>
              <a:gd name="connsiteY145" fmla="*/ 1450181 h 1890712"/>
              <a:gd name="connsiteX146" fmla="*/ 1981200 w 2543175"/>
              <a:gd name="connsiteY146" fmla="*/ 1454944 h 1890712"/>
              <a:gd name="connsiteX147" fmla="*/ 1997869 w 2543175"/>
              <a:gd name="connsiteY147" fmla="*/ 1471612 h 1890712"/>
              <a:gd name="connsiteX148" fmla="*/ 2007394 w 2543175"/>
              <a:gd name="connsiteY148" fmla="*/ 1478756 h 1890712"/>
              <a:gd name="connsiteX149" fmla="*/ 2016919 w 2543175"/>
              <a:gd name="connsiteY149" fmla="*/ 1483519 h 1890712"/>
              <a:gd name="connsiteX150" fmla="*/ 2024063 w 2543175"/>
              <a:gd name="connsiteY150" fmla="*/ 1490662 h 1890712"/>
              <a:gd name="connsiteX151" fmla="*/ 2033588 w 2543175"/>
              <a:gd name="connsiteY151" fmla="*/ 1495425 h 1890712"/>
              <a:gd name="connsiteX152" fmla="*/ 2040732 w 2543175"/>
              <a:gd name="connsiteY152" fmla="*/ 1502569 h 1890712"/>
              <a:gd name="connsiteX153" fmla="*/ 2047875 w 2543175"/>
              <a:gd name="connsiteY153" fmla="*/ 1507331 h 1890712"/>
              <a:gd name="connsiteX154" fmla="*/ 2057400 w 2543175"/>
              <a:gd name="connsiteY154" fmla="*/ 1514475 h 1890712"/>
              <a:gd name="connsiteX155" fmla="*/ 2064544 w 2543175"/>
              <a:gd name="connsiteY155" fmla="*/ 1519237 h 1890712"/>
              <a:gd name="connsiteX156" fmla="*/ 2071688 w 2543175"/>
              <a:gd name="connsiteY156" fmla="*/ 1526381 h 1890712"/>
              <a:gd name="connsiteX157" fmla="*/ 2081213 w 2543175"/>
              <a:gd name="connsiteY157" fmla="*/ 1531144 h 1890712"/>
              <a:gd name="connsiteX158" fmla="*/ 2090738 w 2543175"/>
              <a:gd name="connsiteY158" fmla="*/ 1538287 h 1890712"/>
              <a:gd name="connsiteX159" fmla="*/ 2109788 w 2543175"/>
              <a:gd name="connsiteY159" fmla="*/ 1547812 h 1890712"/>
              <a:gd name="connsiteX160" fmla="*/ 2131219 w 2543175"/>
              <a:gd name="connsiteY160" fmla="*/ 1562100 h 1890712"/>
              <a:gd name="connsiteX161" fmla="*/ 2140744 w 2543175"/>
              <a:gd name="connsiteY161" fmla="*/ 1566862 h 1890712"/>
              <a:gd name="connsiteX162" fmla="*/ 2152650 w 2543175"/>
              <a:gd name="connsiteY162" fmla="*/ 1576387 h 1890712"/>
              <a:gd name="connsiteX163" fmla="*/ 2181225 w 2543175"/>
              <a:gd name="connsiteY163" fmla="*/ 1590675 h 1890712"/>
              <a:gd name="connsiteX164" fmla="*/ 2200275 w 2543175"/>
              <a:gd name="connsiteY164" fmla="*/ 1607344 h 1890712"/>
              <a:gd name="connsiteX165" fmla="*/ 2207419 w 2543175"/>
              <a:gd name="connsiteY165" fmla="*/ 1612106 h 1890712"/>
              <a:gd name="connsiteX166" fmla="*/ 2216944 w 2543175"/>
              <a:gd name="connsiteY166" fmla="*/ 1619250 h 1890712"/>
              <a:gd name="connsiteX167" fmla="*/ 2224088 w 2543175"/>
              <a:gd name="connsiteY167" fmla="*/ 1624012 h 1890712"/>
              <a:gd name="connsiteX168" fmla="*/ 2247900 w 2543175"/>
              <a:gd name="connsiteY168" fmla="*/ 1643062 h 1890712"/>
              <a:gd name="connsiteX169" fmla="*/ 2255044 w 2543175"/>
              <a:gd name="connsiteY169" fmla="*/ 1650206 h 1890712"/>
              <a:gd name="connsiteX170" fmla="*/ 2281238 w 2543175"/>
              <a:gd name="connsiteY170" fmla="*/ 1664494 h 1890712"/>
              <a:gd name="connsiteX171" fmla="*/ 2297907 w 2543175"/>
              <a:gd name="connsiteY171" fmla="*/ 1674019 h 1890712"/>
              <a:gd name="connsiteX172" fmla="*/ 2305050 w 2543175"/>
              <a:gd name="connsiteY172" fmla="*/ 1678781 h 1890712"/>
              <a:gd name="connsiteX173" fmla="*/ 2312194 w 2543175"/>
              <a:gd name="connsiteY173" fmla="*/ 1685925 h 1890712"/>
              <a:gd name="connsiteX174" fmla="*/ 2321719 w 2543175"/>
              <a:gd name="connsiteY174" fmla="*/ 1690687 h 1890712"/>
              <a:gd name="connsiteX175" fmla="*/ 2328863 w 2543175"/>
              <a:gd name="connsiteY175" fmla="*/ 1697831 h 1890712"/>
              <a:gd name="connsiteX176" fmla="*/ 2350294 w 2543175"/>
              <a:gd name="connsiteY176" fmla="*/ 1712119 h 1890712"/>
              <a:gd name="connsiteX177" fmla="*/ 2359819 w 2543175"/>
              <a:gd name="connsiteY177" fmla="*/ 1719262 h 1890712"/>
              <a:gd name="connsiteX178" fmla="*/ 2369344 w 2543175"/>
              <a:gd name="connsiteY178" fmla="*/ 1724025 h 1890712"/>
              <a:gd name="connsiteX179" fmla="*/ 2376488 w 2543175"/>
              <a:gd name="connsiteY179" fmla="*/ 1731169 h 1890712"/>
              <a:gd name="connsiteX180" fmla="*/ 2402682 w 2543175"/>
              <a:gd name="connsiteY180" fmla="*/ 1747837 h 1890712"/>
              <a:gd name="connsiteX181" fmla="*/ 2450307 w 2543175"/>
              <a:gd name="connsiteY181" fmla="*/ 1769269 h 1890712"/>
              <a:gd name="connsiteX182" fmla="*/ 2466975 w 2543175"/>
              <a:gd name="connsiteY182" fmla="*/ 1783556 h 1890712"/>
              <a:gd name="connsiteX183" fmla="*/ 2481263 w 2543175"/>
              <a:gd name="connsiteY183" fmla="*/ 1795462 h 1890712"/>
              <a:gd name="connsiteX184" fmla="*/ 2486025 w 2543175"/>
              <a:gd name="connsiteY184" fmla="*/ 1802606 h 1890712"/>
              <a:gd name="connsiteX185" fmla="*/ 2493169 w 2543175"/>
              <a:gd name="connsiteY185" fmla="*/ 1807369 h 1890712"/>
              <a:gd name="connsiteX186" fmla="*/ 2495550 w 2543175"/>
              <a:gd name="connsiteY186" fmla="*/ 1816894 h 1890712"/>
              <a:gd name="connsiteX187" fmla="*/ 2497932 w 2543175"/>
              <a:gd name="connsiteY187" fmla="*/ 1824037 h 1890712"/>
              <a:gd name="connsiteX188" fmla="*/ 2514600 w 2543175"/>
              <a:gd name="connsiteY188" fmla="*/ 1850231 h 1890712"/>
              <a:gd name="connsiteX189" fmla="*/ 2519363 w 2543175"/>
              <a:gd name="connsiteY189" fmla="*/ 1857375 h 1890712"/>
              <a:gd name="connsiteX190" fmla="*/ 2540794 w 2543175"/>
              <a:gd name="connsiteY190" fmla="*/ 1883569 h 1890712"/>
              <a:gd name="connsiteX191" fmla="*/ 2543175 w 2543175"/>
              <a:gd name="connsiteY191"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59719 w 2543175"/>
              <a:gd name="connsiteY114" fmla="*/ 1121569 h 1890712"/>
              <a:gd name="connsiteX115" fmla="*/ 1569244 w 2543175"/>
              <a:gd name="connsiteY115" fmla="*/ 1131094 h 1890712"/>
              <a:gd name="connsiteX116" fmla="*/ 1597819 w 2543175"/>
              <a:gd name="connsiteY116" fmla="*/ 1154906 h 1890712"/>
              <a:gd name="connsiteX117" fmla="*/ 1604963 w 2543175"/>
              <a:gd name="connsiteY117" fmla="*/ 1162050 h 1890712"/>
              <a:gd name="connsiteX118" fmla="*/ 1612107 w 2543175"/>
              <a:gd name="connsiteY118" fmla="*/ 1166812 h 1890712"/>
              <a:gd name="connsiteX119" fmla="*/ 1628775 w 2543175"/>
              <a:gd name="connsiteY119" fmla="*/ 1183481 h 1890712"/>
              <a:gd name="connsiteX120" fmla="*/ 1662113 w 2543175"/>
              <a:gd name="connsiteY120" fmla="*/ 1209675 h 1890712"/>
              <a:gd name="connsiteX121" fmla="*/ 1678782 w 2543175"/>
              <a:gd name="connsiteY121" fmla="*/ 1226344 h 1890712"/>
              <a:gd name="connsiteX122" fmla="*/ 1700213 w 2543175"/>
              <a:gd name="connsiteY122" fmla="*/ 1247775 h 1890712"/>
              <a:gd name="connsiteX123" fmla="*/ 1712119 w 2543175"/>
              <a:gd name="connsiteY123" fmla="*/ 1259681 h 1890712"/>
              <a:gd name="connsiteX124" fmla="*/ 1733550 w 2543175"/>
              <a:gd name="connsiteY124" fmla="*/ 1273969 h 1890712"/>
              <a:gd name="connsiteX125" fmla="*/ 1743075 w 2543175"/>
              <a:gd name="connsiteY125" fmla="*/ 1283494 h 1890712"/>
              <a:gd name="connsiteX126" fmla="*/ 1754982 w 2543175"/>
              <a:gd name="connsiteY126" fmla="*/ 1290637 h 1890712"/>
              <a:gd name="connsiteX127" fmla="*/ 1766888 w 2543175"/>
              <a:gd name="connsiteY127" fmla="*/ 1300162 h 1890712"/>
              <a:gd name="connsiteX128" fmla="*/ 1783557 w 2543175"/>
              <a:gd name="connsiteY128" fmla="*/ 1307306 h 1890712"/>
              <a:gd name="connsiteX129" fmla="*/ 1790700 w 2543175"/>
              <a:gd name="connsiteY129" fmla="*/ 1312069 h 1890712"/>
              <a:gd name="connsiteX130" fmla="*/ 1800225 w 2543175"/>
              <a:gd name="connsiteY130" fmla="*/ 1319212 h 1890712"/>
              <a:gd name="connsiteX131" fmla="*/ 1807369 w 2543175"/>
              <a:gd name="connsiteY131" fmla="*/ 1321594 h 1890712"/>
              <a:gd name="connsiteX132" fmla="*/ 1824038 w 2543175"/>
              <a:gd name="connsiteY132" fmla="*/ 1333500 h 1890712"/>
              <a:gd name="connsiteX133" fmla="*/ 1843088 w 2543175"/>
              <a:gd name="connsiteY133" fmla="*/ 1352550 h 1890712"/>
              <a:gd name="connsiteX134" fmla="*/ 1852613 w 2543175"/>
              <a:gd name="connsiteY134" fmla="*/ 1359694 h 1890712"/>
              <a:gd name="connsiteX135" fmla="*/ 1859757 w 2543175"/>
              <a:gd name="connsiteY135" fmla="*/ 1366837 h 1890712"/>
              <a:gd name="connsiteX136" fmla="*/ 1869282 w 2543175"/>
              <a:gd name="connsiteY136" fmla="*/ 1371600 h 1890712"/>
              <a:gd name="connsiteX137" fmla="*/ 1883569 w 2543175"/>
              <a:gd name="connsiteY137" fmla="*/ 1388269 h 1890712"/>
              <a:gd name="connsiteX138" fmla="*/ 1893094 w 2543175"/>
              <a:gd name="connsiteY138" fmla="*/ 1395412 h 1890712"/>
              <a:gd name="connsiteX139" fmla="*/ 1902619 w 2543175"/>
              <a:gd name="connsiteY139" fmla="*/ 1404937 h 1890712"/>
              <a:gd name="connsiteX140" fmla="*/ 1912144 w 2543175"/>
              <a:gd name="connsiteY140" fmla="*/ 1409700 h 1890712"/>
              <a:gd name="connsiteX141" fmla="*/ 1931194 w 2543175"/>
              <a:gd name="connsiteY141" fmla="*/ 1421606 h 1890712"/>
              <a:gd name="connsiteX142" fmla="*/ 1935957 w 2543175"/>
              <a:gd name="connsiteY142" fmla="*/ 1428750 h 1890712"/>
              <a:gd name="connsiteX143" fmla="*/ 1952625 w 2543175"/>
              <a:gd name="connsiteY143" fmla="*/ 1438275 h 1890712"/>
              <a:gd name="connsiteX144" fmla="*/ 1971675 w 2543175"/>
              <a:gd name="connsiteY144" fmla="*/ 1450181 h 1890712"/>
              <a:gd name="connsiteX145" fmla="*/ 1981200 w 2543175"/>
              <a:gd name="connsiteY145" fmla="*/ 1454944 h 1890712"/>
              <a:gd name="connsiteX146" fmla="*/ 1997869 w 2543175"/>
              <a:gd name="connsiteY146" fmla="*/ 1471612 h 1890712"/>
              <a:gd name="connsiteX147" fmla="*/ 2007394 w 2543175"/>
              <a:gd name="connsiteY147" fmla="*/ 1478756 h 1890712"/>
              <a:gd name="connsiteX148" fmla="*/ 2016919 w 2543175"/>
              <a:gd name="connsiteY148" fmla="*/ 1483519 h 1890712"/>
              <a:gd name="connsiteX149" fmla="*/ 2024063 w 2543175"/>
              <a:gd name="connsiteY149" fmla="*/ 1490662 h 1890712"/>
              <a:gd name="connsiteX150" fmla="*/ 2033588 w 2543175"/>
              <a:gd name="connsiteY150" fmla="*/ 1495425 h 1890712"/>
              <a:gd name="connsiteX151" fmla="*/ 2040732 w 2543175"/>
              <a:gd name="connsiteY151" fmla="*/ 1502569 h 1890712"/>
              <a:gd name="connsiteX152" fmla="*/ 2047875 w 2543175"/>
              <a:gd name="connsiteY152" fmla="*/ 1507331 h 1890712"/>
              <a:gd name="connsiteX153" fmla="*/ 2057400 w 2543175"/>
              <a:gd name="connsiteY153" fmla="*/ 1514475 h 1890712"/>
              <a:gd name="connsiteX154" fmla="*/ 2064544 w 2543175"/>
              <a:gd name="connsiteY154" fmla="*/ 1519237 h 1890712"/>
              <a:gd name="connsiteX155" fmla="*/ 2071688 w 2543175"/>
              <a:gd name="connsiteY155" fmla="*/ 1526381 h 1890712"/>
              <a:gd name="connsiteX156" fmla="*/ 2081213 w 2543175"/>
              <a:gd name="connsiteY156" fmla="*/ 1531144 h 1890712"/>
              <a:gd name="connsiteX157" fmla="*/ 2090738 w 2543175"/>
              <a:gd name="connsiteY157" fmla="*/ 1538287 h 1890712"/>
              <a:gd name="connsiteX158" fmla="*/ 2109788 w 2543175"/>
              <a:gd name="connsiteY158" fmla="*/ 1547812 h 1890712"/>
              <a:gd name="connsiteX159" fmla="*/ 2131219 w 2543175"/>
              <a:gd name="connsiteY159" fmla="*/ 1562100 h 1890712"/>
              <a:gd name="connsiteX160" fmla="*/ 2140744 w 2543175"/>
              <a:gd name="connsiteY160" fmla="*/ 1566862 h 1890712"/>
              <a:gd name="connsiteX161" fmla="*/ 2152650 w 2543175"/>
              <a:gd name="connsiteY161" fmla="*/ 1576387 h 1890712"/>
              <a:gd name="connsiteX162" fmla="*/ 2181225 w 2543175"/>
              <a:gd name="connsiteY162" fmla="*/ 1590675 h 1890712"/>
              <a:gd name="connsiteX163" fmla="*/ 2200275 w 2543175"/>
              <a:gd name="connsiteY163" fmla="*/ 1607344 h 1890712"/>
              <a:gd name="connsiteX164" fmla="*/ 2207419 w 2543175"/>
              <a:gd name="connsiteY164" fmla="*/ 1612106 h 1890712"/>
              <a:gd name="connsiteX165" fmla="*/ 2216944 w 2543175"/>
              <a:gd name="connsiteY165" fmla="*/ 1619250 h 1890712"/>
              <a:gd name="connsiteX166" fmla="*/ 2224088 w 2543175"/>
              <a:gd name="connsiteY166" fmla="*/ 1624012 h 1890712"/>
              <a:gd name="connsiteX167" fmla="*/ 2247900 w 2543175"/>
              <a:gd name="connsiteY167" fmla="*/ 1643062 h 1890712"/>
              <a:gd name="connsiteX168" fmla="*/ 2255044 w 2543175"/>
              <a:gd name="connsiteY168" fmla="*/ 1650206 h 1890712"/>
              <a:gd name="connsiteX169" fmla="*/ 2281238 w 2543175"/>
              <a:gd name="connsiteY169" fmla="*/ 1664494 h 1890712"/>
              <a:gd name="connsiteX170" fmla="*/ 2297907 w 2543175"/>
              <a:gd name="connsiteY170" fmla="*/ 1674019 h 1890712"/>
              <a:gd name="connsiteX171" fmla="*/ 2305050 w 2543175"/>
              <a:gd name="connsiteY171" fmla="*/ 1678781 h 1890712"/>
              <a:gd name="connsiteX172" fmla="*/ 2312194 w 2543175"/>
              <a:gd name="connsiteY172" fmla="*/ 1685925 h 1890712"/>
              <a:gd name="connsiteX173" fmla="*/ 2321719 w 2543175"/>
              <a:gd name="connsiteY173" fmla="*/ 1690687 h 1890712"/>
              <a:gd name="connsiteX174" fmla="*/ 2328863 w 2543175"/>
              <a:gd name="connsiteY174" fmla="*/ 1697831 h 1890712"/>
              <a:gd name="connsiteX175" fmla="*/ 2350294 w 2543175"/>
              <a:gd name="connsiteY175" fmla="*/ 1712119 h 1890712"/>
              <a:gd name="connsiteX176" fmla="*/ 2359819 w 2543175"/>
              <a:gd name="connsiteY176" fmla="*/ 1719262 h 1890712"/>
              <a:gd name="connsiteX177" fmla="*/ 2369344 w 2543175"/>
              <a:gd name="connsiteY177" fmla="*/ 1724025 h 1890712"/>
              <a:gd name="connsiteX178" fmla="*/ 2376488 w 2543175"/>
              <a:gd name="connsiteY178" fmla="*/ 1731169 h 1890712"/>
              <a:gd name="connsiteX179" fmla="*/ 2402682 w 2543175"/>
              <a:gd name="connsiteY179" fmla="*/ 1747837 h 1890712"/>
              <a:gd name="connsiteX180" fmla="*/ 2450307 w 2543175"/>
              <a:gd name="connsiteY180" fmla="*/ 1769269 h 1890712"/>
              <a:gd name="connsiteX181" fmla="*/ 2466975 w 2543175"/>
              <a:gd name="connsiteY181" fmla="*/ 1783556 h 1890712"/>
              <a:gd name="connsiteX182" fmla="*/ 2481263 w 2543175"/>
              <a:gd name="connsiteY182" fmla="*/ 1795462 h 1890712"/>
              <a:gd name="connsiteX183" fmla="*/ 2486025 w 2543175"/>
              <a:gd name="connsiteY183" fmla="*/ 1802606 h 1890712"/>
              <a:gd name="connsiteX184" fmla="*/ 2493169 w 2543175"/>
              <a:gd name="connsiteY184" fmla="*/ 1807369 h 1890712"/>
              <a:gd name="connsiteX185" fmla="*/ 2495550 w 2543175"/>
              <a:gd name="connsiteY185" fmla="*/ 1816894 h 1890712"/>
              <a:gd name="connsiteX186" fmla="*/ 2497932 w 2543175"/>
              <a:gd name="connsiteY186" fmla="*/ 1824037 h 1890712"/>
              <a:gd name="connsiteX187" fmla="*/ 2514600 w 2543175"/>
              <a:gd name="connsiteY187" fmla="*/ 1850231 h 1890712"/>
              <a:gd name="connsiteX188" fmla="*/ 2519363 w 2543175"/>
              <a:gd name="connsiteY188" fmla="*/ 1857375 h 1890712"/>
              <a:gd name="connsiteX189" fmla="*/ 2540794 w 2543175"/>
              <a:gd name="connsiteY189" fmla="*/ 1883569 h 1890712"/>
              <a:gd name="connsiteX190" fmla="*/ 2543175 w 2543175"/>
              <a:gd name="connsiteY19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59719 w 2543175"/>
              <a:gd name="connsiteY114" fmla="*/ 1121569 h 1890712"/>
              <a:gd name="connsiteX115" fmla="*/ 1550194 w 2543175"/>
              <a:gd name="connsiteY115" fmla="*/ 1135856 h 1890712"/>
              <a:gd name="connsiteX116" fmla="*/ 1597819 w 2543175"/>
              <a:gd name="connsiteY116" fmla="*/ 1154906 h 1890712"/>
              <a:gd name="connsiteX117" fmla="*/ 1604963 w 2543175"/>
              <a:gd name="connsiteY117" fmla="*/ 1162050 h 1890712"/>
              <a:gd name="connsiteX118" fmla="*/ 1612107 w 2543175"/>
              <a:gd name="connsiteY118" fmla="*/ 1166812 h 1890712"/>
              <a:gd name="connsiteX119" fmla="*/ 1628775 w 2543175"/>
              <a:gd name="connsiteY119" fmla="*/ 1183481 h 1890712"/>
              <a:gd name="connsiteX120" fmla="*/ 1662113 w 2543175"/>
              <a:gd name="connsiteY120" fmla="*/ 1209675 h 1890712"/>
              <a:gd name="connsiteX121" fmla="*/ 1678782 w 2543175"/>
              <a:gd name="connsiteY121" fmla="*/ 1226344 h 1890712"/>
              <a:gd name="connsiteX122" fmla="*/ 1700213 w 2543175"/>
              <a:gd name="connsiteY122" fmla="*/ 1247775 h 1890712"/>
              <a:gd name="connsiteX123" fmla="*/ 1712119 w 2543175"/>
              <a:gd name="connsiteY123" fmla="*/ 1259681 h 1890712"/>
              <a:gd name="connsiteX124" fmla="*/ 1733550 w 2543175"/>
              <a:gd name="connsiteY124" fmla="*/ 1273969 h 1890712"/>
              <a:gd name="connsiteX125" fmla="*/ 1743075 w 2543175"/>
              <a:gd name="connsiteY125" fmla="*/ 1283494 h 1890712"/>
              <a:gd name="connsiteX126" fmla="*/ 1754982 w 2543175"/>
              <a:gd name="connsiteY126" fmla="*/ 1290637 h 1890712"/>
              <a:gd name="connsiteX127" fmla="*/ 1766888 w 2543175"/>
              <a:gd name="connsiteY127" fmla="*/ 1300162 h 1890712"/>
              <a:gd name="connsiteX128" fmla="*/ 1783557 w 2543175"/>
              <a:gd name="connsiteY128" fmla="*/ 1307306 h 1890712"/>
              <a:gd name="connsiteX129" fmla="*/ 1790700 w 2543175"/>
              <a:gd name="connsiteY129" fmla="*/ 1312069 h 1890712"/>
              <a:gd name="connsiteX130" fmla="*/ 1800225 w 2543175"/>
              <a:gd name="connsiteY130" fmla="*/ 1319212 h 1890712"/>
              <a:gd name="connsiteX131" fmla="*/ 1807369 w 2543175"/>
              <a:gd name="connsiteY131" fmla="*/ 1321594 h 1890712"/>
              <a:gd name="connsiteX132" fmla="*/ 1824038 w 2543175"/>
              <a:gd name="connsiteY132" fmla="*/ 1333500 h 1890712"/>
              <a:gd name="connsiteX133" fmla="*/ 1843088 w 2543175"/>
              <a:gd name="connsiteY133" fmla="*/ 1352550 h 1890712"/>
              <a:gd name="connsiteX134" fmla="*/ 1852613 w 2543175"/>
              <a:gd name="connsiteY134" fmla="*/ 1359694 h 1890712"/>
              <a:gd name="connsiteX135" fmla="*/ 1859757 w 2543175"/>
              <a:gd name="connsiteY135" fmla="*/ 1366837 h 1890712"/>
              <a:gd name="connsiteX136" fmla="*/ 1869282 w 2543175"/>
              <a:gd name="connsiteY136" fmla="*/ 1371600 h 1890712"/>
              <a:gd name="connsiteX137" fmla="*/ 1883569 w 2543175"/>
              <a:gd name="connsiteY137" fmla="*/ 1388269 h 1890712"/>
              <a:gd name="connsiteX138" fmla="*/ 1893094 w 2543175"/>
              <a:gd name="connsiteY138" fmla="*/ 1395412 h 1890712"/>
              <a:gd name="connsiteX139" fmla="*/ 1902619 w 2543175"/>
              <a:gd name="connsiteY139" fmla="*/ 1404937 h 1890712"/>
              <a:gd name="connsiteX140" fmla="*/ 1912144 w 2543175"/>
              <a:gd name="connsiteY140" fmla="*/ 1409700 h 1890712"/>
              <a:gd name="connsiteX141" fmla="*/ 1931194 w 2543175"/>
              <a:gd name="connsiteY141" fmla="*/ 1421606 h 1890712"/>
              <a:gd name="connsiteX142" fmla="*/ 1935957 w 2543175"/>
              <a:gd name="connsiteY142" fmla="*/ 1428750 h 1890712"/>
              <a:gd name="connsiteX143" fmla="*/ 1952625 w 2543175"/>
              <a:gd name="connsiteY143" fmla="*/ 1438275 h 1890712"/>
              <a:gd name="connsiteX144" fmla="*/ 1971675 w 2543175"/>
              <a:gd name="connsiteY144" fmla="*/ 1450181 h 1890712"/>
              <a:gd name="connsiteX145" fmla="*/ 1981200 w 2543175"/>
              <a:gd name="connsiteY145" fmla="*/ 1454944 h 1890712"/>
              <a:gd name="connsiteX146" fmla="*/ 1997869 w 2543175"/>
              <a:gd name="connsiteY146" fmla="*/ 1471612 h 1890712"/>
              <a:gd name="connsiteX147" fmla="*/ 2007394 w 2543175"/>
              <a:gd name="connsiteY147" fmla="*/ 1478756 h 1890712"/>
              <a:gd name="connsiteX148" fmla="*/ 2016919 w 2543175"/>
              <a:gd name="connsiteY148" fmla="*/ 1483519 h 1890712"/>
              <a:gd name="connsiteX149" fmla="*/ 2024063 w 2543175"/>
              <a:gd name="connsiteY149" fmla="*/ 1490662 h 1890712"/>
              <a:gd name="connsiteX150" fmla="*/ 2033588 w 2543175"/>
              <a:gd name="connsiteY150" fmla="*/ 1495425 h 1890712"/>
              <a:gd name="connsiteX151" fmla="*/ 2040732 w 2543175"/>
              <a:gd name="connsiteY151" fmla="*/ 1502569 h 1890712"/>
              <a:gd name="connsiteX152" fmla="*/ 2047875 w 2543175"/>
              <a:gd name="connsiteY152" fmla="*/ 1507331 h 1890712"/>
              <a:gd name="connsiteX153" fmla="*/ 2057400 w 2543175"/>
              <a:gd name="connsiteY153" fmla="*/ 1514475 h 1890712"/>
              <a:gd name="connsiteX154" fmla="*/ 2064544 w 2543175"/>
              <a:gd name="connsiteY154" fmla="*/ 1519237 h 1890712"/>
              <a:gd name="connsiteX155" fmla="*/ 2071688 w 2543175"/>
              <a:gd name="connsiteY155" fmla="*/ 1526381 h 1890712"/>
              <a:gd name="connsiteX156" fmla="*/ 2081213 w 2543175"/>
              <a:gd name="connsiteY156" fmla="*/ 1531144 h 1890712"/>
              <a:gd name="connsiteX157" fmla="*/ 2090738 w 2543175"/>
              <a:gd name="connsiteY157" fmla="*/ 1538287 h 1890712"/>
              <a:gd name="connsiteX158" fmla="*/ 2109788 w 2543175"/>
              <a:gd name="connsiteY158" fmla="*/ 1547812 h 1890712"/>
              <a:gd name="connsiteX159" fmla="*/ 2131219 w 2543175"/>
              <a:gd name="connsiteY159" fmla="*/ 1562100 h 1890712"/>
              <a:gd name="connsiteX160" fmla="*/ 2140744 w 2543175"/>
              <a:gd name="connsiteY160" fmla="*/ 1566862 h 1890712"/>
              <a:gd name="connsiteX161" fmla="*/ 2152650 w 2543175"/>
              <a:gd name="connsiteY161" fmla="*/ 1576387 h 1890712"/>
              <a:gd name="connsiteX162" fmla="*/ 2181225 w 2543175"/>
              <a:gd name="connsiteY162" fmla="*/ 1590675 h 1890712"/>
              <a:gd name="connsiteX163" fmla="*/ 2200275 w 2543175"/>
              <a:gd name="connsiteY163" fmla="*/ 1607344 h 1890712"/>
              <a:gd name="connsiteX164" fmla="*/ 2207419 w 2543175"/>
              <a:gd name="connsiteY164" fmla="*/ 1612106 h 1890712"/>
              <a:gd name="connsiteX165" fmla="*/ 2216944 w 2543175"/>
              <a:gd name="connsiteY165" fmla="*/ 1619250 h 1890712"/>
              <a:gd name="connsiteX166" fmla="*/ 2224088 w 2543175"/>
              <a:gd name="connsiteY166" fmla="*/ 1624012 h 1890712"/>
              <a:gd name="connsiteX167" fmla="*/ 2247900 w 2543175"/>
              <a:gd name="connsiteY167" fmla="*/ 1643062 h 1890712"/>
              <a:gd name="connsiteX168" fmla="*/ 2255044 w 2543175"/>
              <a:gd name="connsiteY168" fmla="*/ 1650206 h 1890712"/>
              <a:gd name="connsiteX169" fmla="*/ 2281238 w 2543175"/>
              <a:gd name="connsiteY169" fmla="*/ 1664494 h 1890712"/>
              <a:gd name="connsiteX170" fmla="*/ 2297907 w 2543175"/>
              <a:gd name="connsiteY170" fmla="*/ 1674019 h 1890712"/>
              <a:gd name="connsiteX171" fmla="*/ 2305050 w 2543175"/>
              <a:gd name="connsiteY171" fmla="*/ 1678781 h 1890712"/>
              <a:gd name="connsiteX172" fmla="*/ 2312194 w 2543175"/>
              <a:gd name="connsiteY172" fmla="*/ 1685925 h 1890712"/>
              <a:gd name="connsiteX173" fmla="*/ 2321719 w 2543175"/>
              <a:gd name="connsiteY173" fmla="*/ 1690687 h 1890712"/>
              <a:gd name="connsiteX174" fmla="*/ 2328863 w 2543175"/>
              <a:gd name="connsiteY174" fmla="*/ 1697831 h 1890712"/>
              <a:gd name="connsiteX175" fmla="*/ 2350294 w 2543175"/>
              <a:gd name="connsiteY175" fmla="*/ 1712119 h 1890712"/>
              <a:gd name="connsiteX176" fmla="*/ 2359819 w 2543175"/>
              <a:gd name="connsiteY176" fmla="*/ 1719262 h 1890712"/>
              <a:gd name="connsiteX177" fmla="*/ 2369344 w 2543175"/>
              <a:gd name="connsiteY177" fmla="*/ 1724025 h 1890712"/>
              <a:gd name="connsiteX178" fmla="*/ 2376488 w 2543175"/>
              <a:gd name="connsiteY178" fmla="*/ 1731169 h 1890712"/>
              <a:gd name="connsiteX179" fmla="*/ 2402682 w 2543175"/>
              <a:gd name="connsiteY179" fmla="*/ 1747837 h 1890712"/>
              <a:gd name="connsiteX180" fmla="*/ 2450307 w 2543175"/>
              <a:gd name="connsiteY180" fmla="*/ 1769269 h 1890712"/>
              <a:gd name="connsiteX181" fmla="*/ 2466975 w 2543175"/>
              <a:gd name="connsiteY181" fmla="*/ 1783556 h 1890712"/>
              <a:gd name="connsiteX182" fmla="*/ 2481263 w 2543175"/>
              <a:gd name="connsiteY182" fmla="*/ 1795462 h 1890712"/>
              <a:gd name="connsiteX183" fmla="*/ 2486025 w 2543175"/>
              <a:gd name="connsiteY183" fmla="*/ 1802606 h 1890712"/>
              <a:gd name="connsiteX184" fmla="*/ 2493169 w 2543175"/>
              <a:gd name="connsiteY184" fmla="*/ 1807369 h 1890712"/>
              <a:gd name="connsiteX185" fmla="*/ 2495550 w 2543175"/>
              <a:gd name="connsiteY185" fmla="*/ 1816894 h 1890712"/>
              <a:gd name="connsiteX186" fmla="*/ 2497932 w 2543175"/>
              <a:gd name="connsiteY186" fmla="*/ 1824037 h 1890712"/>
              <a:gd name="connsiteX187" fmla="*/ 2514600 w 2543175"/>
              <a:gd name="connsiteY187" fmla="*/ 1850231 h 1890712"/>
              <a:gd name="connsiteX188" fmla="*/ 2519363 w 2543175"/>
              <a:gd name="connsiteY188" fmla="*/ 1857375 h 1890712"/>
              <a:gd name="connsiteX189" fmla="*/ 2540794 w 2543175"/>
              <a:gd name="connsiteY189" fmla="*/ 1883569 h 1890712"/>
              <a:gd name="connsiteX190" fmla="*/ 2543175 w 2543175"/>
              <a:gd name="connsiteY19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59719 w 2543175"/>
              <a:gd name="connsiteY114" fmla="*/ 1121569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59819 w 2543175"/>
              <a:gd name="connsiteY175" fmla="*/ 1719262 h 1890712"/>
              <a:gd name="connsiteX176" fmla="*/ 2369344 w 2543175"/>
              <a:gd name="connsiteY176" fmla="*/ 1724025 h 1890712"/>
              <a:gd name="connsiteX177" fmla="*/ 2376488 w 2543175"/>
              <a:gd name="connsiteY177" fmla="*/ 1731169 h 1890712"/>
              <a:gd name="connsiteX178" fmla="*/ 2402682 w 2543175"/>
              <a:gd name="connsiteY178" fmla="*/ 1747837 h 1890712"/>
              <a:gd name="connsiteX179" fmla="*/ 2450307 w 2543175"/>
              <a:gd name="connsiteY179" fmla="*/ 1769269 h 1890712"/>
              <a:gd name="connsiteX180" fmla="*/ 2466975 w 2543175"/>
              <a:gd name="connsiteY180" fmla="*/ 1783556 h 1890712"/>
              <a:gd name="connsiteX181" fmla="*/ 2481263 w 2543175"/>
              <a:gd name="connsiteY181" fmla="*/ 1795462 h 1890712"/>
              <a:gd name="connsiteX182" fmla="*/ 2486025 w 2543175"/>
              <a:gd name="connsiteY182" fmla="*/ 1802606 h 1890712"/>
              <a:gd name="connsiteX183" fmla="*/ 2493169 w 2543175"/>
              <a:gd name="connsiteY183" fmla="*/ 1807369 h 1890712"/>
              <a:gd name="connsiteX184" fmla="*/ 2495550 w 2543175"/>
              <a:gd name="connsiteY184" fmla="*/ 1816894 h 1890712"/>
              <a:gd name="connsiteX185" fmla="*/ 2497932 w 2543175"/>
              <a:gd name="connsiteY185" fmla="*/ 1824037 h 1890712"/>
              <a:gd name="connsiteX186" fmla="*/ 2514600 w 2543175"/>
              <a:gd name="connsiteY186" fmla="*/ 1850231 h 1890712"/>
              <a:gd name="connsiteX187" fmla="*/ 2519363 w 2543175"/>
              <a:gd name="connsiteY187" fmla="*/ 1857375 h 1890712"/>
              <a:gd name="connsiteX188" fmla="*/ 2540794 w 2543175"/>
              <a:gd name="connsiteY188" fmla="*/ 1883569 h 1890712"/>
              <a:gd name="connsiteX189" fmla="*/ 2543175 w 2543175"/>
              <a:gd name="connsiteY18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59819 w 2543175"/>
              <a:gd name="connsiteY175" fmla="*/ 1719262 h 1890712"/>
              <a:gd name="connsiteX176" fmla="*/ 2369344 w 2543175"/>
              <a:gd name="connsiteY176" fmla="*/ 1724025 h 1890712"/>
              <a:gd name="connsiteX177" fmla="*/ 2376488 w 2543175"/>
              <a:gd name="connsiteY177" fmla="*/ 1731169 h 1890712"/>
              <a:gd name="connsiteX178" fmla="*/ 2402682 w 2543175"/>
              <a:gd name="connsiteY178" fmla="*/ 1747837 h 1890712"/>
              <a:gd name="connsiteX179" fmla="*/ 2450307 w 2543175"/>
              <a:gd name="connsiteY179" fmla="*/ 1769269 h 1890712"/>
              <a:gd name="connsiteX180" fmla="*/ 2466975 w 2543175"/>
              <a:gd name="connsiteY180" fmla="*/ 1783556 h 1890712"/>
              <a:gd name="connsiteX181" fmla="*/ 2481263 w 2543175"/>
              <a:gd name="connsiteY181" fmla="*/ 1795462 h 1890712"/>
              <a:gd name="connsiteX182" fmla="*/ 2486025 w 2543175"/>
              <a:gd name="connsiteY182" fmla="*/ 1802606 h 1890712"/>
              <a:gd name="connsiteX183" fmla="*/ 2493169 w 2543175"/>
              <a:gd name="connsiteY183" fmla="*/ 1807369 h 1890712"/>
              <a:gd name="connsiteX184" fmla="*/ 2495550 w 2543175"/>
              <a:gd name="connsiteY184" fmla="*/ 1816894 h 1890712"/>
              <a:gd name="connsiteX185" fmla="*/ 2497932 w 2543175"/>
              <a:gd name="connsiteY185" fmla="*/ 1824037 h 1890712"/>
              <a:gd name="connsiteX186" fmla="*/ 2514600 w 2543175"/>
              <a:gd name="connsiteY186" fmla="*/ 1850231 h 1890712"/>
              <a:gd name="connsiteX187" fmla="*/ 2519363 w 2543175"/>
              <a:gd name="connsiteY187" fmla="*/ 1857375 h 1890712"/>
              <a:gd name="connsiteX188" fmla="*/ 2540794 w 2543175"/>
              <a:gd name="connsiteY188" fmla="*/ 1883569 h 1890712"/>
              <a:gd name="connsiteX189" fmla="*/ 2543175 w 2543175"/>
              <a:gd name="connsiteY18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59819 w 2543175"/>
              <a:gd name="connsiteY175" fmla="*/ 1719262 h 1890712"/>
              <a:gd name="connsiteX176" fmla="*/ 2369344 w 2543175"/>
              <a:gd name="connsiteY176" fmla="*/ 1724025 h 1890712"/>
              <a:gd name="connsiteX177" fmla="*/ 2376488 w 2543175"/>
              <a:gd name="connsiteY177" fmla="*/ 1731169 h 1890712"/>
              <a:gd name="connsiteX178" fmla="*/ 2402682 w 2543175"/>
              <a:gd name="connsiteY178" fmla="*/ 1747837 h 1890712"/>
              <a:gd name="connsiteX179" fmla="*/ 2428876 w 2543175"/>
              <a:gd name="connsiteY179" fmla="*/ 1785938 h 1890712"/>
              <a:gd name="connsiteX180" fmla="*/ 2466975 w 2543175"/>
              <a:gd name="connsiteY180" fmla="*/ 1783556 h 1890712"/>
              <a:gd name="connsiteX181" fmla="*/ 2481263 w 2543175"/>
              <a:gd name="connsiteY181" fmla="*/ 1795462 h 1890712"/>
              <a:gd name="connsiteX182" fmla="*/ 2486025 w 2543175"/>
              <a:gd name="connsiteY182" fmla="*/ 1802606 h 1890712"/>
              <a:gd name="connsiteX183" fmla="*/ 2493169 w 2543175"/>
              <a:gd name="connsiteY183" fmla="*/ 1807369 h 1890712"/>
              <a:gd name="connsiteX184" fmla="*/ 2495550 w 2543175"/>
              <a:gd name="connsiteY184" fmla="*/ 1816894 h 1890712"/>
              <a:gd name="connsiteX185" fmla="*/ 2497932 w 2543175"/>
              <a:gd name="connsiteY185" fmla="*/ 1824037 h 1890712"/>
              <a:gd name="connsiteX186" fmla="*/ 2514600 w 2543175"/>
              <a:gd name="connsiteY186" fmla="*/ 1850231 h 1890712"/>
              <a:gd name="connsiteX187" fmla="*/ 2519363 w 2543175"/>
              <a:gd name="connsiteY187" fmla="*/ 1857375 h 1890712"/>
              <a:gd name="connsiteX188" fmla="*/ 2540794 w 2543175"/>
              <a:gd name="connsiteY188" fmla="*/ 1883569 h 1890712"/>
              <a:gd name="connsiteX189" fmla="*/ 2543175 w 2543175"/>
              <a:gd name="connsiteY18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59819 w 2543175"/>
              <a:gd name="connsiteY175" fmla="*/ 1719262 h 1890712"/>
              <a:gd name="connsiteX176" fmla="*/ 2369344 w 2543175"/>
              <a:gd name="connsiteY176" fmla="*/ 1724025 h 1890712"/>
              <a:gd name="connsiteX177" fmla="*/ 2376488 w 2543175"/>
              <a:gd name="connsiteY177" fmla="*/ 1731169 h 1890712"/>
              <a:gd name="connsiteX178" fmla="*/ 2428876 w 2543175"/>
              <a:gd name="connsiteY178" fmla="*/ 1785938 h 1890712"/>
              <a:gd name="connsiteX179" fmla="*/ 2466975 w 2543175"/>
              <a:gd name="connsiteY179" fmla="*/ 1783556 h 1890712"/>
              <a:gd name="connsiteX180" fmla="*/ 2481263 w 2543175"/>
              <a:gd name="connsiteY180" fmla="*/ 1795462 h 1890712"/>
              <a:gd name="connsiteX181" fmla="*/ 2486025 w 2543175"/>
              <a:gd name="connsiteY181" fmla="*/ 1802606 h 1890712"/>
              <a:gd name="connsiteX182" fmla="*/ 2493169 w 2543175"/>
              <a:gd name="connsiteY182" fmla="*/ 1807369 h 1890712"/>
              <a:gd name="connsiteX183" fmla="*/ 2495550 w 2543175"/>
              <a:gd name="connsiteY183" fmla="*/ 1816894 h 1890712"/>
              <a:gd name="connsiteX184" fmla="*/ 2497932 w 2543175"/>
              <a:gd name="connsiteY184" fmla="*/ 1824037 h 1890712"/>
              <a:gd name="connsiteX185" fmla="*/ 2514600 w 2543175"/>
              <a:gd name="connsiteY185" fmla="*/ 1850231 h 1890712"/>
              <a:gd name="connsiteX186" fmla="*/ 2519363 w 2543175"/>
              <a:gd name="connsiteY186" fmla="*/ 1857375 h 1890712"/>
              <a:gd name="connsiteX187" fmla="*/ 2540794 w 2543175"/>
              <a:gd name="connsiteY187" fmla="*/ 1883569 h 1890712"/>
              <a:gd name="connsiteX188" fmla="*/ 2543175 w 2543175"/>
              <a:gd name="connsiteY188"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59819 w 2543175"/>
              <a:gd name="connsiteY175" fmla="*/ 1719262 h 1890712"/>
              <a:gd name="connsiteX176" fmla="*/ 2369344 w 2543175"/>
              <a:gd name="connsiteY176" fmla="*/ 1724025 h 1890712"/>
              <a:gd name="connsiteX177" fmla="*/ 2428876 w 2543175"/>
              <a:gd name="connsiteY177" fmla="*/ 1785938 h 1890712"/>
              <a:gd name="connsiteX178" fmla="*/ 2466975 w 2543175"/>
              <a:gd name="connsiteY178" fmla="*/ 1783556 h 1890712"/>
              <a:gd name="connsiteX179" fmla="*/ 2481263 w 2543175"/>
              <a:gd name="connsiteY179" fmla="*/ 1795462 h 1890712"/>
              <a:gd name="connsiteX180" fmla="*/ 2486025 w 2543175"/>
              <a:gd name="connsiteY180" fmla="*/ 1802606 h 1890712"/>
              <a:gd name="connsiteX181" fmla="*/ 2493169 w 2543175"/>
              <a:gd name="connsiteY181" fmla="*/ 1807369 h 1890712"/>
              <a:gd name="connsiteX182" fmla="*/ 2495550 w 2543175"/>
              <a:gd name="connsiteY182" fmla="*/ 1816894 h 1890712"/>
              <a:gd name="connsiteX183" fmla="*/ 2497932 w 2543175"/>
              <a:gd name="connsiteY183" fmla="*/ 1824037 h 1890712"/>
              <a:gd name="connsiteX184" fmla="*/ 2514600 w 2543175"/>
              <a:gd name="connsiteY184" fmla="*/ 1850231 h 1890712"/>
              <a:gd name="connsiteX185" fmla="*/ 2519363 w 2543175"/>
              <a:gd name="connsiteY185" fmla="*/ 1857375 h 1890712"/>
              <a:gd name="connsiteX186" fmla="*/ 2540794 w 2543175"/>
              <a:gd name="connsiteY186" fmla="*/ 1883569 h 1890712"/>
              <a:gd name="connsiteX187" fmla="*/ 2543175 w 2543175"/>
              <a:gd name="connsiteY187"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69344 w 2543175"/>
              <a:gd name="connsiteY175" fmla="*/ 1724025 h 1890712"/>
              <a:gd name="connsiteX176" fmla="*/ 2428876 w 2543175"/>
              <a:gd name="connsiteY176" fmla="*/ 1785938 h 1890712"/>
              <a:gd name="connsiteX177" fmla="*/ 2466975 w 2543175"/>
              <a:gd name="connsiteY177" fmla="*/ 1783556 h 1890712"/>
              <a:gd name="connsiteX178" fmla="*/ 2481263 w 2543175"/>
              <a:gd name="connsiteY178" fmla="*/ 1795462 h 1890712"/>
              <a:gd name="connsiteX179" fmla="*/ 2486025 w 2543175"/>
              <a:gd name="connsiteY179" fmla="*/ 1802606 h 1890712"/>
              <a:gd name="connsiteX180" fmla="*/ 2493169 w 2543175"/>
              <a:gd name="connsiteY180" fmla="*/ 1807369 h 1890712"/>
              <a:gd name="connsiteX181" fmla="*/ 2495550 w 2543175"/>
              <a:gd name="connsiteY181" fmla="*/ 1816894 h 1890712"/>
              <a:gd name="connsiteX182" fmla="*/ 2497932 w 2543175"/>
              <a:gd name="connsiteY182" fmla="*/ 1824037 h 1890712"/>
              <a:gd name="connsiteX183" fmla="*/ 2514600 w 2543175"/>
              <a:gd name="connsiteY183" fmla="*/ 1850231 h 1890712"/>
              <a:gd name="connsiteX184" fmla="*/ 2519363 w 2543175"/>
              <a:gd name="connsiteY184" fmla="*/ 1857375 h 1890712"/>
              <a:gd name="connsiteX185" fmla="*/ 2540794 w 2543175"/>
              <a:gd name="connsiteY185" fmla="*/ 1883569 h 1890712"/>
              <a:gd name="connsiteX186" fmla="*/ 2543175 w 2543175"/>
              <a:gd name="connsiteY18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8863 w 2543175"/>
              <a:gd name="connsiteY172" fmla="*/ 1697831 h 1890712"/>
              <a:gd name="connsiteX173" fmla="*/ 2350294 w 2543175"/>
              <a:gd name="connsiteY173" fmla="*/ 1712119 h 1890712"/>
              <a:gd name="connsiteX174" fmla="*/ 2369344 w 2543175"/>
              <a:gd name="connsiteY174" fmla="*/ 1724025 h 1890712"/>
              <a:gd name="connsiteX175" fmla="*/ 2428876 w 2543175"/>
              <a:gd name="connsiteY175" fmla="*/ 1785938 h 1890712"/>
              <a:gd name="connsiteX176" fmla="*/ 2466975 w 2543175"/>
              <a:gd name="connsiteY176" fmla="*/ 1783556 h 1890712"/>
              <a:gd name="connsiteX177" fmla="*/ 2481263 w 2543175"/>
              <a:gd name="connsiteY177" fmla="*/ 1795462 h 1890712"/>
              <a:gd name="connsiteX178" fmla="*/ 2486025 w 2543175"/>
              <a:gd name="connsiteY178" fmla="*/ 1802606 h 1890712"/>
              <a:gd name="connsiteX179" fmla="*/ 2493169 w 2543175"/>
              <a:gd name="connsiteY179" fmla="*/ 1807369 h 1890712"/>
              <a:gd name="connsiteX180" fmla="*/ 2495550 w 2543175"/>
              <a:gd name="connsiteY180" fmla="*/ 1816894 h 1890712"/>
              <a:gd name="connsiteX181" fmla="*/ 2497932 w 2543175"/>
              <a:gd name="connsiteY181" fmla="*/ 1824037 h 1890712"/>
              <a:gd name="connsiteX182" fmla="*/ 2514600 w 2543175"/>
              <a:gd name="connsiteY182" fmla="*/ 1850231 h 1890712"/>
              <a:gd name="connsiteX183" fmla="*/ 2519363 w 2543175"/>
              <a:gd name="connsiteY183" fmla="*/ 1857375 h 1890712"/>
              <a:gd name="connsiteX184" fmla="*/ 2540794 w 2543175"/>
              <a:gd name="connsiteY184" fmla="*/ 1883569 h 1890712"/>
              <a:gd name="connsiteX185" fmla="*/ 2543175 w 2543175"/>
              <a:gd name="connsiteY185"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12194 w 2543175"/>
              <a:gd name="connsiteY170" fmla="*/ 1685925 h 1890712"/>
              <a:gd name="connsiteX171" fmla="*/ 2328863 w 2543175"/>
              <a:gd name="connsiteY171" fmla="*/ 1697831 h 1890712"/>
              <a:gd name="connsiteX172" fmla="*/ 2350294 w 2543175"/>
              <a:gd name="connsiteY172" fmla="*/ 1712119 h 1890712"/>
              <a:gd name="connsiteX173" fmla="*/ 2369344 w 2543175"/>
              <a:gd name="connsiteY173" fmla="*/ 1724025 h 1890712"/>
              <a:gd name="connsiteX174" fmla="*/ 2428876 w 2543175"/>
              <a:gd name="connsiteY174" fmla="*/ 1785938 h 1890712"/>
              <a:gd name="connsiteX175" fmla="*/ 2466975 w 2543175"/>
              <a:gd name="connsiteY175" fmla="*/ 1783556 h 1890712"/>
              <a:gd name="connsiteX176" fmla="*/ 2481263 w 2543175"/>
              <a:gd name="connsiteY176" fmla="*/ 1795462 h 1890712"/>
              <a:gd name="connsiteX177" fmla="*/ 2486025 w 2543175"/>
              <a:gd name="connsiteY177" fmla="*/ 1802606 h 1890712"/>
              <a:gd name="connsiteX178" fmla="*/ 2493169 w 2543175"/>
              <a:gd name="connsiteY178" fmla="*/ 1807369 h 1890712"/>
              <a:gd name="connsiteX179" fmla="*/ 2495550 w 2543175"/>
              <a:gd name="connsiteY179" fmla="*/ 1816894 h 1890712"/>
              <a:gd name="connsiteX180" fmla="*/ 2497932 w 2543175"/>
              <a:gd name="connsiteY180" fmla="*/ 1824037 h 1890712"/>
              <a:gd name="connsiteX181" fmla="*/ 2514600 w 2543175"/>
              <a:gd name="connsiteY181" fmla="*/ 1850231 h 1890712"/>
              <a:gd name="connsiteX182" fmla="*/ 2519363 w 2543175"/>
              <a:gd name="connsiteY182" fmla="*/ 1857375 h 1890712"/>
              <a:gd name="connsiteX183" fmla="*/ 2540794 w 2543175"/>
              <a:gd name="connsiteY183" fmla="*/ 1883569 h 1890712"/>
              <a:gd name="connsiteX184" fmla="*/ 2543175 w 2543175"/>
              <a:gd name="connsiteY18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12194 w 2543175"/>
              <a:gd name="connsiteY170" fmla="*/ 1685925 h 1890712"/>
              <a:gd name="connsiteX171" fmla="*/ 2328863 w 2543175"/>
              <a:gd name="connsiteY171" fmla="*/ 1697831 h 1890712"/>
              <a:gd name="connsiteX172" fmla="*/ 2350294 w 2543175"/>
              <a:gd name="connsiteY172" fmla="*/ 1712119 h 1890712"/>
              <a:gd name="connsiteX173" fmla="*/ 2369344 w 2543175"/>
              <a:gd name="connsiteY173" fmla="*/ 1724025 h 1890712"/>
              <a:gd name="connsiteX174" fmla="*/ 2428876 w 2543175"/>
              <a:gd name="connsiteY174" fmla="*/ 1785938 h 1890712"/>
              <a:gd name="connsiteX175" fmla="*/ 2466975 w 2543175"/>
              <a:gd name="connsiteY175" fmla="*/ 1783556 h 1890712"/>
              <a:gd name="connsiteX176" fmla="*/ 2481263 w 2543175"/>
              <a:gd name="connsiteY176" fmla="*/ 1795462 h 1890712"/>
              <a:gd name="connsiteX177" fmla="*/ 2486025 w 2543175"/>
              <a:gd name="connsiteY177" fmla="*/ 1802606 h 1890712"/>
              <a:gd name="connsiteX178" fmla="*/ 2495550 w 2543175"/>
              <a:gd name="connsiteY178" fmla="*/ 1816894 h 1890712"/>
              <a:gd name="connsiteX179" fmla="*/ 2497932 w 2543175"/>
              <a:gd name="connsiteY179" fmla="*/ 1824037 h 1890712"/>
              <a:gd name="connsiteX180" fmla="*/ 2514600 w 2543175"/>
              <a:gd name="connsiteY180" fmla="*/ 1850231 h 1890712"/>
              <a:gd name="connsiteX181" fmla="*/ 2519363 w 2543175"/>
              <a:gd name="connsiteY181" fmla="*/ 1857375 h 1890712"/>
              <a:gd name="connsiteX182" fmla="*/ 2540794 w 2543175"/>
              <a:gd name="connsiteY182" fmla="*/ 1883569 h 1890712"/>
              <a:gd name="connsiteX183" fmla="*/ 2543175 w 2543175"/>
              <a:gd name="connsiteY183"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12194 w 2543175"/>
              <a:gd name="connsiteY170" fmla="*/ 1685925 h 1890712"/>
              <a:gd name="connsiteX171" fmla="*/ 2328863 w 2543175"/>
              <a:gd name="connsiteY171" fmla="*/ 1697831 h 1890712"/>
              <a:gd name="connsiteX172" fmla="*/ 2350294 w 2543175"/>
              <a:gd name="connsiteY172" fmla="*/ 1712119 h 1890712"/>
              <a:gd name="connsiteX173" fmla="*/ 2369344 w 2543175"/>
              <a:gd name="connsiteY173" fmla="*/ 1724025 h 1890712"/>
              <a:gd name="connsiteX174" fmla="*/ 2428876 w 2543175"/>
              <a:gd name="connsiteY174" fmla="*/ 1785938 h 1890712"/>
              <a:gd name="connsiteX175" fmla="*/ 2466975 w 2543175"/>
              <a:gd name="connsiteY175" fmla="*/ 1783556 h 1890712"/>
              <a:gd name="connsiteX176" fmla="*/ 2481263 w 2543175"/>
              <a:gd name="connsiteY176" fmla="*/ 1795462 h 1890712"/>
              <a:gd name="connsiteX177" fmla="*/ 2486025 w 2543175"/>
              <a:gd name="connsiteY177" fmla="*/ 1802606 h 1890712"/>
              <a:gd name="connsiteX178" fmla="*/ 2497932 w 2543175"/>
              <a:gd name="connsiteY178" fmla="*/ 1824037 h 1890712"/>
              <a:gd name="connsiteX179" fmla="*/ 2514600 w 2543175"/>
              <a:gd name="connsiteY179" fmla="*/ 1850231 h 1890712"/>
              <a:gd name="connsiteX180" fmla="*/ 2519363 w 2543175"/>
              <a:gd name="connsiteY180" fmla="*/ 1857375 h 1890712"/>
              <a:gd name="connsiteX181" fmla="*/ 2540794 w 2543175"/>
              <a:gd name="connsiteY181" fmla="*/ 1883569 h 1890712"/>
              <a:gd name="connsiteX182" fmla="*/ 2543175 w 2543175"/>
              <a:gd name="connsiteY18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12194 w 2543175"/>
              <a:gd name="connsiteY170" fmla="*/ 1685925 h 1890712"/>
              <a:gd name="connsiteX171" fmla="*/ 2328863 w 2543175"/>
              <a:gd name="connsiteY171" fmla="*/ 1697831 h 1890712"/>
              <a:gd name="connsiteX172" fmla="*/ 2350294 w 2543175"/>
              <a:gd name="connsiteY172" fmla="*/ 1712119 h 1890712"/>
              <a:gd name="connsiteX173" fmla="*/ 2369344 w 2543175"/>
              <a:gd name="connsiteY173" fmla="*/ 1724025 h 1890712"/>
              <a:gd name="connsiteX174" fmla="*/ 2428876 w 2543175"/>
              <a:gd name="connsiteY174" fmla="*/ 1785938 h 1890712"/>
              <a:gd name="connsiteX175" fmla="*/ 2466975 w 2543175"/>
              <a:gd name="connsiteY175" fmla="*/ 1783556 h 1890712"/>
              <a:gd name="connsiteX176" fmla="*/ 2481263 w 2543175"/>
              <a:gd name="connsiteY176" fmla="*/ 1795462 h 1890712"/>
              <a:gd name="connsiteX177" fmla="*/ 2486025 w 2543175"/>
              <a:gd name="connsiteY177" fmla="*/ 1802606 h 1890712"/>
              <a:gd name="connsiteX178" fmla="*/ 2514600 w 2543175"/>
              <a:gd name="connsiteY178" fmla="*/ 1850231 h 1890712"/>
              <a:gd name="connsiteX179" fmla="*/ 2519363 w 2543175"/>
              <a:gd name="connsiteY179" fmla="*/ 1857375 h 1890712"/>
              <a:gd name="connsiteX180" fmla="*/ 2540794 w 2543175"/>
              <a:gd name="connsiteY180" fmla="*/ 1883569 h 1890712"/>
              <a:gd name="connsiteX181" fmla="*/ 2543175 w 2543175"/>
              <a:gd name="connsiteY181"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302419 w 2543175"/>
              <a:gd name="connsiteY26" fmla="*/ 204787 h 1890712"/>
              <a:gd name="connsiteX27" fmla="*/ 309563 w 2543175"/>
              <a:gd name="connsiteY27" fmla="*/ 209550 h 1890712"/>
              <a:gd name="connsiteX28" fmla="*/ 319088 w 2543175"/>
              <a:gd name="connsiteY28" fmla="*/ 219075 h 1890712"/>
              <a:gd name="connsiteX29" fmla="*/ 333375 w 2543175"/>
              <a:gd name="connsiteY29" fmla="*/ 228600 h 1890712"/>
              <a:gd name="connsiteX30" fmla="*/ 340519 w 2543175"/>
              <a:gd name="connsiteY30" fmla="*/ 233362 h 1890712"/>
              <a:gd name="connsiteX31" fmla="*/ 354807 w 2543175"/>
              <a:gd name="connsiteY31" fmla="*/ 247650 h 1890712"/>
              <a:gd name="connsiteX32" fmla="*/ 366713 w 2543175"/>
              <a:gd name="connsiteY32" fmla="*/ 264319 h 1890712"/>
              <a:gd name="connsiteX33" fmla="*/ 371475 w 2543175"/>
              <a:gd name="connsiteY33" fmla="*/ 271462 h 1890712"/>
              <a:gd name="connsiteX34" fmla="*/ 378619 w 2543175"/>
              <a:gd name="connsiteY34" fmla="*/ 276225 h 1890712"/>
              <a:gd name="connsiteX35" fmla="*/ 385763 w 2543175"/>
              <a:gd name="connsiteY35" fmla="*/ 283369 h 1890712"/>
              <a:gd name="connsiteX36" fmla="*/ 395288 w 2543175"/>
              <a:gd name="connsiteY36" fmla="*/ 288131 h 1890712"/>
              <a:gd name="connsiteX37" fmla="*/ 404813 w 2543175"/>
              <a:gd name="connsiteY37" fmla="*/ 295275 h 1890712"/>
              <a:gd name="connsiteX38" fmla="*/ 411957 w 2543175"/>
              <a:gd name="connsiteY38" fmla="*/ 297656 h 1890712"/>
              <a:gd name="connsiteX39" fmla="*/ 421482 w 2543175"/>
              <a:gd name="connsiteY39" fmla="*/ 302419 h 1890712"/>
              <a:gd name="connsiteX40" fmla="*/ 447675 w 2543175"/>
              <a:gd name="connsiteY40" fmla="*/ 307181 h 1890712"/>
              <a:gd name="connsiteX41" fmla="*/ 461963 w 2543175"/>
              <a:gd name="connsiteY41" fmla="*/ 321469 h 1890712"/>
              <a:gd name="connsiteX42" fmla="*/ 466725 w 2543175"/>
              <a:gd name="connsiteY42" fmla="*/ 328612 h 1890712"/>
              <a:gd name="connsiteX43" fmla="*/ 476250 w 2543175"/>
              <a:gd name="connsiteY43" fmla="*/ 335756 h 1890712"/>
              <a:gd name="connsiteX44" fmla="*/ 481013 w 2543175"/>
              <a:gd name="connsiteY44" fmla="*/ 342900 h 1890712"/>
              <a:gd name="connsiteX45" fmla="*/ 490538 w 2543175"/>
              <a:gd name="connsiteY45" fmla="*/ 352425 h 1890712"/>
              <a:gd name="connsiteX46" fmla="*/ 495300 w 2543175"/>
              <a:gd name="connsiteY46" fmla="*/ 359569 h 1890712"/>
              <a:gd name="connsiteX47" fmla="*/ 509588 w 2543175"/>
              <a:gd name="connsiteY47" fmla="*/ 376237 h 1890712"/>
              <a:gd name="connsiteX48" fmla="*/ 514350 w 2543175"/>
              <a:gd name="connsiteY48" fmla="*/ 383381 h 1890712"/>
              <a:gd name="connsiteX49" fmla="*/ 531019 w 2543175"/>
              <a:gd name="connsiteY49" fmla="*/ 397669 h 1890712"/>
              <a:gd name="connsiteX50" fmla="*/ 538163 w 2543175"/>
              <a:gd name="connsiteY50" fmla="*/ 407194 h 1890712"/>
              <a:gd name="connsiteX51" fmla="*/ 554832 w 2543175"/>
              <a:gd name="connsiteY51" fmla="*/ 421481 h 1890712"/>
              <a:gd name="connsiteX52" fmla="*/ 564357 w 2543175"/>
              <a:gd name="connsiteY52" fmla="*/ 431006 h 1890712"/>
              <a:gd name="connsiteX53" fmla="*/ 573882 w 2543175"/>
              <a:gd name="connsiteY53" fmla="*/ 438150 h 1890712"/>
              <a:gd name="connsiteX54" fmla="*/ 595313 w 2543175"/>
              <a:gd name="connsiteY54" fmla="*/ 454819 h 1890712"/>
              <a:gd name="connsiteX55" fmla="*/ 602457 w 2543175"/>
              <a:gd name="connsiteY55" fmla="*/ 457200 h 1890712"/>
              <a:gd name="connsiteX56" fmla="*/ 628650 w 2543175"/>
              <a:gd name="connsiteY56" fmla="*/ 469106 h 1890712"/>
              <a:gd name="connsiteX57" fmla="*/ 645319 w 2543175"/>
              <a:gd name="connsiteY57" fmla="*/ 483394 h 1890712"/>
              <a:gd name="connsiteX58" fmla="*/ 654844 w 2543175"/>
              <a:gd name="connsiteY58" fmla="*/ 488156 h 1890712"/>
              <a:gd name="connsiteX59" fmla="*/ 661988 w 2543175"/>
              <a:gd name="connsiteY59" fmla="*/ 497681 h 1890712"/>
              <a:gd name="connsiteX60" fmla="*/ 683419 w 2543175"/>
              <a:gd name="connsiteY60" fmla="*/ 514350 h 1890712"/>
              <a:gd name="connsiteX61" fmla="*/ 700088 w 2543175"/>
              <a:gd name="connsiteY61" fmla="*/ 526256 h 1890712"/>
              <a:gd name="connsiteX62" fmla="*/ 709613 w 2543175"/>
              <a:gd name="connsiteY62" fmla="*/ 535781 h 1890712"/>
              <a:gd name="connsiteX63" fmla="*/ 719138 w 2543175"/>
              <a:gd name="connsiteY63" fmla="*/ 542925 h 1890712"/>
              <a:gd name="connsiteX64" fmla="*/ 733425 w 2543175"/>
              <a:gd name="connsiteY64" fmla="*/ 557212 h 1890712"/>
              <a:gd name="connsiteX65" fmla="*/ 750094 w 2543175"/>
              <a:gd name="connsiteY65" fmla="*/ 569119 h 1890712"/>
              <a:gd name="connsiteX66" fmla="*/ 769144 w 2543175"/>
              <a:gd name="connsiteY66" fmla="*/ 581025 h 1890712"/>
              <a:gd name="connsiteX67" fmla="*/ 785813 w 2543175"/>
              <a:gd name="connsiteY67" fmla="*/ 590550 h 1890712"/>
              <a:gd name="connsiteX68" fmla="*/ 792957 w 2543175"/>
              <a:gd name="connsiteY68" fmla="*/ 600075 h 1890712"/>
              <a:gd name="connsiteX69" fmla="*/ 809625 w 2543175"/>
              <a:gd name="connsiteY69" fmla="*/ 611981 h 1890712"/>
              <a:gd name="connsiteX70" fmla="*/ 816769 w 2543175"/>
              <a:gd name="connsiteY70" fmla="*/ 619125 h 1890712"/>
              <a:gd name="connsiteX71" fmla="*/ 826294 w 2543175"/>
              <a:gd name="connsiteY71" fmla="*/ 626269 h 1890712"/>
              <a:gd name="connsiteX72" fmla="*/ 840582 w 2543175"/>
              <a:gd name="connsiteY72" fmla="*/ 638175 h 1890712"/>
              <a:gd name="connsiteX73" fmla="*/ 847725 w 2543175"/>
              <a:gd name="connsiteY73" fmla="*/ 645319 h 1890712"/>
              <a:gd name="connsiteX74" fmla="*/ 857250 w 2543175"/>
              <a:gd name="connsiteY74" fmla="*/ 652462 h 1890712"/>
              <a:gd name="connsiteX75" fmla="*/ 864394 w 2543175"/>
              <a:gd name="connsiteY75" fmla="*/ 657225 h 1890712"/>
              <a:gd name="connsiteX76" fmla="*/ 888207 w 2543175"/>
              <a:gd name="connsiteY76" fmla="*/ 676275 h 1890712"/>
              <a:gd name="connsiteX77" fmla="*/ 895350 w 2543175"/>
              <a:gd name="connsiteY77" fmla="*/ 681037 h 1890712"/>
              <a:gd name="connsiteX78" fmla="*/ 907257 w 2543175"/>
              <a:gd name="connsiteY78" fmla="*/ 683419 h 1890712"/>
              <a:gd name="connsiteX79" fmla="*/ 928688 w 2543175"/>
              <a:gd name="connsiteY79" fmla="*/ 695325 h 1890712"/>
              <a:gd name="connsiteX80" fmla="*/ 942975 w 2543175"/>
              <a:gd name="connsiteY80" fmla="*/ 700087 h 1890712"/>
              <a:gd name="connsiteX81" fmla="*/ 964407 w 2543175"/>
              <a:gd name="connsiteY81" fmla="*/ 716756 h 1890712"/>
              <a:gd name="connsiteX82" fmla="*/ 971550 w 2543175"/>
              <a:gd name="connsiteY82" fmla="*/ 723900 h 1890712"/>
              <a:gd name="connsiteX83" fmla="*/ 983457 w 2543175"/>
              <a:gd name="connsiteY83" fmla="*/ 733425 h 1890712"/>
              <a:gd name="connsiteX84" fmla="*/ 990600 w 2543175"/>
              <a:gd name="connsiteY84" fmla="*/ 738187 h 1890712"/>
              <a:gd name="connsiteX85" fmla="*/ 1007269 w 2543175"/>
              <a:gd name="connsiteY85" fmla="*/ 752475 h 1890712"/>
              <a:gd name="connsiteX86" fmla="*/ 1031082 w 2543175"/>
              <a:gd name="connsiteY86" fmla="*/ 766762 h 1890712"/>
              <a:gd name="connsiteX87" fmla="*/ 1042988 w 2543175"/>
              <a:gd name="connsiteY87" fmla="*/ 773906 h 1890712"/>
              <a:gd name="connsiteX88" fmla="*/ 1071563 w 2543175"/>
              <a:gd name="connsiteY88" fmla="*/ 785812 h 1890712"/>
              <a:gd name="connsiteX89" fmla="*/ 1097757 w 2543175"/>
              <a:gd name="connsiteY89" fmla="*/ 807244 h 1890712"/>
              <a:gd name="connsiteX90" fmla="*/ 1104900 w 2543175"/>
              <a:gd name="connsiteY90" fmla="*/ 814387 h 1890712"/>
              <a:gd name="connsiteX91" fmla="*/ 1121569 w 2543175"/>
              <a:gd name="connsiteY91" fmla="*/ 823912 h 1890712"/>
              <a:gd name="connsiteX92" fmla="*/ 1138238 w 2543175"/>
              <a:gd name="connsiteY92" fmla="*/ 835819 h 1890712"/>
              <a:gd name="connsiteX93" fmla="*/ 1147763 w 2543175"/>
              <a:gd name="connsiteY93" fmla="*/ 842962 h 1890712"/>
              <a:gd name="connsiteX94" fmla="*/ 1157288 w 2543175"/>
              <a:gd name="connsiteY94" fmla="*/ 847725 h 1890712"/>
              <a:gd name="connsiteX95" fmla="*/ 1178719 w 2543175"/>
              <a:gd name="connsiteY95" fmla="*/ 859631 h 1890712"/>
              <a:gd name="connsiteX96" fmla="*/ 1188244 w 2543175"/>
              <a:gd name="connsiteY96" fmla="*/ 866775 h 1890712"/>
              <a:gd name="connsiteX97" fmla="*/ 1195388 w 2543175"/>
              <a:gd name="connsiteY97" fmla="*/ 871537 h 1890712"/>
              <a:gd name="connsiteX98" fmla="*/ 1212057 w 2543175"/>
              <a:gd name="connsiteY98" fmla="*/ 883444 h 1890712"/>
              <a:gd name="connsiteX99" fmla="*/ 1226344 w 2543175"/>
              <a:gd name="connsiteY99" fmla="*/ 895350 h 1890712"/>
              <a:gd name="connsiteX100" fmla="*/ 1245394 w 2543175"/>
              <a:gd name="connsiteY100" fmla="*/ 907256 h 1890712"/>
              <a:gd name="connsiteX101" fmla="*/ 1254919 w 2543175"/>
              <a:gd name="connsiteY101" fmla="*/ 914400 h 1890712"/>
              <a:gd name="connsiteX102" fmla="*/ 1269207 w 2543175"/>
              <a:gd name="connsiteY102" fmla="*/ 921544 h 1890712"/>
              <a:gd name="connsiteX103" fmla="*/ 1290638 w 2543175"/>
              <a:gd name="connsiteY103" fmla="*/ 935831 h 1890712"/>
              <a:gd name="connsiteX104" fmla="*/ 1307307 w 2543175"/>
              <a:gd name="connsiteY104" fmla="*/ 952500 h 1890712"/>
              <a:gd name="connsiteX105" fmla="*/ 1333500 w 2543175"/>
              <a:gd name="connsiteY105" fmla="*/ 971550 h 1890712"/>
              <a:gd name="connsiteX106" fmla="*/ 1359694 w 2543175"/>
              <a:gd name="connsiteY106" fmla="*/ 990600 h 1890712"/>
              <a:gd name="connsiteX107" fmla="*/ 1373982 w 2543175"/>
              <a:gd name="connsiteY107" fmla="*/ 997744 h 1890712"/>
              <a:gd name="connsiteX108" fmla="*/ 1388269 w 2543175"/>
              <a:gd name="connsiteY108" fmla="*/ 1007269 h 1890712"/>
              <a:gd name="connsiteX109" fmla="*/ 1414463 w 2543175"/>
              <a:gd name="connsiteY109" fmla="*/ 1019175 h 1890712"/>
              <a:gd name="connsiteX110" fmla="*/ 1428750 w 2543175"/>
              <a:gd name="connsiteY110" fmla="*/ 1026319 h 1890712"/>
              <a:gd name="connsiteX111" fmla="*/ 1471613 w 2543175"/>
              <a:gd name="connsiteY111" fmla="*/ 1059656 h 1890712"/>
              <a:gd name="connsiteX112" fmla="*/ 1495425 w 2543175"/>
              <a:gd name="connsiteY112" fmla="*/ 1088231 h 1890712"/>
              <a:gd name="connsiteX113" fmla="*/ 1547812 w 2543175"/>
              <a:gd name="connsiteY113" fmla="*/ 1133475 h 1890712"/>
              <a:gd name="connsiteX114" fmla="*/ 1597819 w 2543175"/>
              <a:gd name="connsiteY114" fmla="*/ 1154906 h 1890712"/>
              <a:gd name="connsiteX115" fmla="*/ 1604963 w 2543175"/>
              <a:gd name="connsiteY115" fmla="*/ 1162050 h 1890712"/>
              <a:gd name="connsiteX116" fmla="*/ 1612107 w 2543175"/>
              <a:gd name="connsiteY116" fmla="*/ 1166812 h 1890712"/>
              <a:gd name="connsiteX117" fmla="*/ 1628775 w 2543175"/>
              <a:gd name="connsiteY117" fmla="*/ 1183481 h 1890712"/>
              <a:gd name="connsiteX118" fmla="*/ 1662113 w 2543175"/>
              <a:gd name="connsiteY118" fmla="*/ 1209675 h 1890712"/>
              <a:gd name="connsiteX119" fmla="*/ 1678782 w 2543175"/>
              <a:gd name="connsiteY119" fmla="*/ 1226344 h 1890712"/>
              <a:gd name="connsiteX120" fmla="*/ 1700213 w 2543175"/>
              <a:gd name="connsiteY120" fmla="*/ 1247775 h 1890712"/>
              <a:gd name="connsiteX121" fmla="*/ 1712119 w 2543175"/>
              <a:gd name="connsiteY121" fmla="*/ 1259681 h 1890712"/>
              <a:gd name="connsiteX122" fmla="*/ 1733550 w 2543175"/>
              <a:gd name="connsiteY122" fmla="*/ 1273969 h 1890712"/>
              <a:gd name="connsiteX123" fmla="*/ 1743075 w 2543175"/>
              <a:gd name="connsiteY123" fmla="*/ 1283494 h 1890712"/>
              <a:gd name="connsiteX124" fmla="*/ 1754982 w 2543175"/>
              <a:gd name="connsiteY124" fmla="*/ 1290637 h 1890712"/>
              <a:gd name="connsiteX125" fmla="*/ 1766888 w 2543175"/>
              <a:gd name="connsiteY125" fmla="*/ 1300162 h 1890712"/>
              <a:gd name="connsiteX126" fmla="*/ 1783557 w 2543175"/>
              <a:gd name="connsiteY126" fmla="*/ 1307306 h 1890712"/>
              <a:gd name="connsiteX127" fmla="*/ 1790700 w 2543175"/>
              <a:gd name="connsiteY127" fmla="*/ 1312069 h 1890712"/>
              <a:gd name="connsiteX128" fmla="*/ 1800225 w 2543175"/>
              <a:gd name="connsiteY128" fmla="*/ 1319212 h 1890712"/>
              <a:gd name="connsiteX129" fmla="*/ 1807369 w 2543175"/>
              <a:gd name="connsiteY129" fmla="*/ 1321594 h 1890712"/>
              <a:gd name="connsiteX130" fmla="*/ 1824038 w 2543175"/>
              <a:gd name="connsiteY130" fmla="*/ 1333500 h 1890712"/>
              <a:gd name="connsiteX131" fmla="*/ 1843088 w 2543175"/>
              <a:gd name="connsiteY131" fmla="*/ 1352550 h 1890712"/>
              <a:gd name="connsiteX132" fmla="*/ 1852613 w 2543175"/>
              <a:gd name="connsiteY132" fmla="*/ 1359694 h 1890712"/>
              <a:gd name="connsiteX133" fmla="*/ 1859757 w 2543175"/>
              <a:gd name="connsiteY133" fmla="*/ 1366837 h 1890712"/>
              <a:gd name="connsiteX134" fmla="*/ 1869282 w 2543175"/>
              <a:gd name="connsiteY134" fmla="*/ 1371600 h 1890712"/>
              <a:gd name="connsiteX135" fmla="*/ 1883569 w 2543175"/>
              <a:gd name="connsiteY135" fmla="*/ 1388269 h 1890712"/>
              <a:gd name="connsiteX136" fmla="*/ 1893094 w 2543175"/>
              <a:gd name="connsiteY136" fmla="*/ 1395412 h 1890712"/>
              <a:gd name="connsiteX137" fmla="*/ 1902619 w 2543175"/>
              <a:gd name="connsiteY137" fmla="*/ 1404937 h 1890712"/>
              <a:gd name="connsiteX138" fmla="*/ 1912144 w 2543175"/>
              <a:gd name="connsiteY138" fmla="*/ 1409700 h 1890712"/>
              <a:gd name="connsiteX139" fmla="*/ 1931194 w 2543175"/>
              <a:gd name="connsiteY139" fmla="*/ 1421606 h 1890712"/>
              <a:gd name="connsiteX140" fmla="*/ 1935957 w 2543175"/>
              <a:gd name="connsiteY140" fmla="*/ 1428750 h 1890712"/>
              <a:gd name="connsiteX141" fmla="*/ 1952625 w 2543175"/>
              <a:gd name="connsiteY141" fmla="*/ 1438275 h 1890712"/>
              <a:gd name="connsiteX142" fmla="*/ 1971675 w 2543175"/>
              <a:gd name="connsiteY142" fmla="*/ 1450181 h 1890712"/>
              <a:gd name="connsiteX143" fmla="*/ 1981200 w 2543175"/>
              <a:gd name="connsiteY143" fmla="*/ 1454944 h 1890712"/>
              <a:gd name="connsiteX144" fmla="*/ 1997869 w 2543175"/>
              <a:gd name="connsiteY144" fmla="*/ 1471612 h 1890712"/>
              <a:gd name="connsiteX145" fmla="*/ 2007394 w 2543175"/>
              <a:gd name="connsiteY145" fmla="*/ 1478756 h 1890712"/>
              <a:gd name="connsiteX146" fmla="*/ 2016919 w 2543175"/>
              <a:gd name="connsiteY146" fmla="*/ 1483519 h 1890712"/>
              <a:gd name="connsiteX147" fmla="*/ 2024063 w 2543175"/>
              <a:gd name="connsiteY147" fmla="*/ 1490662 h 1890712"/>
              <a:gd name="connsiteX148" fmla="*/ 2033588 w 2543175"/>
              <a:gd name="connsiteY148" fmla="*/ 1495425 h 1890712"/>
              <a:gd name="connsiteX149" fmla="*/ 2040732 w 2543175"/>
              <a:gd name="connsiteY149" fmla="*/ 1502569 h 1890712"/>
              <a:gd name="connsiteX150" fmla="*/ 2047875 w 2543175"/>
              <a:gd name="connsiteY150" fmla="*/ 1507331 h 1890712"/>
              <a:gd name="connsiteX151" fmla="*/ 2057400 w 2543175"/>
              <a:gd name="connsiteY151" fmla="*/ 1514475 h 1890712"/>
              <a:gd name="connsiteX152" fmla="*/ 2064544 w 2543175"/>
              <a:gd name="connsiteY152" fmla="*/ 1519237 h 1890712"/>
              <a:gd name="connsiteX153" fmla="*/ 2071688 w 2543175"/>
              <a:gd name="connsiteY153" fmla="*/ 1526381 h 1890712"/>
              <a:gd name="connsiteX154" fmla="*/ 2081213 w 2543175"/>
              <a:gd name="connsiteY154" fmla="*/ 1531144 h 1890712"/>
              <a:gd name="connsiteX155" fmla="*/ 2090738 w 2543175"/>
              <a:gd name="connsiteY155" fmla="*/ 1538287 h 1890712"/>
              <a:gd name="connsiteX156" fmla="*/ 2109788 w 2543175"/>
              <a:gd name="connsiteY156" fmla="*/ 1547812 h 1890712"/>
              <a:gd name="connsiteX157" fmla="*/ 2131219 w 2543175"/>
              <a:gd name="connsiteY157" fmla="*/ 1562100 h 1890712"/>
              <a:gd name="connsiteX158" fmla="*/ 2140744 w 2543175"/>
              <a:gd name="connsiteY158" fmla="*/ 1566862 h 1890712"/>
              <a:gd name="connsiteX159" fmla="*/ 2152650 w 2543175"/>
              <a:gd name="connsiteY159" fmla="*/ 1576387 h 1890712"/>
              <a:gd name="connsiteX160" fmla="*/ 2181225 w 2543175"/>
              <a:gd name="connsiteY160" fmla="*/ 1590675 h 1890712"/>
              <a:gd name="connsiteX161" fmla="*/ 2200275 w 2543175"/>
              <a:gd name="connsiteY161" fmla="*/ 1607344 h 1890712"/>
              <a:gd name="connsiteX162" fmla="*/ 2207419 w 2543175"/>
              <a:gd name="connsiteY162" fmla="*/ 1612106 h 1890712"/>
              <a:gd name="connsiteX163" fmla="*/ 2216944 w 2543175"/>
              <a:gd name="connsiteY163" fmla="*/ 1619250 h 1890712"/>
              <a:gd name="connsiteX164" fmla="*/ 2224088 w 2543175"/>
              <a:gd name="connsiteY164" fmla="*/ 1624012 h 1890712"/>
              <a:gd name="connsiteX165" fmla="*/ 2247900 w 2543175"/>
              <a:gd name="connsiteY165" fmla="*/ 1643062 h 1890712"/>
              <a:gd name="connsiteX166" fmla="*/ 2255044 w 2543175"/>
              <a:gd name="connsiteY166" fmla="*/ 1650206 h 1890712"/>
              <a:gd name="connsiteX167" fmla="*/ 2281238 w 2543175"/>
              <a:gd name="connsiteY167" fmla="*/ 1664494 h 1890712"/>
              <a:gd name="connsiteX168" fmla="*/ 2297907 w 2543175"/>
              <a:gd name="connsiteY168" fmla="*/ 1674019 h 1890712"/>
              <a:gd name="connsiteX169" fmla="*/ 2312194 w 2543175"/>
              <a:gd name="connsiteY169" fmla="*/ 1685925 h 1890712"/>
              <a:gd name="connsiteX170" fmla="*/ 2328863 w 2543175"/>
              <a:gd name="connsiteY170" fmla="*/ 1697831 h 1890712"/>
              <a:gd name="connsiteX171" fmla="*/ 2350294 w 2543175"/>
              <a:gd name="connsiteY171" fmla="*/ 1712119 h 1890712"/>
              <a:gd name="connsiteX172" fmla="*/ 2369344 w 2543175"/>
              <a:gd name="connsiteY172" fmla="*/ 1724025 h 1890712"/>
              <a:gd name="connsiteX173" fmla="*/ 2428876 w 2543175"/>
              <a:gd name="connsiteY173" fmla="*/ 1785938 h 1890712"/>
              <a:gd name="connsiteX174" fmla="*/ 2466975 w 2543175"/>
              <a:gd name="connsiteY174" fmla="*/ 1783556 h 1890712"/>
              <a:gd name="connsiteX175" fmla="*/ 2481263 w 2543175"/>
              <a:gd name="connsiteY175" fmla="*/ 1795462 h 1890712"/>
              <a:gd name="connsiteX176" fmla="*/ 2486025 w 2543175"/>
              <a:gd name="connsiteY176" fmla="*/ 1802606 h 1890712"/>
              <a:gd name="connsiteX177" fmla="*/ 2514600 w 2543175"/>
              <a:gd name="connsiteY177" fmla="*/ 1850231 h 1890712"/>
              <a:gd name="connsiteX178" fmla="*/ 2519363 w 2543175"/>
              <a:gd name="connsiteY178" fmla="*/ 1857375 h 1890712"/>
              <a:gd name="connsiteX179" fmla="*/ 2540794 w 2543175"/>
              <a:gd name="connsiteY179" fmla="*/ 1883569 h 1890712"/>
              <a:gd name="connsiteX180" fmla="*/ 2543175 w 2543175"/>
              <a:gd name="connsiteY18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302419 w 2543175"/>
              <a:gd name="connsiteY26" fmla="*/ 204787 h 1890712"/>
              <a:gd name="connsiteX27" fmla="*/ 309563 w 2543175"/>
              <a:gd name="connsiteY27" fmla="*/ 209550 h 1890712"/>
              <a:gd name="connsiteX28" fmla="*/ 333375 w 2543175"/>
              <a:gd name="connsiteY28" fmla="*/ 228600 h 1890712"/>
              <a:gd name="connsiteX29" fmla="*/ 340519 w 2543175"/>
              <a:gd name="connsiteY29" fmla="*/ 233362 h 1890712"/>
              <a:gd name="connsiteX30" fmla="*/ 354807 w 2543175"/>
              <a:gd name="connsiteY30" fmla="*/ 247650 h 1890712"/>
              <a:gd name="connsiteX31" fmla="*/ 366713 w 2543175"/>
              <a:gd name="connsiteY31" fmla="*/ 264319 h 1890712"/>
              <a:gd name="connsiteX32" fmla="*/ 371475 w 2543175"/>
              <a:gd name="connsiteY32" fmla="*/ 271462 h 1890712"/>
              <a:gd name="connsiteX33" fmla="*/ 378619 w 2543175"/>
              <a:gd name="connsiteY33" fmla="*/ 276225 h 1890712"/>
              <a:gd name="connsiteX34" fmla="*/ 385763 w 2543175"/>
              <a:gd name="connsiteY34" fmla="*/ 283369 h 1890712"/>
              <a:gd name="connsiteX35" fmla="*/ 395288 w 2543175"/>
              <a:gd name="connsiteY35" fmla="*/ 288131 h 1890712"/>
              <a:gd name="connsiteX36" fmla="*/ 404813 w 2543175"/>
              <a:gd name="connsiteY36" fmla="*/ 295275 h 1890712"/>
              <a:gd name="connsiteX37" fmla="*/ 411957 w 2543175"/>
              <a:gd name="connsiteY37" fmla="*/ 297656 h 1890712"/>
              <a:gd name="connsiteX38" fmla="*/ 421482 w 2543175"/>
              <a:gd name="connsiteY38" fmla="*/ 302419 h 1890712"/>
              <a:gd name="connsiteX39" fmla="*/ 447675 w 2543175"/>
              <a:gd name="connsiteY39" fmla="*/ 307181 h 1890712"/>
              <a:gd name="connsiteX40" fmla="*/ 461963 w 2543175"/>
              <a:gd name="connsiteY40" fmla="*/ 321469 h 1890712"/>
              <a:gd name="connsiteX41" fmla="*/ 466725 w 2543175"/>
              <a:gd name="connsiteY41" fmla="*/ 328612 h 1890712"/>
              <a:gd name="connsiteX42" fmla="*/ 476250 w 2543175"/>
              <a:gd name="connsiteY42" fmla="*/ 335756 h 1890712"/>
              <a:gd name="connsiteX43" fmla="*/ 481013 w 2543175"/>
              <a:gd name="connsiteY43" fmla="*/ 342900 h 1890712"/>
              <a:gd name="connsiteX44" fmla="*/ 490538 w 2543175"/>
              <a:gd name="connsiteY44" fmla="*/ 352425 h 1890712"/>
              <a:gd name="connsiteX45" fmla="*/ 495300 w 2543175"/>
              <a:gd name="connsiteY45" fmla="*/ 359569 h 1890712"/>
              <a:gd name="connsiteX46" fmla="*/ 509588 w 2543175"/>
              <a:gd name="connsiteY46" fmla="*/ 376237 h 1890712"/>
              <a:gd name="connsiteX47" fmla="*/ 514350 w 2543175"/>
              <a:gd name="connsiteY47" fmla="*/ 383381 h 1890712"/>
              <a:gd name="connsiteX48" fmla="*/ 531019 w 2543175"/>
              <a:gd name="connsiteY48" fmla="*/ 397669 h 1890712"/>
              <a:gd name="connsiteX49" fmla="*/ 538163 w 2543175"/>
              <a:gd name="connsiteY49" fmla="*/ 407194 h 1890712"/>
              <a:gd name="connsiteX50" fmla="*/ 554832 w 2543175"/>
              <a:gd name="connsiteY50" fmla="*/ 421481 h 1890712"/>
              <a:gd name="connsiteX51" fmla="*/ 564357 w 2543175"/>
              <a:gd name="connsiteY51" fmla="*/ 431006 h 1890712"/>
              <a:gd name="connsiteX52" fmla="*/ 573882 w 2543175"/>
              <a:gd name="connsiteY52" fmla="*/ 438150 h 1890712"/>
              <a:gd name="connsiteX53" fmla="*/ 595313 w 2543175"/>
              <a:gd name="connsiteY53" fmla="*/ 454819 h 1890712"/>
              <a:gd name="connsiteX54" fmla="*/ 602457 w 2543175"/>
              <a:gd name="connsiteY54" fmla="*/ 457200 h 1890712"/>
              <a:gd name="connsiteX55" fmla="*/ 628650 w 2543175"/>
              <a:gd name="connsiteY55" fmla="*/ 469106 h 1890712"/>
              <a:gd name="connsiteX56" fmla="*/ 645319 w 2543175"/>
              <a:gd name="connsiteY56" fmla="*/ 483394 h 1890712"/>
              <a:gd name="connsiteX57" fmla="*/ 654844 w 2543175"/>
              <a:gd name="connsiteY57" fmla="*/ 488156 h 1890712"/>
              <a:gd name="connsiteX58" fmla="*/ 661988 w 2543175"/>
              <a:gd name="connsiteY58" fmla="*/ 497681 h 1890712"/>
              <a:gd name="connsiteX59" fmla="*/ 683419 w 2543175"/>
              <a:gd name="connsiteY59" fmla="*/ 514350 h 1890712"/>
              <a:gd name="connsiteX60" fmla="*/ 700088 w 2543175"/>
              <a:gd name="connsiteY60" fmla="*/ 526256 h 1890712"/>
              <a:gd name="connsiteX61" fmla="*/ 709613 w 2543175"/>
              <a:gd name="connsiteY61" fmla="*/ 535781 h 1890712"/>
              <a:gd name="connsiteX62" fmla="*/ 719138 w 2543175"/>
              <a:gd name="connsiteY62" fmla="*/ 542925 h 1890712"/>
              <a:gd name="connsiteX63" fmla="*/ 733425 w 2543175"/>
              <a:gd name="connsiteY63" fmla="*/ 557212 h 1890712"/>
              <a:gd name="connsiteX64" fmla="*/ 750094 w 2543175"/>
              <a:gd name="connsiteY64" fmla="*/ 569119 h 1890712"/>
              <a:gd name="connsiteX65" fmla="*/ 769144 w 2543175"/>
              <a:gd name="connsiteY65" fmla="*/ 581025 h 1890712"/>
              <a:gd name="connsiteX66" fmla="*/ 785813 w 2543175"/>
              <a:gd name="connsiteY66" fmla="*/ 590550 h 1890712"/>
              <a:gd name="connsiteX67" fmla="*/ 792957 w 2543175"/>
              <a:gd name="connsiteY67" fmla="*/ 600075 h 1890712"/>
              <a:gd name="connsiteX68" fmla="*/ 809625 w 2543175"/>
              <a:gd name="connsiteY68" fmla="*/ 611981 h 1890712"/>
              <a:gd name="connsiteX69" fmla="*/ 816769 w 2543175"/>
              <a:gd name="connsiteY69" fmla="*/ 619125 h 1890712"/>
              <a:gd name="connsiteX70" fmla="*/ 826294 w 2543175"/>
              <a:gd name="connsiteY70" fmla="*/ 626269 h 1890712"/>
              <a:gd name="connsiteX71" fmla="*/ 840582 w 2543175"/>
              <a:gd name="connsiteY71" fmla="*/ 638175 h 1890712"/>
              <a:gd name="connsiteX72" fmla="*/ 847725 w 2543175"/>
              <a:gd name="connsiteY72" fmla="*/ 645319 h 1890712"/>
              <a:gd name="connsiteX73" fmla="*/ 857250 w 2543175"/>
              <a:gd name="connsiteY73" fmla="*/ 652462 h 1890712"/>
              <a:gd name="connsiteX74" fmla="*/ 864394 w 2543175"/>
              <a:gd name="connsiteY74" fmla="*/ 657225 h 1890712"/>
              <a:gd name="connsiteX75" fmla="*/ 888207 w 2543175"/>
              <a:gd name="connsiteY75" fmla="*/ 676275 h 1890712"/>
              <a:gd name="connsiteX76" fmla="*/ 895350 w 2543175"/>
              <a:gd name="connsiteY76" fmla="*/ 681037 h 1890712"/>
              <a:gd name="connsiteX77" fmla="*/ 907257 w 2543175"/>
              <a:gd name="connsiteY77" fmla="*/ 683419 h 1890712"/>
              <a:gd name="connsiteX78" fmla="*/ 928688 w 2543175"/>
              <a:gd name="connsiteY78" fmla="*/ 695325 h 1890712"/>
              <a:gd name="connsiteX79" fmla="*/ 942975 w 2543175"/>
              <a:gd name="connsiteY79" fmla="*/ 700087 h 1890712"/>
              <a:gd name="connsiteX80" fmla="*/ 964407 w 2543175"/>
              <a:gd name="connsiteY80" fmla="*/ 716756 h 1890712"/>
              <a:gd name="connsiteX81" fmla="*/ 971550 w 2543175"/>
              <a:gd name="connsiteY81" fmla="*/ 723900 h 1890712"/>
              <a:gd name="connsiteX82" fmla="*/ 983457 w 2543175"/>
              <a:gd name="connsiteY82" fmla="*/ 733425 h 1890712"/>
              <a:gd name="connsiteX83" fmla="*/ 990600 w 2543175"/>
              <a:gd name="connsiteY83" fmla="*/ 738187 h 1890712"/>
              <a:gd name="connsiteX84" fmla="*/ 1007269 w 2543175"/>
              <a:gd name="connsiteY84" fmla="*/ 752475 h 1890712"/>
              <a:gd name="connsiteX85" fmla="*/ 1031082 w 2543175"/>
              <a:gd name="connsiteY85" fmla="*/ 766762 h 1890712"/>
              <a:gd name="connsiteX86" fmla="*/ 1042988 w 2543175"/>
              <a:gd name="connsiteY86" fmla="*/ 773906 h 1890712"/>
              <a:gd name="connsiteX87" fmla="*/ 1071563 w 2543175"/>
              <a:gd name="connsiteY87" fmla="*/ 785812 h 1890712"/>
              <a:gd name="connsiteX88" fmla="*/ 1097757 w 2543175"/>
              <a:gd name="connsiteY88" fmla="*/ 807244 h 1890712"/>
              <a:gd name="connsiteX89" fmla="*/ 1104900 w 2543175"/>
              <a:gd name="connsiteY89" fmla="*/ 814387 h 1890712"/>
              <a:gd name="connsiteX90" fmla="*/ 1121569 w 2543175"/>
              <a:gd name="connsiteY90" fmla="*/ 823912 h 1890712"/>
              <a:gd name="connsiteX91" fmla="*/ 1138238 w 2543175"/>
              <a:gd name="connsiteY91" fmla="*/ 835819 h 1890712"/>
              <a:gd name="connsiteX92" fmla="*/ 1147763 w 2543175"/>
              <a:gd name="connsiteY92" fmla="*/ 842962 h 1890712"/>
              <a:gd name="connsiteX93" fmla="*/ 1157288 w 2543175"/>
              <a:gd name="connsiteY93" fmla="*/ 847725 h 1890712"/>
              <a:gd name="connsiteX94" fmla="*/ 1178719 w 2543175"/>
              <a:gd name="connsiteY94" fmla="*/ 859631 h 1890712"/>
              <a:gd name="connsiteX95" fmla="*/ 1188244 w 2543175"/>
              <a:gd name="connsiteY95" fmla="*/ 866775 h 1890712"/>
              <a:gd name="connsiteX96" fmla="*/ 1195388 w 2543175"/>
              <a:gd name="connsiteY96" fmla="*/ 871537 h 1890712"/>
              <a:gd name="connsiteX97" fmla="*/ 1212057 w 2543175"/>
              <a:gd name="connsiteY97" fmla="*/ 883444 h 1890712"/>
              <a:gd name="connsiteX98" fmla="*/ 1226344 w 2543175"/>
              <a:gd name="connsiteY98" fmla="*/ 895350 h 1890712"/>
              <a:gd name="connsiteX99" fmla="*/ 1245394 w 2543175"/>
              <a:gd name="connsiteY99" fmla="*/ 907256 h 1890712"/>
              <a:gd name="connsiteX100" fmla="*/ 1254919 w 2543175"/>
              <a:gd name="connsiteY100" fmla="*/ 914400 h 1890712"/>
              <a:gd name="connsiteX101" fmla="*/ 1269207 w 2543175"/>
              <a:gd name="connsiteY101" fmla="*/ 921544 h 1890712"/>
              <a:gd name="connsiteX102" fmla="*/ 1290638 w 2543175"/>
              <a:gd name="connsiteY102" fmla="*/ 935831 h 1890712"/>
              <a:gd name="connsiteX103" fmla="*/ 1307307 w 2543175"/>
              <a:gd name="connsiteY103" fmla="*/ 952500 h 1890712"/>
              <a:gd name="connsiteX104" fmla="*/ 1333500 w 2543175"/>
              <a:gd name="connsiteY104" fmla="*/ 971550 h 1890712"/>
              <a:gd name="connsiteX105" fmla="*/ 1359694 w 2543175"/>
              <a:gd name="connsiteY105" fmla="*/ 990600 h 1890712"/>
              <a:gd name="connsiteX106" fmla="*/ 1373982 w 2543175"/>
              <a:gd name="connsiteY106" fmla="*/ 997744 h 1890712"/>
              <a:gd name="connsiteX107" fmla="*/ 1388269 w 2543175"/>
              <a:gd name="connsiteY107" fmla="*/ 1007269 h 1890712"/>
              <a:gd name="connsiteX108" fmla="*/ 1414463 w 2543175"/>
              <a:gd name="connsiteY108" fmla="*/ 1019175 h 1890712"/>
              <a:gd name="connsiteX109" fmla="*/ 1428750 w 2543175"/>
              <a:gd name="connsiteY109" fmla="*/ 1026319 h 1890712"/>
              <a:gd name="connsiteX110" fmla="*/ 1471613 w 2543175"/>
              <a:gd name="connsiteY110" fmla="*/ 1059656 h 1890712"/>
              <a:gd name="connsiteX111" fmla="*/ 1495425 w 2543175"/>
              <a:gd name="connsiteY111" fmla="*/ 1088231 h 1890712"/>
              <a:gd name="connsiteX112" fmla="*/ 1547812 w 2543175"/>
              <a:gd name="connsiteY112" fmla="*/ 1133475 h 1890712"/>
              <a:gd name="connsiteX113" fmla="*/ 1597819 w 2543175"/>
              <a:gd name="connsiteY113" fmla="*/ 1154906 h 1890712"/>
              <a:gd name="connsiteX114" fmla="*/ 1604963 w 2543175"/>
              <a:gd name="connsiteY114" fmla="*/ 1162050 h 1890712"/>
              <a:gd name="connsiteX115" fmla="*/ 1612107 w 2543175"/>
              <a:gd name="connsiteY115" fmla="*/ 1166812 h 1890712"/>
              <a:gd name="connsiteX116" fmla="*/ 1628775 w 2543175"/>
              <a:gd name="connsiteY116" fmla="*/ 1183481 h 1890712"/>
              <a:gd name="connsiteX117" fmla="*/ 1662113 w 2543175"/>
              <a:gd name="connsiteY117" fmla="*/ 1209675 h 1890712"/>
              <a:gd name="connsiteX118" fmla="*/ 1678782 w 2543175"/>
              <a:gd name="connsiteY118" fmla="*/ 1226344 h 1890712"/>
              <a:gd name="connsiteX119" fmla="*/ 1700213 w 2543175"/>
              <a:gd name="connsiteY119" fmla="*/ 1247775 h 1890712"/>
              <a:gd name="connsiteX120" fmla="*/ 1712119 w 2543175"/>
              <a:gd name="connsiteY120" fmla="*/ 1259681 h 1890712"/>
              <a:gd name="connsiteX121" fmla="*/ 1733550 w 2543175"/>
              <a:gd name="connsiteY121" fmla="*/ 1273969 h 1890712"/>
              <a:gd name="connsiteX122" fmla="*/ 1743075 w 2543175"/>
              <a:gd name="connsiteY122" fmla="*/ 1283494 h 1890712"/>
              <a:gd name="connsiteX123" fmla="*/ 1754982 w 2543175"/>
              <a:gd name="connsiteY123" fmla="*/ 1290637 h 1890712"/>
              <a:gd name="connsiteX124" fmla="*/ 1766888 w 2543175"/>
              <a:gd name="connsiteY124" fmla="*/ 1300162 h 1890712"/>
              <a:gd name="connsiteX125" fmla="*/ 1783557 w 2543175"/>
              <a:gd name="connsiteY125" fmla="*/ 1307306 h 1890712"/>
              <a:gd name="connsiteX126" fmla="*/ 1790700 w 2543175"/>
              <a:gd name="connsiteY126" fmla="*/ 1312069 h 1890712"/>
              <a:gd name="connsiteX127" fmla="*/ 1800225 w 2543175"/>
              <a:gd name="connsiteY127" fmla="*/ 1319212 h 1890712"/>
              <a:gd name="connsiteX128" fmla="*/ 1807369 w 2543175"/>
              <a:gd name="connsiteY128" fmla="*/ 1321594 h 1890712"/>
              <a:gd name="connsiteX129" fmla="*/ 1824038 w 2543175"/>
              <a:gd name="connsiteY129" fmla="*/ 1333500 h 1890712"/>
              <a:gd name="connsiteX130" fmla="*/ 1843088 w 2543175"/>
              <a:gd name="connsiteY130" fmla="*/ 1352550 h 1890712"/>
              <a:gd name="connsiteX131" fmla="*/ 1852613 w 2543175"/>
              <a:gd name="connsiteY131" fmla="*/ 1359694 h 1890712"/>
              <a:gd name="connsiteX132" fmla="*/ 1859757 w 2543175"/>
              <a:gd name="connsiteY132" fmla="*/ 1366837 h 1890712"/>
              <a:gd name="connsiteX133" fmla="*/ 1869282 w 2543175"/>
              <a:gd name="connsiteY133" fmla="*/ 1371600 h 1890712"/>
              <a:gd name="connsiteX134" fmla="*/ 1883569 w 2543175"/>
              <a:gd name="connsiteY134" fmla="*/ 1388269 h 1890712"/>
              <a:gd name="connsiteX135" fmla="*/ 1893094 w 2543175"/>
              <a:gd name="connsiteY135" fmla="*/ 1395412 h 1890712"/>
              <a:gd name="connsiteX136" fmla="*/ 1902619 w 2543175"/>
              <a:gd name="connsiteY136" fmla="*/ 1404937 h 1890712"/>
              <a:gd name="connsiteX137" fmla="*/ 1912144 w 2543175"/>
              <a:gd name="connsiteY137" fmla="*/ 1409700 h 1890712"/>
              <a:gd name="connsiteX138" fmla="*/ 1931194 w 2543175"/>
              <a:gd name="connsiteY138" fmla="*/ 1421606 h 1890712"/>
              <a:gd name="connsiteX139" fmla="*/ 1935957 w 2543175"/>
              <a:gd name="connsiteY139" fmla="*/ 1428750 h 1890712"/>
              <a:gd name="connsiteX140" fmla="*/ 1952625 w 2543175"/>
              <a:gd name="connsiteY140" fmla="*/ 1438275 h 1890712"/>
              <a:gd name="connsiteX141" fmla="*/ 1971675 w 2543175"/>
              <a:gd name="connsiteY141" fmla="*/ 1450181 h 1890712"/>
              <a:gd name="connsiteX142" fmla="*/ 1981200 w 2543175"/>
              <a:gd name="connsiteY142" fmla="*/ 1454944 h 1890712"/>
              <a:gd name="connsiteX143" fmla="*/ 1997869 w 2543175"/>
              <a:gd name="connsiteY143" fmla="*/ 1471612 h 1890712"/>
              <a:gd name="connsiteX144" fmla="*/ 2007394 w 2543175"/>
              <a:gd name="connsiteY144" fmla="*/ 1478756 h 1890712"/>
              <a:gd name="connsiteX145" fmla="*/ 2016919 w 2543175"/>
              <a:gd name="connsiteY145" fmla="*/ 1483519 h 1890712"/>
              <a:gd name="connsiteX146" fmla="*/ 2024063 w 2543175"/>
              <a:gd name="connsiteY146" fmla="*/ 1490662 h 1890712"/>
              <a:gd name="connsiteX147" fmla="*/ 2033588 w 2543175"/>
              <a:gd name="connsiteY147" fmla="*/ 1495425 h 1890712"/>
              <a:gd name="connsiteX148" fmla="*/ 2040732 w 2543175"/>
              <a:gd name="connsiteY148" fmla="*/ 1502569 h 1890712"/>
              <a:gd name="connsiteX149" fmla="*/ 2047875 w 2543175"/>
              <a:gd name="connsiteY149" fmla="*/ 1507331 h 1890712"/>
              <a:gd name="connsiteX150" fmla="*/ 2057400 w 2543175"/>
              <a:gd name="connsiteY150" fmla="*/ 1514475 h 1890712"/>
              <a:gd name="connsiteX151" fmla="*/ 2064544 w 2543175"/>
              <a:gd name="connsiteY151" fmla="*/ 1519237 h 1890712"/>
              <a:gd name="connsiteX152" fmla="*/ 2071688 w 2543175"/>
              <a:gd name="connsiteY152" fmla="*/ 1526381 h 1890712"/>
              <a:gd name="connsiteX153" fmla="*/ 2081213 w 2543175"/>
              <a:gd name="connsiteY153" fmla="*/ 1531144 h 1890712"/>
              <a:gd name="connsiteX154" fmla="*/ 2090738 w 2543175"/>
              <a:gd name="connsiteY154" fmla="*/ 1538287 h 1890712"/>
              <a:gd name="connsiteX155" fmla="*/ 2109788 w 2543175"/>
              <a:gd name="connsiteY155" fmla="*/ 1547812 h 1890712"/>
              <a:gd name="connsiteX156" fmla="*/ 2131219 w 2543175"/>
              <a:gd name="connsiteY156" fmla="*/ 1562100 h 1890712"/>
              <a:gd name="connsiteX157" fmla="*/ 2140744 w 2543175"/>
              <a:gd name="connsiteY157" fmla="*/ 1566862 h 1890712"/>
              <a:gd name="connsiteX158" fmla="*/ 2152650 w 2543175"/>
              <a:gd name="connsiteY158" fmla="*/ 1576387 h 1890712"/>
              <a:gd name="connsiteX159" fmla="*/ 2181225 w 2543175"/>
              <a:gd name="connsiteY159" fmla="*/ 1590675 h 1890712"/>
              <a:gd name="connsiteX160" fmla="*/ 2200275 w 2543175"/>
              <a:gd name="connsiteY160" fmla="*/ 1607344 h 1890712"/>
              <a:gd name="connsiteX161" fmla="*/ 2207419 w 2543175"/>
              <a:gd name="connsiteY161" fmla="*/ 1612106 h 1890712"/>
              <a:gd name="connsiteX162" fmla="*/ 2216944 w 2543175"/>
              <a:gd name="connsiteY162" fmla="*/ 1619250 h 1890712"/>
              <a:gd name="connsiteX163" fmla="*/ 2224088 w 2543175"/>
              <a:gd name="connsiteY163" fmla="*/ 1624012 h 1890712"/>
              <a:gd name="connsiteX164" fmla="*/ 2247900 w 2543175"/>
              <a:gd name="connsiteY164" fmla="*/ 1643062 h 1890712"/>
              <a:gd name="connsiteX165" fmla="*/ 2255044 w 2543175"/>
              <a:gd name="connsiteY165" fmla="*/ 1650206 h 1890712"/>
              <a:gd name="connsiteX166" fmla="*/ 2281238 w 2543175"/>
              <a:gd name="connsiteY166" fmla="*/ 1664494 h 1890712"/>
              <a:gd name="connsiteX167" fmla="*/ 2297907 w 2543175"/>
              <a:gd name="connsiteY167" fmla="*/ 1674019 h 1890712"/>
              <a:gd name="connsiteX168" fmla="*/ 2312194 w 2543175"/>
              <a:gd name="connsiteY168" fmla="*/ 1685925 h 1890712"/>
              <a:gd name="connsiteX169" fmla="*/ 2328863 w 2543175"/>
              <a:gd name="connsiteY169" fmla="*/ 1697831 h 1890712"/>
              <a:gd name="connsiteX170" fmla="*/ 2350294 w 2543175"/>
              <a:gd name="connsiteY170" fmla="*/ 1712119 h 1890712"/>
              <a:gd name="connsiteX171" fmla="*/ 2369344 w 2543175"/>
              <a:gd name="connsiteY171" fmla="*/ 1724025 h 1890712"/>
              <a:gd name="connsiteX172" fmla="*/ 2428876 w 2543175"/>
              <a:gd name="connsiteY172" fmla="*/ 1785938 h 1890712"/>
              <a:gd name="connsiteX173" fmla="*/ 2466975 w 2543175"/>
              <a:gd name="connsiteY173" fmla="*/ 1783556 h 1890712"/>
              <a:gd name="connsiteX174" fmla="*/ 2481263 w 2543175"/>
              <a:gd name="connsiteY174" fmla="*/ 1795462 h 1890712"/>
              <a:gd name="connsiteX175" fmla="*/ 2486025 w 2543175"/>
              <a:gd name="connsiteY175" fmla="*/ 1802606 h 1890712"/>
              <a:gd name="connsiteX176" fmla="*/ 2514600 w 2543175"/>
              <a:gd name="connsiteY176" fmla="*/ 1850231 h 1890712"/>
              <a:gd name="connsiteX177" fmla="*/ 2519363 w 2543175"/>
              <a:gd name="connsiteY177" fmla="*/ 1857375 h 1890712"/>
              <a:gd name="connsiteX178" fmla="*/ 2540794 w 2543175"/>
              <a:gd name="connsiteY178" fmla="*/ 1883569 h 1890712"/>
              <a:gd name="connsiteX179" fmla="*/ 2543175 w 2543175"/>
              <a:gd name="connsiteY17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302419 w 2543175"/>
              <a:gd name="connsiteY25" fmla="*/ 204787 h 1890712"/>
              <a:gd name="connsiteX26" fmla="*/ 309563 w 2543175"/>
              <a:gd name="connsiteY26" fmla="*/ 209550 h 1890712"/>
              <a:gd name="connsiteX27" fmla="*/ 333375 w 2543175"/>
              <a:gd name="connsiteY27" fmla="*/ 228600 h 1890712"/>
              <a:gd name="connsiteX28" fmla="*/ 340519 w 2543175"/>
              <a:gd name="connsiteY28" fmla="*/ 233362 h 1890712"/>
              <a:gd name="connsiteX29" fmla="*/ 354807 w 2543175"/>
              <a:gd name="connsiteY29" fmla="*/ 247650 h 1890712"/>
              <a:gd name="connsiteX30" fmla="*/ 366713 w 2543175"/>
              <a:gd name="connsiteY30" fmla="*/ 264319 h 1890712"/>
              <a:gd name="connsiteX31" fmla="*/ 371475 w 2543175"/>
              <a:gd name="connsiteY31" fmla="*/ 271462 h 1890712"/>
              <a:gd name="connsiteX32" fmla="*/ 378619 w 2543175"/>
              <a:gd name="connsiteY32" fmla="*/ 276225 h 1890712"/>
              <a:gd name="connsiteX33" fmla="*/ 385763 w 2543175"/>
              <a:gd name="connsiteY33" fmla="*/ 283369 h 1890712"/>
              <a:gd name="connsiteX34" fmla="*/ 395288 w 2543175"/>
              <a:gd name="connsiteY34" fmla="*/ 288131 h 1890712"/>
              <a:gd name="connsiteX35" fmla="*/ 404813 w 2543175"/>
              <a:gd name="connsiteY35" fmla="*/ 295275 h 1890712"/>
              <a:gd name="connsiteX36" fmla="*/ 411957 w 2543175"/>
              <a:gd name="connsiteY36" fmla="*/ 297656 h 1890712"/>
              <a:gd name="connsiteX37" fmla="*/ 421482 w 2543175"/>
              <a:gd name="connsiteY37" fmla="*/ 302419 h 1890712"/>
              <a:gd name="connsiteX38" fmla="*/ 447675 w 2543175"/>
              <a:gd name="connsiteY38" fmla="*/ 307181 h 1890712"/>
              <a:gd name="connsiteX39" fmla="*/ 461963 w 2543175"/>
              <a:gd name="connsiteY39" fmla="*/ 321469 h 1890712"/>
              <a:gd name="connsiteX40" fmla="*/ 466725 w 2543175"/>
              <a:gd name="connsiteY40" fmla="*/ 328612 h 1890712"/>
              <a:gd name="connsiteX41" fmla="*/ 476250 w 2543175"/>
              <a:gd name="connsiteY41" fmla="*/ 335756 h 1890712"/>
              <a:gd name="connsiteX42" fmla="*/ 481013 w 2543175"/>
              <a:gd name="connsiteY42" fmla="*/ 342900 h 1890712"/>
              <a:gd name="connsiteX43" fmla="*/ 490538 w 2543175"/>
              <a:gd name="connsiteY43" fmla="*/ 352425 h 1890712"/>
              <a:gd name="connsiteX44" fmla="*/ 495300 w 2543175"/>
              <a:gd name="connsiteY44" fmla="*/ 359569 h 1890712"/>
              <a:gd name="connsiteX45" fmla="*/ 509588 w 2543175"/>
              <a:gd name="connsiteY45" fmla="*/ 376237 h 1890712"/>
              <a:gd name="connsiteX46" fmla="*/ 514350 w 2543175"/>
              <a:gd name="connsiteY46" fmla="*/ 383381 h 1890712"/>
              <a:gd name="connsiteX47" fmla="*/ 531019 w 2543175"/>
              <a:gd name="connsiteY47" fmla="*/ 397669 h 1890712"/>
              <a:gd name="connsiteX48" fmla="*/ 538163 w 2543175"/>
              <a:gd name="connsiteY48" fmla="*/ 407194 h 1890712"/>
              <a:gd name="connsiteX49" fmla="*/ 554832 w 2543175"/>
              <a:gd name="connsiteY49" fmla="*/ 421481 h 1890712"/>
              <a:gd name="connsiteX50" fmla="*/ 564357 w 2543175"/>
              <a:gd name="connsiteY50" fmla="*/ 431006 h 1890712"/>
              <a:gd name="connsiteX51" fmla="*/ 573882 w 2543175"/>
              <a:gd name="connsiteY51" fmla="*/ 438150 h 1890712"/>
              <a:gd name="connsiteX52" fmla="*/ 595313 w 2543175"/>
              <a:gd name="connsiteY52" fmla="*/ 454819 h 1890712"/>
              <a:gd name="connsiteX53" fmla="*/ 602457 w 2543175"/>
              <a:gd name="connsiteY53" fmla="*/ 457200 h 1890712"/>
              <a:gd name="connsiteX54" fmla="*/ 628650 w 2543175"/>
              <a:gd name="connsiteY54" fmla="*/ 469106 h 1890712"/>
              <a:gd name="connsiteX55" fmla="*/ 645319 w 2543175"/>
              <a:gd name="connsiteY55" fmla="*/ 483394 h 1890712"/>
              <a:gd name="connsiteX56" fmla="*/ 654844 w 2543175"/>
              <a:gd name="connsiteY56" fmla="*/ 488156 h 1890712"/>
              <a:gd name="connsiteX57" fmla="*/ 661988 w 2543175"/>
              <a:gd name="connsiteY57" fmla="*/ 497681 h 1890712"/>
              <a:gd name="connsiteX58" fmla="*/ 683419 w 2543175"/>
              <a:gd name="connsiteY58" fmla="*/ 514350 h 1890712"/>
              <a:gd name="connsiteX59" fmla="*/ 700088 w 2543175"/>
              <a:gd name="connsiteY59" fmla="*/ 526256 h 1890712"/>
              <a:gd name="connsiteX60" fmla="*/ 709613 w 2543175"/>
              <a:gd name="connsiteY60" fmla="*/ 535781 h 1890712"/>
              <a:gd name="connsiteX61" fmla="*/ 719138 w 2543175"/>
              <a:gd name="connsiteY61" fmla="*/ 542925 h 1890712"/>
              <a:gd name="connsiteX62" fmla="*/ 733425 w 2543175"/>
              <a:gd name="connsiteY62" fmla="*/ 557212 h 1890712"/>
              <a:gd name="connsiteX63" fmla="*/ 750094 w 2543175"/>
              <a:gd name="connsiteY63" fmla="*/ 569119 h 1890712"/>
              <a:gd name="connsiteX64" fmla="*/ 769144 w 2543175"/>
              <a:gd name="connsiteY64" fmla="*/ 581025 h 1890712"/>
              <a:gd name="connsiteX65" fmla="*/ 785813 w 2543175"/>
              <a:gd name="connsiteY65" fmla="*/ 590550 h 1890712"/>
              <a:gd name="connsiteX66" fmla="*/ 792957 w 2543175"/>
              <a:gd name="connsiteY66" fmla="*/ 600075 h 1890712"/>
              <a:gd name="connsiteX67" fmla="*/ 809625 w 2543175"/>
              <a:gd name="connsiteY67" fmla="*/ 611981 h 1890712"/>
              <a:gd name="connsiteX68" fmla="*/ 816769 w 2543175"/>
              <a:gd name="connsiteY68" fmla="*/ 619125 h 1890712"/>
              <a:gd name="connsiteX69" fmla="*/ 826294 w 2543175"/>
              <a:gd name="connsiteY69" fmla="*/ 626269 h 1890712"/>
              <a:gd name="connsiteX70" fmla="*/ 840582 w 2543175"/>
              <a:gd name="connsiteY70" fmla="*/ 638175 h 1890712"/>
              <a:gd name="connsiteX71" fmla="*/ 847725 w 2543175"/>
              <a:gd name="connsiteY71" fmla="*/ 645319 h 1890712"/>
              <a:gd name="connsiteX72" fmla="*/ 857250 w 2543175"/>
              <a:gd name="connsiteY72" fmla="*/ 652462 h 1890712"/>
              <a:gd name="connsiteX73" fmla="*/ 864394 w 2543175"/>
              <a:gd name="connsiteY73" fmla="*/ 657225 h 1890712"/>
              <a:gd name="connsiteX74" fmla="*/ 888207 w 2543175"/>
              <a:gd name="connsiteY74" fmla="*/ 676275 h 1890712"/>
              <a:gd name="connsiteX75" fmla="*/ 895350 w 2543175"/>
              <a:gd name="connsiteY75" fmla="*/ 681037 h 1890712"/>
              <a:gd name="connsiteX76" fmla="*/ 907257 w 2543175"/>
              <a:gd name="connsiteY76" fmla="*/ 683419 h 1890712"/>
              <a:gd name="connsiteX77" fmla="*/ 928688 w 2543175"/>
              <a:gd name="connsiteY77" fmla="*/ 695325 h 1890712"/>
              <a:gd name="connsiteX78" fmla="*/ 942975 w 2543175"/>
              <a:gd name="connsiteY78" fmla="*/ 700087 h 1890712"/>
              <a:gd name="connsiteX79" fmla="*/ 964407 w 2543175"/>
              <a:gd name="connsiteY79" fmla="*/ 716756 h 1890712"/>
              <a:gd name="connsiteX80" fmla="*/ 971550 w 2543175"/>
              <a:gd name="connsiteY80" fmla="*/ 723900 h 1890712"/>
              <a:gd name="connsiteX81" fmla="*/ 983457 w 2543175"/>
              <a:gd name="connsiteY81" fmla="*/ 733425 h 1890712"/>
              <a:gd name="connsiteX82" fmla="*/ 990600 w 2543175"/>
              <a:gd name="connsiteY82" fmla="*/ 738187 h 1890712"/>
              <a:gd name="connsiteX83" fmla="*/ 1007269 w 2543175"/>
              <a:gd name="connsiteY83" fmla="*/ 752475 h 1890712"/>
              <a:gd name="connsiteX84" fmla="*/ 1031082 w 2543175"/>
              <a:gd name="connsiteY84" fmla="*/ 766762 h 1890712"/>
              <a:gd name="connsiteX85" fmla="*/ 1042988 w 2543175"/>
              <a:gd name="connsiteY85" fmla="*/ 773906 h 1890712"/>
              <a:gd name="connsiteX86" fmla="*/ 1071563 w 2543175"/>
              <a:gd name="connsiteY86" fmla="*/ 785812 h 1890712"/>
              <a:gd name="connsiteX87" fmla="*/ 1097757 w 2543175"/>
              <a:gd name="connsiteY87" fmla="*/ 807244 h 1890712"/>
              <a:gd name="connsiteX88" fmla="*/ 1104900 w 2543175"/>
              <a:gd name="connsiteY88" fmla="*/ 814387 h 1890712"/>
              <a:gd name="connsiteX89" fmla="*/ 1121569 w 2543175"/>
              <a:gd name="connsiteY89" fmla="*/ 823912 h 1890712"/>
              <a:gd name="connsiteX90" fmla="*/ 1138238 w 2543175"/>
              <a:gd name="connsiteY90" fmla="*/ 835819 h 1890712"/>
              <a:gd name="connsiteX91" fmla="*/ 1147763 w 2543175"/>
              <a:gd name="connsiteY91" fmla="*/ 842962 h 1890712"/>
              <a:gd name="connsiteX92" fmla="*/ 1157288 w 2543175"/>
              <a:gd name="connsiteY92" fmla="*/ 847725 h 1890712"/>
              <a:gd name="connsiteX93" fmla="*/ 1178719 w 2543175"/>
              <a:gd name="connsiteY93" fmla="*/ 859631 h 1890712"/>
              <a:gd name="connsiteX94" fmla="*/ 1188244 w 2543175"/>
              <a:gd name="connsiteY94" fmla="*/ 866775 h 1890712"/>
              <a:gd name="connsiteX95" fmla="*/ 1195388 w 2543175"/>
              <a:gd name="connsiteY95" fmla="*/ 871537 h 1890712"/>
              <a:gd name="connsiteX96" fmla="*/ 1212057 w 2543175"/>
              <a:gd name="connsiteY96" fmla="*/ 883444 h 1890712"/>
              <a:gd name="connsiteX97" fmla="*/ 1226344 w 2543175"/>
              <a:gd name="connsiteY97" fmla="*/ 895350 h 1890712"/>
              <a:gd name="connsiteX98" fmla="*/ 1245394 w 2543175"/>
              <a:gd name="connsiteY98" fmla="*/ 907256 h 1890712"/>
              <a:gd name="connsiteX99" fmla="*/ 1254919 w 2543175"/>
              <a:gd name="connsiteY99" fmla="*/ 914400 h 1890712"/>
              <a:gd name="connsiteX100" fmla="*/ 1269207 w 2543175"/>
              <a:gd name="connsiteY100" fmla="*/ 921544 h 1890712"/>
              <a:gd name="connsiteX101" fmla="*/ 1290638 w 2543175"/>
              <a:gd name="connsiteY101" fmla="*/ 935831 h 1890712"/>
              <a:gd name="connsiteX102" fmla="*/ 1307307 w 2543175"/>
              <a:gd name="connsiteY102" fmla="*/ 952500 h 1890712"/>
              <a:gd name="connsiteX103" fmla="*/ 1333500 w 2543175"/>
              <a:gd name="connsiteY103" fmla="*/ 971550 h 1890712"/>
              <a:gd name="connsiteX104" fmla="*/ 1359694 w 2543175"/>
              <a:gd name="connsiteY104" fmla="*/ 990600 h 1890712"/>
              <a:gd name="connsiteX105" fmla="*/ 1373982 w 2543175"/>
              <a:gd name="connsiteY105" fmla="*/ 997744 h 1890712"/>
              <a:gd name="connsiteX106" fmla="*/ 1388269 w 2543175"/>
              <a:gd name="connsiteY106" fmla="*/ 1007269 h 1890712"/>
              <a:gd name="connsiteX107" fmla="*/ 1414463 w 2543175"/>
              <a:gd name="connsiteY107" fmla="*/ 1019175 h 1890712"/>
              <a:gd name="connsiteX108" fmla="*/ 1428750 w 2543175"/>
              <a:gd name="connsiteY108" fmla="*/ 1026319 h 1890712"/>
              <a:gd name="connsiteX109" fmla="*/ 1471613 w 2543175"/>
              <a:gd name="connsiteY109" fmla="*/ 1059656 h 1890712"/>
              <a:gd name="connsiteX110" fmla="*/ 1495425 w 2543175"/>
              <a:gd name="connsiteY110" fmla="*/ 1088231 h 1890712"/>
              <a:gd name="connsiteX111" fmla="*/ 1547812 w 2543175"/>
              <a:gd name="connsiteY111" fmla="*/ 1133475 h 1890712"/>
              <a:gd name="connsiteX112" fmla="*/ 1597819 w 2543175"/>
              <a:gd name="connsiteY112" fmla="*/ 1154906 h 1890712"/>
              <a:gd name="connsiteX113" fmla="*/ 1604963 w 2543175"/>
              <a:gd name="connsiteY113" fmla="*/ 1162050 h 1890712"/>
              <a:gd name="connsiteX114" fmla="*/ 1612107 w 2543175"/>
              <a:gd name="connsiteY114" fmla="*/ 1166812 h 1890712"/>
              <a:gd name="connsiteX115" fmla="*/ 1628775 w 2543175"/>
              <a:gd name="connsiteY115" fmla="*/ 1183481 h 1890712"/>
              <a:gd name="connsiteX116" fmla="*/ 1662113 w 2543175"/>
              <a:gd name="connsiteY116" fmla="*/ 1209675 h 1890712"/>
              <a:gd name="connsiteX117" fmla="*/ 1678782 w 2543175"/>
              <a:gd name="connsiteY117" fmla="*/ 1226344 h 1890712"/>
              <a:gd name="connsiteX118" fmla="*/ 1700213 w 2543175"/>
              <a:gd name="connsiteY118" fmla="*/ 1247775 h 1890712"/>
              <a:gd name="connsiteX119" fmla="*/ 1712119 w 2543175"/>
              <a:gd name="connsiteY119" fmla="*/ 1259681 h 1890712"/>
              <a:gd name="connsiteX120" fmla="*/ 1733550 w 2543175"/>
              <a:gd name="connsiteY120" fmla="*/ 1273969 h 1890712"/>
              <a:gd name="connsiteX121" fmla="*/ 1743075 w 2543175"/>
              <a:gd name="connsiteY121" fmla="*/ 1283494 h 1890712"/>
              <a:gd name="connsiteX122" fmla="*/ 1754982 w 2543175"/>
              <a:gd name="connsiteY122" fmla="*/ 1290637 h 1890712"/>
              <a:gd name="connsiteX123" fmla="*/ 1766888 w 2543175"/>
              <a:gd name="connsiteY123" fmla="*/ 1300162 h 1890712"/>
              <a:gd name="connsiteX124" fmla="*/ 1783557 w 2543175"/>
              <a:gd name="connsiteY124" fmla="*/ 1307306 h 1890712"/>
              <a:gd name="connsiteX125" fmla="*/ 1790700 w 2543175"/>
              <a:gd name="connsiteY125" fmla="*/ 1312069 h 1890712"/>
              <a:gd name="connsiteX126" fmla="*/ 1800225 w 2543175"/>
              <a:gd name="connsiteY126" fmla="*/ 1319212 h 1890712"/>
              <a:gd name="connsiteX127" fmla="*/ 1807369 w 2543175"/>
              <a:gd name="connsiteY127" fmla="*/ 1321594 h 1890712"/>
              <a:gd name="connsiteX128" fmla="*/ 1824038 w 2543175"/>
              <a:gd name="connsiteY128" fmla="*/ 1333500 h 1890712"/>
              <a:gd name="connsiteX129" fmla="*/ 1843088 w 2543175"/>
              <a:gd name="connsiteY129" fmla="*/ 1352550 h 1890712"/>
              <a:gd name="connsiteX130" fmla="*/ 1852613 w 2543175"/>
              <a:gd name="connsiteY130" fmla="*/ 1359694 h 1890712"/>
              <a:gd name="connsiteX131" fmla="*/ 1859757 w 2543175"/>
              <a:gd name="connsiteY131" fmla="*/ 1366837 h 1890712"/>
              <a:gd name="connsiteX132" fmla="*/ 1869282 w 2543175"/>
              <a:gd name="connsiteY132" fmla="*/ 1371600 h 1890712"/>
              <a:gd name="connsiteX133" fmla="*/ 1883569 w 2543175"/>
              <a:gd name="connsiteY133" fmla="*/ 1388269 h 1890712"/>
              <a:gd name="connsiteX134" fmla="*/ 1893094 w 2543175"/>
              <a:gd name="connsiteY134" fmla="*/ 1395412 h 1890712"/>
              <a:gd name="connsiteX135" fmla="*/ 1902619 w 2543175"/>
              <a:gd name="connsiteY135" fmla="*/ 1404937 h 1890712"/>
              <a:gd name="connsiteX136" fmla="*/ 1912144 w 2543175"/>
              <a:gd name="connsiteY136" fmla="*/ 1409700 h 1890712"/>
              <a:gd name="connsiteX137" fmla="*/ 1931194 w 2543175"/>
              <a:gd name="connsiteY137" fmla="*/ 1421606 h 1890712"/>
              <a:gd name="connsiteX138" fmla="*/ 1935957 w 2543175"/>
              <a:gd name="connsiteY138" fmla="*/ 1428750 h 1890712"/>
              <a:gd name="connsiteX139" fmla="*/ 1952625 w 2543175"/>
              <a:gd name="connsiteY139" fmla="*/ 1438275 h 1890712"/>
              <a:gd name="connsiteX140" fmla="*/ 1971675 w 2543175"/>
              <a:gd name="connsiteY140" fmla="*/ 1450181 h 1890712"/>
              <a:gd name="connsiteX141" fmla="*/ 1981200 w 2543175"/>
              <a:gd name="connsiteY141" fmla="*/ 1454944 h 1890712"/>
              <a:gd name="connsiteX142" fmla="*/ 1997869 w 2543175"/>
              <a:gd name="connsiteY142" fmla="*/ 1471612 h 1890712"/>
              <a:gd name="connsiteX143" fmla="*/ 2007394 w 2543175"/>
              <a:gd name="connsiteY143" fmla="*/ 1478756 h 1890712"/>
              <a:gd name="connsiteX144" fmla="*/ 2016919 w 2543175"/>
              <a:gd name="connsiteY144" fmla="*/ 1483519 h 1890712"/>
              <a:gd name="connsiteX145" fmla="*/ 2024063 w 2543175"/>
              <a:gd name="connsiteY145" fmla="*/ 1490662 h 1890712"/>
              <a:gd name="connsiteX146" fmla="*/ 2033588 w 2543175"/>
              <a:gd name="connsiteY146" fmla="*/ 1495425 h 1890712"/>
              <a:gd name="connsiteX147" fmla="*/ 2040732 w 2543175"/>
              <a:gd name="connsiteY147" fmla="*/ 1502569 h 1890712"/>
              <a:gd name="connsiteX148" fmla="*/ 2047875 w 2543175"/>
              <a:gd name="connsiteY148" fmla="*/ 1507331 h 1890712"/>
              <a:gd name="connsiteX149" fmla="*/ 2057400 w 2543175"/>
              <a:gd name="connsiteY149" fmla="*/ 1514475 h 1890712"/>
              <a:gd name="connsiteX150" fmla="*/ 2064544 w 2543175"/>
              <a:gd name="connsiteY150" fmla="*/ 1519237 h 1890712"/>
              <a:gd name="connsiteX151" fmla="*/ 2071688 w 2543175"/>
              <a:gd name="connsiteY151" fmla="*/ 1526381 h 1890712"/>
              <a:gd name="connsiteX152" fmla="*/ 2081213 w 2543175"/>
              <a:gd name="connsiteY152" fmla="*/ 1531144 h 1890712"/>
              <a:gd name="connsiteX153" fmla="*/ 2090738 w 2543175"/>
              <a:gd name="connsiteY153" fmla="*/ 1538287 h 1890712"/>
              <a:gd name="connsiteX154" fmla="*/ 2109788 w 2543175"/>
              <a:gd name="connsiteY154" fmla="*/ 1547812 h 1890712"/>
              <a:gd name="connsiteX155" fmla="*/ 2131219 w 2543175"/>
              <a:gd name="connsiteY155" fmla="*/ 1562100 h 1890712"/>
              <a:gd name="connsiteX156" fmla="*/ 2140744 w 2543175"/>
              <a:gd name="connsiteY156" fmla="*/ 1566862 h 1890712"/>
              <a:gd name="connsiteX157" fmla="*/ 2152650 w 2543175"/>
              <a:gd name="connsiteY157" fmla="*/ 1576387 h 1890712"/>
              <a:gd name="connsiteX158" fmla="*/ 2181225 w 2543175"/>
              <a:gd name="connsiteY158" fmla="*/ 1590675 h 1890712"/>
              <a:gd name="connsiteX159" fmla="*/ 2200275 w 2543175"/>
              <a:gd name="connsiteY159" fmla="*/ 1607344 h 1890712"/>
              <a:gd name="connsiteX160" fmla="*/ 2207419 w 2543175"/>
              <a:gd name="connsiteY160" fmla="*/ 1612106 h 1890712"/>
              <a:gd name="connsiteX161" fmla="*/ 2216944 w 2543175"/>
              <a:gd name="connsiteY161" fmla="*/ 1619250 h 1890712"/>
              <a:gd name="connsiteX162" fmla="*/ 2224088 w 2543175"/>
              <a:gd name="connsiteY162" fmla="*/ 1624012 h 1890712"/>
              <a:gd name="connsiteX163" fmla="*/ 2247900 w 2543175"/>
              <a:gd name="connsiteY163" fmla="*/ 1643062 h 1890712"/>
              <a:gd name="connsiteX164" fmla="*/ 2255044 w 2543175"/>
              <a:gd name="connsiteY164" fmla="*/ 1650206 h 1890712"/>
              <a:gd name="connsiteX165" fmla="*/ 2281238 w 2543175"/>
              <a:gd name="connsiteY165" fmla="*/ 1664494 h 1890712"/>
              <a:gd name="connsiteX166" fmla="*/ 2297907 w 2543175"/>
              <a:gd name="connsiteY166" fmla="*/ 1674019 h 1890712"/>
              <a:gd name="connsiteX167" fmla="*/ 2312194 w 2543175"/>
              <a:gd name="connsiteY167" fmla="*/ 1685925 h 1890712"/>
              <a:gd name="connsiteX168" fmla="*/ 2328863 w 2543175"/>
              <a:gd name="connsiteY168" fmla="*/ 1697831 h 1890712"/>
              <a:gd name="connsiteX169" fmla="*/ 2350294 w 2543175"/>
              <a:gd name="connsiteY169" fmla="*/ 1712119 h 1890712"/>
              <a:gd name="connsiteX170" fmla="*/ 2369344 w 2543175"/>
              <a:gd name="connsiteY170" fmla="*/ 1724025 h 1890712"/>
              <a:gd name="connsiteX171" fmla="*/ 2428876 w 2543175"/>
              <a:gd name="connsiteY171" fmla="*/ 1785938 h 1890712"/>
              <a:gd name="connsiteX172" fmla="*/ 2466975 w 2543175"/>
              <a:gd name="connsiteY172" fmla="*/ 1783556 h 1890712"/>
              <a:gd name="connsiteX173" fmla="*/ 2481263 w 2543175"/>
              <a:gd name="connsiteY173" fmla="*/ 1795462 h 1890712"/>
              <a:gd name="connsiteX174" fmla="*/ 2486025 w 2543175"/>
              <a:gd name="connsiteY174" fmla="*/ 1802606 h 1890712"/>
              <a:gd name="connsiteX175" fmla="*/ 2514600 w 2543175"/>
              <a:gd name="connsiteY175" fmla="*/ 1850231 h 1890712"/>
              <a:gd name="connsiteX176" fmla="*/ 2519363 w 2543175"/>
              <a:gd name="connsiteY176" fmla="*/ 1857375 h 1890712"/>
              <a:gd name="connsiteX177" fmla="*/ 2540794 w 2543175"/>
              <a:gd name="connsiteY177" fmla="*/ 1883569 h 1890712"/>
              <a:gd name="connsiteX178" fmla="*/ 2543175 w 2543175"/>
              <a:gd name="connsiteY178"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09563 w 2543175"/>
              <a:gd name="connsiteY25" fmla="*/ 209550 h 1890712"/>
              <a:gd name="connsiteX26" fmla="*/ 333375 w 2543175"/>
              <a:gd name="connsiteY26" fmla="*/ 228600 h 1890712"/>
              <a:gd name="connsiteX27" fmla="*/ 340519 w 2543175"/>
              <a:gd name="connsiteY27" fmla="*/ 233362 h 1890712"/>
              <a:gd name="connsiteX28" fmla="*/ 354807 w 2543175"/>
              <a:gd name="connsiteY28" fmla="*/ 247650 h 1890712"/>
              <a:gd name="connsiteX29" fmla="*/ 366713 w 2543175"/>
              <a:gd name="connsiteY29" fmla="*/ 264319 h 1890712"/>
              <a:gd name="connsiteX30" fmla="*/ 371475 w 2543175"/>
              <a:gd name="connsiteY30" fmla="*/ 271462 h 1890712"/>
              <a:gd name="connsiteX31" fmla="*/ 378619 w 2543175"/>
              <a:gd name="connsiteY31" fmla="*/ 276225 h 1890712"/>
              <a:gd name="connsiteX32" fmla="*/ 385763 w 2543175"/>
              <a:gd name="connsiteY32" fmla="*/ 283369 h 1890712"/>
              <a:gd name="connsiteX33" fmla="*/ 395288 w 2543175"/>
              <a:gd name="connsiteY33" fmla="*/ 288131 h 1890712"/>
              <a:gd name="connsiteX34" fmla="*/ 404813 w 2543175"/>
              <a:gd name="connsiteY34" fmla="*/ 295275 h 1890712"/>
              <a:gd name="connsiteX35" fmla="*/ 411957 w 2543175"/>
              <a:gd name="connsiteY35" fmla="*/ 297656 h 1890712"/>
              <a:gd name="connsiteX36" fmla="*/ 421482 w 2543175"/>
              <a:gd name="connsiteY36" fmla="*/ 302419 h 1890712"/>
              <a:gd name="connsiteX37" fmla="*/ 447675 w 2543175"/>
              <a:gd name="connsiteY37" fmla="*/ 307181 h 1890712"/>
              <a:gd name="connsiteX38" fmla="*/ 461963 w 2543175"/>
              <a:gd name="connsiteY38" fmla="*/ 321469 h 1890712"/>
              <a:gd name="connsiteX39" fmla="*/ 466725 w 2543175"/>
              <a:gd name="connsiteY39" fmla="*/ 328612 h 1890712"/>
              <a:gd name="connsiteX40" fmla="*/ 476250 w 2543175"/>
              <a:gd name="connsiteY40" fmla="*/ 335756 h 1890712"/>
              <a:gd name="connsiteX41" fmla="*/ 481013 w 2543175"/>
              <a:gd name="connsiteY41" fmla="*/ 342900 h 1890712"/>
              <a:gd name="connsiteX42" fmla="*/ 490538 w 2543175"/>
              <a:gd name="connsiteY42" fmla="*/ 352425 h 1890712"/>
              <a:gd name="connsiteX43" fmla="*/ 495300 w 2543175"/>
              <a:gd name="connsiteY43" fmla="*/ 359569 h 1890712"/>
              <a:gd name="connsiteX44" fmla="*/ 509588 w 2543175"/>
              <a:gd name="connsiteY44" fmla="*/ 376237 h 1890712"/>
              <a:gd name="connsiteX45" fmla="*/ 514350 w 2543175"/>
              <a:gd name="connsiteY45" fmla="*/ 383381 h 1890712"/>
              <a:gd name="connsiteX46" fmla="*/ 531019 w 2543175"/>
              <a:gd name="connsiteY46" fmla="*/ 397669 h 1890712"/>
              <a:gd name="connsiteX47" fmla="*/ 538163 w 2543175"/>
              <a:gd name="connsiteY47" fmla="*/ 407194 h 1890712"/>
              <a:gd name="connsiteX48" fmla="*/ 554832 w 2543175"/>
              <a:gd name="connsiteY48" fmla="*/ 421481 h 1890712"/>
              <a:gd name="connsiteX49" fmla="*/ 564357 w 2543175"/>
              <a:gd name="connsiteY49" fmla="*/ 431006 h 1890712"/>
              <a:gd name="connsiteX50" fmla="*/ 573882 w 2543175"/>
              <a:gd name="connsiteY50" fmla="*/ 438150 h 1890712"/>
              <a:gd name="connsiteX51" fmla="*/ 595313 w 2543175"/>
              <a:gd name="connsiteY51" fmla="*/ 454819 h 1890712"/>
              <a:gd name="connsiteX52" fmla="*/ 602457 w 2543175"/>
              <a:gd name="connsiteY52" fmla="*/ 457200 h 1890712"/>
              <a:gd name="connsiteX53" fmla="*/ 628650 w 2543175"/>
              <a:gd name="connsiteY53" fmla="*/ 469106 h 1890712"/>
              <a:gd name="connsiteX54" fmla="*/ 645319 w 2543175"/>
              <a:gd name="connsiteY54" fmla="*/ 483394 h 1890712"/>
              <a:gd name="connsiteX55" fmla="*/ 654844 w 2543175"/>
              <a:gd name="connsiteY55" fmla="*/ 488156 h 1890712"/>
              <a:gd name="connsiteX56" fmla="*/ 661988 w 2543175"/>
              <a:gd name="connsiteY56" fmla="*/ 497681 h 1890712"/>
              <a:gd name="connsiteX57" fmla="*/ 683419 w 2543175"/>
              <a:gd name="connsiteY57" fmla="*/ 514350 h 1890712"/>
              <a:gd name="connsiteX58" fmla="*/ 700088 w 2543175"/>
              <a:gd name="connsiteY58" fmla="*/ 526256 h 1890712"/>
              <a:gd name="connsiteX59" fmla="*/ 709613 w 2543175"/>
              <a:gd name="connsiteY59" fmla="*/ 535781 h 1890712"/>
              <a:gd name="connsiteX60" fmla="*/ 719138 w 2543175"/>
              <a:gd name="connsiteY60" fmla="*/ 542925 h 1890712"/>
              <a:gd name="connsiteX61" fmla="*/ 733425 w 2543175"/>
              <a:gd name="connsiteY61" fmla="*/ 557212 h 1890712"/>
              <a:gd name="connsiteX62" fmla="*/ 750094 w 2543175"/>
              <a:gd name="connsiteY62" fmla="*/ 569119 h 1890712"/>
              <a:gd name="connsiteX63" fmla="*/ 769144 w 2543175"/>
              <a:gd name="connsiteY63" fmla="*/ 581025 h 1890712"/>
              <a:gd name="connsiteX64" fmla="*/ 785813 w 2543175"/>
              <a:gd name="connsiteY64" fmla="*/ 590550 h 1890712"/>
              <a:gd name="connsiteX65" fmla="*/ 792957 w 2543175"/>
              <a:gd name="connsiteY65" fmla="*/ 600075 h 1890712"/>
              <a:gd name="connsiteX66" fmla="*/ 809625 w 2543175"/>
              <a:gd name="connsiteY66" fmla="*/ 611981 h 1890712"/>
              <a:gd name="connsiteX67" fmla="*/ 816769 w 2543175"/>
              <a:gd name="connsiteY67" fmla="*/ 619125 h 1890712"/>
              <a:gd name="connsiteX68" fmla="*/ 826294 w 2543175"/>
              <a:gd name="connsiteY68" fmla="*/ 626269 h 1890712"/>
              <a:gd name="connsiteX69" fmla="*/ 840582 w 2543175"/>
              <a:gd name="connsiteY69" fmla="*/ 638175 h 1890712"/>
              <a:gd name="connsiteX70" fmla="*/ 847725 w 2543175"/>
              <a:gd name="connsiteY70" fmla="*/ 645319 h 1890712"/>
              <a:gd name="connsiteX71" fmla="*/ 857250 w 2543175"/>
              <a:gd name="connsiteY71" fmla="*/ 652462 h 1890712"/>
              <a:gd name="connsiteX72" fmla="*/ 864394 w 2543175"/>
              <a:gd name="connsiteY72" fmla="*/ 657225 h 1890712"/>
              <a:gd name="connsiteX73" fmla="*/ 888207 w 2543175"/>
              <a:gd name="connsiteY73" fmla="*/ 676275 h 1890712"/>
              <a:gd name="connsiteX74" fmla="*/ 895350 w 2543175"/>
              <a:gd name="connsiteY74" fmla="*/ 681037 h 1890712"/>
              <a:gd name="connsiteX75" fmla="*/ 907257 w 2543175"/>
              <a:gd name="connsiteY75" fmla="*/ 683419 h 1890712"/>
              <a:gd name="connsiteX76" fmla="*/ 928688 w 2543175"/>
              <a:gd name="connsiteY76" fmla="*/ 695325 h 1890712"/>
              <a:gd name="connsiteX77" fmla="*/ 942975 w 2543175"/>
              <a:gd name="connsiteY77" fmla="*/ 700087 h 1890712"/>
              <a:gd name="connsiteX78" fmla="*/ 964407 w 2543175"/>
              <a:gd name="connsiteY78" fmla="*/ 716756 h 1890712"/>
              <a:gd name="connsiteX79" fmla="*/ 971550 w 2543175"/>
              <a:gd name="connsiteY79" fmla="*/ 723900 h 1890712"/>
              <a:gd name="connsiteX80" fmla="*/ 983457 w 2543175"/>
              <a:gd name="connsiteY80" fmla="*/ 733425 h 1890712"/>
              <a:gd name="connsiteX81" fmla="*/ 990600 w 2543175"/>
              <a:gd name="connsiteY81" fmla="*/ 738187 h 1890712"/>
              <a:gd name="connsiteX82" fmla="*/ 1007269 w 2543175"/>
              <a:gd name="connsiteY82" fmla="*/ 752475 h 1890712"/>
              <a:gd name="connsiteX83" fmla="*/ 1031082 w 2543175"/>
              <a:gd name="connsiteY83" fmla="*/ 766762 h 1890712"/>
              <a:gd name="connsiteX84" fmla="*/ 1042988 w 2543175"/>
              <a:gd name="connsiteY84" fmla="*/ 773906 h 1890712"/>
              <a:gd name="connsiteX85" fmla="*/ 1071563 w 2543175"/>
              <a:gd name="connsiteY85" fmla="*/ 785812 h 1890712"/>
              <a:gd name="connsiteX86" fmla="*/ 1097757 w 2543175"/>
              <a:gd name="connsiteY86" fmla="*/ 807244 h 1890712"/>
              <a:gd name="connsiteX87" fmla="*/ 1104900 w 2543175"/>
              <a:gd name="connsiteY87" fmla="*/ 814387 h 1890712"/>
              <a:gd name="connsiteX88" fmla="*/ 1121569 w 2543175"/>
              <a:gd name="connsiteY88" fmla="*/ 823912 h 1890712"/>
              <a:gd name="connsiteX89" fmla="*/ 1138238 w 2543175"/>
              <a:gd name="connsiteY89" fmla="*/ 835819 h 1890712"/>
              <a:gd name="connsiteX90" fmla="*/ 1147763 w 2543175"/>
              <a:gd name="connsiteY90" fmla="*/ 842962 h 1890712"/>
              <a:gd name="connsiteX91" fmla="*/ 1157288 w 2543175"/>
              <a:gd name="connsiteY91" fmla="*/ 847725 h 1890712"/>
              <a:gd name="connsiteX92" fmla="*/ 1178719 w 2543175"/>
              <a:gd name="connsiteY92" fmla="*/ 859631 h 1890712"/>
              <a:gd name="connsiteX93" fmla="*/ 1188244 w 2543175"/>
              <a:gd name="connsiteY93" fmla="*/ 866775 h 1890712"/>
              <a:gd name="connsiteX94" fmla="*/ 1195388 w 2543175"/>
              <a:gd name="connsiteY94" fmla="*/ 871537 h 1890712"/>
              <a:gd name="connsiteX95" fmla="*/ 1212057 w 2543175"/>
              <a:gd name="connsiteY95" fmla="*/ 883444 h 1890712"/>
              <a:gd name="connsiteX96" fmla="*/ 1226344 w 2543175"/>
              <a:gd name="connsiteY96" fmla="*/ 895350 h 1890712"/>
              <a:gd name="connsiteX97" fmla="*/ 1245394 w 2543175"/>
              <a:gd name="connsiteY97" fmla="*/ 907256 h 1890712"/>
              <a:gd name="connsiteX98" fmla="*/ 1254919 w 2543175"/>
              <a:gd name="connsiteY98" fmla="*/ 914400 h 1890712"/>
              <a:gd name="connsiteX99" fmla="*/ 1269207 w 2543175"/>
              <a:gd name="connsiteY99" fmla="*/ 921544 h 1890712"/>
              <a:gd name="connsiteX100" fmla="*/ 1290638 w 2543175"/>
              <a:gd name="connsiteY100" fmla="*/ 935831 h 1890712"/>
              <a:gd name="connsiteX101" fmla="*/ 1307307 w 2543175"/>
              <a:gd name="connsiteY101" fmla="*/ 952500 h 1890712"/>
              <a:gd name="connsiteX102" fmla="*/ 1333500 w 2543175"/>
              <a:gd name="connsiteY102" fmla="*/ 971550 h 1890712"/>
              <a:gd name="connsiteX103" fmla="*/ 1359694 w 2543175"/>
              <a:gd name="connsiteY103" fmla="*/ 990600 h 1890712"/>
              <a:gd name="connsiteX104" fmla="*/ 1373982 w 2543175"/>
              <a:gd name="connsiteY104" fmla="*/ 997744 h 1890712"/>
              <a:gd name="connsiteX105" fmla="*/ 1388269 w 2543175"/>
              <a:gd name="connsiteY105" fmla="*/ 1007269 h 1890712"/>
              <a:gd name="connsiteX106" fmla="*/ 1414463 w 2543175"/>
              <a:gd name="connsiteY106" fmla="*/ 1019175 h 1890712"/>
              <a:gd name="connsiteX107" fmla="*/ 1428750 w 2543175"/>
              <a:gd name="connsiteY107" fmla="*/ 1026319 h 1890712"/>
              <a:gd name="connsiteX108" fmla="*/ 1471613 w 2543175"/>
              <a:gd name="connsiteY108" fmla="*/ 1059656 h 1890712"/>
              <a:gd name="connsiteX109" fmla="*/ 1495425 w 2543175"/>
              <a:gd name="connsiteY109" fmla="*/ 1088231 h 1890712"/>
              <a:gd name="connsiteX110" fmla="*/ 1547812 w 2543175"/>
              <a:gd name="connsiteY110" fmla="*/ 1133475 h 1890712"/>
              <a:gd name="connsiteX111" fmla="*/ 1597819 w 2543175"/>
              <a:gd name="connsiteY111" fmla="*/ 1154906 h 1890712"/>
              <a:gd name="connsiteX112" fmla="*/ 1604963 w 2543175"/>
              <a:gd name="connsiteY112" fmla="*/ 1162050 h 1890712"/>
              <a:gd name="connsiteX113" fmla="*/ 1612107 w 2543175"/>
              <a:gd name="connsiteY113" fmla="*/ 1166812 h 1890712"/>
              <a:gd name="connsiteX114" fmla="*/ 1628775 w 2543175"/>
              <a:gd name="connsiteY114" fmla="*/ 1183481 h 1890712"/>
              <a:gd name="connsiteX115" fmla="*/ 1662113 w 2543175"/>
              <a:gd name="connsiteY115" fmla="*/ 1209675 h 1890712"/>
              <a:gd name="connsiteX116" fmla="*/ 1678782 w 2543175"/>
              <a:gd name="connsiteY116" fmla="*/ 1226344 h 1890712"/>
              <a:gd name="connsiteX117" fmla="*/ 1700213 w 2543175"/>
              <a:gd name="connsiteY117" fmla="*/ 1247775 h 1890712"/>
              <a:gd name="connsiteX118" fmla="*/ 1712119 w 2543175"/>
              <a:gd name="connsiteY118" fmla="*/ 1259681 h 1890712"/>
              <a:gd name="connsiteX119" fmla="*/ 1733550 w 2543175"/>
              <a:gd name="connsiteY119" fmla="*/ 1273969 h 1890712"/>
              <a:gd name="connsiteX120" fmla="*/ 1743075 w 2543175"/>
              <a:gd name="connsiteY120" fmla="*/ 1283494 h 1890712"/>
              <a:gd name="connsiteX121" fmla="*/ 1754982 w 2543175"/>
              <a:gd name="connsiteY121" fmla="*/ 1290637 h 1890712"/>
              <a:gd name="connsiteX122" fmla="*/ 1766888 w 2543175"/>
              <a:gd name="connsiteY122" fmla="*/ 1300162 h 1890712"/>
              <a:gd name="connsiteX123" fmla="*/ 1783557 w 2543175"/>
              <a:gd name="connsiteY123" fmla="*/ 1307306 h 1890712"/>
              <a:gd name="connsiteX124" fmla="*/ 1790700 w 2543175"/>
              <a:gd name="connsiteY124" fmla="*/ 1312069 h 1890712"/>
              <a:gd name="connsiteX125" fmla="*/ 1800225 w 2543175"/>
              <a:gd name="connsiteY125" fmla="*/ 1319212 h 1890712"/>
              <a:gd name="connsiteX126" fmla="*/ 1807369 w 2543175"/>
              <a:gd name="connsiteY126" fmla="*/ 1321594 h 1890712"/>
              <a:gd name="connsiteX127" fmla="*/ 1824038 w 2543175"/>
              <a:gd name="connsiteY127" fmla="*/ 1333500 h 1890712"/>
              <a:gd name="connsiteX128" fmla="*/ 1843088 w 2543175"/>
              <a:gd name="connsiteY128" fmla="*/ 1352550 h 1890712"/>
              <a:gd name="connsiteX129" fmla="*/ 1852613 w 2543175"/>
              <a:gd name="connsiteY129" fmla="*/ 1359694 h 1890712"/>
              <a:gd name="connsiteX130" fmla="*/ 1859757 w 2543175"/>
              <a:gd name="connsiteY130" fmla="*/ 1366837 h 1890712"/>
              <a:gd name="connsiteX131" fmla="*/ 1869282 w 2543175"/>
              <a:gd name="connsiteY131" fmla="*/ 1371600 h 1890712"/>
              <a:gd name="connsiteX132" fmla="*/ 1883569 w 2543175"/>
              <a:gd name="connsiteY132" fmla="*/ 1388269 h 1890712"/>
              <a:gd name="connsiteX133" fmla="*/ 1893094 w 2543175"/>
              <a:gd name="connsiteY133" fmla="*/ 1395412 h 1890712"/>
              <a:gd name="connsiteX134" fmla="*/ 1902619 w 2543175"/>
              <a:gd name="connsiteY134" fmla="*/ 1404937 h 1890712"/>
              <a:gd name="connsiteX135" fmla="*/ 1912144 w 2543175"/>
              <a:gd name="connsiteY135" fmla="*/ 1409700 h 1890712"/>
              <a:gd name="connsiteX136" fmla="*/ 1931194 w 2543175"/>
              <a:gd name="connsiteY136" fmla="*/ 1421606 h 1890712"/>
              <a:gd name="connsiteX137" fmla="*/ 1935957 w 2543175"/>
              <a:gd name="connsiteY137" fmla="*/ 1428750 h 1890712"/>
              <a:gd name="connsiteX138" fmla="*/ 1952625 w 2543175"/>
              <a:gd name="connsiteY138" fmla="*/ 1438275 h 1890712"/>
              <a:gd name="connsiteX139" fmla="*/ 1971675 w 2543175"/>
              <a:gd name="connsiteY139" fmla="*/ 1450181 h 1890712"/>
              <a:gd name="connsiteX140" fmla="*/ 1981200 w 2543175"/>
              <a:gd name="connsiteY140" fmla="*/ 1454944 h 1890712"/>
              <a:gd name="connsiteX141" fmla="*/ 1997869 w 2543175"/>
              <a:gd name="connsiteY141" fmla="*/ 1471612 h 1890712"/>
              <a:gd name="connsiteX142" fmla="*/ 2007394 w 2543175"/>
              <a:gd name="connsiteY142" fmla="*/ 1478756 h 1890712"/>
              <a:gd name="connsiteX143" fmla="*/ 2016919 w 2543175"/>
              <a:gd name="connsiteY143" fmla="*/ 1483519 h 1890712"/>
              <a:gd name="connsiteX144" fmla="*/ 2024063 w 2543175"/>
              <a:gd name="connsiteY144" fmla="*/ 1490662 h 1890712"/>
              <a:gd name="connsiteX145" fmla="*/ 2033588 w 2543175"/>
              <a:gd name="connsiteY145" fmla="*/ 1495425 h 1890712"/>
              <a:gd name="connsiteX146" fmla="*/ 2040732 w 2543175"/>
              <a:gd name="connsiteY146" fmla="*/ 1502569 h 1890712"/>
              <a:gd name="connsiteX147" fmla="*/ 2047875 w 2543175"/>
              <a:gd name="connsiteY147" fmla="*/ 1507331 h 1890712"/>
              <a:gd name="connsiteX148" fmla="*/ 2057400 w 2543175"/>
              <a:gd name="connsiteY148" fmla="*/ 1514475 h 1890712"/>
              <a:gd name="connsiteX149" fmla="*/ 2064544 w 2543175"/>
              <a:gd name="connsiteY149" fmla="*/ 1519237 h 1890712"/>
              <a:gd name="connsiteX150" fmla="*/ 2071688 w 2543175"/>
              <a:gd name="connsiteY150" fmla="*/ 1526381 h 1890712"/>
              <a:gd name="connsiteX151" fmla="*/ 2081213 w 2543175"/>
              <a:gd name="connsiteY151" fmla="*/ 1531144 h 1890712"/>
              <a:gd name="connsiteX152" fmla="*/ 2090738 w 2543175"/>
              <a:gd name="connsiteY152" fmla="*/ 1538287 h 1890712"/>
              <a:gd name="connsiteX153" fmla="*/ 2109788 w 2543175"/>
              <a:gd name="connsiteY153" fmla="*/ 1547812 h 1890712"/>
              <a:gd name="connsiteX154" fmla="*/ 2131219 w 2543175"/>
              <a:gd name="connsiteY154" fmla="*/ 1562100 h 1890712"/>
              <a:gd name="connsiteX155" fmla="*/ 2140744 w 2543175"/>
              <a:gd name="connsiteY155" fmla="*/ 1566862 h 1890712"/>
              <a:gd name="connsiteX156" fmla="*/ 2152650 w 2543175"/>
              <a:gd name="connsiteY156" fmla="*/ 1576387 h 1890712"/>
              <a:gd name="connsiteX157" fmla="*/ 2181225 w 2543175"/>
              <a:gd name="connsiteY157" fmla="*/ 1590675 h 1890712"/>
              <a:gd name="connsiteX158" fmla="*/ 2200275 w 2543175"/>
              <a:gd name="connsiteY158" fmla="*/ 1607344 h 1890712"/>
              <a:gd name="connsiteX159" fmla="*/ 2207419 w 2543175"/>
              <a:gd name="connsiteY159" fmla="*/ 1612106 h 1890712"/>
              <a:gd name="connsiteX160" fmla="*/ 2216944 w 2543175"/>
              <a:gd name="connsiteY160" fmla="*/ 1619250 h 1890712"/>
              <a:gd name="connsiteX161" fmla="*/ 2224088 w 2543175"/>
              <a:gd name="connsiteY161" fmla="*/ 1624012 h 1890712"/>
              <a:gd name="connsiteX162" fmla="*/ 2247900 w 2543175"/>
              <a:gd name="connsiteY162" fmla="*/ 1643062 h 1890712"/>
              <a:gd name="connsiteX163" fmla="*/ 2255044 w 2543175"/>
              <a:gd name="connsiteY163" fmla="*/ 1650206 h 1890712"/>
              <a:gd name="connsiteX164" fmla="*/ 2281238 w 2543175"/>
              <a:gd name="connsiteY164" fmla="*/ 1664494 h 1890712"/>
              <a:gd name="connsiteX165" fmla="*/ 2297907 w 2543175"/>
              <a:gd name="connsiteY165" fmla="*/ 1674019 h 1890712"/>
              <a:gd name="connsiteX166" fmla="*/ 2312194 w 2543175"/>
              <a:gd name="connsiteY166" fmla="*/ 1685925 h 1890712"/>
              <a:gd name="connsiteX167" fmla="*/ 2328863 w 2543175"/>
              <a:gd name="connsiteY167" fmla="*/ 1697831 h 1890712"/>
              <a:gd name="connsiteX168" fmla="*/ 2350294 w 2543175"/>
              <a:gd name="connsiteY168" fmla="*/ 1712119 h 1890712"/>
              <a:gd name="connsiteX169" fmla="*/ 2369344 w 2543175"/>
              <a:gd name="connsiteY169" fmla="*/ 1724025 h 1890712"/>
              <a:gd name="connsiteX170" fmla="*/ 2428876 w 2543175"/>
              <a:gd name="connsiteY170" fmla="*/ 1785938 h 1890712"/>
              <a:gd name="connsiteX171" fmla="*/ 2466975 w 2543175"/>
              <a:gd name="connsiteY171" fmla="*/ 1783556 h 1890712"/>
              <a:gd name="connsiteX172" fmla="*/ 2481263 w 2543175"/>
              <a:gd name="connsiteY172" fmla="*/ 1795462 h 1890712"/>
              <a:gd name="connsiteX173" fmla="*/ 2486025 w 2543175"/>
              <a:gd name="connsiteY173" fmla="*/ 1802606 h 1890712"/>
              <a:gd name="connsiteX174" fmla="*/ 2514600 w 2543175"/>
              <a:gd name="connsiteY174" fmla="*/ 1850231 h 1890712"/>
              <a:gd name="connsiteX175" fmla="*/ 2519363 w 2543175"/>
              <a:gd name="connsiteY175" fmla="*/ 1857375 h 1890712"/>
              <a:gd name="connsiteX176" fmla="*/ 2540794 w 2543175"/>
              <a:gd name="connsiteY176" fmla="*/ 1883569 h 1890712"/>
              <a:gd name="connsiteX177" fmla="*/ 2543175 w 2543175"/>
              <a:gd name="connsiteY177"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78619 w 2543175"/>
              <a:gd name="connsiteY30" fmla="*/ 276225 h 1890712"/>
              <a:gd name="connsiteX31" fmla="*/ 385763 w 2543175"/>
              <a:gd name="connsiteY31" fmla="*/ 283369 h 1890712"/>
              <a:gd name="connsiteX32" fmla="*/ 395288 w 2543175"/>
              <a:gd name="connsiteY32" fmla="*/ 288131 h 1890712"/>
              <a:gd name="connsiteX33" fmla="*/ 404813 w 2543175"/>
              <a:gd name="connsiteY33" fmla="*/ 295275 h 1890712"/>
              <a:gd name="connsiteX34" fmla="*/ 411957 w 2543175"/>
              <a:gd name="connsiteY34" fmla="*/ 297656 h 1890712"/>
              <a:gd name="connsiteX35" fmla="*/ 421482 w 2543175"/>
              <a:gd name="connsiteY35" fmla="*/ 302419 h 1890712"/>
              <a:gd name="connsiteX36" fmla="*/ 447675 w 2543175"/>
              <a:gd name="connsiteY36" fmla="*/ 307181 h 1890712"/>
              <a:gd name="connsiteX37" fmla="*/ 461963 w 2543175"/>
              <a:gd name="connsiteY37" fmla="*/ 321469 h 1890712"/>
              <a:gd name="connsiteX38" fmla="*/ 466725 w 2543175"/>
              <a:gd name="connsiteY38" fmla="*/ 328612 h 1890712"/>
              <a:gd name="connsiteX39" fmla="*/ 476250 w 2543175"/>
              <a:gd name="connsiteY39" fmla="*/ 335756 h 1890712"/>
              <a:gd name="connsiteX40" fmla="*/ 481013 w 2543175"/>
              <a:gd name="connsiteY40" fmla="*/ 342900 h 1890712"/>
              <a:gd name="connsiteX41" fmla="*/ 490538 w 2543175"/>
              <a:gd name="connsiteY41" fmla="*/ 352425 h 1890712"/>
              <a:gd name="connsiteX42" fmla="*/ 495300 w 2543175"/>
              <a:gd name="connsiteY42" fmla="*/ 359569 h 1890712"/>
              <a:gd name="connsiteX43" fmla="*/ 509588 w 2543175"/>
              <a:gd name="connsiteY43" fmla="*/ 376237 h 1890712"/>
              <a:gd name="connsiteX44" fmla="*/ 514350 w 2543175"/>
              <a:gd name="connsiteY44" fmla="*/ 383381 h 1890712"/>
              <a:gd name="connsiteX45" fmla="*/ 531019 w 2543175"/>
              <a:gd name="connsiteY45" fmla="*/ 397669 h 1890712"/>
              <a:gd name="connsiteX46" fmla="*/ 538163 w 2543175"/>
              <a:gd name="connsiteY46" fmla="*/ 407194 h 1890712"/>
              <a:gd name="connsiteX47" fmla="*/ 554832 w 2543175"/>
              <a:gd name="connsiteY47" fmla="*/ 421481 h 1890712"/>
              <a:gd name="connsiteX48" fmla="*/ 564357 w 2543175"/>
              <a:gd name="connsiteY48" fmla="*/ 431006 h 1890712"/>
              <a:gd name="connsiteX49" fmla="*/ 573882 w 2543175"/>
              <a:gd name="connsiteY49" fmla="*/ 438150 h 1890712"/>
              <a:gd name="connsiteX50" fmla="*/ 595313 w 2543175"/>
              <a:gd name="connsiteY50" fmla="*/ 454819 h 1890712"/>
              <a:gd name="connsiteX51" fmla="*/ 602457 w 2543175"/>
              <a:gd name="connsiteY51" fmla="*/ 457200 h 1890712"/>
              <a:gd name="connsiteX52" fmla="*/ 628650 w 2543175"/>
              <a:gd name="connsiteY52" fmla="*/ 469106 h 1890712"/>
              <a:gd name="connsiteX53" fmla="*/ 645319 w 2543175"/>
              <a:gd name="connsiteY53" fmla="*/ 483394 h 1890712"/>
              <a:gd name="connsiteX54" fmla="*/ 654844 w 2543175"/>
              <a:gd name="connsiteY54" fmla="*/ 488156 h 1890712"/>
              <a:gd name="connsiteX55" fmla="*/ 661988 w 2543175"/>
              <a:gd name="connsiteY55" fmla="*/ 497681 h 1890712"/>
              <a:gd name="connsiteX56" fmla="*/ 683419 w 2543175"/>
              <a:gd name="connsiteY56" fmla="*/ 514350 h 1890712"/>
              <a:gd name="connsiteX57" fmla="*/ 700088 w 2543175"/>
              <a:gd name="connsiteY57" fmla="*/ 526256 h 1890712"/>
              <a:gd name="connsiteX58" fmla="*/ 709613 w 2543175"/>
              <a:gd name="connsiteY58" fmla="*/ 535781 h 1890712"/>
              <a:gd name="connsiteX59" fmla="*/ 719138 w 2543175"/>
              <a:gd name="connsiteY59" fmla="*/ 542925 h 1890712"/>
              <a:gd name="connsiteX60" fmla="*/ 733425 w 2543175"/>
              <a:gd name="connsiteY60" fmla="*/ 557212 h 1890712"/>
              <a:gd name="connsiteX61" fmla="*/ 750094 w 2543175"/>
              <a:gd name="connsiteY61" fmla="*/ 569119 h 1890712"/>
              <a:gd name="connsiteX62" fmla="*/ 769144 w 2543175"/>
              <a:gd name="connsiteY62" fmla="*/ 581025 h 1890712"/>
              <a:gd name="connsiteX63" fmla="*/ 785813 w 2543175"/>
              <a:gd name="connsiteY63" fmla="*/ 590550 h 1890712"/>
              <a:gd name="connsiteX64" fmla="*/ 792957 w 2543175"/>
              <a:gd name="connsiteY64" fmla="*/ 600075 h 1890712"/>
              <a:gd name="connsiteX65" fmla="*/ 809625 w 2543175"/>
              <a:gd name="connsiteY65" fmla="*/ 611981 h 1890712"/>
              <a:gd name="connsiteX66" fmla="*/ 816769 w 2543175"/>
              <a:gd name="connsiteY66" fmla="*/ 619125 h 1890712"/>
              <a:gd name="connsiteX67" fmla="*/ 826294 w 2543175"/>
              <a:gd name="connsiteY67" fmla="*/ 626269 h 1890712"/>
              <a:gd name="connsiteX68" fmla="*/ 840582 w 2543175"/>
              <a:gd name="connsiteY68" fmla="*/ 638175 h 1890712"/>
              <a:gd name="connsiteX69" fmla="*/ 847725 w 2543175"/>
              <a:gd name="connsiteY69" fmla="*/ 645319 h 1890712"/>
              <a:gd name="connsiteX70" fmla="*/ 857250 w 2543175"/>
              <a:gd name="connsiteY70" fmla="*/ 652462 h 1890712"/>
              <a:gd name="connsiteX71" fmla="*/ 864394 w 2543175"/>
              <a:gd name="connsiteY71" fmla="*/ 657225 h 1890712"/>
              <a:gd name="connsiteX72" fmla="*/ 888207 w 2543175"/>
              <a:gd name="connsiteY72" fmla="*/ 676275 h 1890712"/>
              <a:gd name="connsiteX73" fmla="*/ 895350 w 2543175"/>
              <a:gd name="connsiteY73" fmla="*/ 681037 h 1890712"/>
              <a:gd name="connsiteX74" fmla="*/ 907257 w 2543175"/>
              <a:gd name="connsiteY74" fmla="*/ 683419 h 1890712"/>
              <a:gd name="connsiteX75" fmla="*/ 928688 w 2543175"/>
              <a:gd name="connsiteY75" fmla="*/ 695325 h 1890712"/>
              <a:gd name="connsiteX76" fmla="*/ 942975 w 2543175"/>
              <a:gd name="connsiteY76" fmla="*/ 700087 h 1890712"/>
              <a:gd name="connsiteX77" fmla="*/ 964407 w 2543175"/>
              <a:gd name="connsiteY77" fmla="*/ 716756 h 1890712"/>
              <a:gd name="connsiteX78" fmla="*/ 971550 w 2543175"/>
              <a:gd name="connsiteY78" fmla="*/ 723900 h 1890712"/>
              <a:gd name="connsiteX79" fmla="*/ 983457 w 2543175"/>
              <a:gd name="connsiteY79" fmla="*/ 733425 h 1890712"/>
              <a:gd name="connsiteX80" fmla="*/ 990600 w 2543175"/>
              <a:gd name="connsiteY80" fmla="*/ 738187 h 1890712"/>
              <a:gd name="connsiteX81" fmla="*/ 1007269 w 2543175"/>
              <a:gd name="connsiteY81" fmla="*/ 752475 h 1890712"/>
              <a:gd name="connsiteX82" fmla="*/ 1031082 w 2543175"/>
              <a:gd name="connsiteY82" fmla="*/ 766762 h 1890712"/>
              <a:gd name="connsiteX83" fmla="*/ 1042988 w 2543175"/>
              <a:gd name="connsiteY83" fmla="*/ 773906 h 1890712"/>
              <a:gd name="connsiteX84" fmla="*/ 1071563 w 2543175"/>
              <a:gd name="connsiteY84" fmla="*/ 785812 h 1890712"/>
              <a:gd name="connsiteX85" fmla="*/ 1097757 w 2543175"/>
              <a:gd name="connsiteY85" fmla="*/ 807244 h 1890712"/>
              <a:gd name="connsiteX86" fmla="*/ 1104900 w 2543175"/>
              <a:gd name="connsiteY86" fmla="*/ 814387 h 1890712"/>
              <a:gd name="connsiteX87" fmla="*/ 1121569 w 2543175"/>
              <a:gd name="connsiteY87" fmla="*/ 823912 h 1890712"/>
              <a:gd name="connsiteX88" fmla="*/ 1138238 w 2543175"/>
              <a:gd name="connsiteY88" fmla="*/ 835819 h 1890712"/>
              <a:gd name="connsiteX89" fmla="*/ 1147763 w 2543175"/>
              <a:gd name="connsiteY89" fmla="*/ 842962 h 1890712"/>
              <a:gd name="connsiteX90" fmla="*/ 1157288 w 2543175"/>
              <a:gd name="connsiteY90" fmla="*/ 847725 h 1890712"/>
              <a:gd name="connsiteX91" fmla="*/ 1178719 w 2543175"/>
              <a:gd name="connsiteY91" fmla="*/ 859631 h 1890712"/>
              <a:gd name="connsiteX92" fmla="*/ 1188244 w 2543175"/>
              <a:gd name="connsiteY92" fmla="*/ 866775 h 1890712"/>
              <a:gd name="connsiteX93" fmla="*/ 1195388 w 2543175"/>
              <a:gd name="connsiteY93" fmla="*/ 871537 h 1890712"/>
              <a:gd name="connsiteX94" fmla="*/ 1212057 w 2543175"/>
              <a:gd name="connsiteY94" fmla="*/ 883444 h 1890712"/>
              <a:gd name="connsiteX95" fmla="*/ 1226344 w 2543175"/>
              <a:gd name="connsiteY95" fmla="*/ 895350 h 1890712"/>
              <a:gd name="connsiteX96" fmla="*/ 1245394 w 2543175"/>
              <a:gd name="connsiteY96" fmla="*/ 907256 h 1890712"/>
              <a:gd name="connsiteX97" fmla="*/ 1254919 w 2543175"/>
              <a:gd name="connsiteY97" fmla="*/ 914400 h 1890712"/>
              <a:gd name="connsiteX98" fmla="*/ 1269207 w 2543175"/>
              <a:gd name="connsiteY98" fmla="*/ 921544 h 1890712"/>
              <a:gd name="connsiteX99" fmla="*/ 1290638 w 2543175"/>
              <a:gd name="connsiteY99" fmla="*/ 935831 h 1890712"/>
              <a:gd name="connsiteX100" fmla="*/ 1307307 w 2543175"/>
              <a:gd name="connsiteY100" fmla="*/ 952500 h 1890712"/>
              <a:gd name="connsiteX101" fmla="*/ 1333500 w 2543175"/>
              <a:gd name="connsiteY101" fmla="*/ 971550 h 1890712"/>
              <a:gd name="connsiteX102" fmla="*/ 1359694 w 2543175"/>
              <a:gd name="connsiteY102" fmla="*/ 990600 h 1890712"/>
              <a:gd name="connsiteX103" fmla="*/ 1373982 w 2543175"/>
              <a:gd name="connsiteY103" fmla="*/ 997744 h 1890712"/>
              <a:gd name="connsiteX104" fmla="*/ 1388269 w 2543175"/>
              <a:gd name="connsiteY104" fmla="*/ 1007269 h 1890712"/>
              <a:gd name="connsiteX105" fmla="*/ 1414463 w 2543175"/>
              <a:gd name="connsiteY105" fmla="*/ 1019175 h 1890712"/>
              <a:gd name="connsiteX106" fmla="*/ 1428750 w 2543175"/>
              <a:gd name="connsiteY106" fmla="*/ 1026319 h 1890712"/>
              <a:gd name="connsiteX107" fmla="*/ 1471613 w 2543175"/>
              <a:gd name="connsiteY107" fmla="*/ 1059656 h 1890712"/>
              <a:gd name="connsiteX108" fmla="*/ 1495425 w 2543175"/>
              <a:gd name="connsiteY108" fmla="*/ 1088231 h 1890712"/>
              <a:gd name="connsiteX109" fmla="*/ 1547812 w 2543175"/>
              <a:gd name="connsiteY109" fmla="*/ 1133475 h 1890712"/>
              <a:gd name="connsiteX110" fmla="*/ 1597819 w 2543175"/>
              <a:gd name="connsiteY110" fmla="*/ 1154906 h 1890712"/>
              <a:gd name="connsiteX111" fmla="*/ 1604963 w 2543175"/>
              <a:gd name="connsiteY111" fmla="*/ 1162050 h 1890712"/>
              <a:gd name="connsiteX112" fmla="*/ 1612107 w 2543175"/>
              <a:gd name="connsiteY112" fmla="*/ 1166812 h 1890712"/>
              <a:gd name="connsiteX113" fmla="*/ 1628775 w 2543175"/>
              <a:gd name="connsiteY113" fmla="*/ 1183481 h 1890712"/>
              <a:gd name="connsiteX114" fmla="*/ 1662113 w 2543175"/>
              <a:gd name="connsiteY114" fmla="*/ 1209675 h 1890712"/>
              <a:gd name="connsiteX115" fmla="*/ 1678782 w 2543175"/>
              <a:gd name="connsiteY115" fmla="*/ 1226344 h 1890712"/>
              <a:gd name="connsiteX116" fmla="*/ 1700213 w 2543175"/>
              <a:gd name="connsiteY116" fmla="*/ 1247775 h 1890712"/>
              <a:gd name="connsiteX117" fmla="*/ 1712119 w 2543175"/>
              <a:gd name="connsiteY117" fmla="*/ 1259681 h 1890712"/>
              <a:gd name="connsiteX118" fmla="*/ 1733550 w 2543175"/>
              <a:gd name="connsiteY118" fmla="*/ 1273969 h 1890712"/>
              <a:gd name="connsiteX119" fmla="*/ 1743075 w 2543175"/>
              <a:gd name="connsiteY119" fmla="*/ 1283494 h 1890712"/>
              <a:gd name="connsiteX120" fmla="*/ 1754982 w 2543175"/>
              <a:gd name="connsiteY120" fmla="*/ 1290637 h 1890712"/>
              <a:gd name="connsiteX121" fmla="*/ 1766888 w 2543175"/>
              <a:gd name="connsiteY121" fmla="*/ 1300162 h 1890712"/>
              <a:gd name="connsiteX122" fmla="*/ 1783557 w 2543175"/>
              <a:gd name="connsiteY122" fmla="*/ 1307306 h 1890712"/>
              <a:gd name="connsiteX123" fmla="*/ 1790700 w 2543175"/>
              <a:gd name="connsiteY123" fmla="*/ 1312069 h 1890712"/>
              <a:gd name="connsiteX124" fmla="*/ 1800225 w 2543175"/>
              <a:gd name="connsiteY124" fmla="*/ 1319212 h 1890712"/>
              <a:gd name="connsiteX125" fmla="*/ 1807369 w 2543175"/>
              <a:gd name="connsiteY125" fmla="*/ 1321594 h 1890712"/>
              <a:gd name="connsiteX126" fmla="*/ 1824038 w 2543175"/>
              <a:gd name="connsiteY126" fmla="*/ 1333500 h 1890712"/>
              <a:gd name="connsiteX127" fmla="*/ 1843088 w 2543175"/>
              <a:gd name="connsiteY127" fmla="*/ 1352550 h 1890712"/>
              <a:gd name="connsiteX128" fmla="*/ 1852613 w 2543175"/>
              <a:gd name="connsiteY128" fmla="*/ 1359694 h 1890712"/>
              <a:gd name="connsiteX129" fmla="*/ 1859757 w 2543175"/>
              <a:gd name="connsiteY129" fmla="*/ 1366837 h 1890712"/>
              <a:gd name="connsiteX130" fmla="*/ 1869282 w 2543175"/>
              <a:gd name="connsiteY130" fmla="*/ 1371600 h 1890712"/>
              <a:gd name="connsiteX131" fmla="*/ 1883569 w 2543175"/>
              <a:gd name="connsiteY131" fmla="*/ 1388269 h 1890712"/>
              <a:gd name="connsiteX132" fmla="*/ 1893094 w 2543175"/>
              <a:gd name="connsiteY132" fmla="*/ 1395412 h 1890712"/>
              <a:gd name="connsiteX133" fmla="*/ 1902619 w 2543175"/>
              <a:gd name="connsiteY133" fmla="*/ 1404937 h 1890712"/>
              <a:gd name="connsiteX134" fmla="*/ 1912144 w 2543175"/>
              <a:gd name="connsiteY134" fmla="*/ 1409700 h 1890712"/>
              <a:gd name="connsiteX135" fmla="*/ 1931194 w 2543175"/>
              <a:gd name="connsiteY135" fmla="*/ 1421606 h 1890712"/>
              <a:gd name="connsiteX136" fmla="*/ 1935957 w 2543175"/>
              <a:gd name="connsiteY136" fmla="*/ 1428750 h 1890712"/>
              <a:gd name="connsiteX137" fmla="*/ 1952625 w 2543175"/>
              <a:gd name="connsiteY137" fmla="*/ 1438275 h 1890712"/>
              <a:gd name="connsiteX138" fmla="*/ 1971675 w 2543175"/>
              <a:gd name="connsiteY138" fmla="*/ 1450181 h 1890712"/>
              <a:gd name="connsiteX139" fmla="*/ 1981200 w 2543175"/>
              <a:gd name="connsiteY139" fmla="*/ 1454944 h 1890712"/>
              <a:gd name="connsiteX140" fmla="*/ 1997869 w 2543175"/>
              <a:gd name="connsiteY140" fmla="*/ 1471612 h 1890712"/>
              <a:gd name="connsiteX141" fmla="*/ 2007394 w 2543175"/>
              <a:gd name="connsiteY141" fmla="*/ 1478756 h 1890712"/>
              <a:gd name="connsiteX142" fmla="*/ 2016919 w 2543175"/>
              <a:gd name="connsiteY142" fmla="*/ 1483519 h 1890712"/>
              <a:gd name="connsiteX143" fmla="*/ 2024063 w 2543175"/>
              <a:gd name="connsiteY143" fmla="*/ 1490662 h 1890712"/>
              <a:gd name="connsiteX144" fmla="*/ 2033588 w 2543175"/>
              <a:gd name="connsiteY144" fmla="*/ 1495425 h 1890712"/>
              <a:gd name="connsiteX145" fmla="*/ 2040732 w 2543175"/>
              <a:gd name="connsiteY145" fmla="*/ 1502569 h 1890712"/>
              <a:gd name="connsiteX146" fmla="*/ 2047875 w 2543175"/>
              <a:gd name="connsiteY146" fmla="*/ 1507331 h 1890712"/>
              <a:gd name="connsiteX147" fmla="*/ 2057400 w 2543175"/>
              <a:gd name="connsiteY147" fmla="*/ 1514475 h 1890712"/>
              <a:gd name="connsiteX148" fmla="*/ 2064544 w 2543175"/>
              <a:gd name="connsiteY148" fmla="*/ 1519237 h 1890712"/>
              <a:gd name="connsiteX149" fmla="*/ 2071688 w 2543175"/>
              <a:gd name="connsiteY149" fmla="*/ 1526381 h 1890712"/>
              <a:gd name="connsiteX150" fmla="*/ 2081213 w 2543175"/>
              <a:gd name="connsiteY150" fmla="*/ 1531144 h 1890712"/>
              <a:gd name="connsiteX151" fmla="*/ 2090738 w 2543175"/>
              <a:gd name="connsiteY151" fmla="*/ 1538287 h 1890712"/>
              <a:gd name="connsiteX152" fmla="*/ 2109788 w 2543175"/>
              <a:gd name="connsiteY152" fmla="*/ 1547812 h 1890712"/>
              <a:gd name="connsiteX153" fmla="*/ 2131219 w 2543175"/>
              <a:gd name="connsiteY153" fmla="*/ 1562100 h 1890712"/>
              <a:gd name="connsiteX154" fmla="*/ 2140744 w 2543175"/>
              <a:gd name="connsiteY154" fmla="*/ 1566862 h 1890712"/>
              <a:gd name="connsiteX155" fmla="*/ 2152650 w 2543175"/>
              <a:gd name="connsiteY155" fmla="*/ 1576387 h 1890712"/>
              <a:gd name="connsiteX156" fmla="*/ 2181225 w 2543175"/>
              <a:gd name="connsiteY156" fmla="*/ 1590675 h 1890712"/>
              <a:gd name="connsiteX157" fmla="*/ 2200275 w 2543175"/>
              <a:gd name="connsiteY157" fmla="*/ 1607344 h 1890712"/>
              <a:gd name="connsiteX158" fmla="*/ 2207419 w 2543175"/>
              <a:gd name="connsiteY158" fmla="*/ 1612106 h 1890712"/>
              <a:gd name="connsiteX159" fmla="*/ 2216944 w 2543175"/>
              <a:gd name="connsiteY159" fmla="*/ 1619250 h 1890712"/>
              <a:gd name="connsiteX160" fmla="*/ 2224088 w 2543175"/>
              <a:gd name="connsiteY160" fmla="*/ 1624012 h 1890712"/>
              <a:gd name="connsiteX161" fmla="*/ 2247900 w 2543175"/>
              <a:gd name="connsiteY161" fmla="*/ 1643062 h 1890712"/>
              <a:gd name="connsiteX162" fmla="*/ 2255044 w 2543175"/>
              <a:gd name="connsiteY162" fmla="*/ 1650206 h 1890712"/>
              <a:gd name="connsiteX163" fmla="*/ 2281238 w 2543175"/>
              <a:gd name="connsiteY163" fmla="*/ 1664494 h 1890712"/>
              <a:gd name="connsiteX164" fmla="*/ 2297907 w 2543175"/>
              <a:gd name="connsiteY164" fmla="*/ 1674019 h 1890712"/>
              <a:gd name="connsiteX165" fmla="*/ 2312194 w 2543175"/>
              <a:gd name="connsiteY165" fmla="*/ 1685925 h 1890712"/>
              <a:gd name="connsiteX166" fmla="*/ 2328863 w 2543175"/>
              <a:gd name="connsiteY166" fmla="*/ 1697831 h 1890712"/>
              <a:gd name="connsiteX167" fmla="*/ 2350294 w 2543175"/>
              <a:gd name="connsiteY167" fmla="*/ 1712119 h 1890712"/>
              <a:gd name="connsiteX168" fmla="*/ 2369344 w 2543175"/>
              <a:gd name="connsiteY168" fmla="*/ 1724025 h 1890712"/>
              <a:gd name="connsiteX169" fmla="*/ 2428876 w 2543175"/>
              <a:gd name="connsiteY169" fmla="*/ 1785938 h 1890712"/>
              <a:gd name="connsiteX170" fmla="*/ 2466975 w 2543175"/>
              <a:gd name="connsiteY170" fmla="*/ 1783556 h 1890712"/>
              <a:gd name="connsiteX171" fmla="*/ 2481263 w 2543175"/>
              <a:gd name="connsiteY171" fmla="*/ 1795462 h 1890712"/>
              <a:gd name="connsiteX172" fmla="*/ 2486025 w 2543175"/>
              <a:gd name="connsiteY172" fmla="*/ 1802606 h 1890712"/>
              <a:gd name="connsiteX173" fmla="*/ 2514600 w 2543175"/>
              <a:gd name="connsiteY173" fmla="*/ 1850231 h 1890712"/>
              <a:gd name="connsiteX174" fmla="*/ 2519363 w 2543175"/>
              <a:gd name="connsiteY174" fmla="*/ 1857375 h 1890712"/>
              <a:gd name="connsiteX175" fmla="*/ 2540794 w 2543175"/>
              <a:gd name="connsiteY175" fmla="*/ 1883569 h 1890712"/>
              <a:gd name="connsiteX176" fmla="*/ 2543175 w 2543175"/>
              <a:gd name="connsiteY17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78619 w 2543175"/>
              <a:gd name="connsiteY30" fmla="*/ 276225 h 1890712"/>
              <a:gd name="connsiteX31" fmla="*/ 385763 w 2543175"/>
              <a:gd name="connsiteY31" fmla="*/ 283369 h 1890712"/>
              <a:gd name="connsiteX32" fmla="*/ 395288 w 2543175"/>
              <a:gd name="connsiteY32" fmla="*/ 288131 h 1890712"/>
              <a:gd name="connsiteX33" fmla="*/ 404813 w 2543175"/>
              <a:gd name="connsiteY33" fmla="*/ 295275 h 1890712"/>
              <a:gd name="connsiteX34" fmla="*/ 411957 w 2543175"/>
              <a:gd name="connsiteY34" fmla="*/ 297656 h 1890712"/>
              <a:gd name="connsiteX35" fmla="*/ 421482 w 2543175"/>
              <a:gd name="connsiteY35" fmla="*/ 302419 h 1890712"/>
              <a:gd name="connsiteX36" fmla="*/ 447675 w 2543175"/>
              <a:gd name="connsiteY36" fmla="*/ 307181 h 1890712"/>
              <a:gd name="connsiteX37" fmla="*/ 466725 w 2543175"/>
              <a:gd name="connsiteY37" fmla="*/ 328612 h 1890712"/>
              <a:gd name="connsiteX38" fmla="*/ 476250 w 2543175"/>
              <a:gd name="connsiteY38" fmla="*/ 335756 h 1890712"/>
              <a:gd name="connsiteX39" fmla="*/ 481013 w 2543175"/>
              <a:gd name="connsiteY39" fmla="*/ 342900 h 1890712"/>
              <a:gd name="connsiteX40" fmla="*/ 490538 w 2543175"/>
              <a:gd name="connsiteY40" fmla="*/ 352425 h 1890712"/>
              <a:gd name="connsiteX41" fmla="*/ 495300 w 2543175"/>
              <a:gd name="connsiteY41" fmla="*/ 359569 h 1890712"/>
              <a:gd name="connsiteX42" fmla="*/ 509588 w 2543175"/>
              <a:gd name="connsiteY42" fmla="*/ 376237 h 1890712"/>
              <a:gd name="connsiteX43" fmla="*/ 514350 w 2543175"/>
              <a:gd name="connsiteY43" fmla="*/ 383381 h 1890712"/>
              <a:gd name="connsiteX44" fmla="*/ 531019 w 2543175"/>
              <a:gd name="connsiteY44" fmla="*/ 397669 h 1890712"/>
              <a:gd name="connsiteX45" fmla="*/ 538163 w 2543175"/>
              <a:gd name="connsiteY45" fmla="*/ 407194 h 1890712"/>
              <a:gd name="connsiteX46" fmla="*/ 554832 w 2543175"/>
              <a:gd name="connsiteY46" fmla="*/ 421481 h 1890712"/>
              <a:gd name="connsiteX47" fmla="*/ 564357 w 2543175"/>
              <a:gd name="connsiteY47" fmla="*/ 431006 h 1890712"/>
              <a:gd name="connsiteX48" fmla="*/ 573882 w 2543175"/>
              <a:gd name="connsiteY48" fmla="*/ 438150 h 1890712"/>
              <a:gd name="connsiteX49" fmla="*/ 595313 w 2543175"/>
              <a:gd name="connsiteY49" fmla="*/ 454819 h 1890712"/>
              <a:gd name="connsiteX50" fmla="*/ 602457 w 2543175"/>
              <a:gd name="connsiteY50" fmla="*/ 457200 h 1890712"/>
              <a:gd name="connsiteX51" fmla="*/ 628650 w 2543175"/>
              <a:gd name="connsiteY51" fmla="*/ 469106 h 1890712"/>
              <a:gd name="connsiteX52" fmla="*/ 645319 w 2543175"/>
              <a:gd name="connsiteY52" fmla="*/ 483394 h 1890712"/>
              <a:gd name="connsiteX53" fmla="*/ 654844 w 2543175"/>
              <a:gd name="connsiteY53" fmla="*/ 488156 h 1890712"/>
              <a:gd name="connsiteX54" fmla="*/ 661988 w 2543175"/>
              <a:gd name="connsiteY54" fmla="*/ 497681 h 1890712"/>
              <a:gd name="connsiteX55" fmla="*/ 683419 w 2543175"/>
              <a:gd name="connsiteY55" fmla="*/ 514350 h 1890712"/>
              <a:gd name="connsiteX56" fmla="*/ 700088 w 2543175"/>
              <a:gd name="connsiteY56" fmla="*/ 526256 h 1890712"/>
              <a:gd name="connsiteX57" fmla="*/ 709613 w 2543175"/>
              <a:gd name="connsiteY57" fmla="*/ 535781 h 1890712"/>
              <a:gd name="connsiteX58" fmla="*/ 719138 w 2543175"/>
              <a:gd name="connsiteY58" fmla="*/ 542925 h 1890712"/>
              <a:gd name="connsiteX59" fmla="*/ 733425 w 2543175"/>
              <a:gd name="connsiteY59" fmla="*/ 557212 h 1890712"/>
              <a:gd name="connsiteX60" fmla="*/ 750094 w 2543175"/>
              <a:gd name="connsiteY60" fmla="*/ 569119 h 1890712"/>
              <a:gd name="connsiteX61" fmla="*/ 769144 w 2543175"/>
              <a:gd name="connsiteY61" fmla="*/ 581025 h 1890712"/>
              <a:gd name="connsiteX62" fmla="*/ 785813 w 2543175"/>
              <a:gd name="connsiteY62" fmla="*/ 590550 h 1890712"/>
              <a:gd name="connsiteX63" fmla="*/ 792957 w 2543175"/>
              <a:gd name="connsiteY63" fmla="*/ 600075 h 1890712"/>
              <a:gd name="connsiteX64" fmla="*/ 809625 w 2543175"/>
              <a:gd name="connsiteY64" fmla="*/ 611981 h 1890712"/>
              <a:gd name="connsiteX65" fmla="*/ 816769 w 2543175"/>
              <a:gd name="connsiteY65" fmla="*/ 619125 h 1890712"/>
              <a:gd name="connsiteX66" fmla="*/ 826294 w 2543175"/>
              <a:gd name="connsiteY66" fmla="*/ 626269 h 1890712"/>
              <a:gd name="connsiteX67" fmla="*/ 840582 w 2543175"/>
              <a:gd name="connsiteY67" fmla="*/ 638175 h 1890712"/>
              <a:gd name="connsiteX68" fmla="*/ 847725 w 2543175"/>
              <a:gd name="connsiteY68" fmla="*/ 645319 h 1890712"/>
              <a:gd name="connsiteX69" fmla="*/ 857250 w 2543175"/>
              <a:gd name="connsiteY69" fmla="*/ 652462 h 1890712"/>
              <a:gd name="connsiteX70" fmla="*/ 864394 w 2543175"/>
              <a:gd name="connsiteY70" fmla="*/ 657225 h 1890712"/>
              <a:gd name="connsiteX71" fmla="*/ 888207 w 2543175"/>
              <a:gd name="connsiteY71" fmla="*/ 676275 h 1890712"/>
              <a:gd name="connsiteX72" fmla="*/ 895350 w 2543175"/>
              <a:gd name="connsiteY72" fmla="*/ 681037 h 1890712"/>
              <a:gd name="connsiteX73" fmla="*/ 907257 w 2543175"/>
              <a:gd name="connsiteY73" fmla="*/ 683419 h 1890712"/>
              <a:gd name="connsiteX74" fmla="*/ 928688 w 2543175"/>
              <a:gd name="connsiteY74" fmla="*/ 695325 h 1890712"/>
              <a:gd name="connsiteX75" fmla="*/ 942975 w 2543175"/>
              <a:gd name="connsiteY75" fmla="*/ 700087 h 1890712"/>
              <a:gd name="connsiteX76" fmla="*/ 964407 w 2543175"/>
              <a:gd name="connsiteY76" fmla="*/ 716756 h 1890712"/>
              <a:gd name="connsiteX77" fmla="*/ 971550 w 2543175"/>
              <a:gd name="connsiteY77" fmla="*/ 723900 h 1890712"/>
              <a:gd name="connsiteX78" fmla="*/ 983457 w 2543175"/>
              <a:gd name="connsiteY78" fmla="*/ 733425 h 1890712"/>
              <a:gd name="connsiteX79" fmla="*/ 990600 w 2543175"/>
              <a:gd name="connsiteY79" fmla="*/ 738187 h 1890712"/>
              <a:gd name="connsiteX80" fmla="*/ 1007269 w 2543175"/>
              <a:gd name="connsiteY80" fmla="*/ 752475 h 1890712"/>
              <a:gd name="connsiteX81" fmla="*/ 1031082 w 2543175"/>
              <a:gd name="connsiteY81" fmla="*/ 766762 h 1890712"/>
              <a:gd name="connsiteX82" fmla="*/ 1042988 w 2543175"/>
              <a:gd name="connsiteY82" fmla="*/ 773906 h 1890712"/>
              <a:gd name="connsiteX83" fmla="*/ 1071563 w 2543175"/>
              <a:gd name="connsiteY83" fmla="*/ 785812 h 1890712"/>
              <a:gd name="connsiteX84" fmla="*/ 1097757 w 2543175"/>
              <a:gd name="connsiteY84" fmla="*/ 807244 h 1890712"/>
              <a:gd name="connsiteX85" fmla="*/ 1104900 w 2543175"/>
              <a:gd name="connsiteY85" fmla="*/ 814387 h 1890712"/>
              <a:gd name="connsiteX86" fmla="*/ 1121569 w 2543175"/>
              <a:gd name="connsiteY86" fmla="*/ 823912 h 1890712"/>
              <a:gd name="connsiteX87" fmla="*/ 1138238 w 2543175"/>
              <a:gd name="connsiteY87" fmla="*/ 835819 h 1890712"/>
              <a:gd name="connsiteX88" fmla="*/ 1147763 w 2543175"/>
              <a:gd name="connsiteY88" fmla="*/ 842962 h 1890712"/>
              <a:gd name="connsiteX89" fmla="*/ 1157288 w 2543175"/>
              <a:gd name="connsiteY89" fmla="*/ 847725 h 1890712"/>
              <a:gd name="connsiteX90" fmla="*/ 1178719 w 2543175"/>
              <a:gd name="connsiteY90" fmla="*/ 859631 h 1890712"/>
              <a:gd name="connsiteX91" fmla="*/ 1188244 w 2543175"/>
              <a:gd name="connsiteY91" fmla="*/ 866775 h 1890712"/>
              <a:gd name="connsiteX92" fmla="*/ 1195388 w 2543175"/>
              <a:gd name="connsiteY92" fmla="*/ 871537 h 1890712"/>
              <a:gd name="connsiteX93" fmla="*/ 1212057 w 2543175"/>
              <a:gd name="connsiteY93" fmla="*/ 883444 h 1890712"/>
              <a:gd name="connsiteX94" fmla="*/ 1226344 w 2543175"/>
              <a:gd name="connsiteY94" fmla="*/ 895350 h 1890712"/>
              <a:gd name="connsiteX95" fmla="*/ 1245394 w 2543175"/>
              <a:gd name="connsiteY95" fmla="*/ 907256 h 1890712"/>
              <a:gd name="connsiteX96" fmla="*/ 1254919 w 2543175"/>
              <a:gd name="connsiteY96" fmla="*/ 914400 h 1890712"/>
              <a:gd name="connsiteX97" fmla="*/ 1269207 w 2543175"/>
              <a:gd name="connsiteY97" fmla="*/ 921544 h 1890712"/>
              <a:gd name="connsiteX98" fmla="*/ 1290638 w 2543175"/>
              <a:gd name="connsiteY98" fmla="*/ 935831 h 1890712"/>
              <a:gd name="connsiteX99" fmla="*/ 1307307 w 2543175"/>
              <a:gd name="connsiteY99" fmla="*/ 952500 h 1890712"/>
              <a:gd name="connsiteX100" fmla="*/ 1333500 w 2543175"/>
              <a:gd name="connsiteY100" fmla="*/ 971550 h 1890712"/>
              <a:gd name="connsiteX101" fmla="*/ 1359694 w 2543175"/>
              <a:gd name="connsiteY101" fmla="*/ 990600 h 1890712"/>
              <a:gd name="connsiteX102" fmla="*/ 1373982 w 2543175"/>
              <a:gd name="connsiteY102" fmla="*/ 997744 h 1890712"/>
              <a:gd name="connsiteX103" fmla="*/ 1388269 w 2543175"/>
              <a:gd name="connsiteY103" fmla="*/ 1007269 h 1890712"/>
              <a:gd name="connsiteX104" fmla="*/ 1414463 w 2543175"/>
              <a:gd name="connsiteY104" fmla="*/ 1019175 h 1890712"/>
              <a:gd name="connsiteX105" fmla="*/ 1428750 w 2543175"/>
              <a:gd name="connsiteY105" fmla="*/ 1026319 h 1890712"/>
              <a:gd name="connsiteX106" fmla="*/ 1471613 w 2543175"/>
              <a:gd name="connsiteY106" fmla="*/ 1059656 h 1890712"/>
              <a:gd name="connsiteX107" fmla="*/ 1495425 w 2543175"/>
              <a:gd name="connsiteY107" fmla="*/ 1088231 h 1890712"/>
              <a:gd name="connsiteX108" fmla="*/ 1547812 w 2543175"/>
              <a:gd name="connsiteY108" fmla="*/ 1133475 h 1890712"/>
              <a:gd name="connsiteX109" fmla="*/ 1597819 w 2543175"/>
              <a:gd name="connsiteY109" fmla="*/ 1154906 h 1890712"/>
              <a:gd name="connsiteX110" fmla="*/ 1604963 w 2543175"/>
              <a:gd name="connsiteY110" fmla="*/ 1162050 h 1890712"/>
              <a:gd name="connsiteX111" fmla="*/ 1612107 w 2543175"/>
              <a:gd name="connsiteY111" fmla="*/ 1166812 h 1890712"/>
              <a:gd name="connsiteX112" fmla="*/ 1628775 w 2543175"/>
              <a:gd name="connsiteY112" fmla="*/ 1183481 h 1890712"/>
              <a:gd name="connsiteX113" fmla="*/ 1662113 w 2543175"/>
              <a:gd name="connsiteY113" fmla="*/ 1209675 h 1890712"/>
              <a:gd name="connsiteX114" fmla="*/ 1678782 w 2543175"/>
              <a:gd name="connsiteY114" fmla="*/ 1226344 h 1890712"/>
              <a:gd name="connsiteX115" fmla="*/ 1700213 w 2543175"/>
              <a:gd name="connsiteY115" fmla="*/ 1247775 h 1890712"/>
              <a:gd name="connsiteX116" fmla="*/ 1712119 w 2543175"/>
              <a:gd name="connsiteY116" fmla="*/ 1259681 h 1890712"/>
              <a:gd name="connsiteX117" fmla="*/ 1733550 w 2543175"/>
              <a:gd name="connsiteY117" fmla="*/ 1273969 h 1890712"/>
              <a:gd name="connsiteX118" fmla="*/ 1743075 w 2543175"/>
              <a:gd name="connsiteY118" fmla="*/ 1283494 h 1890712"/>
              <a:gd name="connsiteX119" fmla="*/ 1754982 w 2543175"/>
              <a:gd name="connsiteY119" fmla="*/ 1290637 h 1890712"/>
              <a:gd name="connsiteX120" fmla="*/ 1766888 w 2543175"/>
              <a:gd name="connsiteY120" fmla="*/ 1300162 h 1890712"/>
              <a:gd name="connsiteX121" fmla="*/ 1783557 w 2543175"/>
              <a:gd name="connsiteY121" fmla="*/ 1307306 h 1890712"/>
              <a:gd name="connsiteX122" fmla="*/ 1790700 w 2543175"/>
              <a:gd name="connsiteY122" fmla="*/ 1312069 h 1890712"/>
              <a:gd name="connsiteX123" fmla="*/ 1800225 w 2543175"/>
              <a:gd name="connsiteY123" fmla="*/ 1319212 h 1890712"/>
              <a:gd name="connsiteX124" fmla="*/ 1807369 w 2543175"/>
              <a:gd name="connsiteY124" fmla="*/ 1321594 h 1890712"/>
              <a:gd name="connsiteX125" fmla="*/ 1824038 w 2543175"/>
              <a:gd name="connsiteY125" fmla="*/ 1333500 h 1890712"/>
              <a:gd name="connsiteX126" fmla="*/ 1843088 w 2543175"/>
              <a:gd name="connsiteY126" fmla="*/ 1352550 h 1890712"/>
              <a:gd name="connsiteX127" fmla="*/ 1852613 w 2543175"/>
              <a:gd name="connsiteY127" fmla="*/ 1359694 h 1890712"/>
              <a:gd name="connsiteX128" fmla="*/ 1859757 w 2543175"/>
              <a:gd name="connsiteY128" fmla="*/ 1366837 h 1890712"/>
              <a:gd name="connsiteX129" fmla="*/ 1869282 w 2543175"/>
              <a:gd name="connsiteY129" fmla="*/ 1371600 h 1890712"/>
              <a:gd name="connsiteX130" fmla="*/ 1883569 w 2543175"/>
              <a:gd name="connsiteY130" fmla="*/ 1388269 h 1890712"/>
              <a:gd name="connsiteX131" fmla="*/ 1893094 w 2543175"/>
              <a:gd name="connsiteY131" fmla="*/ 1395412 h 1890712"/>
              <a:gd name="connsiteX132" fmla="*/ 1902619 w 2543175"/>
              <a:gd name="connsiteY132" fmla="*/ 1404937 h 1890712"/>
              <a:gd name="connsiteX133" fmla="*/ 1912144 w 2543175"/>
              <a:gd name="connsiteY133" fmla="*/ 1409700 h 1890712"/>
              <a:gd name="connsiteX134" fmla="*/ 1931194 w 2543175"/>
              <a:gd name="connsiteY134" fmla="*/ 1421606 h 1890712"/>
              <a:gd name="connsiteX135" fmla="*/ 1935957 w 2543175"/>
              <a:gd name="connsiteY135" fmla="*/ 1428750 h 1890712"/>
              <a:gd name="connsiteX136" fmla="*/ 1952625 w 2543175"/>
              <a:gd name="connsiteY136" fmla="*/ 1438275 h 1890712"/>
              <a:gd name="connsiteX137" fmla="*/ 1971675 w 2543175"/>
              <a:gd name="connsiteY137" fmla="*/ 1450181 h 1890712"/>
              <a:gd name="connsiteX138" fmla="*/ 1981200 w 2543175"/>
              <a:gd name="connsiteY138" fmla="*/ 1454944 h 1890712"/>
              <a:gd name="connsiteX139" fmla="*/ 1997869 w 2543175"/>
              <a:gd name="connsiteY139" fmla="*/ 1471612 h 1890712"/>
              <a:gd name="connsiteX140" fmla="*/ 2007394 w 2543175"/>
              <a:gd name="connsiteY140" fmla="*/ 1478756 h 1890712"/>
              <a:gd name="connsiteX141" fmla="*/ 2016919 w 2543175"/>
              <a:gd name="connsiteY141" fmla="*/ 1483519 h 1890712"/>
              <a:gd name="connsiteX142" fmla="*/ 2024063 w 2543175"/>
              <a:gd name="connsiteY142" fmla="*/ 1490662 h 1890712"/>
              <a:gd name="connsiteX143" fmla="*/ 2033588 w 2543175"/>
              <a:gd name="connsiteY143" fmla="*/ 1495425 h 1890712"/>
              <a:gd name="connsiteX144" fmla="*/ 2040732 w 2543175"/>
              <a:gd name="connsiteY144" fmla="*/ 1502569 h 1890712"/>
              <a:gd name="connsiteX145" fmla="*/ 2047875 w 2543175"/>
              <a:gd name="connsiteY145" fmla="*/ 1507331 h 1890712"/>
              <a:gd name="connsiteX146" fmla="*/ 2057400 w 2543175"/>
              <a:gd name="connsiteY146" fmla="*/ 1514475 h 1890712"/>
              <a:gd name="connsiteX147" fmla="*/ 2064544 w 2543175"/>
              <a:gd name="connsiteY147" fmla="*/ 1519237 h 1890712"/>
              <a:gd name="connsiteX148" fmla="*/ 2071688 w 2543175"/>
              <a:gd name="connsiteY148" fmla="*/ 1526381 h 1890712"/>
              <a:gd name="connsiteX149" fmla="*/ 2081213 w 2543175"/>
              <a:gd name="connsiteY149" fmla="*/ 1531144 h 1890712"/>
              <a:gd name="connsiteX150" fmla="*/ 2090738 w 2543175"/>
              <a:gd name="connsiteY150" fmla="*/ 1538287 h 1890712"/>
              <a:gd name="connsiteX151" fmla="*/ 2109788 w 2543175"/>
              <a:gd name="connsiteY151" fmla="*/ 1547812 h 1890712"/>
              <a:gd name="connsiteX152" fmla="*/ 2131219 w 2543175"/>
              <a:gd name="connsiteY152" fmla="*/ 1562100 h 1890712"/>
              <a:gd name="connsiteX153" fmla="*/ 2140744 w 2543175"/>
              <a:gd name="connsiteY153" fmla="*/ 1566862 h 1890712"/>
              <a:gd name="connsiteX154" fmla="*/ 2152650 w 2543175"/>
              <a:gd name="connsiteY154" fmla="*/ 1576387 h 1890712"/>
              <a:gd name="connsiteX155" fmla="*/ 2181225 w 2543175"/>
              <a:gd name="connsiteY155" fmla="*/ 1590675 h 1890712"/>
              <a:gd name="connsiteX156" fmla="*/ 2200275 w 2543175"/>
              <a:gd name="connsiteY156" fmla="*/ 1607344 h 1890712"/>
              <a:gd name="connsiteX157" fmla="*/ 2207419 w 2543175"/>
              <a:gd name="connsiteY157" fmla="*/ 1612106 h 1890712"/>
              <a:gd name="connsiteX158" fmla="*/ 2216944 w 2543175"/>
              <a:gd name="connsiteY158" fmla="*/ 1619250 h 1890712"/>
              <a:gd name="connsiteX159" fmla="*/ 2224088 w 2543175"/>
              <a:gd name="connsiteY159" fmla="*/ 1624012 h 1890712"/>
              <a:gd name="connsiteX160" fmla="*/ 2247900 w 2543175"/>
              <a:gd name="connsiteY160" fmla="*/ 1643062 h 1890712"/>
              <a:gd name="connsiteX161" fmla="*/ 2255044 w 2543175"/>
              <a:gd name="connsiteY161" fmla="*/ 1650206 h 1890712"/>
              <a:gd name="connsiteX162" fmla="*/ 2281238 w 2543175"/>
              <a:gd name="connsiteY162" fmla="*/ 1664494 h 1890712"/>
              <a:gd name="connsiteX163" fmla="*/ 2297907 w 2543175"/>
              <a:gd name="connsiteY163" fmla="*/ 1674019 h 1890712"/>
              <a:gd name="connsiteX164" fmla="*/ 2312194 w 2543175"/>
              <a:gd name="connsiteY164" fmla="*/ 1685925 h 1890712"/>
              <a:gd name="connsiteX165" fmla="*/ 2328863 w 2543175"/>
              <a:gd name="connsiteY165" fmla="*/ 1697831 h 1890712"/>
              <a:gd name="connsiteX166" fmla="*/ 2350294 w 2543175"/>
              <a:gd name="connsiteY166" fmla="*/ 1712119 h 1890712"/>
              <a:gd name="connsiteX167" fmla="*/ 2369344 w 2543175"/>
              <a:gd name="connsiteY167" fmla="*/ 1724025 h 1890712"/>
              <a:gd name="connsiteX168" fmla="*/ 2428876 w 2543175"/>
              <a:gd name="connsiteY168" fmla="*/ 1785938 h 1890712"/>
              <a:gd name="connsiteX169" fmla="*/ 2466975 w 2543175"/>
              <a:gd name="connsiteY169" fmla="*/ 1783556 h 1890712"/>
              <a:gd name="connsiteX170" fmla="*/ 2481263 w 2543175"/>
              <a:gd name="connsiteY170" fmla="*/ 1795462 h 1890712"/>
              <a:gd name="connsiteX171" fmla="*/ 2486025 w 2543175"/>
              <a:gd name="connsiteY171" fmla="*/ 1802606 h 1890712"/>
              <a:gd name="connsiteX172" fmla="*/ 2514600 w 2543175"/>
              <a:gd name="connsiteY172" fmla="*/ 1850231 h 1890712"/>
              <a:gd name="connsiteX173" fmla="*/ 2519363 w 2543175"/>
              <a:gd name="connsiteY173" fmla="*/ 1857375 h 1890712"/>
              <a:gd name="connsiteX174" fmla="*/ 2540794 w 2543175"/>
              <a:gd name="connsiteY174" fmla="*/ 1883569 h 1890712"/>
              <a:gd name="connsiteX175" fmla="*/ 2543175 w 2543175"/>
              <a:gd name="connsiteY175"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78619 w 2543175"/>
              <a:gd name="connsiteY30" fmla="*/ 276225 h 1890712"/>
              <a:gd name="connsiteX31" fmla="*/ 385763 w 2543175"/>
              <a:gd name="connsiteY31" fmla="*/ 283369 h 1890712"/>
              <a:gd name="connsiteX32" fmla="*/ 395288 w 2543175"/>
              <a:gd name="connsiteY32" fmla="*/ 288131 h 1890712"/>
              <a:gd name="connsiteX33" fmla="*/ 404813 w 2543175"/>
              <a:gd name="connsiteY33" fmla="*/ 295275 h 1890712"/>
              <a:gd name="connsiteX34" fmla="*/ 411957 w 2543175"/>
              <a:gd name="connsiteY34" fmla="*/ 297656 h 1890712"/>
              <a:gd name="connsiteX35" fmla="*/ 421482 w 2543175"/>
              <a:gd name="connsiteY35" fmla="*/ 302419 h 1890712"/>
              <a:gd name="connsiteX36" fmla="*/ 466725 w 2543175"/>
              <a:gd name="connsiteY36" fmla="*/ 328612 h 1890712"/>
              <a:gd name="connsiteX37" fmla="*/ 476250 w 2543175"/>
              <a:gd name="connsiteY37" fmla="*/ 335756 h 1890712"/>
              <a:gd name="connsiteX38" fmla="*/ 481013 w 2543175"/>
              <a:gd name="connsiteY38" fmla="*/ 342900 h 1890712"/>
              <a:gd name="connsiteX39" fmla="*/ 490538 w 2543175"/>
              <a:gd name="connsiteY39" fmla="*/ 352425 h 1890712"/>
              <a:gd name="connsiteX40" fmla="*/ 495300 w 2543175"/>
              <a:gd name="connsiteY40" fmla="*/ 359569 h 1890712"/>
              <a:gd name="connsiteX41" fmla="*/ 509588 w 2543175"/>
              <a:gd name="connsiteY41" fmla="*/ 376237 h 1890712"/>
              <a:gd name="connsiteX42" fmla="*/ 514350 w 2543175"/>
              <a:gd name="connsiteY42" fmla="*/ 383381 h 1890712"/>
              <a:gd name="connsiteX43" fmla="*/ 531019 w 2543175"/>
              <a:gd name="connsiteY43" fmla="*/ 397669 h 1890712"/>
              <a:gd name="connsiteX44" fmla="*/ 538163 w 2543175"/>
              <a:gd name="connsiteY44" fmla="*/ 407194 h 1890712"/>
              <a:gd name="connsiteX45" fmla="*/ 554832 w 2543175"/>
              <a:gd name="connsiteY45" fmla="*/ 421481 h 1890712"/>
              <a:gd name="connsiteX46" fmla="*/ 564357 w 2543175"/>
              <a:gd name="connsiteY46" fmla="*/ 431006 h 1890712"/>
              <a:gd name="connsiteX47" fmla="*/ 573882 w 2543175"/>
              <a:gd name="connsiteY47" fmla="*/ 438150 h 1890712"/>
              <a:gd name="connsiteX48" fmla="*/ 595313 w 2543175"/>
              <a:gd name="connsiteY48" fmla="*/ 454819 h 1890712"/>
              <a:gd name="connsiteX49" fmla="*/ 602457 w 2543175"/>
              <a:gd name="connsiteY49" fmla="*/ 457200 h 1890712"/>
              <a:gd name="connsiteX50" fmla="*/ 628650 w 2543175"/>
              <a:gd name="connsiteY50" fmla="*/ 469106 h 1890712"/>
              <a:gd name="connsiteX51" fmla="*/ 645319 w 2543175"/>
              <a:gd name="connsiteY51" fmla="*/ 483394 h 1890712"/>
              <a:gd name="connsiteX52" fmla="*/ 654844 w 2543175"/>
              <a:gd name="connsiteY52" fmla="*/ 488156 h 1890712"/>
              <a:gd name="connsiteX53" fmla="*/ 661988 w 2543175"/>
              <a:gd name="connsiteY53" fmla="*/ 497681 h 1890712"/>
              <a:gd name="connsiteX54" fmla="*/ 683419 w 2543175"/>
              <a:gd name="connsiteY54" fmla="*/ 514350 h 1890712"/>
              <a:gd name="connsiteX55" fmla="*/ 700088 w 2543175"/>
              <a:gd name="connsiteY55" fmla="*/ 526256 h 1890712"/>
              <a:gd name="connsiteX56" fmla="*/ 709613 w 2543175"/>
              <a:gd name="connsiteY56" fmla="*/ 535781 h 1890712"/>
              <a:gd name="connsiteX57" fmla="*/ 719138 w 2543175"/>
              <a:gd name="connsiteY57" fmla="*/ 542925 h 1890712"/>
              <a:gd name="connsiteX58" fmla="*/ 733425 w 2543175"/>
              <a:gd name="connsiteY58" fmla="*/ 557212 h 1890712"/>
              <a:gd name="connsiteX59" fmla="*/ 750094 w 2543175"/>
              <a:gd name="connsiteY59" fmla="*/ 569119 h 1890712"/>
              <a:gd name="connsiteX60" fmla="*/ 769144 w 2543175"/>
              <a:gd name="connsiteY60" fmla="*/ 581025 h 1890712"/>
              <a:gd name="connsiteX61" fmla="*/ 785813 w 2543175"/>
              <a:gd name="connsiteY61" fmla="*/ 590550 h 1890712"/>
              <a:gd name="connsiteX62" fmla="*/ 792957 w 2543175"/>
              <a:gd name="connsiteY62" fmla="*/ 600075 h 1890712"/>
              <a:gd name="connsiteX63" fmla="*/ 809625 w 2543175"/>
              <a:gd name="connsiteY63" fmla="*/ 611981 h 1890712"/>
              <a:gd name="connsiteX64" fmla="*/ 816769 w 2543175"/>
              <a:gd name="connsiteY64" fmla="*/ 619125 h 1890712"/>
              <a:gd name="connsiteX65" fmla="*/ 826294 w 2543175"/>
              <a:gd name="connsiteY65" fmla="*/ 626269 h 1890712"/>
              <a:gd name="connsiteX66" fmla="*/ 840582 w 2543175"/>
              <a:gd name="connsiteY66" fmla="*/ 638175 h 1890712"/>
              <a:gd name="connsiteX67" fmla="*/ 847725 w 2543175"/>
              <a:gd name="connsiteY67" fmla="*/ 645319 h 1890712"/>
              <a:gd name="connsiteX68" fmla="*/ 857250 w 2543175"/>
              <a:gd name="connsiteY68" fmla="*/ 652462 h 1890712"/>
              <a:gd name="connsiteX69" fmla="*/ 864394 w 2543175"/>
              <a:gd name="connsiteY69" fmla="*/ 657225 h 1890712"/>
              <a:gd name="connsiteX70" fmla="*/ 888207 w 2543175"/>
              <a:gd name="connsiteY70" fmla="*/ 676275 h 1890712"/>
              <a:gd name="connsiteX71" fmla="*/ 895350 w 2543175"/>
              <a:gd name="connsiteY71" fmla="*/ 681037 h 1890712"/>
              <a:gd name="connsiteX72" fmla="*/ 907257 w 2543175"/>
              <a:gd name="connsiteY72" fmla="*/ 683419 h 1890712"/>
              <a:gd name="connsiteX73" fmla="*/ 928688 w 2543175"/>
              <a:gd name="connsiteY73" fmla="*/ 695325 h 1890712"/>
              <a:gd name="connsiteX74" fmla="*/ 942975 w 2543175"/>
              <a:gd name="connsiteY74" fmla="*/ 700087 h 1890712"/>
              <a:gd name="connsiteX75" fmla="*/ 964407 w 2543175"/>
              <a:gd name="connsiteY75" fmla="*/ 716756 h 1890712"/>
              <a:gd name="connsiteX76" fmla="*/ 971550 w 2543175"/>
              <a:gd name="connsiteY76" fmla="*/ 723900 h 1890712"/>
              <a:gd name="connsiteX77" fmla="*/ 983457 w 2543175"/>
              <a:gd name="connsiteY77" fmla="*/ 733425 h 1890712"/>
              <a:gd name="connsiteX78" fmla="*/ 990600 w 2543175"/>
              <a:gd name="connsiteY78" fmla="*/ 738187 h 1890712"/>
              <a:gd name="connsiteX79" fmla="*/ 1007269 w 2543175"/>
              <a:gd name="connsiteY79" fmla="*/ 752475 h 1890712"/>
              <a:gd name="connsiteX80" fmla="*/ 1031082 w 2543175"/>
              <a:gd name="connsiteY80" fmla="*/ 766762 h 1890712"/>
              <a:gd name="connsiteX81" fmla="*/ 1042988 w 2543175"/>
              <a:gd name="connsiteY81" fmla="*/ 773906 h 1890712"/>
              <a:gd name="connsiteX82" fmla="*/ 1071563 w 2543175"/>
              <a:gd name="connsiteY82" fmla="*/ 785812 h 1890712"/>
              <a:gd name="connsiteX83" fmla="*/ 1097757 w 2543175"/>
              <a:gd name="connsiteY83" fmla="*/ 807244 h 1890712"/>
              <a:gd name="connsiteX84" fmla="*/ 1104900 w 2543175"/>
              <a:gd name="connsiteY84" fmla="*/ 814387 h 1890712"/>
              <a:gd name="connsiteX85" fmla="*/ 1121569 w 2543175"/>
              <a:gd name="connsiteY85" fmla="*/ 823912 h 1890712"/>
              <a:gd name="connsiteX86" fmla="*/ 1138238 w 2543175"/>
              <a:gd name="connsiteY86" fmla="*/ 835819 h 1890712"/>
              <a:gd name="connsiteX87" fmla="*/ 1147763 w 2543175"/>
              <a:gd name="connsiteY87" fmla="*/ 842962 h 1890712"/>
              <a:gd name="connsiteX88" fmla="*/ 1157288 w 2543175"/>
              <a:gd name="connsiteY88" fmla="*/ 847725 h 1890712"/>
              <a:gd name="connsiteX89" fmla="*/ 1178719 w 2543175"/>
              <a:gd name="connsiteY89" fmla="*/ 859631 h 1890712"/>
              <a:gd name="connsiteX90" fmla="*/ 1188244 w 2543175"/>
              <a:gd name="connsiteY90" fmla="*/ 866775 h 1890712"/>
              <a:gd name="connsiteX91" fmla="*/ 1195388 w 2543175"/>
              <a:gd name="connsiteY91" fmla="*/ 871537 h 1890712"/>
              <a:gd name="connsiteX92" fmla="*/ 1212057 w 2543175"/>
              <a:gd name="connsiteY92" fmla="*/ 883444 h 1890712"/>
              <a:gd name="connsiteX93" fmla="*/ 1226344 w 2543175"/>
              <a:gd name="connsiteY93" fmla="*/ 895350 h 1890712"/>
              <a:gd name="connsiteX94" fmla="*/ 1245394 w 2543175"/>
              <a:gd name="connsiteY94" fmla="*/ 907256 h 1890712"/>
              <a:gd name="connsiteX95" fmla="*/ 1254919 w 2543175"/>
              <a:gd name="connsiteY95" fmla="*/ 914400 h 1890712"/>
              <a:gd name="connsiteX96" fmla="*/ 1269207 w 2543175"/>
              <a:gd name="connsiteY96" fmla="*/ 921544 h 1890712"/>
              <a:gd name="connsiteX97" fmla="*/ 1290638 w 2543175"/>
              <a:gd name="connsiteY97" fmla="*/ 935831 h 1890712"/>
              <a:gd name="connsiteX98" fmla="*/ 1307307 w 2543175"/>
              <a:gd name="connsiteY98" fmla="*/ 952500 h 1890712"/>
              <a:gd name="connsiteX99" fmla="*/ 1333500 w 2543175"/>
              <a:gd name="connsiteY99" fmla="*/ 971550 h 1890712"/>
              <a:gd name="connsiteX100" fmla="*/ 1359694 w 2543175"/>
              <a:gd name="connsiteY100" fmla="*/ 990600 h 1890712"/>
              <a:gd name="connsiteX101" fmla="*/ 1373982 w 2543175"/>
              <a:gd name="connsiteY101" fmla="*/ 997744 h 1890712"/>
              <a:gd name="connsiteX102" fmla="*/ 1388269 w 2543175"/>
              <a:gd name="connsiteY102" fmla="*/ 1007269 h 1890712"/>
              <a:gd name="connsiteX103" fmla="*/ 1414463 w 2543175"/>
              <a:gd name="connsiteY103" fmla="*/ 1019175 h 1890712"/>
              <a:gd name="connsiteX104" fmla="*/ 1428750 w 2543175"/>
              <a:gd name="connsiteY104" fmla="*/ 1026319 h 1890712"/>
              <a:gd name="connsiteX105" fmla="*/ 1471613 w 2543175"/>
              <a:gd name="connsiteY105" fmla="*/ 1059656 h 1890712"/>
              <a:gd name="connsiteX106" fmla="*/ 1495425 w 2543175"/>
              <a:gd name="connsiteY106" fmla="*/ 1088231 h 1890712"/>
              <a:gd name="connsiteX107" fmla="*/ 1547812 w 2543175"/>
              <a:gd name="connsiteY107" fmla="*/ 1133475 h 1890712"/>
              <a:gd name="connsiteX108" fmla="*/ 1597819 w 2543175"/>
              <a:gd name="connsiteY108" fmla="*/ 1154906 h 1890712"/>
              <a:gd name="connsiteX109" fmla="*/ 1604963 w 2543175"/>
              <a:gd name="connsiteY109" fmla="*/ 1162050 h 1890712"/>
              <a:gd name="connsiteX110" fmla="*/ 1612107 w 2543175"/>
              <a:gd name="connsiteY110" fmla="*/ 1166812 h 1890712"/>
              <a:gd name="connsiteX111" fmla="*/ 1628775 w 2543175"/>
              <a:gd name="connsiteY111" fmla="*/ 1183481 h 1890712"/>
              <a:gd name="connsiteX112" fmla="*/ 1662113 w 2543175"/>
              <a:gd name="connsiteY112" fmla="*/ 1209675 h 1890712"/>
              <a:gd name="connsiteX113" fmla="*/ 1678782 w 2543175"/>
              <a:gd name="connsiteY113" fmla="*/ 1226344 h 1890712"/>
              <a:gd name="connsiteX114" fmla="*/ 1700213 w 2543175"/>
              <a:gd name="connsiteY114" fmla="*/ 1247775 h 1890712"/>
              <a:gd name="connsiteX115" fmla="*/ 1712119 w 2543175"/>
              <a:gd name="connsiteY115" fmla="*/ 1259681 h 1890712"/>
              <a:gd name="connsiteX116" fmla="*/ 1733550 w 2543175"/>
              <a:gd name="connsiteY116" fmla="*/ 1273969 h 1890712"/>
              <a:gd name="connsiteX117" fmla="*/ 1743075 w 2543175"/>
              <a:gd name="connsiteY117" fmla="*/ 1283494 h 1890712"/>
              <a:gd name="connsiteX118" fmla="*/ 1754982 w 2543175"/>
              <a:gd name="connsiteY118" fmla="*/ 1290637 h 1890712"/>
              <a:gd name="connsiteX119" fmla="*/ 1766888 w 2543175"/>
              <a:gd name="connsiteY119" fmla="*/ 1300162 h 1890712"/>
              <a:gd name="connsiteX120" fmla="*/ 1783557 w 2543175"/>
              <a:gd name="connsiteY120" fmla="*/ 1307306 h 1890712"/>
              <a:gd name="connsiteX121" fmla="*/ 1790700 w 2543175"/>
              <a:gd name="connsiteY121" fmla="*/ 1312069 h 1890712"/>
              <a:gd name="connsiteX122" fmla="*/ 1800225 w 2543175"/>
              <a:gd name="connsiteY122" fmla="*/ 1319212 h 1890712"/>
              <a:gd name="connsiteX123" fmla="*/ 1807369 w 2543175"/>
              <a:gd name="connsiteY123" fmla="*/ 1321594 h 1890712"/>
              <a:gd name="connsiteX124" fmla="*/ 1824038 w 2543175"/>
              <a:gd name="connsiteY124" fmla="*/ 1333500 h 1890712"/>
              <a:gd name="connsiteX125" fmla="*/ 1843088 w 2543175"/>
              <a:gd name="connsiteY125" fmla="*/ 1352550 h 1890712"/>
              <a:gd name="connsiteX126" fmla="*/ 1852613 w 2543175"/>
              <a:gd name="connsiteY126" fmla="*/ 1359694 h 1890712"/>
              <a:gd name="connsiteX127" fmla="*/ 1859757 w 2543175"/>
              <a:gd name="connsiteY127" fmla="*/ 1366837 h 1890712"/>
              <a:gd name="connsiteX128" fmla="*/ 1869282 w 2543175"/>
              <a:gd name="connsiteY128" fmla="*/ 1371600 h 1890712"/>
              <a:gd name="connsiteX129" fmla="*/ 1883569 w 2543175"/>
              <a:gd name="connsiteY129" fmla="*/ 1388269 h 1890712"/>
              <a:gd name="connsiteX130" fmla="*/ 1893094 w 2543175"/>
              <a:gd name="connsiteY130" fmla="*/ 1395412 h 1890712"/>
              <a:gd name="connsiteX131" fmla="*/ 1902619 w 2543175"/>
              <a:gd name="connsiteY131" fmla="*/ 1404937 h 1890712"/>
              <a:gd name="connsiteX132" fmla="*/ 1912144 w 2543175"/>
              <a:gd name="connsiteY132" fmla="*/ 1409700 h 1890712"/>
              <a:gd name="connsiteX133" fmla="*/ 1931194 w 2543175"/>
              <a:gd name="connsiteY133" fmla="*/ 1421606 h 1890712"/>
              <a:gd name="connsiteX134" fmla="*/ 1935957 w 2543175"/>
              <a:gd name="connsiteY134" fmla="*/ 1428750 h 1890712"/>
              <a:gd name="connsiteX135" fmla="*/ 1952625 w 2543175"/>
              <a:gd name="connsiteY135" fmla="*/ 1438275 h 1890712"/>
              <a:gd name="connsiteX136" fmla="*/ 1971675 w 2543175"/>
              <a:gd name="connsiteY136" fmla="*/ 1450181 h 1890712"/>
              <a:gd name="connsiteX137" fmla="*/ 1981200 w 2543175"/>
              <a:gd name="connsiteY137" fmla="*/ 1454944 h 1890712"/>
              <a:gd name="connsiteX138" fmla="*/ 1997869 w 2543175"/>
              <a:gd name="connsiteY138" fmla="*/ 1471612 h 1890712"/>
              <a:gd name="connsiteX139" fmla="*/ 2007394 w 2543175"/>
              <a:gd name="connsiteY139" fmla="*/ 1478756 h 1890712"/>
              <a:gd name="connsiteX140" fmla="*/ 2016919 w 2543175"/>
              <a:gd name="connsiteY140" fmla="*/ 1483519 h 1890712"/>
              <a:gd name="connsiteX141" fmla="*/ 2024063 w 2543175"/>
              <a:gd name="connsiteY141" fmla="*/ 1490662 h 1890712"/>
              <a:gd name="connsiteX142" fmla="*/ 2033588 w 2543175"/>
              <a:gd name="connsiteY142" fmla="*/ 1495425 h 1890712"/>
              <a:gd name="connsiteX143" fmla="*/ 2040732 w 2543175"/>
              <a:gd name="connsiteY143" fmla="*/ 1502569 h 1890712"/>
              <a:gd name="connsiteX144" fmla="*/ 2047875 w 2543175"/>
              <a:gd name="connsiteY144" fmla="*/ 1507331 h 1890712"/>
              <a:gd name="connsiteX145" fmla="*/ 2057400 w 2543175"/>
              <a:gd name="connsiteY145" fmla="*/ 1514475 h 1890712"/>
              <a:gd name="connsiteX146" fmla="*/ 2064544 w 2543175"/>
              <a:gd name="connsiteY146" fmla="*/ 1519237 h 1890712"/>
              <a:gd name="connsiteX147" fmla="*/ 2071688 w 2543175"/>
              <a:gd name="connsiteY147" fmla="*/ 1526381 h 1890712"/>
              <a:gd name="connsiteX148" fmla="*/ 2081213 w 2543175"/>
              <a:gd name="connsiteY148" fmla="*/ 1531144 h 1890712"/>
              <a:gd name="connsiteX149" fmla="*/ 2090738 w 2543175"/>
              <a:gd name="connsiteY149" fmla="*/ 1538287 h 1890712"/>
              <a:gd name="connsiteX150" fmla="*/ 2109788 w 2543175"/>
              <a:gd name="connsiteY150" fmla="*/ 1547812 h 1890712"/>
              <a:gd name="connsiteX151" fmla="*/ 2131219 w 2543175"/>
              <a:gd name="connsiteY151" fmla="*/ 1562100 h 1890712"/>
              <a:gd name="connsiteX152" fmla="*/ 2140744 w 2543175"/>
              <a:gd name="connsiteY152" fmla="*/ 1566862 h 1890712"/>
              <a:gd name="connsiteX153" fmla="*/ 2152650 w 2543175"/>
              <a:gd name="connsiteY153" fmla="*/ 1576387 h 1890712"/>
              <a:gd name="connsiteX154" fmla="*/ 2181225 w 2543175"/>
              <a:gd name="connsiteY154" fmla="*/ 1590675 h 1890712"/>
              <a:gd name="connsiteX155" fmla="*/ 2200275 w 2543175"/>
              <a:gd name="connsiteY155" fmla="*/ 1607344 h 1890712"/>
              <a:gd name="connsiteX156" fmla="*/ 2207419 w 2543175"/>
              <a:gd name="connsiteY156" fmla="*/ 1612106 h 1890712"/>
              <a:gd name="connsiteX157" fmla="*/ 2216944 w 2543175"/>
              <a:gd name="connsiteY157" fmla="*/ 1619250 h 1890712"/>
              <a:gd name="connsiteX158" fmla="*/ 2224088 w 2543175"/>
              <a:gd name="connsiteY158" fmla="*/ 1624012 h 1890712"/>
              <a:gd name="connsiteX159" fmla="*/ 2247900 w 2543175"/>
              <a:gd name="connsiteY159" fmla="*/ 1643062 h 1890712"/>
              <a:gd name="connsiteX160" fmla="*/ 2255044 w 2543175"/>
              <a:gd name="connsiteY160" fmla="*/ 1650206 h 1890712"/>
              <a:gd name="connsiteX161" fmla="*/ 2281238 w 2543175"/>
              <a:gd name="connsiteY161" fmla="*/ 1664494 h 1890712"/>
              <a:gd name="connsiteX162" fmla="*/ 2297907 w 2543175"/>
              <a:gd name="connsiteY162" fmla="*/ 1674019 h 1890712"/>
              <a:gd name="connsiteX163" fmla="*/ 2312194 w 2543175"/>
              <a:gd name="connsiteY163" fmla="*/ 1685925 h 1890712"/>
              <a:gd name="connsiteX164" fmla="*/ 2328863 w 2543175"/>
              <a:gd name="connsiteY164" fmla="*/ 1697831 h 1890712"/>
              <a:gd name="connsiteX165" fmla="*/ 2350294 w 2543175"/>
              <a:gd name="connsiteY165" fmla="*/ 1712119 h 1890712"/>
              <a:gd name="connsiteX166" fmla="*/ 2369344 w 2543175"/>
              <a:gd name="connsiteY166" fmla="*/ 1724025 h 1890712"/>
              <a:gd name="connsiteX167" fmla="*/ 2428876 w 2543175"/>
              <a:gd name="connsiteY167" fmla="*/ 1785938 h 1890712"/>
              <a:gd name="connsiteX168" fmla="*/ 2466975 w 2543175"/>
              <a:gd name="connsiteY168" fmla="*/ 1783556 h 1890712"/>
              <a:gd name="connsiteX169" fmla="*/ 2481263 w 2543175"/>
              <a:gd name="connsiteY169" fmla="*/ 1795462 h 1890712"/>
              <a:gd name="connsiteX170" fmla="*/ 2486025 w 2543175"/>
              <a:gd name="connsiteY170" fmla="*/ 1802606 h 1890712"/>
              <a:gd name="connsiteX171" fmla="*/ 2514600 w 2543175"/>
              <a:gd name="connsiteY171" fmla="*/ 1850231 h 1890712"/>
              <a:gd name="connsiteX172" fmla="*/ 2519363 w 2543175"/>
              <a:gd name="connsiteY172" fmla="*/ 1857375 h 1890712"/>
              <a:gd name="connsiteX173" fmla="*/ 2540794 w 2543175"/>
              <a:gd name="connsiteY173" fmla="*/ 1883569 h 1890712"/>
              <a:gd name="connsiteX174" fmla="*/ 2543175 w 2543175"/>
              <a:gd name="connsiteY17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78619 w 2543175"/>
              <a:gd name="connsiteY30" fmla="*/ 276225 h 1890712"/>
              <a:gd name="connsiteX31" fmla="*/ 385763 w 2543175"/>
              <a:gd name="connsiteY31" fmla="*/ 283369 h 1890712"/>
              <a:gd name="connsiteX32" fmla="*/ 395288 w 2543175"/>
              <a:gd name="connsiteY32" fmla="*/ 288131 h 1890712"/>
              <a:gd name="connsiteX33" fmla="*/ 404813 w 2543175"/>
              <a:gd name="connsiteY33" fmla="*/ 295275 h 1890712"/>
              <a:gd name="connsiteX34" fmla="*/ 411957 w 2543175"/>
              <a:gd name="connsiteY34" fmla="*/ 297656 h 1890712"/>
              <a:gd name="connsiteX35" fmla="*/ 466725 w 2543175"/>
              <a:gd name="connsiteY35" fmla="*/ 328612 h 1890712"/>
              <a:gd name="connsiteX36" fmla="*/ 476250 w 2543175"/>
              <a:gd name="connsiteY36" fmla="*/ 335756 h 1890712"/>
              <a:gd name="connsiteX37" fmla="*/ 481013 w 2543175"/>
              <a:gd name="connsiteY37" fmla="*/ 342900 h 1890712"/>
              <a:gd name="connsiteX38" fmla="*/ 490538 w 2543175"/>
              <a:gd name="connsiteY38" fmla="*/ 352425 h 1890712"/>
              <a:gd name="connsiteX39" fmla="*/ 495300 w 2543175"/>
              <a:gd name="connsiteY39" fmla="*/ 359569 h 1890712"/>
              <a:gd name="connsiteX40" fmla="*/ 509588 w 2543175"/>
              <a:gd name="connsiteY40" fmla="*/ 376237 h 1890712"/>
              <a:gd name="connsiteX41" fmla="*/ 514350 w 2543175"/>
              <a:gd name="connsiteY41" fmla="*/ 383381 h 1890712"/>
              <a:gd name="connsiteX42" fmla="*/ 531019 w 2543175"/>
              <a:gd name="connsiteY42" fmla="*/ 397669 h 1890712"/>
              <a:gd name="connsiteX43" fmla="*/ 538163 w 2543175"/>
              <a:gd name="connsiteY43" fmla="*/ 407194 h 1890712"/>
              <a:gd name="connsiteX44" fmla="*/ 554832 w 2543175"/>
              <a:gd name="connsiteY44" fmla="*/ 421481 h 1890712"/>
              <a:gd name="connsiteX45" fmla="*/ 564357 w 2543175"/>
              <a:gd name="connsiteY45" fmla="*/ 431006 h 1890712"/>
              <a:gd name="connsiteX46" fmla="*/ 573882 w 2543175"/>
              <a:gd name="connsiteY46" fmla="*/ 438150 h 1890712"/>
              <a:gd name="connsiteX47" fmla="*/ 595313 w 2543175"/>
              <a:gd name="connsiteY47" fmla="*/ 454819 h 1890712"/>
              <a:gd name="connsiteX48" fmla="*/ 602457 w 2543175"/>
              <a:gd name="connsiteY48" fmla="*/ 457200 h 1890712"/>
              <a:gd name="connsiteX49" fmla="*/ 628650 w 2543175"/>
              <a:gd name="connsiteY49" fmla="*/ 469106 h 1890712"/>
              <a:gd name="connsiteX50" fmla="*/ 645319 w 2543175"/>
              <a:gd name="connsiteY50" fmla="*/ 483394 h 1890712"/>
              <a:gd name="connsiteX51" fmla="*/ 654844 w 2543175"/>
              <a:gd name="connsiteY51" fmla="*/ 488156 h 1890712"/>
              <a:gd name="connsiteX52" fmla="*/ 661988 w 2543175"/>
              <a:gd name="connsiteY52" fmla="*/ 497681 h 1890712"/>
              <a:gd name="connsiteX53" fmla="*/ 683419 w 2543175"/>
              <a:gd name="connsiteY53" fmla="*/ 514350 h 1890712"/>
              <a:gd name="connsiteX54" fmla="*/ 700088 w 2543175"/>
              <a:gd name="connsiteY54" fmla="*/ 526256 h 1890712"/>
              <a:gd name="connsiteX55" fmla="*/ 709613 w 2543175"/>
              <a:gd name="connsiteY55" fmla="*/ 535781 h 1890712"/>
              <a:gd name="connsiteX56" fmla="*/ 719138 w 2543175"/>
              <a:gd name="connsiteY56" fmla="*/ 542925 h 1890712"/>
              <a:gd name="connsiteX57" fmla="*/ 733425 w 2543175"/>
              <a:gd name="connsiteY57" fmla="*/ 557212 h 1890712"/>
              <a:gd name="connsiteX58" fmla="*/ 750094 w 2543175"/>
              <a:gd name="connsiteY58" fmla="*/ 569119 h 1890712"/>
              <a:gd name="connsiteX59" fmla="*/ 769144 w 2543175"/>
              <a:gd name="connsiteY59" fmla="*/ 581025 h 1890712"/>
              <a:gd name="connsiteX60" fmla="*/ 785813 w 2543175"/>
              <a:gd name="connsiteY60" fmla="*/ 590550 h 1890712"/>
              <a:gd name="connsiteX61" fmla="*/ 792957 w 2543175"/>
              <a:gd name="connsiteY61" fmla="*/ 600075 h 1890712"/>
              <a:gd name="connsiteX62" fmla="*/ 809625 w 2543175"/>
              <a:gd name="connsiteY62" fmla="*/ 611981 h 1890712"/>
              <a:gd name="connsiteX63" fmla="*/ 816769 w 2543175"/>
              <a:gd name="connsiteY63" fmla="*/ 619125 h 1890712"/>
              <a:gd name="connsiteX64" fmla="*/ 826294 w 2543175"/>
              <a:gd name="connsiteY64" fmla="*/ 626269 h 1890712"/>
              <a:gd name="connsiteX65" fmla="*/ 840582 w 2543175"/>
              <a:gd name="connsiteY65" fmla="*/ 638175 h 1890712"/>
              <a:gd name="connsiteX66" fmla="*/ 847725 w 2543175"/>
              <a:gd name="connsiteY66" fmla="*/ 645319 h 1890712"/>
              <a:gd name="connsiteX67" fmla="*/ 857250 w 2543175"/>
              <a:gd name="connsiteY67" fmla="*/ 652462 h 1890712"/>
              <a:gd name="connsiteX68" fmla="*/ 864394 w 2543175"/>
              <a:gd name="connsiteY68" fmla="*/ 657225 h 1890712"/>
              <a:gd name="connsiteX69" fmla="*/ 888207 w 2543175"/>
              <a:gd name="connsiteY69" fmla="*/ 676275 h 1890712"/>
              <a:gd name="connsiteX70" fmla="*/ 895350 w 2543175"/>
              <a:gd name="connsiteY70" fmla="*/ 681037 h 1890712"/>
              <a:gd name="connsiteX71" fmla="*/ 907257 w 2543175"/>
              <a:gd name="connsiteY71" fmla="*/ 683419 h 1890712"/>
              <a:gd name="connsiteX72" fmla="*/ 928688 w 2543175"/>
              <a:gd name="connsiteY72" fmla="*/ 695325 h 1890712"/>
              <a:gd name="connsiteX73" fmla="*/ 942975 w 2543175"/>
              <a:gd name="connsiteY73" fmla="*/ 700087 h 1890712"/>
              <a:gd name="connsiteX74" fmla="*/ 964407 w 2543175"/>
              <a:gd name="connsiteY74" fmla="*/ 716756 h 1890712"/>
              <a:gd name="connsiteX75" fmla="*/ 971550 w 2543175"/>
              <a:gd name="connsiteY75" fmla="*/ 723900 h 1890712"/>
              <a:gd name="connsiteX76" fmla="*/ 983457 w 2543175"/>
              <a:gd name="connsiteY76" fmla="*/ 733425 h 1890712"/>
              <a:gd name="connsiteX77" fmla="*/ 990600 w 2543175"/>
              <a:gd name="connsiteY77" fmla="*/ 738187 h 1890712"/>
              <a:gd name="connsiteX78" fmla="*/ 1007269 w 2543175"/>
              <a:gd name="connsiteY78" fmla="*/ 752475 h 1890712"/>
              <a:gd name="connsiteX79" fmla="*/ 1031082 w 2543175"/>
              <a:gd name="connsiteY79" fmla="*/ 766762 h 1890712"/>
              <a:gd name="connsiteX80" fmla="*/ 1042988 w 2543175"/>
              <a:gd name="connsiteY80" fmla="*/ 773906 h 1890712"/>
              <a:gd name="connsiteX81" fmla="*/ 1071563 w 2543175"/>
              <a:gd name="connsiteY81" fmla="*/ 785812 h 1890712"/>
              <a:gd name="connsiteX82" fmla="*/ 1097757 w 2543175"/>
              <a:gd name="connsiteY82" fmla="*/ 807244 h 1890712"/>
              <a:gd name="connsiteX83" fmla="*/ 1104900 w 2543175"/>
              <a:gd name="connsiteY83" fmla="*/ 814387 h 1890712"/>
              <a:gd name="connsiteX84" fmla="*/ 1121569 w 2543175"/>
              <a:gd name="connsiteY84" fmla="*/ 823912 h 1890712"/>
              <a:gd name="connsiteX85" fmla="*/ 1138238 w 2543175"/>
              <a:gd name="connsiteY85" fmla="*/ 835819 h 1890712"/>
              <a:gd name="connsiteX86" fmla="*/ 1147763 w 2543175"/>
              <a:gd name="connsiteY86" fmla="*/ 842962 h 1890712"/>
              <a:gd name="connsiteX87" fmla="*/ 1157288 w 2543175"/>
              <a:gd name="connsiteY87" fmla="*/ 847725 h 1890712"/>
              <a:gd name="connsiteX88" fmla="*/ 1178719 w 2543175"/>
              <a:gd name="connsiteY88" fmla="*/ 859631 h 1890712"/>
              <a:gd name="connsiteX89" fmla="*/ 1188244 w 2543175"/>
              <a:gd name="connsiteY89" fmla="*/ 866775 h 1890712"/>
              <a:gd name="connsiteX90" fmla="*/ 1195388 w 2543175"/>
              <a:gd name="connsiteY90" fmla="*/ 871537 h 1890712"/>
              <a:gd name="connsiteX91" fmla="*/ 1212057 w 2543175"/>
              <a:gd name="connsiteY91" fmla="*/ 883444 h 1890712"/>
              <a:gd name="connsiteX92" fmla="*/ 1226344 w 2543175"/>
              <a:gd name="connsiteY92" fmla="*/ 895350 h 1890712"/>
              <a:gd name="connsiteX93" fmla="*/ 1245394 w 2543175"/>
              <a:gd name="connsiteY93" fmla="*/ 907256 h 1890712"/>
              <a:gd name="connsiteX94" fmla="*/ 1254919 w 2543175"/>
              <a:gd name="connsiteY94" fmla="*/ 914400 h 1890712"/>
              <a:gd name="connsiteX95" fmla="*/ 1269207 w 2543175"/>
              <a:gd name="connsiteY95" fmla="*/ 921544 h 1890712"/>
              <a:gd name="connsiteX96" fmla="*/ 1290638 w 2543175"/>
              <a:gd name="connsiteY96" fmla="*/ 935831 h 1890712"/>
              <a:gd name="connsiteX97" fmla="*/ 1307307 w 2543175"/>
              <a:gd name="connsiteY97" fmla="*/ 952500 h 1890712"/>
              <a:gd name="connsiteX98" fmla="*/ 1333500 w 2543175"/>
              <a:gd name="connsiteY98" fmla="*/ 971550 h 1890712"/>
              <a:gd name="connsiteX99" fmla="*/ 1359694 w 2543175"/>
              <a:gd name="connsiteY99" fmla="*/ 990600 h 1890712"/>
              <a:gd name="connsiteX100" fmla="*/ 1373982 w 2543175"/>
              <a:gd name="connsiteY100" fmla="*/ 997744 h 1890712"/>
              <a:gd name="connsiteX101" fmla="*/ 1388269 w 2543175"/>
              <a:gd name="connsiteY101" fmla="*/ 1007269 h 1890712"/>
              <a:gd name="connsiteX102" fmla="*/ 1414463 w 2543175"/>
              <a:gd name="connsiteY102" fmla="*/ 1019175 h 1890712"/>
              <a:gd name="connsiteX103" fmla="*/ 1428750 w 2543175"/>
              <a:gd name="connsiteY103" fmla="*/ 1026319 h 1890712"/>
              <a:gd name="connsiteX104" fmla="*/ 1471613 w 2543175"/>
              <a:gd name="connsiteY104" fmla="*/ 1059656 h 1890712"/>
              <a:gd name="connsiteX105" fmla="*/ 1495425 w 2543175"/>
              <a:gd name="connsiteY105" fmla="*/ 1088231 h 1890712"/>
              <a:gd name="connsiteX106" fmla="*/ 1547812 w 2543175"/>
              <a:gd name="connsiteY106" fmla="*/ 1133475 h 1890712"/>
              <a:gd name="connsiteX107" fmla="*/ 1597819 w 2543175"/>
              <a:gd name="connsiteY107" fmla="*/ 1154906 h 1890712"/>
              <a:gd name="connsiteX108" fmla="*/ 1604963 w 2543175"/>
              <a:gd name="connsiteY108" fmla="*/ 1162050 h 1890712"/>
              <a:gd name="connsiteX109" fmla="*/ 1612107 w 2543175"/>
              <a:gd name="connsiteY109" fmla="*/ 1166812 h 1890712"/>
              <a:gd name="connsiteX110" fmla="*/ 1628775 w 2543175"/>
              <a:gd name="connsiteY110" fmla="*/ 1183481 h 1890712"/>
              <a:gd name="connsiteX111" fmla="*/ 1662113 w 2543175"/>
              <a:gd name="connsiteY111" fmla="*/ 1209675 h 1890712"/>
              <a:gd name="connsiteX112" fmla="*/ 1678782 w 2543175"/>
              <a:gd name="connsiteY112" fmla="*/ 1226344 h 1890712"/>
              <a:gd name="connsiteX113" fmla="*/ 1700213 w 2543175"/>
              <a:gd name="connsiteY113" fmla="*/ 1247775 h 1890712"/>
              <a:gd name="connsiteX114" fmla="*/ 1712119 w 2543175"/>
              <a:gd name="connsiteY114" fmla="*/ 1259681 h 1890712"/>
              <a:gd name="connsiteX115" fmla="*/ 1733550 w 2543175"/>
              <a:gd name="connsiteY115" fmla="*/ 1273969 h 1890712"/>
              <a:gd name="connsiteX116" fmla="*/ 1743075 w 2543175"/>
              <a:gd name="connsiteY116" fmla="*/ 1283494 h 1890712"/>
              <a:gd name="connsiteX117" fmla="*/ 1754982 w 2543175"/>
              <a:gd name="connsiteY117" fmla="*/ 1290637 h 1890712"/>
              <a:gd name="connsiteX118" fmla="*/ 1766888 w 2543175"/>
              <a:gd name="connsiteY118" fmla="*/ 1300162 h 1890712"/>
              <a:gd name="connsiteX119" fmla="*/ 1783557 w 2543175"/>
              <a:gd name="connsiteY119" fmla="*/ 1307306 h 1890712"/>
              <a:gd name="connsiteX120" fmla="*/ 1790700 w 2543175"/>
              <a:gd name="connsiteY120" fmla="*/ 1312069 h 1890712"/>
              <a:gd name="connsiteX121" fmla="*/ 1800225 w 2543175"/>
              <a:gd name="connsiteY121" fmla="*/ 1319212 h 1890712"/>
              <a:gd name="connsiteX122" fmla="*/ 1807369 w 2543175"/>
              <a:gd name="connsiteY122" fmla="*/ 1321594 h 1890712"/>
              <a:gd name="connsiteX123" fmla="*/ 1824038 w 2543175"/>
              <a:gd name="connsiteY123" fmla="*/ 1333500 h 1890712"/>
              <a:gd name="connsiteX124" fmla="*/ 1843088 w 2543175"/>
              <a:gd name="connsiteY124" fmla="*/ 1352550 h 1890712"/>
              <a:gd name="connsiteX125" fmla="*/ 1852613 w 2543175"/>
              <a:gd name="connsiteY125" fmla="*/ 1359694 h 1890712"/>
              <a:gd name="connsiteX126" fmla="*/ 1859757 w 2543175"/>
              <a:gd name="connsiteY126" fmla="*/ 1366837 h 1890712"/>
              <a:gd name="connsiteX127" fmla="*/ 1869282 w 2543175"/>
              <a:gd name="connsiteY127" fmla="*/ 1371600 h 1890712"/>
              <a:gd name="connsiteX128" fmla="*/ 1883569 w 2543175"/>
              <a:gd name="connsiteY128" fmla="*/ 1388269 h 1890712"/>
              <a:gd name="connsiteX129" fmla="*/ 1893094 w 2543175"/>
              <a:gd name="connsiteY129" fmla="*/ 1395412 h 1890712"/>
              <a:gd name="connsiteX130" fmla="*/ 1902619 w 2543175"/>
              <a:gd name="connsiteY130" fmla="*/ 1404937 h 1890712"/>
              <a:gd name="connsiteX131" fmla="*/ 1912144 w 2543175"/>
              <a:gd name="connsiteY131" fmla="*/ 1409700 h 1890712"/>
              <a:gd name="connsiteX132" fmla="*/ 1931194 w 2543175"/>
              <a:gd name="connsiteY132" fmla="*/ 1421606 h 1890712"/>
              <a:gd name="connsiteX133" fmla="*/ 1935957 w 2543175"/>
              <a:gd name="connsiteY133" fmla="*/ 1428750 h 1890712"/>
              <a:gd name="connsiteX134" fmla="*/ 1952625 w 2543175"/>
              <a:gd name="connsiteY134" fmla="*/ 1438275 h 1890712"/>
              <a:gd name="connsiteX135" fmla="*/ 1971675 w 2543175"/>
              <a:gd name="connsiteY135" fmla="*/ 1450181 h 1890712"/>
              <a:gd name="connsiteX136" fmla="*/ 1981200 w 2543175"/>
              <a:gd name="connsiteY136" fmla="*/ 1454944 h 1890712"/>
              <a:gd name="connsiteX137" fmla="*/ 1997869 w 2543175"/>
              <a:gd name="connsiteY137" fmla="*/ 1471612 h 1890712"/>
              <a:gd name="connsiteX138" fmla="*/ 2007394 w 2543175"/>
              <a:gd name="connsiteY138" fmla="*/ 1478756 h 1890712"/>
              <a:gd name="connsiteX139" fmla="*/ 2016919 w 2543175"/>
              <a:gd name="connsiteY139" fmla="*/ 1483519 h 1890712"/>
              <a:gd name="connsiteX140" fmla="*/ 2024063 w 2543175"/>
              <a:gd name="connsiteY140" fmla="*/ 1490662 h 1890712"/>
              <a:gd name="connsiteX141" fmla="*/ 2033588 w 2543175"/>
              <a:gd name="connsiteY141" fmla="*/ 1495425 h 1890712"/>
              <a:gd name="connsiteX142" fmla="*/ 2040732 w 2543175"/>
              <a:gd name="connsiteY142" fmla="*/ 1502569 h 1890712"/>
              <a:gd name="connsiteX143" fmla="*/ 2047875 w 2543175"/>
              <a:gd name="connsiteY143" fmla="*/ 1507331 h 1890712"/>
              <a:gd name="connsiteX144" fmla="*/ 2057400 w 2543175"/>
              <a:gd name="connsiteY144" fmla="*/ 1514475 h 1890712"/>
              <a:gd name="connsiteX145" fmla="*/ 2064544 w 2543175"/>
              <a:gd name="connsiteY145" fmla="*/ 1519237 h 1890712"/>
              <a:gd name="connsiteX146" fmla="*/ 2071688 w 2543175"/>
              <a:gd name="connsiteY146" fmla="*/ 1526381 h 1890712"/>
              <a:gd name="connsiteX147" fmla="*/ 2081213 w 2543175"/>
              <a:gd name="connsiteY147" fmla="*/ 1531144 h 1890712"/>
              <a:gd name="connsiteX148" fmla="*/ 2090738 w 2543175"/>
              <a:gd name="connsiteY148" fmla="*/ 1538287 h 1890712"/>
              <a:gd name="connsiteX149" fmla="*/ 2109788 w 2543175"/>
              <a:gd name="connsiteY149" fmla="*/ 1547812 h 1890712"/>
              <a:gd name="connsiteX150" fmla="*/ 2131219 w 2543175"/>
              <a:gd name="connsiteY150" fmla="*/ 1562100 h 1890712"/>
              <a:gd name="connsiteX151" fmla="*/ 2140744 w 2543175"/>
              <a:gd name="connsiteY151" fmla="*/ 1566862 h 1890712"/>
              <a:gd name="connsiteX152" fmla="*/ 2152650 w 2543175"/>
              <a:gd name="connsiteY152" fmla="*/ 1576387 h 1890712"/>
              <a:gd name="connsiteX153" fmla="*/ 2181225 w 2543175"/>
              <a:gd name="connsiteY153" fmla="*/ 1590675 h 1890712"/>
              <a:gd name="connsiteX154" fmla="*/ 2200275 w 2543175"/>
              <a:gd name="connsiteY154" fmla="*/ 1607344 h 1890712"/>
              <a:gd name="connsiteX155" fmla="*/ 2207419 w 2543175"/>
              <a:gd name="connsiteY155" fmla="*/ 1612106 h 1890712"/>
              <a:gd name="connsiteX156" fmla="*/ 2216944 w 2543175"/>
              <a:gd name="connsiteY156" fmla="*/ 1619250 h 1890712"/>
              <a:gd name="connsiteX157" fmla="*/ 2224088 w 2543175"/>
              <a:gd name="connsiteY157" fmla="*/ 1624012 h 1890712"/>
              <a:gd name="connsiteX158" fmla="*/ 2247900 w 2543175"/>
              <a:gd name="connsiteY158" fmla="*/ 1643062 h 1890712"/>
              <a:gd name="connsiteX159" fmla="*/ 2255044 w 2543175"/>
              <a:gd name="connsiteY159" fmla="*/ 1650206 h 1890712"/>
              <a:gd name="connsiteX160" fmla="*/ 2281238 w 2543175"/>
              <a:gd name="connsiteY160" fmla="*/ 1664494 h 1890712"/>
              <a:gd name="connsiteX161" fmla="*/ 2297907 w 2543175"/>
              <a:gd name="connsiteY161" fmla="*/ 1674019 h 1890712"/>
              <a:gd name="connsiteX162" fmla="*/ 2312194 w 2543175"/>
              <a:gd name="connsiteY162" fmla="*/ 1685925 h 1890712"/>
              <a:gd name="connsiteX163" fmla="*/ 2328863 w 2543175"/>
              <a:gd name="connsiteY163" fmla="*/ 1697831 h 1890712"/>
              <a:gd name="connsiteX164" fmla="*/ 2350294 w 2543175"/>
              <a:gd name="connsiteY164" fmla="*/ 1712119 h 1890712"/>
              <a:gd name="connsiteX165" fmla="*/ 2369344 w 2543175"/>
              <a:gd name="connsiteY165" fmla="*/ 1724025 h 1890712"/>
              <a:gd name="connsiteX166" fmla="*/ 2428876 w 2543175"/>
              <a:gd name="connsiteY166" fmla="*/ 1785938 h 1890712"/>
              <a:gd name="connsiteX167" fmla="*/ 2466975 w 2543175"/>
              <a:gd name="connsiteY167" fmla="*/ 1783556 h 1890712"/>
              <a:gd name="connsiteX168" fmla="*/ 2481263 w 2543175"/>
              <a:gd name="connsiteY168" fmla="*/ 1795462 h 1890712"/>
              <a:gd name="connsiteX169" fmla="*/ 2486025 w 2543175"/>
              <a:gd name="connsiteY169" fmla="*/ 1802606 h 1890712"/>
              <a:gd name="connsiteX170" fmla="*/ 2514600 w 2543175"/>
              <a:gd name="connsiteY170" fmla="*/ 1850231 h 1890712"/>
              <a:gd name="connsiteX171" fmla="*/ 2519363 w 2543175"/>
              <a:gd name="connsiteY171" fmla="*/ 1857375 h 1890712"/>
              <a:gd name="connsiteX172" fmla="*/ 2540794 w 2543175"/>
              <a:gd name="connsiteY172" fmla="*/ 1883569 h 1890712"/>
              <a:gd name="connsiteX173" fmla="*/ 2543175 w 2543175"/>
              <a:gd name="connsiteY173"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78619 w 2543175"/>
              <a:gd name="connsiteY30" fmla="*/ 276225 h 1890712"/>
              <a:gd name="connsiteX31" fmla="*/ 385763 w 2543175"/>
              <a:gd name="connsiteY31" fmla="*/ 283369 h 1890712"/>
              <a:gd name="connsiteX32" fmla="*/ 404813 w 2543175"/>
              <a:gd name="connsiteY32" fmla="*/ 295275 h 1890712"/>
              <a:gd name="connsiteX33" fmla="*/ 411957 w 2543175"/>
              <a:gd name="connsiteY33" fmla="*/ 297656 h 1890712"/>
              <a:gd name="connsiteX34" fmla="*/ 466725 w 2543175"/>
              <a:gd name="connsiteY34" fmla="*/ 328612 h 1890712"/>
              <a:gd name="connsiteX35" fmla="*/ 476250 w 2543175"/>
              <a:gd name="connsiteY35" fmla="*/ 335756 h 1890712"/>
              <a:gd name="connsiteX36" fmla="*/ 481013 w 2543175"/>
              <a:gd name="connsiteY36" fmla="*/ 342900 h 1890712"/>
              <a:gd name="connsiteX37" fmla="*/ 490538 w 2543175"/>
              <a:gd name="connsiteY37" fmla="*/ 352425 h 1890712"/>
              <a:gd name="connsiteX38" fmla="*/ 495300 w 2543175"/>
              <a:gd name="connsiteY38" fmla="*/ 359569 h 1890712"/>
              <a:gd name="connsiteX39" fmla="*/ 509588 w 2543175"/>
              <a:gd name="connsiteY39" fmla="*/ 376237 h 1890712"/>
              <a:gd name="connsiteX40" fmla="*/ 514350 w 2543175"/>
              <a:gd name="connsiteY40" fmla="*/ 383381 h 1890712"/>
              <a:gd name="connsiteX41" fmla="*/ 531019 w 2543175"/>
              <a:gd name="connsiteY41" fmla="*/ 397669 h 1890712"/>
              <a:gd name="connsiteX42" fmla="*/ 538163 w 2543175"/>
              <a:gd name="connsiteY42" fmla="*/ 407194 h 1890712"/>
              <a:gd name="connsiteX43" fmla="*/ 554832 w 2543175"/>
              <a:gd name="connsiteY43" fmla="*/ 421481 h 1890712"/>
              <a:gd name="connsiteX44" fmla="*/ 564357 w 2543175"/>
              <a:gd name="connsiteY44" fmla="*/ 431006 h 1890712"/>
              <a:gd name="connsiteX45" fmla="*/ 573882 w 2543175"/>
              <a:gd name="connsiteY45" fmla="*/ 438150 h 1890712"/>
              <a:gd name="connsiteX46" fmla="*/ 595313 w 2543175"/>
              <a:gd name="connsiteY46" fmla="*/ 454819 h 1890712"/>
              <a:gd name="connsiteX47" fmla="*/ 602457 w 2543175"/>
              <a:gd name="connsiteY47" fmla="*/ 457200 h 1890712"/>
              <a:gd name="connsiteX48" fmla="*/ 628650 w 2543175"/>
              <a:gd name="connsiteY48" fmla="*/ 469106 h 1890712"/>
              <a:gd name="connsiteX49" fmla="*/ 645319 w 2543175"/>
              <a:gd name="connsiteY49" fmla="*/ 483394 h 1890712"/>
              <a:gd name="connsiteX50" fmla="*/ 654844 w 2543175"/>
              <a:gd name="connsiteY50" fmla="*/ 488156 h 1890712"/>
              <a:gd name="connsiteX51" fmla="*/ 661988 w 2543175"/>
              <a:gd name="connsiteY51" fmla="*/ 497681 h 1890712"/>
              <a:gd name="connsiteX52" fmla="*/ 683419 w 2543175"/>
              <a:gd name="connsiteY52" fmla="*/ 514350 h 1890712"/>
              <a:gd name="connsiteX53" fmla="*/ 700088 w 2543175"/>
              <a:gd name="connsiteY53" fmla="*/ 526256 h 1890712"/>
              <a:gd name="connsiteX54" fmla="*/ 709613 w 2543175"/>
              <a:gd name="connsiteY54" fmla="*/ 535781 h 1890712"/>
              <a:gd name="connsiteX55" fmla="*/ 719138 w 2543175"/>
              <a:gd name="connsiteY55" fmla="*/ 542925 h 1890712"/>
              <a:gd name="connsiteX56" fmla="*/ 733425 w 2543175"/>
              <a:gd name="connsiteY56" fmla="*/ 557212 h 1890712"/>
              <a:gd name="connsiteX57" fmla="*/ 750094 w 2543175"/>
              <a:gd name="connsiteY57" fmla="*/ 569119 h 1890712"/>
              <a:gd name="connsiteX58" fmla="*/ 769144 w 2543175"/>
              <a:gd name="connsiteY58" fmla="*/ 581025 h 1890712"/>
              <a:gd name="connsiteX59" fmla="*/ 785813 w 2543175"/>
              <a:gd name="connsiteY59" fmla="*/ 590550 h 1890712"/>
              <a:gd name="connsiteX60" fmla="*/ 792957 w 2543175"/>
              <a:gd name="connsiteY60" fmla="*/ 600075 h 1890712"/>
              <a:gd name="connsiteX61" fmla="*/ 809625 w 2543175"/>
              <a:gd name="connsiteY61" fmla="*/ 611981 h 1890712"/>
              <a:gd name="connsiteX62" fmla="*/ 816769 w 2543175"/>
              <a:gd name="connsiteY62" fmla="*/ 619125 h 1890712"/>
              <a:gd name="connsiteX63" fmla="*/ 826294 w 2543175"/>
              <a:gd name="connsiteY63" fmla="*/ 626269 h 1890712"/>
              <a:gd name="connsiteX64" fmla="*/ 840582 w 2543175"/>
              <a:gd name="connsiteY64" fmla="*/ 638175 h 1890712"/>
              <a:gd name="connsiteX65" fmla="*/ 847725 w 2543175"/>
              <a:gd name="connsiteY65" fmla="*/ 645319 h 1890712"/>
              <a:gd name="connsiteX66" fmla="*/ 857250 w 2543175"/>
              <a:gd name="connsiteY66" fmla="*/ 652462 h 1890712"/>
              <a:gd name="connsiteX67" fmla="*/ 864394 w 2543175"/>
              <a:gd name="connsiteY67" fmla="*/ 657225 h 1890712"/>
              <a:gd name="connsiteX68" fmla="*/ 888207 w 2543175"/>
              <a:gd name="connsiteY68" fmla="*/ 676275 h 1890712"/>
              <a:gd name="connsiteX69" fmla="*/ 895350 w 2543175"/>
              <a:gd name="connsiteY69" fmla="*/ 681037 h 1890712"/>
              <a:gd name="connsiteX70" fmla="*/ 907257 w 2543175"/>
              <a:gd name="connsiteY70" fmla="*/ 683419 h 1890712"/>
              <a:gd name="connsiteX71" fmla="*/ 928688 w 2543175"/>
              <a:gd name="connsiteY71" fmla="*/ 695325 h 1890712"/>
              <a:gd name="connsiteX72" fmla="*/ 942975 w 2543175"/>
              <a:gd name="connsiteY72" fmla="*/ 700087 h 1890712"/>
              <a:gd name="connsiteX73" fmla="*/ 964407 w 2543175"/>
              <a:gd name="connsiteY73" fmla="*/ 716756 h 1890712"/>
              <a:gd name="connsiteX74" fmla="*/ 971550 w 2543175"/>
              <a:gd name="connsiteY74" fmla="*/ 723900 h 1890712"/>
              <a:gd name="connsiteX75" fmla="*/ 983457 w 2543175"/>
              <a:gd name="connsiteY75" fmla="*/ 733425 h 1890712"/>
              <a:gd name="connsiteX76" fmla="*/ 990600 w 2543175"/>
              <a:gd name="connsiteY76" fmla="*/ 738187 h 1890712"/>
              <a:gd name="connsiteX77" fmla="*/ 1007269 w 2543175"/>
              <a:gd name="connsiteY77" fmla="*/ 752475 h 1890712"/>
              <a:gd name="connsiteX78" fmla="*/ 1031082 w 2543175"/>
              <a:gd name="connsiteY78" fmla="*/ 766762 h 1890712"/>
              <a:gd name="connsiteX79" fmla="*/ 1042988 w 2543175"/>
              <a:gd name="connsiteY79" fmla="*/ 773906 h 1890712"/>
              <a:gd name="connsiteX80" fmla="*/ 1071563 w 2543175"/>
              <a:gd name="connsiteY80" fmla="*/ 785812 h 1890712"/>
              <a:gd name="connsiteX81" fmla="*/ 1097757 w 2543175"/>
              <a:gd name="connsiteY81" fmla="*/ 807244 h 1890712"/>
              <a:gd name="connsiteX82" fmla="*/ 1104900 w 2543175"/>
              <a:gd name="connsiteY82" fmla="*/ 814387 h 1890712"/>
              <a:gd name="connsiteX83" fmla="*/ 1121569 w 2543175"/>
              <a:gd name="connsiteY83" fmla="*/ 823912 h 1890712"/>
              <a:gd name="connsiteX84" fmla="*/ 1138238 w 2543175"/>
              <a:gd name="connsiteY84" fmla="*/ 835819 h 1890712"/>
              <a:gd name="connsiteX85" fmla="*/ 1147763 w 2543175"/>
              <a:gd name="connsiteY85" fmla="*/ 842962 h 1890712"/>
              <a:gd name="connsiteX86" fmla="*/ 1157288 w 2543175"/>
              <a:gd name="connsiteY86" fmla="*/ 847725 h 1890712"/>
              <a:gd name="connsiteX87" fmla="*/ 1178719 w 2543175"/>
              <a:gd name="connsiteY87" fmla="*/ 859631 h 1890712"/>
              <a:gd name="connsiteX88" fmla="*/ 1188244 w 2543175"/>
              <a:gd name="connsiteY88" fmla="*/ 866775 h 1890712"/>
              <a:gd name="connsiteX89" fmla="*/ 1195388 w 2543175"/>
              <a:gd name="connsiteY89" fmla="*/ 871537 h 1890712"/>
              <a:gd name="connsiteX90" fmla="*/ 1212057 w 2543175"/>
              <a:gd name="connsiteY90" fmla="*/ 883444 h 1890712"/>
              <a:gd name="connsiteX91" fmla="*/ 1226344 w 2543175"/>
              <a:gd name="connsiteY91" fmla="*/ 895350 h 1890712"/>
              <a:gd name="connsiteX92" fmla="*/ 1245394 w 2543175"/>
              <a:gd name="connsiteY92" fmla="*/ 907256 h 1890712"/>
              <a:gd name="connsiteX93" fmla="*/ 1254919 w 2543175"/>
              <a:gd name="connsiteY93" fmla="*/ 914400 h 1890712"/>
              <a:gd name="connsiteX94" fmla="*/ 1269207 w 2543175"/>
              <a:gd name="connsiteY94" fmla="*/ 921544 h 1890712"/>
              <a:gd name="connsiteX95" fmla="*/ 1290638 w 2543175"/>
              <a:gd name="connsiteY95" fmla="*/ 935831 h 1890712"/>
              <a:gd name="connsiteX96" fmla="*/ 1307307 w 2543175"/>
              <a:gd name="connsiteY96" fmla="*/ 952500 h 1890712"/>
              <a:gd name="connsiteX97" fmla="*/ 1333500 w 2543175"/>
              <a:gd name="connsiteY97" fmla="*/ 971550 h 1890712"/>
              <a:gd name="connsiteX98" fmla="*/ 1359694 w 2543175"/>
              <a:gd name="connsiteY98" fmla="*/ 990600 h 1890712"/>
              <a:gd name="connsiteX99" fmla="*/ 1373982 w 2543175"/>
              <a:gd name="connsiteY99" fmla="*/ 997744 h 1890712"/>
              <a:gd name="connsiteX100" fmla="*/ 1388269 w 2543175"/>
              <a:gd name="connsiteY100" fmla="*/ 1007269 h 1890712"/>
              <a:gd name="connsiteX101" fmla="*/ 1414463 w 2543175"/>
              <a:gd name="connsiteY101" fmla="*/ 1019175 h 1890712"/>
              <a:gd name="connsiteX102" fmla="*/ 1428750 w 2543175"/>
              <a:gd name="connsiteY102" fmla="*/ 1026319 h 1890712"/>
              <a:gd name="connsiteX103" fmla="*/ 1471613 w 2543175"/>
              <a:gd name="connsiteY103" fmla="*/ 1059656 h 1890712"/>
              <a:gd name="connsiteX104" fmla="*/ 1495425 w 2543175"/>
              <a:gd name="connsiteY104" fmla="*/ 1088231 h 1890712"/>
              <a:gd name="connsiteX105" fmla="*/ 1547812 w 2543175"/>
              <a:gd name="connsiteY105" fmla="*/ 1133475 h 1890712"/>
              <a:gd name="connsiteX106" fmla="*/ 1597819 w 2543175"/>
              <a:gd name="connsiteY106" fmla="*/ 1154906 h 1890712"/>
              <a:gd name="connsiteX107" fmla="*/ 1604963 w 2543175"/>
              <a:gd name="connsiteY107" fmla="*/ 1162050 h 1890712"/>
              <a:gd name="connsiteX108" fmla="*/ 1612107 w 2543175"/>
              <a:gd name="connsiteY108" fmla="*/ 1166812 h 1890712"/>
              <a:gd name="connsiteX109" fmla="*/ 1628775 w 2543175"/>
              <a:gd name="connsiteY109" fmla="*/ 1183481 h 1890712"/>
              <a:gd name="connsiteX110" fmla="*/ 1662113 w 2543175"/>
              <a:gd name="connsiteY110" fmla="*/ 1209675 h 1890712"/>
              <a:gd name="connsiteX111" fmla="*/ 1678782 w 2543175"/>
              <a:gd name="connsiteY111" fmla="*/ 1226344 h 1890712"/>
              <a:gd name="connsiteX112" fmla="*/ 1700213 w 2543175"/>
              <a:gd name="connsiteY112" fmla="*/ 1247775 h 1890712"/>
              <a:gd name="connsiteX113" fmla="*/ 1712119 w 2543175"/>
              <a:gd name="connsiteY113" fmla="*/ 1259681 h 1890712"/>
              <a:gd name="connsiteX114" fmla="*/ 1733550 w 2543175"/>
              <a:gd name="connsiteY114" fmla="*/ 1273969 h 1890712"/>
              <a:gd name="connsiteX115" fmla="*/ 1743075 w 2543175"/>
              <a:gd name="connsiteY115" fmla="*/ 1283494 h 1890712"/>
              <a:gd name="connsiteX116" fmla="*/ 1754982 w 2543175"/>
              <a:gd name="connsiteY116" fmla="*/ 1290637 h 1890712"/>
              <a:gd name="connsiteX117" fmla="*/ 1766888 w 2543175"/>
              <a:gd name="connsiteY117" fmla="*/ 1300162 h 1890712"/>
              <a:gd name="connsiteX118" fmla="*/ 1783557 w 2543175"/>
              <a:gd name="connsiteY118" fmla="*/ 1307306 h 1890712"/>
              <a:gd name="connsiteX119" fmla="*/ 1790700 w 2543175"/>
              <a:gd name="connsiteY119" fmla="*/ 1312069 h 1890712"/>
              <a:gd name="connsiteX120" fmla="*/ 1800225 w 2543175"/>
              <a:gd name="connsiteY120" fmla="*/ 1319212 h 1890712"/>
              <a:gd name="connsiteX121" fmla="*/ 1807369 w 2543175"/>
              <a:gd name="connsiteY121" fmla="*/ 1321594 h 1890712"/>
              <a:gd name="connsiteX122" fmla="*/ 1824038 w 2543175"/>
              <a:gd name="connsiteY122" fmla="*/ 1333500 h 1890712"/>
              <a:gd name="connsiteX123" fmla="*/ 1843088 w 2543175"/>
              <a:gd name="connsiteY123" fmla="*/ 1352550 h 1890712"/>
              <a:gd name="connsiteX124" fmla="*/ 1852613 w 2543175"/>
              <a:gd name="connsiteY124" fmla="*/ 1359694 h 1890712"/>
              <a:gd name="connsiteX125" fmla="*/ 1859757 w 2543175"/>
              <a:gd name="connsiteY125" fmla="*/ 1366837 h 1890712"/>
              <a:gd name="connsiteX126" fmla="*/ 1869282 w 2543175"/>
              <a:gd name="connsiteY126" fmla="*/ 1371600 h 1890712"/>
              <a:gd name="connsiteX127" fmla="*/ 1883569 w 2543175"/>
              <a:gd name="connsiteY127" fmla="*/ 1388269 h 1890712"/>
              <a:gd name="connsiteX128" fmla="*/ 1893094 w 2543175"/>
              <a:gd name="connsiteY128" fmla="*/ 1395412 h 1890712"/>
              <a:gd name="connsiteX129" fmla="*/ 1902619 w 2543175"/>
              <a:gd name="connsiteY129" fmla="*/ 1404937 h 1890712"/>
              <a:gd name="connsiteX130" fmla="*/ 1912144 w 2543175"/>
              <a:gd name="connsiteY130" fmla="*/ 1409700 h 1890712"/>
              <a:gd name="connsiteX131" fmla="*/ 1931194 w 2543175"/>
              <a:gd name="connsiteY131" fmla="*/ 1421606 h 1890712"/>
              <a:gd name="connsiteX132" fmla="*/ 1935957 w 2543175"/>
              <a:gd name="connsiteY132" fmla="*/ 1428750 h 1890712"/>
              <a:gd name="connsiteX133" fmla="*/ 1952625 w 2543175"/>
              <a:gd name="connsiteY133" fmla="*/ 1438275 h 1890712"/>
              <a:gd name="connsiteX134" fmla="*/ 1971675 w 2543175"/>
              <a:gd name="connsiteY134" fmla="*/ 1450181 h 1890712"/>
              <a:gd name="connsiteX135" fmla="*/ 1981200 w 2543175"/>
              <a:gd name="connsiteY135" fmla="*/ 1454944 h 1890712"/>
              <a:gd name="connsiteX136" fmla="*/ 1997869 w 2543175"/>
              <a:gd name="connsiteY136" fmla="*/ 1471612 h 1890712"/>
              <a:gd name="connsiteX137" fmla="*/ 2007394 w 2543175"/>
              <a:gd name="connsiteY137" fmla="*/ 1478756 h 1890712"/>
              <a:gd name="connsiteX138" fmla="*/ 2016919 w 2543175"/>
              <a:gd name="connsiteY138" fmla="*/ 1483519 h 1890712"/>
              <a:gd name="connsiteX139" fmla="*/ 2024063 w 2543175"/>
              <a:gd name="connsiteY139" fmla="*/ 1490662 h 1890712"/>
              <a:gd name="connsiteX140" fmla="*/ 2033588 w 2543175"/>
              <a:gd name="connsiteY140" fmla="*/ 1495425 h 1890712"/>
              <a:gd name="connsiteX141" fmla="*/ 2040732 w 2543175"/>
              <a:gd name="connsiteY141" fmla="*/ 1502569 h 1890712"/>
              <a:gd name="connsiteX142" fmla="*/ 2047875 w 2543175"/>
              <a:gd name="connsiteY142" fmla="*/ 1507331 h 1890712"/>
              <a:gd name="connsiteX143" fmla="*/ 2057400 w 2543175"/>
              <a:gd name="connsiteY143" fmla="*/ 1514475 h 1890712"/>
              <a:gd name="connsiteX144" fmla="*/ 2064544 w 2543175"/>
              <a:gd name="connsiteY144" fmla="*/ 1519237 h 1890712"/>
              <a:gd name="connsiteX145" fmla="*/ 2071688 w 2543175"/>
              <a:gd name="connsiteY145" fmla="*/ 1526381 h 1890712"/>
              <a:gd name="connsiteX146" fmla="*/ 2081213 w 2543175"/>
              <a:gd name="connsiteY146" fmla="*/ 1531144 h 1890712"/>
              <a:gd name="connsiteX147" fmla="*/ 2090738 w 2543175"/>
              <a:gd name="connsiteY147" fmla="*/ 1538287 h 1890712"/>
              <a:gd name="connsiteX148" fmla="*/ 2109788 w 2543175"/>
              <a:gd name="connsiteY148" fmla="*/ 1547812 h 1890712"/>
              <a:gd name="connsiteX149" fmla="*/ 2131219 w 2543175"/>
              <a:gd name="connsiteY149" fmla="*/ 1562100 h 1890712"/>
              <a:gd name="connsiteX150" fmla="*/ 2140744 w 2543175"/>
              <a:gd name="connsiteY150" fmla="*/ 1566862 h 1890712"/>
              <a:gd name="connsiteX151" fmla="*/ 2152650 w 2543175"/>
              <a:gd name="connsiteY151" fmla="*/ 1576387 h 1890712"/>
              <a:gd name="connsiteX152" fmla="*/ 2181225 w 2543175"/>
              <a:gd name="connsiteY152" fmla="*/ 1590675 h 1890712"/>
              <a:gd name="connsiteX153" fmla="*/ 2200275 w 2543175"/>
              <a:gd name="connsiteY153" fmla="*/ 1607344 h 1890712"/>
              <a:gd name="connsiteX154" fmla="*/ 2207419 w 2543175"/>
              <a:gd name="connsiteY154" fmla="*/ 1612106 h 1890712"/>
              <a:gd name="connsiteX155" fmla="*/ 2216944 w 2543175"/>
              <a:gd name="connsiteY155" fmla="*/ 1619250 h 1890712"/>
              <a:gd name="connsiteX156" fmla="*/ 2224088 w 2543175"/>
              <a:gd name="connsiteY156" fmla="*/ 1624012 h 1890712"/>
              <a:gd name="connsiteX157" fmla="*/ 2247900 w 2543175"/>
              <a:gd name="connsiteY157" fmla="*/ 1643062 h 1890712"/>
              <a:gd name="connsiteX158" fmla="*/ 2255044 w 2543175"/>
              <a:gd name="connsiteY158" fmla="*/ 1650206 h 1890712"/>
              <a:gd name="connsiteX159" fmla="*/ 2281238 w 2543175"/>
              <a:gd name="connsiteY159" fmla="*/ 1664494 h 1890712"/>
              <a:gd name="connsiteX160" fmla="*/ 2297907 w 2543175"/>
              <a:gd name="connsiteY160" fmla="*/ 1674019 h 1890712"/>
              <a:gd name="connsiteX161" fmla="*/ 2312194 w 2543175"/>
              <a:gd name="connsiteY161" fmla="*/ 1685925 h 1890712"/>
              <a:gd name="connsiteX162" fmla="*/ 2328863 w 2543175"/>
              <a:gd name="connsiteY162" fmla="*/ 1697831 h 1890712"/>
              <a:gd name="connsiteX163" fmla="*/ 2350294 w 2543175"/>
              <a:gd name="connsiteY163" fmla="*/ 1712119 h 1890712"/>
              <a:gd name="connsiteX164" fmla="*/ 2369344 w 2543175"/>
              <a:gd name="connsiteY164" fmla="*/ 1724025 h 1890712"/>
              <a:gd name="connsiteX165" fmla="*/ 2428876 w 2543175"/>
              <a:gd name="connsiteY165" fmla="*/ 1785938 h 1890712"/>
              <a:gd name="connsiteX166" fmla="*/ 2466975 w 2543175"/>
              <a:gd name="connsiteY166" fmla="*/ 1783556 h 1890712"/>
              <a:gd name="connsiteX167" fmla="*/ 2481263 w 2543175"/>
              <a:gd name="connsiteY167" fmla="*/ 1795462 h 1890712"/>
              <a:gd name="connsiteX168" fmla="*/ 2486025 w 2543175"/>
              <a:gd name="connsiteY168" fmla="*/ 1802606 h 1890712"/>
              <a:gd name="connsiteX169" fmla="*/ 2514600 w 2543175"/>
              <a:gd name="connsiteY169" fmla="*/ 1850231 h 1890712"/>
              <a:gd name="connsiteX170" fmla="*/ 2519363 w 2543175"/>
              <a:gd name="connsiteY170" fmla="*/ 1857375 h 1890712"/>
              <a:gd name="connsiteX171" fmla="*/ 2540794 w 2543175"/>
              <a:gd name="connsiteY171" fmla="*/ 1883569 h 1890712"/>
              <a:gd name="connsiteX172" fmla="*/ 2543175 w 2543175"/>
              <a:gd name="connsiteY17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85763 w 2543175"/>
              <a:gd name="connsiteY30" fmla="*/ 283369 h 1890712"/>
              <a:gd name="connsiteX31" fmla="*/ 404813 w 2543175"/>
              <a:gd name="connsiteY31" fmla="*/ 295275 h 1890712"/>
              <a:gd name="connsiteX32" fmla="*/ 411957 w 2543175"/>
              <a:gd name="connsiteY32" fmla="*/ 297656 h 1890712"/>
              <a:gd name="connsiteX33" fmla="*/ 466725 w 2543175"/>
              <a:gd name="connsiteY33" fmla="*/ 328612 h 1890712"/>
              <a:gd name="connsiteX34" fmla="*/ 476250 w 2543175"/>
              <a:gd name="connsiteY34" fmla="*/ 335756 h 1890712"/>
              <a:gd name="connsiteX35" fmla="*/ 481013 w 2543175"/>
              <a:gd name="connsiteY35" fmla="*/ 342900 h 1890712"/>
              <a:gd name="connsiteX36" fmla="*/ 490538 w 2543175"/>
              <a:gd name="connsiteY36" fmla="*/ 352425 h 1890712"/>
              <a:gd name="connsiteX37" fmla="*/ 495300 w 2543175"/>
              <a:gd name="connsiteY37" fmla="*/ 359569 h 1890712"/>
              <a:gd name="connsiteX38" fmla="*/ 509588 w 2543175"/>
              <a:gd name="connsiteY38" fmla="*/ 376237 h 1890712"/>
              <a:gd name="connsiteX39" fmla="*/ 514350 w 2543175"/>
              <a:gd name="connsiteY39" fmla="*/ 383381 h 1890712"/>
              <a:gd name="connsiteX40" fmla="*/ 531019 w 2543175"/>
              <a:gd name="connsiteY40" fmla="*/ 397669 h 1890712"/>
              <a:gd name="connsiteX41" fmla="*/ 538163 w 2543175"/>
              <a:gd name="connsiteY41" fmla="*/ 407194 h 1890712"/>
              <a:gd name="connsiteX42" fmla="*/ 554832 w 2543175"/>
              <a:gd name="connsiteY42" fmla="*/ 421481 h 1890712"/>
              <a:gd name="connsiteX43" fmla="*/ 564357 w 2543175"/>
              <a:gd name="connsiteY43" fmla="*/ 431006 h 1890712"/>
              <a:gd name="connsiteX44" fmla="*/ 573882 w 2543175"/>
              <a:gd name="connsiteY44" fmla="*/ 438150 h 1890712"/>
              <a:gd name="connsiteX45" fmla="*/ 595313 w 2543175"/>
              <a:gd name="connsiteY45" fmla="*/ 454819 h 1890712"/>
              <a:gd name="connsiteX46" fmla="*/ 602457 w 2543175"/>
              <a:gd name="connsiteY46" fmla="*/ 457200 h 1890712"/>
              <a:gd name="connsiteX47" fmla="*/ 628650 w 2543175"/>
              <a:gd name="connsiteY47" fmla="*/ 469106 h 1890712"/>
              <a:gd name="connsiteX48" fmla="*/ 645319 w 2543175"/>
              <a:gd name="connsiteY48" fmla="*/ 483394 h 1890712"/>
              <a:gd name="connsiteX49" fmla="*/ 654844 w 2543175"/>
              <a:gd name="connsiteY49" fmla="*/ 488156 h 1890712"/>
              <a:gd name="connsiteX50" fmla="*/ 661988 w 2543175"/>
              <a:gd name="connsiteY50" fmla="*/ 497681 h 1890712"/>
              <a:gd name="connsiteX51" fmla="*/ 683419 w 2543175"/>
              <a:gd name="connsiteY51" fmla="*/ 514350 h 1890712"/>
              <a:gd name="connsiteX52" fmla="*/ 700088 w 2543175"/>
              <a:gd name="connsiteY52" fmla="*/ 526256 h 1890712"/>
              <a:gd name="connsiteX53" fmla="*/ 709613 w 2543175"/>
              <a:gd name="connsiteY53" fmla="*/ 535781 h 1890712"/>
              <a:gd name="connsiteX54" fmla="*/ 719138 w 2543175"/>
              <a:gd name="connsiteY54" fmla="*/ 542925 h 1890712"/>
              <a:gd name="connsiteX55" fmla="*/ 733425 w 2543175"/>
              <a:gd name="connsiteY55" fmla="*/ 557212 h 1890712"/>
              <a:gd name="connsiteX56" fmla="*/ 750094 w 2543175"/>
              <a:gd name="connsiteY56" fmla="*/ 569119 h 1890712"/>
              <a:gd name="connsiteX57" fmla="*/ 769144 w 2543175"/>
              <a:gd name="connsiteY57" fmla="*/ 581025 h 1890712"/>
              <a:gd name="connsiteX58" fmla="*/ 785813 w 2543175"/>
              <a:gd name="connsiteY58" fmla="*/ 590550 h 1890712"/>
              <a:gd name="connsiteX59" fmla="*/ 792957 w 2543175"/>
              <a:gd name="connsiteY59" fmla="*/ 600075 h 1890712"/>
              <a:gd name="connsiteX60" fmla="*/ 809625 w 2543175"/>
              <a:gd name="connsiteY60" fmla="*/ 611981 h 1890712"/>
              <a:gd name="connsiteX61" fmla="*/ 816769 w 2543175"/>
              <a:gd name="connsiteY61" fmla="*/ 619125 h 1890712"/>
              <a:gd name="connsiteX62" fmla="*/ 826294 w 2543175"/>
              <a:gd name="connsiteY62" fmla="*/ 626269 h 1890712"/>
              <a:gd name="connsiteX63" fmla="*/ 840582 w 2543175"/>
              <a:gd name="connsiteY63" fmla="*/ 638175 h 1890712"/>
              <a:gd name="connsiteX64" fmla="*/ 847725 w 2543175"/>
              <a:gd name="connsiteY64" fmla="*/ 645319 h 1890712"/>
              <a:gd name="connsiteX65" fmla="*/ 857250 w 2543175"/>
              <a:gd name="connsiteY65" fmla="*/ 652462 h 1890712"/>
              <a:gd name="connsiteX66" fmla="*/ 864394 w 2543175"/>
              <a:gd name="connsiteY66" fmla="*/ 657225 h 1890712"/>
              <a:gd name="connsiteX67" fmla="*/ 888207 w 2543175"/>
              <a:gd name="connsiteY67" fmla="*/ 676275 h 1890712"/>
              <a:gd name="connsiteX68" fmla="*/ 895350 w 2543175"/>
              <a:gd name="connsiteY68" fmla="*/ 681037 h 1890712"/>
              <a:gd name="connsiteX69" fmla="*/ 907257 w 2543175"/>
              <a:gd name="connsiteY69" fmla="*/ 683419 h 1890712"/>
              <a:gd name="connsiteX70" fmla="*/ 928688 w 2543175"/>
              <a:gd name="connsiteY70" fmla="*/ 695325 h 1890712"/>
              <a:gd name="connsiteX71" fmla="*/ 942975 w 2543175"/>
              <a:gd name="connsiteY71" fmla="*/ 700087 h 1890712"/>
              <a:gd name="connsiteX72" fmla="*/ 964407 w 2543175"/>
              <a:gd name="connsiteY72" fmla="*/ 716756 h 1890712"/>
              <a:gd name="connsiteX73" fmla="*/ 971550 w 2543175"/>
              <a:gd name="connsiteY73" fmla="*/ 723900 h 1890712"/>
              <a:gd name="connsiteX74" fmla="*/ 983457 w 2543175"/>
              <a:gd name="connsiteY74" fmla="*/ 733425 h 1890712"/>
              <a:gd name="connsiteX75" fmla="*/ 990600 w 2543175"/>
              <a:gd name="connsiteY75" fmla="*/ 738187 h 1890712"/>
              <a:gd name="connsiteX76" fmla="*/ 1007269 w 2543175"/>
              <a:gd name="connsiteY76" fmla="*/ 752475 h 1890712"/>
              <a:gd name="connsiteX77" fmla="*/ 1031082 w 2543175"/>
              <a:gd name="connsiteY77" fmla="*/ 766762 h 1890712"/>
              <a:gd name="connsiteX78" fmla="*/ 1042988 w 2543175"/>
              <a:gd name="connsiteY78" fmla="*/ 773906 h 1890712"/>
              <a:gd name="connsiteX79" fmla="*/ 1071563 w 2543175"/>
              <a:gd name="connsiteY79" fmla="*/ 785812 h 1890712"/>
              <a:gd name="connsiteX80" fmla="*/ 1097757 w 2543175"/>
              <a:gd name="connsiteY80" fmla="*/ 807244 h 1890712"/>
              <a:gd name="connsiteX81" fmla="*/ 1104900 w 2543175"/>
              <a:gd name="connsiteY81" fmla="*/ 814387 h 1890712"/>
              <a:gd name="connsiteX82" fmla="*/ 1121569 w 2543175"/>
              <a:gd name="connsiteY82" fmla="*/ 823912 h 1890712"/>
              <a:gd name="connsiteX83" fmla="*/ 1138238 w 2543175"/>
              <a:gd name="connsiteY83" fmla="*/ 835819 h 1890712"/>
              <a:gd name="connsiteX84" fmla="*/ 1147763 w 2543175"/>
              <a:gd name="connsiteY84" fmla="*/ 842962 h 1890712"/>
              <a:gd name="connsiteX85" fmla="*/ 1157288 w 2543175"/>
              <a:gd name="connsiteY85" fmla="*/ 847725 h 1890712"/>
              <a:gd name="connsiteX86" fmla="*/ 1178719 w 2543175"/>
              <a:gd name="connsiteY86" fmla="*/ 859631 h 1890712"/>
              <a:gd name="connsiteX87" fmla="*/ 1188244 w 2543175"/>
              <a:gd name="connsiteY87" fmla="*/ 866775 h 1890712"/>
              <a:gd name="connsiteX88" fmla="*/ 1195388 w 2543175"/>
              <a:gd name="connsiteY88" fmla="*/ 871537 h 1890712"/>
              <a:gd name="connsiteX89" fmla="*/ 1212057 w 2543175"/>
              <a:gd name="connsiteY89" fmla="*/ 883444 h 1890712"/>
              <a:gd name="connsiteX90" fmla="*/ 1226344 w 2543175"/>
              <a:gd name="connsiteY90" fmla="*/ 895350 h 1890712"/>
              <a:gd name="connsiteX91" fmla="*/ 1245394 w 2543175"/>
              <a:gd name="connsiteY91" fmla="*/ 907256 h 1890712"/>
              <a:gd name="connsiteX92" fmla="*/ 1254919 w 2543175"/>
              <a:gd name="connsiteY92" fmla="*/ 914400 h 1890712"/>
              <a:gd name="connsiteX93" fmla="*/ 1269207 w 2543175"/>
              <a:gd name="connsiteY93" fmla="*/ 921544 h 1890712"/>
              <a:gd name="connsiteX94" fmla="*/ 1290638 w 2543175"/>
              <a:gd name="connsiteY94" fmla="*/ 935831 h 1890712"/>
              <a:gd name="connsiteX95" fmla="*/ 1307307 w 2543175"/>
              <a:gd name="connsiteY95" fmla="*/ 952500 h 1890712"/>
              <a:gd name="connsiteX96" fmla="*/ 1333500 w 2543175"/>
              <a:gd name="connsiteY96" fmla="*/ 971550 h 1890712"/>
              <a:gd name="connsiteX97" fmla="*/ 1359694 w 2543175"/>
              <a:gd name="connsiteY97" fmla="*/ 990600 h 1890712"/>
              <a:gd name="connsiteX98" fmla="*/ 1373982 w 2543175"/>
              <a:gd name="connsiteY98" fmla="*/ 997744 h 1890712"/>
              <a:gd name="connsiteX99" fmla="*/ 1388269 w 2543175"/>
              <a:gd name="connsiteY99" fmla="*/ 1007269 h 1890712"/>
              <a:gd name="connsiteX100" fmla="*/ 1414463 w 2543175"/>
              <a:gd name="connsiteY100" fmla="*/ 1019175 h 1890712"/>
              <a:gd name="connsiteX101" fmla="*/ 1428750 w 2543175"/>
              <a:gd name="connsiteY101" fmla="*/ 1026319 h 1890712"/>
              <a:gd name="connsiteX102" fmla="*/ 1471613 w 2543175"/>
              <a:gd name="connsiteY102" fmla="*/ 1059656 h 1890712"/>
              <a:gd name="connsiteX103" fmla="*/ 1495425 w 2543175"/>
              <a:gd name="connsiteY103" fmla="*/ 1088231 h 1890712"/>
              <a:gd name="connsiteX104" fmla="*/ 1547812 w 2543175"/>
              <a:gd name="connsiteY104" fmla="*/ 1133475 h 1890712"/>
              <a:gd name="connsiteX105" fmla="*/ 1597819 w 2543175"/>
              <a:gd name="connsiteY105" fmla="*/ 1154906 h 1890712"/>
              <a:gd name="connsiteX106" fmla="*/ 1604963 w 2543175"/>
              <a:gd name="connsiteY106" fmla="*/ 1162050 h 1890712"/>
              <a:gd name="connsiteX107" fmla="*/ 1612107 w 2543175"/>
              <a:gd name="connsiteY107" fmla="*/ 1166812 h 1890712"/>
              <a:gd name="connsiteX108" fmla="*/ 1628775 w 2543175"/>
              <a:gd name="connsiteY108" fmla="*/ 1183481 h 1890712"/>
              <a:gd name="connsiteX109" fmla="*/ 1662113 w 2543175"/>
              <a:gd name="connsiteY109" fmla="*/ 1209675 h 1890712"/>
              <a:gd name="connsiteX110" fmla="*/ 1678782 w 2543175"/>
              <a:gd name="connsiteY110" fmla="*/ 1226344 h 1890712"/>
              <a:gd name="connsiteX111" fmla="*/ 1700213 w 2543175"/>
              <a:gd name="connsiteY111" fmla="*/ 1247775 h 1890712"/>
              <a:gd name="connsiteX112" fmla="*/ 1712119 w 2543175"/>
              <a:gd name="connsiteY112" fmla="*/ 1259681 h 1890712"/>
              <a:gd name="connsiteX113" fmla="*/ 1733550 w 2543175"/>
              <a:gd name="connsiteY113" fmla="*/ 1273969 h 1890712"/>
              <a:gd name="connsiteX114" fmla="*/ 1743075 w 2543175"/>
              <a:gd name="connsiteY114" fmla="*/ 1283494 h 1890712"/>
              <a:gd name="connsiteX115" fmla="*/ 1754982 w 2543175"/>
              <a:gd name="connsiteY115" fmla="*/ 1290637 h 1890712"/>
              <a:gd name="connsiteX116" fmla="*/ 1766888 w 2543175"/>
              <a:gd name="connsiteY116" fmla="*/ 1300162 h 1890712"/>
              <a:gd name="connsiteX117" fmla="*/ 1783557 w 2543175"/>
              <a:gd name="connsiteY117" fmla="*/ 1307306 h 1890712"/>
              <a:gd name="connsiteX118" fmla="*/ 1790700 w 2543175"/>
              <a:gd name="connsiteY118" fmla="*/ 1312069 h 1890712"/>
              <a:gd name="connsiteX119" fmla="*/ 1800225 w 2543175"/>
              <a:gd name="connsiteY119" fmla="*/ 1319212 h 1890712"/>
              <a:gd name="connsiteX120" fmla="*/ 1807369 w 2543175"/>
              <a:gd name="connsiteY120" fmla="*/ 1321594 h 1890712"/>
              <a:gd name="connsiteX121" fmla="*/ 1824038 w 2543175"/>
              <a:gd name="connsiteY121" fmla="*/ 1333500 h 1890712"/>
              <a:gd name="connsiteX122" fmla="*/ 1843088 w 2543175"/>
              <a:gd name="connsiteY122" fmla="*/ 1352550 h 1890712"/>
              <a:gd name="connsiteX123" fmla="*/ 1852613 w 2543175"/>
              <a:gd name="connsiteY123" fmla="*/ 1359694 h 1890712"/>
              <a:gd name="connsiteX124" fmla="*/ 1859757 w 2543175"/>
              <a:gd name="connsiteY124" fmla="*/ 1366837 h 1890712"/>
              <a:gd name="connsiteX125" fmla="*/ 1869282 w 2543175"/>
              <a:gd name="connsiteY125" fmla="*/ 1371600 h 1890712"/>
              <a:gd name="connsiteX126" fmla="*/ 1883569 w 2543175"/>
              <a:gd name="connsiteY126" fmla="*/ 1388269 h 1890712"/>
              <a:gd name="connsiteX127" fmla="*/ 1893094 w 2543175"/>
              <a:gd name="connsiteY127" fmla="*/ 1395412 h 1890712"/>
              <a:gd name="connsiteX128" fmla="*/ 1902619 w 2543175"/>
              <a:gd name="connsiteY128" fmla="*/ 1404937 h 1890712"/>
              <a:gd name="connsiteX129" fmla="*/ 1912144 w 2543175"/>
              <a:gd name="connsiteY129" fmla="*/ 1409700 h 1890712"/>
              <a:gd name="connsiteX130" fmla="*/ 1931194 w 2543175"/>
              <a:gd name="connsiteY130" fmla="*/ 1421606 h 1890712"/>
              <a:gd name="connsiteX131" fmla="*/ 1935957 w 2543175"/>
              <a:gd name="connsiteY131" fmla="*/ 1428750 h 1890712"/>
              <a:gd name="connsiteX132" fmla="*/ 1952625 w 2543175"/>
              <a:gd name="connsiteY132" fmla="*/ 1438275 h 1890712"/>
              <a:gd name="connsiteX133" fmla="*/ 1971675 w 2543175"/>
              <a:gd name="connsiteY133" fmla="*/ 1450181 h 1890712"/>
              <a:gd name="connsiteX134" fmla="*/ 1981200 w 2543175"/>
              <a:gd name="connsiteY134" fmla="*/ 1454944 h 1890712"/>
              <a:gd name="connsiteX135" fmla="*/ 1997869 w 2543175"/>
              <a:gd name="connsiteY135" fmla="*/ 1471612 h 1890712"/>
              <a:gd name="connsiteX136" fmla="*/ 2007394 w 2543175"/>
              <a:gd name="connsiteY136" fmla="*/ 1478756 h 1890712"/>
              <a:gd name="connsiteX137" fmla="*/ 2016919 w 2543175"/>
              <a:gd name="connsiteY137" fmla="*/ 1483519 h 1890712"/>
              <a:gd name="connsiteX138" fmla="*/ 2024063 w 2543175"/>
              <a:gd name="connsiteY138" fmla="*/ 1490662 h 1890712"/>
              <a:gd name="connsiteX139" fmla="*/ 2033588 w 2543175"/>
              <a:gd name="connsiteY139" fmla="*/ 1495425 h 1890712"/>
              <a:gd name="connsiteX140" fmla="*/ 2040732 w 2543175"/>
              <a:gd name="connsiteY140" fmla="*/ 1502569 h 1890712"/>
              <a:gd name="connsiteX141" fmla="*/ 2047875 w 2543175"/>
              <a:gd name="connsiteY141" fmla="*/ 1507331 h 1890712"/>
              <a:gd name="connsiteX142" fmla="*/ 2057400 w 2543175"/>
              <a:gd name="connsiteY142" fmla="*/ 1514475 h 1890712"/>
              <a:gd name="connsiteX143" fmla="*/ 2064544 w 2543175"/>
              <a:gd name="connsiteY143" fmla="*/ 1519237 h 1890712"/>
              <a:gd name="connsiteX144" fmla="*/ 2071688 w 2543175"/>
              <a:gd name="connsiteY144" fmla="*/ 1526381 h 1890712"/>
              <a:gd name="connsiteX145" fmla="*/ 2081213 w 2543175"/>
              <a:gd name="connsiteY145" fmla="*/ 1531144 h 1890712"/>
              <a:gd name="connsiteX146" fmla="*/ 2090738 w 2543175"/>
              <a:gd name="connsiteY146" fmla="*/ 1538287 h 1890712"/>
              <a:gd name="connsiteX147" fmla="*/ 2109788 w 2543175"/>
              <a:gd name="connsiteY147" fmla="*/ 1547812 h 1890712"/>
              <a:gd name="connsiteX148" fmla="*/ 2131219 w 2543175"/>
              <a:gd name="connsiteY148" fmla="*/ 1562100 h 1890712"/>
              <a:gd name="connsiteX149" fmla="*/ 2140744 w 2543175"/>
              <a:gd name="connsiteY149" fmla="*/ 1566862 h 1890712"/>
              <a:gd name="connsiteX150" fmla="*/ 2152650 w 2543175"/>
              <a:gd name="connsiteY150" fmla="*/ 1576387 h 1890712"/>
              <a:gd name="connsiteX151" fmla="*/ 2181225 w 2543175"/>
              <a:gd name="connsiteY151" fmla="*/ 1590675 h 1890712"/>
              <a:gd name="connsiteX152" fmla="*/ 2200275 w 2543175"/>
              <a:gd name="connsiteY152" fmla="*/ 1607344 h 1890712"/>
              <a:gd name="connsiteX153" fmla="*/ 2207419 w 2543175"/>
              <a:gd name="connsiteY153" fmla="*/ 1612106 h 1890712"/>
              <a:gd name="connsiteX154" fmla="*/ 2216944 w 2543175"/>
              <a:gd name="connsiteY154" fmla="*/ 1619250 h 1890712"/>
              <a:gd name="connsiteX155" fmla="*/ 2224088 w 2543175"/>
              <a:gd name="connsiteY155" fmla="*/ 1624012 h 1890712"/>
              <a:gd name="connsiteX156" fmla="*/ 2247900 w 2543175"/>
              <a:gd name="connsiteY156" fmla="*/ 1643062 h 1890712"/>
              <a:gd name="connsiteX157" fmla="*/ 2255044 w 2543175"/>
              <a:gd name="connsiteY157" fmla="*/ 1650206 h 1890712"/>
              <a:gd name="connsiteX158" fmla="*/ 2281238 w 2543175"/>
              <a:gd name="connsiteY158" fmla="*/ 1664494 h 1890712"/>
              <a:gd name="connsiteX159" fmla="*/ 2297907 w 2543175"/>
              <a:gd name="connsiteY159" fmla="*/ 1674019 h 1890712"/>
              <a:gd name="connsiteX160" fmla="*/ 2312194 w 2543175"/>
              <a:gd name="connsiteY160" fmla="*/ 1685925 h 1890712"/>
              <a:gd name="connsiteX161" fmla="*/ 2328863 w 2543175"/>
              <a:gd name="connsiteY161" fmla="*/ 1697831 h 1890712"/>
              <a:gd name="connsiteX162" fmla="*/ 2350294 w 2543175"/>
              <a:gd name="connsiteY162" fmla="*/ 1712119 h 1890712"/>
              <a:gd name="connsiteX163" fmla="*/ 2369344 w 2543175"/>
              <a:gd name="connsiteY163" fmla="*/ 1724025 h 1890712"/>
              <a:gd name="connsiteX164" fmla="*/ 2428876 w 2543175"/>
              <a:gd name="connsiteY164" fmla="*/ 1785938 h 1890712"/>
              <a:gd name="connsiteX165" fmla="*/ 2466975 w 2543175"/>
              <a:gd name="connsiteY165" fmla="*/ 1783556 h 1890712"/>
              <a:gd name="connsiteX166" fmla="*/ 2481263 w 2543175"/>
              <a:gd name="connsiteY166" fmla="*/ 1795462 h 1890712"/>
              <a:gd name="connsiteX167" fmla="*/ 2486025 w 2543175"/>
              <a:gd name="connsiteY167" fmla="*/ 1802606 h 1890712"/>
              <a:gd name="connsiteX168" fmla="*/ 2514600 w 2543175"/>
              <a:gd name="connsiteY168" fmla="*/ 1850231 h 1890712"/>
              <a:gd name="connsiteX169" fmla="*/ 2519363 w 2543175"/>
              <a:gd name="connsiteY169" fmla="*/ 1857375 h 1890712"/>
              <a:gd name="connsiteX170" fmla="*/ 2540794 w 2543175"/>
              <a:gd name="connsiteY170" fmla="*/ 1883569 h 1890712"/>
              <a:gd name="connsiteX171" fmla="*/ 2543175 w 2543175"/>
              <a:gd name="connsiteY171"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54807 w 2543175"/>
              <a:gd name="connsiteY26" fmla="*/ 247650 h 1890712"/>
              <a:gd name="connsiteX27" fmla="*/ 366713 w 2543175"/>
              <a:gd name="connsiteY27" fmla="*/ 264319 h 1890712"/>
              <a:gd name="connsiteX28" fmla="*/ 371475 w 2543175"/>
              <a:gd name="connsiteY28" fmla="*/ 271462 h 1890712"/>
              <a:gd name="connsiteX29" fmla="*/ 385763 w 2543175"/>
              <a:gd name="connsiteY29" fmla="*/ 283369 h 1890712"/>
              <a:gd name="connsiteX30" fmla="*/ 404813 w 2543175"/>
              <a:gd name="connsiteY30" fmla="*/ 295275 h 1890712"/>
              <a:gd name="connsiteX31" fmla="*/ 411957 w 2543175"/>
              <a:gd name="connsiteY31" fmla="*/ 297656 h 1890712"/>
              <a:gd name="connsiteX32" fmla="*/ 466725 w 2543175"/>
              <a:gd name="connsiteY32" fmla="*/ 328612 h 1890712"/>
              <a:gd name="connsiteX33" fmla="*/ 476250 w 2543175"/>
              <a:gd name="connsiteY33" fmla="*/ 335756 h 1890712"/>
              <a:gd name="connsiteX34" fmla="*/ 481013 w 2543175"/>
              <a:gd name="connsiteY34" fmla="*/ 342900 h 1890712"/>
              <a:gd name="connsiteX35" fmla="*/ 490538 w 2543175"/>
              <a:gd name="connsiteY35" fmla="*/ 352425 h 1890712"/>
              <a:gd name="connsiteX36" fmla="*/ 495300 w 2543175"/>
              <a:gd name="connsiteY36" fmla="*/ 359569 h 1890712"/>
              <a:gd name="connsiteX37" fmla="*/ 509588 w 2543175"/>
              <a:gd name="connsiteY37" fmla="*/ 376237 h 1890712"/>
              <a:gd name="connsiteX38" fmla="*/ 514350 w 2543175"/>
              <a:gd name="connsiteY38" fmla="*/ 383381 h 1890712"/>
              <a:gd name="connsiteX39" fmla="*/ 531019 w 2543175"/>
              <a:gd name="connsiteY39" fmla="*/ 397669 h 1890712"/>
              <a:gd name="connsiteX40" fmla="*/ 538163 w 2543175"/>
              <a:gd name="connsiteY40" fmla="*/ 407194 h 1890712"/>
              <a:gd name="connsiteX41" fmla="*/ 554832 w 2543175"/>
              <a:gd name="connsiteY41" fmla="*/ 421481 h 1890712"/>
              <a:gd name="connsiteX42" fmla="*/ 564357 w 2543175"/>
              <a:gd name="connsiteY42" fmla="*/ 431006 h 1890712"/>
              <a:gd name="connsiteX43" fmla="*/ 573882 w 2543175"/>
              <a:gd name="connsiteY43" fmla="*/ 438150 h 1890712"/>
              <a:gd name="connsiteX44" fmla="*/ 595313 w 2543175"/>
              <a:gd name="connsiteY44" fmla="*/ 454819 h 1890712"/>
              <a:gd name="connsiteX45" fmla="*/ 602457 w 2543175"/>
              <a:gd name="connsiteY45" fmla="*/ 457200 h 1890712"/>
              <a:gd name="connsiteX46" fmla="*/ 628650 w 2543175"/>
              <a:gd name="connsiteY46" fmla="*/ 469106 h 1890712"/>
              <a:gd name="connsiteX47" fmla="*/ 645319 w 2543175"/>
              <a:gd name="connsiteY47" fmla="*/ 483394 h 1890712"/>
              <a:gd name="connsiteX48" fmla="*/ 654844 w 2543175"/>
              <a:gd name="connsiteY48" fmla="*/ 488156 h 1890712"/>
              <a:gd name="connsiteX49" fmla="*/ 661988 w 2543175"/>
              <a:gd name="connsiteY49" fmla="*/ 497681 h 1890712"/>
              <a:gd name="connsiteX50" fmla="*/ 683419 w 2543175"/>
              <a:gd name="connsiteY50" fmla="*/ 514350 h 1890712"/>
              <a:gd name="connsiteX51" fmla="*/ 700088 w 2543175"/>
              <a:gd name="connsiteY51" fmla="*/ 526256 h 1890712"/>
              <a:gd name="connsiteX52" fmla="*/ 709613 w 2543175"/>
              <a:gd name="connsiteY52" fmla="*/ 535781 h 1890712"/>
              <a:gd name="connsiteX53" fmla="*/ 719138 w 2543175"/>
              <a:gd name="connsiteY53" fmla="*/ 542925 h 1890712"/>
              <a:gd name="connsiteX54" fmla="*/ 733425 w 2543175"/>
              <a:gd name="connsiteY54" fmla="*/ 557212 h 1890712"/>
              <a:gd name="connsiteX55" fmla="*/ 750094 w 2543175"/>
              <a:gd name="connsiteY55" fmla="*/ 569119 h 1890712"/>
              <a:gd name="connsiteX56" fmla="*/ 769144 w 2543175"/>
              <a:gd name="connsiteY56" fmla="*/ 581025 h 1890712"/>
              <a:gd name="connsiteX57" fmla="*/ 785813 w 2543175"/>
              <a:gd name="connsiteY57" fmla="*/ 590550 h 1890712"/>
              <a:gd name="connsiteX58" fmla="*/ 792957 w 2543175"/>
              <a:gd name="connsiteY58" fmla="*/ 600075 h 1890712"/>
              <a:gd name="connsiteX59" fmla="*/ 809625 w 2543175"/>
              <a:gd name="connsiteY59" fmla="*/ 611981 h 1890712"/>
              <a:gd name="connsiteX60" fmla="*/ 816769 w 2543175"/>
              <a:gd name="connsiteY60" fmla="*/ 619125 h 1890712"/>
              <a:gd name="connsiteX61" fmla="*/ 826294 w 2543175"/>
              <a:gd name="connsiteY61" fmla="*/ 626269 h 1890712"/>
              <a:gd name="connsiteX62" fmla="*/ 840582 w 2543175"/>
              <a:gd name="connsiteY62" fmla="*/ 638175 h 1890712"/>
              <a:gd name="connsiteX63" fmla="*/ 847725 w 2543175"/>
              <a:gd name="connsiteY63" fmla="*/ 645319 h 1890712"/>
              <a:gd name="connsiteX64" fmla="*/ 857250 w 2543175"/>
              <a:gd name="connsiteY64" fmla="*/ 652462 h 1890712"/>
              <a:gd name="connsiteX65" fmla="*/ 864394 w 2543175"/>
              <a:gd name="connsiteY65" fmla="*/ 657225 h 1890712"/>
              <a:gd name="connsiteX66" fmla="*/ 888207 w 2543175"/>
              <a:gd name="connsiteY66" fmla="*/ 676275 h 1890712"/>
              <a:gd name="connsiteX67" fmla="*/ 895350 w 2543175"/>
              <a:gd name="connsiteY67" fmla="*/ 681037 h 1890712"/>
              <a:gd name="connsiteX68" fmla="*/ 907257 w 2543175"/>
              <a:gd name="connsiteY68" fmla="*/ 683419 h 1890712"/>
              <a:gd name="connsiteX69" fmla="*/ 928688 w 2543175"/>
              <a:gd name="connsiteY69" fmla="*/ 695325 h 1890712"/>
              <a:gd name="connsiteX70" fmla="*/ 942975 w 2543175"/>
              <a:gd name="connsiteY70" fmla="*/ 700087 h 1890712"/>
              <a:gd name="connsiteX71" fmla="*/ 964407 w 2543175"/>
              <a:gd name="connsiteY71" fmla="*/ 716756 h 1890712"/>
              <a:gd name="connsiteX72" fmla="*/ 971550 w 2543175"/>
              <a:gd name="connsiteY72" fmla="*/ 723900 h 1890712"/>
              <a:gd name="connsiteX73" fmla="*/ 983457 w 2543175"/>
              <a:gd name="connsiteY73" fmla="*/ 733425 h 1890712"/>
              <a:gd name="connsiteX74" fmla="*/ 990600 w 2543175"/>
              <a:gd name="connsiteY74" fmla="*/ 738187 h 1890712"/>
              <a:gd name="connsiteX75" fmla="*/ 1007269 w 2543175"/>
              <a:gd name="connsiteY75" fmla="*/ 752475 h 1890712"/>
              <a:gd name="connsiteX76" fmla="*/ 1031082 w 2543175"/>
              <a:gd name="connsiteY76" fmla="*/ 766762 h 1890712"/>
              <a:gd name="connsiteX77" fmla="*/ 1042988 w 2543175"/>
              <a:gd name="connsiteY77" fmla="*/ 773906 h 1890712"/>
              <a:gd name="connsiteX78" fmla="*/ 1071563 w 2543175"/>
              <a:gd name="connsiteY78" fmla="*/ 785812 h 1890712"/>
              <a:gd name="connsiteX79" fmla="*/ 1097757 w 2543175"/>
              <a:gd name="connsiteY79" fmla="*/ 807244 h 1890712"/>
              <a:gd name="connsiteX80" fmla="*/ 1104900 w 2543175"/>
              <a:gd name="connsiteY80" fmla="*/ 814387 h 1890712"/>
              <a:gd name="connsiteX81" fmla="*/ 1121569 w 2543175"/>
              <a:gd name="connsiteY81" fmla="*/ 823912 h 1890712"/>
              <a:gd name="connsiteX82" fmla="*/ 1138238 w 2543175"/>
              <a:gd name="connsiteY82" fmla="*/ 835819 h 1890712"/>
              <a:gd name="connsiteX83" fmla="*/ 1147763 w 2543175"/>
              <a:gd name="connsiteY83" fmla="*/ 842962 h 1890712"/>
              <a:gd name="connsiteX84" fmla="*/ 1157288 w 2543175"/>
              <a:gd name="connsiteY84" fmla="*/ 847725 h 1890712"/>
              <a:gd name="connsiteX85" fmla="*/ 1178719 w 2543175"/>
              <a:gd name="connsiteY85" fmla="*/ 859631 h 1890712"/>
              <a:gd name="connsiteX86" fmla="*/ 1188244 w 2543175"/>
              <a:gd name="connsiteY86" fmla="*/ 866775 h 1890712"/>
              <a:gd name="connsiteX87" fmla="*/ 1195388 w 2543175"/>
              <a:gd name="connsiteY87" fmla="*/ 871537 h 1890712"/>
              <a:gd name="connsiteX88" fmla="*/ 1212057 w 2543175"/>
              <a:gd name="connsiteY88" fmla="*/ 883444 h 1890712"/>
              <a:gd name="connsiteX89" fmla="*/ 1226344 w 2543175"/>
              <a:gd name="connsiteY89" fmla="*/ 895350 h 1890712"/>
              <a:gd name="connsiteX90" fmla="*/ 1245394 w 2543175"/>
              <a:gd name="connsiteY90" fmla="*/ 907256 h 1890712"/>
              <a:gd name="connsiteX91" fmla="*/ 1254919 w 2543175"/>
              <a:gd name="connsiteY91" fmla="*/ 914400 h 1890712"/>
              <a:gd name="connsiteX92" fmla="*/ 1269207 w 2543175"/>
              <a:gd name="connsiteY92" fmla="*/ 921544 h 1890712"/>
              <a:gd name="connsiteX93" fmla="*/ 1290638 w 2543175"/>
              <a:gd name="connsiteY93" fmla="*/ 935831 h 1890712"/>
              <a:gd name="connsiteX94" fmla="*/ 1307307 w 2543175"/>
              <a:gd name="connsiteY94" fmla="*/ 952500 h 1890712"/>
              <a:gd name="connsiteX95" fmla="*/ 1333500 w 2543175"/>
              <a:gd name="connsiteY95" fmla="*/ 971550 h 1890712"/>
              <a:gd name="connsiteX96" fmla="*/ 1359694 w 2543175"/>
              <a:gd name="connsiteY96" fmla="*/ 990600 h 1890712"/>
              <a:gd name="connsiteX97" fmla="*/ 1373982 w 2543175"/>
              <a:gd name="connsiteY97" fmla="*/ 997744 h 1890712"/>
              <a:gd name="connsiteX98" fmla="*/ 1388269 w 2543175"/>
              <a:gd name="connsiteY98" fmla="*/ 1007269 h 1890712"/>
              <a:gd name="connsiteX99" fmla="*/ 1414463 w 2543175"/>
              <a:gd name="connsiteY99" fmla="*/ 1019175 h 1890712"/>
              <a:gd name="connsiteX100" fmla="*/ 1428750 w 2543175"/>
              <a:gd name="connsiteY100" fmla="*/ 1026319 h 1890712"/>
              <a:gd name="connsiteX101" fmla="*/ 1471613 w 2543175"/>
              <a:gd name="connsiteY101" fmla="*/ 1059656 h 1890712"/>
              <a:gd name="connsiteX102" fmla="*/ 1495425 w 2543175"/>
              <a:gd name="connsiteY102" fmla="*/ 1088231 h 1890712"/>
              <a:gd name="connsiteX103" fmla="*/ 1547812 w 2543175"/>
              <a:gd name="connsiteY103" fmla="*/ 1133475 h 1890712"/>
              <a:gd name="connsiteX104" fmla="*/ 1597819 w 2543175"/>
              <a:gd name="connsiteY104" fmla="*/ 1154906 h 1890712"/>
              <a:gd name="connsiteX105" fmla="*/ 1604963 w 2543175"/>
              <a:gd name="connsiteY105" fmla="*/ 1162050 h 1890712"/>
              <a:gd name="connsiteX106" fmla="*/ 1612107 w 2543175"/>
              <a:gd name="connsiteY106" fmla="*/ 1166812 h 1890712"/>
              <a:gd name="connsiteX107" fmla="*/ 1628775 w 2543175"/>
              <a:gd name="connsiteY107" fmla="*/ 1183481 h 1890712"/>
              <a:gd name="connsiteX108" fmla="*/ 1662113 w 2543175"/>
              <a:gd name="connsiteY108" fmla="*/ 1209675 h 1890712"/>
              <a:gd name="connsiteX109" fmla="*/ 1678782 w 2543175"/>
              <a:gd name="connsiteY109" fmla="*/ 1226344 h 1890712"/>
              <a:gd name="connsiteX110" fmla="*/ 1700213 w 2543175"/>
              <a:gd name="connsiteY110" fmla="*/ 1247775 h 1890712"/>
              <a:gd name="connsiteX111" fmla="*/ 1712119 w 2543175"/>
              <a:gd name="connsiteY111" fmla="*/ 1259681 h 1890712"/>
              <a:gd name="connsiteX112" fmla="*/ 1733550 w 2543175"/>
              <a:gd name="connsiteY112" fmla="*/ 1273969 h 1890712"/>
              <a:gd name="connsiteX113" fmla="*/ 1743075 w 2543175"/>
              <a:gd name="connsiteY113" fmla="*/ 1283494 h 1890712"/>
              <a:gd name="connsiteX114" fmla="*/ 1754982 w 2543175"/>
              <a:gd name="connsiteY114" fmla="*/ 1290637 h 1890712"/>
              <a:gd name="connsiteX115" fmla="*/ 1766888 w 2543175"/>
              <a:gd name="connsiteY115" fmla="*/ 1300162 h 1890712"/>
              <a:gd name="connsiteX116" fmla="*/ 1783557 w 2543175"/>
              <a:gd name="connsiteY116" fmla="*/ 1307306 h 1890712"/>
              <a:gd name="connsiteX117" fmla="*/ 1790700 w 2543175"/>
              <a:gd name="connsiteY117" fmla="*/ 1312069 h 1890712"/>
              <a:gd name="connsiteX118" fmla="*/ 1800225 w 2543175"/>
              <a:gd name="connsiteY118" fmla="*/ 1319212 h 1890712"/>
              <a:gd name="connsiteX119" fmla="*/ 1807369 w 2543175"/>
              <a:gd name="connsiteY119" fmla="*/ 1321594 h 1890712"/>
              <a:gd name="connsiteX120" fmla="*/ 1824038 w 2543175"/>
              <a:gd name="connsiteY120" fmla="*/ 1333500 h 1890712"/>
              <a:gd name="connsiteX121" fmla="*/ 1843088 w 2543175"/>
              <a:gd name="connsiteY121" fmla="*/ 1352550 h 1890712"/>
              <a:gd name="connsiteX122" fmla="*/ 1852613 w 2543175"/>
              <a:gd name="connsiteY122" fmla="*/ 1359694 h 1890712"/>
              <a:gd name="connsiteX123" fmla="*/ 1859757 w 2543175"/>
              <a:gd name="connsiteY123" fmla="*/ 1366837 h 1890712"/>
              <a:gd name="connsiteX124" fmla="*/ 1869282 w 2543175"/>
              <a:gd name="connsiteY124" fmla="*/ 1371600 h 1890712"/>
              <a:gd name="connsiteX125" fmla="*/ 1883569 w 2543175"/>
              <a:gd name="connsiteY125" fmla="*/ 1388269 h 1890712"/>
              <a:gd name="connsiteX126" fmla="*/ 1893094 w 2543175"/>
              <a:gd name="connsiteY126" fmla="*/ 1395412 h 1890712"/>
              <a:gd name="connsiteX127" fmla="*/ 1902619 w 2543175"/>
              <a:gd name="connsiteY127" fmla="*/ 1404937 h 1890712"/>
              <a:gd name="connsiteX128" fmla="*/ 1912144 w 2543175"/>
              <a:gd name="connsiteY128" fmla="*/ 1409700 h 1890712"/>
              <a:gd name="connsiteX129" fmla="*/ 1931194 w 2543175"/>
              <a:gd name="connsiteY129" fmla="*/ 1421606 h 1890712"/>
              <a:gd name="connsiteX130" fmla="*/ 1935957 w 2543175"/>
              <a:gd name="connsiteY130" fmla="*/ 1428750 h 1890712"/>
              <a:gd name="connsiteX131" fmla="*/ 1952625 w 2543175"/>
              <a:gd name="connsiteY131" fmla="*/ 1438275 h 1890712"/>
              <a:gd name="connsiteX132" fmla="*/ 1971675 w 2543175"/>
              <a:gd name="connsiteY132" fmla="*/ 1450181 h 1890712"/>
              <a:gd name="connsiteX133" fmla="*/ 1981200 w 2543175"/>
              <a:gd name="connsiteY133" fmla="*/ 1454944 h 1890712"/>
              <a:gd name="connsiteX134" fmla="*/ 1997869 w 2543175"/>
              <a:gd name="connsiteY134" fmla="*/ 1471612 h 1890712"/>
              <a:gd name="connsiteX135" fmla="*/ 2007394 w 2543175"/>
              <a:gd name="connsiteY135" fmla="*/ 1478756 h 1890712"/>
              <a:gd name="connsiteX136" fmla="*/ 2016919 w 2543175"/>
              <a:gd name="connsiteY136" fmla="*/ 1483519 h 1890712"/>
              <a:gd name="connsiteX137" fmla="*/ 2024063 w 2543175"/>
              <a:gd name="connsiteY137" fmla="*/ 1490662 h 1890712"/>
              <a:gd name="connsiteX138" fmla="*/ 2033588 w 2543175"/>
              <a:gd name="connsiteY138" fmla="*/ 1495425 h 1890712"/>
              <a:gd name="connsiteX139" fmla="*/ 2040732 w 2543175"/>
              <a:gd name="connsiteY139" fmla="*/ 1502569 h 1890712"/>
              <a:gd name="connsiteX140" fmla="*/ 2047875 w 2543175"/>
              <a:gd name="connsiteY140" fmla="*/ 1507331 h 1890712"/>
              <a:gd name="connsiteX141" fmla="*/ 2057400 w 2543175"/>
              <a:gd name="connsiteY141" fmla="*/ 1514475 h 1890712"/>
              <a:gd name="connsiteX142" fmla="*/ 2064544 w 2543175"/>
              <a:gd name="connsiteY142" fmla="*/ 1519237 h 1890712"/>
              <a:gd name="connsiteX143" fmla="*/ 2071688 w 2543175"/>
              <a:gd name="connsiteY143" fmla="*/ 1526381 h 1890712"/>
              <a:gd name="connsiteX144" fmla="*/ 2081213 w 2543175"/>
              <a:gd name="connsiteY144" fmla="*/ 1531144 h 1890712"/>
              <a:gd name="connsiteX145" fmla="*/ 2090738 w 2543175"/>
              <a:gd name="connsiteY145" fmla="*/ 1538287 h 1890712"/>
              <a:gd name="connsiteX146" fmla="*/ 2109788 w 2543175"/>
              <a:gd name="connsiteY146" fmla="*/ 1547812 h 1890712"/>
              <a:gd name="connsiteX147" fmla="*/ 2131219 w 2543175"/>
              <a:gd name="connsiteY147" fmla="*/ 1562100 h 1890712"/>
              <a:gd name="connsiteX148" fmla="*/ 2140744 w 2543175"/>
              <a:gd name="connsiteY148" fmla="*/ 1566862 h 1890712"/>
              <a:gd name="connsiteX149" fmla="*/ 2152650 w 2543175"/>
              <a:gd name="connsiteY149" fmla="*/ 1576387 h 1890712"/>
              <a:gd name="connsiteX150" fmla="*/ 2181225 w 2543175"/>
              <a:gd name="connsiteY150" fmla="*/ 1590675 h 1890712"/>
              <a:gd name="connsiteX151" fmla="*/ 2200275 w 2543175"/>
              <a:gd name="connsiteY151" fmla="*/ 1607344 h 1890712"/>
              <a:gd name="connsiteX152" fmla="*/ 2207419 w 2543175"/>
              <a:gd name="connsiteY152" fmla="*/ 1612106 h 1890712"/>
              <a:gd name="connsiteX153" fmla="*/ 2216944 w 2543175"/>
              <a:gd name="connsiteY153" fmla="*/ 1619250 h 1890712"/>
              <a:gd name="connsiteX154" fmla="*/ 2224088 w 2543175"/>
              <a:gd name="connsiteY154" fmla="*/ 1624012 h 1890712"/>
              <a:gd name="connsiteX155" fmla="*/ 2247900 w 2543175"/>
              <a:gd name="connsiteY155" fmla="*/ 1643062 h 1890712"/>
              <a:gd name="connsiteX156" fmla="*/ 2255044 w 2543175"/>
              <a:gd name="connsiteY156" fmla="*/ 1650206 h 1890712"/>
              <a:gd name="connsiteX157" fmla="*/ 2281238 w 2543175"/>
              <a:gd name="connsiteY157" fmla="*/ 1664494 h 1890712"/>
              <a:gd name="connsiteX158" fmla="*/ 2297907 w 2543175"/>
              <a:gd name="connsiteY158" fmla="*/ 1674019 h 1890712"/>
              <a:gd name="connsiteX159" fmla="*/ 2312194 w 2543175"/>
              <a:gd name="connsiteY159" fmla="*/ 1685925 h 1890712"/>
              <a:gd name="connsiteX160" fmla="*/ 2328863 w 2543175"/>
              <a:gd name="connsiteY160" fmla="*/ 1697831 h 1890712"/>
              <a:gd name="connsiteX161" fmla="*/ 2350294 w 2543175"/>
              <a:gd name="connsiteY161" fmla="*/ 1712119 h 1890712"/>
              <a:gd name="connsiteX162" fmla="*/ 2369344 w 2543175"/>
              <a:gd name="connsiteY162" fmla="*/ 1724025 h 1890712"/>
              <a:gd name="connsiteX163" fmla="*/ 2428876 w 2543175"/>
              <a:gd name="connsiteY163" fmla="*/ 1785938 h 1890712"/>
              <a:gd name="connsiteX164" fmla="*/ 2466975 w 2543175"/>
              <a:gd name="connsiteY164" fmla="*/ 1783556 h 1890712"/>
              <a:gd name="connsiteX165" fmla="*/ 2481263 w 2543175"/>
              <a:gd name="connsiteY165" fmla="*/ 1795462 h 1890712"/>
              <a:gd name="connsiteX166" fmla="*/ 2486025 w 2543175"/>
              <a:gd name="connsiteY166" fmla="*/ 1802606 h 1890712"/>
              <a:gd name="connsiteX167" fmla="*/ 2514600 w 2543175"/>
              <a:gd name="connsiteY167" fmla="*/ 1850231 h 1890712"/>
              <a:gd name="connsiteX168" fmla="*/ 2519363 w 2543175"/>
              <a:gd name="connsiteY168" fmla="*/ 1857375 h 1890712"/>
              <a:gd name="connsiteX169" fmla="*/ 2540794 w 2543175"/>
              <a:gd name="connsiteY169" fmla="*/ 1883569 h 1890712"/>
              <a:gd name="connsiteX170" fmla="*/ 2543175 w 2543175"/>
              <a:gd name="connsiteY17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33375 w 2543175"/>
              <a:gd name="connsiteY25" fmla="*/ 228600 h 1890712"/>
              <a:gd name="connsiteX26" fmla="*/ 354807 w 2543175"/>
              <a:gd name="connsiteY26" fmla="*/ 247650 h 1890712"/>
              <a:gd name="connsiteX27" fmla="*/ 366713 w 2543175"/>
              <a:gd name="connsiteY27" fmla="*/ 264319 h 1890712"/>
              <a:gd name="connsiteX28" fmla="*/ 371475 w 2543175"/>
              <a:gd name="connsiteY28" fmla="*/ 271462 h 1890712"/>
              <a:gd name="connsiteX29" fmla="*/ 385763 w 2543175"/>
              <a:gd name="connsiteY29" fmla="*/ 283369 h 1890712"/>
              <a:gd name="connsiteX30" fmla="*/ 404813 w 2543175"/>
              <a:gd name="connsiteY30" fmla="*/ 295275 h 1890712"/>
              <a:gd name="connsiteX31" fmla="*/ 411957 w 2543175"/>
              <a:gd name="connsiteY31" fmla="*/ 297656 h 1890712"/>
              <a:gd name="connsiteX32" fmla="*/ 466725 w 2543175"/>
              <a:gd name="connsiteY32" fmla="*/ 328612 h 1890712"/>
              <a:gd name="connsiteX33" fmla="*/ 476250 w 2543175"/>
              <a:gd name="connsiteY33" fmla="*/ 335756 h 1890712"/>
              <a:gd name="connsiteX34" fmla="*/ 481013 w 2543175"/>
              <a:gd name="connsiteY34" fmla="*/ 342900 h 1890712"/>
              <a:gd name="connsiteX35" fmla="*/ 490538 w 2543175"/>
              <a:gd name="connsiteY35" fmla="*/ 352425 h 1890712"/>
              <a:gd name="connsiteX36" fmla="*/ 495300 w 2543175"/>
              <a:gd name="connsiteY36" fmla="*/ 359569 h 1890712"/>
              <a:gd name="connsiteX37" fmla="*/ 509588 w 2543175"/>
              <a:gd name="connsiteY37" fmla="*/ 376237 h 1890712"/>
              <a:gd name="connsiteX38" fmla="*/ 514350 w 2543175"/>
              <a:gd name="connsiteY38" fmla="*/ 383381 h 1890712"/>
              <a:gd name="connsiteX39" fmla="*/ 531019 w 2543175"/>
              <a:gd name="connsiteY39" fmla="*/ 397669 h 1890712"/>
              <a:gd name="connsiteX40" fmla="*/ 538163 w 2543175"/>
              <a:gd name="connsiteY40" fmla="*/ 407194 h 1890712"/>
              <a:gd name="connsiteX41" fmla="*/ 554832 w 2543175"/>
              <a:gd name="connsiteY41" fmla="*/ 421481 h 1890712"/>
              <a:gd name="connsiteX42" fmla="*/ 564357 w 2543175"/>
              <a:gd name="connsiteY42" fmla="*/ 431006 h 1890712"/>
              <a:gd name="connsiteX43" fmla="*/ 573882 w 2543175"/>
              <a:gd name="connsiteY43" fmla="*/ 438150 h 1890712"/>
              <a:gd name="connsiteX44" fmla="*/ 595313 w 2543175"/>
              <a:gd name="connsiteY44" fmla="*/ 454819 h 1890712"/>
              <a:gd name="connsiteX45" fmla="*/ 602457 w 2543175"/>
              <a:gd name="connsiteY45" fmla="*/ 457200 h 1890712"/>
              <a:gd name="connsiteX46" fmla="*/ 628650 w 2543175"/>
              <a:gd name="connsiteY46" fmla="*/ 469106 h 1890712"/>
              <a:gd name="connsiteX47" fmla="*/ 645319 w 2543175"/>
              <a:gd name="connsiteY47" fmla="*/ 483394 h 1890712"/>
              <a:gd name="connsiteX48" fmla="*/ 654844 w 2543175"/>
              <a:gd name="connsiteY48" fmla="*/ 488156 h 1890712"/>
              <a:gd name="connsiteX49" fmla="*/ 661988 w 2543175"/>
              <a:gd name="connsiteY49" fmla="*/ 497681 h 1890712"/>
              <a:gd name="connsiteX50" fmla="*/ 683419 w 2543175"/>
              <a:gd name="connsiteY50" fmla="*/ 514350 h 1890712"/>
              <a:gd name="connsiteX51" fmla="*/ 700088 w 2543175"/>
              <a:gd name="connsiteY51" fmla="*/ 526256 h 1890712"/>
              <a:gd name="connsiteX52" fmla="*/ 709613 w 2543175"/>
              <a:gd name="connsiteY52" fmla="*/ 535781 h 1890712"/>
              <a:gd name="connsiteX53" fmla="*/ 719138 w 2543175"/>
              <a:gd name="connsiteY53" fmla="*/ 542925 h 1890712"/>
              <a:gd name="connsiteX54" fmla="*/ 733425 w 2543175"/>
              <a:gd name="connsiteY54" fmla="*/ 557212 h 1890712"/>
              <a:gd name="connsiteX55" fmla="*/ 750094 w 2543175"/>
              <a:gd name="connsiteY55" fmla="*/ 569119 h 1890712"/>
              <a:gd name="connsiteX56" fmla="*/ 769144 w 2543175"/>
              <a:gd name="connsiteY56" fmla="*/ 581025 h 1890712"/>
              <a:gd name="connsiteX57" fmla="*/ 785813 w 2543175"/>
              <a:gd name="connsiteY57" fmla="*/ 590550 h 1890712"/>
              <a:gd name="connsiteX58" fmla="*/ 792957 w 2543175"/>
              <a:gd name="connsiteY58" fmla="*/ 600075 h 1890712"/>
              <a:gd name="connsiteX59" fmla="*/ 809625 w 2543175"/>
              <a:gd name="connsiteY59" fmla="*/ 611981 h 1890712"/>
              <a:gd name="connsiteX60" fmla="*/ 816769 w 2543175"/>
              <a:gd name="connsiteY60" fmla="*/ 619125 h 1890712"/>
              <a:gd name="connsiteX61" fmla="*/ 826294 w 2543175"/>
              <a:gd name="connsiteY61" fmla="*/ 626269 h 1890712"/>
              <a:gd name="connsiteX62" fmla="*/ 840582 w 2543175"/>
              <a:gd name="connsiteY62" fmla="*/ 638175 h 1890712"/>
              <a:gd name="connsiteX63" fmla="*/ 847725 w 2543175"/>
              <a:gd name="connsiteY63" fmla="*/ 645319 h 1890712"/>
              <a:gd name="connsiteX64" fmla="*/ 857250 w 2543175"/>
              <a:gd name="connsiteY64" fmla="*/ 652462 h 1890712"/>
              <a:gd name="connsiteX65" fmla="*/ 864394 w 2543175"/>
              <a:gd name="connsiteY65" fmla="*/ 657225 h 1890712"/>
              <a:gd name="connsiteX66" fmla="*/ 888207 w 2543175"/>
              <a:gd name="connsiteY66" fmla="*/ 676275 h 1890712"/>
              <a:gd name="connsiteX67" fmla="*/ 895350 w 2543175"/>
              <a:gd name="connsiteY67" fmla="*/ 681037 h 1890712"/>
              <a:gd name="connsiteX68" fmla="*/ 907257 w 2543175"/>
              <a:gd name="connsiteY68" fmla="*/ 683419 h 1890712"/>
              <a:gd name="connsiteX69" fmla="*/ 928688 w 2543175"/>
              <a:gd name="connsiteY69" fmla="*/ 695325 h 1890712"/>
              <a:gd name="connsiteX70" fmla="*/ 942975 w 2543175"/>
              <a:gd name="connsiteY70" fmla="*/ 700087 h 1890712"/>
              <a:gd name="connsiteX71" fmla="*/ 964407 w 2543175"/>
              <a:gd name="connsiteY71" fmla="*/ 716756 h 1890712"/>
              <a:gd name="connsiteX72" fmla="*/ 971550 w 2543175"/>
              <a:gd name="connsiteY72" fmla="*/ 723900 h 1890712"/>
              <a:gd name="connsiteX73" fmla="*/ 983457 w 2543175"/>
              <a:gd name="connsiteY73" fmla="*/ 733425 h 1890712"/>
              <a:gd name="connsiteX74" fmla="*/ 990600 w 2543175"/>
              <a:gd name="connsiteY74" fmla="*/ 738187 h 1890712"/>
              <a:gd name="connsiteX75" fmla="*/ 1007269 w 2543175"/>
              <a:gd name="connsiteY75" fmla="*/ 752475 h 1890712"/>
              <a:gd name="connsiteX76" fmla="*/ 1031082 w 2543175"/>
              <a:gd name="connsiteY76" fmla="*/ 766762 h 1890712"/>
              <a:gd name="connsiteX77" fmla="*/ 1042988 w 2543175"/>
              <a:gd name="connsiteY77" fmla="*/ 773906 h 1890712"/>
              <a:gd name="connsiteX78" fmla="*/ 1071563 w 2543175"/>
              <a:gd name="connsiteY78" fmla="*/ 785812 h 1890712"/>
              <a:gd name="connsiteX79" fmla="*/ 1097757 w 2543175"/>
              <a:gd name="connsiteY79" fmla="*/ 807244 h 1890712"/>
              <a:gd name="connsiteX80" fmla="*/ 1104900 w 2543175"/>
              <a:gd name="connsiteY80" fmla="*/ 814387 h 1890712"/>
              <a:gd name="connsiteX81" fmla="*/ 1121569 w 2543175"/>
              <a:gd name="connsiteY81" fmla="*/ 823912 h 1890712"/>
              <a:gd name="connsiteX82" fmla="*/ 1138238 w 2543175"/>
              <a:gd name="connsiteY82" fmla="*/ 835819 h 1890712"/>
              <a:gd name="connsiteX83" fmla="*/ 1147763 w 2543175"/>
              <a:gd name="connsiteY83" fmla="*/ 842962 h 1890712"/>
              <a:gd name="connsiteX84" fmla="*/ 1157288 w 2543175"/>
              <a:gd name="connsiteY84" fmla="*/ 847725 h 1890712"/>
              <a:gd name="connsiteX85" fmla="*/ 1178719 w 2543175"/>
              <a:gd name="connsiteY85" fmla="*/ 859631 h 1890712"/>
              <a:gd name="connsiteX86" fmla="*/ 1188244 w 2543175"/>
              <a:gd name="connsiteY86" fmla="*/ 866775 h 1890712"/>
              <a:gd name="connsiteX87" fmla="*/ 1195388 w 2543175"/>
              <a:gd name="connsiteY87" fmla="*/ 871537 h 1890712"/>
              <a:gd name="connsiteX88" fmla="*/ 1212057 w 2543175"/>
              <a:gd name="connsiteY88" fmla="*/ 883444 h 1890712"/>
              <a:gd name="connsiteX89" fmla="*/ 1226344 w 2543175"/>
              <a:gd name="connsiteY89" fmla="*/ 895350 h 1890712"/>
              <a:gd name="connsiteX90" fmla="*/ 1245394 w 2543175"/>
              <a:gd name="connsiteY90" fmla="*/ 907256 h 1890712"/>
              <a:gd name="connsiteX91" fmla="*/ 1254919 w 2543175"/>
              <a:gd name="connsiteY91" fmla="*/ 914400 h 1890712"/>
              <a:gd name="connsiteX92" fmla="*/ 1269207 w 2543175"/>
              <a:gd name="connsiteY92" fmla="*/ 921544 h 1890712"/>
              <a:gd name="connsiteX93" fmla="*/ 1290638 w 2543175"/>
              <a:gd name="connsiteY93" fmla="*/ 935831 h 1890712"/>
              <a:gd name="connsiteX94" fmla="*/ 1307307 w 2543175"/>
              <a:gd name="connsiteY94" fmla="*/ 952500 h 1890712"/>
              <a:gd name="connsiteX95" fmla="*/ 1333500 w 2543175"/>
              <a:gd name="connsiteY95" fmla="*/ 971550 h 1890712"/>
              <a:gd name="connsiteX96" fmla="*/ 1359694 w 2543175"/>
              <a:gd name="connsiteY96" fmla="*/ 990600 h 1890712"/>
              <a:gd name="connsiteX97" fmla="*/ 1373982 w 2543175"/>
              <a:gd name="connsiteY97" fmla="*/ 997744 h 1890712"/>
              <a:gd name="connsiteX98" fmla="*/ 1388269 w 2543175"/>
              <a:gd name="connsiteY98" fmla="*/ 1007269 h 1890712"/>
              <a:gd name="connsiteX99" fmla="*/ 1414463 w 2543175"/>
              <a:gd name="connsiteY99" fmla="*/ 1019175 h 1890712"/>
              <a:gd name="connsiteX100" fmla="*/ 1428750 w 2543175"/>
              <a:gd name="connsiteY100" fmla="*/ 1026319 h 1890712"/>
              <a:gd name="connsiteX101" fmla="*/ 1471613 w 2543175"/>
              <a:gd name="connsiteY101" fmla="*/ 1059656 h 1890712"/>
              <a:gd name="connsiteX102" fmla="*/ 1495425 w 2543175"/>
              <a:gd name="connsiteY102" fmla="*/ 1088231 h 1890712"/>
              <a:gd name="connsiteX103" fmla="*/ 1547812 w 2543175"/>
              <a:gd name="connsiteY103" fmla="*/ 1133475 h 1890712"/>
              <a:gd name="connsiteX104" fmla="*/ 1597819 w 2543175"/>
              <a:gd name="connsiteY104" fmla="*/ 1154906 h 1890712"/>
              <a:gd name="connsiteX105" fmla="*/ 1604963 w 2543175"/>
              <a:gd name="connsiteY105" fmla="*/ 1162050 h 1890712"/>
              <a:gd name="connsiteX106" fmla="*/ 1612107 w 2543175"/>
              <a:gd name="connsiteY106" fmla="*/ 1166812 h 1890712"/>
              <a:gd name="connsiteX107" fmla="*/ 1628775 w 2543175"/>
              <a:gd name="connsiteY107" fmla="*/ 1183481 h 1890712"/>
              <a:gd name="connsiteX108" fmla="*/ 1662113 w 2543175"/>
              <a:gd name="connsiteY108" fmla="*/ 1209675 h 1890712"/>
              <a:gd name="connsiteX109" fmla="*/ 1678782 w 2543175"/>
              <a:gd name="connsiteY109" fmla="*/ 1226344 h 1890712"/>
              <a:gd name="connsiteX110" fmla="*/ 1700213 w 2543175"/>
              <a:gd name="connsiteY110" fmla="*/ 1247775 h 1890712"/>
              <a:gd name="connsiteX111" fmla="*/ 1712119 w 2543175"/>
              <a:gd name="connsiteY111" fmla="*/ 1259681 h 1890712"/>
              <a:gd name="connsiteX112" fmla="*/ 1733550 w 2543175"/>
              <a:gd name="connsiteY112" fmla="*/ 1273969 h 1890712"/>
              <a:gd name="connsiteX113" fmla="*/ 1743075 w 2543175"/>
              <a:gd name="connsiteY113" fmla="*/ 1283494 h 1890712"/>
              <a:gd name="connsiteX114" fmla="*/ 1754982 w 2543175"/>
              <a:gd name="connsiteY114" fmla="*/ 1290637 h 1890712"/>
              <a:gd name="connsiteX115" fmla="*/ 1766888 w 2543175"/>
              <a:gd name="connsiteY115" fmla="*/ 1300162 h 1890712"/>
              <a:gd name="connsiteX116" fmla="*/ 1783557 w 2543175"/>
              <a:gd name="connsiteY116" fmla="*/ 1307306 h 1890712"/>
              <a:gd name="connsiteX117" fmla="*/ 1790700 w 2543175"/>
              <a:gd name="connsiteY117" fmla="*/ 1312069 h 1890712"/>
              <a:gd name="connsiteX118" fmla="*/ 1800225 w 2543175"/>
              <a:gd name="connsiteY118" fmla="*/ 1319212 h 1890712"/>
              <a:gd name="connsiteX119" fmla="*/ 1807369 w 2543175"/>
              <a:gd name="connsiteY119" fmla="*/ 1321594 h 1890712"/>
              <a:gd name="connsiteX120" fmla="*/ 1824038 w 2543175"/>
              <a:gd name="connsiteY120" fmla="*/ 1333500 h 1890712"/>
              <a:gd name="connsiteX121" fmla="*/ 1843088 w 2543175"/>
              <a:gd name="connsiteY121" fmla="*/ 1352550 h 1890712"/>
              <a:gd name="connsiteX122" fmla="*/ 1852613 w 2543175"/>
              <a:gd name="connsiteY122" fmla="*/ 1359694 h 1890712"/>
              <a:gd name="connsiteX123" fmla="*/ 1859757 w 2543175"/>
              <a:gd name="connsiteY123" fmla="*/ 1366837 h 1890712"/>
              <a:gd name="connsiteX124" fmla="*/ 1869282 w 2543175"/>
              <a:gd name="connsiteY124" fmla="*/ 1371600 h 1890712"/>
              <a:gd name="connsiteX125" fmla="*/ 1883569 w 2543175"/>
              <a:gd name="connsiteY125" fmla="*/ 1388269 h 1890712"/>
              <a:gd name="connsiteX126" fmla="*/ 1893094 w 2543175"/>
              <a:gd name="connsiteY126" fmla="*/ 1395412 h 1890712"/>
              <a:gd name="connsiteX127" fmla="*/ 1902619 w 2543175"/>
              <a:gd name="connsiteY127" fmla="*/ 1404937 h 1890712"/>
              <a:gd name="connsiteX128" fmla="*/ 1912144 w 2543175"/>
              <a:gd name="connsiteY128" fmla="*/ 1409700 h 1890712"/>
              <a:gd name="connsiteX129" fmla="*/ 1931194 w 2543175"/>
              <a:gd name="connsiteY129" fmla="*/ 1421606 h 1890712"/>
              <a:gd name="connsiteX130" fmla="*/ 1935957 w 2543175"/>
              <a:gd name="connsiteY130" fmla="*/ 1428750 h 1890712"/>
              <a:gd name="connsiteX131" fmla="*/ 1952625 w 2543175"/>
              <a:gd name="connsiteY131" fmla="*/ 1438275 h 1890712"/>
              <a:gd name="connsiteX132" fmla="*/ 1971675 w 2543175"/>
              <a:gd name="connsiteY132" fmla="*/ 1450181 h 1890712"/>
              <a:gd name="connsiteX133" fmla="*/ 1981200 w 2543175"/>
              <a:gd name="connsiteY133" fmla="*/ 1454944 h 1890712"/>
              <a:gd name="connsiteX134" fmla="*/ 1997869 w 2543175"/>
              <a:gd name="connsiteY134" fmla="*/ 1471612 h 1890712"/>
              <a:gd name="connsiteX135" fmla="*/ 2007394 w 2543175"/>
              <a:gd name="connsiteY135" fmla="*/ 1478756 h 1890712"/>
              <a:gd name="connsiteX136" fmla="*/ 2016919 w 2543175"/>
              <a:gd name="connsiteY136" fmla="*/ 1483519 h 1890712"/>
              <a:gd name="connsiteX137" fmla="*/ 2024063 w 2543175"/>
              <a:gd name="connsiteY137" fmla="*/ 1490662 h 1890712"/>
              <a:gd name="connsiteX138" fmla="*/ 2033588 w 2543175"/>
              <a:gd name="connsiteY138" fmla="*/ 1495425 h 1890712"/>
              <a:gd name="connsiteX139" fmla="*/ 2040732 w 2543175"/>
              <a:gd name="connsiteY139" fmla="*/ 1502569 h 1890712"/>
              <a:gd name="connsiteX140" fmla="*/ 2047875 w 2543175"/>
              <a:gd name="connsiteY140" fmla="*/ 1507331 h 1890712"/>
              <a:gd name="connsiteX141" fmla="*/ 2057400 w 2543175"/>
              <a:gd name="connsiteY141" fmla="*/ 1514475 h 1890712"/>
              <a:gd name="connsiteX142" fmla="*/ 2064544 w 2543175"/>
              <a:gd name="connsiteY142" fmla="*/ 1519237 h 1890712"/>
              <a:gd name="connsiteX143" fmla="*/ 2071688 w 2543175"/>
              <a:gd name="connsiteY143" fmla="*/ 1526381 h 1890712"/>
              <a:gd name="connsiteX144" fmla="*/ 2081213 w 2543175"/>
              <a:gd name="connsiteY144" fmla="*/ 1531144 h 1890712"/>
              <a:gd name="connsiteX145" fmla="*/ 2090738 w 2543175"/>
              <a:gd name="connsiteY145" fmla="*/ 1538287 h 1890712"/>
              <a:gd name="connsiteX146" fmla="*/ 2109788 w 2543175"/>
              <a:gd name="connsiteY146" fmla="*/ 1547812 h 1890712"/>
              <a:gd name="connsiteX147" fmla="*/ 2131219 w 2543175"/>
              <a:gd name="connsiteY147" fmla="*/ 1562100 h 1890712"/>
              <a:gd name="connsiteX148" fmla="*/ 2140744 w 2543175"/>
              <a:gd name="connsiteY148" fmla="*/ 1566862 h 1890712"/>
              <a:gd name="connsiteX149" fmla="*/ 2152650 w 2543175"/>
              <a:gd name="connsiteY149" fmla="*/ 1576387 h 1890712"/>
              <a:gd name="connsiteX150" fmla="*/ 2181225 w 2543175"/>
              <a:gd name="connsiteY150" fmla="*/ 1590675 h 1890712"/>
              <a:gd name="connsiteX151" fmla="*/ 2200275 w 2543175"/>
              <a:gd name="connsiteY151" fmla="*/ 1607344 h 1890712"/>
              <a:gd name="connsiteX152" fmla="*/ 2207419 w 2543175"/>
              <a:gd name="connsiteY152" fmla="*/ 1612106 h 1890712"/>
              <a:gd name="connsiteX153" fmla="*/ 2216944 w 2543175"/>
              <a:gd name="connsiteY153" fmla="*/ 1619250 h 1890712"/>
              <a:gd name="connsiteX154" fmla="*/ 2224088 w 2543175"/>
              <a:gd name="connsiteY154" fmla="*/ 1624012 h 1890712"/>
              <a:gd name="connsiteX155" fmla="*/ 2247900 w 2543175"/>
              <a:gd name="connsiteY155" fmla="*/ 1643062 h 1890712"/>
              <a:gd name="connsiteX156" fmla="*/ 2255044 w 2543175"/>
              <a:gd name="connsiteY156" fmla="*/ 1650206 h 1890712"/>
              <a:gd name="connsiteX157" fmla="*/ 2281238 w 2543175"/>
              <a:gd name="connsiteY157" fmla="*/ 1664494 h 1890712"/>
              <a:gd name="connsiteX158" fmla="*/ 2297907 w 2543175"/>
              <a:gd name="connsiteY158" fmla="*/ 1674019 h 1890712"/>
              <a:gd name="connsiteX159" fmla="*/ 2312194 w 2543175"/>
              <a:gd name="connsiteY159" fmla="*/ 1685925 h 1890712"/>
              <a:gd name="connsiteX160" fmla="*/ 2328863 w 2543175"/>
              <a:gd name="connsiteY160" fmla="*/ 1697831 h 1890712"/>
              <a:gd name="connsiteX161" fmla="*/ 2350294 w 2543175"/>
              <a:gd name="connsiteY161" fmla="*/ 1712119 h 1890712"/>
              <a:gd name="connsiteX162" fmla="*/ 2369344 w 2543175"/>
              <a:gd name="connsiteY162" fmla="*/ 1724025 h 1890712"/>
              <a:gd name="connsiteX163" fmla="*/ 2428876 w 2543175"/>
              <a:gd name="connsiteY163" fmla="*/ 1785938 h 1890712"/>
              <a:gd name="connsiteX164" fmla="*/ 2466975 w 2543175"/>
              <a:gd name="connsiteY164" fmla="*/ 1783556 h 1890712"/>
              <a:gd name="connsiteX165" fmla="*/ 2481263 w 2543175"/>
              <a:gd name="connsiteY165" fmla="*/ 1795462 h 1890712"/>
              <a:gd name="connsiteX166" fmla="*/ 2486025 w 2543175"/>
              <a:gd name="connsiteY166" fmla="*/ 1802606 h 1890712"/>
              <a:gd name="connsiteX167" fmla="*/ 2514600 w 2543175"/>
              <a:gd name="connsiteY167" fmla="*/ 1850231 h 1890712"/>
              <a:gd name="connsiteX168" fmla="*/ 2519363 w 2543175"/>
              <a:gd name="connsiteY168" fmla="*/ 1857375 h 1890712"/>
              <a:gd name="connsiteX169" fmla="*/ 2540794 w 2543175"/>
              <a:gd name="connsiteY169" fmla="*/ 1883569 h 1890712"/>
              <a:gd name="connsiteX170" fmla="*/ 2543175 w 2543175"/>
              <a:gd name="connsiteY17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54807 w 2543175"/>
              <a:gd name="connsiteY25" fmla="*/ 247650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73982 w 2543175"/>
              <a:gd name="connsiteY96" fmla="*/ 997744 h 1890712"/>
              <a:gd name="connsiteX97" fmla="*/ 1388269 w 2543175"/>
              <a:gd name="connsiteY97" fmla="*/ 1007269 h 1890712"/>
              <a:gd name="connsiteX98" fmla="*/ 1414463 w 2543175"/>
              <a:gd name="connsiteY98" fmla="*/ 1019175 h 1890712"/>
              <a:gd name="connsiteX99" fmla="*/ 1428750 w 2543175"/>
              <a:gd name="connsiteY99" fmla="*/ 1026319 h 1890712"/>
              <a:gd name="connsiteX100" fmla="*/ 1471613 w 2543175"/>
              <a:gd name="connsiteY100" fmla="*/ 1059656 h 1890712"/>
              <a:gd name="connsiteX101" fmla="*/ 1495425 w 2543175"/>
              <a:gd name="connsiteY101" fmla="*/ 1088231 h 1890712"/>
              <a:gd name="connsiteX102" fmla="*/ 1547812 w 2543175"/>
              <a:gd name="connsiteY102" fmla="*/ 1133475 h 1890712"/>
              <a:gd name="connsiteX103" fmla="*/ 1597819 w 2543175"/>
              <a:gd name="connsiteY103" fmla="*/ 1154906 h 1890712"/>
              <a:gd name="connsiteX104" fmla="*/ 1604963 w 2543175"/>
              <a:gd name="connsiteY104" fmla="*/ 1162050 h 1890712"/>
              <a:gd name="connsiteX105" fmla="*/ 1612107 w 2543175"/>
              <a:gd name="connsiteY105" fmla="*/ 1166812 h 1890712"/>
              <a:gd name="connsiteX106" fmla="*/ 1628775 w 2543175"/>
              <a:gd name="connsiteY106" fmla="*/ 1183481 h 1890712"/>
              <a:gd name="connsiteX107" fmla="*/ 1662113 w 2543175"/>
              <a:gd name="connsiteY107" fmla="*/ 1209675 h 1890712"/>
              <a:gd name="connsiteX108" fmla="*/ 1678782 w 2543175"/>
              <a:gd name="connsiteY108" fmla="*/ 1226344 h 1890712"/>
              <a:gd name="connsiteX109" fmla="*/ 1700213 w 2543175"/>
              <a:gd name="connsiteY109" fmla="*/ 1247775 h 1890712"/>
              <a:gd name="connsiteX110" fmla="*/ 1712119 w 2543175"/>
              <a:gd name="connsiteY110" fmla="*/ 1259681 h 1890712"/>
              <a:gd name="connsiteX111" fmla="*/ 1733550 w 2543175"/>
              <a:gd name="connsiteY111" fmla="*/ 1273969 h 1890712"/>
              <a:gd name="connsiteX112" fmla="*/ 1743075 w 2543175"/>
              <a:gd name="connsiteY112" fmla="*/ 1283494 h 1890712"/>
              <a:gd name="connsiteX113" fmla="*/ 1754982 w 2543175"/>
              <a:gd name="connsiteY113" fmla="*/ 1290637 h 1890712"/>
              <a:gd name="connsiteX114" fmla="*/ 1766888 w 2543175"/>
              <a:gd name="connsiteY114" fmla="*/ 1300162 h 1890712"/>
              <a:gd name="connsiteX115" fmla="*/ 1783557 w 2543175"/>
              <a:gd name="connsiteY115" fmla="*/ 1307306 h 1890712"/>
              <a:gd name="connsiteX116" fmla="*/ 1790700 w 2543175"/>
              <a:gd name="connsiteY116" fmla="*/ 1312069 h 1890712"/>
              <a:gd name="connsiteX117" fmla="*/ 1800225 w 2543175"/>
              <a:gd name="connsiteY117" fmla="*/ 1319212 h 1890712"/>
              <a:gd name="connsiteX118" fmla="*/ 1807369 w 2543175"/>
              <a:gd name="connsiteY118" fmla="*/ 1321594 h 1890712"/>
              <a:gd name="connsiteX119" fmla="*/ 1824038 w 2543175"/>
              <a:gd name="connsiteY119" fmla="*/ 1333500 h 1890712"/>
              <a:gd name="connsiteX120" fmla="*/ 1843088 w 2543175"/>
              <a:gd name="connsiteY120" fmla="*/ 1352550 h 1890712"/>
              <a:gd name="connsiteX121" fmla="*/ 1852613 w 2543175"/>
              <a:gd name="connsiteY121" fmla="*/ 1359694 h 1890712"/>
              <a:gd name="connsiteX122" fmla="*/ 1859757 w 2543175"/>
              <a:gd name="connsiteY122" fmla="*/ 1366837 h 1890712"/>
              <a:gd name="connsiteX123" fmla="*/ 1869282 w 2543175"/>
              <a:gd name="connsiteY123" fmla="*/ 1371600 h 1890712"/>
              <a:gd name="connsiteX124" fmla="*/ 1883569 w 2543175"/>
              <a:gd name="connsiteY124" fmla="*/ 1388269 h 1890712"/>
              <a:gd name="connsiteX125" fmla="*/ 1893094 w 2543175"/>
              <a:gd name="connsiteY125" fmla="*/ 1395412 h 1890712"/>
              <a:gd name="connsiteX126" fmla="*/ 1902619 w 2543175"/>
              <a:gd name="connsiteY126" fmla="*/ 1404937 h 1890712"/>
              <a:gd name="connsiteX127" fmla="*/ 1912144 w 2543175"/>
              <a:gd name="connsiteY127" fmla="*/ 1409700 h 1890712"/>
              <a:gd name="connsiteX128" fmla="*/ 1931194 w 2543175"/>
              <a:gd name="connsiteY128" fmla="*/ 1421606 h 1890712"/>
              <a:gd name="connsiteX129" fmla="*/ 1935957 w 2543175"/>
              <a:gd name="connsiteY129" fmla="*/ 1428750 h 1890712"/>
              <a:gd name="connsiteX130" fmla="*/ 1952625 w 2543175"/>
              <a:gd name="connsiteY130" fmla="*/ 1438275 h 1890712"/>
              <a:gd name="connsiteX131" fmla="*/ 1971675 w 2543175"/>
              <a:gd name="connsiteY131" fmla="*/ 1450181 h 1890712"/>
              <a:gd name="connsiteX132" fmla="*/ 1981200 w 2543175"/>
              <a:gd name="connsiteY132" fmla="*/ 1454944 h 1890712"/>
              <a:gd name="connsiteX133" fmla="*/ 1997869 w 2543175"/>
              <a:gd name="connsiteY133" fmla="*/ 1471612 h 1890712"/>
              <a:gd name="connsiteX134" fmla="*/ 2007394 w 2543175"/>
              <a:gd name="connsiteY134" fmla="*/ 1478756 h 1890712"/>
              <a:gd name="connsiteX135" fmla="*/ 2016919 w 2543175"/>
              <a:gd name="connsiteY135" fmla="*/ 1483519 h 1890712"/>
              <a:gd name="connsiteX136" fmla="*/ 2024063 w 2543175"/>
              <a:gd name="connsiteY136" fmla="*/ 1490662 h 1890712"/>
              <a:gd name="connsiteX137" fmla="*/ 2033588 w 2543175"/>
              <a:gd name="connsiteY137" fmla="*/ 1495425 h 1890712"/>
              <a:gd name="connsiteX138" fmla="*/ 2040732 w 2543175"/>
              <a:gd name="connsiteY138" fmla="*/ 1502569 h 1890712"/>
              <a:gd name="connsiteX139" fmla="*/ 2047875 w 2543175"/>
              <a:gd name="connsiteY139" fmla="*/ 1507331 h 1890712"/>
              <a:gd name="connsiteX140" fmla="*/ 2057400 w 2543175"/>
              <a:gd name="connsiteY140" fmla="*/ 1514475 h 1890712"/>
              <a:gd name="connsiteX141" fmla="*/ 2064544 w 2543175"/>
              <a:gd name="connsiteY141" fmla="*/ 1519237 h 1890712"/>
              <a:gd name="connsiteX142" fmla="*/ 2071688 w 2543175"/>
              <a:gd name="connsiteY142" fmla="*/ 1526381 h 1890712"/>
              <a:gd name="connsiteX143" fmla="*/ 2081213 w 2543175"/>
              <a:gd name="connsiteY143" fmla="*/ 1531144 h 1890712"/>
              <a:gd name="connsiteX144" fmla="*/ 2090738 w 2543175"/>
              <a:gd name="connsiteY144" fmla="*/ 1538287 h 1890712"/>
              <a:gd name="connsiteX145" fmla="*/ 2109788 w 2543175"/>
              <a:gd name="connsiteY145" fmla="*/ 1547812 h 1890712"/>
              <a:gd name="connsiteX146" fmla="*/ 2131219 w 2543175"/>
              <a:gd name="connsiteY146" fmla="*/ 1562100 h 1890712"/>
              <a:gd name="connsiteX147" fmla="*/ 2140744 w 2543175"/>
              <a:gd name="connsiteY147" fmla="*/ 1566862 h 1890712"/>
              <a:gd name="connsiteX148" fmla="*/ 2152650 w 2543175"/>
              <a:gd name="connsiteY148" fmla="*/ 1576387 h 1890712"/>
              <a:gd name="connsiteX149" fmla="*/ 2181225 w 2543175"/>
              <a:gd name="connsiteY149" fmla="*/ 1590675 h 1890712"/>
              <a:gd name="connsiteX150" fmla="*/ 2200275 w 2543175"/>
              <a:gd name="connsiteY150" fmla="*/ 1607344 h 1890712"/>
              <a:gd name="connsiteX151" fmla="*/ 2207419 w 2543175"/>
              <a:gd name="connsiteY151" fmla="*/ 1612106 h 1890712"/>
              <a:gd name="connsiteX152" fmla="*/ 2216944 w 2543175"/>
              <a:gd name="connsiteY152" fmla="*/ 1619250 h 1890712"/>
              <a:gd name="connsiteX153" fmla="*/ 2224088 w 2543175"/>
              <a:gd name="connsiteY153" fmla="*/ 1624012 h 1890712"/>
              <a:gd name="connsiteX154" fmla="*/ 2247900 w 2543175"/>
              <a:gd name="connsiteY154" fmla="*/ 1643062 h 1890712"/>
              <a:gd name="connsiteX155" fmla="*/ 2255044 w 2543175"/>
              <a:gd name="connsiteY155" fmla="*/ 1650206 h 1890712"/>
              <a:gd name="connsiteX156" fmla="*/ 2281238 w 2543175"/>
              <a:gd name="connsiteY156" fmla="*/ 1664494 h 1890712"/>
              <a:gd name="connsiteX157" fmla="*/ 2297907 w 2543175"/>
              <a:gd name="connsiteY157" fmla="*/ 1674019 h 1890712"/>
              <a:gd name="connsiteX158" fmla="*/ 2312194 w 2543175"/>
              <a:gd name="connsiteY158" fmla="*/ 1685925 h 1890712"/>
              <a:gd name="connsiteX159" fmla="*/ 2328863 w 2543175"/>
              <a:gd name="connsiteY159" fmla="*/ 1697831 h 1890712"/>
              <a:gd name="connsiteX160" fmla="*/ 2350294 w 2543175"/>
              <a:gd name="connsiteY160" fmla="*/ 1712119 h 1890712"/>
              <a:gd name="connsiteX161" fmla="*/ 2369344 w 2543175"/>
              <a:gd name="connsiteY161" fmla="*/ 1724025 h 1890712"/>
              <a:gd name="connsiteX162" fmla="*/ 2428876 w 2543175"/>
              <a:gd name="connsiteY162" fmla="*/ 1785938 h 1890712"/>
              <a:gd name="connsiteX163" fmla="*/ 2466975 w 2543175"/>
              <a:gd name="connsiteY163" fmla="*/ 1783556 h 1890712"/>
              <a:gd name="connsiteX164" fmla="*/ 2481263 w 2543175"/>
              <a:gd name="connsiteY164" fmla="*/ 1795462 h 1890712"/>
              <a:gd name="connsiteX165" fmla="*/ 2486025 w 2543175"/>
              <a:gd name="connsiteY165" fmla="*/ 1802606 h 1890712"/>
              <a:gd name="connsiteX166" fmla="*/ 2514600 w 2543175"/>
              <a:gd name="connsiteY166" fmla="*/ 1850231 h 1890712"/>
              <a:gd name="connsiteX167" fmla="*/ 2519363 w 2543175"/>
              <a:gd name="connsiteY167" fmla="*/ 1857375 h 1890712"/>
              <a:gd name="connsiteX168" fmla="*/ 2540794 w 2543175"/>
              <a:gd name="connsiteY168" fmla="*/ 1883569 h 1890712"/>
              <a:gd name="connsiteX169" fmla="*/ 2543175 w 2543175"/>
              <a:gd name="connsiteY16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73982 w 2543175"/>
              <a:gd name="connsiteY96" fmla="*/ 997744 h 1890712"/>
              <a:gd name="connsiteX97" fmla="*/ 1388269 w 2543175"/>
              <a:gd name="connsiteY97" fmla="*/ 1007269 h 1890712"/>
              <a:gd name="connsiteX98" fmla="*/ 1414463 w 2543175"/>
              <a:gd name="connsiteY98" fmla="*/ 1019175 h 1890712"/>
              <a:gd name="connsiteX99" fmla="*/ 1428750 w 2543175"/>
              <a:gd name="connsiteY99" fmla="*/ 1026319 h 1890712"/>
              <a:gd name="connsiteX100" fmla="*/ 1471613 w 2543175"/>
              <a:gd name="connsiteY100" fmla="*/ 1059656 h 1890712"/>
              <a:gd name="connsiteX101" fmla="*/ 1495425 w 2543175"/>
              <a:gd name="connsiteY101" fmla="*/ 1088231 h 1890712"/>
              <a:gd name="connsiteX102" fmla="*/ 1547812 w 2543175"/>
              <a:gd name="connsiteY102" fmla="*/ 1133475 h 1890712"/>
              <a:gd name="connsiteX103" fmla="*/ 1597819 w 2543175"/>
              <a:gd name="connsiteY103" fmla="*/ 1154906 h 1890712"/>
              <a:gd name="connsiteX104" fmla="*/ 1604963 w 2543175"/>
              <a:gd name="connsiteY104" fmla="*/ 1162050 h 1890712"/>
              <a:gd name="connsiteX105" fmla="*/ 1612107 w 2543175"/>
              <a:gd name="connsiteY105" fmla="*/ 1166812 h 1890712"/>
              <a:gd name="connsiteX106" fmla="*/ 1628775 w 2543175"/>
              <a:gd name="connsiteY106" fmla="*/ 1183481 h 1890712"/>
              <a:gd name="connsiteX107" fmla="*/ 1662113 w 2543175"/>
              <a:gd name="connsiteY107" fmla="*/ 1209675 h 1890712"/>
              <a:gd name="connsiteX108" fmla="*/ 1678782 w 2543175"/>
              <a:gd name="connsiteY108" fmla="*/ 1226344 h 1890712"/>
              <a:gd name="connsiteX109" fmla="*/ 1700213 w 2543175"/>
              <a:gd name="connsiteY109" fmla="*/ 1247775 h 1890712"/>
              <a:gd name="connsiteX110" fmla="*/ 1712119 w 2543175"/>
              <a:gd name="connsiteY110" fmla="*/ 1259681 h 1890712"/>
              <a:gd name="connsiteX111" fmla="*/ 1733550 w 2543175"/>
              <a:gd name="connsiteY111" fmla="*/ 1273969 h 1890712"/>
              <a:gd name="connsiteX112" fmla="*/ 1743075 w 2543175"/>
              <a:gd name="connsiteY112" fmla="*/ 1283494 h 1890712"/>
              <a:gd name="connsiteX113" fmla="*/ 1754982 w 2543175"/>
              <a:gd name="connsiteY113" fmla="*/ 1290637 h 1890712"/>
              <a:gd name="connsiteX114" fmla="*/ 1766888 w 2543175"/>
              <a:gd name="connsiteY114" fmla="*/ 1300162 h 1890712"/>
              <a:gd name="connsiteX115" fmla="*/ 1783557 w 2543175"/>
              <a:gd name="connsiteY115" fmla="*/ 1307306 h 1890712"/>
              <a:gd name="connsiteX116" fmla="*/ 1790700 w 2543175"/>
              <a:gd name="connsiteY116" fmla="*/ 1312069 h 1890712"/>
              <a:gd name="connsiteX117" fmla="*/ 1800225 w 2543175"/>
              <a:gd name="connsiteY117" fmla="*/ 1319212 h 1890712"/>
              <a:gd name="connsiteX118" fmla="*/ 1807369 w 2543175"/>
              <a:gd name="connsiteY118" fmla="*/ 1321594 h 1890712"/>
              <a:gd name="connsiteX119" fmla="*/ 1824038 w 2543175"/>
              <a:gd name="connsiteY119" fmla="*/ 1333500 h 1890712"/>
              <a:gd name="connsiteX120" fmla="*/ 1843088 w 2543175"/>
              <a:gd name="connsiteY120" fmla="*/ 1352550 h 1890712"/>
              <a:gd name="connsiteX121" fmla="*/ 1852613 w 2543175"/>
              <a:gd name="connsiteY121" fmla="*/ 1359694 h 1890712"/>
              <a:gd name="connsiteX122" fmla="*/ 1859757 w 2543175"/>
              <a:gd name="connsiteY122" fmla="*/ 1366837 h 1890712"/>
              <a:gd name="connsiteX123" fmla="*/ 1869282 w 2543175"/>
              <a:gd name="connsiteY123" fmla="*/ 1371600 h 1890712"/>
              <a:gd name="connsiteX124" fmla="*/ 1883569 w 2543175"/>
              <a:gd name="connsiteY124" fmla="*/ 1388269 h 1890712"/>
              <a:gd name="connsiteX125" fmla="*/ 1893094 w 2543175"/>
              <a:gd name="connsiteY125" fmla="*/ 1395412 h 1890712"/>
              <a:gd name="connsiteX126" fmla="*/ 1902619 w 2543175"/>
              <a:gd name="connsiteY126" fmla="*/ 1404937 h 1890712"/>
              <a:gd name="connsiteX127" fmla="*/ 1912144 w 2543175"/>
              <a:gd name="connsiteY127" fmla="*/ 1409700 h 1890712"/>
              <a:gd name="connsiteX128" fmla="*/ 1931194 w 2543175"/>
              <a:gd name="connsiteY128" fmla="*/ 1421606 h 1890712"/>
              <a:gd name="connsiteX129" fmla="*/ 1935957 w 2543175"/>
              <a:gd name="connsiteY129" fmla="*/ 1428750 h 1890712"/>
              <a:gd name="connsiteX130" fmla="*/ 1952625 w 2543175"/>
              <a:gd name="connsiteY130" fmla="*/ 1438275 h 1890712"/>
              <a:gd name="connsiteX131" fmla="*/ 1971675 w 2543175"/>
              <a:gd name="connsiteY131" fmla="*/ 1450181 h 1890712"/>
              <a:gd name="connsiteX132" fmla="*/ 1981200 w 2543175"/>
              <a:gd name="connsiteY132" fmla="*/ 1454944 h 1890712"/>
              <a:gd name="connsiteX133" fmla="*/ 1997869 w 2543175"/>
              <a:gd name="connsiteY133" fmla="*/ 1471612 h 1890712"/>
              <a:gd name="connsiteX134" fmla="*/ 2007394 w 2543175"/>
              <a:gd name="connsiteY134" fmla="*/ 1478756 h 1890712"/>
              <a:gd name="connsiteX135" fmla="*/ 2016919 w 2543175"/>
              <a:gd name="connsiteY135" fmla="*/ 1483519 h 1890712"/>
              <a:gd name="connsiteX136" fmla="*/ 2024063 w 2543175"/>
              <a:gd name="connsiteY136" fmla="*/ 1490662 h 1890712"/>
              <a:gd name="connsiteX137" fmla="*/ 2033588 w 2543175"/>
              <a:gd name="connsiteY137" fmla="*/ 1495425 h 1890712"/>
              <a:gd name="connsiteX138" fmla="*/ 2040732 w 2543175"/>
              <a:gd name="connsiteY138" fmla="*/ 1502569 h 1890712"/>
              <a:gd name="connsiteX139" fmla="*/ 2047875 w 2543175"/>
              <a:gd name="connsiteY139" fmla="*/ 1507331 h 1890712"/>
              <a:gd name="connsiteX140" fmla="*/ 2057400 w 2543175"/>
              <a:gd name="connsiteY140" fmla="*/ 1514475 h 1890712"/>
              <a:gd name="connsiteX141" fmla="*/ 2064544 w 2543175"/>
              <a:gd name="connsiteY141" fmla="*/ 1519237 h 1890712"/>
              <a:gd name="connsiteX142" fmla="*/ 2071688 w 2543175"/>
              <a:gd name="connsiteY142" fmla="*/ 1526381 h 1890712"/>
              <a:gd name="connsiteX143" fmla="*/ 2081213 w 2543175"/>
              <a:gd name="connsiteY143" fmla="*/ 1531144 h 1890712"/>
              <a:gd name="connsiteX144" fmla="*/ 2090738 w 2543175"/>
              <a:gd name="connsiteY144" fmla="*/ 1538287 h 1890712"/>
              <a:gd name="connsiteX145" fmla="*/ 2109788 w 2543175"/>
              <a:gd name="connsiteY145" fmla="*/ 1547812 h 1890712"/>
              <a:gd name="connsiteX146" fmla="*/ 2131219 w 2543175"/>
              <a:gd name="connsiteY146" fmla="*/ 1562100 h 1890712"/>
              <a:gd name="connsiteX147" fmla="*/ 2140744 w 2543175"/>
              <a:gd name="connsiteY147" fmla="*/ 1566862 h 1890712"/>
              <a:gd name="connsiteX148" fmla="*/ 2152650 w 2543175"/>
              <a:gd name="connsiteY148" fmla="*/ 1576387 h 1890712"/>
              <a:gd name="connsiteX149" fmla="*/ 2181225 w 2543175"/>
              <a:gd name="connsiteY149" fmla="*/ 1590675 h 1890712"/>
              <a:gd name="connsiteX150" fmla="*/ 2200275 w 2543175"/>
              <a:gd name="connsiteY150" fmla="*/ 1607344 h 1890712"/>
              <a:gd name="connsiteX151" fmla="*/ 2207419 w 2543175"/>
              <a:gd name="connsiteY151" fmla="*/ 1612106 h 1890712"/>
              <a:gd name="connsiteX152" fmla="*/ 2216944 w 2543175"/>
              <a:gd name="connsiteY152" fmla="*/ 1619250 h 1890712"/>
              <a:gd name="connsiteX153" fmla="*/ 2224088 w 2543175"/>
              <a:gd name="connsiteY153" fmla="*/ 1624012 h 1890712"/>
              <a:gd name="connsiteX154" fmla="*/ 2247900 w 2543175"/>
              <a:gd name="connsiteY154" fmla="*/ 1643062 h 1890712"/>
              <a:gd name="connsiteX155" fmla="*/ 2255044 w 2543175"/>
              <a:gd name="connsiteY155" fmla="*/ 1650206 h 1890712"/>
              <a:gd name="connsiteX156" fmla="*/ 2281238 w 2543175"/>
              <a:gd name="connsiteY156" fmla="*/ 1664494 h 1890712"/>
              <a:gd name="connsiteX157" fmla="*/ 2297907 w 2543175"/>
              <a:gd name="connsiteY157" fmla="*/ 1674019 h 1890712"/>
              <a:gd name="connsiteX158" fmla="*/ 2312194 w 2543175"/>
              <a:gd name="connsiteY158" fmla="*/ 1685925 h 1890712"/>
              <a:gd name="connsiteX159" fmla="*/ 2328863 w 2543175"/>
              <a:gd name="connsiteY159" fmla="*/ 1697831 h 1890712"/>
              <a:gd name="connsiteX160" fmla="*/ 2350294 w 2543175"/>
              <a:gd name="connsiteY160" fmla="*/ 1712119 h 1890712"/>
              <a:gd name="connsiteX161" fmla="*/ 2369344 w 2543175"/>
              <a:gd name="connsiteY161" fmla="*/ 1724025 h 1890712"/>
              <a:gd name="connsiteX162" fmla="*/ 2428876 w 2543175"/>
              <a:gd name="connsiteY162" fmla="*/ 1785938 h 1890712"/>
              <a:gd name="connsiteX163" fmla="*/ 2466975 w 2543175"/>
              <a:gd name="connsiteY163" fmla="*/ 1783556 h 1890712"/>
              <a:gd name="connsiteX164" fmla="*/ 2481263 w 2543175"/>
              <a:gd name="connsiteY164" fmla="*/ 1795462 h 1890712"/>
              <a:gd name="connsiteX165" fmla="*/ 2486025 w 2543175"/>
              <a:gd name="connsiteY165" fmla="*/ 1802606 h 1890712"/>
              <a:gd name="connsiteX166" fmla="*/ 2514600 w 2543175"/>
              <a:gd name="connsiteY166" fmla="*/ 1850231 h 1890712"/>
              <a:gd name="connsiteX167" fmla="*/ 2519363 w 2543175"/>
              <a:gd name="connsiteY167" fmla="*/ 1857375 h 1890712"/>
              <a:gd name="connsiteX168" fmla="*/ 2540794 w 2543175"/>
              <a:gd name="connsiteY168" fmla="*/ 1883569 h 1890712"/>
              <a:gd name="connsiteX169" fmla="*/ 2543175 w 2543175"/>
              <a:gd name="connsiteY16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73982 w 2543175"/>
              <a:gd name="connsiteY96" fmla="*/ 997744 h 1890712"/>
              <a:gd name="connsiteX97" fmla="*/ 1388269 w 2543175"/>
              <a:gd name="connsiteY97" fmla="*/ 1007269 h 1890712"/>
              <a:gd name="connsiteX98" fmla="*/ 1414463 w 2543175"/>
              <a:gd name="connsiteY98" fmla="*/ 1019175 h 1890712"/>
              <a:gd name="connsiteX99" fmla="*/ 1435894 w 2543175"/>
              <a:gd name="connsiteY99" fmla="*/ 1054894 h 1890712"/>
              <a:gd name="connsiteX100" fmla="*/ 1471613 w 2543175"/>
              <a:gd name="connsiteY100" fmla="*/ 1059656 h 1890712"/>
              <a:gd name="connsiteX101" fmla="*/ 1495425 w 2543175"/>
              <a:gd name="connsiteY101" fmla="*/ 1088231 h 1890712"/>
              <a:gd name="connsiteX102" fmla="*/ 1547812 w 2543175"/>
              <a:gd name="connsiteY102" fmla="*/ 1133475 h 1890712"/>
              <a:gd name="connsiteX103" fmla="*/ 1597819 w 2543175"/>
              <a:gd name="connsiteY103" fmla="*/ 1154906 h 1890712"/>
              <a:gd name="connsiteX104" fmla="*/ 1604963 w 2543175"/>
              <a:gd name="connsiteY104" fmla="*/ 1162050 h 1890712"/>
              <a:gd name="connsiteX105" fmla="*/ 1612107 w 2543175"/>
              <a:gd name="connsiteY105" fmla="*/ 1166812 h 1890712"/>
              <a:gd name="connsiteX106" fmla="*/ 1628775 w 2543175"/>
              <a:gd name="connsiteY106" fmla="*/ 1183481 h 1890712"/>
              <a:gd name="connsiteX107" fmla="*/ 1662113 w 2543175"/>
              <a:gd name="connsiteY107" fmla="*/ 1209675 h 1890712"/>
              <a:gd name="connsiteX108" fmla="*/ 1678782 w 2543175"/>
              <a:gd name="connsiteY108" fmla="*/ 1226344 h 1890712"/>
              <a:gd name="connsiteX109" fmla="*/ 1700213 w 2543175"/>
              <a:gd name="connsiteY109" fmla="*/ 1247775 h 1890712"/>
              <a:gd name="connsiteX110" fmla="*/ 1712119 w 2543175"/>
              <a:gd name="connsiteY110" fmla="*/ 1259681 h 1890712"/>
              <a:gd name="connsiteX111" fmla="*/ 1733550 w 2543175"/>
              <a:gd name="connsiteY111" fmla="*/ 1273969 h 1890712"/>
              <a:gd name="connsiteX112" fmla="*/ 1743075 w 2543175"/>
              <a:gd name="connsiteY112" fmla="*/ 1283494 h 1890712"/>
              <a:gd name="connsiteX113" fmla="*/ 1754982 w 2543175"/>
              <a:gd name="connsiteY113" fmla="*/ 1290637 h 1890712"/>
              <a:gd name="connsiteX114" fmla="*/ 1766888 w 2543175"/>
              <a:gd name="connsiteY114" fmla="*/ 1300162 h 1890712"/>
              <a:gd name="connsiteX115" fmla="*/ 1783557 w 2543175"/>
              <a:gd name="connsiteY115" fmla="*/ 1307306 h 1890712"/>
              <a:gd name="connsiteX116" fmla="*/ 1790700 w 2543175"/>
              <a:gd name="connsiteY116" fmla="*/ 1312069 h 1890712"/>
              <a:gd name="connsiteX117" fmla="*/ 1800225 w 2543175"/>
              <a:gd name="connsiteY117" fmla="*/ 1319212 h 1890712"/>
              <a:gd name="connsiteX118" fmla="*/ 1807369 w 2543175"/>
              <a:gd name="connsiteY118" fmla="*/ 1321594 h 1890712"/>
              <a:gd name="connsiteX119" fmla="*/ 1824038 w 2543175"/>
              <a:gd name="connsiteY119" fmla="*/ 1333500 h 1890712"/>
              <a:gd name="connsiteX120" fmla="*/ 1843088 w 2543175"/>
              <a:gd name="connsiteY120" fmla="*/ 1352550 h 1890712"/>
              <a:gd name="connsiteX121" fmla="*/ 1852613 w 2543175"/>
              <a:gd name="connsiteY121" fmla="*/ 1359694 h 1890712"/>
              <a:gd name="connsiteX122" fmla="*/ 1859757 w 2543175"/>
              <a:gd name="connsiteY122" fmla="*/ 1366837 h 1890712"/>
              <a:gd name="connsiteX123" fmla="*/ 1869282 w 2543175"/>
              <a:gd name="connsiteY123" fmla="*/ 1371600 h 1890712"/>
              <a:gd name="connsiteX124" fmla="*/ 1883569 w 2543175"/>
              <a:gd name="connsiteY124" fmla="*/ 1388269 h 1890712"/>
              <a:gd name="connsiteX125" fmla="*/ 1893094 w 2543175"/>
              <a:gd name="connsiteY125" fmla="*/ 1395412 h 1890712"/>
              <a:gd name="connsiteX126" fmla="*/ 1902619 w 2543175"/>
              <a:gd name="connsiteY126" fmla="*/ 1404937 h 1890712"/>
              <a:gd name="connsiteX127" fmla="*/ 1912144 w 2543175"/>
              <a:gd name="connsiteY127" fmla="*/ 1409700 h 1890712"/>
              <a:gd name="connsiteX128" fmla="*/ 1931194 w 2543175"/>
              <a:gd name="connsiteY128" fmla="*/ 1421606 h 1890712"/>
              <a:gd name="connsiteX129" fmla="*/ 1935957 w 2543175"/>
              <a:gd name="connsiteY129" fmla="*/ 1428750 h 1890712"/>
              <a:gd name="connsiteX130" fmla="*/ 1952625 w 2543175"/>
              <a:gd name="connsiteY130" fmla="*/ 1438275 h 1890712"/>
              <a:gd name="connsiteX131" fmla="*/ 1971675 w 2543175"/>
              <a:gd name="connsiteY131" fmla="*/ 1450181 h 1890712"/>
              <a:gd name="connsiteX132" fmla="*/ 1981200 w 2543175"/>
              <a:gd name="connsiteY132" fmla="*/ 1454944 h 1890712"/>
              <a:gd name="connsiteX133" fmla="*/ 1997869 w 2543175"/>
              <a:gd name="connsiteY133" fmla="*/ 1471612 h 1890712"/>
              <a:gd name="connsiteX134" fmla="*/ 2007394 w 2543175"/>
              <a:gd name="connsiteY134" fmla="*/ 1478756 h 1890712"/>
              <a:gd name="connsiteX135" fmla="*/ 2016919 w 2543175"/>
              <a:gd name="connsiteY135" fmla="*/ 1483519 h 1890712"/>
              <a:gd name="connsiteX136" fmla="*/ 2024063 w 2543175"/>
              <a:gd name="connsiteY136" fmla="*/ 1490662 h 1890712"/>
              <a:gd name="connsiteX137" fmla="*/ 2033588 w 2543175"/>
              <a:gd name="connsiteY137" fmla="*/ 1495425 h 1890712"/>
              <a:gd name="connsiteX138" fmla="*/ 2040732 w 2543175"/>
              <a:gd name="connsiteY138" fmla="*/ 1502569 h 1890712"/>
              <a:gd name="connsiteX139" fmla="*/ 2047875 w 2543175"/>
              <a:gd name="connsiteY139" fmla="*/ 1507331 h 1890712"/>
              <a:gd name="connsiteX140" fmla="*/ 2057400 w 2543175"/>
              <a:gd name="connsiteY140" fmla="*/ 1514475 h 1890712"/>
              <a:gd name="connsiteX141" fmla="*/ 2064544 w 2543175"/>
              <a:gd name="connsiteY141" fmla="*/ 1519237 h 1890712"/>
              <a:gd name="connsiteX142" fmla="*/ 2071688 w 2543175"/>
              <a:gd name="connsiteY142" fmla="*/ 1526381 h 1890712"/>
              <a:gd name="connsiteX143" fmla="*/ 2081213 w 2543175"/>
              <a:gd name="connsiteY143" fmla="*/ 1531144 h 1890712"/>
              <a:gd name="connsiteX144" fmla="*/ 2090738 w 2543175"/>
              <a:gd name="connsiteY144" fmla="*/ 1538287 h 1890712"/>
              <a:gd name="connsiteX145" fmla="*/ 2109788 w 2543175"/>
              <a:gd name="connsiteY145" fmla="*/ 1547812 h 1890712"/>
              <a:gd name="connsiteX146" fmla="*/ 2131219 w 2543175"/>
              <a:gd name="connsiteY146" fmla="*/ 1562100 h 1890712"/>
              <a:gd name="connsiteX147" fmla="*/ 2140744 w 2543175"/>
              <a:gd name="connsiteY147" fmla="*/ 1566862 h 1890712"/>
              <a:gd name="connsiteX148" fmla="*/ 2152650 w 2543175"/>
              <a:gd name="connsiteY148" fmla="*/ 1576387 h 1890712"/>
              <a:gd name="connsiteX149" fmla="*/ 2181225 w 2543175"/>
              <a:gd name="connsiteY149" fmla="*/ 1590675 h 1890712"/>
              <a:gd name="connsiteX150" fmla="*/ 2200275 w 2543175"/>
              <a:gd name="connsiteY150" fmla="*/ 1607344 h 1890712"/>
              <a:gd name="connsiteX151" fmla="*/ 2207419 w 2543175"/>
              <a:gd name="connsiteY151" fmla="*/ 1612106 h 1890712"/>
              <a:gd name="connsiteX152" fmla="*/ 2216944 w 2543175"/>
              <a:gd name="connsiteY152" fmla="*/ 1619250 h 1890712"/>
              <a:gd name="connsiteX153" fmla="*/ 2224088 w 2543175"/>
              <a:gd name="connsiteY153" fmla="*/ 1624012 h 1890712"/>
              <a:gd name="connsiteX154" fmla="*/ 2247900 w 2543175"/>
              <a:gd name="connsiteY154" fmla="*/ 1643062 h 1890712"/>
              <a:gd name="connsiteX155" fmla="*/ 2255044 w 2543175"/>
              <a:gd name="connsiteY155" fmla="*/ 1650206 h 1890712"/>
              <a:gd name="connsiteX156" fmla="*/ 2281238 w 2543175"/>
              <a:gd name="connsiteY156" fmla="*/ 1664494 h 1890712"/>
              <a:gd name="connsiteX157" fmla="*/ 2297907 w 2543175"/>
              <a:gd name="connsiteY157" fmla="*/ 1674019 h 1890712"/>
              <a:gd name="connsiteX158" fmla="*/ 2312194 w 2543175"/>
              <a:gd name="connsiteY158" fmla="*/ 1685925 h 1890712"/>
              <a:gd name="connsiteX159" fmla="*/ 2328863 w 2543175"/>
              <a:gd name="connsiteY159" fmla="*/ 1697831 h 1890712"/>
              <a:gd name="connsiteX160" fmla="*/ 2350294 w 2543175"/>
              <a:gd name="connsiteY160" fmla="*/ 1712119 h 1890712"/>
              <a:gd name="connsiteX161" fmla="*/ 2369344 w 2543175"/>
              <a:gd name="connsiteY161" fmla="*/ 1724025 h 1890712"/>
              <a:gd name="connsiteX162" fmla="*/ 2428876 w 2543175"/>
              <a:gd name="connsiteY162" fmla="*/ 1785938 h 1890712"/>
              <a:gd name="connsiteX163" fmla="*/ 2466975 w 2543175"/>
              <a:gd name="connsiteY163" fmla="*/ 1783556 h 1890712"/>
              <a:gd name="connsiteX164" fmla="*/ 2481263 w 2543175"/>
              <a:gd name="connsiteY164" fmla="*/ 1795462 h 1890712"/>
              <a:gd name="connsiteX165" fmla="*/ 2486025 w 2543175"/>
              <a:gd name="connsiteY165" fmla="*/ 1802606 h 1890712"/>
              <a:gd name="connsiteX166" fmla="*/ 2514600 w 2543175"/>
              <a:gd name="connsiteY166" fmla="*/ 1850231 h 1890712"/>
              <a:gd name="connsiteX167" fmla="*/ 2519363 w 2543175"/>
              <a:gd name="connsiteY167" fmla="*/ 1857375 h 1890712"/>
              <a:gd name="connsiteX168" fmla="*/ 2540794 w 2543175"/>
              <a:gd name="connsiteY168" fmla="*/ 1883569 h 1890712"/>
              <a:gd name="connsiteX169" fmla="*/ 2543175 w 2543175"/>
              <a:gd name="connsiteY16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73982 w 2543175"/>
              <a:gd name="connsiteY96" fmla="*/ 997744 h 1890712"/>
              <a:gd name="connsiteX97" fmla="*/ 1388269 w 2543175"/>
              <a:gd name="connsiteY97" fmla="*/ 1007269 h 1890712"/>
              <a:gd name="connsiteX98" fmla="*/ 1435894 w 2543175"/>
              <a:gd name="connsiteY98" fmla="*/ 1054894 h 1890712"/>
              <a:gd name="connsiteX99" fmla="*/ 1471613 w 2543175"/>
              <a:gd name="connsiteY99" fmla="*/ 1059656 h 1890712"/>
              <a:gd name="connsiteX100" fmla="*/ 1495425 w 2543175"/>
              <a:gd name="connsiteY100" fmla="*/ 1088231 h 1890712"/>
              <a:gd name="connsiteX101" fmla="*/ 1547812 w 2543175"/>
              <a:gd name="connsiteY101" fmla="*/ 1133475 h 1890712"/>
              <a:gd name="connsiteX102" fmla="*/ 1597819 w 2543175"/>
              <a:gd name="connsiteY102" fmla="*/ 1154906 h 1890712"/>
              <a:gd name="connsiteX103" fmla="*/ 1604963 w 2543175"/>
              <a:gd name="connsiteY103" fmla="*/ 1162050 h 1890712"/>
              <a:gd name="connsiteX104" fmla="*/ 1612107 w 2543175"/>
              <a:gd name="connsiteY104" fmla="*/ 1166812 h 1890712"/>
              <a:gd name="connsiteX105" fmla="*/ 1628775 w 2543175"/>
              <a:gd name="connsiteY105" fmla="*/ 1183481 h 1890712"/>
              <a:gd name="connsiteX106" fmla="*/ 1662113 w 2543175"/>
              <a:gd name="connsiteY106" fmla="*/ 1209675 h 1890712"/>
              <a:gd name="connsiteX107" fmla="*/ 1678782 w 2543175"/>
              <a:gd name="connsiteY107" fmla="*/ 1226344 h 1890712"/>
              <a:gd name="connsiteX108" fmla="*/ 1700213 w 2543175"/>
              <a:gd name="connsiteY108" fmla="*/ 1247775 h 1890712"/>
              <a:gd name="connsiteX109" fmla="*/ 1712119 w 2543175"/>
              <a:gd name="connsiteY109" fmla="*/ 1259681 h 1890712"/>
              <a:gd name="connsiteX110" fmla="*/ 1733550 w 2543175"/>
              <a:gd name="connsiteY110" fmla="*/ 1273969 h 1890712"/>
              <a:gd name="connsiteX111" fmla="*/ 1743075 w 2543175"/>
              <a:gd name="connsiteY111" fmla="*/ 1283494 h 1890712"/>
              <a:gd name="connsiteX112" fmla="*/ 1754982 w 2543175"/>
              <a:gd name="connsiteY112" fmla="*/ 1290637 h 1890712"/>
              <a:gd name="connsiteX113" fmla="*/ 1766888 w 2543175"/>
              <a:gd name="connsiteY113" fmla="*/ 1300162 h 1890712"/>
              <a:gd name="connsiteX114" fmla="*/ 1783557 w 2543175"/>
              <a:gd name="connsiteY114" fmla="*/ 1307306 h 1890712"/>
              <a:gd name="connsiteX115" fmla="*/ 1790700 w 2543175"/>
              <a:gd name="connsiteY115" fmla="*/ 1312069 h 1890712"/>
              <a:gd name="connsiteX116" fmla="*/ 1800225 w 2543175"/>
              <a:gd name="connsiteY116" fmla="*/ 1319212 h 1890712"/>
              <a:gd name="connsiteX117" fmla="*/ 1807369 w 2543175"/>
              <a:gd name="connsiteY117" fmla="*/ 1321594 h 1890712"/>
              <a:gd name="connsiteX118" fmla="*/ 1824038 w 2543175"/>
              <a:gd name="connsiteY118" fmla="*/ 1333500 h 1890712"/>
              <a:gd name="connsiteX119" fmla="*/ 1843088 w 2543175"/>
              <a:gd name="connsiteY119" fmla="*/ 1352550 h 1890712"/>
              <a:gd name="connsiteX120" fmla="*/ 1852613 w 2543175"/>
              <a:gd name="connsiteY120" fmla="*/ 1359694 h 1890712"/>
              <a:gd name="connsiteX121" fmla="*/ 1859757 w 2543175"/>
              <a:gd name="connsiteY121" fmla="*/ 1366837 h 1890712"/>
              <a:gd name="connsiteX122" fmla="*/ 1869282 w 2543175"/>
              <a:gd name="connsiteY122" fmla="*/ 1371600 h 1890712"/>
              <a:gd name="connsiteX123" fmla="*/ 1883569 w 2543175"/>
              <a:gd name="connsiteY123" fmla="*/ 1388269 h 1890712"/>
              <a:gd name="connsiteX124" fmla="*/ 1893094 w 2543175"/>
              <a:gd name="connsiteY124" fmla="*/ 1395412 h 1890712"/>
              <a:gd name="connsiteX125" fmla="*/ 1902619 w 2543175"/>
              <a:gd name="connsiteY125" fmla="*/ 1404937 h 1890712"/>
              <a:gd name="connsiteX126" fmla="*/ 1912144 w 2543175"/>
              <a:gd name="connsiteY126" fmla="*/ 1409700 h 1890712"/>
              <a:gd name="connsiteX127" fmla="*/ 1931194 w 2543175"/>
              <a:gd name="connsiteY127" fmla="*/ 1421606 h 1890712"/>
              <a:gd name="connsiteX128" fmla="*/ 1935957 w 2543175"/>
              <a:gd name="connsiteY128" fmla="*/ 1428750 h 1890712"/>
              <a:gd name="connsiteX129" fmla="*/ 1952625 w 2543175"/>
              <a:gd name="connsiteY129" fmla="*/ 1438275 h 1890712"/>
              <a:gd name="connsiteX130" fmla="*/ 1971675 w 2543175"/>
              <a:gd name="connsiteY130" fmla="*/ 1450181 h 1890712"/>
              <a:gd name="connsiteX131" fmla="*/ 1981200 w 2543175"/>
              <a:gd name="connsiteY131" fmla="*/ 1454944 h 1890712"/>
              <a:gd name="connsiteX132" fmla="*/ 1997869 w 2543175"/>
              <a:gd name="connsiteY132" fmla="*/ 1471612 h 1890712"/>
              <a:gd name="connsiteX133" fmla="*/ 2007394 w 2543175"/>
              <a:gd name="connsiteY133" fmla="*/ 1478756 h 1890712"/>
              <a:gd name="connsiteX134" fmla="*/ 2016919 w 2543175"/>
              <a:gd name="connsiteY134" fmla="*/ 1483519 h 1890712"/>
              <a:gd name="connsiteX135" fmla="*/ 2024063 w 2543175"/>
              <a:gd name="connsiteY135" fmla="*/ 1490662 h 1890712"/>
              <a:gd name="connsiteX136" fmla="*/ 2033588 w 2543175"/>
              <a:gd name="connsiteY136" fmla="*/ 1495425 h 1890712"/>
              <a:gd name="connsiteX137" fmla="*/ 2040732 w 2543175"/>
              <a:gd name="connsiteY137" fmla="*/ 1502569 h 1890712"/>
              <a:gd name="connsiteX138" fmla="*/ 2047875 w 2543175"/>
              <a:gd name="connsiteY138" fmla="*/ 1507331 h 1890712"/>
              <a:gd name="connsiteX139" fmla="*/ 2057400 w 2543175"/>
              <a:gd name="connsiteY139" fmla="*/ 1514475 h 1890712"/>
              <a:gd name="connsiteX140" fmla="*/ 2064544 w 2543175"/>
              <a:gd name="connsiteY140" fmla="*/ 1519237 h 1890712"/>
              <a:gd name="connsiteX141" fmla="*/ 2071688 w 2543175"/>
              <a:gd name="connsiteY141" fmla="*/ 1526381 h 1890712"/>
              <a:gd name="connsiteX142" fmla="*/ 2081213 w 2543175"/>
              <a:gd name="connsiteY142" fmla="*/ 1531144 h 1890712"/>
              <a:gd name="connsiteX143" fmla="*/ 2090738 w 2543175"/>
              <a:gd name="connsiteY143" fmla="*/ 1538287 h 1890712"/>
              <a:gd name="connsiteX144" fmla="*/ 2109788 w 2543175"/>
              <a:gd name="connsiteY144" fmla="*/ 1547812 h 1890712"/>
              <a:gd name="connsiteX145" fmla="*/ 2131219 w 2543175"/>
              <a:gd name="connsiteY145" fmla="*/ 1562100 h 1890712"/>
              <a:gd name="connsiteX146" fmla="*/ 2140744 w 2543175"/>
              <a:gd name="connsiteY146" fmla="*/ 1566862 h 1890712"/>
              <a:gd name="connsiteX147" fmla="*/ 2152650 w 2543175"/>
              <a:gd name="connsiteY147" fmla="*/ 1576387 h 1890712"/>
              <a:gd name="connsiteX148" fmla="*/ 2181225 w 2543175"/>
              <a:gd name="connsiteY148" fmla="*/ 1590675 h 1890712"/>
              <a:gd name="connsiteX149" fmla="*/ 2200275 w 2543175"/>
              <a:gd name="connsiteY149" fmla="*/ 1607344 h 1890712"/>
              <a:gd name="connsiteX150" fmla="*/ 2207419 w 2543175"/>
              <a:gd name="connsiteY150" fmla="*/ 1612106 h 1890712"/>
              <a:gd name="connsiteX151" fmla="*/ 2216944 w 2543175"/>
              <a:gd name="connsiteY151" fmla="*/ 1619250 h 1890712"/>
              <a:gd name="connsiteX152" fmla="*/ 2224088 w 2543175"/>
              <a:gd name="connsiteY152" fmla="*/ 1624012 h 1890712"/>
              <a:gd name="connsiteX153" fmla="*/ 2247900 w 2543175"/>
              <a:gd name="connsiteY153" fmla="*/ 1643062 h 1890712"/>
              <a:gd name="connsiteX154" fmla="*/ 2255044 w 2543175"/>
              <a:gd name="connsiteY154" fmla="*/ 1650206 h 1890712"/>
              <a:gd name="connsiteX155" fmla="*/ 2281238 w 2543175"/>
              <a:gd name="connsiteY155" fmla="*/ 1664494 h 1890712"/>
              <a:gd name="connsiteX156" fmla="*/ 2297907 w 2543175"/>
              <a:gd name="connsiteY156" fmla="*/ 1674019 h 1890712"/>
              <a:gd name="connsiteX157" fmla="*/ 2312194 w 2543175"/>
              <a:gd name="connsiteY157" fmla="*/ 1685925 h 1890712"/>
              <a:gd name="connsiteX158" fmla="*/ 2328863 w 2543175"/>
              <a:gd name="connsiteY158" fmla="*/ 1697831 h 1890712"/>
              <a:gd name="connsiteX159" fmla="*/ 2350294 w 2543175"/>
              <a:gd name="connsiteY159" fmla="*/ 1712119 h 1890712"/>
              <a:gd name="connsiteX160" fmla="*/ 2369344 w 2543175"/>
              <a:gd name="connsiteY160" fmla="*/ 1724025 h 1890712"/>
              <a:gd name="connsiteX161" fmla="*/ 2428876 w 2543175"/>
              <a:gd name="connsiteY161" fmla="*/ 1785938 h 1890712"/>
              <a:gd name="connsiteX162" fmla="*/ 2466975 w 2543175"/>
              <a:gd name="connsiteY162" fmla="*/ 1783556 h 1890712"/>
              <a:gd name="connsiteX163" fmla="*/ 2481263 w 2543175"/>
              <a:gd name="connsiteY163" fmla="*/ 1795462 h 1890712"/>
              <a:gd name="connsiteX164" fmla="*/ 2486025 w 2543175"/>
              <a:gd name="connsiteY164" fmla="*/ 1802606 h 1890712"/>
              <a:gd name="connsiteX165" fmla="*/ 2514600 w 2543175"/>
              <a:gd name="connsiteY165" fmla="*/ 1850231 h 1890712"/>
              <a:gd name="connsiteX166" fmla="*/ 2519363 w 2543175"/>
              <a:gd name="connsiteY166" fmla="*/ 1857375 h 1890712"/>
              <a:gd name="connsiteX167" fmla="*/ 2540794 w 2543175"/>
              <a:gd name="connsiteY167" fmla="*/ 1883569 h 1890712"/>
              <a:gd name="connsiteX168" fmla="*/ 2543175 w 2543175"/>
              <a:gd name="connsiteY168"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73982 w 2543175"/>
              <a:gd name="connsiteY96" fmla="*/ 997744 h 1890712"/>
              <a:gd name="connsiteX97" fmla="*/ 1435894 w 2543175"/>
              <a:gd name="connsiteY97" fmla="*/ 1054894 h 1890712"/>
              <a:gd name="connsiteX98" fmla="*/ 1471613 w 2543175"/>
              <a:gd name="connsiteY98" fmla="*/ 1059656 h 1890712"/>
              <a:gd name="connsiteX99" fmla="*/ 1495425 w 2543175"/>
              <a:gd name="connsiteY99" fmla="*/ 1088231 h 1890712"/>
              <a:gd name="connsiteX100" fmla="*/ 1547812 w 2543175"/>
              <a:gd name="connsiteY100" fmla="*/ 1133475 h 1890712"/>
              <a:gd name="connsiteX101" fmla="*/ 1597819 w 2543175"/>
              <a:gd name="connsiteY101" fmla="*/ 1154906 h 1890712"/>
              <a:gd name="connsiteX102" fmla="*/ 1604963 w 2543175"/>
              <a:gd name="connsiteY102" fmla="*/ 1162050 h 1890712"/>
              <a:gd name="connsiteX103" fmla="*/ 1612107 w 2543175"/>
              <a:gd name="connsiteY103" fmla="*/ 1166812 h 1890712"/>
              <a:gd name="connsiteX104" fmla="*/ 1628775 w 2543175"/>
              <a:gd name="connsiteY104" fmla="*/ 1183481 h 1890712"/>
              <a:gd name="connsiteX105" fmla="*/ 1662113 w 2543175"/>
              <a:gd name="connsiteY105" fmla="*/ 1209675 h 1890712"/>
              <a:gd name="connsiteX106" fmla="*/ 1678782 w 2543175"/>
              <a:gd name="connsiteY106" fmla="*/ 1226344 h 1890712"/>
              <a:gd name="connsiteX107" fmla="*/ 1700213 w 2543175"/>
              <a:gd name="connsiteY107" fmla="*/ 1247775 h 1890712"/>
              <a:gd name="connsiteX108" fmla="*/ 1712119 w 2543175"/>
              <a:gd name="connsiteY108" fmla="*/ 1259681 h 1890712"/>
              <a:gd name="connsiteX109" fmla="*/ 1733550 w 2543175"/>
              <a:gd name="connsiteY109" fmla="*/ 1273969 h 1890712"/>
              <a:gd name="connsiteX110" fmla="*/ 1743075 w 2543175"/>
              <a:gd name="connsiteY110" fmla="*/ 1283494 h 1890712"/>
              <a:gd name="connsiteX111" fmla="*/ 1754982 w 2543175"/>
              <a:gd name="connsiteY111" fmla="*/ 1290637 h 1890712"/>
              <a:gd name="connsiteX112" fmla="*/ 1766888 w 2543175"/>
              <a:gd name="connsiteY112" fmla="*/ 1300162 h 1890712"/>
              <a:gd name="connsiteX113" fmla="*/ 1783557 w 2543175"/>
              <a:gd name="connsiteY113" fmla="*/ 1307306 h 1890712"/>
              <a:gd name="connsiteX114" fmla="*/ 1790700 w 2543175"/>
              <a:gd name="connsiteY114" fmla="*/ 1312069 h 1890712"/>
              <a:gd name="connsiteX115" fmla="*/ 1800225 w 2543175"/>
              <a:gd name="connsiteY115" fmla="*/ 1319212 h 1890712"/>
              <a:gd name="connsiteX116" fmla="*/ 1807369 w 2543175"/>
              <a:gd name="connsiteY116" fmla="*/ 1321594 h 1890712"/>
              <a:gd name="connsiteX117" fmla="*/ 1824038 w 2543175"/>
              <a:gd name="connsiteY117" fmla="*/ 1333500 h 1890712"/>
              <a:gd name="connsiteX118" fmla="*/ 1843088 w 2543175"/>
              <a:gd name="connsiteY118" fmla="*/ 1352550 h 1890712"/>
              <a:gd name="connsiteX119" fmla="*/ 1852613 w 2543175"/>
              <a:gd name="connsiteY119" fmla="*/ 1359694 h 1890712"/>
              <a:gd name="connsiteX120" fmla="*/ 1859757 w 2543175"/>
              <a:gd name="connsiteY120" fmla="*/ 1366837 h 1890712"/>
              <a:gd name="connsiteX121" fmla="*/ 1869282 w 2543175"/>
              <a:gd name="connsiteY121" fmla="*/ 1371600 h 1890712"/>
              <a:gd name="connsiteX122" fmla="*/ 1883569 w 2543175"/>
              <a:gd name="connsiteY122" fmla="*/ 1388269 h 1890712"/>
              <a:gd name="connsiteX123" fmla="*/ 1893094 w 2543175"/>
              <a:gd name="connsiteY123" fmla="*/ 1395412 h 1890712"/>
              <a:gd name="connsiteX124" fmla="*/ 1902619 w 2543175"/>
              <a:gd name="connsiteY124" fmla="*/ 1404937 h 1890712"/>
              <a:gd name="connsiteX125" fmla="*/ 1912144 w 2543175"/>
              <a:gd name="connsiteY125" fmla="*/ 1409700 h 1890712"/>
              <a:gd name="connsiteX126" fmla="*/ 1931194 w 2543175"/>
              <a:gd name="connsiteY126" fmla="*/ 1421606 h 1890712"/>
              <a:gd name="connsiteX127" fmla="*/ 1935957 w 2543175"/>
              <a:gd name="connsiteY127" fmla="*/ 1428750 h 1890712"/>
              <a:gd name="connsiteX128" fmla="*/ 1952625 w 2543175"/>
              <a:gd name="connsiteY128" fmla="*/ 1438275 h 1890712"/>
              <a:gd name="connsiteX129" fmla="*/ 1971675 w 2543175"/>
              <a:gd name="connsiteY129" fmla="*/ 1450181 h 1890712"/>
              <a:gd name="connsiteX130" fmla="*/ 1981200 w 2543175"/>
              <a:gd name="connsiteY130" fmla="*/ 1454944 h 1890712"/>
              <a:gd name="connsiteX131" fmla="*/ 1997869 w 2543175"/>
              <a:gd name="connsiteY131" fmla="*/ 1471612 h 1890712"/>
              <a:gd name="connsiteX132" fmla="*/ 2007394 w 2543175"/>
              <a:gd name="connsiteY132" fmla="*/ 1478756 h 1890712"/>
              <a:gd name="connsiteX133" fmla="*/ 2016919 w 2543175"/>
              <a:gd name="connsiteY133" fmla="*/ 1483519 h 1890712"/>
              <a:gd name="connsiteX134" fmla="*/ 2024063 w 2543175"/>
              <a:gd name="connsiteY134" fmla="*/ 1490662 h 1890712"/>
              <a:gd name="connsiteX135" fmla="*/ 2033588 w 2543175"/>
              <a:gd name="connsiteY135" fmla="*/ 1495425 h 1890712"/>
              <a:gd name="connsiteX136" fmla="*/ 2040732 w 2543175"/>
              <a:gd name="connsiteY136" fmla="*/ 1502569 h 1890712"/>
              <a:gd name="connsiteX137" fmla="*/ 2047875 w 2543175"/>
              <a:gd name="connsiteY137" fmla="*/ 1507331 h 1890712"/>
              <a:gd name="connsiteX138" fmla="*/ 2057400 w 2543175"/>
              <a:gd name="connsiteY138" fmla="*/ 1514475 h 1890712"/>
              <a:gd name="connsiteX139" fmla="*/ 2064544 w 2543175"/>
              <a:gd name="connsiteY139" fmla="*/ 1519237 h 1890712"/>
              <a:gd name="connsiteX140" fmla="*/ 2071688 w 2543175"/>
              <a:gd name="connsiteY140" fmla="*/ 1526381 h 1890712"/>
              <a:gd name="connsiteX141" fmla="*/ 2081213 w 2543175"/>
              <a:gd name="connsiteY141" fmla="*/ 1531144 h 1890712"/>
              <a:gd name="connsiteX142" fmla="*/ 2090738 w 2543175"/>
              <a:gd name="connsiteY142" fmla="*/ 1538287 h 1890712"/>
              <a:gd name="connsiteX143" fmla="*/ 2109788 w 2543175"/>
              <a:gd name="connsiteY143" fmla="*/ 1547812 h 1890712"/>
              <a:gd name="connsiteX144" fmla="*/ 2131219 w 2543175"/>
              <a:gd name="connsiteY144" fmla="*/ 1562100 h 1890712"/>
              <a:gd name="connsiteX145" fmla="*/ 2140744 w 2543175"/>
              <a:gd name="connsiteY145" fmla="*/ 1566862 h 1890712"/>
              <a:gd name="connsiteX146" fmla="*/ 2152650 w 2543175"/>
              <a:gd name="connsiteY146" fmla="*/ 1576387 h 1890712"/>
              <a:gd name="connsiteX147" fmla="*/ 2181225 w 2543175"/>
              <a:gd name="connsiteY147" fmla="*/ 1590675 h 1890712"/>
              <a:gd name="connsiteX148" fmla="*/ 2200275 w 2543175"/>
              <a:gd name="connsiteY148" fmla="*/ 1607344 h 1890712"/>
              <a:gd name="connsiteX149" fmla="*/ 2207419 w 2543175"/>
              <a:gd name="connsiteY149" fmla="*/ 1612106 h 1890712"/>
              <a:gd name="connsiteX150" fmla="*/ 2216944 w 2543175"/>
              <a:gd name="connsiteY150" fmla="*/ 1619250 h 1890712"/>
              <a:gd name="connsiteX151" fmla="*/ 2224088 w 2543175"/>
              <a:gd name="connsiteY151" fmla="*/ 1624012 h 1890712"/>
              <a:gd name="connsiteX152" fmla="*/ 2247900 w 2543175"/>
              <a:gd name="connsiteY152" fmla="*/ 1643062 h 1890712"/>
              <a:gd name="connsiteX153" fmla="*/ 2255044 w 2543175"/>
              <a:gd name="connsiteY153" fmla="*/ 1650206 h 1890712"/>
              <a:gd name="connsiteX154" fmla="*/ 2281238 w 2543175"/>
              <a:gd name="connsiteY154" fmla="*/ 1664494 h 1890712"/>
              <a:gd name="connsiteX155" fmla="*/ 2297907 w 2543175"/>
              <a:gd name="connsiteY155" fmla="*/ 1674019 h 1890712"/>
              <a:gd name="connsiteX156" fmla="*/ 2312194 w 2543175"/>
              <a:gd name="connsiteY156" fmla="*/ 1685925 h 1890712"/>
              <a:gd name="connsiteX157" fmla="*/ 2328863 w 2543175"/>
              <a:gd name="connsiteY157" fmla="*/ 1697831 h 1890712"/>
              <a:gd name="connsiteX158" fmla="*/ 2350294 w 2543175"/>
              <a:gd name="connsiteY158" fmla="*/ 1712119 h 1890712"/>
              <a:gd name="connsiteX159" fmla="*/ 2369344 w 2543175"/>
              <a:gd name="connsiteY159" fmla="*/ 1724025 h 1890712"/>
              <a:gd name="connsiteX160" fmla="*/ 2428876 w 2543175"/>
              <a:gd name="connsiteY160" fmla="*/ 1785938 h 1890712"/>
              <a:gd name="connsiteX161" fmla="*/ 2466975 w 2543175"/>
              <a:gd name="connsiteY161" fmla="*/ 1783556 h 1890712"/>
              <a:gd name="connsiteX162" fmla="*/ 2481263 w 2543175"/>
              <a:gd name="connsiteY162" fmla="*/ 1795462 h 1890712"/>
              <a:gd name="connsiteX163" fmla="*/ 2486025 w 2543175"/>
              <a:gd name="connsiteY163" fmla="*/ 1802606 h 1890712"/>
              <a:gd name="connsiteX164" fmla="*/ 2514600 w 2543175"/>
              <a:gd name="connsiteY164" fmla="*/ 1850231 h 1890712"/>
              <a:gd name="connsiteX165" fmla="*/ 2519363 w 2543175"/>
              <a:gd name="connsiteY165" fmla="*/ 1857375 h 1890712"/>
              <a:gd name="connsiteX166" fmla="*/ 2540794 w 2543175"/>
              <a:gd name="connsiteY166" fmla="*/ 1883569 h 1890712"/>
              <a:gd name="connsiteX167" fmla="*/ 2543175 w 2543175"/>
              <a:gd name="connsiteY167"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71613 w 2543175"/>
              <a:gd name="connsiteY98" fmla="*/ 1059656 h 1890712"/>
              <a:gd name="connsiteX99" fmla="*/ 1495425 w 2543175"/>
              <a:gd name="connsiteY99" fmla="*/ 1088231 h 1890712"/>
              <a:gd name="connsiteX100" fmla="*/ 1547812 w 2543175"/>
              <a:gd name="connsiteY100" fmla="*/ 1133475 h 1890712"/>
              <a:gd name="connsiteX101" fmla="*/ 1597819 w 2543175"/>
              <a:gd name="connsiteY101" fmla="*/ 1154906 h 1890712"/>
              <a:gd name="connsiteX102" fmla="*/ 1604963 w 2543175"/>
              <a:gd name="connsiteY102" fmla="*/ 1162050 h 1890712"/>
              <a:gd name="connsiteX103" fmla="*/ 1612107 w 2543175"/>
              <a:gd name="connsiteY103" fmla="*/ 1166812 h 1890712"/>
              <a:gd name="connsiteX104" fmla="*/ 1628775 w 2543175"/>
              <a:gd name="connsiteY104" fmla="*/ 1183481 h 1890712"/>
              <a:gd name="connsiteX105" fmla="*/ 1662113 w 2543175"/>
              <a:gd name="connsiteY105" fmla="*/ 1209675 h 1890712"/>
              <a:gd name="connsiteX106" fmla="*/ 1678782 w 2543175"/>
              <a:gd name="connsiteY106" fmla="*/ 1226344 h 1890712"/>
              <a:gd name="connsiteX107" fmla="*/ 1700213 w 2543175"/>
              <a:gd name="connsiteY107" fmla="*/ 1247775 h 1890712"/>
              <a:gd name="connsiteX108" fmla="*/ 1712119 w 2543175"/>
              <a:gd name="connsiteY108" fmla="*/ 1259681 h 1890712"/>
              <a:gd name="connsiteX109" fmla="*/ 1733550 w 2543175"/>
              <a:gd name="connsiteY109" fmla="*/ 1273969 h 1890712"/>
              <a:gd name="connsiteX110" fmla="*/ 1743075 w 2543175"/>
              <a:gd name="connsiteY110" fmla="*/ 1283494 h 1890712"/>
              <a:gd name="connsiteX111" fmla="*/ 1754982 w 2543175"/>
              <a:gd name="connsiteY111" fmla="*/ 1290637 h 1890712"/>
              <a:gd name="connsiteX112" fmla="*/ 1766888 w 2543175"/>
              <a:gd name="connsiteY112" fmla="*/ 1300162 h 1890712"/>
              <a:gd name="connsiteX113" fmla="*/ 1783557 w 2543175"/>
              <a:gd name="connsiteY113" fmla="*/ 1307306 h 1890712"/>
              <a:gd name="connsiteX114" fmla="*/ 1790700 w 2543175"/>
              <a:gd name="connsiteY114" fmla="*/ 1312069 h 1890712"/>
              <a:gd name="connsiteX115" fmla="*/ 1800225 w 2543175"/>
              <a:gd name="connsiteY115" fmla="*/ 1319212 h 1890712"/>
              <a:gd name="connsiteX116" fmla="*/ 1807369 w 2543175"/>
              <a:gd name="connsiteY116" fmla="*/ 1321594 h 1890712"/>
              <a:gd name="connsiteX117" fmla="*/ 1824038 w 2543175"/>
              <a:gd name="connsiteY117" fmla="*/ 1333500 h 1890712"/>
              <a:gd name="connsiteX118" fmla="*/ 1843088 w 2543175"/>
              <a:gd name="connsiteY118" fmla="*/ 1352550 h 1890712"/>
              <a:gd name="connsiteX119" fmla="*/ 1852613 w 2543175"/>
              <a:gd name="connsiteY119" fmla="*/ 1359694 h 1890712"/>
              <a:gd name="connsiteX120" fmla="*/ 1859757 w 2543175"/>
              <a:gd name="connsiteY120" fmla="*/ 1366837 h 1890712"/>
              <a:gd name="connsiteX121" fmla="*/ 1869282 w 2543175"/>
              <a:gd name="connsiteY121" fmla="*/ 1371600 h 1890712"/>
              <a:gd name="connsiteX122" fmla="*/ 1883569 w 2543175"/>
              <a:gd name="connsiteY122" fmla="*/ 1388269 h 1890712"/>
              <a:gd name="connsiteX123" fmla="*/ 1893094 w 2543175"/>
              <a:gd name="connsiteY123" fmla="*/ 1395412 h 1890712"/>
              <a:gd name="connsiteX124" fmla="*/ 1902619 w 2543175"/>
              <a:gd name="connsiteY124" fmla="*/ 1404937 h 1890712"/>
              <a:gd name="connsiteX125" fmla="*/ 1912144 w 2543175"/>
              <a:gd name="connsiteY125" fmla="*/ 1409700 h 1890712"/>
              <a:gd name="connsiteX126" fmla="*/ 1931194 w 2543175"/>
              <a:gd name="connsiteY126" fmla="*/ 1421606 h 1890712"/>
              <a:gd name="connsiteX127" fmla="*/ 1935957 w 2543175"/>
              <a:gd name="connsiteY127" fmla="*/ 1428750 h 1890712"/>
              <a:gd name="connsiteX128" fmla="*/ 1952625 w 2543175"/>
              <a:gd name="connsiteY128" fmla="*/ 1438275 h 1890712"/>
              <a:gd name="connsiteX129" fmla="*/ 1971675 w 2543175"/>
              <a:gd name="connsiteY129" fmla="*/ 1450181 h 1890712"/>
              <a:gd name="connsiteX130" fmla="*/ 1981200 w 2543175"/>
              <a:gd name="connsiteY130" fmla="*/ 1454944 h 1890712"/>
              <a:gd name="connsiteX131" fmla="*/ 1997869 w 2543175"/>
              <a:gd name="connsiteY131" fmla="*/ 1471612 h 1890712"/>
              <a:gd name="connsiteX132" fmla="*/ 2007394 w 2543175"/>
              <a:gd name="connsiteY132" fmla="*/ 1478756 h 1890712"/>
              <a:gd name="connsiteX133" fmla="*/ 2016919 w 2543175"/>
              <a:gd name="connsiteY133" fmla="*/ 1483519 h 1890712"/>
              <a:gd name="connsiteX134" fmla="*/ 2024063 w 2543175"/>
              <a:gd name="connsiteY134" fmla="*/ 1490662 h 1890712"/>
              <a:gd name="connsiteX135" fmla="*/ 2033588 w 2543175"/>
              <a:gd name="connsiteY135" fmla="*/ 1495425 h 1890712"/>
              <a:gd name="connsiteX136" fmla="*/ 2040732 w 2543175"/>
              <a:gd name="connsiteY136" fmla="*/ 1502569 h 1890712"/>
              <a:gd name="connsiteX137" fmla="*/ 2047875 w 2543175"/>
              <a:gd name="connsiteY137" fmla="*/ 1507331 h 1890712"/>
              <a:gd name="connsiteX138" fmla="*/ 2057400 w 2543175"/>
              <a:gd name="connsiteY138" fmla="*/ 1514475 h 1890712"/>
              <a:gd name="connsiteX139" fmla="*/ 2064544 w 2543175"/>
              <a:gd name="connsiteY139" fmla="*/ 1519237 h 1890712"/>
              <a:gd name="connsiteX140" fmla="*/ 2071688 w 2543175"/>
              <a:gd name="connsiteY140" fmla="*/ 1526381 h 1890712"/>
              <a:gd name="connsiteX141" fmla="*/ 2081213 w 2543175"/>
              <a:gd name="connsiteY141" fmla="*/ 1531144 h 1890712"/>
              <a:gd name="connsiteX142" fmla="*/ 2090738 w 2543175"/>
              <a:gd name="connsiteY142" fmla="*/ 1538287 h 1890712"/>
              <a:gd name="connsiteX143" fmla="*/ 2109788 w 2543175"/>
              <a:gd name="connsiteY143" fmla="*/ 1547812 h 1890712"/>
              <a:gd name="connsiteX144" fmla="*/ 2131219 w 2543175"/>
              <a:gd name="connsiteY144" fmla="*/ 1562100 h 1890712"/>
              <a:gd name="connsiteX145" fmla="*/ 2140744 w 2543175"/>
              <a:gd name="connsiteY145" fmla="*/ 1566862 h 1890712"/>
              <a:gd name="connsiteX146" fmla="*/ 2152650 w 2543175"/>
              <a:gd name="connsiteY146" fmla="*/ 1576387 h 1890712"/>
              <a:gd name="connsiteX147" fmla="*/ 2181225 w 2543175"/>
              <a:gd name="connsiteY147" fmla="*/ 1590675 h 1890712"/>
              <a:gd name="connsiteX148" fmla="*/ 2200275 w 2543175"/>
              <a:gd name="connsiteY148" fmla="*/ 1607344 h 1890712"/>
              <a:gd name="connsiteX149" fmla="*/ 2207419 w 2543175"/>
              <a:gd name="connsiteY149" fmla="*/ 1612106 h 1890712"/>
              <a:gd name="connsiteX150" fmla="*/ 2216944 w 2543175"/>
              <a:gd name="connsiteY150" fmla="*/ 1619250 h 1890712"/>
              <a:gd name="connsiteX151" fmla="*/ 2224088 w 2543175"/>
              <a:gd name="connsiteY151" fmla="*/ 1624012 h 1890712"/>
              <a:gd name="connsiteX152" fmla="*/ 2247900 w 2543175"/>
              <a:gd name="connsiteY152" fmla="*/ 1643062 h 1890712"/>
              <a:gd name="connsiteX153" fmla="*/ 2255044 w 2543175"/>
              <a:gd name="connsiteY153" fmla="*/ 1650206 h 1890712"/>
              <a:gd name="connsiteX154" fmla="*/ 2281238 w 2543175"/>
              <a:gd name="connsiteY154" fmla="*/ 1664494 h 1890712"/>
              <a:gd name="connsiteX155" fmla="*/ 2297907 w 2543175"/>
              <a:gd name="connsiteY155" fmla="*/ 1674019 h 1890712"/>
              <a:gd name="connsiteX156" fmla="*/ 2312194 w 2543175"/>
              <a:gd name="connsiteY156" fmla="*/ 1685925 h 1890712"/>
              <a:gd name="connsiteX157" fmla="*/ 2328863 w 2543175"/>
              <a:gd name="connsiteY157" fmla="*/ 1697831 h 1890712"/>
              <a:gd name="connsiteX158" fmla="*/ 2350294 w 2543175"/>
              <a:gd name="connsiteY158" fmla="*/ 1712119 h 1890712"/>
              <a:gd name="connsiteX159" fmla="*/ 2369344 w 2543175"/>
              <a:gd name="connsiteY159" fmla="*/ 1724025 h 1890712"/>
              <a:gd name="connsiteX160" fmla="*/ 2428876 w 2543175"/>
              <a:gd name="connsiteY160" fmla="*/ 1785938 h 1890712"/>
              <a:gd name="connsiteX161" fmla="*/ 2466975 w 2543175"/>
              <a:gd name="connsiteY161" fmla="*/ 1783556 h 1890712"/>
              <a:gd name="connsiteX162" fmla="*/ 2481263 w 2543175"/>
              <a:gd name="connsiteY162" fmla="*/ 1795462 h 1890712"/>
              <a:gd name="connsiteX163" fmla="*/ 2486025 w 2543175"/>
              <a:gd name="connsiteY163" fmla="*/ 1802606 h 1890712"/>
              <a:gd name="connsiteX164" fmla="*/ 2514600 w 2543175"/>
              <a:gd name="connsiteY164" fmla="*/ 1850231 h 1890712"/>
              <a:gd name="connsiteX165" fmla="*/ 2519363 w 2543175"/>
              <a:gd name="connsiteY165" fmla="*/ 1857375 h 1890712"/>
              <a:gd name="connsiteX166" fmla="*/ 2540794 w 2543175"/>
              <a:gd name="connsiteY166" fmla="*/ 1883569 h 1890712"/>
              <a:gd name="connsiteX167" fmla="*/ 2543175 w 2543175"/>
              <a:gd name="connsiteY167"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5425 w 2543175"/>
              <a:gd name="connsiteY98" fmla="*/ 1088231 h 1890712"/>
              <a:gd name="connsiteX99" fmla="*/ 1547812 w 2543175"/>
              <a:gd name="connsiteY99" fmla="*/ 1133475 h 1890712"/>
              <a:gd name="connsiteX100" fmla="*/ 1597819 w 2543175"/>
              <a:gd name="connsiteY100" fmla="*/ 1154906 h 1890712"/>
              <a:gd name="connsiteX101" fmla="*/ 1604963 w 2543175"/>
              <a:gd name="connsiteY101" fmla="*/ 1162050 h 1890712"/>
              <a:gd name="connsiteX102" fmla="*/ 1612107 w 2543175"/>
              <a:gd name="connsiteY102" fmla="*/ 1166812 h 1890712"/>
              <a:gd name="connsiteX103" fmla="*/ 1628775 w 2543175"/>
              <a:gd name="connsiteY103" fmla="*/ 1183481 h 1890712"/>
              <a:gd name="connsiteX104" fmla="*/ 1662113 w 2543175"/>
              <a:gd name="connsiteY104" fmla="*/ 1209675 h 1890712"/>
              <a:gd name="connsiteX105" fmla="*/ 1678782 w 2543175"/>
              <a:gd name="connsiteY105" fmla="*/ 1226344 h 1890712"/>
              <a:gd name="connsiteX106" fmla="*/ 1700213 w 2543175"/>
              <a:gd name="connsiteY106" fmla="*/ 1247775 h 1890712"/>
              <a:gd name="connsiteX107" fmla="*/ 1712119 w 2543175"/>
              <a:gd name="connsiteY107" fmla="*/ 1259681 h 1890712"/>
              <a:gd name="connsiteX108" fmla="*/ 1733550 w 2543175"/>
              <a:gd name="connsiteY108" fmla="*/ 1273969 h 1890712"/>
              <a:gd name="connsiteX109" fmla="*/ 1743075 w 2543175"/>
              <a:gd name="connsiteY109" fmla="*/ 1283494 h 1890712"/>
              <a:gd name="connsiteX110" fmla="*/ 1754982 w 2543175"/>
              <a:gd name="connsiteY110" fmla="*/ 1290637 h 1890712"/>
              <a:gd name="connsiteX111" fmla="*/ 1766888 w 2543175"/>
              <a:gd name="connsiteY111" fmla="*/ 1300162 h 1890712"/>
              <a:gd name="connsiteX112" fmla="*/ 1783557 w 2543175"/>
              <a:gd name="connsiteY112" fmla="*/ 1307306 h 1890712"/>
              <a:gd name="connsiteX113" fmla="*/ 1790700 w 2543175"/>
              <a:gd name="connsiteY113" fmla="*/ 1312069 h 1890712"/>
              <a:gd name="connsiteX114" fmla="*/ 1800225 w 2543175"/>
              <a:gd name="connsiteY114" fmla="*/ 1319212 h 1890712"/>
              <a:gd name="connsiteX115" fmla="*/ 1807369 w 2543175"/>
              <a:gd name="connsiteY115" fmla="*/ 1321594 h 1890712"/>
              <a:gd name="connsiteX116" fmla="*/ 1824038 w 2543175"/>
              <a:gd name="connsiteY116" fmla="*/ 1333500 h 1890712"/>
              <a:gd name="connsiteX117" fmla="*/ 1843088 w 2543175"/>
              <a:gd name="connsiteY117" fmla="*/ 1352550 h 1890712"/>
              <a:gd name="connsiteX118" fmla="*/ 1852613 w 2543175"/>
              <a:gd name="connsiteY118" fmla="*/ 1359694 h 1890712"/>
              <a:gd name="connsiteX119" fmla="*/ 1859757 w 2543175"/>
              <a:gd name="connsiteY119" fmla="*/ 1366837 h 1890712"/>
              <a:gd name="connsiteX120" fmla="*/ 1869282 w 2543175"/>
              <a:gd name="connsiteY120" fmla="*/ 1371600 h 1890712"/>
              <a:gd name="connsiteX121" fmla="*/ 1883569 w 2543175"/>
              <a:gd name="connsiteY121" fmla="*/ 1388269 h 1890712"/>
              <a:gd name="connsiteX122" fmla="*/ 1893094 w 2543175"/>
              <a:gd name="connsiteY122" fmla="*/ 1395412 h 1890712"/>
              <a:gd name="connsiteX123" fmla="*/ 1902619 w 2543175"/>
              <a:gd name="connsiteY123" fmla="*/ 1404937 h 1890712"/>
              <a:gd name="connsiteX124" fmla="*/ 1912144 w 2543175"/>
              <a:gd name="connsiteY124" fmla="*/ 1409700 h 1890712"/>
              <a:gd name="connsiteX125" fmla="*/ 1931194 w 2543175"/>
              <a:gd name="connsiteY125" fmla="*/ 1421606 h 1890712"/>
              <a:gd name="connsiteX126" fmla="*/ 1935957 w 2543175"/>
              <a:gd name="connsiteY126" fmla="*/ 1428750 h 1890712"/>
              <a:gd name="connsiteX127" fmla="*/ 1952625 w 2543175"/>
              <a:gd name="connsiteY127" fmla="*/ 1438275 h 1890712"/>
              <a:gd name="connsiteX128" fmla="*/ 1971675 w 2543175"/>
              <a:gd name="connsiteY128" fmla="*/ 1450181 h 1890712"/>
              <a:gd name="connsiteX129" fmla="*/ 1981200 w 2543175"/>
              <a:gd name="connsiteY129" fmla="*/ 1454944 h 1890712"/>
              <a:gd name="connsiteX130" fmla="*/ 1997869 w 2543175"/>
              <a:gd name="connsiteY130" fmla="*/ 1471612 h 1890712"/>
              <a:gd name="connsiteX131" fmla="*/ 2007394 w 2543175"/>
              <a:gd name="connsiteY131" fmla="*/ 1478756 h 1890712"/>
              <a:gd name="connsiteX132" fmla="*/ 2016919 w 2543175"/>
              <a:gd name="connsiteY132" fmla="*/ 1483519 h 1890712"/>
              <a:gd name="connsiteX133" fmla="*/ 2024063 w 2543175"/>
              <a:gd name="connsiteY133" fmla="*/ 1490662 h 1890712"/>
              <a:gd name="connsiteX134" fmla="*/ 2033588 w 2543175"/>
              <a:gd name="connsiteY134" fmla="*/ 1495425 h 1890712"/>
              <a:gd name="connsiteX135" fmla="*/ 2040732 w 2543175"/>
              <a:gd name="connsiteY135" fmla="*/ 1502569 h 1890712"/>
              <a:gd name="connsiteX136" fmla="*/ 2047875 w 2543175"/>
              <a:gd name="connsiteY136" fmla="*/ 1507331 h 1890712"/>
              <a:gd name="connsiteX137" fmla="*/ 2057400 w 2543175"/>
              <a:gd name="connsiteY137" fmla="*/ 1514475 h 1890712"/>
              <a:gd name="connsiteX138" fmla="*/ 2064544 w 2543175"/>
              <a:gd name="connsiteY138" fmla="*/ 1519237 h 1890712"/>
              <a:gd name="connsiteX139" fmla="*/ 2071688 w 2543175"/>
              <a:gd name="connsiteY139" fmla="*/ 1526381 h 1890712"/>
              <a:gd name="connsiteX140" fmla="*/ 2081213 w 2543175"/>
              <a:gd name="connsiteY140" fmla="*/ 1531144 h 1890712"/>
              <a:gd name="connsiteX141" fmla="*/ 2090738 w 2543175"/>
              <a:gd name="connsiteY141" fmla="*/ 1538287 h 1890712"/>
              <a:gd name="connsiteX142" fmla="*/ 2109788 w 2543175"/>
              <a:gd name="connsiteY142" fmla="*/ 1547812 h 1890712"/>
              <a:gd name="connsiteX143" fmla="*/ 2131219 w 2543175"/>
              <a:gd name="connsiteY143" fmla="*/ 1562100 h 1890712"/>
              <a:gd name="connsiteX144" fmla="*/ 2140744 w 2543175"/>
              <a:gd name="connsiteY144" fmla="*/ 1566862 h 1890712"/>
              <a:gd name="connsiteX145" fmla="*/ 2152650 w 2543175"/>
              <a:gd name="connsiteY145" fmla="*/ 1576387 h 1890712"/>
              <a:gd name="connsiteX146" fmla="*/ 2181225 w 2543175"/>
              <a:gd name="connsiteY146" fmla="*/ 1590675 h 1890712"/>
              <a:gd name="connsiteX147" fmla="*/ 2200275 w 2543175"/>
              <a:gd name="connsiteY147" fmla="*/ 1607344 h 1890712"/>
              <a:gd name="connsiteX148" fmla="*/ 2207419 w 2543175"/>
              <a:gd name="connsiteY148" fmla="*/ 1612106 h 1890712"/>
              <a:gd name="connsiteX149" fmla="*/ 2216944 w 2543175"/>
              <a:gd name="connsiteY149" fmla="*/ 1619250 h 1890712"/>
              <a:gd name="connsiteX150" fmla="*/ 2224088 w 2543175"/>
              <a:gd name="connsiteY150" fmla="*/ 1624012 h 1890712"/>
              <a:gd name="connsiteX151" fmla="*/ 2247900 w 2543175"/>
              <a:gd name="connsiteY151" fmla="*/ 1643062 h 1890712"/>
              <a:gd name="connsiteX152" fmla="*/ 2255044 w 2543175"/>
              <a:gd name="connsiteY152" fmla="*/ 1650206 h 1890712"/>
              <a:gd name="connsiteX153" fmla="*/ 2281238 w 2543175"/>
              <a:gd name="connsiteY153" fmla="*/ 1664494 h 1890712"/>
              <a:gd name="connsiteX154" fmla="*/ 2297907 w 2543175"/>
              <a:gd name="connsiteY154" fmla="*/ 1674019 h 1890712"/>
              <a:gd name="connsiteX155" fmla="*/ 2312194 w 2543175"/>
              <a:gd name="connsiteY155" fmla="*/ 1685925 h 1890712"/>
              <a:gd name="connsiteX156" fmla="*/ 2328863 w 2543175"/>
              <a:gd name="connsiteY156" fmla="*/ 1697831 h 1890712"/>
              <a:gd name="connsiteX157" fmla="*/ 2350294 w 2543175"/>
              <a:gd name="connsiteY157" fmla="*/ 1712119 h 1890712"/>
              <a:gd name="connsiteX158" fmla="*/ 2369344 w 2543175"/>
              <a:gd name="connsiteY158" fmla="*/ 1724025 h 1890712"/>
              <a:gd name="connsiteX159" fmla="*/ 2428876 w 2543175"/>
              <a:gd name="connsiteY159" fmla="*/ 1785938 h 1890712"/>
              <a:gd name="connsiteX160" fmla="*/ 2466975 w 2543175"/>
              <a:gd name="connsiteY160" fmla="*/ 1783556 h 1890712"/>
              <a:gd name="connsiteX161" fmla="*/ 2481263 w 2543175"/>
              <a:gd name="connsiteY161" fmla="*/ 1795462 h 1890712"/>
              <a:gd name="connsiteX162" fmla="*/ 2486025 w 2543175"/>
              <a:gd name="connsiteY162" fmla="*/ 1802606 h 1890712"/>
              <a:gd name="connsiteX163" fmla="*/ 2514600 w 2543175"/>
              <a:gd name="connsiteY163" fmla="*/ 1850231 h 1890712"/>
              <a:gd name="connsiteX164" fmla="*/ 2519363 w 2543175"/>
              <a:gd name="connsiteY164" fmla="*/ 1857375 h 1890712"/>
              <a:gd name="connsiteX165" fmla="*/ 2540794 w 2543175"/>
              <a:gd name="connsiteY165" fmla="*/ 1883569 h 1890712"/>
              <a:gd name="connsiteX166" fmla="*/ 2543175 w 2543175"/>
              <a:gd name="connsiteY16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47812 w 2543175"/>
              <a:gd name="connsiteY99" fmla="*/ 1133475 h 1890712"/>
              <a:gd name="connsiteX100" fmla="*/ 1597819 w 2543175"/>
              <a:gd name="connsiteY100" fmla="*/ 1154906 h 1890712"/>
              <a:gd name="connsiteX101" fmla="*/ 1604963 w 2543175"/>
              <a:gd name="connsiteY101" fmla="*/ 1162050 h 1890712"/>
              <a:gd name="connsiteX102" fmla="*/ 1612107 w 2543175"/>
              <a:gd name="connsiteY102" fmla="*/ 1166812 h 1890712"/>
              <a:gd name="connsiteX103" fmla="*/ 1628775 w 2543175"/>
              <a:gd name="connsiteY103" fmla="*/ 1183481 h 1890712"/>
              <a:gd name="connsiteX104" fmla="*/ 1662113 w 2543175"/>
              <a:gd name="connsiteY104" fmla="*/ 1209675 h 1890712"/>
              <a:gd name="connsiteX105" fmla="*/ 1678782 w 2543175"/>
              <a:gd name="connsiteY105" fmla="*/ 1226344 h 1890712"/>
              <a:gd name="connsiteX106" fmla="*/ 1700213 w 2543175"/>
              <a:gd name="connsiteY106" fmla="*/ 1247775 h 1890712"/>
              <a:gd name="connsiteX107" fmla="*/ 1712119 w 2543175"/>
              <a:gd name="connsiteY107" fmla="*/ 1259681 h 1890712"/>
              <a:gd name="connsiteX108" fmla="*/ 1733550 w 2543175"/>
              <a:gd name="connsiteY108" fmla="*/ 1273969 h 1890712"/>
              <a:gd name="connsiteX109" fmla="*/ 1743075 w 2543175"/>
              <a:gd name="connsiteY109" fmla="*/ 1283494 h 1890712"/>
              <a:gd name="connsiteX110" fmla="*/ 1754982 w 2543175"/>
              <a:gd name="connsiteY110" fmla="*/ 1290637 h 1890712"/>
              <a:gd name="connsiteX111" fmla="*/ 1766888 w 2543175"/>
              <a:gd name="connsiteY111" fmla="*/ 1300162 h 1890712"/>
              <a:gd name="connsiteX112" fmla="*/ 1783557 w 2543175"/>
              <a:gd name="connsiteY112" fmla="*/ 1307306 h 1890712"/>
              <a:gd name="connsiteX113" fmla="*/ 1790700 w 2543175"/>
              <a:gd name="connsiteY113" fmla="*/ 1312069 h 1890712"/>
              <a:gd name="connsiteX114" fmla="*/ 1800225 w 2543175"/>
              <a:gd name="connsiteY114" fmla="*/ 1319212 h 1890712"/>
              <a:gd name="connsiteX115" fmla="*/ 1807369 w 2543175"/>
              <a:gd name="connsiteY115" fmla="*/ 1321594 h 1890712"/>
              <a:gd name="connsiteX116" fmla="*/ 1824038 w 2543175"/>
              <a:gd name="connsiteY116" fmla="*/ 1333500 h 1890712"/>
              <a:gd name="connsiteX117" fmla="*/ 1843088 w 2543175"/>
              <a:gd name="connsiteY117" fmla="*/ 1352550 h 1890712"/>
              <a:gd name="connsiteX118" fmla="*/ 1852613 w 2543175"/>
              <a:gd name="connsiteY118" fmla="*/ 1359694 h 1890712"/>
              <a:gd name="connsiteX119" fmla="*/ 1859757 w 2543175"/>
              <a:gd name="connsiteY119" fmla="*/ 1366837 h 1890712"/>
              <a:gd name="connsiteX120" fmla="*/ 1869282 w 2543175"/>
              <a:gd name="connsiteY120" fmla="*/ 1371600 h 1890712"/>
              <a:gd name="connsiteX121" fmla="*/ 1883569 w 2543175"/>
              <a:gd name="connsiteY121" fmla="*/ 1388269 h 1890712"/>
              <a:gd name="connsiteX122" fmla="*/ 1893094 w 2543175"/>
              <a:gd name="connsiteY122" fmla="*/ 1395412 h 1890712"/>
              <a:gd name="connsiteX123" fmla="*/ 1902619 w 2543175"/>
              <a:gd name="connsiteY123" fmla="*/ 1404937 h 1890712"/>
              <a:gd name="connsiteX124" fmla="*/ 1912144 w 2543175"/>
              <a:gd name="connsiteY124" fmla="*/ 1409700 h 1890712"/>
              <a:gd name="connsiteX125" fmla="*/ 1931194 w 2543175"/>
              <a:gd name="connsiteY125" fmla="*/ 1421606 h 1890712"/>
              <a:gd name="connsiteX126" fmla="*/ 1935957 w 2543175"/>
              <a:gd name="connsiteY126" fmla="*/ 1428750 h 1890712"/>
              <a:gd name="connsiteX127" fmla="*/ 1952625 w 2543175"/>
              <a:gd name="connsiteY127" fmla="*/ 1438275 h 1890712"/>
              <a:gd name="connsiteX128" fmla="*/ 1971675 w 2543175"/>
              <a:gd name="connsiteY128" fmla="*/ 1450181 h 1890712"/>
              <a:gd name="connsiteX129" fmla="*/ 1981200 w 2543175"/>
              <a:gd name="connsiteY129" fmla="*/ 1454944 h 1890712"/>
              <a:gd name="connsiteX130" fmla="*/ 1997869 w 2543175"/>
              <a:gd name="connsiteY130" fmla="*/ 1471612 h 1890712"/>
              <a:gd name="connsiteX131" fmla="*/ 2007394 w 2543175"/>
              <a:gd name="connsiteY131" fmla="*/ 1478756 h 1890712"/>
              <a:gd name="connsiteX132" fmla="*/ 2016919 w 2543175"/>
              <a:gd name="connsiteY132" fmla="*/ 1483519 h 1890712"/>
              <a:gd name="connsiteX133" fmla="*/ 2024063 w 2543175"/>
              <a:gd name="connsiteY133" fmla="*/ 1490662 h 1890712"/>
              <a:gd name="connsiteX134" fmla="*/ 2033588 w 2543175"/>
              <a:gd name="connsiteY134" fmla="*/ 1495425 h 1890712"/>
              <a:gd name="connsiteX135" fmla="*/ 2040732 w 2543175"/>
              <a:gd name="connsiteY135" fmla="*/ 1502569 h 1890712"/>
              <a:gd name="connsiteX136" fmla="*/ 2047875 w 2543175"/>
              <a:gd name="connsiteY136" fmla="*/ 1507331 h 1890712"/>
              <a:gd name="connsiteX137" fmla="*/ 2057400 w 2543175"/>
              <a:gd name="connsiteY137" fmla="*/ 1514475 h 1890712"/>
              <a:gd name="connsiteX138" fmla="*/ 2064544 w 2543175"/>
              <a:gd name="connsiteY138" fmla="*/ 1519237 h 1890712"/>
              <a:gd name="connsiteX139" fmla="*/ 2071688 w 2543175"/>
              <a:gd name="connsiteY139" fmla="*/ 1526381 h 1890712"/>
              <a:gd name="connsiteX140" fmla="*/ 2081213 w 2543175"/>
              <a:gd name="connsiteY140" fmla="*/ 1531144 h 1890712"/>
              <a:gd name="connsiteX141" fmla="*/ 2090738 w 2543175"/>
              <a:gd name="connsiteY141" fmla="*/ 1538287 h 1890712"/>
              <a:gd name="connsiteX142" fmla="*/ 2109788 w 2543175"/>
              <a:gd name="connsiteY142" fmla="*/ 1547812 h 1890712"/>
              <a:gd name="connsiteX143" fmla="*/ 2131219 w 2543175"/>
              <a:gd name="connsiteY143" fmla="*/ 1562100 h 1890712"/>
              <a:gd name="connsiteX144" fmla="*/ 2140744 w 2543175"/>
              <a:gd name="connsiteY144" fmla="*/ 1566862 h 1890712"/>
              <a:gd name="connsiteX145" fmla="*/ 2152650 w 2543175"/>
              <a:gd name="connsiteY145" fmla="*/ 1576387 h 1890712"/>
              <a:gd name="connsiteX146" fmla="*/ 2181225 w 2543175"/>
              <a:gd name="connsiteY146" fmla="*/ 1590675 h 1890712"/>
              <a:gd name="connsiteX147" fmla="*/ 2200275 w 2543175"/>
              <a:gd name="connsiteY147" fmla="*/ 1607344 h 1890712"/>
              <a:gd name="connsiteX148" fmla="*/ 2207419 w 2543175"/>
              <a:gd name="connsiteY148" fmla="*/ 1612106 h 1890712"/>
              <a:gd name="connsiteX149" fmla="*/ 2216944 w 2543175"/>
              <a:gd name="connsiteY149" fmla="*/ 1619250 h 1890712"/>
              <a:gd name="connsiteX150" fmla="*/ 2224088 w 2543175"/>
              <a:gd name="connsiteY150" fmla="*/ 1624012 h 1890712"/>
              <a:gd name="connsiteX151" fmla="*/ 2247900 w 2543175"/>
              <a:gd name="connsiteY151" fmla="*/ 1643062 h 1890712"/>
              <a:gd name="connsiteX152" fmla="*/ 2255044 w 2543175"/>
              <a:gd name="connsiteY152" fmla="*/ 1650206 h 1890712"/>
              <a:gd name="connsiteX153" fmla="*/ 2281238 w 2543175"/>
              <a:gd name="connsiteY153" fmla="*/ 1664494 h 1890712"/>
              <a:gd name="connsiteX154" fmla="*/ 2297907 w 2543175"/>
              <a:gd name="connsiteY154" fmla="*/ 1674019 h 1890712"/>
              <a:gd name="connsiteX155" fmla="*/ 2312194 w 2543175"/>
              <a:gd name="connsiteY155" fmla="*/ 1685925 h 1890712"/>
              <a:gd name="connsiteX156" fmla="*/ 2328863 w 2543175"/>
              <a:gd name="connsiteY156" fmla="*/ 1697831 h 1890712"/>
              <a:gd name="connsiteX157" fmla="*/ 2350294 w 2543175"/>
              <a:gd name="connsiteY157" fmla="*/ 1712119 h 1890712"/>
              <a:gd name="connsiteX158" fmla="*/ 2369344 w 2543175"/>
              <a:gd name="connsiteY158" fmla="*/ 1724025 h 1890712"/>
              <a:gd name="connsiteX159" fmla="*/ 2428876 w 2543175"/>
              <a:gd name="connsiteY159" fmla="*/ 1785938 h 1890712"/>
              <a:gd name="connsiteX160" fmla="*/ 2466975 w 2543175"/>
              <a:gd name="connsiteY160" fmla="*/ 1783556 h 1890712"/>
              <a:gd name="connsiteX161" fmla="*/ 2481263 w 2543175"/>
              <a:gd name="connsiteY161" fmla="*/ 1795462 h 1890712"/>
              <a:gd name="connsiteX162" fmla="*/ 2486025 w 2543175"/>
              <a:gd name="connsiteY162" fmla="*/ 1802606 h 1890712"/>
              <a:gd name="connsiteX163" fmla="*/ 2514600 w 2543175"/>
              <a:gd name="connsiteY163" fmla="*/ 1850231 h 1890712"/>
              <a:gd name="connsiteX164" fmla="*/ 2519363 w 2543175"/>
              <a:gd name="connsiteY164" fmla="*/ 1857375 h 1890712"/>
              <a:gd name="connsiteX165" fmla="*/ 2540794 w 2543175"/>
              <a:gd name="connsiteY165" fmla="*/ 1883569 h 1890712"/>
              <a:gd name="connsiteX166" fmla="*/ 2543175 w 2543175"/>
              <a:gd name="connsiteY16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7819 w 2543175"/>
              <a:gd name="connsiteY100" fmla="*/ 1154906 h 1890712"/>
              <a:gd name="connsiteX101" fmla="*/ 1604963 w 2543175"/>
              <a:gd name="connsiteY101" fmla="*/ 1162050 h 1890712"/>
              <a:gd name="connsiteX102" fmla="*/ 1612107 w 2543175"/>
              <a:gd name="connsiteY102" fmla="*/ 1166812 h 1890712"/>
              <a:gd name="connsiteX103" fmla="*/ 1628775 w 2543175"/>
              <a:gd name="connsiteY103" fmla="*/ 1183481 h 1890712"/>
              <a:gd name="connsiteX104" fmla="*/ 1662113 w 2543175"/>
              <a:gd name="connsiteY104" fmla="*/ 1209675 h 1890712"/>
              <a:gd name="connsiteX105" fmla="*/ 1678782 w 2543175"/>
              <a:gd name="connsiteY105" fmla="*/ 1226344 h 1890712"/>
              <a:gd name="connsiteX106" fmla="*/ 1700213 w 2543175"/>
              <a:gd name="connsiteY106" fmla="*/ 1247775 h 1890712"/>
              <a:gd name="connsiteX107" fmla="*/ 1712119 w 2543175"/>
              <a:gd name="connsiteY107" fmla="*/ 1259681 h 1890712"/>
              <a:gd name="connsiteX108" fmla="*/ 1733550 w 2543175"/>
              <a:gd name="connsiteY108" fmla="*/ 1273969 h 1890712"/>
              <a:gd name="connsiteX109" fmla="*/ 1743075 w 2543175"/>
              <a:gd name="connsiteY109" fmla="*/ 1283494 h 1890712"/>
              <a:gd name="connsiteX110" fmla="*/ 1754982 w 2543175"/>
              <a:gd name="connsiteY110" fmla="*/ 1290637 h 1890712"/>
              <a:gd name="connsiteX111" fmla="*/ 1766888 w 2543175"/>
              <a:gd name="connsiteY111" fmla="*/ 1300162 h 1890712"/>
              <a:gd name="connsiteX112" fmla="*/ 1783557 w 2543175"/>
              <a:gd name="connsiteY112" fmla="*/ 1307306 h 1890712"/>
              <a:gd name="connsiteX113" fmla="*/ 1790700 w 2543175"/>
              <a:gd name="connsiteY113" fmla="*/ 1312069 h 1890712"/>
              <a:gd name="connsiteX114" fmla="*/ 1800225 w 2543175"/>
              <a:gd name="connsiteY114" fmla="*/ 1319212 h 1890712"/>
              <a:gd name="connsiteX115" fmla="*/ 1807369 w 2543175"/>
              <a:gd name="connsiteY115" fmla="*/ 1321594 h 1890712"/>
              <a:gd name="connsiteX116" fmla="*/ 1824038 w 2543175"/>
              <a:gd name="connsiteY116" fmla="*/ 1333500 h 1890712"/>
              <a:gd name="connsiteX117" fmla="*/ 1843088 w 2543175"/>
              <a:gd name="connsiteY117" fmla="*/ 1352550 h 1890712"/>
              <a:gd name="connsiteX118" fmla="*/ 1852613 w 2543175"/>
              <a:gd name="connsiteY118" fmla="*/ 1359694 h 1890712"/>
              <a:gd name="connsiteX119" fmla="*/ 1859757 w 2543175"/>
              <a:gd name="connsiteY119" fmla="*/ 1366837 h 1890712"/>
              <a:gd name="connsiteX120" fmla="*/ 1869282 w 2543175"/>
              <a:gd name="connsiteY120" fmla="*/ 1371600 h 1890712"/>
              <a:gd name="connsiteX121" fmla="*/ 1883569 w 2543175"/>
              <a:gd name="connsiteY121" fmla="*/ 1388269 h 1890712"/>
              <a:gd name="connsiteX122" fmla="*/ 1893094 w 2543175"/>
              <a:gd name="connsiteY122" fmla="*/ 1395412 h 1890712"/>
              <a:gd name="connsiteX123" fmla="*/ 1902619 w 2543175"/>
              <a:gd name="connsiteY123" fmla="*/ 1404937 h 1890712"/>
              <a:gd name="connsiteX124" fmla="*/ 1912144 w 2543175"/>
              <a:gd name="connsiteY124" fmla="*/ 1409700 h 1890712"/>
              <a:gd name="connsiteX125" fmla="*/ 1931194 w 2543175"/>
              <a:gd name="connsiteY125" fmla="*/ 1421606 h 1890712"/>
              <a:gd name="connsiteX126" fmla="*/ 1935957 w 2543175"/>
              <a:gd name="connsiteY126" fmla="*/ 1428750 h 1890712"/>
              <a:gd name="connsiteX127" fmla="*/ 1952625 w 2543175"/>
              <a:gd name="connsiteY127" fmla="*/ 1438275 h 1890712"/>
              <a:gd name="connsiteX128" fmla="*/ 1971675 w 2543175"/>
              <a:gd name="connsiteY128" fmla="*/ 1450181 h 1890712"/>
              <a:gd name="connsiteX129" fmla="*/ 1981200 w 2543175"/>
              <a:gd name="connsiteY129" fmla="*/ 1454944 h 1890712"/>
              <a:gd name="connsiteX130" fmla="*/ 1997869 w 2543175"/>
              <a:gd name="connsiteY130" fmla="*/ 1471612 h 1890712"/>
              <a:gd name="connsiteX131" fmla="*/ 2007394 w 2543175"/>
              <a:gd name="connsiteY131" fmla="*/ 1478756 h 1890712"/>
              <a:gd name="connsiteX132" fmla="*/ 2016919 w 2543175"/>
              <a:gd name="connsiteY132" fmla="*/ 1483519 h 1890712"/>
              <a:gd name="connsiteX133" fmla="*/ 2024063 w 2543175"/>
              <a:gd name="connsiteY133" fmla="*/ 1490662 h 1890712"/>
              <a:gd name="connsiteX134" fmla="*/ 2033588 w 2543175"/>
              <a:gd name="connsiteY134" fmla="*/ 1495425 h 1890712"/>
              <a:gd name="connsiteX135" fmla="*/ 2040732 w 2543175"/>
              <a:gd name="connsiteY135" fmla="*/ 1502569 h 1890712"/>
              <a:gd name="connsiteX136" fmla="*/ 2047875 w 2543175"/>
              <a:gd name="connsiteY136" fmla="*/ 1507331 h 1890712"/>
              <a:gd name="connsiteX137" fmla="*/ 2057400 w 2543175"/>
              <a:gd name="connsiteY137" fmla="*/ 1514475 h 1890712"/>
              <a:gd name="connsiteX138" fmla="*/ 2064544 w 2543175"/>
              <a:gd name="connsiteY138" fmla="*/ 1519237 h 1890712"/>
              <a:gd name="connsiteX139" fmla="*/ 2071688 w 2543175"/>
              <a:gd name="connsiteY139" fmla="*/ 1526381 h 1890712"/>
              <a:gd name="connsiteX140" fmla="*/ 2081213 w 2543175"/>
              <a:gd name="connsiteY140" fmla="*/ 1531144 h 1890712"/>
              <a:gd name="connsiteX141" fmla="*/ 2090738 w 2543175"/>
              <a:gd name="connsiteY141" fmla="*/ 1538287 h 1890712"/>
              <a:gd name="connsiteX142" fmla="*/ 2109788 w 2543175"/>
              <a:gd name="connsiteY142" fmla="*/ 1547812 h 1890712"/>
              <a:gd name="connsiteX143" fmla="*/ 2131219 w 2543175"/>
              <a:gd name="connsiteY143" fmla="*/ 1562100 h 1890712"/>
              <a:gd name="connsiteX144" fmla="*/ 2140744 w 2543175"/>
              <a:gd name="connsiteY144" fmla="*/ 1566862 h 1890712"/>
              <a:gd name="connsiteX145" fmla="*/ 2152650 w 2543175"/>
              <a:gd name="connsiteY145" fmla="*/ 1576387 h 1890712"/>
              <a:gd name="connsiteX146" fmla="*/ 2181225 w 2543175"/>
              <a:gd name="connsiteY146" fmla="*/ 1590675 h 1890712"/>
              <a:gd name="connsiteX147" fmla="*/ 2200275 w 2543175"/>
              <a:gd name="connsiteY147" fmla="*/ 1607344 h 1890712"/>
              <a:gd name="connsiteX148" fmla="*/ 2207419 w 2543175"/>
              <a:gd name="connsiteY148" fmla="*/ 1612106 h 1890712"/>
              <a:gd name="connsiteX149" fmla="*/ 2216944 w 2543175"/>
              <a:gd name="connsiteY149" fmla="*/ 1619250 h 1890712"/>
              <a:gd name="connsiteX150" fmla="*/ 2224088 w 2543175"/>
              <a:gd name="connsiteY150" fmla="*/ 1624012 h 1890712"/>
              <a:gd name="connsiteX151" fmla="*/ 2247900 w 2543175"/>
              <a:gd name="connsiteY151" fmla="*/ 1643062 h 1890712"/>
              <a:gd name="connsiteX152" fmla="*/ 2255044 w 2543175"/>
              <a:gd name="connsiteY152" fmla="*/ 1650206 h 1890712"/>
              <a:gd name="connsiteX153" fmla="*/ 2281238 w 2543175"/>
              <a:gd name="connsiteY153" fmla="*/ 1664494 h 1890712"/>
              <a:gd name="connsiteX154" fmla="*/ 2297907 w 2543175"/>
              <a:gd name="connsiteY154" fmla="*/ 1674019 h 1890712"/>
              <a:gd name="connsiteX155" fmla="*/ 2312194 w 2543175"/>
              <a:gd name="connsiteY155" fmla="*/ 1685925 h 1890712"/>
              <a:gd name="connsiteX156" fmla="*/ 2328863 w 2543175"/>
              <a:gd name="connsiteY156" fmla="*/ 1697831 h 1890712"/>
              <a:gd name="connsiteX157" fmla="*/ 2350294 w 2543175"/>
              <a:gd name="connsiteY157" fmla="*/ 1712119 h 1890712"/>
              <a:gd name="connsiteX158" fmla="*/ 2369344 w 2543175"/>
              <a:gd name="connsiteY158" fmla="*/ 1724025 h 1890712"/>
              <a:gd name="connsiteX159" fmla="*/ 2428876 w 2543175"/>
              <a:gd name="connsiteY159" fmla="*/ 1785938 h 1890712"/>
              <a:gd name="connsiteX160" fmla="*/ 2466975 w 2543175"/>
              <a:gd name="connsiteY160" fmla="*/ 1783556 h 1890712"/>
              <a:gd name="connsiteX161" fmla="*/ 2481263 w 2543175"/>
              <a:gd name="connsiteY161" fmla="*/ 1795462 h 1890712"/>
              <a:gd name="connsiteX162" fmla="*/ 2486025 w 2543175"/>
              <a:gd name="connsiteY162" fmla="*/ 1802606 h 1890712"/>
              <a:gd name="connsiteX163" fmla="*/ 2514600 w 2543175"/>
              <a:gd name="connsiteY163" fmla="*/ 1850231 h 1890712"/>
              <a:gd name="connsiteX164" fmla="*/ 2519363 w 2543175"/>
              <a:gd name="connsiteY164" fmla="*/ 1857375 h 1890712"/>
              <a:gd name="connsiteX165" fmla="*/ 2540794 w 2543175"/>
              <a:gd name="connsiteY165" fmla="*/ 1883569 h 1890712"/>
              <a:gd name="connsiteX166" fmla="*/ 2543175 w 2543175"/>
              <a:gd name="connsiteY16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7819 w 2543175"/>
              <a:gd name="connsiteY100" fmla="*/ 1154906 h 1890712"/>
              <a:gd name="connsiteX101" fmla="*/ 1604963 w 2543175"/>
              <a:gd name="connsiteY101" fmla="*/ 1162050 h 1890712"/>
              <a:gd name="connsiteX102" fmla="*/ 1628775 w 2543175"/>
              <a:gd name="connsiteY102" fmla="*/ 1183481 h 1890712"/>
              <a:gd name="connsiteX103" fmla="*/ 1662113 w 2543175"/>
              <a:gd name="connsiteY103" fmla="*/ 1209675 h 1890712"/>
              <a:gd name="connsiteX104" fmla="*/ 1678782 w 2543175"/>
              <a:gd name="connsiteY104" fmla="*/ 1226344 h 1890712"/>
              <a:gd name="connsiteX105" fmla="*/ 1700213 w 2543175"/>
              <a:gd name="connsiteY105" fmla="*/ 1247775 h 1890712"/>
              <a:gd name="connsiteX106" fmla="*/ 1712119 w 2543175"/>
              <a:gd name="connsiteY106" fmla="*/ 1259681 h 1890712"/>
              <a:gd name="connsiteX107" fmla="*/ 1733550 w 2543175"/>
              <a:gd name="connsiteY107" fmla="*/ 1273969 h 1890712"/>
              <a:gd name="connsiteX108" fmla="*/ 1743075 w 2543175"/>
              <a:gd name="connsiteY108" fmla="*/ 1283494 h 1890712"/>
              <a:gd name="connsiteX109" fmla="*/ 1754982 w 2543175"/>
              <a:gd name="connsiteY109" fmla="*/ 1290637 h 1890712"/>
              <a:gd name="connsiteX110" fmla="*/ 1766888 w 2543175"/>
              <a:gd name="connsiteY110" fmla="*/ 1300162 h 1890712"/>
              <a:gd name="connsiteX111" fmla="*/ 1783557 w 2543175"/>
              <a:gd name="connsiteY111" fmla="*/ 1307306 h 1890712"/>
              <a:gd name="connsiteX112" fmla="*/ 1790700 w 2543175"/>
              <a:gd name="connsiteY112" fmla="*/ 1312069 h 1890712"/>
              <a:gd name="connsiteX113" fmla="*/ 1800225 w 2543175"/>
              <a:gd name="connsiteY113" fmla="*/ 1319212 h 1890712"/>
              <a:gd name="connsiteX114" fmla="*/ 1807369 w 2543175"/>
              <a:gd name="connsiteY114" fmla="*/ 1321594 h 1890712"/>
              <a:gd name="connsiteX115" fmla="*/ 1824038 w 2543175"/>
              <a:gd name="connsiteY115" fmla="*/ 1333500 h 1890712"/>
              <a:gd name="connsiteX116" fmla="*/ 1843088 w 2543175"/>
              <a:gd name="connsiteY116" fmla="*/ 1352550 h 1890712"/>
              <a:gd name="connsiteX117" fmla="*/ 1852613 w 2543175"/>
              <a:gd name="connsiteY117" fmla="*/ 1359694 h 1890712"/>
              <a:gd name="connsiteX118" fmla="*/ 1859757 w 2543175"/>
              <a:gd name="connsiteY118" fmla="*/ 1366837 h 1890712"/>
              <a:gd name="connsiteX119" fmla="*/ 1869282 w 2543175"/>
              <a:gd name="connsiteY119" fmla="*/ 1371600 h 1890712"/>
              <a:gd name="connsiteX120" fmla="*/ 1883569 w 2543175"/>
              <a:gd name="connsiteY120" fmla="*/ 1388269 h 1890712"/>
              <a:gd name="connsiteX121" fmla="*/ 1893094 w 2543175"/>
              <a:gd name="connsiteY121" fmla="*/ 1395412 h 1890712"/>
              <a:gd name="connsiteX122" fmla="*/ 1902619 w 2543175"/>
              <a:gd name="connsiteY122" fmla="*/ 1404937 h 1890712"/>
              <a:gd name="connsiteX123" fmla="*/ 1912144 w 2543175"/>
              <a:gd name="connsiteY123" fmla="*/ 1409700 h 1890712"/>
              <a:gd name="connsiteX124" fmla="*/ 1931194 w 2543175"/>
              <a:gd name="connsiteY124" fmla="*/ 1421606 h 1890712"/>
              <a:gd name="connsiteX125" fmla="*/ 1935957 w 2543175"/>
              <a:gd name="connsiteY125" fmla="*/ 1428750 h 1890712"/>
              <a:gd name="connsiteX126" fmla="*/ 1952625 w 2543175"/>
              <a:gd name="connsiteY126" fmla="*/ 1438275 h 1890712"/>
              <a:gd name="connsiteX127" fmla="*/ 1971675 w 2543175"/>
              <a:gd name="connsiteY127" fmla="*/ 1450181 h 1890712"/>
              <a:gd name="connsiteX128" fmla="*/ 1981200 w 2543175"/>
              <a:gd name="connsiteY128" fmla="*/ 1454944 h 1890712"/>
              <a:gd name="connsiteX129" fmla="*/ 1997869 w 2543175"/>
              <a:gd name="connsiteY129" fmla="*/ 1471612 h 1890712"/>
              <a:gd name="connsiteX130" fmla="*/ 2007394 w 2543175"/>
              <a:gd name="connsiteY130" fmla="*/ 1478756 h 1890712"/>
              <a:gd name="connsiteX131" fmla="*/ 2016919 w 2543175"/>
              <a:gd name="connsiteY131" fmla="*/ 1483519 h 1890712"/>
              <a:gd name="connsiteX132" fmla="*/ 2024063 w 2543175"/>
              <a:gd name="connsiteY132" fmla="*/ 1490662 h 1890712"/>
              <a:gd name="connsiteX133" fmla="*/ 2033588 w 2543175"/>
              <a:gd name="connsiteY133" fmla="*/ 1495425 h 1890712"/>
              <a:gd name="connsiteX134" fmla="*/ 2040732 w 2543175"/>
              <a:gd name="connsiteY134" fmla="*/ 1502569 h 1890712"/>
              <a:gd name="connsiteX135" fmla="*/ 2047875 w 2543175"/>
              <a:gd name="connsiteY135" fmla="*/ 1507331 h 1890712"/>
              <a:gd name="connsiteX136" fmla="*/ 2057400 w 2543175"/>
              <a:gd name="connsiteY136" fmla="*/ 1514475 h 1890712"/>
              <a:gd name="connsiteX137" fmla="*/ 2064544 w 2543175"/>
              <a:gd name="connsiteY137" fmla="*/ 1519237 h 1890712"/>
              <a:gd name="connsiteX138" fmla="*/ 2071688 w 2543175"/>
              <a:gd name="connsiteY138" fmla="*/ 1526381 h 1890712"/>
              <a:gd name="connsiteX139" fmla="*/ 2081213 w 2543175"/>
              <a:gd name="connsiteY139" fmla="*/ 1531144 h 1890712"/>
              <a:gd name="connsiteX140" fmla="*/ 2090738 w 2543175"/>
              <a:gd name="connsiteY140" fmla="*/ 1538287 h 1890712"/>
              <a:gd name="connsiteX141" fmla="*/ 2109788 w 2543175"/>
              <a:gd name="connsiteY141" fmla="*/ 1547812 h 1890712"/>
              <a:gd name="connsiteX142" fmla="*/ 2131219 w 2543175"/>
              <a:gd name="connsiteY142" fmla="*/ 1562100 h 1890712"/>
              <a:gd name="connsiteX143" fmla="*/ 2140744 w 2543175"/>
              <a:gd name="connsiteY143" fmla="*/ 1566862 h 1890712"/>
              <a:gd name="connsiteX144" fmla="*/ 2152650 w 2543175"/>
              <a:gd name="connsiteY144" fmla="*/ 1576387 h 1890712"/>
              <a:gd name="connsiteX145" fmla="*/ 2181225 w 2543175"/>
              <a:gd name="connsiteY145" fmla="*/ 1590675 h 1890712"/>
              <a:gd name="connsiteX146" fmla="*/ 2200275 w 2543175"/>
              <a:gd name="connsiteY146" fmla="*/ 1607344 h 1890712"/>
              <a:gd name="connsiteX147" fmla="*/ 2207419 w 2543175"/>
              <a:gd name="connsiteY147" fmla="*/ 1612106 h 1890712"/>
              <a:gd name="connsiteX148" fmla="*/ 2216944 w 2543175"/>
              <a:gd name="connsiteY148" fmla="*/ 1619250 h 1890712"/>
              <a:gd name="connsiteX149" fmla="*/ 2224088 w 2543175"/>
              <a:gd name="connsiteY149" fmla="*/ 1624012 h 1890712"/>
              <a:gd name="connsiteX150" fmla="*/ 2247900 w 2543175"/>
              <a:gd name="connsiteY150" fmla="*/ 1643062 h 1890712"/>
              <a:gd name="connsiteX151" fmla="*/ 2255044 w 2543175"/>
              <a:gd name="connsiteY151" fmla="*/ 1650206 h 1890712"/>
              <a:gd name="connsiteX152" fmla="*/ 2281238 w 2543175"/>
              <a:gd name="connsiteY152" fmla="*/ 1664494 h 1890712"/>
              <a:gd name="connsiteX153" fmla="*/ 2297907 w 2543175"/>
              <a:gd name="connsiteY153" fmla="*/ 1674019 h 1890712"/>
              <a:gd name="connsiteX154" fmla="*/ 2312194 w 2543175"/>
              <a:gd name="connsiteY154" fmla="*/ 1685925 h 1890712"/>
              <a:gd name="connsiteX155" fmla="*/ 2328863 w 2543175"/>
              <a:gd name="connsiteY155" fmla="*/ 1697831 h 1890712"/>
              <a:gd name="connsiteX156" fmla="*/ 2350294 w 2543175"/>
              <a:gd name="connsiteY156" fmla="*/ 1712119 h 1890712"/>
              <a:gd name="connsiteX157" fmla="*/ 2369344 w 2543175"/>
              <a:gd name="connsiteY157" fmla="*/ 1724025 h 1890712"/>
              <a:gd name="connsiteX158" fmla="*/ 2428876 w 2543175"/>
              <a:gd name="connsiteY158" fmla="*/ 1785938 h 1890712"/>
              <a:gd name="connsiteX159" fmla="*/ 2466975 w 2543175"/>
              <a:gd name="connsiteY159" fmla="*/ 1783556 h 1890712"/>
              <a:gd name="connsiteX160" fmla="*/ 2481263 w 2543175"/>
              <a:gd name="connsiteY160" fmla="*/ 1795462 h 1890712"/>
              <a:gd name="connsiteX161" fmla="*/ 2486025 w 2543175"/>
              <a:gd name="connsiteY161" fmla="*/ 1802606 h 1890712"/>
              <a:gd name="connsiteX162" fmla="*/ 2514600 w 2543175"/>
              <a:gd name="connsiteY162" fmla="*/ 1850231 h 1890712"/>
              <a:gd name="connsiteX163" fmla="*/ 2519363 w 2543175"/>
              <a:gd name="connsiteY163" fmla="*/ 1857375 h 1890712"/>
              <a:gd name="connsiteX164" fmla="*/ 2540794 w 2543175"/>
              <a:gd name="connsiteY164" fmla="*/ 1883569 h 1890712"/>
              <a:gd name="connsiteX165" fmla="*/ 2543175 w 2543175"/>
              <a:gd name="connsiteY165"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7819 w 2543175"/>
              <a:gd name="connsiteY100" fmla="*/ 1154906 h 1890712"/>
              <a:gd name="connsiteX101" fmla="*/ 1628775 w 2543175"/>
              <a:gd name="connsiteY101" fmla="*/ 1183481 h 1890712"/>
              <a:gd name="connsiteX102" fmla="*/ 1662113 w 2543175"/>
              <a:gd name="connsiteY102" fmla="*/ 1209675 h 1890712"/>
              <a:gd name="connsiteX103" fmla="*/ 1678782 w 2543175"/>
              <a:gd name="connsiteY103" fmla="*/ 1226344 h 1890712"/>
              <a:gd name="connsiteX104" fmla="*/ 1700213 w 2543175"/>
              <a:gd name="connsiteY104" fmla="*/ 1247775 h 1890712"/>
              <a:gd name="connsiteX105" fmla="*/ 1712119 w 2543175"/>
              <a:gd name="connsiteY105" fmla="*/ 1259681 h 1890712"/>
              <a:gd name="connsiteX106" fmla="*/ 1733550 w 2543175"/>
              <a:gd name="connsiteY106" fmla="*/ 1273969 h 1890712"/>
              <a:gd name="connsiteX107" fmla="*/ 1743075 w 2543175"/>
              <a:gd name="connsiteY107" fmla="*/ 1283494 h 1890712"/>
              <a:gd name="connsiteX108" fmla="*/ 1754982 w 2543175"/>
              <a:gd name="connsiteY108" fmla="*/ 1290637 h 1890712"/>
              <a:gd name="connsiteX109" fmla="*/ 1766888 w 2543175"/>
              <a:gd name="connsiteY109" fmla="*/ 1300162 h 1890712"/>
              <a:gd name="connsiteX110" fmla="*/ 1783557 w 2543175"/>
              <a:gd name="connsiteY110" fmla="*/ 1307306 h 1890712"/>
              <a:gd name="connsiteX111" fmla="*/ 1790700 w 2543175"/>
              <a:gd name="connsiteY111" fmla="*/ 1312069 h 1890712"/>
              <a:gd name="connsiteX112" fmla="*/ 1800225 w 2543175"/>
              <a:gd name="connsiteY112" fmla="*/ 1319212 h 1890712"/>
              <a:gd name="connsiteX113" fmla="*/ 1807369 w 2543175"/>
              <a:gd name="connsiteY113" fmla="*/ 1321594 h 1890712"/>
              <a:gd name="connsiteX114" fmla="*/ 1824038 w 2543175"/>
              <a:gd name="connsiteY114" fmla="*/ 1333500 h 1890712"/>
              <a:gd name="connsiteX115" fmla="*/ 1843088 w 2543175"/>
              <a:gd name="connsiteY115" fmla="*/ 1352550 h 1890712"/>
              <a:gd name="connsiteX116" fmla="*/ 1852613 w 2543175"/>
              <a:gd name="connsiteY116" fmla="*/ 1359694 h 1890712"/>
              <a:gd name="connsiteX117" fmla="*/ 1859757 w 2543175"/>
              <a:gd name="connsiteY117" fmla="*/ 1366837 h 1890712"/>
              <a:gd name="connsiteX118" fmla="*/ 1869282 w 2543175"/>
              <a:gd name="connsiteY118" fmla="*/ 1371600 h 1890712"/>
              <a:gd name="connsiteX119" fmla="*/ 1883569 w 2543175"/>
              <a:gd name="connsiteY119" fmla="*/ 1388269 h 1890712"/>
              <a:gd name="connsiteX120" fmla="*/ 1893094 w 2543175"/>
              <a:gd name="connsiteY120" fmla="*/ 1395412 h 1890712"/>
              <a:gd name="connsiteX121" fmla="*/ 1902619 w 2543175"/>
              <a:gd name="connsiteY121" fmla="*/ 1404937 h 1890712"/>
              <a:gd name="connsiteX122" fmla="*/ 1912144 w 2543175"/>
              <a:gd name="connsiteY122" fmla="*/ 1409700 h 1890712"/>
              <a:gd name="connsiteX123" fmla="*/ 1931194 w 2543175"/>
              <a:gd name="connsiteY123" fmla="*/ 1421606 h 1890712"/>
              <a:gd name="connsiteX124" fmla="*/ 1935957 w 2543175"/>
              <a:gd name="connsiteY124" fmla="*/ 1428750 h 1890712"/>
              <a:gd name="connsiteX125" fmla="*/ 1952625 w 2543175"/>
              <a:gd name="connsiteY125" fmla="*/ 1438275 h 1890712"/>
              <a:gd name="connsiteX126" fmla="*/ 1971675 w 2543175"/>
              <a:gd name="connsiteY126" fmla="*/ 1450181 h 1890712"/>
              <a:gd name="connsiteX127" fmla="*/ 1981200 w 2543175"/>
              <a:gd name="connsiteY127" fmla="*/ 1454944 h 1890712"/>
              <a:gd name="connsiteX128" fmla="*/ 1997869 w 2543175"/>
              <a:gd name="connsiteY128" fmla="*/ 1471612 h 1890712"/>
              <a:gd name="connsiteX129" fmla="*/ 2007394 w 2543175"/>
              <a:gd name="connsiteY129" fmla="*/ 1478756 h 1890712"/>
              <a:gd name="connsiteX130" fmla="*/ 2016919 w 2543175"/>
              <a:gd name="connsiteY130" fmla="*/ 1483519 h 1890712"/>
              <a:gd name="connsiteX131" fmla="*/ 2024063 w 2543175"/>
              <a:gd name="connsiteY131" fmla="*/ 1490662 h 1890712"/>
              <a:gd name="connsiteX132" fmla="*/ 2033588 w 2543175"/>
              <a:gd name="connsiteY132" fmla="*/ 1495425 h 1890712"/>
              <a:gd name="connsiteX133" fmla="*/ 2040732 w 2543175"/>
              <a:gd name="connsiteY133" fmla="*/ 1502569 h 1890712"/>
              <a:gd name="connsiteX134" fmla="*/ 2047875 w 2543175"/>
              <a:gd name="connsiteY134" fmla="*/ 1507331 h 1890712"/>
              <a:gd name="connsiteX135" fmla="*/ 2057400 w 2543175"/>
              <a:gd name="connsiteY135" fmla="*/ 1514475 h 1890712"/>
              <a:gd name="connsiteX136" fmla="*/ 2064544 w 2543175"/>
              <a:gd name="connsiteY136" fmla="*/ 1519237 h 1890712"/>
              <a:gd name="connsiteX137" fmla="*/ 2071688 w 2543175"/>
              <a:gd name="connsiteY137" fmla="*/ 1526381 h 1890712"/>
              <a:gd name="connsiteX138" fmla="*/ 2081213 w 2543175"/>
              <a:gd name="connsiteY138" fmla="*/ 1531144 h 1890712"/>
              <a:gd name="connsiteX139" fmla="*/ 2090738 w 2543175"/>
              <a:gd name="connsiteY139" fmla="*/ 1538287 h 1890712"/>
              <a:gd name="connsiteX140" fmla="*/ 2109788 w 2543175"/>
              <a:gd name="connsiteY140" fmla="*/ 1547812 h 1890712"/>
              <a:gd name="connsiteX141" fmla="*/ 2131219 w 2543175"/>
              <a:gd name="connsiteY141" fmla="*/ 1562100 h 1890712"/>
              <a:gd name="connsiteX142" fmla="*/ 2140744 w 2543175"/>
              <a:gd name="connsiteY142" fmla="*/ 1566862 h 1890712"/>
              <a:gd name="connsiteX143" fmla="*/ 2152650 w 2543175"/>
              <a:gd name="connsiteY143" fmla="*/ 1576387 h 1890712"/>
              <a:gd name="connsiteX144" fmla="*/ 2181225 w 2543175"/>
              <a:gd name="connsiteY144" fmla="*/ 1590675 h 1890712"/>
              <a:gd name="connsiteX145" fmla="*/ 2200275 w 2543175"/>
              <a:gd name="connsiteY145" fmla="*/ 1607344 h 1890712"/>
              <a:gd name="connsiteX146" fmla="*/ 2207419 w 2543175"/>
              <a:gd name="connsiteY146" fmla="*/ 1612106 h 1890712"/>
              <a:gd name="connsiteX147" fmla="*/ 2216944 w 2543175"/>
              <a:gd name="connsiteY147" fmla="*/ 1619250 h 1890712"/>
              <a:gd name="connsiteX148" fmla="*/ 2224088 w 2543175"/>
              <a:gd name="connsiteY148" fmla="*/ 1624012 h 1890712"/>
              <a:gd name="connsiteX149" fmla="*/ 2247900 w 2543175"/>
              <a:gd name="connsiteY149" fmla="*/ 1643062 h 1890712"/>
              <a:gd name="connsiteX150" fmla="*/ 2255044 w 2543175"/>
              <a:gd name="connsiteY150" fmla="*/ 1650206 h 1890712"/>
              <a:gd name="connsiteX151" fmla="*/ 2281238 w 2543175"/>
              <a:gd name="connsiteY151" fmla="*/ 1664494 h 1890712"/>
              <a:gd name="connsiteX152" fmla="*/ 2297907 w 2543175"/>
              <a:gd name="connsiteY152" fmla="*/ 1674019 h 1890712"/>
              <a:gd name="connsiteX153" fmla="*/ 2312194 w 2543175"/>
              <a:gd name="connsiteY153" fmla="*/ 1685925 h 1890712"/>
              <a:gd name="connsiteX154" fmla="*/ 2328863 w 2543175"/>
              <a:gd name="connsiteY154" fmla="*/ 1697831 h 1890712"/>
              <a:gd name="connsiteX155" fmla="*/ 2350294 w 2543175"/>
              <a:gd name="connsiteY155" fmla="*/ 1712119 h 1890712"/>
              <a:gd name="connsiteX156" fmla="*/ 2369344 w 2543175"/>
              <a:gd name="connsiteY156" fmla="*/ 1724025 h 1890712"/>
              <a:gd name="connsiteX157" fmla="*/ 2428876 w 2543175"/>
              <a:gd name="connsiteY157" fmla="*/ 1785938 h 1890712"/>
              <a:gd name="connsiteX158" fmla="*/ 2466975 w 2543175"/>
              <a:gd name="connsiteY158" fmla="*/ 1783556 h 1890712"/>
              <a:gd name="connsiteX159" fmla="*/ 2481263 w 2543175"/>
              <a:gd name="connsiteY159" fmla="*/ 1795462 h 1890712"/>
              <a:gd name="connsiteX160" fmla="*/ 2486025 w 2543175"/>
              <a:gd name="connsiteY160" fmla="*/ 1802606 h 1890712"/>
              <a:gd name="connsiteX161" fmla="*/ 2514600 w 2543175"/>
              <a:gd name="connsiteY161" fmla="*/ 1850231 h 1890712"/>
              <a:gd name="connsiteX162" fmla="*/ 2519363 w 2543175"/>
              <a:gd name="connsiteY162" fmla="*/ 1857375 h 1890712"/>
              <a:gd name="connsiteX163" fmla="*/ 2540794 w 2543175"/>
              <a:gd name="connsiteY163" fmla="*/ 1883569 h 1890712"/>
              <a:gd name="connsiteX164" fmla="*/ 2543175 w 2543175"/>
              <a:gd name="connsiteY16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183481 h 1890712"/>
              <a:gd name="connsiteX102" fmla="*/ 1662113 w 2543175"/>
              <a:gd name="connsiteY102" fmla="*/ 1209675 h 1890712"/>
              <a:gd name="connsiteX103" fmla="*/ 1678782 w 2543175"/>
              <a:gd name="connsiteY103" fmla="*/ 1226344 h 1890712"/>
              <a:gd name="connsiteX104" fmla="*/ 1700213 w 2543175"/>
              <a:gd name="connsiteY104" fmla="*/ 1247775 h 1890712"/>
              <a:gd name="connsiteX105" fmla="*/ 1712119 w 2543175"/>
              <a:gd name="connsiteY105" fmla="*/ 1259681 h 1890712"/>
              <a:gd name="connsiteX106" fmla="*/ 1733550 w 2543175"/>
              <a:gd name="connsiteY106" fmla="*/ 1273969 h 1890712"/>
              <a:gd name="connsiteX107" fmla="*/ 1743075 w 2543175"/>
              <a:gd name="connsiteY107" fmla="*/ 1283494 h 1890712"/>
              <a:gd name="connsiteX108" fmla="*/ 1754982 w 2543175"/>
              <a:gd name="connsiteY108" fmla="*/ 1290637 h 1890712"/>
              <a:gd name="connsiteX109" fmla="*/ 1766888 w 2543175"/>
              <a:gd name="connsiteY109" fmla="*/ 1300162 h 1890712"/>
              <a:gd name="connsiteX110" fmla="*/ 1783557 w 2543175"/>
              <a:gd name="connsiteY110" fmla="*/ 1307306 h 1890712"/>
              <a:gd name="connsiteX111" fmla="*/ 1790700 w 2543175"/>
              <a:gd name="connsiteY111" fmla="*/ 1312069 h 1890712"/>
              <a:gd name="connsiteX112" fmla="*/ 1800225 w 2543175"/>
              <a:gd name="connsiteY112" fmla="*/ 1319212 h 1890712"/>
              <a:gd name="connsiteX113" fmla="*/ 1807369 w 2543175"/>
              <a:gd name="connsiteY113" fmla="*/ 1321594 h 1890712"/>
              <a:gd name="connsiteX114" fmla="*/ 1824038 w 2543175"/>
              <a:gd name="connsiteY114" fmla="*/ 1333500 h 1890712"/>
              <a:gd name="connsiteX115" fmla="*/ 1843088 w 2543175"/>
              <a:gd name="connsiteY115" fmla="*/ 1352550 h 1890712"/>
              <a:gd name="connsiteX116" fmla="*/ 1852613 w 2543175"/>
              <a:gd name="connsiteY116" fmla="*/ 1359694 h 1890712"/>
              <a:gd name="connsiteX117" fmla="*/ 1859757 w 2543175"/>
              <a:gd name="connsiteY117" fmla="*/ 1366837 h 1890712"/>
              <a:gd name="connsiteX118" fmla="*/ 1869282 w 2543175"/>
              <a:gd name="connsiteY118" fmla="*/ 1371600 h 1890712"/>
              <a:gd name="connsiteX119" fmla="*/ 1883569 w 2543175"/>
              <a:gd name="connsiteY119" fmla="*/ 1388269 h 1890712"/>
              <a:gd name="connsiteX120" fmla="*/ 1893094 w 2543175"/>
              <a:gd name="connsiteY120" fmla="*/ 1395412 h 1890712"/>
              <a:gd name="connsiteX121" fmla="*/ 1902619 w 2543175"/>
              <a:gd name="connsiteY121" fmla="*/ 1404937 h 1890712"/>
              <a:gd name="connsiteX122" fmla="*/ 1912144 w 2543175"/>
              <a:gd name="connsiteY122" fmla="*/ 1409700 h 1890712"/>
              <a:gd name="connsiteX123" fmla="*/ 1931194 w 2543175"/>
              <a:gd name="connsiteY123" fmla="*/ 1421606 h 1890712"/>
              <a:gd name="connsiteX124" fmla="*/ 1935957 w 2543175"/>
              <a:gd name="connsiteY124" fmla="*/ 1428750 h 1890712"/>
              <a:gd name="connsiteX125" fmla="*/ 1952625 w 2543175"/>
              <a:gd name="connsiteY125" fmla="*/ 1438275 h 1890712"/>
              <a:gd name="connsiteX126" fmla="*/ 1971675 w 2543175"/>
              <a:gd name="connsiteY126" fmla="*/ 1450181 h 1890712"/>
              <a:gd name="connsiteX127" fmla="*/ 1981200 w 2543175"/>
              <a:gd name="connsiteY127" fmla="*/ 1454944 h 1890712"/>
              <a:gd name="connsiteX128" fmla="*/ 1997869 w 2543175"/>
              <a:gd name="connsiteY128" fmla="*/ 1471612 h 1890712"/>
              <a:gd name="connsiteX129" fmla="*/ 2007394 w 2543175"/>
              <a:gd name="connsiteY129" fmla="*/ 1478756 h 1890712"/>
              <a:gd name="connsiteX130" fmla="*/ 2016919 w 2543175"/>
              <a:gd name="connsiteY130" fmla="*/ 1483519 h 1890712"/>
              <a:gd name="connsiteX131" fmla="*/ 2024063 w 2543175"/>
              <a:gd name="connsiteY131" fmla="*/ 1490662 h 1890712"/>
              <a:gd name="connsiteX132" fmla="*/ 2033588 w 2543175"/>
              <a:gd name="connsiteY132" fmla="*/ 1495425 h 1890712"/>
              <a:gd name="connsiteX133" fmla="*/ 2040732 w 2543175"/>
              <a:gd name="connsiteY133" fmla="*/ 1502569 h 1890712"/>
              <a:gd name="connsiteX134" fmla="*/ 2047875 w 2543175"/>
              <a:gd name="connsiteY134" fmla="*/ 1507331 h 1890712"/>
              <a:gd name="connsiteX135" fmla="*/ 2057400 w 2543175"/>
              <a:gd name="connsiteY135" fmla="*/ 1514475 h 1890712"/>
              <a:gd name="connsiteX136" fmla="*/ 2064544 w 2543175"/>
              <a:gd name="connsiteY136" fmla="*/ 1519237 h 1890712"/>
              <a:gd name="connsiteX137" fmla="*/ 2071688 w 2543175"/>
              <a:gd name="connsiteY137" fmla="*/ 1526381 h 1890712"/>
              <a:gd name="connsiteX138" fmla="*/ 2081213 w 2543175"/>
              <a:gd name="connsiteY138" fmla="*/ 1531144 h 1890712"/>
              <a:gd name="connsiteX139" fmla="*/ 2090738 w 2543175"/>
              <a:gd name="connsiteY139" fmla="*/ 1538287 h 1890712"/>
              <a:gd name="connsiteX140" fmla="*/ 2109788 w 2543175"/>
              <a:gd name="connsiteY140" fmla="*/ 1547812 h 1890712"/>
              <a:gd name="connsiteX141" fmla="*/ 2131219 w 2543175"/>
              <a:gd name="connsiteY141" fmla="*/ 1562100 h 1890712"/>
              <a:gd name="connsiteX142" fmla="*/ 2140744 w 2543175"/>
              <a:gd name="connsiteY142" fmla="*/ 1566862 h 1890712"/>
              <a:gd name="connsiteX143" fmla="*/ 2152650 w 2543175"/>
              <a:gd name="connsiteY143" fmla="*/ 1576387 h 1890712"/>
              <a:gd name="connsiteX144" fmla="*/ 2181225 w 2543175"/>
              <a:gd name="connsiteY144" fmla="*/ 1590675 h 1890712"/>
              <a:gd name="connsiteX145" fmla="*/ 2200275 w 2543175"/>
              <a:gd name="connsiteY145" fmla="*/ 1607344 h 1890712"/>
              <a:gd name="connsiteX146" fmla="*/ 2207419 w 2543175"/>
              <a:gd name="connsiteY146" fmla="*/ 1612106 h 1890712"/>
              <a:gd name="connsiteX147" fmla="*/ 2216944 w 2543175"/>
              <a:gd name="connsiteY147" fmla="*/ 1619250 h 1890712"/>
              <a:gd name="connsiteX148" fmla="*/ 2224088 w 2543175"/>
              <a:gd name="connsiteY148" fmla="*/ 1624012 h 1890712"/>
              <a:gd name="connsiteX149" fmla="*/ 2247900 w 2543175"/>
              <a:gd name="connsiteY149" fmla="*/ 1643062 h 1890712"/>
              <a:gd name="connsiteX150" fmla="*/ 2255044 w 2543175"/>
              <a:gd name="connsiteY150" fmla="*/ 1650206 h 1890712"/>
              <a:gd name="connsiteX151" fmla="*/ 2281238 w 2543175"/>
              <a:gd name="connsiteY151" fmla="*/ 1664494 h 1890712"/>
              <a:gd name="connsiteX152" fmla="*/ 2297907 w 2543175"/>
              <a:gd name="connsiteY152" fmla="*/ 1674019 h 1890712"/>
              <a:gd name="connsiteX153" fmla="*/ 2312194 w 2543175"/>
              <a:gd name="connsiteY153" fmla="*/ 1685925 h 1890712"/>
              <a:gd name="connsiteX154" fmla="*/ 2328863 w 2543175"/>
              <a:gd name="connsiteY154" fmla="*/ 1697831 h 1890712"/>
              <a:gd name="connsiteX155" fmla="*/ 2350294 w 2543175"/>
              <a:gd name="connsiteY155" fmla="*/ 1712119 h 1890712"/>
              <a:gd name="connsiteX156" fmla="*/ 2369344 w 2543175"/>
              <a:gd name="connsiteY156" fmla="*/ 1724025 h 1890712"/>
              <a:gd name="connsiteX157" fmla="*/ 2428876 w 2543175"/>
              <a:gd name="connsiteY157" fmla="*/ 1785938 h 1890712"/>
              <a:gd name="connsiteX158" fmla="*/ 2466975 w 2543175"/>
              <a:gd name="connsiteY158" fmla="*/ 1783556 h 1890712"/>
              <a:gd name="connsiteX159" fmla="*/ 2481263 w 2543175"/>
              <a:gd name="connsiteY159" fmla="*/ 1795462 h 1890712"/>
              <a:gd name="connsiteX160" fmla="*/ 2486025 w 2543175"/>
              <a:gd name="connsiteY160" fmla="*/ 1802606 h 1890712"/>
              <a:gd name="connsiteX161" fmla="*/ 2514600 w 2543175"/>
              <a:gd name="connsiteY161" fmla="*/ 1850231 h 1890712"/>
              <a:gd name="connsiteX162" fmla="*/ 2519363 w 2543175"/>
              <a:gd name="connsiteY162" fmla="*/ 1857375 h 1890712"/>
              <a:gd name="connsiteX163" fmla="*/ 2540794 w 2543175"/>
              <a:gd name="connsiteY163" fmla="*/ 1883569 h 1890712"/>
              <a:gd name="connsiteX164" fmla="*/ 2543175 w 2543175"/>
              <a:gd name="connsiteY16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09675 h 1890712"/>
              <a:gd name="connsiteX103" fmla="*/ 1678782 w 2543175"/>
              <a:gd name="connsiteY103" fmla="*/ 1226344 h 1890712"/>
              <a:gd name="connsiteX104" fmla="*/ 1700213 w 2543175"/>
              <a:gd name="connsiteY104" fmla="*/ 1247775 h 1890712"/>
              <a:gd name="connsiteX105" fmla="*/ 1712119 w 2543175"/>
              <a:gd name="connsiteY105" fmla="*/ 1259681 h 1890712"/>
              <a:gd name="connsiteX106" fmla="*/ 1733550 w 2543175"/>
              <a:gd name="connsiteY106" fmla="*/ 1273969 h 1890712"/>
              <a:gd name="connsiteX107" fmla="*/ 1743075 w 2543175"/>
              <a:gd name="connsiteY107" fmla="*/ 1283494 h 1890712"/>
              <a:gd name="connsiteX108" fmla="*/ 1754982 w 2543175"/>
              <a:gd name="connsiteY108" fmla="*/ 1290637 h 1890712"/>
              <a:gd name="connsiteX109" fmla="*/ 1766888 w 2543175"/>
              <a:gd name="connsiteY109" fmla="*/ 1300162 h 1890712"/>
              <a:gd name="connsiteX110" fmla="*/ 1783557 w 2543175"/>
              <a:gd name="connsiteY110" fmla="*/ 1307306 h 1890712"/>
              <a:gd name="connsiteX111" fmla="*/ 1790700 w 2543175"/>
              <a:gd name="connsiteY111" fmla="*/ 1312069 h 1890712"/>
              <a:gd name="connsiteX112" fmla="*/ 1800225 w 2543175"/>
              <a:gd name="connsiteY112" fmla="*/ 1319212 h 1890712"/>
              <a:gd name="connsiteX113" fmla="*/ 1807369 w 2543175"/>
              <a:gd name="connsiteY113" fmla="*/ 1321594 h 1890712"/>
              <a:gd name="connsiteX114" fmla="*/ 1824038 w 2543175"/>
              <a:gd name="connsiteY114" fmla="*/ 1333500 h 1890712"/>
              <a:gd name="connsiteX115" fmla="*/ 1843088 w 2543175"/>
              <a:gd name="connsiteY115" fmla="*/ 1352550 h 1890712"/>
              <a:gd name="connsiteX116" fmla="*/ 1852613 w 2543175"/>
              <a:gd name="connsiteY116" fmla="*/ 1359694 h 1890712"/>
              <a:gd name="connsiteX117" fmla="*/ 1859757 w 2543175"/>
              <a:gd name="connsiteY117" fmla="*/ 1366837 h 1890712"/>
              <a:gd name="connsiteX118" fmla="*/ 1869282 w 2543175"/>
              <a:gd name="connsiteY118" fmla="*/ 1371600 h 1890712"/>
              <a:gd name="connsiteX119" fmla="*/ 1883569 w 2543175"/>
              <a:gd name="connsiteY119" fmla="*/ 1388269 h 1890712"/>
              <a:gd name="connsiteX120" fmla="*/ 1893094 w 2543175"/>
              <a:gd name="connsiteY120" fmla="*/ 1395412 h 1890712"/>
              <a:gd name="connsiteX121" fmla="*/ 1902619 w 2543175"/>
              <a:gd name="connsiteY121" fmla="*/ 1404937 h 1890712"/>
              <a:gd name="connsiteX122" fmla="*/ 1912144 w 2543175"/>
              <a:gd name="connsiteY122" fmla="*/ 1409700 h 1890712"/>
              <a:gd name="connsiteX123" fmla="*/ 1931194 w 2543175"/>
              <a:gd name="connsiteY123" fmla="*/ 1421606 h 1890712"/>
              <a:gd name="connsiteX124" fmla="*/ 1935957 w 2543175"/>
              <a:gd name="connsiteY124" fmla="*/ 1428750 h 1890712"/>
              <a:gd name="connsiteX125" fmla="*/ 1952625 w 2543175"/>
              <a:gd name="connsiteY125" fmla="*/ 1438275 h 1890712"/>
              <a:gd name="connsiteX126" fmla="*/ 1971675 w 2543175"/>
              <a:gd name="connsiteY126" fmla="*/ 1450181 h 1890712"/>
              <a:gd name="connsiteX127" fmla="*/ 1981200 w 2543175"/>
              <a:gd name="connsiteY127" fmla="*/ 1454944 h 1890712"/>
              <a:gd name="connsiteX128" fmla="*/ 1997869 w 2543175"/>
              <a:gd name="connsiteY128" fmla="*/ 1471612 h 1890712"/>
              <a:gd name="connsiteX129" fmla="*/ 2007394 w 2543175"/>
              <a:gd name="connsiteY129" fmla="*/ 1478756 h 1890712"/>
              <a:gd name="connsiteX130" fmla="*/ 2016919 w 2543175"/>
              <a:gd name="connsiteY130" fmla="*/ 1483519 h 1890712"/>
              <a:gd name="connsiteX131" fmla="*/ 2024063 w 2543175"/>
              <a:gd name="connsiteY131" fmla="*/ 1490662 h 1890712"/>
              <a:gd name="connsiteX132" fmla="*/ 2033588 w 2543175"/>
              <a:gd name="connsiteY132" fmla="*/ 1495425 h 1890712"/>
              <a:gd name="connsiteX133" fmla="*/ 2040732 w 2543175"/>
              <a:gd name="connsiteY133" fmla="*/ 1502569 h 1890712"/>
              <a:gd name="connsiteX134" fmla="*/ 2047875 w 2543175"/>
              <a:gd name="connsiteY134" fmla="*/ 1507331 h 1890712"/>
              <a:gd name="connsiteX135" fmla="*/ 2057400 w 2543175"/>
              <a:gd name="connsiteY135" fmla="*/ 1514475 h 1890712"/>
              <a:gd name="connsiteX136" fmla="*/ 2064544 w 2543175"/>
              <a:gd name="connsiteY136" fmla="*/ 1519237 h 1890712"/>
              <a:gd name="connsiteX137" fmla="*/ 2071688 w 2543175"/>
              <a:gd name="connsiteY137" fmla="*/ 1526381 h 1890712"/>
              <a:gd name="connsiteX138" fmla="*/ 2081213 w 2543175"/>
              <a:gd name="connsiteY138" fmla="*/ 1531144 h 1890712"/>
              <a:gd name="connsiteX139" fmla="*/ 2090738 w 2543175"/>
              <a:gd name="connsiteY139" fmla="*/ 1538287 h 1890712"/>
              <a:gd name="connsiteX140" fmla="*/ 2109788 w 2543175"/>
              <a:gd name="connsiteY140" fmla="*/ 1547812 h 1890712"/>
              <a:gd name="connsiteX141" fmla="*/ 2131219 w 2543175"/>
              <a:gd name="connsiteY141" fmla="*/ 1562100 h 1890712"/>
              <a:gd name="connsiteX142" fmla="*/ 2140744 w 2543175"/>
              <a:gd name="connsiteY142" fmla="*/ 1566862 h 1890712"/>
              <a:gd name="connsiteX143" fmla="*/ 2152650 w 2543175"/>
              <a:gd name="connsiteY143" fmla="*/ 1576387 h 1890712"/>
              <a:gd name="connsiteX144" fmla="*/ 2181225 w 2543175"/>
              <a:gd name="connsiteY144" fmla="*/ 1590675 h 1890712"/>
              <a:gd name="connsiteX145" fmla="*/ 2200275 w 2543175"/>
              <a:gd name="connsiteY145" fmla="*/ 1607344 h 1890712"/>
              <a:gd name="connsiteX146" fmla="*/ 2207419 w 2543175"/>
              <a:gd name="connsiteY146" fmla="*/ 1612106 h 1890712"/>
              <a:gd name="connsiteX147" fmla="*/ 2216944 w 2543175"/>
              <a:gd name="connsiteY147" fmla="*/ 1619250 h 1890712"/>
              <a:gd name="connsiteX148" fmla="*/ 2224088 w 2543175"/>
              <a:gd name="connsiteY148" fmla="*/ 1624012 h 1890712"/>
              <a:gd name="connsiteX149" fmla="*/ 2247900 w 2543175"/>
              <a:gd name="connsiteY149" fmla="*/ 1643062 h 1890712"/>
              <a:gd name="connsiteX150" fmla="*/ 2255044 w 2543175"/>
              <a:gd name="connsiteY150" fmla="*/ 1650206 h 1890712"/>
              <a:gd name="connsiteX151" fmla="*/ 2281238 w 2543175"/>
              <a:gd name="connsiteY151" fmla="*/ 1664494 h 1890712"/>
              <a:gd name="connsiteX152" fmla="*/ 2297907 w 2543175"/>
              <a:gd name="connsiteY152" fmla="*/ 1674019 h 1890712"/>
              <a:gd name="connsiteX153" fmla="*/ 2312194 w 2543175"/>
              <a:gd name="connsiteY153" fmla="*/ 1685925 h 1890712"/>
              <a:gd name="connsiteX154" fmla="*/ 2328863 w 2543175"/>
              <a:gd name="connsiteY154" fmla="*/ 1697831 h 1890712"/>
              <a:gd name="connsiteX155" fmla="*/ 2350294 w 2543175"/>
              <a:gd name="connsiteY155" fmla="*/ 1712119 h 1890712"/>
              <a:gd name="connsiteX156" fmla="*/ 2369344 w 2543175"/>
              <a:gd name="connsiteY156" fmla="*/ 1724025 h 1890712"/>
              <a:gd name="connsiteX157" fmla="*/ 2428876 w 2543175"/>
              <a:gd name="connsiteY157" fmla="*/ 1785938 h 1890712"/>
              <a:gd name="connsiteX158" fmla="*/ 2466975 w 2543175"/>
              <a:gd name="connsiteY158" fmla="*/ 1783556 h 1890712"/>
              <a:gd name="connsiteX159" fmla="*/ 2481263 w 2543175"/>
              <a:gd name="connsiteY159" fmla="*/ 1795462 h 1890712"/>
              <a:gd name="connsiteX160" fmla="*/ 2486025 w 2543175"/>
              <a:gd name="connsiteY160" fmla="*/ 1802606 h 1890712"/>
              <a:gd name="connsiteX161" fmla="*/ 2514600 w 2543175"/>
              <a:gd name="connsiteY161" fmla="*/ 1850231 h 1890712"/>
              <a:gd name="connsiteX162" fmla="*/ 2519363 w 2543175"/>
              <a:gd name="connsiteY162" fmla="*/ 1857375 h 1890712"/>
              <a:gd name="connsiteX163" fmla="*/ 2540794 w 2543175"/>
              <a:gd name="connsiteY163" fmla="*/ 1883569 h 1890712"/>
              <a:gd name="connsiteX164" fmla="*/ 2543175 w 2543175"/>
              <a:gd name="connsiteY16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678782 w 2543175"/>
              <a:gd name="connsiteY103" fmla="*/ 1226344 h 1890712"/>
              <a:gd name="connsiteX104" fmla="*/ 1700213 w 2543175"/>
              <a:gd name="connsiteY104" fmla="*/ 1247775 h 1890712"/>
              <a:gd name="connsiteX105" fmla="*/ 1712119 w 2543175"/>
              <a:gd name="connsiteY105" fmla="*/ 1259681 h 1890712"/>
              <a:gd name="connsiteX106" fmla="*/ 1733550 w 2543175"/>
              <a:gd name="connsiteY106" fmla="*/ 1273969 h 1890712"/>
              <a:gd name="connsiteX107" fmla="*/ 1743075 w 2543175"/>
              <a:gd name="connsiteY107" fmla="*/ 1283494 h 1890712"/>
              <a:gd name="connsiteX108" fmla="*/ 1754982 w 2543175"/>
              <a:gd name="connsiteY108" fmla="*/ 1290637 h 1890712"/>
              <a:gd name="connsiteX109" fmla="*/ 1766888 w 2543175"/>
              <a:gd name="connsiteY109" fmla="*/ 1300162 h 1890712"/>
              <a:gd name="connsiteX110" fmla="*/ 1783557 w 2543175"/>
              <a:gd name="connsiteY110" fmla="*/ 1307306 h 1890712"/>
              <a:gd name="connsiteX111" fmla="*/ 1790700 w 2543175"/>
              <a:gd name="connsiteY111" fmla="*/ 1312069 h 1890712"/>
              <a:gd name="connsiteX112" fmla="*/ 1800225 w 2543175"/>
              <a:gd name="connsiteY112" fmla="*/ 1319212 h 1890712"/>
              <a:gd name="connsiteX113" fmla="*/ 1807369 w 2543175"/>
              <a:gd name="connsiteY113" fmla="*/ 1321594 h 1890712"/>
              <a:gd name="connsiteX114" fmla="*/ 1824038 w 2543175"/>
              <a:gd name="connsiteY114" fmla="*/ 1333500 h 1890712"/>
              <a:gd name="connsiteX115" fmla="*/ 1843088 w 2543175"/>
              <a:gd name="connsiteY115" fmla="*/ 1352550 h 1890712"/>
              <a:gd name="connsiteX116" fmla="*/ 1852613 w 2543175"/>
              <a:gd name="connsiteY116" fmla="*/ 1359694 h 1890712"/>
              <a:gd name="connsiteX117" fmla="*/ 1859757 w 2543175"/>
              <a:gd name="connsiteY117" fmla="*/ 1366837 h 1890712"/>
              <a:gd name="connsiteX118" fmla="*/ 1869282 w 2543175"/>
              <a:gd name="connsiteY118" fmla="*/ 1371600 h 1890712"/>
              <a:gd name="connsiteX119" fmla="*/ 1883569 w 2543175"/>
              <a:gd name="connsiteY119" fmla="*/ 1388269 h 1890712"/>
              <a:gd name="connsiteX120" fmla="*/ 1893094 w 2543175"/>
              <a:gd name="connsiteY120" fmla="*/ 1395412 h 1890712"/>
              <a:gd name="connsiteX121" fmla="*/ 1902619 w 2543175"/>
              <a:gd name="connsiteY121" fmla="*/ 1404937 h 1890712"/>
              <a:gd name="connsiteX122" fmla="*/ 1912144 w 2543175"/>
              <a:gd name="connsiteY122" fmla="*/ 1409700 h 1890712"/>
              <a:gd name="connsiteX123" fmla="*/ 1931194 w 2543175"/>
              <a:gd name="connsiteY123" fmla="*/ 1421606 h 1890712"/>
              <a:gd name="connsiteX124" fmla="*/ 1935957 w 2543175"/>
              <a:gd name="connsiteY124" fmla="*/ 1428750 h 1890712"/>
              <a:gd name="connsiteX125" fmla="*/ 1952625 w 2543175"/>
              <a:gd name="connsiteY125" fmla="*/ 1438275 h 1890712"/>
              <a:gd name="connsiteX126" fmla="*/ 1971675 w 2543175"/>
              <a:gd name="connsiteY126" fmla="*/ 1450181 h 1890712"/>
              <a:gd name="connsiteX127" fmla="*/ 1981200 w 2543175"/>
              <a:gd name="connsiteY127" fmla="*/ 1454944 h 1890712"/>
              <a:gd name="connsiteX128" fmla="*/ 1997869 w 2543175"/>
              <a:gd name="connsiteY128" fmla="*/ 1471612 h 1890712"/>
              <a:gd name="connsiteX129" fmla="*/ 2007394 w 2543175"/>
              <a:gd name="connsiteY129" fmla="*/ 1478756 h 1890712"/>
              <a:gd name="connsiteX130" fmla="*/ 2016919 w 2543175"/>
              <a:gd name="connsiteY130" fmla="*/ 1483519 h 1890712"/>
              <a:gd name="connsiteX131" fmla="*/ 2024063 w 2543175"/>
              <a:gd name="connsiteY131" fmla="*/ 1490662 h 1890712"/>
              <a:gd name="connsiteX132" fmla="*/ 2033588 w 2543175"/>
              <a:gd name="connsiteY132" fmla="*/ 1495425 h 1890712"/>
              <a:gd name="connsiteX133" fmla="*/ 2040732 w 2543175"/>
              <a:gd name="connsiteY133" fmla="*/ 1502569 h 1890712"/>
              <a:gd name="connsiteX134" fmla="*/ 2047875 w 2543175"/>
              <a:gd name="connsiteY134" fmla="*/ 1507331 h 1890712"/>
              <a:gd name="connsiteX135" fmla="*/ 2057400 w 2543175"/>
              <a:gd name="connsiteY135" fmla="*/ 1514475 h 1890712"/>
              <a:gd name="connsiteX136" fmla="*/ 2064544 w 2543175"/>
              <a:gd name="connsiteY136" fmla="*/ 1519237 h 1890712"/>
              <a:gd name="connsiteX137" fmla="*/ 2071688 w 2543175"/>
              <a:gd name="connsiteY137" fmla="*/ 1526381 h 1890712"/>
              <a:gd name="connsiteX138" fmla="*/ 2081213 w 2543175"/>
              <a:gd name="connsiteY138" fmla="*/ 1531144 h 1890712"/>
              <a:gd name="connsiteX139" fmla="*/ 2090738 w 2543175"/>
              <a:gd name="connsiteY139" fmla="*/ 1538287 h 1890712"/>
              <a:gd name="connsiteX140" fmla="*/ 2109788 w 2543175"/>
              <a:gd name="connsiteY140" fmla="*/ 1547812 h 1890712"/>
              <a:gd name="connsiteX141" fmla="*/ 2131219 w 2543175"/>
              <a:gd name="connsiteY141" fmla="*/ 1562100 h 1890712"/>
              <a:gd name="connsiteX142" fmla="*/ 2140744 w 2543175"/>
              <a:gd name="connsiteY142" fmla="*/ 1566862 h 1890712"/>
              <a:gd name="connsiteX143" fmla="*/ 2152650 w 2543175"/>
              <a:gd name="connsiteY143" fmla="*/ 1576387 h 1890712"/>
              <a:gd name="connsiteX144" fmla="*/ 2181225 w 2543175"/>
              <a:gd name="connsiteY144" fmla="*/ 1590675 h 1890712"/>
              <a:gd name="connsiteX145" fmla="*/ 2200275 w 2543175"/>
              <a:gd name="connsiteY145" fmla="*/ 1607344 h 1890712"/>
              <a:gd name="connsiteX146" fmla="*/ 2207419 w 2543175"/>
              <a:gd name="connsiteY146" fmla="*/ 1612106 h 1890712"/>
              <a:gd name="connsiteX147" fmla="*/ 2216944 w 2543175"/>
              <a:gd name="connsiteY147" fmla="*/ 1619250 h 1890712"/>
              <a:gd name="connsiteX148" fmla="*/ 2224088 w 2543175"/>
              <a:gd name="connsiteY148" fmla="*/ 1624012 h 1890712"/>
              <a:gd name="connsiteX149" fmla="*/ 2247900 w 2543175"/>
              <a:gd name="connsiteY149" fmla="*/ 1643062 h 1890712"/>
              <a:gd name="connsiteX150" fmla="*/ 2255044 w 2543175"/>
              <a:gd name="connsiteY150" fmla="*/ 1650206 h 1890712"/>
              <a:gd name="connsiteX151" fmla="*/ 2281238 w 2543175"/>
              <a:gd name="connsiteY151" fmla="*/ 1664494 h 1890712"/>
              <a:gd name="connsiteX152" fmla="*/ 2297907 w 2543175"/>
              <a:gd name="connsiteY152" fmla="*/ 1674019 h 1890712"/>
              <a:gd name="connsiteX153" fmla="*/ 2312194 w 2543175"/>
              <a:gd name="connsiteY153" fmla="*/ 1685925 h 1890712"/>
              <a:gd name="connsiteX154" fmla="*/ 2328863 w 2543175"/>
              <a:gd name="connsiteY154" fmla="*/ 1697831 h 1890712"/>
              <a:gd name="connsiteX155" fmla="*/ 2350294 w 2543175"/>
              <a:gd name="connsiteY155" fmla="*/ 1712119 h 1890712"/>
              <a:gd name="connsiteX156" fmla="*/ 2369344 w 2543175"/>
              <a:gd name="connsiteY156" fmla="*/ 1724025 h 1890712"/>
              <a:gd name="connsiteX157" fmla="*/ 2428876 w 2543175"/>
              <a:gd name="connsiteY157" fmla="*/ 1785938 h 1890712"/>
              <a:gd name="connsiteX158" fmla="*/ 2466975 w 2543175"/>
              <a:gd name="connsiteY158" fmla="*/ 1783556 h 1890712"/>
              <a:gd name="connsiteX159" fmla="*/ 2481263 w 2543175"/>
              <a:gd name="connsiteY159" fmla="*/ 1795462 h 1890712"/>
              <a:gd name="connsiteX160" fmla="*/ 2486025 w 2543175"/>
              <a:gd name="connsiteY160" fmla="*/ 1802606 h 1890712"/>
              <a:gd name="connsiteX161" fmla="*/ 2514600 w 2543175"/>
              <a:gd name="connsiteY161" fmla="*/ 1850231 h 1890712"/>
              <a:gd name="connsiteX162" fmla="*/ 2519363 w 2543175"/>
              <a:gd name="connsiteY162" fmla="*/ 1857375 h 1890712"/>
              <a:gd name="connsiteX163" fmla="*/ 2540794 w 2543175"/>
              <a:gd name="connsiteY163" fmla="*/ 1883569 h 1890712"/>
              <a:gd name="connsiteX164" fmla="*/ 2543175 w 2543175"/>
              <a:gd name="connsiteY16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24088 w 2543175"/>
              <a:gd name="connsiteY147" fmla="*/ 1624012 h 1890712"/>
              <a:gd name="connsiteX148" fmla="*/ 2247900 w 2543175"/>
              <a:gd name="connsiteY148" fmla="*/ 1643062 h 1890712"/>
              <a:gd name="connsiteX149" fmla="*/ 2255044 w 2543175"/>
              <a:gd name="connsiteY149" fmla="*/ 1650206 h 1890712"/>
              <a:gd name="connsiteX150" fmla="*/ 2281238 w 2543175"/>
              <a:gd name="connsiteY150" fmla="*/ 1664494 h 1890712"/>
              <a:gd name="connsiteX151" fmla="*/ 2297907 w 2543175"/>
              <a:gd name="connsiteY151" fmla="*/ 1674019 h 1890712"/>
              <a:gd name="connsiteX152" fmla="*/ 2312194 w 2543175"/>
              <a:gd name="connsiteY152" fmla="*/ 1685925 h 1890712"/>
              <a:gd name="connsiteX153" fmla="*/ 2328863 w 2543175"/>
              <a:gd name="connsiteY153" fmla="*/ 1697831 h 1890712"/>
              <a:gd name="connsiteX154" fmla="*/ 2350294 w 2543175"/>
              <a:gd name="connsiteY154" fmla="*/ 1712119 h 1890712"/>
              <a:gd name="connsiteX155" fmla="*/ 2369344 w 2543175"/>
              <a:gd name="connsiteY155" fmla="*/ 1724025 h 1890712"/>
              <a:gd name="connsiteX156" fmla="*/ 2428876 w 2543175"/>
              <a:gd name="connsiteY156" fmla="*/ 1785938 h 1890712"/>
              <a:gd name="connsiteX157" fmla="*/ 2466975 w 2543175"/>
              <a:gd name="connsiteY157" fmla="*/ 1783556 h 1890712"/>
              <a:gd name="connsiteX158" fmla="*/ 2481263 w 2543175"/>
              <a:gd name="connsiteY158" fmla="*/ 1795462 h 1890712"/>
              <a:gd name="connsiteX159" fmla="*/ 2486025 w 2543175"/>
              <a:gd name="connsiteY159" fmla="*/ 1802606 h 1890712"/>
              <a:gd name="connsiteX160" fmla="*/ 2514600 w 2543175"/>
              <a:gd name="connsiteY160" fmla="*/ 1850231 h 1890712"/>
              <a:gd name="connsiteX161" fmla="*/ 2519363 w 2543175"/>
              <a:gd name="connsiteY161" fmla="*/ 1857375 h 1890712"/>
              <a:gd name="connsiteX162" fmla="*/ 2540794 w 2543175"/>
              <a:gd name="connsiteY162" fmla="*/ 1883569 h 1890712"/>
              <a:gd name="connsiteX163" fmla="*/ 2543175 w 2543175"/>
              <a:gd name="connsiteY163"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24088 w 2543175"/>
              <a:gd name="connsiteY147" fmla="*/ 1624012 h 1890712"/>
              <a:gd name="connsiteX148" fmla="*/ 2247900 w 2543175"/>
              <a:gd name="connsiteY148" fmla="*/ 1643062 h 1890712"/>
              <a:gd name="connsiteX149" fmla="*/ 2255044 w 2543175"/>
              <a:gd name="connsiteY149" fmla="*/ 1650206 h 1890712"/>
              <a:gd name="connsiteX150" fmla="*/ 2281238 w 2543175"/>
              <a:gd name="connsiteY150" fmla="*/ 1664494 h 1890712"/>
              <a:gd name="connsiteX151" fmla="*/ 2297907 w 2543175"/>
              <a:gd name="connsiteY151" fmla="*/ 1674019 h 1890712"/>
              <a:gd name="connsiteX152" fmla="*/ 2312194 w 2543175"/>
              <a:gd name="connsiteY152" fmla="*/ 1685925 h 1890712"/>
              <a:gd name="connsiteX153" fmla="*/ 2328863 w 2543175"/>
              <a:gd name="connsiteY153" fmla="*/ 1697831 h 1890712"/>
              <a:gd name="connsiteX154" fmla="*/ 2350294 w 2543175"/>
              <a:gd name="connsiteY154" fmla="*/ 1712119 h 1890712"/>
              <a:gd name="connsiteX155" fmla="*/ 2428876 w 2543175"/>
              <a:gd name="connsiteY155" fmla="*/ 1785938 h 1890712"/>
              <a:gd name="connsiteX156" fmla="*/ 2466975 w 2543175"/>
              <a:gd name="connsiteY156" fmla="*/ 1783556 h 1890712"/>
              <a:gd name="connsiteX157" fmla="*/ 2481263 w 2543175"/>
              <a:gd name="connsiteY157" fmla="*/ 1795462 h 1890712"/>
              <a:gd name="connsiteX158" fmla="*/ 2486025 w 2543175"/>
              <a:gd name="connsiteY158" fmla="*/ 1802606 h 1890712"/>
              <a:gd name="connsiteX159" fmla="*/ 2514600 w 2543175"/>
              <a:gd name="connsiteY159" fmla="*/ 1850231 h 1890712"/>
              <a:gd name="connsiteX160" fmla="*/ 2519363 w 2543175"/>
              <a:gd name="connsiteY160" fmla="*/ 1857375 h 1890712"/>
              <a:gd name="connsiteX161" fmla="*/ 2540794 w 2543175"/>
              <a:gd name="connsiteY161" fmla="*/ 1883569 h 1890712"/>
              <a:gd name="connsiteX162" fmla="*/ 2543175 w 2543175"/>
              <a:gd name="connsiteY16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297907 w 2543175"/>
              <a:gd name="connsiteY150" fmla="*/ 1674019 h 1890712"/>
              <a:gd name="connsiteX151" fmla="*/ 2312194 w 2543175"/>
              <a:gd name="connsiteY151" fmla="*/ 1685925 h 1890712"/>
              <a:gd name="connsiteX152" fmla="*/ 2328863 w 2543175"/>
              <a:gd name="connsiteY152" fmla="*/ 1697831 h 1890712"/>
              <a:gd name="connsiteX153" fmla="*/ 2350294 w 2543175"/>
              <a:gd name="connsiteY153" fmla="*/ 1712119 h 1890712"/>
              <a:gd name="connsiteX154" fmla="*/ 2428876 w 2543175"/>
              <a:gd name="connsiteY154" fmla="*/ 1785938 h 1890712"/>
              <a:gd name="connsiteX155" fmla="*/ 2466975 w 2543175"/>
              <a:gd name="connsiteY155" fmla="*/ 1783556 h 1890712"/>
              <a:gd name="connsiteX156" fmla="*/ 2481263 w 2543175"/>
              <a:gd name="connsiteY156" fmla="*/ 1795462 h 1890712"/>
              <a:gd name="connsiteX157" fmla="*/ 2486025 w 2543175"/>
              <a:gd name="connsiteY157" fmla="*/ 1802606 h 1890712"/>
              <a:gd name="connsiteX158" fmla="*/ 2514600 w 2543175"/>
              <a:gd name="connsiteY158" fmla="*/ 1850231 h 1890712"/>
              <a:gd name="connsiteX159" fmla="*/ 2519363 w 2543175"/>
              <a:gd name="connsiteY159" fmla="*/ 1857375 h 1890712"/>
              <a:gd name="connsiteX160" fmla="*/ 2540794 w 2543175"/>
              <a:gd name="connsiteY160" fmla="*/ 1883569 h 1890712"/>
              <a:gd name="connsiteX161" fmla="*/ 2543175 w 2543175"/>
              <a:gd name="connsiteY161"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297907 w 2543175"/>
              <a:gd name="connsiteY150" fmla="*/ 1674019 h 1890712"/>
              <a:gd name="connsiteX151" fmla="*/ 2312194 w 2543175"/>
              <a:gd name="connsiteY151" fmla="*/ 1685925 h 1890712"/>
              <a:gd name="connsiteX152" fmla="*/ 2328863 w 2543175"/>
              <a:gd name="connsiteY152" fmla="*/ 1697831 h 1890712"/>
              <a:gd name="connsiteX153" fmla="*/ 2350294 w 2543175"/>
              <a:gd name="connsiteY153" fmla="*/ 1712119 h 1890712"/>
              <a:gd name="connsiteX154" fmla="*/ 2428876 w 2543175"/>
              <a:gd name="connsiteY154" fmla="*/ 1785938 h 1890712"/>
              <a:gd name="connsiteX155" fmla="*/ 2481263 w 2543175"/>
              <a:gd name="connsiteY155" fmla="*/ 1795462 h 1890712"/>
              <a:gd name="connsiteX156" fmla="*/ 2486025 w 2543175"/>
              <a:gd name="connsiteY156" fmla="*/ 1802606 h 1890712"/>
              <a:gd name="connsiteX157" fmla="*/ 2514600 w 2543175"/>
              <a:gd name="connsiteY157" fmla="*/ 1850231 h 1890712"/>
              <a:gd name="connsiteX158" fmla="*/ 2519363 w 2543175"/>
              <a:gd name="connsiteY158" fmla="*/ 1857375 h 1890712"/>
              <a:gd name="connsiteX159" fmla="*/ 2540794 w 2543175"/>
              <a:gd name="connsiteY159" fmla="*/ 1883569 h 1890712"/>
              <a:gd name="connsiteX160" fmla="*/ 2543175 w 2543175"/>
              <a:gd name="connsiteY16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297907 w 2543175"/>
              <a:gd name="connsiteY150" fmla="*/ 1674019 h 1890712"/>
              <a:gd name="connsiteX151" fmla="*/ 2312194 w 2543175"/>
              <a:gd name="connsiteY151" fmla="*/ 1685925 h 1890712"/>
              <a:gd name="connsiteX152" fmla="*/ 2328863 w 2543175"/>
              <a:gd name="connsiteY152" fmla="*/ 1697831 h 1890712"/>
              <a:gd name="connsiteX153" fmla="*/ 2350294 w 2543175"/>
              <a:gd name="connsiteY153" fmla="*/ 1712119 h 1890712"/>
              <a:gd name="connsiteX154" fmla="*/ 2428876 w 2543175"/>
              <a:gd name="connsiteY154" fmla="*/ 1785938 h 1890712"/>
              <a:gd name="connsiteX155" fmla="*/ 2481263 w 2543175"/>
              <a:gd name="connsiteY155" fmla="*/ 1795462 h 1890712"/>
              <a:gd name="connsiteX156" fmla="*/ 2514600 w 2543175"/>
              <a:gd name="connsiteY156" fmla="*/ 1850231 h 1890712"/>
              <a:gd name="connsiteX157" fmla="*/ 2519363 w 2543175"/>
              <a:gd name="connsiteY157" fmla="*/ 1857375 h 1890712"/>
              <a:gd name="connsiteX158" fmla="*/ 2540794 w 2543175"/>
              <a:gd name="connsiteY158" fmla="*/ 1883569 h 1890712"/>
              <a:gd name="connsiteX159" fmla="*/ 2543175 w 2543175"/>
              <a:gd name="connsiteY15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297907 w 2543175"/>
              <a:gd name="connsiteY150" fmla="*/ 1674019 h 1890712"/>
              <a:gd name="connsiteX151" fmla="*/ 2312194 w 2543175"/>
              <a:gd name="connsiteY151" fmla="*/ 1685925 h 1890712"/>
              <a:gd name="connsiteX152" fmla="*/ 2328863 w 2543175"/>
              <a:gd name="connsiteY152" fmla="*/ 1697831 h 1890712"/>
              <a:gd name="connsiteX153" fmla="*/ 2350294 w 2543175"/>
              <a:gd name="connsiteY153" fmla="*/ 1712119 h 1890712"/>
              <a:gd name="connsiteX154" fmla="*/ 2428876 w 2543175"/>
              <a:gd name="connsiteY154" fmla="*/ 1785938 h 1890712"/>
              <a:gd name="connsiteX155" fmla="*/ 2469356 w 2543175"/>
              <a:gd name="connsiteY155" fmla="*/ 1816894 h 1890712"/>
              <a:gd name="connsiteX156" fmla="*/ 2514600 w 2543175"/>
              <a:gd name="connsiteY156" fmla="*/ 1850231 h 1890712"/>
              <a:gd name="connsiteX157" fmla="*/ 2519363 w 2543175"/>
              <a:gd name="connsiteY157" fmla="*/ 1857375 h 1890712"/>
              <a:gd name="connsiteX158" fmla="*/ 2540794 w 2543175"/>
              <a:gd name="connsiteY158" fmla="*/ 1883569 h 1890712"/>
              <a:gd name="connsiteX159" fmla="*/ 2543175 w 2543175"/>
              <a:gd name="connsiteY15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297907 w 2543175"/>
              <a:gd name="connsiteY150" fmla="*/ 1674019 h 1890712"/>
              <a:gd name="connsiteX151" fmla="*/ 2312194 w 2543175"/>
              <a:gd name="connsiteY151" fmla="*/ 1685925 h 1890712"/>
              <a:gd name="connsiteX152" fmla="*/ 2350294 w 2543175"/>
              <a:gd name="connsiteY152" fmla="*/ 1712119 h 1890712"/>
              <a:gd name="connsiteX153" fmla="*/ 2428876 w 2543175"/>
              <a:gd name="connsiteY153" fmla="*/ 1785938 h 1890712"/>
              <a:gd name="connsiteX154" fmla="*/ 2469356 w 2543175"/>
              <a:gd name="connsiteY154" fmla="*/ 1816894 h 1890712"/>
              <a:gd name="connsiteX155" fmla="*/ 2514600 w 2543175"/>
              <a:gd name="connsiteY155" fmla="*/ 1850231 h 1890712"/>
              <a:gd name="connsiteX156" fmla="*/ 2519363 w 2543175"/>
              <a:gd name="connsiteY156" fmla="*/ 1857375 h 1890712"/>
              <a:gd name="connsiteX157" fmla="*/ 2540794 w 2543175"/>
              <a:gd name="connsiteY157" fmla="*/ 1883569 h 1890712"/>
              <a:gd name="connsiteX158" fmla="*/ 2543175 w 2543175"/>
              <a:gd name="connsiteY158"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312194 w 2543175"/>
              <a:gd name="connsiteY150" fmla="*/ 1685925 h 1890712"/>
              <a:gd name="connsiteX151" fmla="*/ 2350294 w 2543175"/>
              <a:gd name="connsiteY151" fmla="*/ 1712119 h 1890712"/>
              <a:gd name="connsiteX152" fmla="*/ 2428876 w 2543175"/>
              <a:gd name="connsiteY152" fmla="*/ 1785938 h 1890712"/>
              <a:gd name="connsiteX153" fmla="*/ 2469356 w 2543175"/>
              <a:gd name="connsiteY153" fmla="*/ 1816894 h 1890712"/>
              <a:gd name="connsiteX154" fmla="*/ 2514600 w 2543175"/>
              <a:gd name="connsiteY154" fmla="*/ 1850231 h 1890712"/>
              <a:gd name="connsiteX155" fmla="*/ 2519363 w 2543175"/>
              <a:gd name="connsiteY155" fmla="*/ 1857375 h 1890712"/>
              <a:gd name="connsiteX156" fmla="*/ 2540794 w 2543175"/>
              <a:gd name="connsiteY156" fmla="*/ 1883569 h 1890712"/>
              <a:gd name="connsiteX157" fmla="*/ 2543175 w 2543175"/>
              <a:gd name="connsiteY157"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81238 w 2543175"/>
              <a:gd name="connsiteY148" fmla="*/ 1664494 h 1890712"/>
              <a:gd name="connsiteX149" fmla="*/ 2312194 w 2543175"/>
              <a:gd name="connsiteY149" fmla="*/ 1685925 h 1890712"/>
              <a:gd name="connsiteX150" fmla="*/ 2350294 w 2543175"/>
              <a:gd name="connsiteY150" fmla="*/ 1712119 h 1890712"/>
              <a:gd name="connsiteX151" fmla="*/ 2428876 w 2543175"/>
              <a:gd name="connsiteY151" fmla="*/ 1785938 h 1890712"/>
              <a:gd name="connsiteX152" fmla="*/ 2469356 w 2543175"/>
              <a:gd name="connsiteY152" fmla="*/ 1816894 h 1890712"/>
              <a:gd name="connsiteX153" fmla="*/ 2514600 w 2543175"/>
              <a:gd name="connsiteY153" fmla="*/ 1850231 h 1890712"/>
              <a:gd name="connsiteX154" fmla="*/ 2519363 w 2543175"/>
              <a:gd name="connsiteY154" fmla="*/ 1857375 h 1890712"/>
              <a:gd name="connsiteX155" fmla="*/ 2540794 w 2543175"/>
              <a:gd name="connsiteY155" fmla="*/ 1883569 h 1890712"/>
              <a:gd name="connsiteX156" fmla="*/ 2543175 w 2543175"/>
              <a:gd name="connsiteY15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81238 w 2543175"/>
              <a:gd name="connsiteY148" fmla="*/ 1674019 h 1890712"/>
              <a:gd name="connsiteX149" fmla="*/ 2312194 w 2543175"/>
              <a:gd name="connsiteY149" fmla="*/ 1685925 h 1890712"/>
              <a:gd name="connsiteX150" fmla="*/ 2350294 w 2543175"/>
              <a:gd name="connsiteY150" fmla="*/ 1712119 h 1890712"/>
              <a:gd name="connsiteX151" fmla="*/ 2428876 w 2543175"/>
              <a:gd name="connsiteY151" fmla="*/ 1785938 h 1890712"/>
              <a:gd name="connsiteX152" fmla="*/ 2469356 w 2543175"/>
              <a:gd name="connsiteY152" fmla="*/ 1816894 h 1890712"/>
              <a:gd name="connsiteX153" fmla="*/ 2514600 w 2543175"/>
              <a:gd name="connsiteY153" fmla="*/ 1850231 h 1890712"/>
              <a:gd name="connsiteX154" fmla="*/ 2519363 w 2543175"/>
              <a:gd name="connsiteY154" fmla="*/ 1857375 h 1890712"/>
              <a:gd name="connsiteX155" fmla="*/ 2540794 w 2543175"/>
              <a:gd name="connsiteY155" fmla="*/ 1883569 h 1890712"/>
              <a:gd name="connsiteX156" fmla="*/ 2543175 w 2543175"/>
              <a:gd name="connsiteY15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81238 w 2543175"/>
              <a:gd name="connsiteY148" fmla="*/ 1674019 h 1890712"/>
              <a:gd name="connsiteX149" fmla="*/ 2312194 w 2543175"/>
              <a:gd name="connsiteY149" fmla="*/ 1702594 h 1890712"/>
              <a:gd name="connsiteX150" fmla="*/ 2350294 w 2543175"/>
              <a:gd name="connsiteY150" fmla="*/ 1712119 h 1890712"/>
              <a:gd name="connsiteX151" fmla="*/ 2428876 w 2543175"/>
              <a:gd name="connsiteY151" fmla="*/ 1785938 h 1890712"/>
              <a:gd name="connsiteX152" fmla="*/ 2469356 w 2543175"/>
              <a:gd name="connsiteY152" fmla="*/ 1816894 h 1890712"/>
              <a:gd name="connsiteX153" fmla="*/ 2514600 w 2543175"/>
              <a:gd name="connsiteY153" fmla="*/ 1850231 h 1890712"/>
              <a:gd name="connsiteX154" fmla="*/ 2519363 w 2543175"/>
              <a:gd name="connsiteY154" fmla="*/ 1857375 h 1890712"/>
              <a:gd name="connsiteX155" fmla="*/ 2540794 w 2543175"/>
              <a:gd name="connsiteY155" fmla="*/ 1883569 h 1890712"/>
              <a:gd name="connsiteX156" fmla="*/ 2543175 w 2543175"/>
              <a:gd name="connsiteY15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81238 w 2543175"/>
              <a:gd name="connsiteY148" fmla="*/ 1674019 h 1890712"/>
              <a:gd name="connsiteX149" fmla="*/ 2312194 w 2543175"/>
              <a:gd name="connsiteY149" fmla="*/ 1702594 h 1890712"/>
              <a:gd name="connsiteX150" fmla="*/ 2369344 w 2543175"/>
              <a:gd name="connsiteY150" fmla="*/ 1757363 h 1890712"/>
              <a:gd name="connsiteX151" fmla="*/ 2428876 w 2543175"/>
              <a:gd name="connsiteY151" fmla="*/ 1785938 h 1890712"/>
              <a:gd name="connsiteX152" fmla="*/ 2469356 w 2543175"/>
              <a:gd name="connsiteY152" fmla="*/ 1816894 h 1890712"/>
              <a:gd name="connsiteX153" fmla="*/ 2514600 w 2543175"/>
              <a:gd name="connsiteY153" fmla="*/ 1850231 h 1890712"/>
              <a:gd name="connsiteX154" fmla="*/ 2519363 w 2543175"/>
              <a:gd name="connsiteY154" fmla="*/ 1857375 h 1890712"/>
              <a:gd name="connsiteX155" fmla="*/ 2540794 w 2543175"/>
              <a:gd name="connsiteY155" fmla="*/ 1883569 h 1890712"/>
              <a:gd name="connsiteX156" fmla="*/ 2543175 w 2543175"/>
              <a:gd name="connsiteY15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907257 w 2543175"/>
              <a:gd name="connsiteY66" fmla="*/ 683419 h 1890712"/>
              <a:gd name="connsiteX67" fmla="*/ 928688 w 2543175"/>
              <a:gd name="connsiteY67" fmla="*/ 695325 h 1890712"/>
              <a:gd name="connsiteX68" fmla="*/ 942975 w 2543175"/>
              <a:gd name="connsiteY68" fmla="*/ 700087 h 1890712"/>
              <a:gd name="connsiteX69" fmla="*/ 964407 w 2543175"/>
              <a:gd name="connsiteY69" fmla="*/ 716756 h 1890712"/>
              <a:gd name="connsiteX70" fmla="*/ 971550 w 2543175"/>
              <a:gd name="connsiteY70" fmla="*/ 723900 h 1890712"/>
              <a:gd name="connsiteX71" fmla="*/ 983457 w 2543175"/>
              <a:gd name="connsiteY71" fmla="*/ 733425 h 1890712"/>
              <a:gd name="connsiteX72" fmla="*/ 990600 w 2543175"/>
              <a:gd name="connsiteY72" fmla="*/ 738187 h 1890712"/>
              <a:gd name="connsiteX73" fmla="*/ 1007269 w 2543175"/>
              <a:gd name="connsiteY73" fmla="*/ 752475 h 1890712"/>
              <a:gd name="connsiteX74" fmla="*/ 1031082 w 2543175"/>
              <a:gd name="connsiteY74" fmla="*/ 766762 h 1890712"/>
              <a:gd name="connsiteX75" fmla="*/ 1042988 w 2543175"/>
              <a:gd name="connsiteY75" fmla="*/ 773906 h 1890712"/>
              <a:gd name="connsiteX76" fmla="*/ 1071563 w 2543175"/>
              <a:gd name="connsiteY76" fmla="*/ 785812 h 1890712"/>
              <a:gd name="connsiteX77" fmla="*/ 1097757 w 2543175"/>
              <a:gd name="connsiteY77" fmla="*/ 807244 h 1890712"/>
              <a:gd name="connsiteX78" fmla="*/ 1104900 w 2543175"/>
              <a:gd name="connsiteY78" fmla="*/ 814387 h 1890712"/>
              <a:gd name="connsiteX79" fmla="*/ 1121569 w 2543175"/>
              <a:gd name="connsiteY79" fmla="*/ 823912 h 1890712"/>
              <a:gd name="connsiteX80" fmla="*/ 1138238 w 2543175"/>
              <a:gd name="connsiteY80" fmla="*/ 835819 h 1890712"/>
              <a:gd name="connsiteX81" fmla="*/ 1147763 w 2543175"/>
              <a:gd name="connsiteY81" fmla="*/ 842962 h 1890712"/>
              <a:gd name="connsiteX82" fmla="*/ 1157288 w 2543175"/>
              <a:gd name="connsiteY82" fmla="*/ 847725 h 1890712"/>
              <a:gd name="connsiteX83" fmla="*/ 1178719 w 2543175"/>
              <a:gd name="connsiteY83" fmla="*/ 859631 h 1890712"/>
              <a:gd name="connsiteX84" fmla="*/ 1188244 w 2543175"/>
              <a:gd name="connsiteY84" fmla="*/ 866775 h 1890712"/>
              <a:gd name="connsiteX85" fmla="*/ 1195388 w 2543175"/>
              <a:gd name="connsiteY85" fmla="*/ 871537 h 1890712"/>
              <a:gd name="connsiteX86" fmla="*/ 1212057 w 2543175"/>
              <a:gd name="connsiteY86" fmla="*/ 883444 h 1890712"/>
              <a:gd name="connsiteX87" fmla="*/ 1226344 w 2543175"/>
              <a:gd name="connsiteY87" fmla="*/ 895350 h 1890712"/>
              <a:gd name="connsiteX88" fmla="*/ 1245394 w 2543175"/>
              <a:gd name="connsiteY88" fmla="*/ 907256 h 1890712"/>
              <a:gd name="connsiteX89" fmla="*/ 1254919 w 2543175"/>
              <a:gd name="connsiteY89" fmla="*/ 914400 h 1890712"/>
              <a:gd name="connsiteX90" fmla="*/ 1269207 w 2543175"/>
              <a:gd name="connsiteY90" fmla="*/ 921544 h 1890712"/>
              <a:gd name="connsiteX91" fmla="*/ 1290638 w 2543175"/>
              <a:gd name="connsiteY91" fmla="*/ 935831 h 1890712"/>
              <a:gd name="connsiteX92" fmla="*/ 1307307 w 2543175"/>
              <a:gd name="connsiteY92" fmla="*/ 952500 h 1890712"/>
              <a:gd name="connsiteX93" fmla="*/ 1333500 w 2543175"/>
              <a:gd name="connsiteY93" fmla="*/ 971550 h 1890712"/>
              <a:gd name="connsiteX94" fmla="*/ 1359694 w 2543175"/>
              <a:gd name="connsiteY94" fmla="*/ 990600 h 1890712"/>
              <a:gd name="connsiteX95" fmla="*/ 1385888 w 2543175"/>
              <a:gd name="connsiteY95" fmla="*/ 1021557 h 1890712"/>
              <a:gd name="connsiteX96" fmla="*/ 1435894 w 2543175"/>
              <a:gd name="connsiteY96" fmla="*/ 1054894 h 1890712"/>
              <a:gd name="connsiteX97" fmla="*/ 1497806 w 2543175"/>
              <a:gd name="connsiteY97" fmla="*/ 1104900 h 1890712"/>
              <a:gd name="connsiteX98" fmla="*/ 1559718 w 2543175"/>
              <a:gd name="connsiteY98" fmla="*/ 1154906 h 1890712"/>
              <a:gd name="connsiteX99" fmla="*/ 1595438 w 2543175"/>
              <a:gd name="connsiteY99" fmla="*/ 1181100 h 1890712"/>
              <a:gd name="connsiteX100" fmla="*/ 1628775 w 2543175"/>
              <a:gd name="connsiteY100" fmla="*/ 1207294 h 1890712"/>
              <a:gd name="connsiteX101" fmla="*/ 1662113 w 2543175"/>
              <a:gd name="connsiteY101" fmla="*/ 1231107 h 1890712"/>
              <a:gd name="connsiteX102" fmla="*/ 1700213 w 2543175"/>
              <a:gd name="connsiteY102" fmla="*/ 1247775 h 1890712"/>
              <a:gd name="connsiteX103" fmla="*/ 1712119 w 2543175"/>
              <a:gd name="connsiteY103" fmla="*/ 1259681 h 1890712"/>
              <a:gd name="connsiteX104" fmla="*/ 1733550 w 2543175"/>
              <a:gd name="connsiteY104" fmla="*/ 1273969 h 1890712"/>
              <a:gd name="connsiteX105" fmla="*/ 1743075 w 2543175"/>
              <a:gd name="connsiteY105" fmla="*/ 1283494 h 1890712"/>
              <a:gd name="connsiteX106" fmla="*/ 1754982 w 2543175"/>
              <a:gd name="connsiteY106" fmla="*/ 1290637 h 1890712"/>
              <a:gd name="connsiteX107" fmla="*/ 1766888 w 2543175"/>
              <a:gd name="connsiteY107" fmla="*/ 1300162 h 1890712"/>
              <a:gd name="connsiteX108" fmla="*/ 1783557 w 2543175"/>
              <a:gd name="connsiteY108" fmla="*/ 1307306 h 1890712"/>
              <a:gd name="connsiteX109" fmla="*/ 1790700 w 2543175"/>
              <a:gd name="connsiteY109" fmla="*/ 1312069 h 1890712"/>
              <a:gd name="connsiteX110" fmla="*/ 1800225 w 2543175"/>
              <a:gd name="connsiteY110" fmla="*/ 1319212 h 1890712"/>
              <a:gd name="connsiteX111" fmla="*/ 1807369 w 2543175"/>
              <a:gd name="connsiteY111" fmla="*/ 1321594 h 1890712"/>
              <a:gd name="connsiteX112" fmla="*/ 1824038 w 2543175"/>
              <a:gd name="connsiteY112" fmla="*/ 1333500 h 1890712"/>
              <a:gd name="connsiteX113" fmla="*/ 1843088 w 2543175"/>
              <a:gd name="connsiteY113" fmla="*/ 1352550 h 1890712"/>
              <a:gd name="connsiteX114" fmla="*/ 1852613 w 2543175"/>
              <a:gd name="connsiteY114" fmla="*/ 1359694 h 1890712"/>
              <a:gd name="connsiteX115" fmla="*/ 1859757 w 2543175"/>
              <a:gd name="connsiteY115" fmla="*/ 1366837 h 1890712"/>
              <a:gd name="connsiteX116" fmla="*/ 1869282 w 2543175"/>
              <a:gd name="connsiteY116" fmla="*/ 1371600 h 1890712"/>
              <a:gd name="connsiteX117" fmla="*/ 1883569 w 2543175"/>
              <a:gd name="connsiteY117" fmla="*/ 1388269 h 1890712"/>
              <a:gd name="connsiteX118" fmla="*/ 1893094 w 2543175"/>
              <a:gd name="connsiteY118" fmla="*/ 1395412 h 1890712"/>
              <a:gd name="connsiteX119" fmla="*/ 1902619 w 2543175"/>
              <a:gd name="connsiteY119" fmla="*/ 1404937 h 1890712"/>
              <a:gd name="connsiteX120" fmla="*/ 1912144 w 2543175"/>
              <a:gd name="connsiteY120" fmla="*/ 1409700 h 1890712"/>
              <a:gd name="connsiteX121" fmla="*/ 1931194 w 2543175"/>
              <a:gd name="connsiteY121" fmla="*/ 1421606 h 1890712"/>
              <a:gd name="connsiteX122" fmla="*/ 1935957 w 2543175"/>
              <a:gd name="connsiteY122" fmla="*/ 1428750 h 1890712"/>
              <a:gd name="connsiteX123" fmla="*/ 1952625 w 2543175"/>
              <a:gd name="connsiteY123" fmla="*/ 1438275 h 1890712"/>
              <a:gd name="connsiteX124" fmla="*/ 1971675 w 2543175"/>
              <a:gd name="connsiteY124" fmla="*/ 1450181 h 1890712"/>
              <a:gd name="connsiteX125" fmla="*/ 1981200 w 2543175"/>
              <a:gd name="connsiteY125" fmla="*/ 1454944 h 1890712"/>
              <a:gd name="connsiteX126" fmla="*/ 1997869 w 2543175"/>
              <a:gd name="connsiteY126" fmla="*/ 1471612 h 1890712"/>
              <a:gd name="connsiteX127" fmla="*/ 2007394 w 2543175"/>
              <a:gd name="connsiteY127" fmla="*/ 1478756 h 1890712"/>
              <a:gd name="connsiteX128" fmla="*/ 2016919 w 2543175"/>
              <a:gd name="connsiteY128" fmla="*/ 1483519 h 1890712"/>
              <a:gd name="connsiteX129" fmla="*/ 2024063 w 2543175"/>
              <a:gd name="connsiteY129" fmla="*/ 1490662 h 1890712"/>
              <a:gd name="connsiteX130" fmla="*/ 2033588 w 2543175"/>
              <a:gd name="connsiteY130" fmla="*/ 1495425 h 1890712"/>
              <a:gd name="connsiteX131" fmla="*/ 2040732 w 2543175"/>
              <a:gd name="connsiteY131" fmla="*/ 1502569 h 1890712"/>
              <a:gd name="connsiteX132" fmla="*/ 2047875 w 2543175"/>
              <a:gd name="connsiteY132" fmla="*/ 1507331 h 1890712"/>
              <a:gd name="connsiteX133" fmla="*/ 2057400 w 2543175"/>
              <a:gd name="connsiteY133" fmla="*/ 1514475 h 1890712"/>
              <a:gd name="connsiteX134" fmla="*/ 2064544 w 2543175"/>
              <a:gd name="connsiteY134" fmla="*/ 1519237 h 1890712"/>
              <a:gd name="connsiteX135" fmla="*/ 2071688 w 2543175"/>
              <a:gd name="connsiteY135" fmla="*/ 1526381 h 1890712"/>
              <a:gd name="connsiteX136" fmla="*/ 2081213 w 2543175"/>
              <a:gd name="connsiteY136" fmla="*/ 1531144 h 1890712"/>
              <a:gd name="connsiteX137" fmla="*/ 2090738 w 2543175"/>
              <a:gd name="connsiteY137" fmla="*/ 1538287 h 1890712"/>
              <a:gd name="connsiteX138" fmla="*/ 2109788 w 2543175"/>
              <a:gd name="connsiteY138" fmla="*/ 1547812 h 1890712"/>
              <a:gd name="connsiteX139" fmla="*/ 2131219 w 2543175"/>
              <a:gd name="connsiteY139" fmla="*/ 1562100 h 1890712"/>
              <a:gd name="connsiteX140" fmla="*/ 2140744 w 2543175"/>
              <a:gd name="connsiteY140" fmla="*/ 1566862 h 1890712"/>
              <a:gd name="connsiteX141" fmla="*/ 2152650 w 2543175"/>
              <a:gd name="connsiteY141" fmla="*/ 1576387 h 1890712"/>
              <a:gd name="connsiteX142" fmla="*/ 2181225 w 2543175"/>
              <a:gd name="connsiteY142" fmla="*/ 1590675 h 1890712"/>
              <a:gd name="connsiteX143" fmla="*/ 2200275 w 2543175"/>
              <a:gd name="connsiteY143" fmla="*/ 1607344 h 1890712"/>
              <a:gd name="connsiteX144" fmla="*/ 2207419 w 2543175"/>
              <a:gd name="connsiteY144" fmla="*/ 1612106 h 1890712"/>
              <a:gd name="connsiteX145" fmla="*/ 2216944 w 2543175"/>
              <a:gd name="connsiteY145" fmla="*/ 1619250 h 1890712"/>
              <a:gd name="connsiteX146" fmla="*/ 2247900 w 2543175"/>
              <a:gd name="connsiteY146" fmla="*/ 1643062 h 1890712"/>
              <a:gd name="connsiteX147" fmla="*/ 2281238 w 2543175"/>
              <a:gd name="connsiteY147" fmla="*/ 1674019 h 1890712"/>
              <a:gd name="connsiteX148" fmla="*/ 2312194 w 2543175"/>
              <a:gd name="connsiteY148" fmla="*/ 1702594 h 1890712"/>
              <a:gd name="connsiteX149" fmla="*/ 2369344 w 2543175"/>
              <a:gd name="connsiteY149" fmla="*/ 1757363 h 1890712"/>
              <a:gd name="connsiteX150" fmla="*/ 2428876 w 2543175"/>
              <a:gd name="connsiteY150" fmla="*/ 1785938 h 1890712"/>
              <a:gd name="connsiteX151" fmla="*/ 2469356 w 2543175"/>
              <a:gd name="connsiteY151" fmla="*/ 1816894 h 1890712"/>
              <a:gd name="connsiteX152" fmla="*/ 2514600 w 2543175"/>
              <a:gd name="connsiteY152" fmla="*/ 1850231 h 1890712"/>
              <a:gd name="connsiteX153" fmla="*/ 2519363 w 2543175"/>
              <a:gd name="connsiteY153" fmla="*/ 1857375 h 1890712"/>
              <a:gd name="connsiteX154" fmla="*/ 2540794 w 2543175"/>
              <a:gd name="connsiteY154" fmla="*/ 1883569 h 1890712"/>
              <a:gd name="connsiteX155" fmla="*/ 2543175 w 2543175"/>
              <a:gd name="connsiteY155"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88207 w 2543175"/>
              <a:gd name="connsiteY64" fmla="*/ 676275 h 1890712"/>
              <a:gd name="connsiteX65" fmla="*/ 907257 w 2543175"/>
              <a:gd name="connsiteY65" fmla="*/ 683419 h 1890712"/>
              <a:gd name="connsiteX66" fmla="*/ 928688 w 2543175"/>
              <a:gd name="connsiteY66" fmla="*/ 695325 h 1890712"/>
              <a:gd name="connsiteX67" fmla="*/ 942975 w 2543175"/>
              <a:gd name="connsiteY67" fmla="*/ 700087 h 1890712"/>
              <a:gd name="connsiteX68" fmla="*/ 964407 w 2543175"/>
              <a:gd name="connsiteY68" fmla="*/ 716756 h 1890712"/>
              <a:gd name="connsiteX69" fmla="*/ 971550 w 2543175"/>
              <a:gd name="connsiteY69" fmla="*/ 723900 h 1890712"/>
              <a:gd name="connsiteX70" fmla="*/ 983457 w 2543175"/>
              <a:gd name="connsiteY70" fmla="*/ 733425 h 1890712"/>
              <a:gd name="connsiteX71" fmla="*/ 990600 w 2543175"/>
              <a:gd name="connsiteY71" fmla="*/ 738187 h 1890712"/>
              <a:gd name="connsiteX72" fmla="*/ 1007269 w 2543175"/>
              <a:gd name="connsiteY72" fmla="*/ 752475 h 1890712"/>
              <a:gd name="connsiteX73" fmla="*/ 1031082 w 2543175"/>
              <a:gd name="connsiteY73" fmla="*/ 766762 h 1890712"/>
              <a:gd name="connsiteX74" fmla="*/ 1042988 w 2543175"/>
              <a:gd name="connsiteY74" fmla="*/ 773906 h 1890712"/>
              <a:gd name="connsiteX75" fmla="*/ 1071563 w 2543175"/>
              <a:gd name="connsiteY75" fmla="*/ 785812 h 1890712"/>
              <a:gd name="connsiteX76" fmla="*/ 1097757 w 2543175"/>
              <a:gd name="connsiteY76" fmla="*/ 807244 h 1890712"/>
              <a:gd name="connsiteX77" fmla="*/ 1104900 w 2543175"/>
              <a:gd name="connsiteY77" fmla="*/ 814387 h 1890712"/>
              <a:gd name="connsiteX78" fmla="*/ 1121569 w 2543175"/>
              <a:gd name="connsiteY78" fmla="*/ 823912 h 1890712"/>
              <a:gd name="connsiteX79" fmla="*/ 1138238 w 2543175"/>
              <a:gd name="connsiteY79" fmla="*/ 835819 h 1890712"/>
              <a:gd name="connsiteX80" fmla="*/ 1147763 w 2543175"/>
              <a:gd name="connsiteY80" fmla="*/ 842962 h 1890712"/>
              <a:gd name="connsiteX81" fmla="*/ 1157288 w 2543175"/>
              <a:gd name="connsiteY81" fmla="*/ 847725 h 1890712"/>
              <a:gd name="connsiteX82" fmla="*/ 1178719 w 2543175"/>
              <a:gd name="connsiteY82" fmla="*/ 859631 h 1890712"/>
              <a:gd name="connsiteX83" fmla="*/ 1188244 w 2543175"/>
              <a:gd name="connsiteY83" fmla="*/ 866775 h 1890712"/>
              <a:gd name="connsiteX84" fmla="*/ 1195388 w 2543175"/>
              <a:gd name="connsiteY84" fmla="*/ 871537 h 1890712"/>
              <a:gd name="connsiteX85" fmla="*/ 1212057 w 2543175"/>
              <a:gd name="connsiteY85" fmla="*/ 883444 h 1890712"/>
              <a:gd name="connsiteX86" fmla="*/ 1226344 w 2543175"/>
              <a:gd name="connsiteY86" fmla="*/ 895350 h 1890712"/>
              <a:gd name="connsiteX87" fmla="*/ 1245394 w 2543175"/>
              <a:gd name="connsiteY87" fmla="*/ 907256 h 1890712"/>
              <a:gd name="connsiteX88" fmla="*/ 1254919 w 2543175"/>
              <a:gd name="connsiteY88" fmla="*/ 914400 h 1890712"/>
              <a:gd name="connsiteX89" fmla="*/ 1269207 w 2543175"/>
              <a:gd name="connsiteY89" fmla="*/ 921544 h 1890712"/>
              <a:gd name="connsiteX90" fmla="*/ 1290638 w 2543175"/>
              <a:gd name="connsiteY90" fmla="*/ 935831 h 1890712"/>
              <a:gd name="connsiteX91" fmla="*/ 1307307 w 2543175"/>
              <a:gd name="connsiteY91" fmla="*/ 952500 h 1890712"/>
              <a:gd name="connsiteX92" fmla="*/ 1333500 w 2543175"/>
              <a:gd name="connsiteY92" fmla="*/ 971550 h 1890712"/>
              <a:gd name="connsiteX93" fmla="*/ 1359694 w 2543175"/>
              <a:gd name="connsiteY93" fmla="*/ 990600 h 1890712"/>
              <a:gd name="connsiteX94" fmla="*/ 1385888 w 2543175"/>
              <a:gd name="connsiteY94" fmla="*/ 1021557 h 1890712"/>
              <a:gd name="connsiteX95" fmla="*/ 1435894 w 2543175"/>
              <a:gd name="connsiteY95" fmla="*/ 1054894 h 1890712"/>
              <a:gd name="connsiteX96" fmla="*/ 1497806 w 2543175"/>
              <a:gd name="connsiteY96" fmla="*/ 1104900 h 1890712"/>
              <a:gd name="connsiteX97" fmla="*/ 1559718 w 2543175"/>
              <a:gd name="connsiteY97" fmla="*/ 1154906 h 1890712"/>
              <a:gd name="connsiteX98" fmla="*/ 1595438 w 2543175"/>
              <a:gd name="connsiteY98" fmla="*/ 1181100 h 1890712"/>
              <a:gd name="connsiteX99" fmla="*/ 1628775 w 2543175"/>
              <a:gd name="connsiteY99" fmla="*/ 1207294 h 1890712"/>
              <a:gd name="connsiteX100" fmla="*/ 1662113 w 2543175"/>
              <a:gd name="connsiteY100" fmla="*/ 1231107 h 1890712"/>
              <a:gd name="connsiteX101" fmla="*/ 1700213 w 2543175"/>
              <a:gd name="connsiteY101" fmla="*/ 1247775 h 1890712"/>
              <a:gd name="connsiteX102" fmla="*/ 1712119 w 2543175"/>
              <a:gd name="connsiteY102" fmla="*/ 1259681 h 1890712"/>
              <a:gd name="connsiteX103" fmla="*/ 1733550 w 2543175"/>
              <a:gd name="connsiteY103" fmla="*/ 1273969 h 1890712"/>
              <a:gd name="connsiteX104" fmla="*/ 1743075 w 2543175"/>
              <a:gd name="connsiteY104" fmla="*/ 1283494 h 1890712"/>
              <a:gd name="connsiteX105" fmla="*/ 1754982 w 2543175"/>
              <a:gd name="connsiteY105" fmla="*/ 1290637 h 1890712"/>
              <a:gd name="connsiteX106" fmla="*/ 1766888 w 2543175"/>
              <a:gd name="connsiteY106" fmla="*/ 1300162 h 1890712"/>
              <a:gd name="connsiteX107" fmla="*/ 1783557 w 2543175"/>
              <a:gd name="connsiteY107" fmla="*/ 1307306 h 1890712"/>
              <a:gd name="connsiteX108" fmla="*/ 1790700 w 2543175"/>
              <a:gd name="connsiteY108" fmla="*/ 1312069 h 1890712"/>
              <a:gd name="connsiteX109" fmla="*/ 1800225 w 2543175"/>
              <a:gd name="connsiteY109" fmla="*/ 1319212 h 1890712"/>
              <a:gd name="connsiteX110" fmla="*/ 1807369 w 2543175"/>
              <a:gd name="connsiteY110" fmla="*/ 1321594 h 1890712"/>
              <a:gd name="connsiteX111" fmla="*/ 1824038 w 2543175"/>
              <a:gd name="connsiteY111" fmla="*/ 1333500 h 1890712"/>
              <a:gd name="connsiteX112" fmla="*/ 1843088 w 2543175"/>
              <a:gd name="connsiteY112" fmla="*/ 1352550 h 1890712"/>
              <a:gd name="connsiteX113" fmla="*/ 1852613 w 2543175"/>
              <a:gd name="connsiteY113" fmla="*/ 1359694 h 1890712"/>
              <a:gd name="connsiteX114" fmla="*/ 1859757 w 2543175"/>
              <a:gd name="connsiteY114" fmla="*/ 1366837 h 1890712"/>
              <a:gd name="connsiteX115" fmla="*/ 1869282 w 2543175"/>
              <a:gd name="connsiteY115" fmla="*/ 1371600 h 1890712"/>
              <a:gd name="connsiteX116" fmla="*/ 1883569 w 2543175"/>
              <a:gd name="connsiteY116" fmla="*/ 1388269 h 1890712"/>
              <a:gd name="connsiteX117" fmla="*/ 1893094 w 2543175"/>
              <a:gd name="connsiteY117" fmla="*/ 1395412 h 1890712"/>
              <a:gd name="connsiteX118" fmla="*/ 1902619 w 2543175"/>
              <a:gd name="connsiteY118" fmla="*/ 1404937 h 1890712"/>
              <a:gd name="connsiteX119" fmla="*/ 1912144 w 2543175"/>
              <a:gd name="connsiteY119" fmla="*/ 1409700 h 1890712"/>
              <a:gd name="connsiteX120" fmla="*/ 1931194 w 2543175"/>
              <a:gd name="connsiteY120" fmla="*/ 1421606 h 1890712"/>
              <a:gd name="connsiteX121" fmla="*/ 1935957 w 2543175"/>
              <a:gd name="connsiteY121" fmla="*/ 1428750 h 1890712"/>
              <a:gd name="connsiteX122" fmla="*/ 1952625 w 2543175"/>
              <a:gd name="connsiteY122" fmla="*/ 1438275 h 1890712"/>
              <a:gd name="connsiteX123" fmla="*/ 1971675 w 2543175"/>
              <a:gd name="connsiteY123" fmla="*/ 1450181 h 1890712"/>
              <a:gd name="connsiteX124" fmla="*/ 1981200 w 2543175"/>
              <a:gd name="connsiteY124" fmla="*/ 1454944 h 1890712"/>
              <a:gd name="connsiteX125" fmla="*/ 1997869 w 2543175"/>
              <a:gd name="connsiteY125" fmla="*/ 1471612 h 1890712"/>
              <a:gd name="connsiteX126" fmla="*/ 2007394 w 2543175"/>
              <a:gd name="connsiteY126" fmla="*/ 1478756 h 1890712"/>
              <a:gd name="connsiteX127" fmla="*/ 2016919 w 2543175"/>
              <a:gd name="connsiteY127" fmla="*/ 1483519 h 1890712"/>
              <a:gd name="connsiteX128" fmla="*/ 2024063 w 2543175"/>
              <a:gd name="connsiteY128" fmla="*/ 1490662 h 1890712"/>
              <a:gd name="connsiteX129" fmla="*/ 2033588 w 2543175"/>
              <a:gd name="connsiteY129" fmla="*/ 1495425 h 1890712"/>
              <a:gd name="connsiteX130" fmla="*/ 2040732 w 2543175"/>
              <a:gd name="connsiteY130" fmla="*/ 1502569 h 1890712"/>
              <a:gd name="connsiteX131" fmla="*/ 2047875 w 2543175"/>
              <a:gd name="connsiteY131" fmla="*/ 1507331 h 1890712"/>
              <a:gd name="connsiteX132" fmla="*/ 2057400 w 2543175"/>
              <a:gd name="connsiteY132" fmla="*/ 1514475 h 1890712"/>
              <a:gd name="connsiteX133" fmla="*/ 2064544 w 2543175"/>
              <a:gd name="connsiteY133" fmla="*/ 1519237 h 1890712"/>
              <a:gd name="connsiteX134" fmla="*/ 2071688 w 2543175"/>
              <a:gd name="connsiteY134" fmla="*/ 1526381 h 1890712"/>
              <a:gd name="connsiteX135" fmla="*/ 2081213 w 2543175"/>
              <a:gd name="connsiteY135" fmla="*/ 1531144 h 1890712"/>
              <a:gd name="connsiteX136" fmla="*/ 2090738 w 2543175"/>
              <a:gd name="connsiteY136" fmla="*/ 1538287 h 1890712"/>
              <a:gd name="connsiteX137" fmla="*/ 2109788 w 2543175"/>
              <a:gd name="connsiteY137" fmla="*/ 1547812 h 1890712"/>
              <a:gd name="connsiteX138" fmla="*/ 2131219 w 2543175"/>
              <a:gd name="connsiteY138" fmla="*/ 1562100 h 1890712"/>
              <a:gd name="connsiteX139" fmla="*/ 2140744 w 2543175"/>
              <a:gd name="connsiteY139" fmla="*/ 1566862 h 1890712"/>
              <a:gd name="connsiteX140" fmla="*/ 2152650 w 2543175"/>
              <a:gd name="connsiteY140" fmla="*/ 1576387 h 1890712"/>
              <a:gd name="connsiteX141" fmla="*/ 2181225 w 2543175"/>
              <a:gd name="connsiteY141" fmla="*/ 1590675 h 1890712"/>
              <a:gd name="connsiteX142" fmla="*/ 2200275 w 2543175"/>
              <a:gd name="connsiteY142" fmla="*/ 1607344 h 1890712"/>
              <a:gd name="connsiteX143" fmla="*/ 2207419 w 2543175"/>
              <a:gd name="connsiteY143" fmla="*/ 1612106 h 1890712"/>
              <a:gd name="connsiteX144" fmla="*/ 2216944 w 2543175"/>
              <a:gd name="connsiteY144" fmla="*/ 1619250 h 1890712"/>
              <a:gd name="connsiteX145" fmla="*/ 2247900 w 2543175"/>
              <a:gd name="connsiteY145" fmla="*/ 1643062 h 1890712"/>
              <a:gd name="connsiteX146" fmla="*/ 2281238 w 2543175"/>
              <a:gd name="connsiteY146" fmla="*/ 1674019 h 1890712"/>
              <a:gd name="connsiteX147" fmla="*/ 2312194 w 2543175"/>
              <a:gd name="connsiteY147" fmla="*/ 1702594 h 1890712"/>
              <a:gd name="connsiteX148" fmla="*/ 2369344 w 2543175"/>
              <a:gd name="connsiteY148" fmla="*/ 1757363 h 1890712"/>
              <a:gd name="connsiteX149" fmla="*/ 2428876 w 2543175"/>
              <a:gd name="connsiteY149" fmla="*/ 1785938 h 1890712"/>
              <a:gd name="connsiteX150" fmla="*/ 2469356 w 2543175"/>
              <a:gd name="connsiteY150" fmla="*/ 1816894 h 1890712"/>
              <a:gd name="connsiteX151" fmla="*/ 2514600 w 2543175"/>
              <a:gd name="connsiteY151" fmla="*/ 1850231 h 1890712"/>
              <a:gd name="connsiteX152" fmla="*/ 2519363 w 2543175"/>
              <a:gd name="connsiteY152" fmla="*/ 1857375 h 1890712"/>
              <a:gd name="connsiteX153" fmla="*/ 2540794 w 2543175"/>
              <a:gd name="connsiteY153" fmla="*/ 1883569 h 1890712"/>
              <a:gd name="connsiteX154" fmla="*/ 2543175 w 2543175"/>
              <a:gd name="connsiteY154" fmla="*/ 1890712 h 1890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2543175" h="1890712">
                <a:moveTo>
                  <a:pt x="0" y="0"/>
                </a:moveTo>
                <a:cubicBezTo>
                  <a:pt x="3969" y="3969"/>
                  <a:pt x="7477" y="8460"/>
                  <a:pt x="11907" y="11906"/>
                </a:cubicBezTo>
                <a:cubicBezTo>
                  <a:pt x="14709" y="14085"/>
                  <a:pt x="18922" y="14159"/>
                  <a:pt x="21432" y="16669"/>
                </a:cubicBezTo>
                <a:cubicBezTo>
                  <a:pt x="23207" y="18444"/>
                  <a:pt x="22354" y="21770"/>
                  <a:pt x="23813" y="23812"/>
                </a:cubicBezTo>
                <a:cubicBezTo>
                  <a:pt x="26423" y="27466"/>
                  <a:pt x="30381" y="29958"/>
                  <a:pt x="33338" y="33337"/>
                </a:cubicBezTo>
                <a:cubicBezTo>
                  <a:pt x="35951" y="36324"/>
                  <a:pt x="37676" y="40056"/>
                  <a:pt x="40482" y="42862"/>
                </a:cubicBezTo>
                <a:cubicBezTo>
                  <a:pt x="42506" y="44886"/>
                  <a:pt x="45296" y="45961"/>
                  <a:pt x="47625" y="47625"/>
                </a:cubicBezTo>
                <a:cubicBezTo>
                  <a:pt x="50854" y="49932"/>
                  <a:pt x="53920" y="52462"/>
                  <a:pt x="57150" y="54769"/>
                </a:cubicBezTo>
                <a:cubicBezTo>
                  <a:pt x="59479" y="56432"/>
                  <a:pt x="62004" y="57814"/>
                  <a:pt x="64294" y="59531"/>
                </a:cubicBezTo>
                <a:cubicBezTo>
                  <a:pt x="70526" y="64205"/>
                  <a:pt x="76425" y="69975"/>
                  <a:pt x="83344" y="73819"/>
                </a:cubicBezTo>
                <a:cubicBezTo>
                  <a:pt x="87999" y="76405"/>
                  <a:pt x="92977" y="78376"/>
                  <a:pt x="97632" y="80962"/>
                </a:cubicBezTo>
                <a:cubicBezTo>
                  <a:pt x="100134" y="82352"/>
                  <a:pt x="102602" y="83862"/>
                  <a:pt x="104775" y="85725"/>
                </a:cubicBezTo>
                <a:cubicBezTo>
                  <a:pt x="108184" y="88647"/>
                  <a:pt x="110492" y="92870"/>
                  <a:pt x="114300" y="95250"/>
                </a:cubicBezTo>
                <a:cubicBezTo>
                  <a:pt x="117075" y="96984"/>
                  <a:pt x="120650" y="96837"/>
                  <a:pt x="123825" y="97631"/>
                </a:cubicBezTo>
                <a:cubicBezTo>
                  <a:pt x="126206" y="100012"/>
                  <a:pt x="128412" y="102583"/>
                  <a:pt x="130969" y="104775"/>
                </a:cubicBezTo>
                <a:cubicBezTo>
                  <a:pt x="133982" y="107358"/>
                  <a:pt x="137264" y="109612"/>
                  <a:pt x="140494" y="111919"/>
                </a:cubicBezTo>
                <a:cubicBezTo>
                  <a:pt x="142823" y="113582"/>
                  <a:pt x="145439" y="114849"/>
                  <a:pt x="147638" y="116681"/>
                </a:cubicBezTo>
                <a:cubicBezTo>
                  <a:pt x="162120" y="128749"/>
                  <a:pt x="146681" y="119775"/>
                  <a:pt x="164307" y="128587"/>
                </a:cubicBezTo>
                <a:cubicBezTo>
                  <a:pt x="175940" y="140221"/>
                  <a:pt x="166351" y="132138"/>
                  <a:pt x="180975" y="140494"/>
                </a:cubicBezTo>
                <a:cubicBezTo>
                  <a:pt x="186596" y="143706"/>
                  <a:pt x="192522" y="148741"/>
                  <a:pt x="197644" y="152400"/>
                </a:cubicBezTo>
                <a:cubicBezTo>
                  <a:pt x="199973" y="154063"/>
                  <a:pt x="202459" y="155499"/>
                  <a:pt x="204788" y="157162"/>
                </a:cubicBezTo>
                <a:cubicBezTo>
                  <a:pt x="208018" y="159469"/>
                  <a:pt x="211507" y="161500"/>
                  <a:pt x="214313" y="164306"/>
                </a:cubicBezTo>
                <a:cubicBezTo>
                  <a:pt x="225954" y="175947"/>
                  <a:pt x="216166" y="172508"/>
                  <a:pt x="230982" y="180975"/>
                </a:cubicBezTo>
                <a:cubicBezTo>
                  <a:pt x="233514" y="182422"/>
                  <a:pt x="236141" y="179387"/>
                  <a:pt x="247650" y="185737"/>
                </a:cubicBezTo>
                <a:cubicBezTo>
                  <a:pt x="259159" y="192087"/>
                  <a:pt x="284163" y="207566"/>
                  <a:pt x="300038" y="219075"/>
                </a:cubicBezTo>
                <a:cubicBezTo>
                  <a:pt x="315913" y="230584"/>
                  <a:pt x="331788" y="247253"/>
                  <a:pt x="342900" y="254794"/>
                </a:cubicBezTo>
                <a:cubicBezTo>
                  <a:pt x="351711" y="272418"/>
                  <a:pt x="361951" y="261541"/>
                  <a:pt x="366713" y="264319"/>
                </a:cubicBezTo>
                <a:cubicBezTo>
                  <a:pt x="371475" y="267097"/>
                  <a:pt x="368300" y="268287"/>
                  <a:pt x="371475" y="271462"/>
                </a:cubicBezTo>
                <a:cubicBezTo>
                  <a:pt x="374650" y="274637"/>
                  <a:pt x="380207" y="279400"/>
                  <a:pt x="385763" y="283369"/>
                </a:cubicBezTo>
                <a:cubicBezTo>
                  <a:pt x="391319" y="287338"/>
                  <a:pt x="400447" y="292894"/>
                  <a:pt x="404813" y="295275"/>
                </a:cubicBezTo>
                <a:cubicBezTo>
                  <a:pt x="409179" y="297656"/>
                  <a:pt x="401638" y="292100"/>
                  <a:pt x="411957" y="297656"/>
                </a:cubicBezTo>
                <a:cubicBezTo>
                  <a:pt x="422276" y="303212"/>
                  <a:pt x="456010" y="322262"/>
                  <a:pt x="466725" y="328612"/>
                </a:cubicBezTo>
                <a:cubicBezTo>
                  <a:pt x="477440" y="334962"/>
                  <a:pt x="473444" y="332950"/>
                  <a:pt x="476250" y="335756"/>
                </a:cubicBezTo>
                <a:cubicBezTo>
                  <a:pt x="478274" y="337780"/>
                  <a:pt x="479150" y="340727"/>
                  <a:pt x="481013" y="342900"/>
                </a:cubicBezTo>
                <a:cubicBezTo>
                  <a:pt x="483935" y="346309"/>
                  <a:pt x="487616" y="349016"/>
                  <a:pt x="490538" y="352425"/>
                </a:cubicBezTo>
                <a:cubicBezTo>
                  <a:pt x="492400" y="354598"/>
                  <a:pt x="493637" y="357240"/>
                  <a:pt x="495300" y="359569"/>
                </a:cubicBezTo>
                <a:cubicBezTo>
                  <a:pt x="513137" y="384542"/>
                  <a:pt x="492279" y="355466"/>
                  <a:pt x="509588" y="376237"/>
                </a:cubicBezTo>
                <a:cubicBezTo>
                  <a:pt x="511420" y="378436"/>
                  <a:pt x="512518" y="381182"/>
                  <a:pt x="514350" y="383381"/>
                </a:cubicBezTo>
                <a:cubicBezTo>
                  <a:pt x="527305" y="398928"/>
                  <a:pt x="515259" y="381909"/>
                  <a:pt x="531019" y="397669"/>
                </a:cubicBezTo>
                <a:cubicBezTo>
                  <a:pt x="533825" y="400475"/>
                  <a:pt x="535550" y="404207"/>
                  <a:pt x="538163" y="407194"/>
                </a:cubicBezTo>
                <a:cubicBezTo>
                  <a:pt x="555321" y="426803"/>
                  <a:pt x="540377" y="409091"/>
                  <a:pt x="554832" y="421481"/>
                </a:cubicBezTo>
                <a:cubicBezTo>
                  <a:pt x="558241" y="424403"/>
                  <a:pt x="560978" y="428049"/>
                  <a:pt x="564357" y="431006"/>
                </a:cubicBezTo>
                <a:cubicBezTo>
                  <a:pt x="567344" y="433619"/>
                  <a:pt x="570783" y="435671"/>
                  <a:pt x="573882" y="438150"/>
                </a:cubicBezTo>
                <a:cubicBezTo>
                  <a:pt x="577392" y="440958"/>
                  <a:pt x="589001" y="451663"/>
                  <a:pt x="595313" y="454819"/>
                </a:cubicBezTo>
                <a:cubicBezTo>
                  <a:pt x="597558" y="455942"/>
                  <a:pt x="600212" y="456077"/>
                  <a:pt x="602457" y="457200"/>
                </a:cubicBezTo>
                <a:cubicBezTo>
                  <a:pt x="627542" y="469743"/>
                  <a:pt x="610065" y="464460"/>
                  <a:pt x="628650" y="469106"/>
                </a:cubicBezTo>
                <a:cubicBezTo>
                  <a:pt x="634206" y="473869"/>
                  <a:pt x="639401" y="479090"/>
                  <a:pt x="645319" y="483394"/>
                </a:cubicBezTo>
                <a:cubicBezTo>
                  <a:pt x="648190" y="485482"/>
                  <a:pt x="652149" y="485846"/>
                  <a:pt x="654844" y="488156"/>
                </a:cubicBezTo>
                <a:cubicBezTo>
                  <a:pt x="657857" y="490739"/>
                  <a:pt x="659062" y="494999"/>
                  <a:pt x="661988" y="497681"/>
                </a:cubicBezTo>
                <a:cubicBezTo>
                  <a:pt x="668659" y="503796"/>
                  <a:pt x="675889" y="509330"/>
                  <a:pt x="683419" y="514350"/>
                </a:cubicBezTo>
                <a:cubicBezTo>
                  <a:pt x="688757" y="517908"/>
                  <a:pt x="695358" y="522117"/>
                  <a:pt x="700088" y="526256"/>
                </a:cubicBezTo>
                <a:cubicBezTo>
                  <a:pt x="703467" y="529213"/>
                  <a:pt x="706234" y="532824"/>
                  <a:pt x="709613" y="535781"/>
                </a:cubicBezTo>
                <a:cubicBezTo>
                  <a:pt x="712600" y="538394"/>
                  <a:pt x="716188" y="540270"/>
                  <a:pt x="719138" y="542925"/>
                </a:cubicBezTo>
                <a:cubicBezTo>
                  <a:pt x="724144" y="547430"/>
                  <a:pt x="727401" y="554200"/>
                  <a:pt x="733425" y="557212"/>
                </a:cubicBezTo>
                <a:cubicBezTo>
                  <a:pt x="758177" y="569589"/>
                  <a:pt x="728852" y="553670"/>
                  <a:pt x="750094" y="569119"/>
                </a:cubicBezTo>
                <a:cubicBezTo>
                  <a:pt x="756150" y="573523"/>
                  <a:pt x="762723" y="577172"/>
                  <a:pt x="769144" y="581025"/>
                </a:cubicBezTo>
                <a:cubicBezTo>
                  <a:pt x="774632" y="584317"/>
                  <a:pt x="785813" y="590550"/>
                  <a:pt x="785813" y="590550"/>
                </a:cubicBezTo>
                <a:cubicBezTo>
                  <a:pt x="788194" y="593725"/>
                  <a:pt x="790151" y="597269"/>
                  <a:pt x="792957" y="600075"/>
                </a:cubicBezTo>
                <a:cubicBezTo>
                  <a:pt x="801539" y="608657"/>
                  <a:pt x="801510" y="605219"/>
                  <a:pt x="809625" y="611981"/>
                </a:cubicBezTo>
                <a:cubicBezTo>
                  <a:pt x="812212" y="614137"/>
                  <a:pt x="814212" y="616933"/>
                  <a:pt x="816769" y="619125"/>
                </a:cubicBezTo>
                <a:cubicBezTo>
                  <a:pt x="819782" y="621708"/>
                  <a:pt x="823195" y="623790"/>
                  <a:pt x="826294" y="626269"/>
                </a:cubicBezTo>
                <a:cubicBezTo>
                  <a:pt x="831135" y="630142"/>
                  <a:pt x="835948" y="634056"/>
                  <a:pt x="840582" y="638175"/>
                </a:cubicBezTo>
                <a:cubicBezTo>
                  <a:pt x="843099" y="640412"/>
                  <a:pt x="845168" y="643127"/>
                  <a:pt x="847725" y="645319"/>
                </a:cubicBezTo>
                <a:cubicBezTo>
                  <a:pt x="850738" y="647902"/>
                  <a:pt x="850503" y="647303"/>
                  <a:pt x="857250" y="652462"/>
                </a:cubicBezTo>
                <a:cubicBezTo>
                  <a:pt x="863997" y="657621"/>
                  <a:pt x="879873" y="671116"/>
                  <a:pt x="888207" y="676275"/>
                </a:cubicBezTo>
                <a:cubicBezTo>
                  <a:pt x="896541" y="681434"/>
                  <a:pt x="900510" y="680244"/>
                  <a:pt x="907257" y="683419"/>
                </a:cubicBezTo>
                <a:cubicBezTo>
                  <a:pt x="913293" y="687040"/>
                  <a:pt x="921861" y="692594"/>
                  <a:pt x="928688" y="695325"/>
                </a:cubicBezTo>
                <a:cubicBezTo>
                  <a:pt x="933349" y="697189"/>
                  <a:pt x="938213" y="698500"/>
                  <a:pt x="942975" y="700087"/>
                </a:cubicBezTo>
                <a:cubicBezTo>
                  <a:pt x="950119" y="705643"/>
                  <a:pt x="958008" y="710356"/>
                  <a:pt x="964407" y="716756"/>
                </a:cubicBezTo>
                <a:cubicBezTo>
                  <a:pt x="966788" y="719137"/>
                  <a:pt x="969016" y="721682"/>
                  <a:pt x="971550" y="723900"/>
                </a:cubicBezTo>
                <a:cubicBezTo>
                  <a:pt x="975375" y="727247"/>
                  <a:pt x="979391" y="730375"/>
                  <a:pt x="983457" y="733425"/>
                </a:cubicBezTo>
                <a:cubicBezTo>
                  <a:pt x="985746" y="735142"/>
                  <a:pt x="988402" y="736355"/>
                  <a:pt x="990600" y="738187"/>
                </a:cubicBezTo>
                <a:cubicBezTo>
                  <a:pt x="1003421" y="748872"/>
                  <a:pt x="991667" y="742445"/>
                  <a:pt x="1007269" y="752475"/>
                </a:cubicBezTo>
                <a:cubicBezTo>
                  <a:pt x="1015056" y="757481"/>
                  <a:pt x="1023144" y="762000"/>
                  <a:pt x="1031082" y="766762"/>
                </a:cubicBezTo>
                <a:cubicBezTo>
                  <a:pt x="1035051" y="769143"/>
                  <a:pt x="1038597" y="772442"/>
                  <a:pt x="1042988" y="773906"/>
                </a:cubicBezTo>
                <a:cubicBezTo>
                  <a:pt x="1062326" y="780353"/>
                  <a:pt x="1052785" y="776424"/>
                  <a:pt x="1071563" y="785812"/>
                </a:cubicBezTo>
                <a:cubicBezTo>
                  <a:pt x="1104554" y="818805"/>
                  <a:pt x="1069470" y="786029"/>
                  <a:pt x="1097757" y="807244"/>
                </a:cubicBezTo>
                <a:cubicBezTo>
                  <a:pt x="1100451" y="809264"/>
                  <a:pt x="1102343" y="812196"/>
                  <a:pt x="1104900" y="814387"/>
                </a:cubicBezTo>
                <a:cubicBezTo>
                  <a:pt x="1114075" y="822251"/>
                  <a:pt x="1112151" y="820773"/>
                  <a:pt x="1121569" y="823912"/>
                </a:cubicBezTo>
                <a:cubicBezTo>
                  <a:pt x="1135186" y="837529"/>
                  <a:pt x="1121524" y="825373"/>
                  <a:pt x="1138238" y="835819"/>
                </a:cubicBezTo>
                <a:cubicBezTo>
                  <a:pt x="1141603" y="837922"/>
                  <a:pt x="1144398" y="840859"/>
                  <a:pt x="1147763" y="842962"/>
                </a:cubicBezTo>
                <a:cubicBezTo>
                  <a:pt x="1150773" y="844843"/>
                  <a:pt x="1154334" y="845756"/>
                  <a:pt x="1157288" y="847725"/>
                </a:cubicBezTo>
                <a:cubicBezTo>
                  <a:pt x="1176376" y="860451"/>
                  <a:pt x="1161284" y="855273"/>
                  <a:pt x="1178719" y="859631"/>
                </a:cubicBezTo>
                <a:cubicBezTo>
                  <a:pt x="1181894" y="862012"/>
                  <a:pt x="1185014" y="864468"/>
                  <a:pt x="1188244" y="866775"/>
                </a:cubicBezTo>
                <a:cubicBezTo>
                  <a:pt x="1190573" y="868438"/>
                  <a:pt x="1193364" y="869513"/>
                  <a:pt x="1195388" y="871537"/>
                </a:cubicBezTo>
                <a:cubicBezTo>
                  <a:pt x="1208545" y="884693"/>
                  <a:pt x="1195343" y="879264"/>
                  <a:pt x="1212057" y="883444"/>
                </a:cubicBezTo>
                <a:cubicBezTo>
                  <a:pt x="1227843" y="893968"/>
                  <a:pt x="1210302" y="881600"/>
                  <a:pt x="1226344" y="895350"/>
                </a:cubicBezTo>
                <a:cubicBezTo>
                  <a:pt x="1240876" y="907806"/>
                  <a:pt x="1230381" y="897873"/>
                  <a:pt x="1245394" y="907256"/>
                </a:cubicBezTo>
                <a:cubicBezTo>
                  <a:pt x="1248760" y="909359"/>
                  <a:pt x="1251516" y="912358"/>
                  <a:pt x="1254919" y="914400"/>
                </a:cubicBezTo>
                <a:cubicBezTo>
                  <a:pt x="1259485" y="917140"/>
                  <a:pt x="1264532" y="918994"/>
                  <a:pt x="1269207" y="921544"/>
                </a:cubicBezTo>
                <a:cubicBezTo>
                  <a:pt x="1275474" y="924962"/>
                  <a:pt x="1285165" y="930855"/>
                  <a:pt x="1290638" y="935831"/>
                </a:cubicBezTo>
                <a:cubicBezTo>
                  <a:pt x="1296452" y="941117"/>
                  <a:pt x="1300769" y="948141"/>
                  <a:pt x="1307307" y="952500"/>
                </a:cubicBezTo>
                <a:cubicBezTo>
                  <a:pt x="1319614" y="960705"/>
                  <a:pt x="1316156" y="958208"/>
                  <a:pt x="1333500" y="971550"/>
                </a:cubicBezTo>
                <a:cubicBezTo>
                  <a:pt x="1345211" y="980558"/>
                  <a:pt x="1350963" y="982266"/>
                  <a:pt x="1359694" y="990600"/>
                </a:cubicBezTo>
                <a:cubicBezTo>
                  <a:pt x="1368425" y="998934"/>
                  <a:pt x="1373188" y="1010841"/>
                  <a:pt x="1385888" y="1021557"/>
                </a:cubicBezTo>
                <a:cubicBezTo>
                  <a:pt x="1398588" y="1032273"/>
                  <a:pt x="1417241" y="1041004"/>
                  <a:pt x="1435894" y="1054894"/>
                </a:cubicBezTo>
                <a:cubicBezTo>
                  <a:pt x="1454547" y="1068784"/>
                  <a:pt x="1477169" y="1088231"/>
                  <a:pt x="1497806" y="1104900"/>
                </a:cubicBezTo>
                <a:lnTo>
                  <a:pt x="1559718" y="1154906"/>
                </a:lnTo>
                <a:cubicBezTo>
                  <a:pt x="1575990" y="1167606"/>
                  <a:pt x="1583929" y="1172369"/>
                  <a:pt x="1595438" y="1181100"/>
                </a:cubicBezTo>
                <a:cubicBezTo>
                  <a:pt x="1606947" y="1189831"/>
                  <a:pt x="1617663" y="1198960"/>
                  <a:pt x="1628775" y="1207294"/>
                </a:cubicBezTo>
                <a:cubicBezTo>
                  <a:pt x="1639887" y="1215628"/>
                  <a:pt x="1650207" y="1224360"/>
                  <a:pt x="1662113" y="1231107"/>
                </a:cubicBezTo>
                <a:cubicBezTo>
                  <a:pt x="1674019" y="1237854"/>
                  <a:pt x="1691879" y="1243013"/>
                  <a:pt x="1700213" y="1247775"/>
                </a:cubicBezTo>
                <a:cubicBezTo>
                  <a:pt x="1704182" y="1251744"/>
                  <a:pt x="1707306" y="1256793"/>
                  <a:pt x="1712119" y="1259681"/>
                </a:cubicBezTo>
                <a:cubicBezTo>
                  <a:pt x="1720417" y="1264660"/>
                  <a:pt x="1726335" y="1267656"/>
                  <a:pt x="1733550" y="1273969"/>
                </a:cubicBezTo>
                <a:cubicBezTo>
                  <a:pt x="1736929" y="1276926"/>
                  <a:pt x="1739531" y="1280737"/>
                  <a:pt x="1743075" y="1283494"/>
                </a:cubicBezTo>
                <a:cubicBezTo>
                  <a:pt x="1746729" y="1286335"/>
                  <a:pt x="1751190" y="1287983"/>
                  <a:pt x="1754982" y="1290637"/>
                </a:cubicBezTo>
                <a:cubicBezTo>
                  <a:pt x="1759146" y="1293551"/>
                  <a:pt x="1762659" y="1297343"/>
                  <a:pt x="1766888" y="1300162"/>
                </a:cubicBezTo>
                <a:cubicBezTo>
                  <a:pt x="1772775" y="1304087"/>
                  <a:pt x="1777205" y="1305189"/>
                  <a:pt x="1783557" y="1307306"/>
                </a:cubicBezTo>
                <a:cubicBezTo>
                  <a:pt x="1785938" y="1308894"/>
                  <a:pt x="1788371" y="1310406"/>
                  <a:pt x="1790700" y="1312069"/>
                </a:cubicBezTo>
                <a:cubicBezTo>
                  <a:pt x="1793929" y="1314376"/>
                  <a:pt x="1796779" y="1317243"/>
                  <a:pt x="1800225" y="1319212"/>
                </a:cubicBezTo>
                <a:cubicBezTo>
                  <a:pt x="1802404" y="1320457"/>
                  <a:pt x="1804988" y="1320800"/>
                  <a:pt x="1807369" y="1321594"/>
                </a:cubicBezTo>
                <a:cubicBezTo>
                  <a:pt x="1812925" y="1325563"/>
                  <a:pt x="1818878" y="1329028"/>
                  <a:pt x="1824038" y="1333500"/>
                </a:cubicBezTo>
                <a:cubicBezTo>
                  <a:pt x="1830824" y="1339381"/>
                  <a:pt x="1835904" y="1347162"/>
                  <a:pt x="1843088" y="1352550"/>
                </a:cubicBezTo>
                <a:cubicBezTo>
                  <a:pt x="1846263" y="1354931"/>
                  <a:pt x="1849600" y="1357111"/>
                  <a:pt x="1852613" y="1359694"/>
                </a:cubicBezTo>
                <a:cubicBezTo>
                  <a:pt x="1855170" y="1361885"/>
                  <a:pt x="1857017" y="1364880"/>
                  <a:pt x="1859757" y="1366837"/>
                </a:cubicBezTo>
                <a:cubicBezTo>
                  <a:pt x="1862646" y="1368900"/>
                  <a:pt x="1866107" y="1370012"/>
                  <a:pt x="1869282" y="1371600"/>
                </a:cubicBezTo>
                <a:cubicBezTo>
                  <a:pt x="1874928" y="1379129"/>
                  <a:pt x="1876604" y="1382299"/>
                  <a:pt x="1883569" y="1388269"/>
                </a:cubicBezTo>
                <a:cubicBezTo>
                  <a:pt x="1886582" y="1390852"/>
                  <a:pt x="1890107" y="1392799"/>
                  <a:pt x="1893094" y="1395412"/>
                </a:cubicBezTo>
                <a:cubicBezTo>
                  <a:pt x="1896473" y="1398369"/>
                  <a:pt x="1899027" y="1402243"/>
                  <a:pt x="1902619" y="1404937"/>
                </a:cubicBezTo>
                <a:cubicBezTo>
                  <a:pt x="1905459" y="1407067"/>
                  <a:pt x="1909078" y="1407911"/>
                  <a:pt x="1912144" y="1409700"/>
                </a:cubicBezTo>
                <a:cubicBezTo>
                  <a:pt x="1918612" y="1413473"/>
                  <a:pt x="1931194" y="1421606"/>
                  <a:pt x="1931194" y="1421606"/>
                </a:cubicBezTo>
                <a:cubicBezTo>
                  <a:pt x="1932782" y="1423987"/>
                  <a:pt x="1933933" y="1426726"/>
                  <a:pt x="1935957" y="1428750"/>
                </a:cubicBezTo>
                <a:cubicBezTo>
                  <a:pt x="1939923" y="1432716"/>
                  <a:pt x="1948145" y="1435662"/>
                  <a:pt x="1952625" y="1438275"/>
                </a:cubicBezTo>
                <a:cubicBezTo>
                  <a:pt x="1959093" y="1442048"/>
                  <a:pt x="1964978" y="1446832"/>
                  <a:pt x="1971675" y="1450181"/>
                </a:cubicBezTo>
                <a:cubicBezTo>
                  <a:pt x="1974850" y="1451769"/>
                  <a:pt x="1978453" y="1452696"/>
                  <a:pt x="1981200" y="1454944"/>
                </a:cubicBezTo>
                <a:cubicBezTo>
                  <a:pt x="1987282" y="1459920"/>
                  <a:pt x="1991583" y="1466897"/>
                  <a:pt x="1997869" y="1471612"/>
                </a:cubicBezTo>
                <a:cubicBezTo>
                  <a:pt x="2001044" y="1473993"/>
                  <a:pt x="2004029" y="1476652"/>
                  <a:pt x="2007394" y="1478756"/>
                </a:cubicBezTo>
                <a:cubicBezTo>
                  <a:pt x="2010404" y="1480637"/>
                  <a:pt x="2014030" y="1481456"/>
                  <a:pt x="2016919" y="1483519"/>
                </a:cubicBezTo>
                <a:cubicBezTo>
                  <a:pt x="2019659" y="1485476"/>
                  <a:pt x="2021323" y="1488705"/>
                  <a:pt x="2024063" y="1490662"/>
                </a:cubicBezTo>
                <a:cubicBezTo>
                  <a:pt x="2026952" y="1492725"/>
                  <a:pt x="2030699" y="1493362"/>
                  <a:pt x="2033588" y="1495425"/>
                </a:cubicBezTo>
                <a:cubicBezTo>
                  <a:pt x="2036328" y="1497383"/>
                  <a:pt x="2038145" y="1500413"/>
                  <a:pt x="2040732" y="1502569"/>
                </a:cubicBezTo>
                <a:cubicBezTo>
                  <a:pt x="2042930" y="1504401"/>
                  <a:pt x="2045546" y="1505668"/>
                  <a:pt x="2047875" y="1507331"/>
                </a:cubicBezTo>
                <a:cubicBezTo>
                  <a:pt x="2051105" y="1509638"/>
                  <a:pt x="2054170" y="1512168"/>
                  <a:pt x="2057400" y="1514475"/>
                </a:cubicBezTo>
                <a:cubicBezTo>
                  <a:pt x="2059729" y="1516138"/>
                  <a:pt x="2062345" y="1517405"/>
                  <a:pt x="2064544" y="1519237"/>
                </a:cubicBezTo>
                <a:cubicBezTo>
                  <a:pt x="2067131" y="1521393"/>
                  <a:pt x="2068948" y="1524423"/>
                  <a:pt x="2071688" y="1526381"/>
                </a:cubicBezTo>
                <a:cubicBezTo>
                  <a:pt x="2074577" y="1528444"/>
                  <a:pt x="2078203" y="1529263"/>
                  <a:pt x="2081213" y="1531144"/>
                </a:cubicBezTo>
                <a:cubicBezTo>
                  <a:pt x="2084578" y="1533247"/>
                  <a:pt x="2087310" y="1536287"/>
                  <a:pt x="2090738" y="1538287"/>
                </a:cubicBezTo>
                <a:cubicBezTo>
                  <a:pt x="2096870" y="1541864"/>
                  <a:pt x="2103537" y="1544446"/>
                  <a:pt x="2109788" y="1547812"/>
                </a:cubicBezTo>
                <a:cubicBezTo>
                  <a:pt x="2136499" y="1562195"/>
                  <a:pt x="2108214" y="1547722"/>
                  <a:pt x="2131219" y="1562100"/>
                </a:cubicBezTo>
                <a:cubicBezTo>
                  <a:pt x="2134229" y="1563981"/>
                  <a:pt x="2137790" y="1564893"/>
                  <a:pt x="2140744" y="1566862"/>
                </a:cubicBezTo>
                <a:cubicBezTo>
                  <a:pt x="2144973" y="1569681"/>
                  <a:pt x="2148188" y="1573953"/>
                  <a:pt x="2152650" y="1576387"/>
                </a:cubicBezTo>
                <a:cubicBezTo>
                  <a:pt x="2180316" y="1591478"/>
                  <a:pt x="2153699" y="1568654"/>
                  <a:pt x="2181225" y="1590675"/>
                </a:cubicBezTo>
                <a:cubicBezTo>
                  <a:pt x="2216124" y="1618594"/>
                  <a:pt x="2167211" y="1583728"/>
                  <a:pt x="2200275" y="1607344"/>
                </a:cubicBezTo>
                <a:cubicBezTo>
                  <a:pt x="2202604" y="1609007"/>
                  <a:pt x="2205090" y="1610443"/>
                  <a:pt x="2207419" y="1612106"/>
                </a:cubicBezTo>
                <a:cubicBezTo>
                  <a:pt x="2210649" y="1614413"/>
                  <a:pt x="2210197" y="1614091"/>
                  <a:pt x="2216944" y="1619250"/>
                </a:cubicBezTo>
                <a:cubicBezTo>
                  <a:pt x="2223691" y="1624409"/>
                  <a:pt x="2241550" y="1637903"/>
                  <a:pt x="2247900" y="1643062"/>
                </a:cubicBezTo>
                <a:cubicBezTo>
                  <a:pt x="2258616" y="1650603"/>
                  <a:pt x="2270522" y="1664097"/>
                  <a:pt x="2281238" y="1674019"/>
                </a:cubicBezTo>
                <a:cubicBezTo>
                  <a:pt x="2291954" y="1683941"/>
                  <a:pt x="2297510" y="1688703"/>
                  <a:pt x="2312194" y="1702594"/>
                </a:cubicBezTo>
                <a:cubicBezTo>
                  <a:pt x="2326878" y="1716485"/>
                  <a:pt x="2349897" y="1743472"/>
                  <a:pt x="2369344" y="1757363"/>
                </a:cubicBezTo>
                <a:cubicBezTo>
                  <a:pt x="2388791" y="1771254"/>
                  <a:pt x="2412207" y="1776016"/>
                  <a:pt x="2428876" y="1785938"/>
                </a:cubicBezTo>
                <a:cubicBezTo>
                  <a:pt x="2445545" y="1795860"/>
                  <a:pt x="2459831" y="1814116"/>
                  <a:pt x="2469356" y="1816894"/>
                </a:cubicBezTo>
                <a:cubicBezTo>
                  <a:pt x="2484437" y="1828006"/>
                  <a:pt x="2506266" y="1843484"/>
                  <a:pt x="2514600" y="1850231"/>
                </a:cubicBezTo>
                <a:cubicBezTo>
                  <a:pt x="2522934" y="1856978"/>
                  <a:pt x="2517478" y="1855221"/>
                  <a:pt x="2519363" y="1857375"/>
                </a:cubicBezTo>
                <a:cubicBezTo>
                  <a:pt x="2526535" y="1865571"/>
                  <a:pt x="2537112" y="1872522"/>
                  <a:pt x="2540794" y="1883569"/>
                </a:cubicBezTo>
                <a:lnTo>
                  <a:pt x="2543175" y="1890712"/>
                </a:lnTo>
              </a:path>
            </a:pathLst>
          </a:cu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Freeform: Shape 9">
            <a:extLst>
              <a:ext uri="{FF2B5EF4-FFF2-40B4-BE49-F238E27FC236}">
                <a16:creationId xmlns:a16="http://schemas.microsoft.com/office/drawing/2014/main" id="{C20C89C3-0FAB-C9D0-668F-44811D3953C0}"/>
              </a:ext>
            </a:extLst>
          </p:cNvPr>
          <p:cNvSpPr/>
          <p:nvPr/>
        </p:nvSpPr>
        <p:spPr>
          <a:xfrm rot="267086" flipH="1">
            <a:off x="682458" y="2645605"/>
            <a:ext cx="2310408" cy="1598126"/>
          </a:xfrm>
          <a:custGeom>
            <a:avLst/>
            <a:gdLst>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3994 w 2543175"/>
              <a:gd name="connsiteY112" fmla="*/ 1047750 h 1890712"/>
              <a:gd name="connsiteX113" fmla="*/ 1502569 w 2543175"/>
              <a:gd name="connsiteY113" fmla="*/ 1066800 h 1890712"/>
              <a:gd name="connsiteX114" fmla="*/ 1526382 w 2543175"/>
              <a:gd name="connsiteY114" fmla="*/ 1085850 h 1890712"/>
              <a:gd name="connsiteX115" fmla="*/ 1531144 w 2543175"/>
              <a:gd name="connsiteY115" fmla="*/ 1095375 h 1890712"/>
              <a:gd name="connsiteX116" fmla="*/ 1559719 w 2543175"/>
              <a:gd name="connsiteY116" fmla="*/ 1121569 h 1890712"/>
              <a:gd name="connsiteX117" fmla="*/ 1569244 w 2543175"/>
              <a:gd name="connsiteY117" fmla="*/ 1131094 h 1890712"/>
              <a:gd name="connsiteX118" fmla="*/ 1597819 w 2543175"/>
              <a:gd name="connsiteY118" fmla="*/ 1154906 h 1890712"/>
              <a:gd name="connsiteX119" fmla="*/ 1604963 w 2543175"/>
              <a:gd name="connsiteY119" fmla="*/ 1162050 h 1890712"/>
              <a:gd name="connsiteX120" fmla="*/ 1612107 w 2543175"/>
              <a:gd name="connsiteY120" fmla="*/ 1166812 h 1890712"/>
              <a:gd name="connsiteX121" fmla="*/ 1628775 w 2543175"/>
              <a:gd name="connsiteY121" fmla="*/ 1183481 h 1890712"/>
              <a:gd name="connsiteX122" fmla="*/ 1662113 w 2543175"/>
              <a:gd name="connsiteY122" fmla="*/ 1209675 h 1890712"/>
              <a:gd name="connsiteX123" fmla="*/ 1678782 w 2543175"/>
              <a:gd name="connsiteY123" fmla="*/ 1226344 h 1890712"/>
              <a:gd name="connsiteX124" fmla="*/ 1700213 w 2543175"/>
              <a:gd name="connsiteY124" fmla="*/ 1247775 h 1890712"/>
              <a:gd name="connsiteX125" fmla="*/ 1712119 w 2543175"/>
              <a:gd name="connsiteY125" fmla="*/ 1259681 h 1890712"/>
              <a:gd name="connsiteX126" fmla="*/ 1733550 w 2543175"/>
              <a:gd name="connsiteY126" fmla="*/ 1273969 h 1890712"/>
              <a:gd name="connsiteX127" fmla="*/ 1743075 w 2543175"/>
              <a:gd name="connsiteY127" fmla="*/ 1283494 h 1890712"/>
              <a:gd name="connsiteX128" fmla="*/ 1754982 w 2543175"/>
              <a:gd name="connsiteY128" fmla="*/ 1290637 h 1890712"/>
              <a:gd name="connsiteX129" fmla="*/ 1766888 w 2543175"/>
              <a:gd name="connsiteY129" fmla="*/ 1300162 h 1890712"/>
              <a:gd name="connsiteX130" fmla="*/ 1783557 w 2543175"/>
              <a:gd name="connsiteY130" fmla="*/ 1307306 h 1890712"/>
              <a:gd name="connsiteX131" fmla="*/ 1790700 w 2543175"/>
              <a:gd name="connsiteY131" fmla="*/ 1312069 h 1890712"/>
              <a:gd name="connsiteX132" fmla="*/ 1800225 w 2543175"/>
              <a:gd name="connsiteY132" fmla="*/ 1319212 h 1890712"/>
              <a:gd name="connsiteX133" fmla="*/ 1807369 w 2543175"/>
              <a:gd name="connsiteY133" fmla="*/ 1321594 h 1890712"/>
              <a:gd name="connsiteX134" fmla="*/ 1824038 w 2543175"/>
              <a:gd name="connsiteY134" fmla="*/ 1333500 h 1890712"/>
              <a:gd name="connsiteX135" fmla="*/ 1843088 w 2543175"/>
              <a:gd name="connsiteY135" fmla="*/ 1352550 h 1890712"/>
              <a:gd name="connsiteX136" fmla="*/ 1852613 w 2543175"/>
              <a:gd name="connsiteY136" fmla="*/ 1359694 h 1890712"/>
              <a:gd name="connsiteX137" fmla="*/ 1859757 w 2543175"/>
              <a:gd name="connsiteY137" fmla="*/ 1366837 h 1890712"/>
              <a:gd name="connsiteX138" fmla="*/ 1869282 w 2543175"/>
              <a:gd name="connsiteY138" fmla="*/ 1371600 h 1890712"/>
              <a:gd name="connsiteX139" fmla="*/ 1883569 w 2543175"/>
              <a:gd name="connsiteY139" fmla="*/ 1388269 h 1890712"/>
              <a:gd name="connsiteX140" fmla="*/ 1893094 w 2543175"/>
              <a:gd name="connsiteY140" fmla="*/ 1395412 h 1890712"/>
              <a:gd name="connsiteX141" fmla="*/ 1902619 w 2543175"/>
              <a:gd name="connsiteY141" fmla="*/ 1404937 h 1890712"/>
              <a:gd name="connsiteX142" fmla="*/ 1912144 w 2543175"/>
              <a:gd name="connsiteY142" fmla="*/ 1409700 h 1890712"/>
              <a:gd name="connsiteX143" fmla="*/ 1931194 w 2543175"/>
              <a:gd name="connsiteY143" fmla="*/ 1421606 h 1890712"/>
              <a:gd name="connsiteX144" fmla="*/ 1935957 w 2543175"/>
              <a:gd name="connsiteY144" fmla="*/ 1428750 h 1890712"/>
              <a:gd name="connsiteX145" fmla="*/ 1952625 w 2543175"/>
              <a:gd name="connsiteY145" fmla="*/ 1438275 h 1890712"/>
              <a:gd name="connsiteX146" fmla="*/ 1971675 w 2543175"/>
              <a:gd name="connsiteY146" fmla="*/ 1450181 h 1890712"/>
              <a:gd name="connsiteX147" fmla="*/ 1981200 w 2543175"/>
              <a:gd name="connsiteY147" fmla="*/ 1454944 h 1890712"/>
              <a:gd name="connsiteX148" fmla="*/ 1997869 w 2543175"/>
              <a:gd name="connsiteY148" fmla="*/ 1471612 h 1890712"/>
              <a:gd name="connsiteX149" fmla="*/ 2007394 w 2543175"/>
              <a:gd name="connsiteY149" fmla="*/ 1478756 h 1890712"/>
              <a:gd name="connsiteX150" fmla="*/ 2016919 w 2543175"/>
              <a:gd name="connsiteY150" fmla="*/ 1483519 h 1890712"/>
              <a:gd name="connsiteX151" fmla="*/ 2024063 w 2543175"/>
              <a:gd name="connsiteY151" fmla="*/ 1490662 h 1890712"/>
              <a:gd name="connsiteX152" fmla="*/ 2033588 w 2543175"/>
              <a:gd name="connsiteY152" fmla="*/ 1495425 h 1890712"/>
              <a:gd name="connsiteX153" fmla="*/ 2040732 w 2543175"/>
              <a:gd name="connsiteY153" fmla="*/ 1502569 h 1890712"/>
              <a:gd name="connsiteX154" fmla="*/ 2047875 w 2543175"/>
              <a:gd name="connsiteY154" fmla="*/ 1507331 h 1890712"/>
              <a:gd name="connsiteX155" fmla="*/ 2057400 w 2543175"/>
              <a:gd name="connsiteY155" fmla="*/ 1514475 h 1890712"/>
              <a:gd name="connsiteX156" fmla="*/ 2064544 w 2543175"/>
              <a:gd name="connsiteY156" fmla="*/ 1519237 h 1890712"/>
              <a:gd name="connsiteX157" fmla="*/ 2071688 w 2543175"/>
              <a:gd name="connsiteY157" fmla="*/ 1526381 h 1890712"/>
              <a:gd name="connsiteX158" fmla="*/ 2081213 w 2543175"/>
              <a:gd name="connsiteY158" fmla="*/ 1531144 h 1890712"/>
              <a:gd name="connsiteX159" fmla="*/ 2090738 w 2543175"/>
              <a:gd name="connsiteY159" fmla="*/ 1538287 h 1890712"/>
              <a:gd name="connsiteX160" fmla="*/ 2109788 w 2543175"/>
              <a:gd name="connsiteY160" fmla="*/ 1547812 h 1890712"/>
              <a:gd name="connsiteX161" fmla="*/ 2131219 w 2543175"/>
              <a:gd name="connsiteY161" fmla="*/ 1562100 h 1890712"/>
              <a:gd name="connsiteX162" fmla="*/ 2140744 w 2543175"/>
              <a:gd name="connsiteY162" fmla="*/ 1566862 h 1890712"/>
              <a:gd name="connsiteX163" fmla="*/ 2152650 w 2543175"/>
              <a:gd name="connsiteY163" fmla="*/ 1576387 h 1890712"/>
              <a:gd name="connsiteX164" fmla="*/ 2181225 w 2543175"/>
              <a:gd name="connsiteY164" fmla="*/ 1590675 h 1890712"/>
              <a:gd name="connsiteX165" fmla="*/ 2200275 w 2543175"/>
              <a:gd name="connsiteY165" fmla="*/ 1607344 h 1890712"/>
              <a:gd name="connsiteX166" fmla="*/ 2207419 w 2543175"/>
              <a:gd name="connsiteY166" fmla="*/ 1612106 h 1890712"/>
              <a:gd name="connsiteX167" fmla="*/ 2216944 w 2543175"/>
              <a:gd name="connsiteY167" fmla="*/ 1619250 h 1890712"/>
              <a:gd name="connsiteX168" fmla="*/ 2224088 w 2543175"/>
              <a:gd name="connsiteY168" fmla="*/ 1624012 h 1890712"/>
              <a:gd name="connsiteX169" fmla="*/ 2247900 w 2543175"/>
              <a:gd name="connsiteY169" fmla="*/ 1643062 h 1890712"/>
              <a:gd name="connsiteX170" fmla="*/ 2255044 w 2543175"/>
              <a:gd name="connsiteY170" fmla="*/ 1650206 h 1890712"/>
              <a:gd name="connsiteX171" fmla="*/ 2281238 w 2543175"/>
              <a:gd name="connsiteY171" fmla="*/ 1664494 h 1890712"/>
              <a:gd name="connsiteX172" fmla="*/ 2297907 w 2543175"/>
              <a:gd name="connsiteY172" fmla="*/ 1674019 h 1890712"/>
              <a:gd name="connsiteX173" fmla="*/ 2305050 w 2543175"/>
              <a:gd name="connsiteY173" fmla="*/ 1678781 h 1890712"/>
              <a:gd name="connsiteX174" fmla="*/ 2312194 w 2543175"/>
              <a:gd name="connsiteY174" fmla="*/ 1685925 h 1890712"/>
              <a:gd name="connsiteX175" fmla="*/ 2321719 w 2543175"/>
              <a:gd name="connsiteY175" fmla="*/ 1690687 h 1890712"/>
              <a:gd name="connsiteX176" fmla="*/ 2328863 w 2543175"/>
              <a:gd name="connsiteY176" fmla="*/ 1697831 h 1890712"/>
              <a:gd name="connsiteX177" fmla="*/ 2350294 w 2543175"/>
              <a:gd name="connsiteY177" fmla="*/ 1712119 h 1890712"/>
              <a:gd name="connsiteX178" fmla="*/ 2359819 w 2543175"/>
              <a:gd name="connsiteY178" fmla="*/ 1719262 h 1890712"/>
              <a:gd name="connsiteX179" fmla="*/ 2369344 w 2543175"/>
              <a:gd name="connsiteY179" fmla="*/ 1724025 h 1890712"/>
              <a:gd name="connsiteX180" fmla="*/ 2376488 w 2543175"/>
              <a:gd name="connsiteY180" fmla="*/ 1731169 h 1890712"/>
              <a:gd name="connsiteX181" fmla="*/ 2402682 w 2543175"/>
              <a:gd name="connsiteY181" fmla="*/ 1747837 h 1890712"/>
              <a:gd name="connsiteX182" fmla="*/ 2450307 w 2543175"/>
              <a:gd name="connsiteY182" fmla="*/ 1769269 h 1890712"/>
              <a:gd name="connsiteX183" fmla="*/ 2466975 w 2543175"/>
              <a:gd name="connsiteY183" fmla="*/ 1783556 h 1890712"/>
              <a:gd name="connsiteX184" fmla="*/ 2481263 w 2543175"/>
              <a:gd name="connsiteY184" fmla="*/ 1795462 h 1890712"/>
              <a:gd name="connsiteX185" fmla="*/ 2486025 w 2543175"/>
              <a:gd name="connsiteY185" fmla="*/ 1802606 h 1890712"/>
              <a:gd name="connsiteX186" fmla="*/ 2493169 w 2543175"/>
              <a:gd name="connsiteY186" fmla="*/ 1807369 h 1890712"/>
              <a:gd name="connsiteX187" fmla="*/ 2495550 w 2543175"/>
              <a:gd name="connsiteY187" fmla="*/ 1816894 h 1890712"/>
              <a:gd name="connsiteX188" fmla="*/ 2497932 w 2543175"/>
              <a:gd name="connsiteY188" fmla="*/ 1824037 h 1890712"/>
              <a:gd name="connsiteX189" fmla="*/ 2514600 w 2543175"/>
              <a:gd name="connsiteY189" fmla="*/ 1850231 h 1890712"/>
              <a:gd name="connsiteX190" fmla="*/ 2519363 w 2543175"/>
              <a:gd name="connsiteY190" fmla="*/ 1857375 h 1890712"/>
              <a:gd name="connsiteX191" fmla="*/ 2540794 w 2543175"/>
              <a:gd name="connsiteY191" fmla="*/ 1883569 h 1890712"/>
              <a:gd name="connsiteX192" fmla="*/ 2543175 w 2543175"/>
              <a:gd name="connsiteY19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502569 w 2543175"/>
              <a:gd name="connsiteY113" fmla="*/ 1066800 h 1890712"/>
              <a:gd name="connsiteX114" fmla="*/ 1526382 w 2543175"/>
              <a:gd name="connsiteY114" fmla="*/ 1085850 h 1890712"/>
              <a:gd name="connsiteX115" fmla="*/ 1531144 w 2543175"/>
              <a:gd name="connsiteY115" fmla="*/ 1095375 h 1890712"/>
              <a:gd name="connsiteX116" fmla="*/ 1559719 w 2543175"/>
              <a:gd name="connsiteY116" fmla="*/ 1121569 h 1890712"/>
              <a:gd name="connsiteX117" fmla="*/ 1569244 w 2543175"/>
              <a:gd name="connsiteY117" fmla="*/ 1131094 h 1890712"/>
              <a:gd name="connsiteX118" fmla="*/ 1597819 w 2543175"/>
              <a:gd name="connsiteY118" fmla="*/ 1154906 h 1890712"/>
              <a:gd name="connsiteX119" fmla="*/ 1604963 w 2543175"/>
              <a:gd name="connsiteY119" fmla="*/ 1162050 h 1890712"/>
              <a:gd name="connsiteX120" fmla="*/ 1612107 w 2543175"/>
              <a:gd name="connsiteY120" fmla="*/ 1166812 h 1890712"/>
              <a:gd name="connsiteX121" fmla="*/ 1628775 w 2543175"/>
              <a:gd name="connsiteY121" fmla="*/ 1183481 h 1890712"/>
              <a:gd name="connsiteX122" fmla="*/ 1662113 w 2543175"/>
              <a:gd name="connsiteY122" fmla="*/ 1209675 h 1890712"/>
              <a:gd name="connsiteX123" fmla="*/ 1678782 w 2543175"/>
              <a:gd name="connsiteY123" fmla="*/ 1226344 h 1890712"/>
              <a:gd name="connsiteX124" fmla="*/ 1700213 w 2543175"/>
              <a:gd name="connsiteY124" fmla="*/ 1247775 h 1890712"/>
              <a:gd name="connsiteX125" fmla="*/ 1712119 w 2543175"/>
              <a:gd name="connsiteY125" fmla="*/ 1259681 h 1890712"/>
              <a:gd name="connsiteX126" fmla="*/ 1733550 w 2543175"/>
              <a:gd name="connsiteY126" fmla="*/ 1273969 h 1890712"/>
              <a:gd name="connsiteX127" fmla="*/ 1743075 w 2543175"/>
              <a:gd name="connsiteY127" fmla="*/ 1283494 h 1890712"/>
              <a:gd name="connsiteX128" fmla="*/ 1754982 w 2543175"/>
              <a:gd name="connsiteY128" fmla="*/ 1290637 h 1890712"/>
              <a:gd name="connsiteX129" fmla="*/ 1766888 w 2543175"/>
              <a:gd name="connsiteY129" fmla="*/ 1300162 h 1890712"/>
              <a:gd name="connsiteX130" fmla="*/ 1783557 w 2543175"/>
              <a:gd name="connsiteY130" fmla="*/ 1307306 h 1890712"/>
              <a:gd name="connsiteX131" fmla="*/ 1790700 w 2543175"/>
              <a:gd name="connsiteY131" fmla="*/ 1312069 h 1890712"/>
              <a:gd name="connsiteX132" fmla="*/ 1800225 w 2543175"/>
              <a:gd name="connsiteY132" fmla="*/ 1319212 h 1890712"/>
              <a:gd name="connsiteX133" fmla="*/ 1807369 w 2543175"/>
              <a:gd name="connsiteY133" fmla="*/ 1321594 h 1890712"/>
              <a:gd name="connsiteX134" fmla="*/ 1824038 w 2543175"/>
              <a:gd name="connsiteY134" fmla="*/ 1333500 h 1890712"/>
              <a:gd name="connsiteX135" fmla="*/ 1843088 w 2543175"/>
              <a:gd name="connsiteY135" fmla="*/ 1352550 h 1890712"/>
              <a:gd name="connsiteX136" fmla="*/ 1852613 w 2543175"/>
              <a:gd name="connsiteY136" fmla="*/ 1359694 h 1890712"/>
              <a:gd name="connsiteX137" fmla="*/ 1859757 w 2543175"/>
              <a:gd name="connsiteY137" fmla="*/ 1366837 h 1890712"/>
              <a:gd name="connsiteX138" fmla="*/ 1869282 w 2543175"/>
              <a:gd name="connsiteY138" fmla="*/ 1371600 h 1890712"/>
              <a:gd name="connsiteX139" fmla="*/ 1883569 w 2543175"/>
              <a:gd name="connsiteY139" fmla="*/ 1388269 h 1890712"/>
              <a:gd name="connsiteX140" fmla="*/ 1893094 w 2543175"/>
              <a:gd name="connsiteY140" fmla="*/ 1395412 h 1890712"/>
              <a:gd name="connsiteX141" fmla="*/ 1902619 w 2543175"/>
              <a:gd name="connsiteY141" fmla="*/ 1404937 h 1890712"/>
              <a:gd name="connsiteX142" fmla="*/ 1912144 w 2543175"/>
              <a:gd name="connsiteY142" fmla="*/ 1409700 h 1890712"/>
              <a:gd name="connsiteX143" fmla="*/ 1931194 w 2543175"/>
              <a:gd name="connsiteY143" fmla="*/ 1421606 h 1890712"/>
              <a:gd name="connsiteX144" fmla="*/ 1935957 w 2543175"/>
              <a:gd name="connsiteY144" fmla="*/ 1428750 h 1890712"/>
              <a:gd name="connsiteX145" fmla="*/ 1952625 w 2543175"/>
              <a:gd name="connsiteY145" fmla="*/ 1438275 h 1890712"/>
              <a:gd name="connsiteX146" fmla="*/ 1971675 w 2543175"/>
              <a:gd name="connsiteY146" fmla="*/ 1450181 h 1890712"/>
              <a:gd name="connsiteX147" fmla="*/ 1981200 w 2543175"/>
              <a:gd name="connsiteY147" fmla="*/ 1454944 h 1890712"/>
              <a:gd name="connsiteX148" fmla="*/ 1997869 w 2543175"/>
              <a:gd name="connsiteY148" fmla="*/ 1471612 h 1890712"/>
              <a:gd name="connsiteX149" fmla="*/ 2007394 w 2543175"/>
              <a:gd name="connsiteY149" fmla="*/ 1478756 h 1890712"/>
              <a:gd name="connsiteX150" fmla="*/ 2016919 w 2543175"/>
              <a:gd name="connsiteY150" fmla="*/ 1483519 h 1890712"/>
              <a:gd name="connsiteX151" fmla="*/ 2024063 w 2543175"/>
              <a:gd name="connsiteY151" fmla="*/ 1490662 h 1890712"/>
              <a:gd name="connsiteX152" fmla="*/ 2033588 w 2543175"/>
              <a:gd name="connsiteY152" fmla="*/ 1495425 h 1890712"/>
              <a:gd name="connsiteX153" fmla="*/ 2040732 w 2543175"/>
              <a:gd name="connsiteY153" fmla="*/ 1502569 h 1890712"/>
              <a:gd name="connsiteX154" fmla="*/ 2047875 w 2543175"/>
              <a:gd name="connsiteY154" fmla="*/ 1507331 h 1890712"/>
              <a:gd name="connsiteX155" fmla="*/ 2057400 w 2543175"/>
              <a:gd name="connsiteY155" fmla="*/ 1514475 h 1890712"/>
              <a:gd name="connsiteX156" fmla="*/ 2064544 w 2543175"/>
              <a:gd name="connsiteY156" fmla="*/ 1519237 h 1890712"/>
              <a:gd name="connsiteX157" fmla="*/ 2071688 w 2543175"/>
              <a:gd name="connsiteY157" fmla="*/ 1526381 h 1890712"/>
              <a:gd name="connsiteX158" fmla="*/ 2081213 w 2543175"/>
              <a:gd name="connsiteY158" fmla="*/ 1531144 h 1890712"/>
              <a:gd name="connsiteX159" fmla="*/ 2090738 w 2543175"/>
              <a:gd name="connsiteY159" fmla="*/ 1538287 h 1890712"/>
              <a:gd name="connsiteX160" fmla="*/ 2109788 w 2543175"/>
              <a:gd name="connsiteY160" fmla="*/ 1547812 h 1890712"/>
              <a:gd name="connsiteX161" fmla="*/ 2131219 w 2543175"/>
              <a:gd name="connsiteY161" fmla="*/ 1562100 h 1890712"/>
              <a:gd name="connsiteX162" fmla="*/ 2140744 w 2543175"/>
              <a:gd name="connsiteY162" fmla="*/ 1566862 h 1890712"/>
              <a:gd name="connsiteX163" fmla="*/ 2152650 w 2543175"/>
              <a:gd name="connsiteY163" fmla="*/ 1576387 h 1890712"/>
              <a:gd name="connsiteX164" fmla="*/ 2181225 w 2543175"/>
              <a:gd name="connsiteY164" fmla="*/ 1590675 h 1890712"/>
              <a:gd name="connsiteX165" fmla="*/ 2200275 w 2543175"/>
              <a:gd name="connsiteY165" fmla="*/ 1607344 h 1890712"/>
              <a:gd name="connsiteX166" fmla="*/ 2207419 w 2543175"/>
              <a:gd name="connsiteY166" fmla="*/ 1612106 h 1890712"/>
              <a:gd name="connsiteX167" fmla="*/ 2216944 w 2543175"/>
              <a:gd name="connsiteY167" fmla="*/ 1619250 h 1890712"/>
              <a:gd name="connsiteX168" fmla="*/ 2224088 w 2543175"/>
              <a:gd name="connsiteY168" fmla="*/ 1624012 h 1890712"/>
              <a:gd name="connsiteX169" fmla="*/ 2247900 w 2543175"/>
              <a:gd name="connsiteY169" fmla="*/ 1643062 h 1890712"/>
              <a:gd name="connsiteX170" fmla="*/ 2255044 w 2543175"/>
              <a:gd name="connsiteY170" fmla="*/ 1650206 h 1890712"/>
              <a:gd name="connsiteX171" fmla="*/ 2281238 w 2543175"/>
              <a:gd name="connsiteY171" fmla="*/ 1664494 h 1890712"/>
              <a:gd name="connsiteX172" fmla="*/ 2297907 w 2543175"/>
              <a:gd name="connsiteY172" fmla="*/ 1674019 h 1890712"/>
              <a:gd name="connsiteX173" fmla="*/ 2305050 w 2543175"/>
              <a:gd name="connsiteY173" fmla="*/ 1678781 h 1890712"/>
              <a:gd name="connsiteX174" fmla="*/ 2312194 w 2543175"/>
              <a:gd name="connsiteY174" fmla="*/ 1685925 h 1890712"/>
              <a:gd name="connsiteX175" fmla="*/ 2321719 w 2543175"/>
              <a:gd name="connsiteY175" fmla="*/ 1690687 h 1890712"/>
              <a:gd name="connsiteX176" fmla="*/ 2328863 w 2543175"/>
              <a:gd name="connsiteY176" fmla="*/ 1697831 h 1890712"/>
              <a:gd name="connsiteX177" fmla="*/ 2350294 w 2543175"/>
              <a:gd name="connsiteY177" fmla="*/ 1712119 h 1890712"/>
              <a:gd name="connsiteX178" fmla="*/ 2359819 w 2543175"/>
              <a:gd name="connsiteY178" fmla="*/ 1719262 h 1890712"/>
              <a:gd name="connsiteX179" fmla="*/ 2369344 w 2543175"/>
              <a:gd name="connsiteY179" fmla="*/ 1724025 h 1890712"/>
              <a:gd name="connsiteX180" fmla="*/ 2376488 w 2543175"/>
              <a:gd name="connsiteY180" fmla="*/ 1731169 h 1890712"/>
              <a:gd name="connsiteX181" fmla="*/ 2402682 w 2543175"/>
              <a:gd name="connsiteY181" fmla="*/ 1747837 h 1890712"/>
              <a:gd name="connsiteX182" fmla="*/ 2450307 w 2543175"/>
              <a:gd name="connsiteY182" fmla="*/ 1769269 h 1890712"/>
              <a:gd name="connsiteX183" fmla="*/ 2466975 w 2543175"/>
              <a:gd name="connsiteY183" fmla="*/ 1783556 h 1890712"/>
              <a:gd name="connsiteX184" fmla="*/ 2481263 w 2543175"/>
              <a:gd name="connsiteY184" fmla="*/ 1795462 h 1890712"/>
              <a:gd name="connsiteX185" fmla="*/ 2486025 w 2543175"/>
              <a:gd name="connsiteY185" fmla="*/ 1802606 h 1890712"/>
              <a:gd name="connsiteX186" fmla="*/ 2493169 w 2543175"/>
              <a:gd name="connsiteY186" fmla="*/ 1807369 h 1890712"/>
              <a:gd name="connsiteX187" fmla="*/ 2495550 w 2543175"/>
              <a:gd name="connsiteY187" fmla="*/ 1816894 h 1890712"/>
              <a:gd name="connsiteX188" fmla="*/ 2497932 w 2543175"/>
              <a:gd name="connsiteY188" fmla="*/ 1824037 h 1890712"/>
              <a:gd name="connsiteX189" fmla="*/ 2514600 w 2543175"/>
              <a:gd name="connsiteY189" fmla="*/ 1850231 h 1890712"/>
              <a:gd name="connsiteX190" fmla="*/ 2519363 w 2543175"/>
              <a:gd name="connsiteY190" fmla="*/ 1857375 h 1890712"/>
              <a:gd name="connsiteX191" fmla="*/ 2540794 w 2543175"/>
              <a:gd name="connsiteY191" fmla="*/ 1883569 h 1890712"/>
              <a:gd name="connsiteX192" fmla="*/ 2543175 w 2543175"/>
              <a:gd name="connsiteY19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26382 w 2543175"/>
              <a:gd name="connsiteY114" fmla="*/ 1085850 h 1890712"/>
              <a:gd name="connsiteX115" fmla="*/ 1531144 w 2543175"/>
              <a:gd name="connsiteY115" fmla="*/ 1095375 h 1890712"/>
              <a:gd name="connsiteX116" fmla="*/ 1559719 w 2543175"/>
              <a:gd name="connsiteY116" fmla="*/ 1121569 h 1890712"/>
              <a:gd name="connsiteX117" fmla="*/ 1569244 w 2543175"/>
              <a:gd name="connsiteY117" fmla="*/ 1131094 h 1890712"/>
              <a:gd name="connsiteX118" fmla="*/ 1597819 w 2543175"/>
              <a:gd name="connsiteY118" fmla="*/ 1154906 h 1890712"/>
              <a:gd name="connsiteX119" fmla="*/ 1604963 w 2543175"/>
              <a:gd name="connsiteY119" fmla="*/ 1162050 h 1890712"/>
              <a:gd name="connsiteX120" fmla="*/ 1612107 w 2543175"/>
              <a:gd name="connsiteY120" fmla="*/ 1166812 h 1890712"/>
              <a:gd name="connsiteX121" fmla="*/ 1628775 w 2543175"/>
              <a:gd name="connsiteY121" fmla="*/ 1183481 h 1890712"/>
              <a:gd name="connsiteX122" fmla="*/ 1662113 w 2543175"/>
              <a:gd name="connsiteY122" fmla="*/ 1209675 h 1890712"/>
              <a:gd name="connsiteX123" fmla="*/ 1678782 w 2543175"/>
              <a:gd name="connsiteY123" fmla="*/ 1226344 h 1890712"/>
              <a:gd name="connsiteX124" fmla="*/ 1700213 w 2543175"/>
              <a:gd name="connsiteY124" fmla="*/ 1247775 h 1890712"/>
              <a:gd name="connsiteX125" fmla="*/ 1712119 w 2543175"/>
              <a:gd name="connsiteY125" fmla="*/ 1259681 h 1890712"/>
              <a:gd name="connsiteX126" fmla="*/ 1733550 w 2543175"/>
              <a:gd name="connsiteY126" fmla="*/ 1273969 h 1890712"/>
              <a:gd name="connsiteX127" fmla="*/ 1743075 w 2543175"/>
              <a:gd name="connsiteY127" fmla="*/ 1283494 h 1890712"/>
              <a:gd name="connsiteX128" fmla="*/ 1754982 w 2543175"/>
              <a:gd name="connsiteY128" fmla="*/ 1290637 h 1890712"/>
              <a:gd name="connsiteX129" fmla="*/ 1766888 w 2543175"/>
              <a:gd name="connsiteY129" fmla="*/ 1300162 h 1890712"/>
              <a:gd name="connsiteX130" fmla="*/ 1783557 w 2543175"/>
              <a:gd name="connsiteY130" fmla="*/ 1307306 h 1890712"/>
              <a:gd name="connsiteX131" fmla="*/ 1790700 w 2543175"/>
              <a:gd name="connsiteY131" fmla="*/ 1312069 h 1890712"/>
              <a:gd name="connsiteX132" fmla="*/ 1800225 w 2543175"/>
              <a:gd name="connsiteY132" fmla="*/ 1319212 h 1890712"/>
              <a:gd name="connsiteX133" fmla="*/ 1807369 w 2543175"/>
              <a:gd name="connsiteY133" fmla="*/ 1321594 h 1890712"/>
              <a:gd name="connsiteX134" fmla="*/ 1824038 w 2543175"/>
              <a:gd name="connsiteY134" fmla="*/ 1333500 h 1890712"/>
              <a:gd name="connsiteX135" fmla="*/ 1843088 w 2543175"/>
              <a:gd name="connsiteY135" fmla="*/ 1352550 h 1890712"/>
              <a:gd name="connsiteX136" fmla="*/ 1852613 w 2543175"/>
              <a:gd name="connsiteY136" fmla="*/ 1359694 h 1890712"/>
              <a:gd name="connsiteX137" fmla="*/ 1859757 w 2543175"/>
              <a:gd name="connsiteY137" fmla="*/ 1366837 h 1890712"/>
              <a:gd name="connsiteX138" fmla="*/ 1869282 w 2543175"/>
              <a:gd name="connsiteY138" fmla="*/ 1371600 h 1890712"/>
              <a:gd name="connsiteX139" fmla="*/ 1883569 w 2543175"/>
              <a:gd name="connsiteY139" fmla="*/ 1388269 h 1890712"/>
              <a:gd name="connsiteX140" fmla="*/ 1893094 w 2543175"/>
              <a:gd name="connsiteY140" fmla="*/ 1395412 h 1890712"/>
              <a:gd name="connsiteX141" fmla="*/ 1902619 w 2543175"/>
              <a:gd name="connsiteY141" fmla="*/ 1404937 h 1890712"/>
              <a:gd name="connsiteX142" fmla="*/ 1912144 w 2543175"/>
              <a:gd name="connsiteY142" fmla="*/ 1409700 h 1890712"/>
              <a:gd name="connsiteX143" fmla="*/ 1931194 w 2543175"/>
              <a:gd name="connsiteY143" fmla="*/ 1421606 h 1890712"/>
              <a:gd name="connsiteX144" fmla="*/ 1935957 w 2543175"/>
              <a:gd name="connsiteY144" fmla="*/ 1428750 h 1890712"/>
              <a:gd name="connsiteX145" fmla="*/ 1952625 w 2543175"/>
              <a:gd name="connsiteY145" fmla="*/ 1438275 h 1890712"/>
              <a:gd name="connsiteX146" fmla="*/ 1971675 w 2543175"/>
              <a:gd name="connsiteY146" fmla="*/ 1450181 h 1890712"/>
              <a:gd name="connsiteX147" fmla="*/ 1981200 w 2543175"/>
              <a:gd name="connsiteY147" fmla="*/ 1454944 h 1890712"/>
              <a:gd name="connsiteX148" fmla="*/ 1997869 w 2543175"/>
              <a:gd name="connsiteY148" fmla="*/ 1471612 h 1890712"/>
              <a:gd name="connsiteX149" fmla="*/ 2007394 w 2543175"/>
              <a:gd name="connsiteY149" fmla="*/ 1478756 h 1890712"/>
              <a:gd name="connsiteX150" fmla="*/ 2016919 w 2543175"/>
              <a:gd name="connsiteY150" fmla="*/ 1483519 h 1890712"/>
              <a:gd name="connsiteX151" fmla="*/ 2024063 w 2543175"/>
              <a:gd name="connsiteY151" fmla="*/ 1490662 h 1890712"/>
              <a:gd name="connsiteX152" fmla="*/ 2033588 w 2543175"/>
              <a:gd name="connsiteY152" fmla="*/ 1495425 h 1890712"/>
              <a:gd name="connsiteX153" fmla="*/ 2040732 w 2543175"/>
              <a:gd name="connsiteY153" fmla="*/ 1502569 h 1890712"/>
              <a:gd name="connsiteX154" fmla="*/ 2047875 w 2543175"/>
              <a:gd name="connsiteY154" fmla="*/ 1507331 h 1890712"/>
              <a:gd name="connsiteX155" fmla="*/ 2057400 w 2543175"/>
              <a:gd name="connsiteY155" fmla="*/ 1514475 h 1890712"/>
              <a:gd name="connsiteX156" fmla="*/ 2064544 w 2543175"/>
              <a:gd name="connsiteY156" fmla="*/ 1519237 h 1890712"/>
              <a:gd name="connsiteX157" fmla="*/ 2071688 w 2543175"/>
              <a:gd name="connsiteY157" fmla="*/ 1526381 h 1890712"/>
              <a:gd name="connsiteX158" fmla="*/ 2081213 w 2543175"/>
              <a:gd name="connsiteY158" fmla="*/ 1531144 h 1890712"/>
              <a:gd name="connsiteX159" fmla="*/ 2090738 w 2543175"/>
              <a:gd name="connsiteY159" fmla="*/ 1538287 h 1890712"/>
              <a:gd name="connsiteX160" fmla="*/ 2109788 w 2543175"/>
              <a:gd name="connsiteY160" fmla="*/ 1547812 h 1890712"/>
              <a:gd name="connsiteX161" fmla="*/ 2131219 w 2543175"/>
              <a:gd name="connsiteY161" fmla="*/ 1562100 h 1890712"/>
              <a:gd name="connsiteX162" fmla="*/ 2140744 w 2543175"/>
              <a:gd name="connsiteY162" fmla="*/ 1566862 h 1890712"/>
              <a:gd name="connsiteX163" fmla="*/ 2152650 w 2543175"/>
              <a:gd name="connsiteY163" fmla="*/ 1576387 h 1890712"/>
              <a:gd name="connsiteX164" fmla="*/ 2181225 w 2543175"/>
              <a:gd name="connsiteY164" fmla="*/ 1590675 h 1890712"/>
              <a:gd name="connsiteX165" fmla="*/ 2200275 w 2543175"/>
              <a:gd name="connsiteY165" fmla="*/ 1607344 h 1890712"/>
              <a:gd name="connsiteX166" fmla="*/ 2207419 w 2543175"/>
              <a:gd name="connsiteY166" fmla="*/ 1612106 h 1890712"/>
              <a:gd name="connsiteX167" fmla="*/ 2216944 w 2543175"/>
              <a:gd name="connsiteY167" fmla="*/ 1619250 h 1890712"/>
              <a:gd name="connsiteX168" fmla="*/ 2224088 w 2543175"/>
              <a:gd name="connsiteY168" fmla="*/ 1624012 h 1890712"/>
              <a:gd name="connsiteX169" fmla="*/ 2247900 w 2543175"/>
              <a:gd name="connsiteY169" fmla="*/ 1643062 h 1890712"/>
              <a:gd name="connsiteX170" fmla="*/ 2255044 w 2543175"/>
              <a:gd name="connsiteY170" fmla="*/ 1650206 h 1890712"/>
              <a:gd name="connsiteX171" fmla="*/ 2281238 w 2543175"/>
              <a:gd name="connsiteY171" fmla="*/ 1664494 h 1890712"/>
              <a:gd name="connsiteX172" fmla="*/ 2297907 w 2543175"/>
              <a:gd name="connsiteY172" fmla="*/ 1674019 h 1890712"/>
              <a:gd name="connsiteX173" fmla="*/ 2305050 w 2543175"/>
              <a:gd name="connsiteY173" fmla="*/ 1678781 h 1890712"/>
              <a:gd name="connsiteX174" fmla="*/ 2312194 w 2543175"/>
              <a:gd name="connsiteY174" fmla="*/ 1685925 h 1890712"/>
              <a:gd name="connsiteX175" fmla="*/ 2321719 w 2543175"/>
              <a:gd name="connsiteY175" fmla="*/ 1690687 h 1890712"/>
              <a:gd name="connsiteX176" fmla="*/ 2328863 w 2543175"/>
              <a:gd name="connsiteY176" fmla="*/ 1697831 h 1890712"/>
              <a:gd name="connsiteX177" fmla="*/ 2350294 w 2543175"/>
              <a:gd name="connsiteY177" fmla="*/ 1712119 h 1890712"/>
              <a:gd name="connsiteX178" fmla="*/ 2359819 w 2543175"/>
              <a:gd name="connsiteY178" fmla="*/ 1719262 h 1890712"/>
              <a:gd name="connsiteX179" fmla="*/ 2369344 w 2543175"/>
              <a:gd name="connsiteY179" fmla="*/ 1724025 h 1890712"/>
              <a:gd name="connsiteX180" fmla="*/ 2376488 w 2543175"/>
              <a:gd name="connsiteY180" fmla="*/ 1731169 h 1890712"/>
              <a:gd name="connsiteX181" fmla="*/ 2402682 w 2543175"/>
              <a:gd name="connsiteY181" fmla="*/ 1747837 h 1890712"/>
              <a:gd name="connsiteX182" fmla="*/ 2450307 w 2543175"/>
              <a:gd name="connsiteY182" fmla="*/ 1769269 h 1890712"/>
              <a:gd name="connsiteX183" fmla="*/ 2466975 w 2543175"/>
              <a:gd name="connsiteY183" fmla="*/ 1783556 h 1890712"/>
              <a:gd name="connsiteX184" fmla="*/ 2481263 w 2543175"/>
              <a:gd name="connsiteY184" fmla="*/ 1795462 h 1890712"/>
              <a:gd name="connsiteX185" fmla="*/ 2486025 w 2543175"/>
              <a:gd name="connsiteY185" fmla="*/ 1802606 h 1890712"/>
              <a:gd name="connsiteX186" fmla="*/ 2493169 w 2543175"/>
              <a:gd name="connsiteY186" fmla="*/ 1807369 h 1890712"/>
              <a:gd name="connsiteX187" fmla="*/ 2495550 w 2543175"/>
              <a:gd name="connsiteY187" fmla="*/ 1816894 h 1890712"/>
              <a:gd name="connsiteX188" fmla="*/ 2497932 w 2543175"/>
              <a:gd name="connsiteY188" fmla="*/ 1824037 h 1890712"/>
              <a:gd name="connsiteX189" fmla="*/ 2514600 w 2543175"/>
              <a:gd name="connsiteY189" fmla="*/ 1850231 h 1890712"/>
              <a:gd name="connsiteX190" fmla="*/ 2519363 w 2543175"/>
              <a:gd name="connsiteY190" fmla="*/ 1857375 h 1890712"/>
              <a:gd name="connsiteX191" fmla="*/ 2540794 w 2543175"/>
              <a:gd name="connsiteY191" fmla="*/ 1883569 h 1890712"/>
              <a:gd name="connsiteX192" fmla="*/ 2543175 w 2543175"/>
              <a:gd name="connsiteY19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26382 w 2543175"/>
              <a:gd name="connsiteY114" fmla="*/ 1085850 h 1890712"/>
              <a:gd name="connsiteX115" fmla="*/ 1559719 w 2543175"/>
              <a:gd name="connsiteY115" fmla="*/ 1121569 h 1890712"/>
              <a:gd name="connsiteX116" fmla="*/ 1569244 w 2543175"/>
              <a:gd name="connsiteY116" fmla="*/ 1131094 h 1890712"/>
              <a:gd name="connsiteX117" fmla="*/ 1597819 w 2543175"/>
              <a:gd name="connsiteY117" fmla="*/ 1154906 h 1890712"/>
              <a:gd name="connsiteX118" fmla="*/ 1604963 w 2543175"/>
              <a:gd name="connsiteY118" fmla="*/ 1162050 h 1890712"/>
              <a:gd name="connsiteX119" fmla="*/ 1612107 w 2543175"/>
              <a:gd name="connsiteY119" fmla="*/ 1166812 h 1890712"/>
              <a:gd name="connsiteX120" fmla="*/ 1628775 w 2543175"/>
              <a:gd name="connsiteY120" fmla="*/ 1183481 h 1890712"/>
              <a:gd name="connsiteX121" fmla="*/ 1662113 w 2543175"/>
              <a:gd name="connsiteY121" fmla="*/ 1209675 h 1890712"/>
              <a:gd name="connsiteX122" fmla="*/ 1678782 w 2543175"/>
              <a:gd name="connsiteY122" fmla="*/ 1226344 h 1890712"/>
              <a:gd name="connsiteX123" fmla="*/ 1700213 w 2543175"/>
              <a:gd name="connsiteY123" fmla="*/ 1247775 h 1890712"/>
              <a:gd name="connsiteX124" fmla="*/ 1712119 w 2543175"/>
              <a:gd name="connsiteY124" fmla="*/ 1259681 h 1890712"/>
              <a:gd name="connsiteX125" fmla="*/ 1733550 w 2543175"/>
              <a:gd name="connsiteY125" fmla="*/ 1273969 h 1890712"/>
              <a:gd name="connsiteX126" fmla="*/ 1743075 w 2543175"/>
              <a:gd name="connsiteY126" fmla="*/ 1283494 h 1890712"/>
              <a:gd name="connsiteX127" fmla="*/ 1754982 w 2543175"/>
              <a:gd name="connsiteY127" fmla="*/ 1290637 h 1890712"/>
              <a:gd name="connsiteX128" fmla="*/ 1766888 w 2543175"/>
              <a:gd name="connsiteY128" fmla="*/ 1300162 h 1890712"/>
              <a:gd name="connsiteX129" fmla="*/ 1783557 w 2543175"/>
              <a:gd name="connsiteY129" fmla="*/ 1307306 h 1890712"/>
              <a:gd name="connsiteX130" fmla="*/ 1790700 w 2543175"/>
              <a:gd name="connsiteY130" fmla="*/ 1312069 h 1890712"/>
              <a:gd name="connsiteX131" fmla="*/ 1800225 w 2543175"/>
              <a:gd name="connsiteY131" fmla="*/ 1319212 h 1890712"/>
              <a:gd name="connsiteX132" fmla="*/ 1807369 w 2543175"/>
              <a:gd name="connsiteY132" fmla="*/ 1321594 h 1890712"/>
              <a:gd name="connsiteX133" fmla="*/ 1824038 w 2543175"/>
              <a:gd name="connsiteY133" fmla="*/ 1333500 h 1890712"/>
              <a:gd name="connsiteX134" fmla="*/ 1843088 w 2543175"/>
              <a:gd name="connsiteY134" fmla="*/ 1352550 h 1890712"/>
              <a:gd name="connsiteX135" fmla="*/ 1852613 w 2543175"/>
              <a:gd name="connsiteY135" fmla="*/ 1359694 h 1890712"/>
              <a:gd name="connsiteX136" fmla="*/ 1859757 w 2543175"/>
              <a:gd name="connsiteY136" fmla="*/ 1366837 h 1890712"/>
              <a:gd name="connsiteX137" fmla="*/ 1869282 w 2543175"/>
              <a:gd name="connsiteY137" fmla="*/ 1371600 h 1890712"/>
              <a:gd name="connsiteX138" fmla="*/ 1883569 w 2543175"/>
              <a:gd name="connsiteY138" fmla="*/ 1388269 h 1890712"/>
              <a:gd name="connsiteX139" fmla="*/ 1893094 w 2543175"/>
              <a:gd name="connsiteY139" fmla="*/ 1395412 h 1890712"/>
              <a:gd name="connsiteX140" fmla="*/ 1902619 w 2543175"/>
              <a:gd name="connsiteY140" fmla="*/ 1404937 h 1890712"/>
              <a:gd name="connsiteX141" fmla="*/ 1912144 w 2543175"/>
              <a:gd name="connsiteY141" fmla="*/ 1409700 h 1890712"/>
              <a:gd name="connsiteX142" fmla="*/ 1931194 w 2543175"/>
              <a:gd name="connsiteY142" fmla="*/ 1421606 h 1890712"/>
              <a:gd name="connsiteX143" fmla="*/ 1935957 w 2543175"/>
              <a:gd name="connsiteY143" fmla="*/ 1428750 h 1890712"/>
              <a:gd name="connsiteX144" fmla="*/ 1952625 w 2543175"/>
              <a:gd name="connsiteY144" fmla="*/ 1438275 h 1890712"/>
              <a:gd name="connsiteX145" fmla="*/ 1971675 w 2543175"/>
              <a:gd name="connsiteY145" fmla="*/ 1450181 h 1890712"/>
              <a:gd name="connsiteX146" fmla="*/ 1981200 w 2543175"/>
              <a:gd name="connsiteY146" fmla="*/ 1454944 h 1890712"/>
              <a:gd name="connsiteX147" fmla="*/ 1997869 w 2543175"/>
              <a:gd name="connsiteY147" fmla="*/ 1471612 h 1890712"/>
              <a:gd name="connsiteX148" fmla="*/ 2007394 w 2543175"/>
              <a:gd name="connsiteY148" fmla="*/ 1478756 h 1890712"/>
              <a:gd name="connsiteX149" fmla="*/ 2016919 w 2543175"/>
              <a:gd name="connsiteY149" fmla="*/ 1483519 h 1890712"/>
              <a:gd name="connsiteX150" fmla="*/ 2024063 w 2543175"/>
              <a:gd name="connsiteY150" fmla="*/ 1490662 h 1890712"/>
              <a:gd name="connsiteX151" fmla="*/ 2033588 w 2543175"/>
              <a:gd name="connsiteY151" fmla="*/ 1495425 h 1890712"/>
              <a:gd name="connsiteX152" fmla="*/ 2040732 w 2543175"/>
              <a:gd name="connsiteY152" fmla="*/ 1502569 h 1890712"/>
              <a:gd name="connsiteX153" fmla="*/ 2047875 w 2543175"/>
              <a:gd name="connsiteY153" fmla="*/ 1507331 h 1890712"/>
              <a:gd name="connsiteX154" fmla="*/ 2057400 w 2543175"/>
              <a:gd name="connsiteY154" fmla="*/ 1514475 h 1890712"/>
              <a:gd name="connsiteX155" fmla="*/ 2064544 w 2543175"/>
              <a:gd name="connsiteY155" fmla="*/ 1519237 h 1890712"/>
              <a:gd name="connsiteX156" fmla="*/ 2071688 w 2543175"/>
              <a:gd name="connsiteY156" fmla="*/ 1526381 h 1890712"/>
              <a:gd name="connsiteX157" fmla="*/ 2081213 w 2543175"/>
              <a:gd name="connsiteY157" fmla="*/ 1531144 h 1890712"/>
              <a:gd name="connsiteX158" fmla="*/ 2090738 w 2543175"/>
              <a:gd name="connsiteY158" fmla="*/ 1538287 h 1890712"/>
              <a:gd name="connsiteX159" fmla="*/ 2109788 w 2543175"/>
              <a:gd name="connsiteY159" fmla="*/ 1547812 h 1890712"/>
              <a:gd name="connsiteX160" fmla="*/ 2131219 w 2543175"/>
              <a:gd name="connsiteY160" fmla="*/ 1562100 h 1890712"/>
              <a:gd name="connsiteX161" fmla="*/ 2140744 w 2543175"/>
              <a:gd name="connsiteY161" fmla="*/ 1566862 h 1890712"/>
              <a:gd name="connsiteX162" fmla="*/ 2152650 w 2543175"/>
              <a:gd name="connsiteY162" fmla="*/ 1576387 h 1890712"/>
              <a:gd name="connsiteX163" fmla="*/ 2181225 w 2543175"/>
              <a:gd name="connsiteY163" fmla="*/ 1590675 h 1890712"/>
              <a:gd name="connsiteX164" fmla="*/ 2200275 w 2543175"/>
              <a:gd name="connsiteY164" fmla="*/ 1607344 h 1890712"/>
              <a:gd name="connsiteX165" fmla="*/ 2207419 w 2543175"/>
              <a:gd name="connsiteY165" fmla="*/ 1612106 h 1890712"/>
              <a:gd name="connsiteX166" fmla="*/ 2216944 w 2543175"/>
              <a:gd name="connsiteY166" fmla="*/ 1619250 h 1890712"/>
              <a:gd name="connsiteX167" fmla="*/ 2224088 w 2543175"/>
              <a:gd name="connsiteY167" fmla="*/ 1624012 h 1890712"/>
              <a:gd name="connsiteX168" fmla="*/ 2247900 w 2543175"/>
              <a:gd name="connsiteY168" fmla="*/ 1643062 h 1890712"/>
              <a:gd name="connsiteX169" fmla="*/ 2255044 w 2543175"/>
              <a:gd name="connsiteY169" fmla="*/ 1650206 h 1890712"/>
              <a:gd name="connsiteX170" fmla="*/ 2281238 w 2543175"/>
              <a:gd name="connsiteY170" fmla="*/ 1664494 h 1890712"/>
              <a:gd name="connsiteX171" fmla="*/ 2297907 w 2543175"/>
              <a:gd name="connsiteY171" fmla="*/ 1674019 h 1890712"/>
              <a:gd name="connsiteX172" fmla="*/ 2305050 w 2543175"/>
              <a:gd name="connsiteY172" fmla="*/ 1678781 h 1890712"/>
              <a:gd name="connsiteX173" fmla="*/ 2312194 w 2543175"/>
              <a:gd name="connsiteY173" fmla="*/ 1685925 h 1890712"/>
              <a:gd name="connsiteX174" fmla="*/ 2321719 w 2543175"/>
              <a:gd name="connsiteY174" fmla="*/ 1690687 h 1890712"/>
              <a:gd name="connsiteX175" fmla="*/ 2328863 w 2543175"/>
              <a:gd name="connsiteY175" fmla="*/ 1697831 h 1890712"/>
              <a:gd name="connsiteX176" fmla="*/ 2350294 w 2543175"/>
              <a:gd name="connsiteY176" fmla="*/ 1712119 h 1890712"/>
              <a:gd name="connsiteX177" fmla="*/ 2359819 w 2543175"/>
              <a:gd name="connsiteY177" fmla="*/ 1719262 h 1890712"/>
              <a:gd name="connsiteX178" fmla="*/ 2369344 w 2543175"/>
              <a:gd name="connsiteY178" fmla="*/ 1724025 h 1890712"/>
              <a:gd name="connsiteX179" fmla="*/ 2376488 w 2543175"/>
              <a:gd name="connsiteY179" fmla="*/ 1731169 h 1890712"/>
              <a:gd name="connsiteX180" fmla="*/ 2402682 w 2543175"/>
              <a:gd name="connsiteY180" fmla="*/ 1747837 h 1890712"/>
              <a:gd name="connsiteX181" fmla="*/ 2450307 w 2543175"/>
              <a:gd name="connsiteY181" fmla="*/ 1769269 h 1890712"/>
              <a:gd name="connsiteX182" fmla="*/ 2466975 w 2543175"/>
              <a:gd name="connsiteY182" fmla="*/ 1783556 h 1890712"/>
              <a:gd name="connsiteX183" fmla="*/ 2481263 w 2543175"/>
              <a:gd name="connsiteY183" fmla="*/ 1795462 h 1890712"/>
              <a:gd name="connsiteX184" fmla="*/ 2486025 w 2543175"/>
              <a:gd name="connsiteY184" fmla="*/ 1802606 h 1890712"/>
              <a:gd name="connsiteX185" fmla="*/ 2493169 w 2543175"/>
              <a:gd name="connsiteY185" fmla="*/ 1807369 h 1890712"/>
              <a:gd name="connsiteX186" fmla="*/ 2495550 w 2543175"/>
              <a:gd name="connsiteY186" fmla="*/ 1816894 h 1890712"/>
              <a:gd name="connsiteX187" fmla="*/ 2497932 w 2543175"/>
              <a:gd name="connsiteY187" fmla="*/ 1824037 h 1890712"/>
              <a:gd name="connsiteX188" fmla="*/ 2514600 w 2543175"/>
              <a:gd name="connsiteY188" fmla="*/ 1850231 h 1890712"/>
              <a:gd name="connsiteX189" fmla="*/ 2519363 w 2543175"/>
              <a:gd name="connsiteY189" fmla="*/ 1857375 h 1890712"/>
              <a:gd name="connsiteX190" fmla="*/ 2540794 w 2543175"/>
              <a:gd name="connsiteY190" fmla="*/ 1883569 h 1890712"/>
              <a:gd name="connsiteX191" fmla="*/ 2543175 w 2543175"/>
              <a:gd name="connsiteY191"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59719 w 2543175"/>
              <a:gd name="connsiteY114" fmla="*/ 1121569 h 1890712"/>
              <a:gd name="connsiteX115" fmla="*/ 1569244 w 2543175"/>
              <a:gd name="connsiteY115" fmla="*/ 1131094 h 1890712"/>
              <a:gd name="connsiteX116" fmla="*/ 1597819 w 2543175"/>
              <a:gd name="connsiteY116" fmla="*/ 1154906 h 1890712"/>
              <a:gd name="connsiteX117" fmla="*/ 1604963 w 2543175"/>
              <a:gd name="connsiteY117" fmla="*/ 1162050 h 1890712"/>
              <a:gd name="connsiteX118" fmla="*/ 1612107 w 2543175"/>
              <a:gd name="connsiteY118" fmla="*/ 1166812 h 1890712"/>
              <a:gd name="connsiteX119" fmla="*/ 1628775 w 2543175"/>
              <a:gd name="connsiteY119" fmla="*/ 1183481 h 1890712"/>
              <a:gd name="connsiteX120" fmla="*/ 1662113 w 2543175"/>
              <a:gd name="connsiteY120" fmla="*/ 1209675 h 1890712"/>
              <a:gd name="connsiteX121" fmla="*/ 1678782 w 2543175"/>
              <a:gd name="connsiteY121" fmla="*/ 1226344 h 1890712"/>
              <a:gd name="connsiteX122" fmla="*/ 1700213 w 2543175"/>
              <a:gd name="connsiteY122" fmla="*/ 1247775 h 1890712"/>
              <a:gd name="connsiteX123" fmla="*/ 1712119 w 2543175"/>
              <a:gd name="connsiteY123" fmla="*/ 1259681 h 1890712"/>
              <a:gd name="connsiteX124" fmla="*/ 1733550 w 2543175"/>
              <a:gd name="connsiteY124" fmla="*/ 1273969 h 1890712"/>
              <a:gd name="connsiteX125" fmla="*/ 1743075 w 2543175"/>
              <a:gd name="connsiteY125" fmla="*/ 1283494 h 1890712"/>
              <a:gd name="connsiteX126" fmla="*/ 1754982 w 2543175"/>
              <a:gd name="connsiteY126" fmla="*/ 1290637 h 1890712"/>
              <a:gd name="connsiteX127" fmla="*/ 1766888 w 2543175"/>
              <a:gd name="connsiteY127" fmla="*/ 1300162 h 1890712"/>
              <a:gd name="connsiteX128" fmla="*/ 1783557 w 2543175"/>
              <a:gd name="connsiteY128" fmla="*/ 1307306 h 1890712"/>
              <a:gd name="connsiteX129" fmla="*/ 1790700 w 2543175"/>
              <a:gd name="connsiteY129" fmla="*/ 1312069 h 1890712"/>
              <a:gd name="connsiteX130" fmla="*/ 1800225 w 2543175"/>
              <a:gd name="connsiteY130" fmla="*/ 1319212 h 1890712"/>
              <a:gd name="connsiteX131" fmla="*/ 1807369 w 2543175"/>
              <a:gd name="connsiteY131" fmla="*/ 1321594 h 1890712"/>
              <a:gd name="connsiteX132" fmla="*/ 1824038 w 2543175"/>
              <a:gd name="connsiteY132" fmla="*/ 1333500 h 1890712"/>
              <a:gd name="connsiteX133" fmla="*/ 1843088 w 2543175"/>
              <a:gd name="connsiteY133" fmla="*/ 1352550 h 1890712"/>
              <a:gd name="connsiteX134" fmla="*/ 1852613 w 2543175"/>
              <a:gd name="connsiteY134" fmla="*/ 1359694 h 1890712"/>
              <a:gd name="connsiteX135" fmla="*/ 1859757 w 2543175"/>
              <a:gd name="connsiteY135" fmla="*/ 1366837 h 1890712"/>
              <a:gd name="connsiteX136" fmla="*/ 1869282 w 2543175"/>
              <a:gd name="connsiteY136" fmla="*/ 1371600 h 1890712"/>
              <a:gd name="connsiteX137" fmla="*/ 1883569 w 2543175"/>
              <a:gd name="connsiteY137" fmla="*/ 1388269 h 1890712"/>
              <a:gd name="connsiteX138" fmla="*/ 1893094 w 2543175"/>
              <a:gd name="connsiteY138" fmla="*/ 1395412 h 1890712"/>
              <a:gd name="connsiteX139" fmla="*/ 1902619 w 2543175"/>
              <a:gd name="connsiteY139" fmla="*/ 1404937 h 1890712"/>
              <a:gd name="connsiteX140" fmla="*/ 1912144 w 2543175"/>
              <a:gd name="connsiteY140" fmla="*/ 1409700 h 1890712"/>
              <a:gd name="connsiteX141" fmla="*/ 1931194 w 2543175"/>
              <a:gd name="connsiteY141" fmla="*/ 1421606 h 1890712"/>
              <a:gd name="connsiteX142" fmla="*/ 1935957 w 2543175"/>
              <a:gd name="connsiteY142" fmla="*/ 1428750 h 1890712"/>
              <a:gd name="connsiteX143" fmla="*/ 1952625 w 2543175"/>
              <a:gd name="connsiteY143" fmla="*/ 1438275 h 1890712"/>
              <a:gd name="connsiteX144" fmla="*/ 1971675 w 2543175"/>
              <a:gd name="connsiteY144" fmla="*/ 1450181 h 1890712"/>
              <a:gd name="connsiteX145" fmla="*/ 1981200 w 2543175"/>
              <a:gd name="connsiteY145" fmla="*/ 1454944 h 1890712"/>
              <a:gd name="connsiteX146" fmla="*/ 1997869 w 2543175"/>
              <a:gd name="connsiteY146" fmla="*/ 1471612 h 1890712"/>
              <a:gd name="connsiteX147" fmla="*/ 2007394 w 2543175"/>
              <a:gd name="connsiteY147" fmla="*/ 1478756 h 1890712"/>
              <a:gd name="connsiteX148" fmla="*/ 2016919 w 2543175"/>
              <a:gd name="connsiteY148" fmla="*/ 1483519 h 1890712"/>
              <a:gd name="connsiteX149" fmla="*/ 2024063 w 2543175"/>
              <a:gd name="connsiteY149" fmla="*/ 1490662 h 1890712"/>
              <a:gd name="connsiteX150" fmla="*/ 2033588 w 2543175"/>
              <a:gd name="connsiteY150" fmla="*/ 1495425 h 1890712"/>
              <a:gd name="connsiteX151" fmla="*/ 2040732 w 2543175"/>
              <a:gd name="connsiteY151" fmla="*/ 1502569 h 1890712"/>
              <a:gd name="connsiteX152" fmla="*/ 2047875 w 2543175"/>
              <a:gd name="connsiteY152" fmla="*/ 1507331 h 1890712"/>
              <a:gd name="connsiteX153" fmla="*/ 2057400 w 2543175"/>
              <a:gd name="connsiteY153" fmla="*/ 1514475 h 1890712"/>
              <a:gd name="connsiteX154" fmla="*/ 2064544 w 2543175"/>
              <a:gd name="connsiteY154" fmla="*/ 1519237 h 1890712"/>
              <a:gd name="connsiteX155" fmla="*/ 2071688 w 2543175"/>
              <a:gd name="connsiteY155" fmla="*/ 1526381 h 1890712"/>
              <a:gd name="connsiteX156" fmla="*/ 2081213 w 2543175"/>
              <a:gd name="connsiteY156" fmla="*/ 1531144 h 1890712"/>
              <a:gd name="connsiteX157" fmla="*/ 2090738 w 2543175"/>
              <a:gd name="connsiteY157" fmla="*/ 1538287 h 1890712"/>
              <a:gd name="connsiteX158" fmla="*/ 2109788 w 2543175"/>
              <a:gd name="connsiteY158" fmla="*/ 1547812 h 1890712"/>
              <a:gd name="connsiteX159" fmla="*/ 2131219 w 2543175"/>
              <a:gd name="connsiteY159" fmla="*/ 1562100 h 1890712"/>
              <a:gd name="connsiteX160" fmla="*/ 2140744 w 2543175"/>
              <a:gd name="connsiteY160" fmla="*/ 1566862 h 1890712"/>
              <a:gd name="connsiteX161" fmla="*/ 2152650 w 2543175"/>
              <a:gd name="connsiteY161" fmla="*/ 1576387 h 1890712"/>
              <a:gd name="connsiteX162" fmla="*/ 2181225 w 2543175"/>
              <a:gd name="connsiteY162" fmla="*/ 1590675 h 1890712"/>
              <a:gd name="connsiteX163" fmla="*/ 2200275 w 2543175"/>
              <a:gd name="connsiteY163" fmla="*/ 1607344 h 1890712"/>
              <a:gd name="connsiteX164" fmla="*/ 2207419 w 2543175"/>
              <a:gd name="connsiteY164" fmla="*/ 1612106 h 1890712"/>
              <a:gd name="connsiteX165" fmla="*/ 2216944 w 2543175"/>
              <a:gd name="connsiteY165" fmla="*/ 1619250 h 1890712"/>
              <a:gd name="connsiteX166" fmla="*/ 2224088 w 2543175"/>
              <a:gd name="connsiteY166" fmla="*/ 1624012 h 1890712"/>
              <a:gd name="connsiteX167" fmla="*/ 2247900 w 2543175"/>
              <a:gd name="connsiteY167" fmla="*/ 1643062 h 1890712"/>
              <a:gd name="connsiteX168" fmla="*/ 2255044 w 2543175"/>
              <a:gd name="connsiteY168" fmla="*/ 1650206 h 1890712"/>
              <a:gd name="connsiteX169" fmla="*/ 2281238 w 2543175"/>
              <a:gd name="connsiteY169" fmla="*/ 1664494 h 1890712"/>
              <a:gd name="connsiteX170" fmla="*/ 2297907 w 2543175"/>
              <a:gd name="connsiteY170" fmla="*/ 1674019 h 1890712"/>
              <a:gd name="connsiteX171" fmla="*/ 2305050 w 2543175"/>
              <a:gd name="connsiteY171" fmla="*/ 1678781 h 1890712"/>
              <a:gd name="connsiteX172" fmla="*/ 2312194 w 2543175"/>
              <a:gd name="connsiteY172" fmla="*/ 1685925 h 1890712"/>
              <a:gd name="connsiteX173" fmla="*/ 2321719 w 2543175"/>
              <a:gd name="connsiteY173" fmla="*/ 1690687 h 1890712"/>
              <a:gd name="connsiteX174" fmla="*/ 2328863 w 2543175"/>
              <a:gd name="connsiteY174" fmla="*/ 1697831 h 1890712"/>
              <a:gd name="connsiteX175" fmla="*/ 2350294 w 2543175"/>
              <a:gd name="connsiteY175" fmla="*/ 1712119 h 1890712"/>
              <a:gd name="connsiteX176" fmla="*/ 2359819 w 2543175"/>
              <a:gd name="connsiteY176" fmla="*/ 1719262 h 1890712"/>
              <a:gd name="connsiteX177" fmla="*/ 2369344 w 2543175"/>
              <a:gd name="connsiteY177" fmla="*/ 1724025 h 1890712"/>
              <a:gd name="connsiteX178" fmla="*/ 2376488 w 2543175"/>
              <a:gd name="connsiteY178" fmla="*/ 1731169 h 1890712"/>
              <a:gd name="connsiteX179" fmla="*/ 2402682 w 2543175"/>
              <a:gd name="connsiteY179" fmla="*/ 1747837 h 1890712"/>
              <a:gd name="connsiteX180" fmla="*/ 2450307 w 2543175"/>
              <a:gd name="connsiteY180" fmla="*/ 1769269 h 1890712"/>
              <a:gd name="connsiteX181" fmla="*/ 2466975 w 2543175"/>
              <a:gd name="connsiteY181" fmla="*/ 1783556 h 1890712"/>
              <a:gd name="connsiteX182" fmla="*/ 2481263 w 2543175"/>
              <a:gd name="connsiteY182" fmla="*/ 1795462 h 1890712"/>
              <a:gd name="connsiteX183" fmla="*/ 2486025 w 2543175"/>
              <a:gd name="connsiteY183" fmla="*/ 1802606 h 1890712"/>
              <a:gd name="connsiteX184" fmla="*/ 2493169 w 2543175"/>
              <a:gd name="connsiteY184" fmla="*/ 1807369 h 1890712"/>
              <a:gd name="connsiteX185" fmla="*/ 2495550 w 2543175"/>
              <a:gd name="connsiteY185" fmla="*/ 1816894 h 1890712"/>
              <a:gd name="connsiteX186" fmla="*/ 2497932 w 2543175"/>
              <a:gd name="connsiteY186" fmla="*/ 1824037 h 1890712"/>
              <a:gd name="connsiteX187" fmla="*/ 2514600 w 2543175"/>
              <a:gd name="connsiteY187" fmla="*/ 1850231 h 1890712"/>
              <a:gd name="connsiteX188" fmla="*/ 2519363 w 2543175"/>
              <a:gd name="connsiteY188" fmla="*/ 1857375 h 1890712"/>
              <a:gd name="connsiteX189" fmla="*/ 2540794 w 2543175"/>
              <a:gd name="connsiteY189" fmla="*/ 1883569 h 1890712"/>
              <a:gd name="connsiteX190" fmla="*/ 2543175 w 2543175"/>
              <a:gd name="connsiteY19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59719 w 2543175"/>
              <a:gd name="connsiteY114" fmla="*/ 1121569 h 1890712"/>
              <a:gd name="connsiteX115" fmla="*/ 1550194 w 2543175"/>
              <a:gd name="connsiteY115" fmla="*/ 1135856 h 1890712"/>
              <a:gd name="connsiteX116" fmla="*/ 1597819 w 2543175"/>
              <a:gd name="connsiteY116" fmla="*/ 1154906 h 1890712"/>
              <a:gd name="connsiteX117" fmla="*/ 1604963 w 2543175"/>
              <a:gd name="connsiteY117" fmla="*/ 1162050 h 1890712"/>
              <a:gd name="connsiteX118" fmla="*/ 1612107 w 2543175"/>
              <a:gd name="connsiteY118" fmla="*/ 1166812 h 1890712"/>
              <a:gd name="connsiteX119" fmla="*/ 1628775 w 2543175"/>
              <a:gd name="connsiteY119" fmla="*/ 1183481 h 1890712"/>
              <a:gd name="connsiteX120" fmla="*/ 1662113 w 2543175"/>
              <a:gd name="connsiteY120" fmla="*/ 1209675 h 1890712"/>
              <a:gd name="connsiteX121" fmla="*/ 1678782 w 2543175"/>
              <a:gd name="connsiteY121" fmla="*/ 1226344 h 1890712"/>
              <a:gd name="connsiteX122" fmla="*/ 1700213 w 2543175"/>
              <a:gd name="connsiteY122" fmla="*/ 1247775 h 1890712"/>
              <a:gd name="connsiteX123" fmla="*/ 1712119 w 2543175"/>
              <a:gd name="connsiteY123" fmla="*/ 1259681 h 1890712"/>
              <a:gd name="connsiteX124" fmla="*/ 1733550 w 2543175"/>
              <a:gd name="connsiteY124" fmla="*/ 1273969 h 1890712"/>
              <a:gd name="connsiteX125" fmla="*/ 1743075 w 2543175"/>
              <a:gd name="connsiteY125" fmla="*/ 1283494 h 1890712"/>
              <a:gd name="connsiteX126" fmla="*/ 1754982 w 2543175"/>
              <a:gd name="connsiteY126" fmla="*/ 1290637 h 1890712"/>
              <a:gd name="connsiteX127" fmla="*/ 1766888 w 2543175"/>
              <a:gd name="connsiteY127" fmla="*/ 1300162 h 1890712"/>
              <a:gd name="connsiteX128" fmla="*/ 1783557 w 2543175"/>
              <a:gd name="connsiteY128" fmla="*/ 1307306 h 1890712"/>
              <a:gd name="connsiteX129" fmla="*/ 1790700 w 2543175"/>
              <a:gd name="connsiteY129" fmla="*/ 1312069 h 1890712"/>
              <a:gd name="connsiteX130" fmla="*/ 1800225 w 2543175"/>
              <a:gd name="connsiteY130" fmla="*/ 1319212 h 1890712"/>
              <a:gd name="connsiteX131" fmla="*/ 1807369 w 2543175"/>
              <a:gd name="connsiteY131" fmla="*/ 1321594 h 1890712"/>
              <a:gd name="connsiteX132" fmla="*/ 1824038 w 2543175"/>
              <a:gd name="connsiteY132" fmla="*/ 1333500 h 1890712"/>
              <a:gd name="connsiteX133" fmla="*/ 1843088 w 2543175"/>
              <a:gd name="connsiteY133" fmla="*/ 1352550 h 1890712"/>
              <a:gd name="connsiteX134" fmla="*/ 1852613 w 2543175"/>
              <a:gd name="connsiteY134" fmla="*/ 1359694 h 1890712"/>
              <a:gd name="connsiteX135" fmla="*/ 1859757 w 2543175"/>
              <a:gd name="connsiteY135" fmla="*/ 1366837 h 1890712"/>
              <a:gd name="connsiteX136" fmla="*/ 1869282 w 2543175"/>
              <a:gd name="connsiteY136" fmla="*/ 1371600 h 1890712"/>
              <a:gd name="connsiteX137" fmla="*/ 1883569 w 2543175"/>
              <a:gd name="connsiteY137" fmla="*/ 1388269 h 1890712"/>
              <a:gd name="connsiteX138" fmla="*/ 1893094 w 2543175"/>
              <a:gd name="connsiteY138" fmla="*/ 1395412 h 1890712"/>
              <a:gd name="connsiteX139" fmla="*/ 1902619 w 2543175"/>
              <a:gd name="connsiteY139" fmla="*/ 1404937 h 1890712"/>
              <a:gd name="connsiteX140" fmla="*/ 1912144 w 2543175"/>
              <a:gd name="connsiteY140" fmla="*/ 1409700 h 1890712"/>
              <a:gd name="connsiteX141" fmla="*/ 1931194 w 2543175"/>
              <a:gd name="connsiteY141" fmla="*/ 1421606 h 1890712"/>
              <a:gd name="connsiteX142" fmla="*/ 1935957 w 2543175"/>
              <a:gd name="connsiteY142" fmla="*/ 1428750 h 1890712"/>
              <a:gd name="connsiteX143" fmla="*/ 1952625 w 2543175"/>
              <a:gd name="connsiteY143" fmla="*/ 1438275 h 1890712"/>
              <a:gd name="connsiteX144" fmla="*/ 1971675 w 2543175"/>
              <a:gd name="connsiteY144" fmla="*/ 1450181 h 1890712"/>
              <a:gd name="connsiteX145" fmla="*/ 1981200 w 2543175"/>
              <a:gd name="connsiteY145" fmla="*/ 1454944 h 1890712"/>
              <a:gd name="connsiteX146" fmla="*/ 1997869 w 2543175"/>
              <a:gd name="connsiteY146" fmla="*/ 1471612 h 1890712"/>
              <a:gd name="connsiteX147" fmla="*/ 2007394 w 2543175"/>
              <a:gd name="connsiteY147" fmla="*/ 1478756 h 1890712"/>
              <a:gd name="connsiteX148" fmla="*/ 2016919 w 2543175"/>
              <a:gd name="connsiteY148" fmla="*/ 1483519 h 1890712"/>
              <a:gd name="connsiteX149" fmla="*/ 2024063 w 2543175"/>
              <a:gd name="connsiteY149" fmla="*/ 1490662 h 1890712"/>
              <a:gd name="connsiteX150" fmla="*/ 2033588 w 2543175"/>
              <a:gd name="connsiteY150" fmla="*/ 1495425 h 1890712"/>
              <a:gd name="connsiteX151" fmla="*/ 2040732 w 2543175"/>
              <a:gd name="connsiteY151" fmla="*/ 1502569 h 1890712"/>
              <a:gd name="connsiteX152" fmla="*/ 2047875 w 2543175"/>
              <a:gd name="connsiteY152" fmla="*/ 1507331 h 1890712"/>
              <a:gd name="connsiteX153" fmla="*/ 2057400 w 2543175"/>
              <a:gd name="connsiteY153" fmla="*/ 1514475 h 1890712"/>
              <a:gd name="connsiteX154" fmla="*/ 2064544 w 2543175"/>
              <a:gd name="connsiteY154" fmla="*/ 1519237 h 1890712"/>
              <a:gd name="connsiteX155" fmla="*/ 2071688 w 2543175"/>
              <a:gd name="connsiteY155" fmla="*/ 1526381 h 1890712"/>
              <a:gd name="connsiteX156" fmla="*/ 2081213 w 2543175"/>
              <a:gd name="connsiteY156" fmla="*/ 1531144 h 1890712"/>
              <a:gd name="connsiteX157" fmla="*/ 2090738 w 2543175"/>
              <a:gd name="connsiteY157" fmla="*/ 1538287 h 1890712"/>
              <a:gd name="connsiteX158" fmla="*/ 2109788 w 2543175"/>
              <a:gd name="connsiteY158" fmla="*/ 1547812 h 1890712"/>
              <a:gd name="connsiteX159" fmla="*/ 2131219 w 2543175"/>
              <a:gd name="connsiteY159" fmla="*/ 1562100 h 1890712"/>
              <a:gd name="connsiteX160" fmla="*/ 2140744 w 2543175"/>
              <a:gd name="connsiteY160" fmla="*/ 1566862 h 1890712"/>
              <a:gd name="connsiteX161" fmla="*/ 2152650 w 2543175"/>
              <a:gd name="connsiteY161" fmla="*/ 1576387 h 1890712"/>
              <a:gd name="connsiteX162" fmla="*/ 2181225 w 2543175"/>
              <a:gd name="connsiteY162" fmla="*/ 1590675 h 1890712"/>
              <a:gd name="connsiteX163" fmla="*/ 2200275 w 2543175"/>
              <a:gd name="connsiteY163" fmla="*/ 1607344 h 1890712"/>
              <a:gd name="connsiteX164" fmla="*/ 2207419 w 2543175"/>
              <a:gd name="connsiteY164" fmla="*/ 1612106 h 1890712"/>
              <a:gd name="connsiteX165" fmla="*/ 2216944 w 2543175"/>
              <a:gd name="connsiteY165" fmla="*/ 1619250 h 1890712"/>
              <a:gd name="connsiteX166" fmla="*/ 2224088 w 2543175"/>
              <a:gd name="connsiteY166" fmla="*/ 1624012 h 1890712"/>
              <a:gd name="connsiteX167" fmla="*/ 2247900 w 2543175"/>
              <a:gd name="connsiteY167" fmla="*/ 1643062 h 1890712"/>
              <a:gd name="connsiteX168" fmla="*/ 2255044 w 2543175"/>
              <a:gd name="connsiteY168" fmla="*/ 1650206 h 1890712"/>
              <a:gd name="connsiteX169" fmla="*/ 2281238 w 2543175"/>
              <a:gd name="connsiteY169" fmla="*/ 1664494 h 1890712"/>
              <a:gd name="connsiteX170" fmla="*/ 2297907 w 2543175"/>
              <a:gd name="connsiteY170" fmla="*/ 1674019 h 1890712"/>
              <a:gd name="connsiteX171" fmla="*/ 2305050 w 2543175"/>
              <a:gd name="connsiteY171" fmla="*/ 1678781 h 1890712"/>
              <a:gd name="connsiteX172" fmla="*/ 2312194 w 2543175"/>
              <a:gd name="connsiteY172" fmla="*/ 1685925 h 1890712"/>
              <a:gd name="connsiteX173" fmla="*/ 2321719 w 2543175"/>
              <a:gd name="connsiteY173" fmla="*/ 1690687 h 1890712"/>
              <a:gd name="connsiteX174" fmla="*/ 2328863 w 2543175"/>
              <a:gd name="connsiteY174" fmla="*/ 1697831 h 1890712"/>
              <a:gd name="connsiteX175" fmla="*/ 2350294 w 2543175"/>
              <a:gd name="connsiteY175" fmla="*/ 1712119 h 1890712"/>
              <a:gd name="connsiteX176" fmla="*/ 2359819 w 2543175"/>
              <a:gd name="connsiteY176" fmla="*/ 1719262 h 1890712"/>
              <a:gd name="connsiteX177" fmla="*/ 2369344 w 2543175"/>
              <a:gd name="connsiteY177" fmla="*/ 1724025 h 1890712"/>
              <a:gd name="connsiteX178" fmla="*/ 2376488 w 2543175"/>
              <a:gd name="connsiteY178" fmla="*/ 1731169 h 1890712"/>
              <a:gd name="connsiteX179" fmla="*/ 2402682 w 2543175"/>
              <a:gd name="connsiteY179" fmla="*/ 1747837 h 1890712"/>
              <a:gd name="connsiteX180" fmla="*/ 2450307 w 2543175"/>
              <a:gd name="connsiteY180" fmla="*/ 1769269 h 1890712"/>
              <a:gd name="connsiteX181" fmla="*/ 2466975 w 2543175"/>
              <a:gd name="connsiteY181" fmla="*/ 1783556 h 1890712"/>
              <a:gd name="connsiteX182" fmla="*/ 2481263 w 2543175"/>
              <a:gd name="connsiteY182" fmla="*/ 1795462 h 1890712"/>
              <a:gd name="connsiteX183" fmla="*/ 2486025 w 2543175"/>
              <a:gd name="connsiteY183" fmla="*/ 1802606 h 1890712"/>
              <a:gd name="connsiteX184" fmla="*/ 2493169 w 2543175"/>
              <a:gd name="connsiteY184" fmla="*/ 1807369 h 1890712"/>
              <a:gd name="connsiteX185" fmla="*/ 2495550 w 2543175"/>
              <a:gd name="connsiteY185" fmla="*/ 1816894 h 1890712"/>
              <a:gd name="connsiteX186" fmla="*/ 2497932 w 2543175"/>
              <a:gd name="connsiteY186" fmla="*/ 1824037 h 1890712"/>
              <a:gd name="connsiteX187" fmla="*/ 2514600 w 2543175"/>
              <a:gd name="connsiteY187" fmla="*/ 1850231 h 1890712"/>
              <a:gd name="connsiteX188" fmla="*/ 2519363 w 2543175"/>
              <a:gd name="connsiteY188" fmla="*/ 1857375 h 1890712"/>
              <a:gd name="connsiteX189" fmla="*/ 2540794 w 2543175"/>
              <a:gd name="connsiteY189" fmla="*/ 1883569 h 1890712"/>
              <a:gd name="connsiteX190" fmla="*/ 2543175 w 2543175"/>
              <a:gd name="connsiteY19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59719 w 2543175"/>
              <a:gd name="connsiteY114" fmla="*/ 1121569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59819 w 2543175"/>
              <a:gd name="connsiteY175" fmla="*/ 1719262 h 1890712"/>
              <a:gd name="connsiteX176" fmla="*/ 2369344 w 2543175"/>
              <a:gd name="connsiteY176" fmla="*/ 1724025 h 1890712"/>
              <a:gd name="connsiteX177" fmla="*/ 2376488 w 2543175"/>
              <a:gd name="connsiteY177" fmla="*/ 1731169 h 1890712"/>
              <a:gd name="connsiteX178" fmla="*/ 2402682 w 2543175"/>
              <a:gd name="connsiteY178" fmla="*/ 1747837 h 1890712"/>
              <a:gd name="connsiteX179" fmla="*/ 2450307 w 2543175"/>
              <a:gd name="connsiteY179" fmla="*/ 1769269 h 1890712"/>
              <a:gd name="connsiteX180" fmla="*/ 2466975 w 2543175"/>
              <a:gd name="connsiteY180" fmla="*/ 1783556 h 1890712"/>
              <a:gd name="connsiteX181" fmla="*/ 2481263 w 2543175"/>
              <a:gd name="connsiteY181" fmla="*/ 1795462 h 1890712"/>
              <a:gd name="connsiteX182" fmla="*/ 2486025 w 2543175"/>
              <a:gd name="connsiteY182" fmla="*/ 1802606 h 1890712"/>
              <a:gd name="connsiteX183" fmla="*/ 2493169 w 2543175"/>
              <a:gd name="connsiteY183" fmla="*/ 1807369 h 1890712"/>
              <a:gd name="connsiteX184" fmla="*/ 2495550 w 2543175"/>
              <a:gd name="connsiteY184" fmla="*/ 1816894 h 1890712"/>
              <a:gd name="connsiteX185" fmla="*/ 2497932 w 2543175"/>
              <a:gd name="connsiteY185" fmla="*/ 1824037 h 1890712"/>
              <a:gd name="connsiteX186" fmla="*/ 2514600 w 2543175"/>
              <a:gd name="connsiteY186" fmla="*/ 1850231 h 1890712"/>
              <a:gd name="connsiteX187" fmla="*/ 2519363 w 2543175"/>
              <a:gd name="connsiteY187" fmla="*/ 1857375 h 1890712"/>
              <a:gd name="connsiteX188" fmla="*/ 2540794 w 2543175"/>
              <a:gd name="connsiteY188" fmla="*/ 1883569 h 1890712"/>
              <a:gd name="connsiteX189" fmla="*/ 2543175 w 2543175"/>
              <a:gd name="connsiteY18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59819 w 2543175"/>
              <a:gd name="connsiteY175" fmla="*/ 1719262 h 1890712"/>
              <a:gd name="connsiteX176" fmla="*/ 2369344 w 2543175"/>
              <a:gd name="connsiteY176" fmla="*/ 1724025 h 1890712"/>
              <a:gd name="connsiteX177" fmla="*/ 2376488 w 2543175"/>
              <a:gd name="connsiteY177" fmla="*/ 1731169 h 1890712"/>
              <a:gd name="connsiteX178" fmla="*/ 2402682 w 2543175"/>
              <a:gd name="connsiteY178" fmla="*/ 1747837 h 1890712"/>
              <a:gd name="connsiteX179" fmla="*/ 2450307 w 2543175"/>
              <a:gd name="connsiteY179" fmla="*/ 1769269 h 1890712"/>
              <a:gd name="connsiteX180" fmla="*/ 2466975 w 2543175"/>
              <a:gd name="connsiteY180" fmla="*/ 1783556 h 1890712"/>
              <a:gd name="connsiteX181" fmla="*/ 2481263 w 2543175"/>
              <a:gd name="connsiteY181" fmla="*/ 1795462 h 1890712"/>
              <a:gd name="connsiteX182" fmla="*/ 2486025 w 2543175"/>
              <a:gd name="connsiteY182" fmla="*/ 1802606 h 1890712"/>
              <a:gd name="connsiteX183" fmla="*/ 2493169 w 2543175"/>
              <a:gd name="connsiteY183" fmla="*/ 1807369 h 1890712"/>
              <a:gd name="connsiteX184" fmla="*/ 2495550 w 2543175"/>
              <a:gd name="connsiteY184" fmla="*/ 1816894 h 1890712"/>
              <a:gd name="connsiteX185" fmla="*/ 2497932 w 2543175"/>
              <a:gd name="connsiteY185" fmla="*/ 1824037 h 1890712"/>
              <a:gd name="connsiteX186" fmla="*/ 2514600 w 2543175"/>
              <a:gd name="connsiteY186" fmla="*/ 1850231 h 1890712"/>
              <a:gd name="connsiteX187" fmla="*/ 2519363 w 2543175"/>
              <a:gd name="connsiteY187" fmla="*/ 1857375 h 1890712"/>
              <a:gd name="connsiteX188" fmla="*/ 2540794 w 2543175"/>
              <a:gd name="connsiteY188" fmla="*/ 1883569 h 1890712"/>
              <a:gd name="connsiteX189" fmla="*/ 2543175 w 2543175"/>
              <a:gd name="connsiteY18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59819 w 2543175"/>
              <a:gd name="connsiteY175" fmla="*/ 1719262 h 1890712"/>
              <a:gd name="connsiteX176" fmla="*/ 2369344 w 2543175"/>
              <a:gd name="connsiteY176" fmla="*/ 1724025 h 1890712"/>
              <a:gd name="connsiteX177" fmla="*/ 2376488 w 2543175"/>
              <a:gd name="connsiteY177" fmla="*/ 1731169 h 1890712"/>
              <a:gd name="connsiteX178" fmla="*/ 2402682 w 2543175"/>
              <a:gd name="connsiteY178" fmla="*/ 1747837 h 1890712"/>
              <a:gd name="connsiteX179" fmla="*/ 2428876 w 2543175"/>
              <a:gd name="connsiteY179" fmla="*/ 1785938 h 1890712"/>
              <a:gd name="connsiteX180" fmla="*/ 2466975 w 2543175"/>
              <a:gd name="connsiteY180" fmla="*/ 1783556 h 1890712"/>
              <a:gd name="connsiteX181" fmla="*/ 2481263 w 2543175"/>
              <a:gd name="connsiteY181" fmla="*/ 1795462 h 1890712"/>
              <a:gd name="connsiteX182" fmla="*/ 2486025 w 2543175"/>
              <a:gd name="connsiteY182" fmla="*/ 1802606 h 1890712"/>
              <a:gd name="connsiteX183" fmla="*/ 2493169 w 2543175"/>
              <a:gd name="connsiteY183" fmla="*/ 1807369 h 1890712"/>
              <a:gd name="connsiteX184" fmla="*/ 2495550 w 2543175"/>
              <a:gd name="connsiteY184" fmla="*/ 1816894 h 1890712"/>
              <a:gd name="connsiteX185" fmla="*/ 2497932 w 2543175"/>
              <a:gd name="connsiteY185" fmla="*/ 1824037 h 1890712"/>
              <a:gd name="connsiteX186" fmla="*/ 2514600 w 2543175"/>
              <a:gd name="connsiteY186" fmla="*/ 1850231 h 1890712"/>
              <a:gd name="connsiteX187" fmla="*/ 2519363 w 2543175"/>
              <a:gd name="connsiteY187" fmla="*/ 1857375 h 1890712"/>
              <a:gd name="connsiteX188" fmla="*/ 2540794 w 2543175"/>
              <a:gd name="connsiteY188" fmla="*/ 1883569 h 1890712"/>
              <a:gd name="connsiteX189" fmla="*/ 2543175 w 2543175"/>
              <a:gd name="connsiteY18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59819 w 2543175"/>
              <a:gd name="connsiteY175" fmla="*/ 1719262 h 1890712"/>
              <a:gd name="connsiteX176" fmla="*/ 2369344 w 2543175"/>
              <a:gd name="connsiteY176" fmla="*/ 1724025 h 1890712"/>
              <a:gd name="connsiteX177" fmla="*/ 2376488 w 2543175"/>
              <a:gd name="connsiteY177" fmla="*/ 1731169 h 1890712"/>
              <a:gd name="connsiteX178" fmla="*/ 2428876 w 2543175"/>
              <a:gd name="connsiteY178" fmla="*/ 1785938 h 1890712"/>
              <a:gd name="connsiteX179" fmla="*/ 2466975 w 2543175"/>
              <a:gd name="connsiteY179" fmla="*/ 1783556 h 1890712"/>
              <a:gd name="connsiteX180" fmla="*/ 2481263 w 2543175"/>
              <a:gd name="connsiteY180" fmla="*/ 1795462 h 1890712"/>
              <a:gd name="connsiteX181" fmla="*/ 2486025 w 2543175"/>
              <a:gd name="connsiteY181" fmla="*/ 1802606 h 1890712"/>
              <a:gd name="connsiteX182" fmla="*/ 2493169 w 2543175"/>
              <a:gd name="connsiteY182" fmla="*/ 1807369 h 1890712"/>
              <a:gd name="connsiteX183" fmla="*/ 2495550 w 2543175"/>
              <a:gd name="connsiteY183" fmla="*/ 1816894 h 1890712"/>
              <a:gd name="connsiteX184" fmla="*/ 2497932 w 2543175"/>
              <a:gd name="connsiteY184" fmla="*/ 1824037 h 1890712"/>
              <a:gd name="connsiteX185" fmla="*/ 2514600 w 2543175"/>
              <a:gd name="connsiteY185" fmla="*/ 1850231 h 1890712"/>
              <a:gd name="connsiteX186" fmla="*/ 2519363 w 2543175"/>
              <a:gd name="connsiteY186" fmla="*/ 1857375 h 1890712"/>
              <a:gd name="connsiteX187" fmla="*/ 2540794 w 2543175"/>
              <a:gd name="connsiteY187" fmla="*/ 1883569 h 1890712"/>
              <a:gd name="connsiteX188" fmla="*/ 2543175 w 2543175"/>
              <a:gd name="connsiteY188"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59819 w 2543175"/>
              <a:gd name="connsiteY175" fmla="*/ 1719262 h 1890712"/>
              <a:gd name="connsiteX176" fmla="*/ 2369344 w 2543175"/>
              <a:gd name="connsiteY176" fmla="*/ 1724025 h 1890712"/>
              <a:gd name="connsiteX177" fmla="*/ 2428876 w 2543175"/>
              <a:gd name="connsiteY177" fmla="*/ 1785938 h 1890712"/>
              <a:gd name="connsiteX178" fmla="*/ 2466975 w 2543175"/>
              <a:gd name="connsiteY178" fmla="*/ 1783556 h 1890712"/>
              <a:gd name="connsiteX179" fmla="*/ 2481263 w 2543175"/>
              <a:gd name="connsiteY179" fmla="*/ 1795462 h 1890712"/>
              <a:gd name="connsiteX180" fmla="*/ 2486025 w 2543175"/>
              <a:gd name="connsiteY180" fmla="*/ 1802606 h 1890712"/>
              <a:gd name="connsiteX181" fmla="*/ 2493169 w 2543175"/>
              <a:gd name="connsiteY181" fmla="*/ 1807369 h 1890712"/>
              <a:gd name="connsiteX182" fmla="*/ 2495550 w 2543175"/>
              <a:gd name="connsiteY182" fmla="*/ 1816894 h 1890712"/>
              <a:gd name="connsiteX183" fmla="*/ 2497932 w 2543175"/>
              <a:gd name="connsiteY183" fmla="*/ 1824037 h 1890712"/>
              <a:gd name="connsiteX184" fmla="*/ 2514600 w 2543175"/>
              <a:gd name="connsiteY184" fmla="*/ 1850231 h 1890712"/>
              <a:gd name="connsiteX185" fmla="*/ 2519363 w 2543175"/>
              <a:gd name="connsiteY185" fmla="*/ 1857375 h 1890712"/>
              <a:gd name="connsiteX186" fmla="*/ 2540794 w 2543175"/>
              <a:gd name="connsiteY186" fmla="*/ 1883569 h 1890712"/>
              <a:gd name="connsiteX187" fmla="*/ 2543175 w 2543175"/>
              <a:gd name="connsiteY187"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69344 w 2543175"/>
              <a:gd name="connsiteY175" fmla="*/ 1724025 h 1890712"/>
              <a:gd name="connsiteX176" fmla="*/ 2428876 w 2543175"/>
              <a:gd name="connsiteY176" fmla="*/ 1785938 h 1890712"/>
              <a:gd name="connsiteX177" fmla="*/ 2466975 w 2543175"/>
              <a:gd name="connsiteY177" fmla="*/ 1783556 h 1890712"/>
              <a:gd name="connsiteX178" fmla="*/ 2481263 w 2543175"/>
              <a:gd name="connsiteY178" fmla="*/ 1795462 h 1890712"/>
              <a:gd name="connsiteX179" fmla="*/ 2486025 w 2543175"/>
              <a:gd name="connsiteY179" fmla="*/ 1802606 h 1890712"/>
              <a:gd name="connsiteX180" fmla="*/ 2493169 w 2543175"/>
              <a:gd name="connsiteY180" fmla="*/ 1807369 h 1890712"/>
              <a:gd name="connsiteX181" fmla="*/ 2495550 w 2543175"/>
              <a:gd name="connsiteY181" fmla="*/ 1816894 h 1890712"/>
              <a:gd name="connsiteX182" fmla="*/ 2497932 w 2543175"/>
              <a:gd name="connsiteY182" fmla="*/ 1824037 h 1890712"/>
              <a:gd name="connsiteX183" fmla="*/ 2514600 w 2543175"/>
              <a:gd name="connsiteY183" fmla="*/ 1850231 h 1890712"/>
              <a:gd name="connsiteX184" fmla="*/ 2519363 w 2543175"/>
              <a:gd name="connsiteY184" fmla="*/ 1857375 h 1890712"/>
              <a:gd name="connsiteX185" fmla="*/ 2540794 w 2543175"/>
              <a:gd name="connsiteY185" fmla="*/ 1883569 h 1890712"/>
              <a:gd name="connsiteX186" fmla="*/ 2543175 w 2543175"/>
              <a:gd name="connsiteY18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8863 w 2543175"/>
              <a:gd name="connsiteY172" fmla="*/ 1697831 h 1890712"/>
              <a:gd name="connsiteX173" fmla="*/ 2350294 w 2543175"/>
              <a:gd name="connsiteY173" fmla="*/ 1712119 h 1890712"/>
              <a:gd name="connsiteX174" fmla="*/ 2369344 w 2543175"/>
              <a:gd name="connsiteY174" fmla="*/ 1724025 h 1890712"/>
              <a:gd name="connsiteX175" fmla="*/ 2428876 w 2543175"/>
              <a:gd name="connsiteY175" fmla="*/ 1785938 h 1890712"/>
              <a:gd name="connsiteX176" fmla="*/ 2466975 w 2543175"/>
              <a:gd name="connsiteY176" fmla="*/ 1783556 h 1890712"/>
              <a:gd name="connsiteX177" fmla="*/ 2481263 w 2543175"/>
              <a:gd name="connsiteY177" fmla="*/ 1795462 h 1890712"/>
              <a:gd name="connsiteX178" fmla="*/ 2486025 w 2543175"/>
              <a:gd name="connsiteY178" fmla="*/ 1802606 h 1890712"/>
              <a:gd name="connsiteX179" fmla="*/ 2493169 w 2543175"/>
              <a:gd name="connsiteY179" fmla="*/ 1807369 h 1890712"/>
              <a:gd name="connsiteX180" fmla="*/ 2495550 w 2543175"/>
              <a:gd name="connsiteY180" fmla="*/ 1816894 h 1890712"/>
              <a:gd name="connsiteX181" fmla="*/ 2497932 w 2543175"/>
              <a:gd name="connsiteY181" fmla="*/ 1824037 h 1890712"/>
              <a:gd name="connsiteX182" fmla="*/ 2514600 w 2543175"/>
              <a:gd name="connsiteY182" fmla="*/ 1850231 h 1890712"/>
              <a:gd name="connsiteX183" fmla="*/ 2519363 w 2543175"/>
              <a:gd name="connsiteY183" fmla="*/ 1857375 h 1890712"/>
              <a:gd name="connsiteX184" fmla="*/ 2540794 w 2543175"/>
              <a:gd name="connsiteY184" fmla="*/ 1883569 h 1890712"/>
              <a:gd name="connsiteX185" fmla="*/ 2543175 w 2543175"/>
              <a:gd name="connsiteY185"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12194 w 2543175"/>
              <a:gd name="connsiteY170" fmla="*/ 1685925 h 1890712"/>
              <a:gd name="connsiteX171" fmla="*/ 2328863 w 2543175"/>
              <a:gd name="connsiteY171" fmla="*/ 1697831 h 1890712"/>
              <a:gd name="connsiteX172" fmla="*/ 2350294 w 2543175"/>
              <a:gd name="connsiteY172" fmla="*/ 1712119 h 1890712"/>
              <a:gd name="connsiteX173" fmla="*/ 2369344 w 2543175"/>
              <a:gd name="connsiteY173" fmla="*/ 1724025 h 1890712"/>
              <a:gd name="connsiteX174" fmla="*/ 2428876 w 2543175"/>
              <a:gd name="connsiteY174" fmla="*/ 1785938 h 1890712"/>
              <a:gd name="connsiteX175" fmla="*/ 2466975 w 2543175"/>
              <a:gd name="connsiteY175" fmla="*/ 1783556 h 1890712"/>
              <a:gd name="connsiteX176" fmla="*/ 2481263 w 2543175"/>
              <a:gd name="connsiteY176" fmla="*/ 1795462 h 1890712"/>
              <a:gd name="connsiteX177" fmla="*/ 2486025 w 2543175"/>
              <a:gd name="connsiteY177" fmla="*/ 1802606 h 1890712"/>
              <a:gd name="connsiteX178" fmla="*/ 2493169 w 2543175"/>
              <a:gd name="connsiteY178" fmla="*/ 1807369 h 1890712"/>
              <a:gd name="connsiteX179" fmla="*/ 2495550 w 2543175"/>
              <a:gd name="connsiteY179" fmla="*/ 1816894 h 1890712"/>
              <a:gd name="connsiteX180" fmla="*/ 2497932 w 2543175"/>
              <a:gd name="connsiteY180" fmla="*/ 1824037 h 1890712"/>
              <a:gd name="connsiteX181" fmla="*/ 2514600 w 2543175"/>
              <a:gd name="connsiteY181" fmla="*/ 1850231 h 1890712"/>
              <a:gd name="connsiteX182" fmla="*/ 2519363 w 2543175"/>
              <a:gd name="connsiteY182" fmla="*/ 1857375 h 1890712"/>
              <a:gd name="connsiteX183" fmla="*/ 2540794 w 2543175"/>
              <a:gd name="connsiteY183" fmla="*/ 1883569 h 1890712"/>
              <a:gd name="connsiteX184" fmla="*/ 2543175 w 2543175"/>
              <a:gd name="connsiteY18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12194 w 2543175"/>
              <a:gd name="connsiteY170" fmla="*/ 1685925 h 1890712"/>
              <a:gd name="connsiteX171" fmla="*/ 2328863 w 2543175"/>
              <a:gd name="connsiteY171" fmla="*/ 1697831 h 1890712"/>
              <a:gd name="connsiteX172" fmla="*/ 2350294 w 2543175"/>
              <a:gd name="connsiteY172" fmla="*/ 1712119 h 1890712"/>
              <a:gd name="connsiteX173" fmla="*/ 2369344 w 2543175"/>
              <a:gd name="connsiteY173" fmla="*/ 1724025 h 1890712"/>
              <a:gd name="connsiteX174" fmla="*/ 2428876 w 2543175"/>
              <a:gd name="connsiteY174" fmla="*/ 1785938 h 1890712"/>
              <a:gd name="connsiteX175" fmla="*/ 2466975 w 2543175"/>
              <a:gd name="connsiteY175" fmla="*/ 1783556 h 1890712"/>
              <a:gd name="connsiteX176" fmla="*/ 2481263 w 2543175"/>
              <a:gd name="connsiteY176" fmla="*/ 1795462 h 1890712"/>
              <a:gd name="connsiteX177" fmla="*/ 2486025 w 2543175"/>
              <a:gd name="connsiteY177" fmla="*/ 1802606 h 1890712"/>
              <a:gd name="connsiteX178" fmla="*/ 2495550 w 2543175"/>
              <a:gd name="connsiteY178" fmla="*/ 1816894 h 1890712"/>
              <a:gd name="connsiteX179" fmla="*/ 2497932 w 2543175"/>
              <a:gd name="connsiteY179" fmla="*/ 1824037 h 1890712"/>
              <a:gd name="connsiteX180" fmla="*/ 2514600 w 2543175"/>
              <a:gd name="connsiteY180" fmla="*/ 1850231 h 1890712"/>
              <a:gd name="connsiteX181" fmla="*/ 2519363 w 2543175"/>
              <a:gd name="connsiteY181" fmla="*/ 1857375 h 1890712"/>
              <a:gd name="connsiteX182" fmla="*/ 2540794 w 2543175"/>
              <a:gd name="connsiteY182" fmla="*/ 1883569 h 1890712"/>
              <a:gd name="connsiteX183" fmla="*/ 2543175 w 2543175"/>
              <a:gd name="connsiteY183"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12194 w 2543175"/>
              <a:gd name="connsiteY170" fmla="*/ 1685925 h 1890712"/>
              <a:gd name="connsiteX171" fmla="*/ 2328863 w 2543175"/>
              <a:gd name="connsiteY171" fmla="*/ 1697831 h 1890712"/>
              <a:gd name="connsiteX172" fmla="*/ 2350294 w 2543175"/>
              <a:gd name="connsiteY172" fmla="*/ 1712119 h 1890712"/>
              <a:gd name="connsiteX173" fmla="*/ 2369344 w 2543175"/>
              <a:gd name="connsiteY173" fmla="*/ 1724025 h 1890712"/>
              <a:gd name="connsiteX174" fmla="*/ 2428876 w 2543175"/>
              <a:gd name="connsiteY174" fmla="*/ 1785938 h 1890712"/>
              <a:gd name="connsiteX175" fmla="*/ 2466975 w 2543175"/>
              <a:gd name="connsiteY175" fmla="*/ 1783556 h 1890712"/>
              <a:gd name="connsiteX176" fmla="*/ 2481263 w 2543175"/>
              <a:gd name="connsiteY176" fmla="*/ 1795462 h 1890712"/>
              <a:gd name="connsiteX177" fmla="*/ 2486025 w 2543175"/>
              <a:gd name="connsiteY177" fmla="*/ 1802606 h 1890712"/>
              <a:gd name="connsiteX178" fmla="*/ 2497932 w 2543175"/>
              <a:gd name="connsiteY178" fmla="*/ 1824037 h 1890712"/>
              <a:gd name="connsiteX179" fmla="*/ 2514600 w 2543175"/>
              <a:gd name="connsiteY179" fmla="*/ 1850231 h 1890712"/>
              <a:gd name="connsiteX180" fmla="*/ 2519363 w 2543175"/>
              <a:gd name="connsiteY180" fmla="*/ 1857375 h 1890712"/>
              <a:gd name="connsiteX181" fmla="*/ 2540794 w 2543175"/>
              <a:gd name="connsiteY181" fmla="*/ 1883569 h 1890712"/>
              <a:gd name="connsiteX182" fmla="*/ 2543175 w 2543175"/>
              <a:gd name="connsiteY18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12194 w 2543175"/>
              <a:gd name="connsiteY170" fmla="*/ 1685925 h 1890712"/>
              <a:gd name="connsiteX171" fmla="*/ 2328863 w 2543175"/>
              <a:gd name="connsiteY171" fmla="*/ 1697831 h 1890712"/>
              <a:gd name="connsiteX172" fmla="*/ 2350294 w 2543175"/>
              <a:gd name="connsiteY172" fmla="*/ 1712119 h 1890712"/>
              <a:gd name="connsiteX173" fmla="*/ 2369344 w 2543175"/>
              <a:gd name="connsiteY173" fmla="*/ 1724025 h 1890712"/>
              <a:gd name="connsiteX174" fmla="*/ 2428876 w 2543175"/>
              <a:gd name="connsiteY174" fmla="*/ 1785938 h 1890712"/>
              <a:gd name="connsiteX175" fmla="*/ 2466975 w 2543175"/>
              <a:gd name="connsiteY175" fmla="*/ 1783556 h 1890712"/>
              <a:gd name="connsiteX176" fmla="*/ 2481263 w 2543175"/>
              <a:gd name="connsiteY176" fmla="*/ 1795462 h 1890712"/>
              <a:gd name="connsiteX177" fmla="*/ 2486025 w 2543175"/>
              <a:gd name="connsiteY177" fmla="*/ 1802606 h 1890712"/>
              <a:gd name="connsiteX178" fmla="*/ 2514600 w 2543175"/>
              <a:gd name="connsiteY178" fmla="*/ 1850231 h 1890712"/>
              <a:gd name="connsiteX179" fmla="*/ 2519363 w 2543175"/>
              <a:gd name="connsiteY179" fmla="*/ 1857375 h 1890712"/>
              <a:gd name="connsiteX180" fmla="*/ 2540794 w 2543175"/>
              <a:gd name="connsiteY180" fmla="*/ 1883569 h 1890712"/>
              <a:gd name="connsiteX181" fmla="*/ 2543175 w 2543175"/>
              <a:gd name="connsiteY181"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302419 w 2543175"/>
              <a:gd name="connsiteY26" fmla="*/ 204787 h 1890712"/>
              <a:gd name="connsiteX27" fmla="*/ 309563 w 2543175"/>
              <a:gd name="connsiteY27" fmla="*/ 209550 h 1890712"/>
              <a:gd name="connsiteX28" fmla="*/ 319088 w 2543175"/>
              <a:gd name="connsiteY28" fmla="*/ 219075 h 1890712"/>
              <a:gd name="connsiteX29" fmla="*/ 333375 w 2543175"/>
              <a:gd name="connsiteY29" fmla="*/ 228600 h 1890712"/>
              <a:gd name="connsiteX30" fmla="*/ 340519 w 2543175"/>
              <a:gd name="connsiteY30" fmla="*/ 233362 h 1890712"/>
              <a:gd name="connsiteX31" fmla="*/ 354807 w 2543175"/>
              <a:gd name="connsiteY31" fmla="*/ 247650 h 1890712"/>
              <a:gd name="connsiteX32" fmla="*/ 366713 w 2543175"/>
              <a:gd name="connsiteY32" fmla="*/ 264319 h 1890712"/>
              <a:gd name="connsiteX33" fmla="*/ 371475 w 2543175"/>
              <a:gd name="connsiteY33" fmla="*/ 271462 h 1890712"/>
              <a:gd name="connsiteX34" fmla="*/ 378619 w 2543175"/>
              <a:gd name="connsiteY34" fmla="*/ 276225 h 1890712"/>
              <a:gd name="connsiteX35" fmla="*/ 385763 w 2543175"/>
              <a:gd name="connsiteY35" fmla="*/ 283369 h 1890712"/>
              <a:gd name="connsiteX36" fmla="*/ 395288 w 2543175"/>
              <a:gd name="connsiteY36" fmla="*/ 288131 h 1890712"/>
              <a:gd name="connsiteX37" fmla="*/ 404813 w 2543175"/>
              <a:gd name="connsiteY37" fmla="*/ 295275 h 1890712"/>
              <a:gd name="connsiteX38" fmla="*/ 411957 w 2543175"/>
              <a:gd name="connsiteY38" fmla="*/ 297656 h 1890712"/>
              <a:gd name="connsiteX39" fmla="*/ 421482 w 2543175"/>
              <a:gd name="connsiteY39" fmla="*/ 302419 h 1890712"/>
              <a:gd name="connsiteX40" fmla="*/ 447675 w 2543175"/>
              <a:gd name="connsiteY40" fmla="*/ 307181 h 1890712"/>
              <a:gd name="connsiteX41" fmla="*/ 461963 w 2543175"/>
              <a:gd name="connsiteY41" fmla="*/ 321469 h 1890712"/>
              <a:gd name="connsiteX42" fmla="*/ 466725 w 2543175"/>
              <a:gd name="connsiteY42" fmla="*/ 328612 h 1890712"/>
              <a:gd name="connsiteX43" fmla="*/ 476250 w 2543175"/>
              <a:gd name="connsiteY43" fmla="*/ 335756 h 1890712"/>
              <a:gd name="connsiteX44" fmla="*/ 481013 w 2543175"/>
              <a:gd name="connsiteY44" fmla="*/ 342900 h 1890712"/>
              <a:gd name="connsiteX45" fmla="*/ 490538 w 2543175"/>
              <a:gd name="connsiteY45" fmla="*/ 352425 h 1890712"/>
              <a:gd name="connsiteX46" fmla="*/ 495300 w 2543175"/>
              <a:gd name="connsiteY46" fmla="*/ 359569 h 1890712"/>
              <a:gd name="connsiteX47" fmla="*/ 509588 w 2543175"/>
              <a:gd name="connsiteY47" fmla="*/ 376237 h 1890712"/>
              <a:gd name="connsiteX48" fmla="*/ 514350 w 2543175"/>
              <a:gd name="connsiteY48" fmla="*/ 383381 h 1890712"/>
              <a:gd name="connsiteX49" fmla="*/ 531019 w 2543175"/>
              <a:gd name="connsiteY49" fmla="*/ 397669 h 1890712"/>
              <a:gd name="connsiteX50" fmla="*/ 538163 w 2543175"/>
              <a:gd name="connsiteY50" fmla="*/ 407194 h 1890712"/>
              <a:gd name="connsiteX51" fmla="*/ 554832 w 2543175"/>
              <a:gd name="connsiteY51" fmla="*/ 421481 h 1890712"/>
              <a:gd name="connsiteX52" fmla="*/ 564357 w 2543175"/>
              <a:gd name="connsiteY52" fmla="*/ 431006 h 1890712"/>
              <a:gd name="connsiteX53" fmla="*/ 573882 w 2543175"/>
              <a:gd name="connsiteY53" fmla="*/ 438150 h 1890712"/>
              <a:gd name="connsiteX54" fmla="*/ 595313 w 2543175"/>
              <a:gd name="connsiteY54" fmla="*/ 454819 h 1890712"/>
              <a:gd name="connsiteX55" fmla="*/ 602457 w 2543175"/>
              <a:gd name="connsiteY55" fmla="*/ 457200 h 1890712"/>
              <a:gd name="connsiteX56" fmla="*/ 628650 w 2543175"/>
              <a:gd name="connsiteY56" fmla="*/ 469106 h 1890712"/>
              <a:gd name="connsiteX57" fmla="*/ 645319 w 2543175"/>
              <a:gd name="connsiteY57" fmla="*/ 483394 h 1890712"/>
              <a:gd name="connsiteX58" fmla="*/ 654844 w 2543175"/>
              <a:gd name="connsiteY58" fmla="*/ 488156 h 1890712"/>
              <a:gd name="connsiteX59" fmla="*/ 661988 w 2543175"/>
              <a:gd name="connsiteY59" fmla="*/ 497681 h 1890712"/>
              <a:gd name="connsiteX60" fmla="*/ 683419 w 2543175"/>
              <a:gd name="connsiteY60" fmla="*/ 514350 h 1890712"/>
              <a:gd name="connsiteX61" fmla="*/ 700088 w 2543175"/>
              <a:gd name="connsiteY61" fmla="*/ 526256 h 1890712"/>
              <a:gd name="connsiteX62" fmla="*/ 709613 w 2543175"/>
              <a:gd name="connsiteY62" fmla="*/ 535781 h 1890712"/>
              <a:gd name="connsiteX63" fmla="*/ 719138 w 2543175"/>
              <a:gd name="connsiteY63" fmla="*/ 542925 h 1890712"/>
              <a:gd name="connsiteX64" fmla="*/ 733425 w 2543175"/>
              <a:gd name="connsiteY64" fmla="*/ 557212 h 1890712"/>
              <a:gd name="connsiteX65" fmla="*/ 750094 w 2543175"/>
              <a:gd name="connsiteY65" fmla="*/ 569119 h 1890712"/>
              <a:gd name="connsiteX66" fmla="*/ 769144 w 2543175"/>
              <a:gd name="connsiteY66" fmla="*/ 581025 h 1890712"/>
              <a:gd name="connsiteX67" fmla="*/ 785813 w 2543175"/>
              <a:gd name="connsiteY67" fmla="*/ 590550 h 1890712"/>
              <a:gd name="connsiteX68" fmla="*/ 792957 w 2543175"/>
              <a:gd name="connsiteY68" fmla="*/ 600075 h 1890712"/>
              <a:gd name="connsiteX69" fmla="*/ 809625 w 2543175"/>
              <a:gd name="connsiteY69" fmla="*/ 611981 h 1890712"/>
              <a:gd name="connsiteX70" fmla="*/ 816769 w 2543175"/>
              <a:gd name="connsiteY70" fmla="*/ 619125 h 1890712"/>
              <a:gd name="connsiteX71" fmla="*/ 826294 w 2543175"/>
              <a:gd name="connsiteY71" fmla="*/ 626269 h 1890712"/>
              <a:gd name="connsiteX72" fmla="*/ 840582 w 2543175"/>
              <a:gd name="connsiteY72" fmla="*/ 638175 h 1890712"/>
              <a:gd name="connsiteX73" fmla="*/ 847725 w 2543175"/>
              <a:gd name="connsiteY73" fmla="*/ 645319 h 1890712"/>
              <a:gd name="connsiteX74" fmla="*/ 857250 w 2543175"/>
              <a:gd name="connsiteY74" fmla="*/ 652462 h 1890712"/>
              <a:gd name="connsiteX75" fmla="*/ 864394 w 2543175"/>
              <a:gd name="connsiteY75" fmla="*/ 657225 h 1890712"/>
              <a:gd name="connsiteX76" fmla="*/ 888207 w 2543175"/>
              <a:gd name="connsiteY76" fmla="*/ 676275 h 1890712"/>
              <a:gd name="connsiteX77" fmla="*/ 895350 w 2543175"/>
              <a:gd name="connsiteY77" fmla="*/ 681037 h 1890712"/>
              <a:gd name="connsiteX78" fmla="*/ 907257 w 2543175"/>
              <a:gd name="connsiteY78" fmla="*/ 683419 h 1890712"/>
              <a:gd name="connsiteX79" fmla="*/ 928688 w 2543175"/>
              <a:gd name="connsiteY79" fmla="*/ 695325 h 1890712"/>
              <a:gd name="connsiteX80" fmla="*/ 942975 w 2543175"/>
              <a:gd name="connsiteY80" fmla="*/ 700087 h 1890712"/>
              <a:gd name="connsiteX81" fmla="*/ 964407 w 2543175"/>
              <a:gd name="connsiteY81" fmla="*/ 716756 h 1890712"/>
              <a:gd name="connsiteX82" fmla="*/ 971550 w 2543175"/>
              <a:gd name="connsiteY82" fmla="*/ 723900 h 1890712"/>
              <a:gd name="connsiteX83" fmla="*/ 983457 w 2543175"/>
              <a:gd name="connsiteY83" fmla="*/ 733425 h 1890712"/>
              <a:gd name="connsiteX84" fmla="*/ 990600 w 2543175"/>
              <a:gd name="connsiteY84" fmla="*/ 738187 h 1890712"/>
              <a:gd name="connsiteX85" fmla="*/ 1007269 w 2543175"/>
              <a:gd name="connsiteY85" fmla="*/ 752475 h 1890712"/>
              <a:gd name="connsiteX86" fmla="*/ 1031082 w 2543175"/>
              <a:gd name="connsiteY86" fmla="*/ 766762 h 1890712"/>
              <a:gd name="connsiteX87" fmla="*/ 1042988 w 2543175"/>
              <a:gd name="connsiteY87" fmla="*/ 773906 h 1890712"/>
              <a:gd name="connsiteX88" fmla="*/ 1071563 w 2543175"/>
              <a:gd name="connsiteY88" fmla="*/ 785812 h 1890712"/>
              <a:gd name="connsiteX89" fmla="*/ 1097757 w 2543175"/>
              <a:gd name="connsiteY89" fmla="*/ 807244 h 1890712"/>
              <a:gd name="connsiteX90" fmla="*/ 1104900 w 2543175"/>
              <a:gd name="connsiteY90" fmla="*/ 814387 h 1890712"/>
              <a:gd name="connsiteX91" fmla="*/ 1121569 w 2543175"/>
              <a:gd name="connsiteY91" fmla="*/ 823912 h 1890712"/>
              <a:gd name="connsiteX92" fmla="*/ 1138238 w 2543175"/>
              <a:gd name="connsiteY92" fmla="*/ 835819 h 1890712"/>
              <a:gd name="connsiteX93" fmla="*/ 1147763 w 2543175"/>
              <a:gd name="connsiteY93" fmla="*/ 842962 h 1890712"/>
              <a:gd name="connsiteX94" fmla="*/ 1157288 w 2543175"/>
              <a:gd name="connsiteY94" fmla="*/ 847725 h 1890712"/>
              <a:gd name="connsiteX95" fmla="*/ 1178719 w 2543175"/>
              <a:gd name="connsiteY95" fmla="*/ 859631 h 1890712"/>
              <a:gd name="connsiteX96" fmla="*/ 1188244 w 2543175"/>
              <a:gd name="connsiteY96" fmla="*/ 866775 h 1890712"/>
              <a:gd name="connsiteX97" fmla="*/ 1195388 w 2543175"/>
              <a:gd name="connsiteY97" fmla="*/ 871537 h 1890712"/>
              <a:gd name="connsiteX98" fmla="*/ 1212057 w 2543175"/>
              <a:gd name="connsiteY98" fmla="*/ 883444 h 1890712"/>
              <a:gd name="connsiteX99" fmla="*/ 1226344 w 2543175"/>
              <a:gd name="connsiteY99" fmla="*/ 895350 h 1890712"/>
              <a:gd name="connsiteX100" fmla="*/ 1245394 w 2543175"/>
              <a:gd name="connsiteY100" fmla="*/ 907256 h 1890712"/>
              <a:gd name="connsiteX101" fmla="*/ 1254919 w 2543175"/>
              <a:gd name="connsiteY101" fmla="*/ 914400 h 1890712"/>
              <a:gd name="connsiteX102" fmla="*/ 1269207 w 2543175"/>
              <a:gd name="connsiteY102" fmla="*/ 921544 h 1890712"/>
              <a:gd name="connsiteX103" fmla="*/ 1290638 w 2543175"/>
              <a:gd name="connsiteY103" fmla="*/ 935831 h 1890712"/>
              <a:gd name="connsiteX104" fmla="*/ 1307307 w 2543175"/>
              <a:gd name="connsiteY104" fmla="*/ 952500 h 1890712"/>
              <a:gd name="connsiteX105" fmla="*/ 1333500 w 2543175"/>
              <a:gd name="connsiteY105" fmla="*/ 971550 h 1890712"/>
              <a:gd name="connsiteX106" fmla="*/ 1359694 w 2543175"/>
              <a:gd name="connsiteY106" fmla="*/ 990600 h 1890712"/>
              <a:gd name="connsiteX107" fmla="*/ 1373982 w 2543175"/>
              <a:gd name="connsiteY107" fmla="*/ 997744 h 1890712"/>
              <a:gd name="connsiteX108" fmla="*/ 1388269 w 2543175"/>
              <a:gd name="connsiteY108" fmla="*/ 1007269 h 1890712"/>
              <a:gd name="connsiteX109" fmla="*/ 1414463 w 2543175"/>
              <a:gd name="connsiteY109" fmla="*/ 1019175 h 1890712"/>
              <a:gd name="connsiteX110" fmla="*/ 1428750 w 2543175"/>
              <a:gd name="connsiteY110" fmla="*/ 1026319 h 1890712"/>
              <a:gd name="connsiteX111" fmla="*/ 1471613 w 2543175"/>
              <a:gd name="connsiteY111" fmla="*/ 1059656 h 1890712"/>
              <a:gd name="connsiteX112" fmla="*/ 1495425 w 2543175"/>
              <a:gd name="connsiteY112" fmla="*/ 1088231 h 1890712"/>
              <a:gd name="connsiteX113" fmla="*/ 1547812 w 2543175"/>
              <a:gd name="connsiteY113" fmla="*/ 1133475 h 1890712"/>
              <a:gd name="connsiteX114" fmla="*/ 1597819 w 2543175"/>
              <a:gd name="connsiteY114" fmla="*/ 1154906 h 1890712"/>
              <a:gd name="connsiteX115" fmla="*/ 1604963 w 2543175"/>
              <a:gd name="connsiteY115" fmla="*/ 1162050 h 1890712"/>
              <a:gd name="connsiteX116" fmla="*/ 1612107 w 2543175"/>
              <a:gd name="connsiteY116" fmla="*/ 1166812 h 1890712"/>
              <a:gd name="connsiteX117" fmla="*/ 1628775 w 2543175"/>
              <a:gd name="connsiteY117" fmla="*/ 1183481 h 1890712"/>
              <a:gd name="connsiteX118" fmla="*/ 1662113 w 2543175"/>
              <a:gd name="connsiteY118" fmla="*/ 1209675 h 1890712"/>
              <a:gd name="connsiteX119" fmla="*/ 1678782 w 2543175"/>
              <a:gd name="connsiteY119" fmla="*/ 1226344 h 1890712"/>
              <a:gd name="connsiteX120" fmla="*/ 1700213 w 2543175"/>
              <a:gd name="connsiteY120" fmla="*/ 1247775 h 1890712"/>
              <a:gd name="connsiteX121" fmla="*/ 1712119 w 2543175"/>
              <a:gd name="connsiteY121" fmla="*/ 1259681 h 1890712"/>
              <a:gd name="connsiteX122" fmla="*/ 1733550 w 2543175"/>
              <a:gd name="connsiteY122" fmla="*/ 1273969 h 1890712"/>
              <a:gd name="connsiteX123" fmla="*/ 1743075 w 2543175"/>
              <a:gd name="connsiteY123" fmla="*/ 1283494 h 1890712"/>
              <a:gd name="connsiteX124" fmla="*/ 1754982 w 2543175"/>
              <a:gd name="connsiteY124" fmla="*/ 1290637 h 1890712"/>
              <a:gd name="connsiteX125" fmla="*/ 1766888 w 2543175"/>
              <a:gd name="connsiteY125" fmla="*/ 1300162 h 1890712"/>
              <a:gd name="connsiteX126" fmla="*/ 1783557 w 2543175"/>
              <a:gd name="connsiteY126" fmla="*/ 1307306 h 1890712"/>
              <a:gd name="connsiteX127" fmla="*/ 1790700 w 2543175"/>
              <a:gd name="connsiteY127" fmla="*/ 1312069 h 1890712"/>
              <a:gd name="connsiteX128" fmla="*/ 1800225 w 2543175"/>
              <a:gd name="connsiteY128" fmla="*/ 1319212 h 1890712"/>
              <a:gd name="connsiteX129" fmla="*/ 1807369 w 2543175"/>
              <a:gd name="connsiteY129" fmla="*/ 1321594 h 1890712"/>
              <a:gd name="connsiteX130" fmla="*/ 1824038 w 2543175"/>
              <a:gd name="connsiteY130" fmla="*/ 1333500 h 1890712"/>
              <a:gd name="connsiteX131" fmla="*/ 1843088 w 2543175"/>
              <a:gd name="connsiteY131" fmla="*/ 1352550 h 1890712"/>
              <a:gd name="connsiteX132" fmla="*/ 1852613 w 2543175"/>
              <a:gd name="connsiteY132" fmla="*/ 1359694 h 1890712"/>
              <a:gd name="connsiteX133" fmla="*/ 1859757 w 2543175"/>
              <a:gd name="connsiteY133" fmla="*/ 1366837 h 1890712"/>
              <a:gd name="connsiteX134" fmla="*/ 1869282 w 2543175"/>
              <a:gd name="connsiteY134" fmla="*/ 1371600 h 1890712"/>
              <a:gd name="connsiteX135" fmla="*/ 1883569 w 2543175"/>
              <a:gd name="connsiteY135" fmla="*/ 1388269 h 1890712"/>
              <a:gd name="connsiteX136" fmla="*/ 1893094 w 2543175"/>
              <a:gd name="connsiteY136" fmla="*/ 1395412 h 1890712"/>
              <a:gd name="connsiteX137" fmla="*/ 1902619 w 2543175"/>
              <a:gd name="connsiteY137" fmla="*/ 1404937 h 1890712"/>
              <a:gd name="connsiteX138" fmla="*/ 1912144 w 2543175"/>
              <a:gd name="connsiteY138" fmla="*/ 1409700 h 1890712"/>
              <a:gd name="connsiteX139" fmla="*/ 1931194 w 2543175"/>
              <a:gd name="connsiteY139" fmla="*/ 1421606 h 1890712"/>
              <a:gd name="connsiteX140" fmla="*/ 1935957 w 2543175"/>
              <a:gd name="connsiteY140" fmla="*/ 1428750 h 1890712"/>
              <a:gd name="connsiteX141" fmla="*/ 1952625 w 2543175"/>
              <a:gd name="connsiteY141" fmla="*/ 1438275 h 1890712"/>
              <a:gd name="connsiteX142" fmla="*/ 1971675 w 2543175"/>
              <a:gd name="connsiteY142" fmla="*/ 1450181 h 1890712"/>
              <a:gd name="connsiteX143" fmla="*/ 1981200 w 2543175"/>
              <a:gd name="connsiteY143" fmla="*/ 1454944 h 1890712"/>
              <a:gd name="connsiteX144" fmla="*/ 1997869 w 2543175"/>
              <a:gd name="connsiteY144" fmla="*/ 1471612 h 1890712"/>
              <a:gd name="connsiteX145" fmla="*/ 2007394 w 2543175"/>
              <a:gd name="connsiteY145" fmla="*/ 1478756 h 1890712"/>
              <a:gd name="connsiteX146" fmla="*/ 2016919 w 2543175"/>
              <a:gd name="connsiteY146" fmla="*/ 1483519 h 1890712"/>
              <a:gd name="connsiteX147" fmla="*/ 2024063 w 2543175"/>
              <a:gd name="connsiteY147" fmla="*/ 1490662 h 1890712"/>
              <a:gd name="connsiteX148" fmla="*/ 2033588 w 2543175"/>
              <a:gd name="connsiteY148" fmla="*/ 1495425 h 1890712"/>
              <a:gd name="connsiteX149" fmla="*/ 2040732 w 2543175"/>
              <a:gd name="connsiteY149" fmla="*/ 1502569 h 1890712"/>
              <a:gd name="connsiteX150" fmla="*/ 2047875 w 2543175"/>
              <a:gd name="connsiteY150" fmla="*/ 1507331 h 1890712"/>
              <a:gd name="connsiteX151" fmla="*/ 2057400 w 2543175"/>
              <a:gd name="connsiteY151" fmla="*/ 1514475 h 1890712"/>
              <a:gd name="connsiteX152" fmla="*/ 2064544 w 2543175"/>
              <a:gd name="connsiteY152" fmla="*/ 1519237 h 1890712"/>
              <a:gd name="connsiteX153" fmla="*/ 2071688 w 2543175"/>
              <a:gd name="connsiteY153" fmla="*/ 1526381 h 1890712"/>
              <a:gd name="connsiteX154" fmla="*/ 2081213 w 2543175"/>
              <a:gd name="connsiteY154" fmla="*/ 1531144 h 1890712"/>
              <a:gd name="connsiteX155" fmla="*/ 2090738 w 2543175"/>
              <a:gd name="connsiteY155" fmla="*/ 1538287 h 1890712"/>
              <a:gd name="connsiteX156" fmla="*/ 2109788 w 2543175"/>
              <a:gd name="connsiteY156" fmla="*/ 1547812 h 1890712"/>
              <a:gd name="connsiteX157" fmla="*/ 2131219 w 2543175"/>
              <a:gd name="connsiteY157" fmla="*/ 1562100 h 1890712"/>
              <a:gd name="connsiteX158" fmla="*/ 2140744 w 2543175"/>
              <a:gd name="connsiteY158" fmla="*/ 1566862 h 1890712"/>
              <a:gd name="connsiteX159" fmla="*/ 2152650 w 2543175"/>
              <a:gd name="connsiteY159" fmla="*/ 1576387 h 1890712"/>
              <a:gd name="connsiteX160" fmla="*/ 2181225 w 2543175"/>
              <a:gd name="connsiteY160" fmla="*/ 1590675 h 1890712"/>
              <a:gd name="connsiteX161" fmla="*/ 2200275 w 2543175"/>
              <a:gd name="connsiteY161" fmla="*/ 1607344 h 1890712"/>
              <a:gd name="connsiteX162" fmla="*/ 2207419 w 2543175"/>
              <a:gd name="connsiteY162" fmla="*/ 1612106 h 1890712"/>
              <a:gd name="connsiteX163" fmla="*/ 2216944 w 2543175"/>
              <a:gd name="connsiteY163" fmla="*/ 1619250 h 1890712"/>
              <a:gd name="connsiteX164" fmla="*/ 2224088 w 2543175"/>
              <a:gd name="connsiteY164" fmla="*/ 1624012 h 1890712"/>
              <a:gd name="connsiteX165" fmla="*/ 2247900 w 2543175"/>
              <a:gd name="connsiteY165" fmla="*/ 1643062 h 1890712"/>
              <a:gd name="connsiteX166" fmla="*/ 2255044 w 2543175"/>
              <a:gd name="connsiteY166" fmla="*/ 1650206 h 1890712"/>
              <a:gd name="connsiteX167" fmla="*/ 2281238 w 2543175"/>
              <a:gd name="connsiteY167" fmla="*/ 1664494 h 1890712"/>
              <a:gd name="connsiteX168" fmla="*/ 2297907 w 2543175"/>
              <a:gd name="connsiteY168" fmla="*/ 1674019 h 1890712"/>
              <a:gd name="connsiteX169" fmla="*/ 2312194 w 2543175"/>
              <a:gd name="connsiteY169" fmla="*/ 1685925 h 1890712"/>
              <a:gd name="connsiteX170" fmla="*/ 2328863 w 2543175"/>
              <a:gd name="connsiteY170" fmla="*/ 1697831 h 1890712"/>
              <a:gd name="connsiteX171" fmla="*/ 2350294 w 2543175"/>
              <a:gd name="connsiteY171" fmla="*/ 1712119 h 1890712"/>
              <a:gd name="connsiteX172" fmla="*/ 2369344 w 2543175"/>
              <a:gd name="connsiteY172" fmla="*/ 1724025 h 1890712"/>
              <a:gd name="connsiteX173" fmla="*/ 2428876 w 2543175"/>
              <a:gd name="connsiteY173" fmla="*/ 1785938 h 1890712"/>
              <a:gd name="connsiteX174" fmla="*/ 2466975 w 2543175"/>
              <a:gd name="connsiteY174" fmla="*/ 1783556 h 1890712"/>
              <a:gd name="connsiteX175" fmla="*/ 2481263 w 2543175"/>
              <a:gd name="connsiteY175" fmla="*/ 1795462 h 1890712"/>
              <a:gd name="connsiteX176" fmla="*/ 2486025 w 2543175"/>
              <a:gd name="connsiteY176" fmla="*/ 1802606 h 1890712"/>
              <a:gd name="connsiteX177" fmla="*/ 2514600 w 2543175"/>
              <a:gd name="connsiteY177" fmla="*/ 1850231 h 1890712"/>
              <a:gd name="connsiteX178" fmla="*/ 2519363 w 2543175"/>
              <a:gd name="connsiteY178" fmla="*/ 1857375 h 1890712"/>
              <a:gd name="connsiteX179" fmla="*/ 2540794 w 2543175"/>
              <a:gd name="connsiteY179" fmla="*/ 1883569 h 1890712"/>
              <a:gd name="connsiteX180" fmla="*/ 2543175 w 2543175"/>
              <a:gd name="connsiteY18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302419 w 2543175"/>
              <a:gd name="connsiteY26" fmla="*/ 204787 h 1890712"/>
              <a:gd name="connsiteX27" fmla="*/ 309563 w 2543175"/>
              <a:gd name="connsiteY27" fmla="*/ 209550 h 1890712"/>
              <a:gd name="connsiteX28" fmla="*/ 333375 w 2543175"/>
              <a:gd name="connsiteY28" fmla="*/ 228600 h 1890712"/>
              <a:gd name="connsiteX29" fmla="*/ 340519 w 2543175"/>
              <a:gd name="connsiteY29" fmla="*/ 233362 h 1890712"/>
              <a:gd name="connsiteX30" fmla="*/ 354807 w 2543175"/>
              <a:gd name="connsiteY30" fmla="*/ 247650 h 1890712"/>
              <a:gd name="connsiteX31" fmla="*/ 366713 w 2543175"/>
              <a:gd name="connsiteY31" fmla="*/ 264319 h 1890712"/>
              <a:gd name="connsiteX32" fmla="*/ 371475 w 2543175"/>
              <a:gd name="connsiteY32" fmla="*/ 271462 h 1890712"/>
              <a:gd name="connsiteX33" fmla="*/ 378619 w 2543175"/>
              <a:gd name="connsiteY33" fmla="*/ 276225 h 1890712"/>
              <a:gd name="connsiteX34" fmla="*/ 385763 w 2543175"/>
              <a:gd name="connsiteY34" fmla="*/ 283369 h 1890712"/>
              <a:gd name="connsiteX35" fmla="*/ 395288 w 2543175"/>
              <a:gd name="connsiteY35" fmla="*/ 288131 h 1890712"/>
              <a:gd name="connsiteX36" fmla="*/ 404813 w 2543175"/>
              <a:gd name="connsiteY36" fmla="*/ 295275 h 1890712"/>
              <a:gd name="connsiteX37" fmla="*/ 411957 w 2543175"/>
              <a:gd name="connsiteY37" fmla="*/ 297656 h 1890712"/>
              <a:gd name="connsiteX38" fmla="*/ 421482 w 2543175"/>
              <a:gd name="connsiteY38" fmla="*/ 302419 h 1890712"/>
              <a:gd name="connsiteX39" fmla="*/ 447675 w 2543175"/>
              <a:gd name="connsiteY39" fmla="*/ 307181 h 1890712"/>
              <a:gd name="connsiteX40" fmla="*/ 461963 w 2543175"/>
              <a:gd name="connsiteY40" fmla="*/ 321469 h 1890712"/>
              <a:gd name="connsiteX41" fmla="*/ 466725 w 2543175"/>
              <a:gd name="connsiteY41" fmla="*/ 328612 h 1890712"/>
              <a:gd name="connsiteX42" fmla="*/ 476250 w 2543175"/>
              <a:gd name="connsiteY42" fmla="*/ 335756 h 1890712"/>
              <a:gd name="connsiteX43" fmla="*/ 481013 w 2543175"/>
              <a:gd name="connsiteY43" fmla="*/ 342900 h 1890712"/>
              <a:gd name="connsiteX44" fmla="*/ 490538 w 2543175"/>
              <a:gd name="connsiteY44" fmla="*/ 352425 h 1890712"/>
              <a:gd name="connsiteX45" fmla="*/ 495300 w 2543175"/>
              <a:gd name="connsiteY45" fmla="*/ 359569 h 1890712"/>
              <a:gd name="connsiteX46" fmla="*/ 509588 w 2543175"/>
              <a:gd name="connsiteY46" fmla="*/ 376237 h 1890712"/>
              <a:gd name="connsiteX47" fmla="*/ 514350 w 2543175"/>
              <a:gd name="connsiteY47" fmla="*/ 383381 h 1890712"/>
              <a:gd name="connsiteX48" fmla="*/ 531019 w 2543175"/>
              <a:gd name="connsiteY48" fmla="*/ 397669 h 1890712"/>
              <a:gd name="connsiteX49" fmla="*/ 538163 w 2543175"/>
              <a:gd name="connsiteY49" fmla="*/ 407194 h 1890712"/>
              <a:gd name="connsiteX50" fmla="*/ 554832 w 2543175"/>
              <a:gd name="connsiteY50" fmla="*/ 421481 h 1890712"/>
              <a:gd name="connsiteX51" fmla="*/ 564357 w 2543175"/>
              <a:gd name="connsiteY51" fmla="*/ 431006 h 1890712"/>
              <a:gd name="connsiteX52" fmla="*/ 573882 w 2543175"/>
              <a:gd name="connsiteY52" fmla="*/ 438150 h 1890712"/>
              <a:gd name="connsiteX53" fmla="*/ 595313 w 2543175"/>
              <a:gd name="connsiteY53" fmla="*/ 454819 h 1890712"/>
              <a:gd name="connsiteX54" fmla="*/ 602457 w 2543175"/>
              <a:gd name="connsiteY54" fmla="*/ 457200 h 1890712"/>
              <a:gd name="connsiteX55" fmla="*/ 628650 w 2543175"/>
              <a:gd name="connsiteY55" fmla="*/ 469106 h 1890712"/>
              <a:gd name="connsiteX56" fmla="*/ 645319 w 2543175"/>
              <a:gd name="connsiteY56" fmla="*/ 483394 h 1890712"/>
              <a:gd name="connsiteX57" fmla="*/ 654844 w 2543175"/>
              <a:gd name="connsiteY57" fmla="*/ 488156 h 1890712"/>
              <a:gd name="connsiteX58" fmla="*/ 661988 w 2543175"/>
              <a:gd name="connsiteY58" fmla="*/ 497681 h 1890712"/>
              <a:gd name="connsiteX59" fmla="*/ 683419 w 2543175"/>
              <a:gd name="connsiteY59" fmla="*/ 514350 h 1890712"/>
              <a:gd name="connsiteX60" fmla="*/ 700088 w 2543175"/>
              <a:gd name="connsiteY60" fmla="*/ 526256 h 1890712"/>
              <a:gd name="connsiteX61" fmla="*/ 709613 w 2543175"/>
              <a:gd name="connsiteY61" fmla="*/ 535781 h 1890712"/>
              <a:gd name="connsiteX62" fmla="*/ 719138 w 2543175"/>
              <a:gd name="connsiteY62" fmla="*/ 542925 h 1890712"/>
              <a:gd name="connsiteX63" fmla="*/ 733425 w 2543175"/>
              <a:gd name="connsiteY63" fmla="*/ 557212 h 1890712"/>
              <a:gd name="connsiteX64" fmla="*/ 750094 w 2543175"/>
              <a:gd name="connsiteY64" fmla="*/ 569119 h 1890712"/>
              <a:gd name="connsiteX65" fmla="*/ 769144 w 2543175"/>
              <a:gd name="connsiteY65" fmla="*/ 581025 h 1890712"/>
              <a:gd name="connsiteX66" fmla="*/ 785813 w 2543175"/>
              <a:gd name="connsiteY66" fmla="*/ 590550 h 1890712"/>
              <a:gd name="connsiteX67" fmla="*/ 792957 w 2543175"/>
              <a:gd name="connsiteY67" fmla="*/ 600075 h 1890712"/>
              <a:gd name="connsiteX68" fmla="*/ 809625 w 2543175"/>
              <a:gd name="connsiteY68" fmla="*/ 611981 h 1890712"/>
              <a:gd name="connsiteX69" fmla="*/ 816769 w 2543175"/>
              <a:gd name="connsiteY69" fmla="*/ 619125 h 1890712"/>
              <a:gd name="connsiteX70" fmla="*/ 826294 w 2543175"/>
              <a:gd name="connsiteY70" fmla="*/ 626269 h 1890712"/>
              <a:gd name="connsiteX71" fmla="*/ 840582 w 2543175"/>
              <a:gd name="connsiteY71" fmla="*/ 638175 h 1890712"/>
              <a:gd name="connsiteX72" fmla="*/ 847725 w 2543175"/>
              <a:gd name="connsiteY72" fmla="*/ 645319 h 1890712"/>
              <a:gd name="connsiteX73" fmla="*/ 857250 w 2543175"/>
              <a:gd name="connsiteY73" fmla="*/ 652462 h 1890712"/>
              <a:gd name="connsiteX74" fmla="*/ 864394 w 2543175"/>
              <a:gd name="connsiteY74" fmla="*/ 657225 h 1890712"/>
              <a:gd name="connsiteX75" fmla="*/ 888207 w 2543175"/>
              <a:gd name="connsiteY75" fmla="*/ 676275 h 1890712"/>
              <a:gd name="connsiteX76" fmla="*/ 895350 w 2543175"/>
              <a:gd name="connsiteY76" fmla="*/ 681037 h 1890712"/>
              <a:gd name="connsiteX77" fmla="*/ 907257 w 2543175"/>
              <a:gd name="connsiteY77" fmla="*/ 683419 h 1890712"/>
              <a:gd name="connsiteX78" fmla="*/ 928688 w 2543175"/>
              <a:gd name="connsiteY78" fmla="*/ 695325 h 1890712"/>
              <a:gd name="connsiteX79" fmla="*/ 942975 w 2543175"/>
              <a:gd name="connsiteY79" fmla="*/ 700087 h 1890712"/>
              <a:gd name="connsiteX80" fmla="*/ 964407 w 2543175"/>
              <a:gd name="connsiteY80" fmla="*/ 716756 h 1890712"/>
              <a:gd name="connsiteX81" fmla="*/ 971550 w 2543175"/>
              <a:gd name="connsiteY81" fmla="*/ 723900 h 1890712"/>
              <a:gd name="connsiteX82" fmla="*/ 983457 w 2543175"/>
              <a:gd name="connsiteY82" fmla="*/ 733425 h 1890712"/>
              <a:gd name="connsiteX83" fmla="*/ 990600 w 2543175"/>
              <a:gd name="connsiteY83" fmla="*/ 738187 h 1890712"/>
              <a:gd name="connsiteX84" fmla="*/ 1007269 w 2543175"/>
              <a:gd name="connsiteY84" fmla="*/ 752475 h 1890712"/>
              <a:gd name="connsiteX85" fmla="*/ 1031082 w 2543175"/>
              <a:gd name="connsiteY85" fmla="*/ 766762 h 1890712"/>
              <a:gd name="connsiteX86" fmla="*/ 1042988 w 2543175"/>
              <a:gd name="connsiteY86" fmla="*/ 773906 h 1890712"/>
              <a:gd name="connsiteX87" fmla="*/ 1071563 w 2543175"/>
              <a:gd name="connsiteY87" fmla="*/ 785812 h 1890712"/>
              <a:gd name="connsiteX88" fmla="*/ 1097757 w 2543175"/>
              <a:gd name="connsiteY88" fmla="*/ 807244 h 1890712"/>
              <a:gd name="connsiteX89" fmla="*/ 1104900 w 2543175"/>
              <a:gd name="connsiteY89" fmla="*/ 814387 h 1890712"/>
              <a:gd name="connsiteX90" fmla="*/ 1121569 w 2543175"/>
              <a:gd name="connsiteY90" fmla="*/ 823912 h 1890712"/>
              <a:gd name="connsiteX91" fmla="*/ 1138238 w 2543175"/>
              <a:gd name="connsiteY91" fmla="*/ 835819 h 1890712"/>
              <a:gd name="connsiteX92" fmla="*/ 1147763 w 2543175"/>
              <a:gd name="connsiteY92" fmla="*/ 842962 h 1890712"/>
              <a:gd name="connsiteX93" fmla="*/ 1157288 w 2543175"/>
              <a:gd name="connsiteY93" fmla="*/ 847725 h 1890712"/>
              <a:gd name="connsiteX94" fmla="*/ 1178719 w 2543175"/>
              <a:gd name="connsiteY94" fmla="*/ 859631 h 1890712"/>
              <a:gd name="connsiteX95" fmla="*/ 1188244 w 2543175"/>
              <a:gd name="connsiteY95" fmla="*/ 866775 h 1890712"/>
              <a:gd name="connsiteX96" fmla="*/ 1195388 w 2543175"/>
              <a:gd name="connsiteY96" fmla="*/ 871537 h 1890712"/>
              <a:gd name="connsiteX97" fmla="*/ 1212057 w 2543175"/>
              <a:gd name="connsiteY97" fmla="*/ 883444 h 1890712"/>
              <a:gd name="connsiteX98" fmla="*/ 1226344 w 2543175"/>
              <a:gd name="connsiteY98" fmla="*/ 895350 h 1890712"/>
              <a:gd name="connsiteX99" fmla="*/ 1245394 w 2543175"/>
              <a:gd name="connsiteY99" fmla="*/ 907256 h 1890712"/>
              <a:gd name="connsiteX100" fmla="*/ 1254919 w 2543175"/>
              <a:gd name="connsiteY100" fmla="*/ 914400 h 1890712"/>
              <a:gd name="connsiteX101" fmla="*/ 1269207 w 2543175"/>
              <a:gd name="connsiteY101" fmla="*/ 921544 h 1890712"/>
              <a:gd name="connsiteX102" fmla="*/ 1290638 w 2543175"/>
              <a:gd name="connsiteY102" fmla="*/ 935831 h 1890712"/>
              <a:gd name="connsiteX103" fmla="*/ 1307307 w 2543175"/>
              <a:gd name="connsiteY103" fmla="*/ 952500 h 1890712"/>
              <a:gd name="connsiteX104" fmla="*/ 1333500 w 2543175"/>
              <a:gd name="connsiteY104" fmla="*/ 971550 h 1890712"/>
              <a:gd name="connsiteX105" fmla="*/ 1359694 w 2543175"/>
              <a:gd name="connsiteY105" fmla="*/ 990600 h 1890712"/>
              <a:gd name="connsiteX106" fmla="*/ 1373982 w 2543175"/>
              <a:gd name="connsiteY106" fmla="*/ 997744 h 1890712"/>
              <a:gd name="connsiteX107" fmla="*/ 1388269 w 2543175"/>
              <a:gd name="connsiteY107" fmla="*/ 1007269 h 1890712"/>
              <a:gd name="connsiteX108" fmla="*/ 1414463 w 2543175"/>
              <a:gd name="connsiteY108" fmla="*/ 1019175 h 1890712"/>
              <a:gd name="connsiteX109" fmla="*/ 1428750 w 2543175"/>
              <a:gd name="connsiteY109" fmla="*/ 1026319 h 1890712"/>
              <a:gd name="connsiteX110" fmla="*/ 1471613 w 2543175"/>
              <a:gd name="connsiteY110" fmla="*/ 1059656 h 1890712"/>
              <a:gd name="connsiteX111" fmla="*/ 1495425 w 2543175"/>
              <a:gd name="connsiteY111" fmla="*/ 1088231 h 1890712"/>
              <a:gd name="connsiteX112" fmla="*/ 1547812 w 2543175"/>
              <a:gd name="connsiteY112" fmla="*/ 1133475 h 1890712"/>
              <a:gd name="connsiteX113" fmla="*/ 1597819 w 2543175"/>
              <a:gd name="connsiteY113" fmla="*/ 1154906 h 1890712"/>
              <a:gd name="connsiteX114" fmla="*/ 1604963 w 2543175"/>
              <a:gd name="connsiteY114" fmla="*/ 1162050 h 1890712"/>
              <a:gd name="connsiteX115" fmla="*/ 1612107 w 2543175"/>
              <a:gd name="connsiteY115" fmla="*/ 1166812 h 1890712"/>
              <a:gd name="connsiteX116" fmla="*/ 1628775 w 2543175"/>
              <a:gd name="connsiteY116" fmla="*/ 1183481 h 1890712"/>
              <a:gd name="connsiteX117" fmla="*/ 1662113 w 2543175"/>
              <a:gd name="connsiteY117" fmla="*/ 1209675 h 1890712"/>
              <a:gd name="connsiteX118" fmla="*/ 1678782 w 2543175"/>
              <a:gd name="connsiteY118" fmla="*/ 1226344 h 1890712"/>
              <a:gd name="connsiteX119" fmla="*/ 1700213 w 2543175"/>
              <a:gd name="connsiteY119" fmla="*/ 1247775 h 1890712"/>
              <a:gd name="connsiteX120" fmla="*/ 1712119 w 2543175"/>
              <a:gd name="connsiteY120" fmla="*/ 1259681 h 1890712"/>
              <a:gd name="connsiteX121" fmla="*/ 1733550 w 2543175"/>
              <a:gd name="connsiteY121" fmla="*/ 1273969 h 1890712"/>
              <a:gd name="connsiteX122" fmla="*/ 1743075 w 2543175"/>
              <a:gd name="connsiteY122" fmla="*/ 1283494 h 1890712"/>
              <a:gd name="connsiteX123" fmla="*/ 1754982 w 2543175"/>
              <a:gd name="connsiteY123" fmla="*/ 1290637 h 1890712"/>
              <a:gd name="connsiteX124" fmla="*/ 1766888 w 2543175"/>
              <a:gd name="connsiteY124" fmla="*/ 1300162 h 1890712"/>
              <a:gd name="connsiteX125" fmla="*/ 1783557 w 2543175"/>
              <a:gd name="connsiteY125" fmla="*/ 1307306 h 1890712"/>
              <a:gd name="connsiteX126" fmla="*/ 1790700 w 2543175"/>
              <a:gd name="connsiteY126" fmla="*/ 1312069 h 1890712"/>
              <a:gd name="connsiteX127" fmla="*/ 1800225 w 2543175"/>
              <a:gd name="connsiteY127" fmla="*/ 1319212 h 1890712"/>
              <a:gd name="connsiteX128" fmla="*/ 1807369 w 2543175"/>
              <a:gd name="connsiteY128" fmla="*/ 1321594 h 1890712"/>
              <a:gd name="connsiteX129" fmla="*/ 1824038 w 2543175"/>
              <a:gd name="connsiteY129" fmla="*/ 1333500 h 1890712"/>
              <a:gd name="connsiteX130" fmla="*/ 1843088 w 2543175"/>
              <a:gd name="connsiteY130" fmla="*/ 1352550 h 1890712"/>
              <a:gd name="connsiteX131" fmla="*/ 1852613 w 2543175"/>
              <a:gd name="connsiteY131" fmla="*/ 1359694 h 1890712"/>
              <a:gd name="connsiteX132" fmla="*/ 1859757 w 2543175"/>
              <a:gd name="connsiteY132" fmla="*/ 1366837 h 1890712"/>
              <a:gd name="connsiteX133" fmla="*/ 1869282 w 2543175"/>
              <a:gd name="connsiteY133" fmla="*/ 1371600 h 1890712"/>
              <a:gd name="connsiteX134" fmla="*/ 1883569 w 2543175"/>
              <a:gd name="connsiteY134" fmla="*/ 1388269 h 1890712"/>
              <a:gd name="connsiteX135" fmla="*/ 1893094 w 2543175"/>
              <a:gd name="connsiteY135" fmla="*/ 1395412 h 1890712"/>
              <a:gd name="connsiteX136" fmla="*/ 1902619 w 2543175"/>
              <a:gd name="connsiteY136" fmla="*/ 1404937 h 1890712"/>
              <a:gd name="connsiteX137" fmla="*/ 1912144 w 2543175"/>
              <a:gd name="connsiteY137" fmla="*/ 1409700 h 1890712"/>
              <a:gd name="connsiteX138" fmla="*/ 1931194 w 2543175"/>
              <a:gd name="connsiteY138" fmla="*/ 1421606 h 1890712"/>
              <a:gd name="connsiteX139" fmla="*/ 1935957 w 2543175"/>
              <a:gd name="connsiteY139" fmla="*/ 1428750 h 1890712"/>
              <a:gd name="connsiteX140" fmla="*/ 1952625 w 2543175"/>
              <a:gd name="connsiteY140" fmla="*/ 1438275 h 1890712"/>
              <a:gd name="connsiteX141" fmla="*/ 1971675 w 2543175"/>
              <a:gd name="connsiteY141" fmla="*/ 1450181 h 1890712"/>
              <a:gd name="connsiteX142" fmla="*/ 1981200 w 2543175"/>
              <a:gd name="connsiteY142" fmla="*/ 1454944 h 1890712"/>
              <a:gd name="connsiteX143" fmla="*/ 1997869 w 2543175"/>
              <a:gd name="connsiteY143" fmla="*/ 1471612 h 1890712"/>
              <a:gd name="connsiteX144" fmla="*/ 2007394 w 2543175"/>
              <a:gd name="connsiteY144" fmla="*/ 1478756 h 1890712"/>
              <a:gd name="connsiteX145" fmla="*/ 2016919 w 2543175"/>
              <a:gd name="connsiteY145" fmla="*/ 1483519 h 1890712"/>
              <a:gd name="connsiteX146" fmla="*/ 2024063 w 2543175"/>
              <a:gd name="connsiteY146" fmla="*/ 1490662 h 1890712"/>
              <a:gd name="connsiteX147" fmla="*/ 2033588 w 2543175"/>
              <a:gd name="connsiteY147" fmla="*/ 1495425 h 1890712"/>
              <a:gd name="connsiteX148" fmla="*/ 2040732 w 2543175"/>
              <a:gd name="connsiteY148" fmla="*/ 1502569 h 1890712"/>
              <a:gd name="connsiteX149" fmla="*/ 2047875 w 2543175"/>
              <a:gd name="connsiteY149" fmla="*/ 1507331 h 1890712"/>
              <a:gd name="connsiteX150" fmla="*/ 2057400 w 2543175"/>
              <a:gd name="connsiteY150" fmla="*/ 1514475 h 1890712"/>
              <a:gd name="connsiteX151" fmla="*/ 2064544 w 2543175"/>
              <a:gd name="connsiteY151" fmla="*/ 1519237 h 1890712"/>
              <a:gd name="connsiteX152" fmla="*/ 2071688 w 2543175"/>
              <a:gd name="connsiteY152" fmla="*/ 1526381 h 1890712"/>
              <a:gd name="connsiteX153" fmla="*/ 2081213 w 2543175"/>
              <a:gd name="connsiteY153" fmla="*/ 1531144 h 1890712"/>
              <a:gd name="connsiteX154" fmla="*/ 2090738 w 2543175"/>
              <a:gd name="connsiteY154" fmla="*/ 1538287 h 1890712"/>
              <a:gd name="connsiteX155" fmla="*/ 2109788 w 2543175"/>
              <a:gd name="connsiteY155" fmla="*/ 1547812 h 1890712"/>
              <a:gd name="connsiteX156" fmla="*/ 2131219 w 2543175"/>
              <a:gd name="connsiteY156" fmla="*/ 1562100 h 1890712"/>
              <a:gd name="connsiteX157" fmla="*/ 2140744 w 2543175"/>
              <a:gd name="connsiteY157" fmla="*/ 1566862 h 1890712"/>
              <a:gd name="connsiteX158" fmla="*/ 2152650 w 2543175"/>
              <a:gd name="connsiteY158" fmla="*/ 1576387 h 1890712"/>
              <a:gd name="connsiteX159" fmla="*/ 2181225 w 2543175"/>
              <a:gd name="connsiteY159" fmla="*/ 1590675 h 1890712"/>
              <a:gd name="connsiteX160" fmla="*/ 2200275 w 2543175"/>
              <a:gd name="connsiteY160" fmla="*/ 1607344 h 1890712"/>
              <a:gd name="connsiteX161" fmla="*/ 2207419 w 2543175"/>
              <a:gd name="connsiteY161" fmla="*/ 1612106 h 1890712"/>
              <a:gd name="connsiteX162" fmla="*/ 2216944 w 2543175"/>
              <a:gd name="connsiteY162" fmla="*/ 1619250 h 1890712"/>
              <a:gd name="connsiteX163" fmla="*/ 2224088 w 2543175"/>
              <a:gd name="connsiteY163" fmla="*/ 1624012 h 1890712"/>
              <a:gd name="connsiteX164" fmla="*/ 2247900 w 2543175"/>
              <a:gd name="connsiteY164" fmla="*/ 1643062 h 1890712"/>
              <a:gd name="connsiteX165" fmla="*/ 2255044 w 2543175"/>
              <a:gd name="connsiteY165" fmla="*/ 1650206 h 1890712"/>
              <a:gd name="connsiteX166" fmla="*/ 2281238 w 2543175"/>
              <a:gd name="connsiteY166" fmla="*/ 1664494 h 1890712"/>
              <a:gd name="connsiteX167" fmla="*/ 2297907 w 2543175"/>
              <a:gd name="connsiteY167" fmla="*/ 1674019 h 1890712"/>
              <a:gd name="connsiteX168" fmla="*/ 2312194 w 2543175"/>
              <a:gd name="connsiteY168" fmla="*/ 1685925 h 1890712"/>
              <a:gd name="connsiteX169" fmla="*/ 2328863 w 2543175"/>
              <a:gd name="connsiteY169" fmla="*/ 1697831 h 1890712"/>
              <a:gd name="connsiteX170" fmla="*/ 2350294 w 2543175"/>
              <a:gd name="connsiteY170" fmla="*/ 1712119 h 1890712"/>
              <a:gd name="connsiteX171" fmla="*/ 2369344 w 2543175"/>
              <a:gd name="connsiteY171" fmla="*/ 1724025 h 1890712"/>
              <a:gd name="connsiteX172" fmla="*/ 2428876 w 2543175"/>
              <a:gd name="connsiteY172" fmla="*/ 1785938 h 1890712"/>
              <a:gd name="connsiteX173" fmla="*/ 2466975 w 2543175"/>
              <a:gd name="connsiteY173" fmla="*/ 1783556 h 1890712"/>
              <a:gd name="connsiteX174" fmla="*/ 2481263 w 2543175"/>
              <a:gd name="connsiteY174" fmla="*/ 1795462 h 1890712"/>
              <a:gd name="connsiteX175" fmla="*/ 2486025 w 2543175"/>
              <a:gd name="connsiteY175" fmla="*/ 1802606 h 1890712"/>
              <a:gd name="connsiteX176" fmla="*/ 2514600 w 2543175"/>
              <a:gd name="connsiteY176" fmla="*/ 1850231 h 1890712"/>
              <a:gd name="connsiteX177" fmla="*/ 2519363 w 2543175"/>
              <a:gd name="connsiteY177" fmla="*/ 1857375 h 1890712"/>
              <a:gd name="connsiteX178" fmla="*/ 2540794 w 2543175"/>
              <a:gd name="connsiteY178" fmla="*/ 1883569 h 1890712"/>
              <a:gd name="connsiteX179" fmla="*/ 2543175 w 2543175"/>
              <a:gd name="connsiteY17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302419 w 2543175"/>
              <a:gd name="connsiteY25" fmla="*/ 204787 h 1890712"/>
              <a:gd name="connsiteX26" fmla="*/ 309563 w 2543175"/>
              <a:gd name="connsiteY26" fmla="*/ 209550 h 1890712"/>
              <a:gd name="connsiteX27" fmla="*/ 333375 w 2543175"/>
              <a:gd name="connsiteY27" fmla="*/ 228600 h 1890712"/>
              <a:gd name="connsiteX28" fmla="*/ 340519 w 2543175"/>
              <a:gd name="connsiteY28" fmla="*/ 233362 h 1890712"/>
              <a:gd name="connsiteX29" fmla="*/ 354807 w 2543175"/>
              <a:gd name="connsiteY29" fmla="*/ 247650 h 1890712"/>
              <a:gd name="connsiteX30" fmla="*/ 366713 w 2543175"/>
              <a:gd name="connsiteY30" fmla="*/ 264319 h 1890712"/>
              <a:gd name="connsiteX31" fmla="*/ 371475 w 2543175"/>
              <a:gd name="connsiteY31" fmla="*/ 271462 h 1890712"/>
              <a:gd name="connsiteX32" fmla="*/ 378619 w 2543175"/>
              <a:gd name="connsiteY32" fmla="*/ 276225 h 1890712"/>
              <a:gd name="connsiteX33" fmla="*/ 385763 w 2543175"/>
              <a:gd name="connsiteY33" fmla="*/ 283369 h 1890712"/>
              <a:gd name="connsiteX34" fmla="*/ 395288 w 2543175"/>
              <a:gd name="connsiteY34" fmla="*/ 288131 h 1890712"/>
              <a:gd name="connsiteX35" fmla="*/ 404813 w 2543175"/>
              <a:gd name="connsiteY35" fmla="*/ 295275 h 1890712"/>
              <a:gd name="connsiteX36" fmla="*/ 411957 w 2543175"/>
              <a:gd name="connsiteY36" fmla="*/ 297656 h 1890712"/>
              <a:gd name="connsiteX37" fmla="*/ 421482 w 2543175"/>
              <a:gd name="connsiteY37" fmla="*/ 302419 h 1890712"/>
              <a:gd name="connsiteX38" fmla="*/ 447675 w 2543175"/>
              <a:gd name="connsiteY38" fmla="*/ 307181 h 1890712"/>
              <a:gd name="connsiteX39" fmla="*/ 461963 w 2543175"/>
              <a:gd name="connsiteY39" fmla="*/ 321469 h 1890712"/>
              <a:gd name="connsiteX40" fmla="*/ 466725 w 2543175"/>
              <a:gd name="connsiteY40" fmla="*/ 328612 h 1890712"/>
              <a:gd name="connsiteX41" fmla="*/ 476250 w 2543175"/>
              <a:gd name="connsiteY41" fmla="*/ 335756 h 1890712"/>
              <a:gd name="connsiteX42" fmla="*/ 481013 w 2543175"/>
              <a:gd name="connsiteY42" fmla="*/ 342900 h 1890712"/>
              <a:gd name="connsiteX43" fmla="*/ 490538 w 2543175"/>
              <a:gd name="connsiteY43" fmla="*/ 352425 h 1890712"/>
              <a:gd name="connsiteX44" fmla="*/ 495300 w 2543175"/>
              <a:gd name="connsiteY44" fmla="*/ 359569 h 1890712"/>
              <a:gd name="connsiteX45" fmla="*/ 509588 w 2543175"/>
              <a:gd name="connsiteY45" fmla="*/ 376237 h 1890712"/>
              <a:gd name="connsiteX46" fmla="*/ 514350 w 2543175"/>
              <a:gd name="connsiteY46" fmla="*/ 383381 h 1890712"/>
              <a:gd name="connsiteX47" fmla="*/ 531019 w 2543175"/>
              <a:gd name="connsiteY47" fmla="*/ 397669 h 1890712"/>
              <a:gd name="connsiteX48" fmla="*/ 538163 w 2543175"/>
              <a:gd name="connsiteY48" fmla="*/ 407194 h 1890712"/>
              <a:gd name="connsiteX49" fmla="*/ 554832 w 2543175"/>
              <a:gd name="connsiteY49" fmla="*/ 421481 h 1890712"/>
              <a:gd name="connsiteX50" fmla="*/ 564357 w 2543175"/>
              <a:gd name="connsiteY50" fmla="*/ 431006 h 1890712"/>
              <a:gd name="connsiteX51" fmla="*/ 573882 w 2543175"/>
              <a:gd name="connsiteY51" fmla="*/ 438150 h 1890712"/>
              <a:gd name="connsiteX52" fmla="*/ 595313 w 2543175"/>
              <a:gd name="connsiteY52" fmla="*/ 454819 h 1890712"/>
              <a:gd name="connsiteX53" fmla="*/ 602457 w 2543175"/>
              <a:gd name="connsiteY53" fmla="*/ 457200 h 1890712"/>
              <a:gd name="connsiteX54" fmla="*/ 628650 w 2543175"/>
              <a:gd name="connsiteY54" fmla="*/ 469106 h 1890712"/>
              <a:gd name="connsiteX55" fmla="*/ 645319 w 2543175"/>
              <a:gd name="connsiteY55" fmla="*/ 483394 h 1890712"/>
              <a:gd name="connsiteX56" fmla="*/ 654844 w 2543175"/>
              <a:gd name="connsiteY56" fmla="*/ 488156 h 1890712"/>
              <a:gd name="connsiteX57" fmla="*/ 661988 w 2543175"/>
              <a:gd name="connsiteY57" fmla="*/ 497681 h 1890712"/>
              <a:gd name="connsiteX58" fmla="*/ 683419 w 2543175"/>
              <a:gd name="connsiteY58" fmla="*/ 514350 h 1890712"/>
              <a:gd name="connsiteX59" fmla="*/ 700088 w 2543175"/>
              <a:gd name="connsiteY59" fmla="*/ 526256 h 1890712"/>
              <a:gd name="connsiteX60" fmla="*/ 709613 w 2543175"/>
              <a:gd name="connsiteY60" fmla="*/ 535781 h 1890712"/>
              <a:gd name="connsiteX61" fmla="*/ 719138 w 2543175"/>
              <a:gd name="connsiteY61" fmla="*/ 542925 h 1890712"/>
              <a:gd name="connsiteX62" fmla="*/ 733425 w 2543175"/>
              <a:gd name="connsiteY62" fmla="*/ 557212 h 1890712"/>
              <a:gd name="connsiteX63" fmla="*/ 750094 w 2543175"/>
              <a:gd name="connsiteY63" fmla="*/ 569119 h 1890712"/>
              <a:gd name="connsiteX64" fmla="*/ 769144 w 2543175"/>
              <a:gd name="connsiteY64" fmla="*/ 581025 h 1890712"/>
              <a:gd name="connsiteX65" fmla="*/ 785813 w 2543175"/>
              <a:gd name="connsiteY65" fmla="*/ 590550 h 1890712"/>
              <a:gd name="connsiteX66" fmla="*/ 792957 w 2543175"/>
              <a:gd name="connsiteY66" fmla="*/ 600075 h 1890712"/>
              <a:gd name="connsiteX67" fmla="*/ 809625 w 2543175"/>
              <a:gd name="connsiteY67" fmla="*/ 611981 h 1890712"/>
              <a:gd name="connsiteX68" fmla="*/ 816769 w 2543175"/>
              <a:gd name="connsiteY68" fmla="*/ 619125 h 1890712"/>
              <a:gd name="connsiteX69" fmla="*/ 826294 w 2543175"/>
              <a:gd name="connsiteY69" fmla="*/ 626269 h 1890712"/>
              <a:gd name="connsiteX70" fmla="*/ 840582 w 2543175"/>
              <a:gd name="connsiteY70" fmla="*/ 638175 h 1890712"/>
              <a:gd name="connsiteX71" fmla="*/ 847725 w 2543175"/>
              <a:gd name="connsiteY71" fmla="*/ 645319 h 1890712"/>
              <a:gd name="connsiteX72" fmla="*/ 857250 w 2543175"/>
              <a:gd name="connsiteY72" fmla="*/ 652462 h 1890712"/>
              <a:gd name="connsiteX73" fmla="*/ 864394 w 2543175"/>
              <a:gd name="connsiteY73" fmla="*/ 657225 h 1890712"/>
              <a:gd name="connsiteX74" fmla="*/ 888207 w 2543175"/>
              <a:gd name="connsiteY74" fmla="*/ 676275 h 1890712"/>
              <a:gd name="connsiteX75" fmla="*/ 895350 w 2543175"/>
              <a:gd name="connsiteY75" fmla="*/ 681037 h 1890712"/>
              <a:gd name="connsiteX76" fmla="*/ 907257 w 2543175"/>
              <a:gd name="connsiteY76" fmla="*/ 683419 h 1890712"/>
              <a:gd name="connsiteX77" fmla="*/ 928688 w 2543175"/>
              <a:gd name="connsiteY77" fmla="*/ 695325 h 1890712"/>
              <a:gd name="connsiteX78" fmla="*/ 942975 w 2543175"/>
              <a:gd name="connsiteY78" fmla="*/ 700087 h 1890712"/>
              <a:gd name="connsiteX79" fmla="*/ 964407 w 2543175"/>
              <a:gd name="connsiteY79" fmla="*/ 716756 h 1890712"/>
              <a:gd name="connsiteX80" fmla="*/ 971550 w 2543175"/>
              <a:gd name="connsiteY80" fmla="*/ 723900 h 1890712"/>
              <a:gd name="connsiteX81" fmla="*/ 983457 w 2543175"/>
              <a:gd name="connsiteY81" fmla="*/ 733425 h 1890712"/>
              <a:gd name="connsiteX82" fmla="*/ 990600 w 2543175"/>
              <a:gd name="connsiteY82" fmla="*/ 738187 h 1890712"/>
              <a:gd name="connsiteX83" fmla="*/ 1007269 w 2543175"/>
              <a:gd name="connsiteY83" fmla="*/ 752475 h 1890712"/>
              <a:gd name="connsiteX84" fmla="*/ 1031082 w 2543175"/>
              <a:gd name="connsiteY84" fmla="*/ 766762 h 1890712"/>
              <a:gd name="connsiteX85" fmla="*/ 1042988 w 2543175"/>
              <a:gd name="connsiteY85" fmla="*/ 773906 h 1890712"/>
              <a:gd name="connsiteX86" fmla="*/ 1071563 w 2543175"/>
              <a:gd name="connsiteY86" fmla="*/ 785812 h 1890712"/>
              <a:gd name="connsiteX87" fmla="*/ 1097757 w 2543175"/>
              <a:gd name="connsiteY87" fmla="*/ 807244 h 1890712"/>
              <a:gd name="connsiteX88" fmla="*/ 1104900 w 2543175"/>
              <a:gd name="connsiteY88" fmla="*/ 814387 h 1890712"/>
              <a:gd name="connsiteX89" fmla="*/ 1121569 w 2543175"/>
              <a:gd name="connsiteY89" fmla="*/ 823912 h 1890712"/>
              <a:gd name="connsiteX90" fmla="*/ 1138238 w 2543175"/>
              <a:gd name="connsiteY90" fmla="*/ 835819 h 1890712"/>
              <a:gd name="connsiteX91" fmla="*/ 1147763 w 2543175"/>
              <a:gd name="connsiteY91" fmla="*/ 842962 h 1890712"/>
              <a:gd name="connsiteX92" fmla="*/ 1157288 w 2543175"/>
              <a:gd name="connsiteY92" fmla="*/ 847725 h 1890712"/>
              <a:gd name="connsiteX93" fmla="*/ 1178719 w 2543175"/>
              <a:gd name="connsiteY93" fmla="*/ 859631 h 1890712"/>
              <a:gd name="connsiteX94" fmla="*/ 1188244 w 2543175"/>
              <a:gd name="connsiteY94" fmla="*/ 866775 h 1890712"/>
              <a:gd name="connsiteX95" fmla="*/ 1195388 w 2543175"/>
              <a:gd name="connsiteY95" fmla="*/ 871537 h 1890712"/>
              <a:gd name="connsiteX96" fmla="*/ 1212057 w 2543175"/>
              <a:gd name="connsiteY96" fmla="*/ 883444 h 1890712"/>
              <a:gd name="connsiteX97" fmla="*/ 1226344 w 2543175"/>
              <a:gd name="connsiteY97" fmla="*/ 895350 h 1890712"/>
              <a:gd name="connsiteX98" fmla="*/ 1245394 w 2543175"/>
              <a:gd name="connsiteY98" fmla="*/ 907256 h 1890712"/>
              <a:gd name="connsiteX99" fmla="*/ 1254919 w 2543175"/>
              <a:gd name="connsiteY99" fmla="*/ 914400 h 1890712"/>
              <a:gd name="connsiteX100" fmla="*/ 1269207 w 2543175"/>
              <a:gd name="connsiteY100" fmla="*/ 921544 h 1890712"/>
              <a:gd name="connsiteX101" fmla="*/ 1290638 w 2543175"/>
              <a:gd name="connsiteY101" fmla="*/ 935831 h 1890712"/>
              <a:gd name="connsiteX102" fmla="*/ 1307307 w 2543175"/>
              <a:gd name="connsiteY102" fmla="*/ 952500 h 1890712"/>
              <a:gd name="connsiteX103" fmla="*/ 1333500 w 2543175"/>
              <a:gd name="connsiteY103" fmla="*/ 971550 h 1890712"/>
              <a:gd name="connsiteX104" fmla="*/ 1359694 w 2543175"/>
              <a:gd name="connsiteY104" fmla="*/ 990600 h 1890712"/>
              <a:gd name="connsiteX105" fmla="*/ 1373982 w 2543175"/>
              <a:gd name="connsiteY105" fmla="*/ 997744 h 1890712"/>
              <a:gd name="connsiteX106" fmla="*/ 1388269 w 2543175"/>
              <a:gd name="connsiteY106" fmla="*/ 1007269 h 1890712"/>
              <a:gd name="connsiteX107" fmla="*/ 1414463 w 2543175"/>
              <a:gd name="connsiteY107" fmla="*/ 1019175 h 1890712"/>
              <a:gd name="connsiteX108" fmla="*/ 1428750 w 2543175"/>
              <a:gd name="connsiteY108" fmla="*/ 1026319 h 1890712"/>
              <a:gd name="connsiteX109" fmla="*/ 1471613 w 2543175"/>
              <a:gd name="connsiteY109" fmla="*/ 1059656 h 1890712"/>
              <a:gd name="connsiteX110" fmla="*/ 1495425 w 2543175"/>
              <a:gd name="connsiteY110" fmla="*/ 1088231 h 1890712"/>
              <a:gd name="connsiteX111" fmla="*/ 1547812 w 2543175"/>
              <a:gd name="connsiteY111" fmla="*/ 1133475 h 1890712"/>
              <a:gd name="connsiteX112" fmla="*/ 1597819 w 2543175"/>
              <a:gd name="connsiteY112" fmla="*/ 1154906 h 1890712"/>
              <a:gd name="connsiteX113" fmla="*/ 1604963 w 2543175"/>
              <a:gd name="connsiteY113" fmla="*/ 1162050 h 1890712"/>
              <a:gd name="connsiteX114" fmla="*/ 1612107 w 2543175"/>
              <a:gd name="connsiteY114" fmla="*/ 1166812 h 1890712"/>
              <a:gd name="connsiteX115" fmla="*/ 1628775 w 2543175"/>
              <a:gd name="connsiteY115" fmla="*/ 1183481 h 1890712"/>
              <a:gd name="connsiteX116" fmla="*/ 1662113 w 2543175"/>
              <a:gd name="connsiteY116" fmla="*/ 1209675 h 1890712"/>
              <a:gd name="connsiteX117" fmla="*/ 1678782 w 2543175"/>
              <a:gd name="connsiteY117" fmla="*/ 1226344 h 1890712"/>
              <a:gd name="connsiteX118" fmla="*/ 1700213 w 2543175"/>
              <a:gd name="connsiteY118" fmla="*/ 1247775 h 1890712"/>
              <a:gd name="connsiteX119" fmla="*/ 1712119 w 2543175"/>
              <a:gd name="connsiteY119" fmla="*/ 1259681 h 1890712"/>
              <a:gd name="connsiteX120" fmla="*/ 1733550 w 2543175"/>
              <a:gd name="connsiteY120" fmla="*/ 1273969 h 1890712"/>
              <a:gd name="connsiteX121" fmla="*/ 1743075 w 2543175"/>
              <a:gd name="connsiteY121" fmla="*/ 1283494 h 1890712"/>
              <a:gd name="connsiteX122" fmla="*/ 1754982 w 2543175"/>
              <a:gd name="connsiteY122" fmla="*/ 1290637 h 1890712"/>
              <a:gd name="connsiteX123" fmla="*/ 1766888 w 2543175"/>
              <a:gd name="connsiteY123" fmla="*/ 1300162 h 1890712"/>
              <a:gd name="connsiteX124" fmla="*/ 1783557 w 2543175"/>
              <a:gd name="connsiteY124" fmla="*/ 1307306 h 1890712"/>
              <a:gd name="connsiteX125" fmla="*/ 1790700 w 2543175"/>
              <a:gd name="connsiteY125" fmla="*/ 1312069 h 1890712"/>
              <a:gd name="connsiteX126" fmla="*/ 1800225 w 2543175"/>
              <a:gd name="connsiteY126" fmla="*/ 1319212 h 1890712"/>
              <a:gd name="connsiteX127" fmla="*/ 1807369 w 2543175"/>
              <a:gd name="connsiteY127" fmla="*/ 1321594 h 1890712"/>
              <a:gd name="connsiteX128" fmla="*/ 1824038 w 2543175"/>
              <a:gd name="connsiteY128" fmla="*/ 1333500 h 1890712"/>
              <a:gd name="connsiteX129" fmla="*/ 1843088 w 2543175"/>
              <a:gd name="connsiteY129" fmla="*/ 1352550 h 1890712"/>
              <a:gd name="connsiteX130" fmla="*/ 1852613 w 2543175"/>
              <a:gd name="connsiteY130" fmla="*/ 1359694 h 1890712"/>
              <a:gd name="connsiteX131" fmla="*/ 1859757 w 2543175"/>
              <a:gd name="connsiteY131" fmla="*/ 1366837 h 1890712"/>
              <a:gd name="connsiteX132" fmla="*/ 1869282 w 2543175"/>
              <a:gd name="connsiteY132" fmla="*/ 1371600 h 1890712"/>
              <a:gd name="connsiteX133" fmla="*/ 1883569 w 2543175"/>
              <a:gd name="connsiteY133" fmla="*/ 1388269 h 1890712"/>
              <a:gd name="connsiteX134" fmla="*/ 1893094 w 2543175"/>
              <a:gd name="connsiteY134" fmla="*/ 1395412 h 1890712"/>
              <a:gd name="connsiteX135" fmla="*/ 1902619 w 2543175"/>
              <a:gd name="connsiteY135" fmla="*/ 1404937 h 1890712"/>
              <a:gd name="connsiteX136" fmla="*/ 1912144 w 2543175"/>
              <a:gd name="connsiteY136" fmla="*/ 1409700 h 1890712"/>
              <a:gd name="connsiteX137" fmla="*/ 1931194 w 2543175"/>
              <a:gd name="connsiteY137" fmla="*/ 1421606 h 1890712"/>
              <a:gd name="connsiteX138" fmla="*/ 1935957 w 2543175"/>
              <a:gd name="connsiteY138" fmla="*/ 1428750 h 1890712"/>
              <a:gd name="connsiteX139" fmla="*/ 1952625 w 2543175"/>
              <a:gd name="connsiteY139" fmla="*/ 1438275 h 1890712"/>
              <a:gd name="connsiteX140" fmla="*/ 1971675 w 2543175"/>
              <a:gd name="connsiteY140" fmla="*/ 1450181 h 1890712"/>
              <a:gd name="connsiteX141" fmla="*/ 1981200 w 2543175"/>
              <a:gd name="connsiteY141" fmla="*/ 1454944 h 1890712"/>
              <a:gd name="connsiteX142" fmla="*/ 1997869 w 2543175"/>
              <a:gd name="connsiteY142" fmla="*/ 1471612 h 1890712"/>
              <a:gd name="connsiteX143" fmla="*/ 2007394 w 2543175"/>
              <a:gd name="connsiteY143" fmla="*/ 1478756 h 1890712"/>
              <a:gd name="connsiteX144" fmla="*/ 2016919 w 2543175"/>
              <a:gd name="connsiteY144" fmla="*/ 1483519 h 1890712"/>
              <a:gd name="connsiteX145" fmla="*/ 2024063 w 2543175"/>
              <a:gd name="connsiteY145" fmla="*/ 1490662 h 1890712"/>
              <a:gd name="connsiteX146" fmla="*/ 2033588 w 2543175"/>
              <a:gd name="connsiteY146" fmla="*/ 1495425 h 1890712"/>
              <a:gd name="connsiteX147" fmla="*/ 2040732 w 2543175"/>
              <a:gd name="connsiteY147" fmla="*/ 1502569 h 1890712"/>
              <a:gd name="connsiteX148" fmla="*/ 2047875 w 2543175"/>
              <a:gd name="connsiteY148" fmla="*/ 1507331 h 1890712"/>
              <a:gd name="connsiteX149" fmla="*/ 2057400 w 2543175"/>
              <a:gd name="connsiteY149" fmla="*/ 1514475 h 1890712"/>
              <a:gd name="connsiteX150" fmla="*/ 2064544 w 2543175"/>
              <a:gd name="connsiteY150" fmla="*/ 1519237 h 1890712"/>
              <a:gd name="connsiteX151" fmla="*/ 2071688 w 2543175"/>
              <a:gd name="connsiteY151" fmla="*/ 1526381 h 1890712"/>
              <a:gd name="connsiteX152" fmla="*/ 2081213 w 2543175"/>
              <a:gd name="connsiteY152" fmla="*/ 1531144 h 1890712"/>
              <a:gd name="connsiteX153" fmla="*/ 2090738 w 2543175"/>
              <a:gd name="connsiteY153" fmla="*/ 1538287 h 1890712"/>
              <a:gd name="connsiteX154" fmla="*/ 2109788 w 2543175"/>
              <a:gd name="connsiteY154" fmla="*/ 1547812 h 1890712"/>
              <a:gd name="connsiteX155" fmla="*/ 2131219 w 2543175"/>
              <a:gd name="connsiteY155" fmla="*/ 1562100 h 1890712"/>
              <a:gd name="connsiteX156" fmla="*/ 2140744 w 2543175"/>
              <a:gd name="connsiteY156" fmla="*/ 1566862 h 1890712"/>
              <a:gd name="connsiteX157" fmla="*/ 2152650 w 2543175"/>
              <a:gd name="connsiteY157" fmla="*/ 1576387 h 1890712"/>
              <a:gd name="connsiteX158" fmla="*/ 2181225 w 2543175"/>
              <a:gd name="connsiteY158" fmla="*/ 1590675 h 1890712"/>
              <a:gd name="connsiteX159" fmla="*/ 2200275 w 2543175"/>
              <a:gd name="connsiteY159" fmla="*/ 1607344 h 1890712"/>
              <a:gd name="connsiteX160" fmla="*/ 2207419 w 2543175"/>
              <a:gd name="connsiteY160" fmla="*/ 1612106 h 1890712"/>
              <a:gd name="connsiteX161" fmla="*/ 2216944 w 2543175"/>
              <a:gd name="connsiteY161" fmla="*/ 1619250 h 1890712"/>
              <a:gd name="connsiteX162" fmla="*/ 2224088 w 2543175"/>
              <a:gd name="connsiteY162" fmla="*/ 1624012 h 1890712"/>
              <a:gd name="connsiteX163" fmla="*/ 2247900 w 2543175"/>
              <a:gd name="connsiteY163" fmla="*/ 1643062 h 1890712"/>
              <a:gd name="connsiteX164" fmla="*/ 2255044 w 2543175"/>
              <a:gd name="connsiteY164" fmla="*/ 1650206 h 1890712"/>
              <a:gd name="connsiteX165" fmla="*/ 2281238 w 2543175"/>
              <a:gd name="connsiteY165" fmla="*/ 1664494 h 1890712"/>
              <a:gd name="connsiteX166" fmla="*/ 2297907 w 2543175"/>
              <a:gd name="connsiteY166" fmla="*/ 1674019 h 1890712"/>
              <a:gd name="connsiteX167" fmla="*/ 2312194 w 2543175"/>
              <a:gd name="connsiteY167" fmla="*/ 1685925 h 1890712"/>
              <a:gd name="connsiteX168" fmla="*/ 2328863 w 2543175"/>
              <a:gd name="connsiteY168" fmla="*/ 1697831 h 1890712"/>
              <a:gd name="connsiteX169" fmla="*/ 2350294 w 2543175"/>
              <a:gd name="connsiteY169" fmla="*/ 1712119 h 1890712"/>
              <a:gd name="connsiteX170" fmla="*/ 2369344 w 2543175"/>
              <a:gd name="connsiteY170" fmla="*/ 1724025 h 1890712"/>
              <a:gd name="connsiteX171" fmla="*/ 2428876 w 2543175"/>
              <a:gd name="connsiteY171" fmla="*/ 1785938 h 1890712"/>
              <a:gd name="connsiteX172" fmla="*/ 2466975 w 2543175"/>
              <a:gd name="connsiteY172" fmla="*/ 1783556 h 1890712"/>
              <a:gd name="connsiteX173" fmla="*/ 2481263 w 2543175"/>
              <a:gd name="connsiteY173" fmla="*/ 1795462 h 1890712"/>
              <a:gd name="connsiteX174" fmla="*/ 2486025 w 2543175"/>
              <a:gd name="connsiteY174" fmla="*/ 1802606 h 1890712"/>
              <a:gd name="connsiteX175" fmla="*/ 2514600 w 2543175"/>
              <a:gd name="connsiteY175" fmla="*/ 1850231 h 1890712"/>
              <a:gd name="connsiteX176" fmla="*/ 2519363 w 2543175"/>
              <a:gd name="connsiteY176" fmla="*/ 1857375 h 1890712"/>
              <a:gd name="connsiteX177" fmla="*/ 2540794 w 2543175"/>
              <a:gd name="connsiteY177" fmla="*/ 1883569 h 1890712"/>
              <a:gd name="connsiteX178" fmla="*/ 2543175 w 2543175"/>
              <a:gd name="connsiteY178"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09563 w 2543175"/>
              <a:gd name="connsiteY25" fmla="*/ 209550 h 1890712"/>
              <a:gd name="connsiteX26" fmla="*/ 333375 w 2543175"/>
              <a:gd name="connsiteY26" fmla="*/ 228600 h 1890712"/>
              <a:gd name="connsiteX27" fmla="*/ 340519 w 2543175"/>
              <a:gd name="connsiteY27" fmla="*/ 233362 h 1890712"/>
              <a:gd name="connsiteX28" fmla="*/ 354807 w 2543175"/>
              <a:gd name="connsiteY28" fmla="*/ 247650 h 1890712"/>
              <a:gd name="connsiteX29" fmla="*/ 366713 w 2543175"/>
              <a:gd name="connsiteY29" fmla="*/ 264319 h 1890712"/>
              <a:gd name="connsiteX30" fmla="*/ 371475 w 2543175"/>
              <a:gd name="connsiteY30" fmla="*/ 271462 h 1890712"/>
              <a:gd name="connsiteX31" fmla="*/ 378619 w 2543175"/>
              <a:gd name="connsiteY31" fmla="*/ 276225 h 1890712"/>
              <a:gd name="connsiteX32" fmla="*/ 385763 w 2543175"/>
              <a:gd name="connsiteY32" fmla="*/ 283369 h 1890712"/>
              <a:gd name="connsiteX33" fmla="*/ 395288 w 2543175"/>
              <a:gd name="connsiteY33" fmla="*/ 288131 h 1890712"/>
              <a:gd name="connsiteX34" fmla="*/ 404813 w 2543175"/>
              <a:gd name="connsiteY34" fmla="*/ 295275 h 1890712"/>
              <a:gd name="connsiteX35" fmla="*/ 411957 w 2543175"/>
              <a:gd name="connsiteY35" fmla="*/ 297656 h 1890712"/>
              <a:gd name="connsiteX36" fmla="*/ 421482 w 2543175"/>
              <a:gd name="connsiteY36" fmla="*/ 302419 h 1890712"/>
              <a:gd name="connsiteX37" fmla="*/ 447675 w 2543175"/>
              <a:gd name="connsiteY37" fmla="*/ 307181 h 1890712"/>
              <a:gd name="connsiteX38" fmla="*/ 461963 w 2543175"/>
              <a:gd name="connsiteY38" fmla="*/ 321469 h 1890712"/>
              <a:gd name="connsiteX39" fmla="*/ 466725 w 2543175"/>
              <a:gd name="connsiteY39" fmla="*/ 328612 h 1890712"/>
              <a:gd name="connsiteX40" fmla="*/ 476250 w 2543175"/>
              <a:gd name="connsiteY40" fmla="*/ 335756 h 1890712"/>
              <a:gd name="connsiteX41" fmla="*/ 481013 w 2543175"/>
              <a:gd name="connsiteY41" fmla="*/ 342900 h 1890712"/>
              <a:gd name="connsiteX42" fmla="*/ 490538 w 2543175"/>
              <a:gd name="connsiteY42" fmla="*/ 352425 h 1890712"/>
              <a:gd name="connsiteX43" fmla="*/ 495300 w 2543175"/>
              <a:gd name="connsiteY43" fmla="*/ 359569 h 1890712"/>
              <a:gd name="connsiteX44" fmla="*/ 509588 w 2543175"/>
              <a:gd name="connsiteY44" fmla="*/ 376237 h 1890712"/>
              <a:gd name="connsiteX45" fmla="*/ 514350 w 2543175"/>
              <a:gd name="connsiteY45" fmla="*/ 383381 h 1890712"/>
              <a:gd name="connsiteX46" fmla="*/ 531019 w 2543175"/>
              <a:gd name="connsiteY46" fmla="*/ 397669 h 1890712"/>
              <a:gd name="connsiteX47" fmla="*/ 538163 w 2543175"/>
              <a:gd name="connsiteY47" fmla="*/ 407194 h 1890712"/>
              <a:gd name="connsiteX48" fmla="*/ 554832 w 2543175"/>
              <a:gd name="connsiteY48" fmla="*/ 421481 h 1890712"/>
              <a:gd name="connsiteX49" fmla="*/ 564357 w 2543175"/>
              <a:gd name="connsiteY49" fmla="*/ 431006 h 1890712"/>
              <a:gd name="connsiteX50" fmla="*/ 573882 w 2543175"/>
              <a:gd name="connsiteY50" fmla="*/ 438150 h 1890712"/>
              <a:gd name="connsiteX51" fmla="*/ 595313 w 2543175"/>
              <a:gd name="connsiteY51" fmla="*/ 454819 h 1890712"/>
              <a:gd name="connsiteX52" fmla="*/ 602457 w 2543175"/>
              <a:gd name="connsiteY52" fmla="*/ 457200 h 1890712"/>
              <a:gd name="connsiteX53" fmla="*/ 628650 w 2543175"/>
              <a:gd name="connsiteY53" fmla="*/ 469106 h 1890712"/>
              <a:gd name="connsiteX54" fmla="*/ 645319 w 2543175"/>
              <a:gd name="connsiteY54" fmla="*/ 483394 h 1890712"/>
              <a:gd name="connsiteX55" fmla="*/ 654844 w 2543175"/>
              <a:gd name="connsiteY55" fmla="*/ 488156 h 1890712"/>
              <a:gd name="connsiteX56" fmla="*/ 661988 w 2543175"/>
              <a:gd name="connsiteY56" fmla="*/ 497681 h 1890712"/>
              <a:gd name="connsiteX57" fmla="*/ 683419 w 2543175"/>
              <a:gd name="connsiteY57" fmla="*/ 514350 h 1890712"/>
              <a:gd name="connsiteX58" fmla="*/ 700088 w 2543175"/>
              <a:gd name="connsiteY58" fmla="*/ 526256 h 1890712"/>
              <a:gd name="connsiteX59" fmla="*/ 709613 w 2543175"/>
              <a:gd name="connsiteY59" fmla="*/ 535781 h 1890712"/>
              <a:gd name="connsiteX60" fmla="*/ 719138 w 2543175"/>
              <a:gd name="connsiteY60" fmla="*/ 542925 h 1890712"/>
              <a:gd name="connsiteX61" fmla="*/ 733425 w 2543175"/>
              <a:gd name="connsiteY61" fmla="*/ 557212 h 1890712"/>
              <a:gd name="connsiteX62" fmla="*/ 750094 w 2543175"/>
              <a:gd name="connsiteY62" fmla="*/ 569119 h 1890712"/>
              <a:gd name="connsiteX63" fmla="*/ 769144 w 2543175"/>
              <a:gd name="connsiteY63" fmla="*/ 581025 h 1890712"/>
              <a:gd name="connsiteX64" fmla="*/ 785813 w 2543175"/>
              <a:gd name="connsiteY64" fmla="*/ 590550 h 1890712"/>
              <a:gd name="connsiteX65" fmla="*/ 792957 w 2543175"/>
              <a:gd name="connsiteY65" fmla="*/ 600075 h 1890712"/>
              <a:gd name="connsiteX66" fmla="*/ 809625 w 2543175"/>
              <a:gd name="connsiteY66" fmla="*/ 611981 h 1890712"/>
              <a:gd name="connsiteX67" fmla="*/ 816769 w 2543175"/>
              <a:gd name="connsiteY67" fmla="*/ 619125 h 1890712"/>
              <a:gd name="connsiteX68" fmla="*/ 826294 w 2543175"/>
              <a:gd name="connsiteY68" fmla="*/ 626269 h 1890712"/>
              <a:gd name="connsiteX69" fmla="*/ 840582 w 2543175"/>
              <a:gd name="connsiteY69" fmla="*/ 638175 h 1890712"/>
              <a:gd name="connsiteX70" fmla="*/ 847725 w 2543175"/>
              <a:gd name="connsiteY70" fmla="*/ 645319 h 1890712"/>
              <a:gd name="connsiteX71" fmla="*/ 857250 w 2543175"/>
              <a:gd name="connsiteY71" fmla="*/ 652462 h 1890712"/>
              <a:gd name="connsiteX72" fmla="*/ 864394 w 2543175"/>
              <a:gd name="connsiteY72" fmla="*/ 657225 h 1890712"/>
              <a:gd name="connsiteX73" fmla="*/ 888207 w 2543175"/>
              <a:gd name="connsiteY73" fmla="*/ 676275 h 1890712"/>
              <a:gd name="connsiteX74" fmla="*/ 895350 w 2543175"/>
              <a:gd name="connsiteY74" fmla="*/ 681037 h 1890712"/>
              <a:gd name="connsiteX75" fmla="*/ 907257 w 2543175"/>
              <a:gd name="connsiteY75" fmla="*/ 683419 h 1890712"/>
              <a:gd name="connsiteX76" fmla="*/ 928688 w 2543175"/>
              <a:gd name="connsiteY76" fmla="*/ 695325 h 1890712"/>
              <a:gd name="connsiteX77" fmla="*/ 942975 w 2543175"/>
              <a:gd name="connsiteY77" fmla="*/ 700087 h 1890712"/>
              <a:gd name="connsiteX78" fmla="*/ 964407 w 2543175"/>
              <a:gd name="connsiteY78" fmla="*/ 716756 h 1890712"/>
              <a:gd name="connsiteX79" fmla="*/ 971550 w 2543175"/>
              <a:gd name="connsiteY79" fmla="*/ 723900 h 1890712"/>
              <a:gd name="connsiteX80" fmla="*/ 983457 w 2543175"/>
              <a:gd name="connsiteY80" fmla="*/ 733425 h 1890712"/>
              <a:gd name="connsiteX81" fmla="*/ 990600 w 2543175"/>
              <a:gd name="connsiteY81" fmla="*/ 738187 h 1890712"/>
              <a:gd name="connsiteX82" fmla="*/ 1007269 w 2543175"/>
              <a:gd name="connsiteY82" fmla="*/ 752475 h 1890712"/>
              <a:gd name="connsiteX83" fmla="*/ 1031082 w 2543175"/>
              <a:gd name="connsiteY83" fmla="*/ 766762 h 1890712"/>
              <a:gd name="connsiteX84" fmla="*/ 1042988 w 2543175"/>
              <a:gd name="connsiteY84" fmla="*/ 773906 h 1890712"/>
              <a:gd name="connsiteX85" fmla="*/ 1071563 w 2543175"/>
              <a:gd name="connsiteY85" fmla="*/ 785812 h 1890712"/>
              <a:gd name="connsiteX86" fmla="*/ 1097757 w 2543175"/>
              <a:gd name="connsiteY86" fmla="*/ 807244 h 1890712"/>
              <a:gd name="connsiteX87" fmla="*/ 1104900 w 2543175"/>
              <a:gd name="connsiteY87" fmla="*/ 814387 h 1890712"/>
              <a:gd name="connsiteX88" fmla="*/ 1121569 w 2543175"/>
              <a:gd name="connsiteY88" fmla="*/ 823912 h 1890712"/>
              <a:gd name="connsiteX89" fmla="*/ 1138238 w 2543175"/>
              <a:gd name="connsiteY89" fmla="*/ 835819 h 1890712"/>
              <a:gd name="connsiteX90" fmla="*/ 1147763 w 2543175"/>
              <a:gd name="connsiteY90" fmla="*/ 842962 h 1890712"/>
              <a:gd name="connsiteX91" fmla="*/ 1157288 w 2543175"/>
              <a:gd name="connsiteY91" fmla="*/ 847725 h 1890712"/>
              <a:gd name="connsiteX92" fmla="*/ 1178719 w 2543175"/>
              <a:gd name="connsiteY92" fmla="*/ 859631 h 1890712"/>
              <a:gd name="connsiteX93" fmla="*/ 1188244 w 2543175"/>
              <a:gd name="connsiteY93" fmla="*/ 866775 h 1890712"/>
              <a:gd name="connsiteX94" fmla="*/ 1195388 w 2543175"/>
              <a:gd name="connsiteY94" fmla="*/ 871537 h 1890712"/>
              <a:gd name="connsiteX95" fmla="*/ 1212057 w 2543175"/>
              <a:gd name="connsiteY95" fmla="*/ 883444 h 1890712"/>
              <a:gd name="connsiteX96" fmla="*/ 1226344 w 2543175"/>
              <a:gd name="connsiteY96" fmla="*/ 895350 h 1890712"/>
              <a:gd name="connsiteX97" fmla="*/ 1245394 w 2543175"/>
              <a:gd name="connsiteY97" fmla="*/ 907256 h 1890712"/>
              <a:gd name="connsiteX98" fmla="*/ 1254919 w 2543175"/>
              <a:gd name="connsiteY98" fmla="*/ 914400 h 1890712"/>
              <a:gd name="connsiteX99" fmla="*/ 1269207 w 2543175"/>
              <a:gd name="connsiteY99" fmla="*/ 921544 h 1890712"/>
              <a:gd name="connsiteX100" fmla="*/ 1290638 w 2543175"/>
              <a:gd name="connsiteY100" fmla="*/ 935831 h 1890712"/>
              <a:gd name="connsiteX101" fmla="*/ 1307307 w 2543175"/>
              <a:gd name="connsiteY101" fmla="*/ 952500 h 1890712"/>
              <a:gd name="connsiteX102" fmla="*/ 1333500 w 2543175"/>
              <a:gd name="connsiteY102" fmla="*/ 971550 h 1890712"/>
              <a:gd name="connsiteX103" fmla="*/ 1359694 w 2543175"/>
              <a:gd name="connsiteY103" fmla="*/ 990600 h 1890712"/>
              <a:gd name="connsiteX104" fmla="*/ 1373982 w 2543175"/>
              <a:gd name="connsiteY104" fmla="*/ 997744 h 1890712"/>
              <a:gd name="connsiteX105" fmla="*/ 1388269 w 2543175"/>
              <a:gd name="connsiteY105" fmla="*/ 1007269 h 1890712"/>
              <a:gd name="connsiteX106" fmla="*/ 1414463 w 2543175"/>
              <a:gd name="connsiteY106" fmla="*/ 1019175 h 1890712"/>
              <a:gd name="connsiteX107" fmla="*/ 1428750 w 2543175"/>
              <a:gd name="connsiteY107" fmla="*/ 1026319 h 1890712"/>
              <a:gd name="connsiteX108" fmla="*/ 1471613 w 2543175"/>
              <a:gd name="connsiteY108" fmla="*/ 1059656 h 1890712"/>
              <a:gd name="connsiteX109" fmla="*/ 1495425 w 2543175"/>
              <a:gd name="connsiteY109" fmla="*/ 1088231 h 1890712"/>
              <a:gd name="connsiteX110" fmla="*/ 1547812 w 2543175"/>
              <a:gd name="connsiteY110" fmla="*/ 1133475 h 1890712"/>
              <a:gd name="connsiteX111" fmla="*/ 1597819 w 2543175"/>
              <a:gd name="connsiteY111" fmla="*/ 1154906 h 1890712"/>
              <a:gd name="connsiteX112" fmla="*/ 1604963 w 2543175"/>
              <a:gd name="connsiteY112" fmla="*/ 1162050 h 1890712"/>
              <a:gd name="connsiteX113" fmla="*/ 1612107 w 2543175"/>
              <a:gd name="connsiteY113" fmla="*/ 1166812 h 1890712"/>
              <a:gd name="connsiteX114" fmla="*/ 1628775 w 2543175"/>
              <a:gd name="connsiteY114" fmla="*/ 1183481 h 1890712"/>
              <a:gd name="connsiteX115" fmla="*/ 1662113 w 2543175"/>
              <a:gd name="connsiteY115" fmla="*/ 1209675 h 1890712"/>
              <a:gd name="connsiteX116" fmla="*/ 1678782 w 2543175"/>
              <a:gd name="connsiteY116" fmla="*/ 1226344 h 1890712"/>
              <a:gd name="connsiteX117" fmla="*/ 1700213 w 2543175"/>
              <a:gd name="connsiteY117" fmla="*/ 1247775 h 1890712"/>
              <a:gd name="connsiteX118" fmla="*/ 1712119 w 2543175"/>
              <a:gd name="connsiteY118" fmla="*/ 1259681 h 1890712"/>
              <a:gd name="connsiteX119" fmla="*/ 1733550 w 2543175"/>
              <a:gd name="connsiteY119" fmla="*/ 1273969 h 1890712"/>
              <a:gd name="connsiteX120" fmla="*/ 1743075 w 2543175"/>
              <a:gd name="connsiteY120" fmla="*/ 1283494 h 1890712"/>
              <a:gd name="connsiteX121" fmla="*/ 1754982 w 2543175"/>
              <a:gd name="connsiteY121" fmla="*/ 1290637 h 1890712"/>
              <a:gd name="connsiteX122" fmla="*/ 1766888 w 2543175"/>
              <a:gd name="connsiteY122" fmla="*/ 1300162 h 1890712"/>
              <a:gd name="connsiteX123" fmla="*/ 1783557 w 2543175"/>
              <a:gd name="connsiteY123" fmla="*/ 1307306 h 1890712"/>
              <a:gd name="connsiteX124" fmla="*/ 1790700 w 2543175"/>
              <a:gd name="connsiteY124" fmla="*/ 1312069 h 1890712"/>
              <a:gd name="connsiteX125" fmla="*/ 1800225 w 2543175"/>
              <a:gd name="connsiteY125" fmla="*/ 1319212 h 1890712"/>
              <a:gd name="connsiteX126" fmla="*/ 1807369 w 2543175"/>
              <a:gd name="connsiteY126" fmla="*/ 1321594 h 1890712"/>
              <a:gd name="connsiteX127" fmla="*/ 1824038 w 2543175"/>
              <a:gd name="connsiteY127" fmla="*/ 1333500 h 1890712"/>
              <a:gd name="connsiteX128" fmla="*/ 1843088 w 2543175"/>
              <a:gd name="connsiteY128" fmla="*/ 1352550 h 1890712"/>
              <a:gd name="connsiteX129" fmla="*/ 1852613 w 2543175"/>
              <a:gd name="connsiteY129" fmla="*/ 1359694 h 1890712"/>
              <a:gd name="connsiteX130" fmla="*/ 1859757 w 2543175"/>
              <a:gd name="connsiteY130" fmla="*/ 1366837 h 1890712"/>
              <a:gd name="connsiteX131" fmla="*/ 1869282 w 2543175"/>
              <a:gd name="connsiteY131" fmla="*/ 1371600 h 1890712"/>
              <a:gd name="connsiteX132" fmla="*/ 1883569 w 2543175"/>
              <a:gd name="connsiteY132" fmla="*/ 1388269 h 1890712"/>
              <a:gd name="connsiteX133" fmla="*/ 1893094 w 2543175"/>
              <a:gd name="connsiteY133" fmla="*/ 1395412 h 1890712"/>
              <a:gd name="connsiteX134" fmla="*/ 1902619 w 2543175"/>
              <a:gd name="connsiteY134" fmla="*/ 1404937 h 1890712"/>
              <a:gd name="connsiteX135" fmla="*/ 1912144 w 2543175"/>
              <a:gd name="connsiteY135" fmla="*/ 1409700 h 1890712"/>
              <a:gd name="connsiteX136" fmla="*/ 1931194 w 2543175"/>
              <a:gd name="connsiteY136" fmla="*/ 1421606 h 1890712"/>
              <a:gd name="connsiteX137" fmla="*/ 1935957 w 2543175"/>
              <a:gd name="connsiteY137" fmla="*/ 1428750 h 1890712"/>
              <a:gd name="connsiteX138" fmla="*/ 1952625 w 2543175"/>
              <a:gd name="connsiteY138" fmla="*/ 1438275 h 1890712"/>
              <a:gd name="connsiteX139" fmla="*/ 1971675 w 2543175"/>
              <a:gd name="connsiteY139" fmla="*/ 1450181 h 1890712"/>
              <a:gd name="connsiteX140" fmla="*/ 1981200 w 2543175"/>
              <a:gd name="connsiteY140" fmla="*/ 1454944 h 1890712"/>
              <a:gd name="connsiteX141" fmla="*/ 1997869 w 2543175"/>
              <a:gd name="connsiteY141" fmla="*/ 1471612 h 1890712"/>
              <a:gd name="connsiteX142" fmla="*/ 2007394 w 2543175"/>
              <a:gd name="connsiteY142" fmla="*/ 1478756 h 1890712"/>
              <a:gd name="connsiteX143" fmla="*/ 2016919 w 2543175"/>
              <a:gd name="connsiteY143" fmla="*/ 1483519 h 1890712"/>
              <a:gd name="connsiteX144" fmla="*/ 2024063 w 2543175"/>
              <a:gd name="connsiteY144" fmla="*/ 1490662 h 1890712"/>
              <a:gd name="connsiteX145" fmla="*/ 2033588 w 2543175"/>
              <a:gd name="connsiteY145" fmla="*/ 1495425 h 1890712"/>
              <a:gd name="connsiteX146" fmla="*/ 2040732 w 2543175"/>
              <a:gd name="connsiteY146" fmla="*/ 1502569 h 1890712"/>
              <a:gd name="connsiteX147" fmla="*/ 2047875 w 2543175"/>
              <a:gd name="connsiteY147" fmla="*/ 1507331 h 1890712"/>
              <a:gd name="connsiteX148" fmla="*/ 2057400 w 2543175"/>
              <a:gd name="connsiteY148" fmla="*/ 1514475 h 1890712"/>
              <a:gd name="connsiteX149" fmla="*/ 2064544 w 2543175"/>
              <a:gd name="connsiteY149" fmla="*/ 1519237 h 1890712"/>
              <a:gd name="connsiteX150" fmla="*/ 2071688 w 2543175"/>
              <a:gd name="connsiteY150" fmla="*/ 1526381 h 1890712"/>
              <a:gd name="connsiteX151" fmla="*/ 2081213 w 2543175"/>
              <a:gd name="connsiteY151" fmla="*/ 1531144 h 1890712"/>
              <a:gd name="connsiteX152" fmla="*/ 2090738 w 2543175"/>
              <a:gd name="connsiteY152" fmla="*/ 1538287 h 1890712"/>
              <a:gd name="connsiteX153" fmla="*/ 2109788 w 2543175"/>
              <a:gd name="connsiteY153" fmla="*/ 1547812 h 1890712"/>
              <a:gd name="connsiteX154" fmla="*/ 2131219 w 2543175"/>
              <a:gd name="connsiteY154" fmla="*/ 1562100 h 1890712"/>
              <a:gd name="connsiteX155" fmla="*/ 2140744 w 2543175"/>
              <a:gd name="connsiteY155" fmla="*/ 1566862 h 1890712"/>
              <a:gd name="connsiteX156" fmla="*/ 2152650 w 2543175"/>
              <a:gd name="connsiteY156" fmla="*/ 1576387 h 1890712"/>
              <a:gd name="connsiteX157" fmla="*/ 2181225 w 2543175"/>
              <a:gd name="connsiteY157" fmla="*/ 1590675 h 1890712"/>
              <a:gd name="connsiteX158" fmla="*/ 2200275 w 2543175"/>
              <a:gd name="connsiteY158" fmla="*/ 1607344 h 1890712"/>
              <a:gd name="connsiteX159" fmla="*/ 2207419 w 2543175"/>
              <a:gd name="connsiteY159" fmla="*/ 1612106 h 1890712"/>
              <a:gd name="connsiteX160" fmla="*/ 2216944 w 2543175"/>
              <a:gd name="connsiteY160" fmla="*/ 1619250 h 1890712"/>
              <a:gd name="connsiteX161" fmla="*/ 2224088 w 2543175"/>
              <a:gd name="connsiteY161" fmla="*/ 1624012 h 1890712"/>
              <a:gd name="connsiteX162" fmla="*/ 2247900 w 2543175"/>
              <a:gd name="connsiteY162" fmla="*/ 1643062 h 1890712"/>
              <a:gd name="connsiteX163" fmla="*/ 2255044 w 2543175"/>
              <a:gd name="connsiteY163" fmla="*/ 1650206 h 1890712"/>
              <a:gd name="connsiteX164" fmla="*/ 2281238 w 2543175"/>
              <a:gd name="connsiteY164" fmla="*/ 1664494 h 1890712"/>
              <a:gd name="connsiteX165" fmla="*/ 2297907 w 2543175"/>
              <a:gd name="connsiteY165" fmla="*/ 1674019 h 1890712"/>
              <a:gd name="connsiteX166" fmla="*/ 2312194 w 2543175"/>
              <a:gd name="connsiteY166" fmla="*/ 1685925 h 1890712"/>
              <a:gd name="connsiteX167" fmla="*/ 2328863 w 2543175"/>
              <a:gd name="connsiteY167" fmla="*/ 1697831 h 1890712"/>
              <a:gd name="connsiteX168" fmla="*/ 2350294 w 2543175"/>
              <a:gd name="connsiteY168" fmla="*/ 1712119 h 1890712"/>
              <a:gd name="connsiteX169" fmla="*/ 2369344 w 2543175"/>
              <a:gd name="connsiteY169" fmla="*/ 1724025 h 1890712"/>
              <a:gd name="connsiteX170" fmla="*/ 2428876 w 2543175"/>
              <a:gd name="connsiteY170" fmla="*/ 1785938 h 1890712"/>
              <a:gd name="connsiteX171" fmla="*/ 2466975 w 2543175"/>
              <a:gd name="connsiteY171" fmla="*/ 1783556 h 1890712"/>
              <a:gd name="connsiteX172" fmla="*/ 2481263 w 2543175"/>
              <a:gd name="connsiteY172" fmla="*/ 1795462 h 1890712"/>
              <a:gd name="connsiteX173" fmla="*/ 2486025 w 2543175"/>
              <a:gd name="connsiteY173" fmla="*/ 1802606 h 1890712"/>
              <a:gd name="connsiteX174" fmla="*/ 2514600 w 2543175"/>
              <a:gd name="connsiteY174" fmla="*/ 1850231 h 1890712"/>
              <a:gd name="connsiteX175" fmla="*/ 2519363 w 2543175"/>
              <a:gd name="connsiteY175" fmla="*/ 1857375 h 1890712"/>
              <a:gd name="connsiteX176" fmla="*/ 2540794 w 2543175"/>
              <a:gd name="connsiteY176" fmla="*/ 1883569 h 1890712"/>
              <a:gd name="connsiteX177" fmla="*/ 2543175 w 2543175"/>
              <a:gd name="connsiteY177"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78619 w 2543175"/>
              <a:gd name="connsiteY30" fmla="*/ 276225 h 1890712"/>
              <a:gd name="connsiteX31" fmla="*/ 385763 w 2543175"/>
              <a:gd name="connsiteY31" fmla="*/ 283369 h 1890712"/>
              <a:gd name="connsiteX32" fmla="*/ 395288 w 2543175"/>
              <a:gd name="connsiteY32" fmla="*/ 288131 h 1890712"/>
              <a:gd name="connsiteX33" fmla="*/ 404813 w 2543175"/>
              <a:gd name="connsiteY33" fmla="*/ 295275 h 1890712"/>
              <a:gd name="connsiteX34" fmla="*/ 411957 w 2543175"/>
              <a:gd name="connsiteY34" fmla="*/ 297656 h 1890712"/>
              <a:gd name="connsiteX35" fmla="*/ 421482 w 2543175"/>
              <a:gd name="connsiteY35" fmla="*/ 302419 h 1890712"/>
              <a:gd name="connsiteX36" fmla="*/ 447675 w 2543175"/>
              <a:gd name="connsiteY36" fmla="*/ 307181 h 1890712"/>
              <a:gd name="connsiteX37" fmla="*/ 461963 w 2543175"/>
              <a:gd name="connsiteY37" fmla="*/ 321469 h 1890712"/>
              <a:gd name="connsiteX38" fmla="*/ 466725 w 2543175"/>
              <a:gd name="connsiteY38" fmla="*/ 328612 h 1890712"/>
              <a:gd name="connsiteX39" fmla="*/ 476250 w 2543175"/>
              <a:gd name="connsiteY39" fmla="*/ 335756 h 1890712"/>
              <a:gd name="connsiteX40" fmla="*/ 481013 w 2543175"/>
              <a:gd name="connsiteY40" fmla="*/ 342900 h 1890712"/>
              <a:gd name="connsiteX41" fmla="*/ 490538 w 2543175"/>
              <a:gd name="connsiteY41" fmla="*/ 352425 h 1890712"/>
              <a:gd name="connsiteX42" fmla="*/ 495300 w 2543175"/>
              <a:gd name="connsiteY42" fmla="*/ 359569 h 1890712"/>
              <a:gd name="connsiteX43" fmla="*/ 509588 w 2543175"/>
              <a:gd name="connsiteY43" fmla="*/ 376237 h 1890712"/>
              <a:gd name="connsiteX44" fmla="*/ 514350 w 2543175"/>
              <a:gd name="connsiteY44" fmla="*/ 383381 h 1890712"/>
              <a:gd name="connsiteX45" fmla="*/ 531019 w 2543175"/>
              <a:gd name="connsiteY45" fmla="*/ 397669 h 1890712"/>
              <a:gd name="connsiteX46" fmla="*/ 538163 w 2543175"/>
              <a:gd name="connsiteY46" fmla="*/ 407194 h 1890712"/>
              <a:gd name="connsiteX47" fmla="*/ 554832 w 2543175"/>
              <a:gd name="connsiteY47" fmla="*/ 421481 h 1890712"/>
              <a:gd name="connsiteX48" fmla="*/ 564357 w 2543175"/>
              <a:gd name="connsiteY48" fmla="*/ 431006 h 1890712"/>
              <a:gd name="connsiteX49" fmla="*/ 573882 w 2543175"/>
              <a:gd name="connsiteY49" fmla="*/ 438150 h 1890712"/>
              <a:gd name="connsiteX50" fmla="*/ 595313 w 2543175"/>
              <a:gd name="connsiteY50" fmla="*/ 454819 h 1890712"/>
              <a:gd name="connsiteX51" fmla="*/ 602457 w 2543175"/>
              <a:gd name="connsiteY51" fmla="*/ 457200 h 1890712"/>
              <a:gd name="connsiteX52" fmla="*/ 628650 w 2543175"/>
              <a:gd name="connsiteY52" fmla="*/ 469106 h 1890712"/>
              <a:gd name="connsiteX53" fmla="*/ 645319 w 2543175"/>
              <a:gd name="connsiteY53" fmla="*/ 483394 h 1890712"/>
              <a:gd name="connsiteX54" fmla="*/ 654844 w 2543175"/>
              <a:gd name="connsiteY54" fmla="*/ 488156 h 1890712"/>
              <a:gd name="connsiteX55" fmla="*/ 661988 w 2543175"/>
              <a:gd name="connsiteY55" fmla="*/ 497681 h 1890712"/>
              <a:gd name="connsiteX56" fmla="*/ 683419 w 2543175"/>
              <a:gd name="connsiteY56" fmla="*/ 514350 h 1890712"/>
              <a:gd name="connsiteX57" fmla="*/ 700088 w 2543175"/>
              <a:gd name="connsiteY57" fmla="*/ 526256 h 1890712"/>
              <a:gd name="connsiteX58" fmla="*/ 709613 w 2543175"/>
              <a:gd name="connsiteY58" fmla="*/ 535781 h 1890712"/>
              <a:gd name="connsiteX59" fmla="*/ 719138 w 2543175"/>
              <a:gd name="connsiteY59" fmla="*/ 542925 h 1890712"/>
              <a:gd name="connsiteX60" fmla="*/ 733425 w 2543175"/>
              <a:gd name="connsiteY60" fmla="*/ 557212 h 1890712"/>
              <a:gd name="connsiteX61" fmla="*/ 750094 w 2543175"/>
              <a:gd name="connsiteY61" fmla="*/ 569119 h 1890712"/>
              <a:gd name="connsiteX62" fmla="*/ 769144 w 2543175"/>
              <a:gd name="connsiteY62" fmla="*/ 581025 h 1890712"/>
              <a:gd name="connsiteX63" fmla="*/ 785813 w 2543175"/>
              <a:gd name="connsiteY63" fmla="*/ 590550 h 1890712"/>
              <a:gd name="connsiteX64" fmla="*/ 792957 w 2543175"/>
              <a:gd name="connsiteY64" fmla="*/ 600075 h 1890712"/>
              <a:gd name="connsiteX65" fmla="*/ 809625 w 2543175"/>
              <a:gd name="connsiteY65" fmla="*/ 611981 h 1890712"/>
              <a:gd name="connsiteX66" fmla="*/ 816769 w 2543175"/>
              <a:gd name="connsiteY66" fmla="*/ 619125 h 1890712"/>
              <a:gd name="connsiteX67" fmla="*/ 826294 w 2543175"/>
              <a:gd name="connsiteY67" fmla="*/ 626269 h 1890712"/>
              <a:gd name="connsiteX68" fmla="*/ 840582 w 2543175"/>
              <a:gd name="connsiteY68" fmla="*/ 638175 h 1890712"/>
              <a:gd name="connsiteX69" fmla="*/ 847725 w 2543175"/>
              <a:gd name="connsiteY69" fmla="*/ 645319 h 1890712"/>
              <a:gd name="connsiteX70" fmla="*/ 857250 w 2543175"/>
              <a:gd name="connsiteY70" fmla="*/ 652462 h 1890712"/>
              <a:gd name="connsiteX71" fmla="*/ 864394 w 2543175"/>
              <a:gd name="connsiteY71" fmla="*/ 657225 h 1890712"/>
              <a:gd name="connsiteX72" fmla="*/ 888207 w 2543175"/>
              <a:gd name="connsiteY72" fmla="*/ 676275 h 1890712"/>
              <a:gd name="connsiteX73" fmla="*/ 895350 w 2543175"/>
              <a:gd name="connsiteY73" fmla="*/ 681037 h 1890712"/>
              <a:gd name="connsiteX74" fmla="*/ 907257 w 2543175"/>
              <a:gd name="connsiteY74" fmla="*/ 683419 h 1890712"/>
              <a:gd name="connsiteX75" fmla="*/ 928688 w 2543175"/>
              <a:gd name="connsiteY75" fmla="*/ 695325 h 1890712"/>
              <a:gd name="connsiteX76" fmla="*/ 942975 w 2543175"/>
              <a:gd name="connsiteY76" fmla="*/ 700087 h 1890712"/>
              <a:gd name="connsiteX77" fmla="*/ 964407 w 2543175"/>
              <a:gd name="connsiteY77" fmla="*/ 716756 h 1890712"/>
              <a:gd name="connsiteX78" fmla="*/ 971550 w 2543175"/>
              <a:gd name="connsiteY78" fmla="*/ 723900 h 1890712"/>
              <a:gd name="connsiteX79" fmla="*/ 983457 w 2543175"/>
              <a:gd name="connsiteY79" fmla="*/ 733425 h 1890712"/>
              <a:gd name="connsiteX80" fmla="*/ 990600 w 2543175"/>
              <a:gd name="connsiteY80" fmla="*/ 738187 h 1890712"/>
              <a:gd name="connsiteX81" fmla="*/ 1007269 w 2543175"/>
              <a:gd name="connsiteY81" fmla="*/ 752475 h 1890712"/>
              <a:gd name="connsiteX82" fmla="*/ 1031082 w 2543175"/>
              <a:gd name="connsiteY82" fmla="*/ 766762 h 1890712"/>
              <a:gd name="connsiteX83" fmla="*/ 1042988 w 2543175"/>
              <a:gd name="connsiteY83" fmla="*/ 773906 h 1890712"/>
              <a:gd name="connsiteX84" fmla="*/ 1071563 w 2543175"/>
              <a:gd name="connsiteY84" fmla="*/ 785812 h 1890712"/>
              <a:gd name="connsiteX85" fmla="*/ 1097757 w 2543175"/>
              <a:gd name="connsiteY85" fmla="*/ 807244 h 1890712"/>
              <a:gd name="connsiteX86" fmla="*/ 1104900 w 2543175"/>
              <a:gd name="connsiteY86" fmla="*/ 814387 h 1890712"/>
              <a:gd name="connsiteX87" fmla="*/ 1121569 w 2543175"/>
              <a:gd name="connsiteY87" fmla="*/ 823912 h 1890712"/>
              <a:gd name="connsiteX88" fmla="*/ 1138238 w 2543175"/>
              <a:gd name="connsiteY88" fmla="*/ 835819 h 1890712"/>
              <a:gd name="connsiteX89" fmla="*/ 1147763 w 2543175"/>
              <a:gd name="connsiteY89" fmla="*/ 842962 h 1890712"/>
              <a:gd name="connsiteX90" fmla="*/ 1157288 w 2543175"/>
              <a:gd name="connsiteY90" fmla="*/ 847725 h 1890712"/>
              <a:gd name="connsiteX91" fmla="*/ 1178719 w 2543175"/>
              <a:gd name="connsiteY91" fmla="*/ 859631 h 1890712"/>
              <a:gd name="connsiteX92" fmla="*/ 1188244 w 2543175"/>
              <a:gd name="connsiteY92" fmla="*/ 866775 h 1890712"/>
              <a:gd name="connsiteX93" fmla="*/ 1195388 w 2543175"/>
              <a:gd name="connsiteY93" fmla="*/ 871537 h 1890712"/>
              <a:gd name="connsiteX94" fmla="*/ 1212057 w 2543175"/>
              <a:gd name="connsiteY94" fmla="*/ 883444 h 1890712"/>
              <a:gd name="connsiteX95" fmla="*/ 1226344 w 2543175"/>
              <a:gd name="connsiteY95" fmla="*/ 895350 h 1890712"/>
              <a:gd name="connsiteX96" fmla="*/ 1245394 w 2543175"/>
              <a:gd name="connsiteY96" fmla="*/ 907256 h 1890712"/>
              <a:gd name="connsiteX97" fmla="*/ 1254919 w 2543175"/>
              <a:gd name="connsiteY97" fmla="*/ 914400 h 1890712"/>
              <a:gd name="connsiteX98" fmla="*/ 1269207 w 2543175"/>
              <a:gd name="connsiteY98" fmla="*/ 921544 h 1890712"/>
              <a:gd name="connsiteX99" fmla="*/ 1290638 w 2543175"/>
              <a:gd name="connsiteY99" fmla="*/ 935831 h 1890712"/>
              <a:gd name="connsiteX100" fmla="*/ 1307307 w 2543175"/>
              <a:gd name="connsiteY100" fmla="*/ 952500 h 1890712"/>
              <a:gd name="connsiteX101" fmla="*/ 1333500 w 2543175"/>
              <a:gd name="connsiteY101" fmla="*/ 971550 h 1890712"/>
              <a:gd name="connsiteX102" fmla="*/ 1359694 w 2543175"/>
              <a:gd name="connsiteY102" fmla="*/ 990600 h 1890712"/>
              <a:gd name="connsiteX103" fmla="*/ 1373982 w 2543175"/>
              <a:gd name="connsiteY103" fmla="*/ 997744 h 1890712"/>
              <a:gd name="connsiteX104" fmla="*/ 1388269 w 2543175"/>
              <a:gd name="connsiteY104" fmla="*/ 1007269 h 1890712"/>
              <a:gd name="connsiteX105" fmla="*/ 1414463 w 2543175"/>
              <a:gd name="connsiteY105" fmla="*/ 1019175 h 1890712"/>
              <a:gd name="connsiteX106" fmla="*/ 1428750 w 2543175"/>
              <a:gd name="connsiteY106" fmla="*/ 1026319 h 1890712"/>
              <a:gd name="connsiteX107" fmla="*/ 1471613 w 2543175"/>
              <a:gd name="connsiteY107" fmla="*/ 1059656 h 1890712"/>
              <a:gd name="connsiteX108" fmla="*/ 1495425 w 2543175"/>
              <a:gd name="connsiteY108" fmla="*/ 1088231 h 1890712"/>
              <a:gd name="connsiteX109" fmla="*/ 1547812 w 2543175"/>
              <a:gd name="connsiteY109" fmla="*/ 1133475 h 1890712"/>
              <a:gd name="connsiteX110" fmla="*/ 1597819 w 2543175"/>
              <a:gd name="connsiteY110" fmla="*/ 1154906 h 1890712"/>
              <a:gd name="connsiteX111" fmla="*/ 1604963 w 2543175"/>
              <a:gd name="connsiteY111" fmla="*/ 1162050 h 1890712"/>
              <a:gd name="connsiteX112" fmla="*/ 1612107 w 2543175"/>
              <a:gd name="connsiteY112" fmla="*/ 1166812 h 1890712"/>
              <a:gd name="connsiteX113" fmla="*/ 1628775 w 2543175"/>
              <a:gd name="connsiteY113" fmla="*/ 1183481 h 1890712"/>
              <a:gd name="connsiteX114" fmla="*/ 1662113 w 2543175"/>
              <a:gd name="connsiteY114" fmla="*/ 1209675 h 1890712"/>
              <a:gd name="connsiteX115" fmla="*/ 1678782 w 2543175"/>
              <a:gd name="connsiteY115" fmla="*/ 1226344 h 1890712"/>
              <a:gd name="connsiteX116" fmla="*/ 1700213 w 2543175"/>
              <a:gd name="connsiteY116" fmla="*/ 1247775 h 1890712"/>
              <a:gd name="connsiteX117" fmla="*/ 1712119 w 2543175"/>
              <a:gd name="connsiteY117" fmla="*/ 1259681 h 1890712"/>
              <a:gd name="connsiteX118" fmla="*/ 1733550 w 2543175"/>
              <a:gd name="connsiteY118" fmla="*/ 1273969 h 1890712"/>
              <a:gd name="connsiteX119" fmla="*/ 1743075 w 2543175"/>
              <a:gd name="connsiteY119" fmla="*/ 1283494 h 1890712"/>
              <a:gd name="connsiteX120" fmla="*/ 1754982 w 2543175"/>
              <a:gd name="connsiteY120" fmla="*/ 1290637 h 1890712"/>
              <a:gd name="connsiteX121" fmla="*/ 1766888 w 2543175"/>
              <a:gd name="connsiteY121" fmla="*/ 1300162 h 1890712"/>
              <a:gd name="connsiteX122" fmla="*/ 1783557 w 2543175"/>
              <a:gd name="connsiteY122" fmla="*/ 1307306 h 1890712"/>
              <a:gd name="connsiteX123" fmla="*/ 1790700 w 2543175"/>
              <a:gd name="connsiteY123" fmla="*/ 1312069 h 1890712"/>
              <a:gd name="connsiteX124" fmla="*/ 1800225 w 2543175"/>
              <a:gd name="connsiteY124" fmla="*/ 1319212 h 1890712"/>
              <a:gd name="connsiteX125" fmla="*/ 1807369 w 2543175"/>
              <a:gd name="connsiteY125" fmla="*/ 1321594 h 1890712"/>
              <a:gd name="connsiteX126" fmla="*/ 1824038 w 2543175"/>
              <a:gd name="connsiteY126" fmla="*/ 1333500 h 1890712"/>
              <a:gd name="connsiteX127" fmla="*/ 1843088 w 2543175"/>
              <a:gd name="connsiteY127" fmla="*/ 1352550 h 1890712"/>
              <a:gd name="connsiteX128" fmla="*/ 1852613 w 2543175"/>
              <a:gd name="connsiteY128" fmla="*/ 1359694 h 1890712"/>
              <a:gd name="connsiteX129" fmla="*/ 1859757 w 2543175"/>
              <a:gd name="connsiteY129" fmla="*/ 1366837 h 1890712"/>
              <a:gd name="connsiteX130" fmla="*/ 1869282 w 2543175"/>
              <a:gd name="connsiteY130" fmla="*/ 1371600 h 1890712"/>
              <a:gd name="connsiteX131" fmla="*/ 1883569 w 2543175"/>
              <a:gd name="connsiteY131" fmla="*/ 1388269 h 1890712"/>
              <a:gd name="connsiteX132" fmla="*/ 1893094 w 2543175"/>
              <a:gd name="connsiteY132" fmla="*/ 1395412 h 1890712"/>
              <a:gd name="connsiteX133" fmla="*/ 1902619 w 2543175"/>
              <a:gd name="connsiteY133" fmla="*/ 1404937 h 1890712"/>
              <a:gd name="connsiteX134" fmla="*/ 1912144 w 2543175"/>
              <a:gd name="connsiteY134" fmla="*/ 1409700 h 1890712"/>
              <a:gd name="connsiteX135" fmla="*/ 1931194 w 2543175"/>
              <a:gd name="connsiteY135" fmla="*/ 1421606 h 1890712"/>
              <a:gd name="connsiteX136" fmla="*/ 1935957 w 2543175"/>
              <a:gd name="connsiteY136" fmla="*/ 1428750 h 1890712"/>
              <a:gd name="connsiteX137" fmla="*/ 1952625 w 2543175"/>
              <a:gd name="connsiteY137" fmla="*/ 1438275 h 1890712"/>
              <a:gd name="connsiteX138" fmla="*/ 1971675 w 2543175"/>
              <a:gd name="connsiteY138" fmla="*/ 1450181 h 1890712"/>
              <a:gd name="connsiteX139" fmla="*/ 1981200 w 2543175"/>
              <a:gd name="connsiteY139" fmla="*/ 1454944 h 1890712"/>
              <a:gd name="connsiteX140" fmla="*/ 1997869 w 2543175"/>
              <a:gd name="connsiteY140" fmla="*/ 1471612 h 1890712"/>
              <a:gd name="connsiteX141" fmla="*/ 2007394 w 2543175"/>
              <a:gd name="connsiteY141" fmla="*/ 1478756 h 1890712"/>
              <a:gd name="connsiteX142" fmla="*/ 2016919 w 2543175"/>
              <a:gd name="connsiteY142" fmla="*/ 1483519 h 1890712"/>
              <a:gd name="connsiteX143" fmla="*/ 2024063 w 2543175"/>
              <a:gd name="connsiteY143" fmla="*/ 1490662 h 1890712"/>
              <a:gd name="connsiteX144" fmla="*/ 2033588 w 2543175"/>
              <a:gd name="connsiteY144" fmla="*/ 1495425 h 1890712"/>
              <a:gd name="connsiteX145" fmla="*/ 2040732 w 2543175"/>
              <a:gd name="connsiteY145" fmla="*/ 1502569 h 1890712"/>
              <a:gd name="connsiteX146" fmla="*/ 2047875 w 2543175"/>
              <a:gd name="connsiteY146" fmla="*/ 1507331 h 1890712"/>
              <a:gd name="connsiteX147" fmla="*/ 2057400 w 2543175"/>
              <a:gd name="connsiteY147" fmla="*/ 1514475 h 1890712"/>
              <a:gd name="connsiteX148" fmla="*/ 2064544 w 2543175"/>
              <a:gd name="connsiteY148" fmla="*/ 1519237 h 1890712"/>
              <a:gd name="connsiteX149" fmla="*/ 2071688 w 2543175"/>
              <a:gd name="connsiteY149" fmla="*/ 1526381 h 1890712"/>
              <a:gd name="connsiteX150" fmla="*/ 2081213 w 2543175"/>
              <a:gd name="connsiteY150" fmla="*/ 1531144 h 1890712"/>
              <a:gd name="connsiteX151" fmla="*/ 2090738 w 2543175"/>
              <a:gd name="connsiteY151" fmla="*/ 1538287 h 1890712"/>
              <a:gd name="connsiteX152" fmla="*/ 2109788 w 2543175"/>
              <a:gd name="connsiteY152" fmla="*/ 1547812 h 1890712"/>
              <a:gd name="connsiteX153" fmla="*/ 2131219 w 2543175"/>
              <a:gd name="connsiteY153" fmla="*/ 1562100 h 1890712"/>
              <a:gd name="connsiteX154" fmla="*/ 2140744 w 2543175"/>
              <a:gd name="connsiteY154" fmla="*/ 1566862 h 1890712"/>
              <a:gd name="connsiteX155" fmla="*/ 2152650 w 2543175"/>
              <a:gd name="connsiteY155" fmla="*/ 1576387 h 1890712"/>
              <a:gd name="connsiteX156" fmla="*/ 2181225 w 2543175"/>
              <a:gd name="connsiteY156" fmla="*/ 1590675 h 1890712"/>
              <a:gd name="connsiteX157" fmla="*/ 2200275 w 2543175"/>
              <a:gd name="connsiteY157" fmla="*/ 1607344 h 1890712"/>
              <a:gd name="connsiteX158" fmla="*/ 2207419 w 2543175"/>
              <a:gd name="connsiteY158" fmla="*/ 1612106 h 1890712"/>
              <a:gd name="connsiteX159" fmla="*/ 2216944 w 2543175"/>
              <a:gd name="connsiteY159" fmla="*/ 1619250 h 1890712"/>
              <a:gd name="connsiteX160" fmla="*/ 2224088 w 2543175"/>
              <a:gd name="connsiteY160" fmla="*/ 1624012 h 1890712"/>
              <a:gd name="connsiteX161" fmla="*/ 2247900 w 2543175"/>
              <a:gd name="connsiteY161" fmla="*/ 1643062 h 1890712"/>
              <a:gd name="connsiteX162" fmla="*/ 2255044 w 2543175"/>
              <a:gd name="connsiteY162" fmla="*/ 1650206 h 1890712"/>
              <a:gd name="connsiteX163" fmla="*/ 2281238 w 2543175"/>
              <a:gd name="connsiteY163" fmla="*/ 1664494 h 1890712"/>
              <a:gd name="connsiteX164" fmla="*/ 2297907 w 2543175"/>
              <a:gd name="connsiteY164" fmla="*/ 1674019 h 1890712"/>
              <a:gd name="connsiteX165" fmla="*/ 2312194 w 2543175"/>
              <a:gd name="connsiteY165" fmla="*/ 1685925 h 1890712"/>
              <a:gd name="connsiteX166" fmla="*/ 2328863 w 2543175"/>
              <a:gd name="connsiteY166" fmla="*/ 1697831 h 1890712"/>
              <a:gd name="connsiteX167" fmla="*/ 2350294 w 2543175"/>
              <a:gd name="connsiteY167" fmla="*/ 1712119 h 1890712"/>
              <a:gd name="connsiteX168" fmla="*/ 2369344 w 2543175"/>
              <a:gd name="connsiteY168" fmla="*/ 1724025 h 1890712"/>
              <a:gd name="connsiteX169" fmla="*/ 2428876 w 2543175"/>
              <a:gd name="connsiteY169" fmla="*/ 1785938 h 1890712"/>
              <a:gd name="connsiteX170" fmla="*/ 2466975 w 2543175"/>
              <a:gd name="connsiteY170" fmla="*/ 1783556 h 1890712"/>
              <a:gd name="connsiteX171" fmla="*/ 2481263 w 2543175"/>
              <a:gd name="connsiteY171" fmla="*/ 1795462 h 1890712"/>
              <a:gd name="connsiteX172" fmla="*/ 2486025 w 2543175"/>
              <a:gd name="connsiteY172" fmla="*/ 1802606 h 1890712"/>
              <a:gd name="connsiteX173" fmla="*/ 2514600 w 2543175"/>
              <a:gd name="connsiteY173" fmla="*/ 1850231 h 1890712"/>
              <a:gd name="connsiteX174" fmla="*/ 2519363 w 2543175"/>
              <a:gd name="connsiteY174" fmla="*/ 1857375 h 1890712"/>
              <a:gd name="connsiteX175" fmla="*/ 2540794 w 2543175"/>
              <a:gd name="connsiteY175" fmla="*/ 1883569 h 1890712"/>
              <a:gd name="connsiteX176" fmla="*/ 2543175 w 2543175"/>
              <a:gd name="connsiteY17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78619 w 2543175"/>
              <a:gd name="connsiteY30" fmla="*/ 276225 h 1890712"/>
              <a:gd name="connsiteX31" fmla="*/ 385763 w 2543175"/>
              <a:gd name="connsiteY31" fmla="*/ 283369 h 1890712"/>
              <a:gd name="connsiteX32" fmla="*/ 395288 w 2543175"/>
              <a:gd name="connsiteY32" fmla="*/ 288131 h 1890712"/>
              <a:gd name="connsiteX33" fmla="*/ 404813 w 2543175"/>
              <a:gd name="connsiteY33" fmla="*/ 295275 h 1890712"/>
              <a:gd name="connsiteX34" fmla="*/ 411957 w 2543175"/>
              <a:gd name="connsiteY34" fmla="*/ 297656 h 1890712"/>
              <a:gd name="connsiteX35" fmla="*/ 421482 w 2543175"/>
              <a:gd name="connsiteY35" fmla="*/ 302419 h 1890712"/>
              <a:gd name="connsiteX36" fmla="*/ 447675 w 2543175"/>
              <a:gd name="connsiteY36" fmla="*/ 307181 h 1890712"/>
              <a:gd name="connsiteX37" fmla="*/ 466725 w 2543175"/>
              <a:gd name="connsiteY37" fmla="*/ 328612 h 1890712"/>
              <a:gd name="connsiteX38" fmla="*/ 476250 w 2543175"/>
              <a:gd name="connsiteY38" fmla="*/ 335756 h 1890712"/>
              <a:gd name="connsiteX39" fmla="*/ 481013 w 2543175"/>
              <a:gd name="connsiteY39" fmla="*/ 342900 h 1890712"/>
              <a:gd name="connsiteX40" fmla="*/ 490538 w 2543175"/>
              <a:gd name="connsiteY40" fmla="*/ 352425 h 1890712"/>
              <a:gd name="connsiteX41" fmla="*/ 495300 w 2543175"/>
              <a:gd name="connsiteY41" fmla="*/ 359569 h 1890712"/>
              <a:gd name="connsiteX42" fmla="*/ 509588 w 2543175"/>
              <a:gd name="connsiteY42" fmla="*/ 376237 h 1890712"/>
              <a:gd name="connsiteX43" fmla="*/ 514350 w 2543175"/>
              <a:gd name="connsiteY43" fmla="*/ 383381 h 1890712"/>
              <a:gd name="connsiteX44" fmla="*/ 531019 w 2543175"/>
              <a:gd name="connsiteY44" fmla="*/ 397669 h 1890712"/>
              <a:gd name="connsiteX45" fmla="*/ 538163 w 2543175"/>
              <a:gd name="connsiteY45" fmla="*/ 407194 h 1890712"/>
              <a:gd name="connsiteX46" fmla="*/ 554832 w 2543175"/>
              <a:gd name="connsiteY46" fmla="*/ 421481 h 1890712"/>
              <a:gd name="connsiteX47" fmla="*/ 564357 w 2543175"/>
              <a:gd name="connsiteY47" fmla="*/ 431006 h 1890712"/>
              <a:gd name="connsiteX48" fmla="*/ 573882 w 2543175"/>
              <a:gd name="connsiteY48" fmla="*/ 438150 h 1890712"/>
              <a:gd name="connsiteX49" fmla="*/ 595313 w 2543175"/>
              <a:gd name="connsiteY49" fmla="*/ 454819 h 1890712"/>
              <a:gd name="connsiteX50" fmla="*/ 602457 w 2543175"/>
              <a:gd name="connsiteY50" fmla="*/ 457200 h 1890712"/>
              <a:gd name="connsiteX51" fmla="*/ 628650 w 2543175"/>
              <a:gd name="connsiteY51" fmla="*/ 469106 h 1890712"/>
              <a:gd name="connsiteX52" fmla="*/ 645319 w 2543175"/>
              <a:gd name="connsiteY52" fmla="*/ 483394 h 1890712"/>
              <a:gd name="connsiteX53" fmla="*/ 654844 w 2543175"/>
              <a:gd name="connsiteY53" fmla="*/ 488156 h 1890712"/>
              <a:gd name="connsiteX54" fmla="*/ 661988 w 2543175"/>
              <a:gd name="connsiteY54" fmla="*/ 497681 h 1890712"/>
              <a:gd name="connsiteX55" fmla="*/ 683419 w 2543175"/>
              <a:gd name="connsiteY55" fmla="*/ 514350 h 1890712"/>
              <a:gd name="connsiteX56" fmla="*/ 700088 w 2543175"/>
              <a:gd name="connsiteY56" fmla="*/ 526256 h 1890712"/>
              <a:gd name="connsiteX57" fmla="*/ 709613 w 2543175"/>
              <a:gd name="connsiteY57" fmla="*/ 535781 h 1890712"/>
              <a:gd name="connsiteX58" fmla="*/ 719138 w 2543175"/>
              <a:gd name="connsiteY58" fmla="*/ 542925 h 1890712"/>
              <a:gd name="connsiteX59" fmla="*/ 733425 w 2543175"/>
              <a:gd name="connsiteY59" fmla="*/ 557212 h 1890712"/>
              <a:gd name="connsiteX60" fmla="*/ 750094 w 2543175"/>
              <a:gd name="connsiteY60" fmla="*/ 569119 h 1890712"/>
              <a:gd name="connsiteX61" fmla="*/ 769144 w 2543175"/>
              <a:gd name="connsiteY61" fmla="*/ 581025 h 1890712"/>
              <a:gd name="connsiteX62" fmla="*/ 785813 w 2543175"/>
              <a:gd name="connsiteY62" fmla="*/ 590550 h 1890712"/>
              <a:gd name="connsiteX63" fmla="*/ 792957 w 2543175"/>
              <a:gd name="connsiteY63" fmla="*/ 600075 h 1890712"/>
              <a:gd name="connsiteX64" fmla="*/ 809625 w 2543175"/>
              <a:gd name="connsiteY64" fmla="*/ 611981 h 1890712"/>
              <a:gd name="connsiteX65" fmla="*/ 816769 w 2543175"/>
              <a:gd name="connsiteY65" fmla="*/ 619125 h 1890712"/>
              <a:gd name="connsiteX66" fmla="*/ 826294 w 2543175"/>
              <a:gd name="connsiteY66" fmla="*/ 626269 h 1890712"/>
              <a:gd name="connsiteX67" fmla="*/ 840582 w 2543175"/>
              <a:gd name="connsiteY67" fmla="*/ 638175 h 1890712"/>
              <a:gd name="connsiteX68" fmla="*/ 847725 w 2543175"/>
              <a:gd name="connsiteY68" fmla="*/ 645319 h 1890712"/>
              <a:gd name="connsiteX69" fmla="*/ 857250 w 2543175"/>
              <a:gd name="connsiteY69" fmla="*/ 652462 h 1890712"/>
              <a:gd name="connsiteX70" fmla="*/ 864394 w 2543175"/>
              <a:gd name="connsiteY70" fmla="*/ 657225 h 1890712"/>
              <a:gd name="connsiteX71" fmla="*/ 888207 w 2543175"/>
              <a:gd name="connsiteY71" fmla="*/ 676275 h 1890712"/>
              <a:gd name="connsiteX72" fmla="*/ 895350 w 2543175"/>
              <a:gd name="connsiteY72" fmla="*/ 681037 h 1890712"/>
              <a:gd name="connsiteX73" fmla="*/ 907257 w 2543175"/>
              <a:gd name="connsiteY73" fmla="*/ 683419 h 1890712"/>
              <a:gd name="connsiteX74" fmla="*/ 928688 w 2543175"/>
              <a:gd name="connsiteY74" fmla="*/ 695325 h 1890712"/>
              <a:gd name="connsiteX75" fmla="*/ 942975 w 2543175"/>
              <a:gd name="connsiteY75" fmla="*/ 700087 h 1890712"/>
              <a:gd name="connsiteX76" fmla="*/ 964407 w 2543175"/>
              <a:gd name="connsiteY76" fmla="*/ 716756 h 1890712"/>
              <a:gd name="connsiteX77" fmla="*/ 971550 w 2543175"/>
              <a:gd name="connsiteY77" fmla="*/ 723900 h 1890712"/>
              <a:gd name="connsiteX78" fmla="*/ 983457 w 2543175"/>
              <a:gd name="connsiteY78" fmla="*/ 733425 h 1890712"/>
              <a:gd name="connsiteX79" fmla="*/ 990600 w 2543175"/>
              <a:gd name="connsiteY79" fmla="*/ 738187 h 1890712"/>
              <a:gd name="connsiteX80" fmla="*/ 1007269 w 2543175"/>
              <a:gd name="connsiteY80" fmla="*/ 752475 h 1890712"/>
              <a:gd name="connsiteX81" fmla="*/ 1031082 w 2543175"/>
              <a:gd name="connsiteY81" fmla="*/ 766762 h 1890712"/>
              <a:gd name="connsiteX82" fmla="*/ 1042988 w 2543175"/>
              <a:gd name="connsiteY82" fmla="*/ 773906 h 1890712"/>
              <a:gd name="connsiteX83" fmla="*/ 1071563 w 2543175"/>
              <a:gd name="connsiteY83" fmla="*/ 785812 h 1890712"/>
              <a:gd name="connsiteX84" fmla="*/ 1097757 w 2543175"/>
              <a:gd name="connsiteY84" fmla="*/ 807244 h 1890712"/>
              <a:gd name="connsiteX85" fmla="*/ 1104900 w 2543175"/>
              <a:gd name="connsiteY85" fmla="*/ 814387 h 1890712"/>
              <a:gd name="connsiteX86" fmla="*/ 1121569 w 2543175"/>
              <a:gd name="connsiteY86" fmla="*/ 823912 h 1890712"/>
              <a:gd name="connsiteX87" fmla="*/ 1138238 w 2543175"/>
              <a:gd name="connsiteY87" fmla="*/ 835819 h 1890712"/>
              <a:gd name="connsiteX88" fmla="*/ 1147763 w 2543175"/>
              <a:gd name="connsiteY88" fmla="*/ 842962 h 1890712"/>
              <a:gd name="connsiteX89" fmla="*/ 1157288 w 2543175"/>
              <a:gd name="connsiteY89" fmla="*/ 847725 h 1890712"/>
              <a:gd name="connsiteX90" fmla="*/ 1178719 w 2543175"/>
              <a:gd name="connsiteY90" fmla="*/ 859631 h 1890712"/>
              <a:gd name="connsiteX91" fmla="*/ 1188244 w 2543175"/>
              <a:gd name="connsiteY91" fmla="*/ 866775 h 1890712"/>
              <a:gd name="connsiteX92" fmla="*/ 1195388 w 2543175"/>
              <a:gd name="connsiteY92" fmla="*/ 871537 h 1890712"/>
              <a:gd name="connsiteX93" fmla="*/ 1212057 w 2543175"/>
              <a:gd name="connsiteY93" fmla="*/ 883444 h 1890712"/>
              <a:gd name="connsiteX94" fmla="*/ 1226344 w 2543175"/>
              <a:gd name="connsiteY94" fmla="*/ 895350 h 1890712"/>
              <a:gd name="connsiteX95" fmla="*/ 1245394 w 2543175"/>
              <a:gd name="connsiteY95" fmla="*/ 907256 h 1890712"/>
              <a:gd name="connsiteX96" fmla="*/ 1254919 w 2543175"/>
              <a:gd name="connsiteY96" fmla="*/ 914400 h 1890712"/>
              <a:gd name="connsiteX97" fmla="*/ 1269207 w 2543175"/>
              <a:gd name="connsiteY97" fmla="*/ 921544 h 1890712"/>
              <a:gd name="connsiteX98" fmla="*/ 1290638 w 2543175"/>
              <a:gd name="connsiteY98" fmla="*/ 935831 h 1890712"/>
              <a:gd name="connsiteX99" fmla="*/ 1307307 w 2543175"/>
              <a:gd name="connsiteY99" fmla="*/ 952500 h 1890712"/>
              <a:gd name="connsiteX100" fmla="*/ 1333500 w 2543175"/>
              <a:gd name="connsiteY100" fmla="*/ 971550 h 1890712"/>
              <a:gd name="connsiteX101" fmla="*/ 1359694 w 2543175"/>
              <a:gd name="connsiteY101" fmla="*/ 990600 h 1890712"/>
              <a:gd name="connsiteX102" fmla="*/ 1373982 w 2543175"/>
              <a:gd name="connsiteY102" fmla="*/ 997744 h 1890712"/>
              <a:gd name="connsiteX103" fmla="*/ 1388269 w 2543175"/>
              <a:gd name="connsiteY103" fmla="*/ 1007269 h 1890712"/>
              <a:gd name="connsiteX104" fmla="*/ 1414463 w 2543175"/>
              <a:gd name="connsiteY104" fmla="*/ 1019175 h 1890712"/>
              <a:gd name="connsiteX105" fmla="*/ 1428750 w 2543175"/>
              <a:gd name="connsiteY105" fmla="*/ 1026319 h 1890712"/>
              <a:gd name="connsiteX106" fmla="*/ 1471613 w 2543175"/>
              <a:gd name="connsiteY106" fmla="*/ 1059656 h 1890712"/>
              <a:gd name="connsiteX107" fmla="*/ 1495425 w 2543175"/>
              <a:gd name="connsiteY107" fmla="*/ 1088231 h 1890712"/>
              <a:gd name="connsiteX108" fmla="*/ 1547812 w 2543175"/>
              <a:gd name="connsiteY108" fmla="*/ 1133475 h 1890712"/>
              <a:gd name="connsiteX109" fmla="*/ 1597819 w 2543175"/>
              <a:gd name="connsiteY109" fmla="*/ 1154906 h 1890712"/>
              <a:gd name="connsiteX110" fmla="*/ 1604963 w 2543175"/>
              <a:gd name="connsiteY110" fmla="*/ 1162050 h 1890712"/>
              <a:gd name="connsiteX111" fmla="*/ 1612107 w 2543175"/>
              <a:gd name="connsiteY111" fmla="*/ 1166812 h 1890712"/>
              <a:gd name="connsiteX112" fmla="*/ 1628775 w 2543175"/>
              <a:gd name="connsiteY112" fmla="*/ 1183481 h 1890712"/>
              <a:gd name="connsiteX113" fmla="*/ 1662113 w 2543175"/>
              <a:gd name="connsiteY113" fmla="*/ 1209675 h 1890712"/>
              <a:gd name="connsiteX114" fmla="*/ 1678782 w 2543175"/>
              <a:gd name="connsiteY114" fmla="*/ 1226344 h 1890712"/>
              <a:gd name="connsiteX115" fmla="*/ 1700213 w 2543175"/>
              <a:gd name="connsiteY115" fmla="*/ 1247775 h 1890712"/>
              <a:gd name="connsiteX116" fmla="*/ 1712119 w 2543175"/>
              <a:gd name="connsiteY116" fmla="*/ 1259681 h 1890712"/>
              <a:gd name="connsiteX117" fmla="*/ 1733550 w 2543175"/>
              <a:gd name="connsiteY117" fmla="*/ 1273969 h 1890712"/>
              <a:gd name="connsiteX118" fmla="*/ 1743075 w 2543175"/>
              <a:gd name="connsiteY118" fmla="*/ 1283494 h 1890712"/>
              <a:gd name="connsiteX119" fmla="*/ 1754982 w 2543175"/>
              <a:gd name="connsiteY119" fmla="*/ 1290637 h 1890712"/>
              <a:gd name="connsiteX120" fmla="*/ 1766888 w 2543175"/>
              <a:gd name="connsiteY120" fmla="*/ 1300162 h 1890712"/>
              <a:gd name="connsiteX121" fmla="*/ 1783557 w 2543175"/>
              <a:gd name="connsiteY121" fmla="*/ 1307306 h 1890712"/>
              <a:gd name="connsiteX122" fmla="*/ 1790700 w 2543175"/>
              <a:gd name="connsiteY122" fmla="*/ 1312069 h 1890712"/>
              <a:gd name="connsiteX123" fmla="*/ 1800225 w 2543175"/>
              <a:gd name="connsiteY123" fmla="*/ 1319212 h 1890712"/>
              <a:gd name="connsiteX124" fmla="*/ 1807369 w 2543175"/>
              <a:gd name="connsiteY124" fmla="*/ 1321594 h 1890712"/>
              <a:gd name="connsiteX125" fmla="*/ 1824038 w 2543175"/>
              <a:gd name="connsiteY125" fmla="*/ 1333500 h 1890712"/>
              <a:gd name="connsiteX126" fmla="*/ 1843088 w 2543175"/>
              <a:gd name="connsiteY126" fmla="*/ 1352550 h 1890712"/>
              <a:gd name="connsiteX127" fmla="*/ 1852613 w 2543175"/>
              <a:gd name="connsiteY127" fmla="*/ 1359694 h 1890712"/>
              <a:gd name="connsiteX128" fmla="*/ 1859757 w 2543175"/>
              <a:gd name="connsiteY128" fmla="*/ 1366837 h 1890712"/>
              <a:gd name="connsiteX129" fmla="*/ 1869282 w 2543175"/>
              <a:gd name="connsiteY129" fmla="*/ 1371600 h 1890712"/>
              <a:gd name="connsiteX130" fmla="*/ 1883569 w 2543175"/>
              <a:gd name="connsiteY130" fmla="*/ 1388269 h 1890712"/>
              <a:gd name="connsiteX131" fmla="*/ 1893094 w 2543175"/>
              <a:gd name="connsiteY131" fmla="*/ 1395412 h 1890712"/>
              <a:gd name="connsiteX132" fmla="*/ 1902619 w 2543175"/>
              <a:gd name="connsiteY132" fmla="*/ 1404937 h 1890712"/>
              <a:gd name="connsiteX133" fmla="*/ 1912144 w 2543175"/>
              <a:gd name="connsiteY133" fmla="*/ 1409700 h 1890712"/>
              <a:gd name="connsiteX134" fmla="*/ 1931194 w 2543175"/>
              <a:gd name="connsiteY134" fmla="*/ 1421606 h 1890712"/>
              <a:gd name="connsiteX135" fmla="*/ 1935957 w 2543175"/>
              <a:gd name="connsiteY135" fmla="*/ 1428750 h 1890712"/>
              <a:gd name="connsiteX136" fmla="*/ 1952625 w 2543175"/>
              <a:gd name="connsiteY136" fmla="*/ 1438275 h 1890712"/>
              <a:gd name="connsiteX137" fmla="*/ 1971675 w 2543175"/>
              <a:gd name="connsiteY137" fmla="*/ 1450181 h 1890712"/>
              <a:gd name="connsiteX138" fmla="*/ 1981200 w 2543175"/>
              <a:gd name="connsiteY138" fmla="*/ 1454944 h 1890712"/>
              <a:gd name="connsiteX139" fmla="*/ 1997869 w 2543175"/>
              <a:gd name="connsiteY139" fmla="*/ 1471612 h 1890712"/>
              <a:gd name="connsiteX140" fmla="*/ 2007394 w 2543175"/>
              <a:gd name="connsiteY140" fmla="*/ 1478756 h 1890712"/>
              <a:gd name="connsiteX141" fmla="*/ 2016919 w 2543175"/>
              <a:gd name="connsiteY141" fmla="*/ 1483519 h 1890712"/>
              <a:gd name="connsiteX142" fmla="*/ 2024063 w 2543175"/>
              <a:gd name="connsiteY142" fmla="*/ 1490662 h 1890712"/>
              <a:gd name="connsiteX143" fmla="*/ 2033588 w 2543175"/>
              <a:gd name="connsiteY143" fmla="*/ 1495425 h 1890712"/>
              <a:gd name="connsiteX144" fmla="*/ 2040732 w 2543175"/>
              <a:gd name="connsiteY144" fmla="*/ 1502569 h 1890712"/>
              <a:gd name="connsiteX145" fmla="*/ 2047875 w 2543175"/>
              <a:gd name="connsiteY145" fmla="*/ 1507331 h 1890712"/>
              <a:gd name="connsiteX146" fmla="*/ 2057400 w 2543175"/>
              <a:gd name="connsiteY146" fmla="*/ 1514475 h 1890712"/>
              <a:gd name="connsiteX147" fmla="*/ 2064544 w 2543175"/>
              <a:gd name="connsiteY147" fmla="*/ 1519237 h 1890712"/>
              <a:gd name="connsiteX148" fmla="*/ 2071688 w 2543175"/>
              <a:gd name="connsiteY148" fmla="*/ 1526381 h 1890712"/>
              <a:gd name="connsiteX149" fmla="*/ 2081213 w 2543175"/>
              <a:gd name="connsiteY149" fmla="*/ 1531144 h 1890712"/>
              <a:gd name="connsiteX150" fmla="*/ 2090738 w 2543175"/>
              <a:gd name="connsiteY150" fmla="*/ 1538287 h 1890712"/>
              <a:gd name="connsiteX151" fmla="*/ 2109788 w 2543175"/>
              <a:gd name="connsiteY151" fmla="*/ 1547812 h 1890712"/>
              <a:gd name="connsiteX152" fmla="*/ 2131219 w 2543175"/>
              <a:gd name="connsiteY152" fmla="*/ 1562100 h 1890712"/>
              <a:gd name="connsiteX153" fmla="*/ 2140744 w 2543175"/>
              <a:gd name="connsiteY153" fmla="*/ 1566862 h 1890712"/>
              <a:gd name="connsiteX154" fmla="*/ 2152650 w 2543175"/>
              <a:gd name="connsiteY154" fmla="*/ 1576387 h 1890712"/>
              <a:gd name="connsiteX155" fmla="*/ 2181225 w 2543175"/>
              <a:gd name="connsiteY155" fmla="*/ 1590675 h 1890712"/>
              <a:gd name="connsiteX156" fmla="*/ 2200275 w 2543175"/>
              <a:gd name="connsiteY156" fmla="*/ 1607344 h 1890712"/>
              <a:gd name="connsiteX157" fmla="*/ 2207419 w 2543175"/>
              <a:gd name="connsiteY157" fmla="*/ 1612106 h 1890712"/>
              <a:gd name="connsiteX158" fmla="*/ 2216944 w 2543175"/>
              <a:gd name="connsiteY158" fmla="*/ 1619250 h 1890712"/>
              <a:gd name="connsiteX159" fmla="*/ 2224088 w 2543175"/>
              <a:gd name="connsiteY159" fmla="*/ 1624012 h 1890712"/>
              <a:gd name="connsiteX160" fmla="*/ 2247900 w 2543175"/>
              <a:gd name="connsiteY160" fmla="*/ 1643062 h 1890712"/>
              <a:gd name="connsiteX161" fmla="*/ 2255044 w 2543175"/>
              <a:gd name="connsiteY161" fmla="*/ 1650206 h 1890712"/>
              <a:gd name="connsiteX162" fmla="*/ 2281238 w 2543175"/>
              <a:gd name="connsiteY162" fmla="*/ 1664494 h 1890712"/>
              <a:gd name="connsiteX163" fmla="*/ 2297907 w 2543175"/>
              <a:gd name="connsiteY163" fmla="*/ 1674019 h 1890712"/>
              <a:gd name="connsiteX164" fmla="*/ 2312194 w 2543175"/>
              <a:gd name="connsiteY164" fmla="*/ 1685925 h 1890712"/>
              <a:gd name="connsiteX165" fmla="*/ 2328863 w 2543175"/>
              <a:gd name="connsiteY165" fmla="*/ 1697831 h 1890712"/>
              <a:gd name="connsiteX166" fmla="*/ 2350294 w 2543175"/>
              <a:gd name="connsiteY166" fmla="*/ 1712119 h 1890712"/>
              <a:gd name="connsiteX167" fmla="*/ 2369344 w 2543175"/>
              <a:gd name="connsiteY167" fmla="*/ 1724025 h 1890712"/>
              <a:gd name="connsiteX168" fmla="*/ 2428876 w 2543175"/>
              <a:gd name="connsiteY168" fmla="*/ 1785938 h 1890712"/>
              <a:gd name="connsiteX169" fmla="*/ 2466975 w 2543175"/>
              <a:gd name="connsiteY169" fmla="*/ 1783556 h 1890712"/>
              <a:gd name="connsiteX170" fmla="*/ 2481263 w 2543175"/>
              <a:gd name="connsiteY170" fmla="*/ 1795462 h 1890712"/>
              <a:gd name="connsiteX171" fmla="*/ 2486025 w 2543175"/>
              <a:gd name="connsiteY171" fmla="*/ 1802606 h 1890712"/>
              <a:gd name="connsiteX172" fmla="*/ 2514600 w 2543175"/>
              <a:gd name="connsiteY172" fmla="*/ 1850231 h 1890712"/>
              <a:gd name="connsiteX173" fmla="*/ 2519363 w 2543175"/>
              <a:gd name="connsiteY173" fmla="*/ 1857375 h 1890712"/>
              <a:gd name="connsiteX174" fmla="*/ 2540794 w 2543175"/>
              <a:gd name="connsiteY174" fmla="*/ 1883569 h 1890712"/>
              <a:gd name="connsiteX175" fmla="*/ 2543175 w 2543175"/>
              <a:gd name="connsiteY175"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78619 w 2543175"/>
              <a:gd name="connsiteY30" fmla="*/ 276225 h 1890712"/>
              <a:gd name="connsiteX31" fmla="*/ 385763 w 2543175"/>
              <a:gd name="connsiteY31" fmla="*/ 283369 h 1890712"/>
              <a:gd name="connsiteX32" fmla="*/ 395288 w 2543175"/>
              <a:gd name="connsiteY32" fmla="*/ 288131 h 1890712"/>
              <a:gd name="connsiteX33" fmla="*/ 404813 w 2543175"/>
              <a:gd name="connsiteY33" fmla="*/ 295275 h 1890712"/>
              <a:gd name="connsiteX34" fmla="*/ 411957 w 2543175"/>
              <a:gd name="connsiteY34" fmla="*/ 297656 h 1890712"/>
              <a:gd name="connsiteX35" fmla="*/ 421482 w 2543175"/>
              <a:gd name="connsiteY35" fmla="*/ 302419 h 1890712"/>
              <a:gd name="connsiteX36" fmla="*/ 466725 w 2543175"/>
              <a:gd name="connsiteY36" fmla="*/ 328612 h 1890712"/>
              <a:gd name="connsiteX37" fmla="*/ 476250 w 2543175"/>
              <a:gd name="connsiteY37" fmla="*/ 335756 h 1890712"/>
              <a:gd name="connsiteX38" fmla="*/ 481013 w 2543175"/>
              <a:gd name="connsiteY38" fmla="*/ 342900 h 1890712"/>
              <a:gd name="connsiteX39" fmla="*/ 490538 w 2543175"/>
              <a:gd name="connsiteY39" fmla="*/ 352425 h 1890712"/>
              <a:gd name="connsiteX40" fmla="*/ 495300 w 2543175"/>
              <a:gd name="connsiteY40" fmla="*/ 359569 h 1890712"/>
              <a:gd name="connsiteX41" fmla="*/ 509588 w 2543175"/>
              <a:gd name="connsiteY41" fmla="*/ 376237 h 1890712"/>
              <a:gd name="connsiteX42" fmla="*/ 514350 w 2543175"/>
              <a:gd name="connsiteY42" fmla="*/ 383381 h 1890712"/>
              <a:gd name="connsiteX43" fmla="*/ 531019 w 2543175"/>
              <a:gd name="connsiteY43" fmla="*/ 397669 h 1890712"/>
              <a:gd name="connsiteX44" fmla="*/ 538163 w 2543175"/>
              <a:gd name="connsiteY44" fmla="*/ 407194 h 1890712"/>
              <a:gd name="connsiteX45" fmla="*/ 554832 w 2543175"/>
              <a:gd name="connsiteY45" fmla="*/ 421481 h 1890712"/>
              <a:gd name="connsiteX46" fmla="*/ 564357 w 2543175"/>
              <a:gd name="connsiteY46" fmla="*/ 431006 h 1890712"/>
              <a:gd name="connsiteX47" fmla="*/ 573882 w 2543175"/>
              <a:gd name="connsiteY47" fmla="*/ 438150 h 1890712"/>
              <a:gd name="connsiteX48" fmla="*/ 595313 w 2543175"/>
              <a:gd name="connsiteY48" fmla="*/ 454819 h 1890712"/>
              <a:gd name="connsiteX49" fmla="*/ 602457 w 2543175"/>
              <a:gd name="connsiteY49" fmla="*/ 457200 h 1890712"/>
              <a:gd name="connsiteX50" fmla="*/ 628650 w 2543175"/>
              <a:gd name="connsiteY50" fmla="*/ 469106 h 1890712"/>
              <a:gd name="connsiteX51" fmla="*/ 645319 w 2543175"/>
              <a:gd name="connsiteY51" fmla="*/ 483394 h 1890712"/>
              <a:gd name="connsiteX52" fmla="*/ 654844 w 2543175"/>
              <a:gd name="connsiteY52" fmla="*/ 488156 h 1890712"/>
              <a:gd name="connsiteX53" fmla="*/ 661988 w 2543175"/>
              <a:gd name="connsiteY53" fmla="*/ 497681 h 1890712"/>
              <a:gd name="connsiteX54" fmla="*/ 683419 w 2543175"/>
              <a:gd name="connsiteY54" fmla="*/ 514350 h 1890712"/>
              <a:gd name="connsiteX55" fmla="*/ 700088 w 2543175"/>
              <a:gd name="connsiteY55" fmla="*/ 526256 h 1890712"/>
              <a:gd name="connsiteX56" fmla="*/ 709613 w 2543175"/>
              <a:gd name="connsiteY56" fmla="*/ 535781 h 1890712"/>
              <a:gd name="connsiteX57" fmla="*/ 719138 w 2543175"/>
              <a:gd name="connsiteY57" fmla="*/ 542925 h 1890712"/>
              <a:gd name="connsiteX58" fmla="*/ 733425 w 2543175"/>
              <a:gd name="connsiteY58" fmla="*/ 557212 h 1890712"/>
              <a:gd name="connsiteX59" fmla="*/ 750094 w 2543175"/>
              <a:gd name="connsiteY59" fmla="*/ 569119 h 1890712"/>
              <a:gd name="connsiteX60" fmla="*/ 769144 w 2543175"/>
              <a:gd name="connsiteY60" fmla="*/ 581025 h 1890712"/>
              <a:gd name="connsiteX61" fmla="*/ 785813 w 2543175"/>
              <a:gd name="connsiteY61" fmla="*/ 590550 h 1890712"/>
              <a:gd name="connsiteX62" fmla="*/ 792957 w 2543175"/>
              <a:gd name="connsiteY62" fmla="*/ 600075 h 1890712"/>
              <a:gd name="connsiteX63" fmla="*/ 809625 w 2543175"/>
              <a:gd name="connsiteY63" fmla="*/ 611981 h 1890712"/>
              <a:gd name="connsiteX64" fmla="*/ 816769 w 2543175"/>
              <a:gd name="connsiteY64" fmla="*/ 619125 h 1890712"/>
              <a:gd name="connsiteX65" fmla="*/ 826294 w 2543175"/>
              <a:gd name="connsiteY65" fmla="*/ 626269 h 1890712"/>
              <a:gd name="connsiteX66" fmla="*/ 840582 w 2543175"/>
              <a:gd name="connsiteY66" fmla="*/ 638175 h 1890712"/>
              <a:gd name="connsiteX67" fmla="*/ 847725 w 2543175"/>
              <a:gd name="connsiteY67" fmla="*/ 645319 h 1890712"/>
              <a:gd name="connsiteX68" fmla="*/ 857250 w 2543175"/>
              <a:gd name="connsiteY68" fmla="*/ 652462 h 1890712"/>
              <a:gd name="connsiteX69" fmla="*/ 864394 w 2543175"/>
              <a:gd name="connsiteY69" fmla="*/ 657225 h 1890712"/>
              <a:gd name="connsiteX70" fmla="*/ 888207 w 2543175"/>
              <a:gd name="connsiteY70" fmla="*/ 676275 h 1890712"/>
              <a:gd name="connsiteX71" fmla="*/ 895350 w 2543175"/>
              <a:gd name="connsiteY71" fmla="*/ 681037 h 1890712"/>
              <a:gd name="connsiteX72" fmla="*/ 907257 w 2543175"/>
              <a:gd name="connsiteY72" fmla="*/ 683419 h 1890712"/>
              <a:gd name="connsiteX73" fmla="*/ 928688 w 2543175"/>
              <a:gd name="connsiteY73" fmla="*/ 695325 h 1890712"/>
              <a:gd name="connsiteX74" fmla="*/ 942975 w 2543175"/>
              <a:gd name="connsiteY74" fmla="*/ 700087 h 1890712"/>
              <a:gd name="connsiteX75" fmla="*/ 964407 w 2543175"/>
              <a:gd name="connsiteY75" fmla="*/ 716756 h 1890712"/>
              <a:gd name="connsiteX76" fmla="*/ 971550 w 2543175"/>
              <a:gd name="connsiteY76" fmla="*/ 723900 h 1890712"/>
              <a:gd name="connsiteX77" fmla="*/ 983457 w 2543175"/>
              <a:gd name="connsiteY77" fmla="*/ 733425 h 1890712"/>
              <a:gd name="connsiteX78" fmla="*/ 990600 w 2543175"/>
              <a:gd name="connsiteY78" fmla="*/ 738187 h 1890712"/>
              <a:gd name="connsiteX79" fmla="*/ 1007269 w 2543175"/>
              <a:gd name="connsiteY79" fmla="*/ 752475 h 1890712"/>
              <a:gd name="connsiteX80" fmla="*/ 1031082 w 2543175"/>
              <a:gd name="connsiteY80" fmla="*/ 766762 h 1890712"/>
              <a:gd name="connsiteX81" fmla="*/ 1042988 w 2543175"/>
              <a:gd name="connsiteY81" fmla="*/ 773906 h 1890712"/>
              <a:gd name="connsiteX82" fmla="*/ 1071563 w 2543175"/>
              <a:gd name="connsiteY82" fmla="*/ 785812 h 1890712"/>
              <a:gd name="connsiteX83" fmla="*/ 1097757 w 2543175"/>
              <a:gd name="connsiteY83" fmla="*/ 807244 h 1890712"/>
              <a:gd name="connsiteX84" fmla="*/ 1104900 w 2543175"/>
              <a:gd name="connsiteY84" fmla="*/ 814387 h 1890712"/>
              <a:gd name="connsiteX85" fmla="*/ 1121569 w 2543175"/>
              <a:gd name="connsiteY85" fmla="*/ 823912 h 1890712"/>
              <a:gd name="connsiteX86" fmla="*/ 1138238 w 2543175"/>
              <a:gd name="connsiteY86" fmla="*/ 835819 h 1890712"/>
              <a:gd name="connsiteX87" fmla="*/ 1147763 w 2543175"/>
              <a:gd name="connsiteY87" fmla="*/ 842962 h 1890712"/>
              <a:gd name="connsiteX88" fmla="*/ 1157288 w 2543175"/>
              <a:gd name="connsiteY88" fmla="*/ 847725 h 1890712"/>
              <a:gd name="connsiteX89" fmla="*/ 1178719 w 2543175"/>
              <a:gd name="connsiteY89" fmla="*/ 859631 h 1890712"/>
              <a:gd name="connsiteX90" fmla="*/ 1188244 w 2543175"/>
              <a:gd name="connsiteY90" fmla="*/ 866775 h 1890712"/>
              <a:gd name="connsiteX91" fmla="*/ 1195388 w 2543175"/>
              <a:gd name="connsiteY91" fmla="*/ 871537 h 1890712"/>
              <a:gd name="connsiteX92" fmla="*/ 1212057 w 2543175"/>
              <a:gd name="connsiteY92" fmla="*/ 883444 h 1890712"/>
              <a:gd name="connsiteX93" fmla="*/ 1226344 w 2543175"/>
              <a:gd name="connsiteY93" fmla="*/ 895350 h 1890712"/>
              <a:gd name="connsiteX94" fmla="*/ 1245394 w 2543175"/>
              <a:gd name="connsiteY94" fmla="*/ 907256 h 1890712"/>
              <a:gd name="connsiteX95" fmla="*/ 1254919 w 2543175"/>
              <a:gd name="connsiteY95" fmla="*/ 914400 h 1890712"/>
              <a:gd name="connsiteX96" fmla="*/ 1269207 w 2543175"/>
              <a:gd name="connsiteY96" fmla="*/ 921544 h 1890712"/>
              <a:gd name="connsiteX97" fmla="*/ 1290638 w 2543175"/>
              <a:gd name="connsiteY97" fmla="*/ 935831 h 1890712"/>
              <a:gd name="connsiteX98" fmla="*/ 1307307 w 2543175"/>
              <a:gd name="connsiteY98" fmla="*/ 952500 h 1890712"/>
              <a:gd name="connsiteX99" fmla="*/ 1333500 w 2543175"/>
              <a:gd name="connsiteY99" fmla="*/ 971550 h 1890712"/>
              <a:gd name="connsiteX100" fmla="*/ 1359694 w 2543175"/>
              <a:gd name="connsiteY100" fmla="*/ 990600 h 1890712"/>
              <a:gd name="connsiteX101" fmla="*/ 1373982 w 2543175"/>
              <a:gd name="connsiteY101" fmla="*/ 997744 h 1890712"/>
              <a:gd name="connsiteX102" fmla="*/ 1388269 w 2543175"/>
              <a:gd name="connsiteY102" fmla="*/ 1007269 h 1890712"/>
              <a:gd name="connsiteX103" fmla="*/ 1414463 w 2543175"/>
              <a:gd name="connsiteY103" fmla="*/ 1019175 h 1890712"/>
              <a:gd name="connsiteX104" fmla="*/ 1428750 w 2543175"/>
              <a:gd name="connsiteY104" fmla="*/ 1026319 h 1890712"/>
              <a:gd name="connsiteX105" fmla="*/ 1471613 w 2543175"/>
              <a:gd name="connsiteY105" fmla="*/ 1059656 h 1890712"/>
              <a:gd name="connsiteX106" fmla="*/ 1495425 w 2543175"/>
              <a:gd name="connsiteY106" fmla="*/ 1088231 h 1890712"/>
              <a:gd name="connsiteX107" fmla="*/ 1547812 w 2543175"/>
              <a:gd name="connsiteY107" fmla="*/ 1133475 h 1890712"/>
              <a:gd name="connsiteX108" fmla="*/ 1597819 w 2543175"/>
              <a:gd name="connsiteY108" fmla="*/ 1154906 h 1890712"/>
              <a:gd name="connsiteX109" fmla="*/ 1604963 w 2543175"/>
              <a:gd name="connsiteY109" fmla="*/ 1162050 h 1890712"/>
              <a:gd name="connsiteX110" fmla="*/ 1612107 w 2543175"/>
              <a:gd name="connsiteY110" fmla="*/ 1166812 h 1890712"/>
              <a:gd name="connsiteX111" fmla="*/ 1628775 w 2543175"/>
              <a:gd name="connsiteY111" fmla="*/ 1183481 h 1890712"/>
              <a:gd name="connsiteX112" fmla="*/ 1662113 w 2543175"/>
              <a:gd name="connsiteY112" fmla="*/ 1209675 h 1890712"/>
              <a:gd name="connsiteX113" fmla="*/ 1678782 w 2543175"/>
              <a:gd name="connsiteY113" fmla="*/ 1226344 h 1890712"/>
              <a:gd name="connsiteX114" fmla="*/ 1700213 w 2543175"/>
              <a:gd name="connsiteY114" fmla="*/ 1247775 h 1890712"/>
              <a:gd name="connsiteX115" fmla="*/ 1712119 w 2543175"/>
              <a:gd name="connsiteY115" fmla="*/ 1259681 h 1890712"/>
              <a:gd name="connsiteX116" fmla="*/ 1733550 w 2543175"/>
              <a:gd name="connsiteY116" fmla="*/ 1273969 h 1890712"/>
              <a:gd name="connsiteX117" fmla="*/ 1743075 w 2543175"/>
              <a:gd name="connsiteY117" fmla="*/ 1283494 h 1890712"/>
              <a:gd name="connsiteX118" fmla="*/ 1754982 w 2543175"/>
              <a:gd name="connsiteY118" fmla="*/ 1290637 h 1890712"/>
              <a:gd name="connsiteX119" fmla="*/ 1766888 w 2543175"/>
              <a:gd name="connsiteY119" fmla="*/ 1300162 h 1890712"/>
              <a:gd name="connsiteX120" fmla="*/ 1783557 w 2543175"/>
              <a:gd name="connsiteY120" fmla="*/ 1307306 h 1890712"/>
              <a:gd name="connsiteX121" fmla="*/ 1790700 w 2543175"/>
              <a:gd name="connsiteY121" fmla="*/ 1312069 h 1890712"/>
              <a:gd name="connsiteX122" fmla="*/ 1800225 w 2543175"/>
              <a:gd name="connsiteY122" fmla="*/ 1319212 h 1890712"/>
              <a:gd name="connsiteX123" fmla="*/ 1807369 w 2543175"/>
              <a:gd name="connsiteY123" fmla="*/ 1321594 h 1890712"/>
              <a:gd name="connsiteX124" fmla="*/ 1824038 w 2543175"/>
              <a:gd name="connsiteY124" fmla="*/ 1333500 h 1890712"/>
              <a:gd name="connsiteX125" fmla="*/ 1843088 w 2543175"/>
              <a:gd name="connsiteY125" fmla="*/ 1352550 h 1890712"/>
              <a:gd name="connsiteX126" fmla="*/ 1852613 w 2543175"/>
              <a:gd name="connsiteY126" fmla="*/ 1359694 h 1890712"/>
              <a:gd name="connsiteX127" fmla="*/ 1859757 w 2543175"/>
              <a:gd name="connsiteY127" fmla="*/ 1366837 h 1890712"/>
              <a:gd name="connsiteX128" fmla="*/ 1869282 w 2543175"/>
              <a:gd name="connsiteY128" fmla="*/ 1371600 h 1890712"/>
              <a:gd name="connsiteX129" fmla="*/ 1883569 w 2543175"/>
              <a:gd name="connsiteY129" fmla="*/ 1388269 h 1890712"/>
              <a:gd name="connsiteX130" fmla="*/ 1893094 w 2543175"/>
              <a:gd name="connsiteY130" fmla="*/ 1395412 h 1890712"/>
              <a:gd name="connsiteX131" fmla="*/ 1902619 w 2543175"/>
              <a:gd name="connsiteY131" fmla="*/ 1404937 h 1890712"/>
              <a:gd name="connsiteX132" fmla="*/ 1912144 w 2543175"/>
              <a:gd name="connsiteY132" fmla="*/ 1409700 h 1890712"/>
              <a:gd name="connsiteX133" fmla="*/ 1931194 w 2543175"/>
              <a:gd name="connsiteY133" fmla="*/ 1421606 h 1890712"/>
              <a:gd name="connsiteX134" fmla="*/ 1935957 w 2543175"/>
              <a:gd name="connsiteY134" fmla="*/ 1428750 h 1890712"/>
              <a:gd name="connsiteX135" fmla="*/ 1952625 w 2543175"/>
              <a:gd name="connsiteY135" fmla="*/ 1438275 h 1890712"/>
              <a:gd name="connsiteX136" fmla="*/ 1971675 w 2543175"/>
              <a:gd name="connsiteY136" fmla="*/ 1450181 h 1890712"/>
              <a:gd name="connsiteX137" fmla="*/ 1981200 w 2543175"/>
              <a:gd name="connsiteY137" fmla="*/ 1454944 h 1890712"/>
              <a:gd name="connsiteX138" fmla="*/ 1997869 w 2543175"/>
              <a:gd name="connsiteY138" fmla="*/ 1471612 h 1890712"/>
              <a:gd name="connsiteX139" fmla="*/ 2007394 w 2543175"/>
              <a:gd name="connsiteY139" fmla="*/ 1478756 h 1890712"/>
              <a:gd name="connsiteX140" fmla="*/ 2016919 w 2543175"/>
              <a:gd name="connsiteY140" fmla="*/ 1483519 h 1890712"/>
              <a:gd name="connsiteX141" fmla="*/ 2024063 w 2543175"/>
              <a:gd name="connsiteY141" fmla="*/ 1490662 h 1890712"/>
              <a:gd name="connsiteX142" fmla="*/ 2033588 w 2543175"/>
              <a:gd name="connsiteY142" fmla="*/ 1495425 h 1890712"/>
              <a:gd name="connsiteX143" fmla="*/ 2040732 w 2543175"/>
              <a:gd name="connsiteY143" fmla="*/ 1502569 h 1890712"/>
              <a:gd name="connsiteX144" fmla="*/ 2047875 w 2543175"/>
              <a:gd name="connsiteY144" fmla="*/ 1507331 h 1890712"/>
              <a:gd name="connsiteX145" fmla="*/ 2057400 w 2543175"/>
              <a:gd name="connsiteY145" fmla="*/ 1514475 h 1890712"/>
              <a:gd name="connsiteX146" fmla="*/ 2064544 w 2543175"/>
              <a:gd name="connsiteY146" fmla="*/ 1519237 h 1890712"/>
              <a:gd name="connsiteX147" fmla="*/ 2071688 w 2543175"/>
              <a:gd name="connsiteY147" fmla="*/ 1526381 h 1890712"/>
              <a:gd name="connsiteX148" fmla="*/ 2081213 w 2543175"/>
              <a:gd name="connsiteY148" fmla="*/ 1531144 h 1890712"/>
              <a:gd name="connsiteX149" fmla="*/ 2090738 w 2543175"/>
              <a:gd name="connsiteY149" fmla="*/ 1538287 h 1890712"/>
              <a:gd name="connsiteX150" fmla="*/ 2109788 w 2543175"/>
              <a:gd name="connsiteY150" fmla="*/ 1547812 h 1890712"/>
              <a:gd name="connsiteX151" fmla="*/ 2131219 w 2543175"/>
              <a:gd name="connsiteY151" fmla="*/ 1562100 h 1890712"/>
              <a:gd name="connsiteX152" fmla="*/ 2140744 w 2543175"/>
              <a:gd name="connsiteY152" fmla="*/ 1566862 h 1890712"/>
              <a:gd name="connsiteX153" fmla="*/ 2152650 w 2543175"/>
              <a:gd name="connsiteY153" fmla="*/ 1576387 h 1890712"/>
              <a:gd name="connsiteX154" fmla="*/ 2181225 w 2543175"/>
              <a:gd name="connsiteY154" fmla="*/ 1590675 h 1890712"/>
              <a:gd name="connsiteX155" fmla="*/ 2200275 w 2543175"/>
              <a:gd name="connsiteY155" fmla="*/ 1607344 h 1890712"/>
              <a:gd name="connsiteX156" fmla="*/ 2207419 w 2543175"/>
              <a:gd name="connsiteY156" fmla="*/ 1612106 h 1890712"/>
              <a:gd name="connsiteX157" fmla="*/ 2216944 w 2543175"/>
              <a:gd name="connsiteY157" fmla="*/ 1619250 h 1890712"/>
              <a:gd name="connsiteX158" fmla="*/ 2224088 w 2543175"/>
              <a:gd name="connsiteY158" fmla="*/ 1624012 h 1890712"/>
              <a:gd name="connsiteX159" fmla="*/ 2247900 w 2543175"/>
              <a:gd name="connsiteY159" fmla="*/ 1643062 h 1890712"/>
              <a:gd name="connsiteX160" fmla="*/ 2255044 w 2543175"/>
              <a:gd name="connsiteY160" fmla="*/ 1650206 h 1890712"/>
              <a:gd name="connsiteX161" fmla="*/ 2281238 w 2543175"/>
              <a:gd name="connsiteY161" fmla="*/ 1664494 h 1890712"/>
              <a:gd name="connsiteX162" fmla="*/ 2297907 w 2543175"/>
              <a:gd name="connsiteY162" fmla="*/ 1674019 h 1890712"/>
              <a:gd name="connsiteX163" fmla="*/ 2312194 w 2543175"/>
              <a:gd name="connsiteY163" fmla="*/ 1685925 h 1890712"/>
              <a:gd name="connsiteX164" fmla="*/ 2328863 w 2543175"/>
              <a:gd name="connsiteY164" fmla="*/ 1697831 h 1890712"/>
              <a:gd name="connsiteX165" fmla="*/ 2350294 w 2543175"/>
              <a:gd name="connsiteY165" fmla="*/ 1712119 h 1890712"/>
              <a:gd name="connsiteX166" fmla="*/ 2369344 w 2543175"/>
              <a:gd name="connsiteY166" fmla="*/ 1724025 h 1890712"/>
              <a:gd name="connsiteX167" fmla="*/ 2428876 w 2543175"/>
              <a:gd name="connsiteY167" fmla="*/ 1785938 h 1890712"/>
              <a:gd name="connsiteX168" fmla="*/ 2466975 w 2543175"/>
              <a:gd name="connsiteY168" fmla="*/ 1783556 h 1890712"/>
              <a:gd name="connsiteX169" fmla="*/ 2481263 w 2543175"/>
              <a:gd name="connsiteY169" fmla="*/ 1795462 h 1890712"/>
              <a:gd name="connsiteX170" fmla="*/ 2486025 w 2543175"/>
              <a:gd name="connsiteY170" fmla="*/ 1802606 h 1890712"/>
              <a:gd name="connsiteX171" fmla="*/ 2514600 w 2543175"/>
              <a:gd name="connsiteY171" fmla="*/ 1850231 h 1890712"/>
              <a:gd name="connsiteX172" fmla="*/ 2519363 w 2543175"/>
              <a:gd name="connsiteY172" fmla="*/ 1857375 h 1890712"/>
              <a:gd name="connsiteX173" fmla="*/ 2540794 w 2543175"/>
              <a:gd name="connsiteY173" fmla="*/ 1883569 h 1890712"/>
              <a:gd name="connsiteX174" fmla="*/ 2543175 w 2543175"/>
              <a:gd name="connsiteY17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78619 w 2543175"/>
              <a:gd name="connsiteY30" fmla="*/ 276225 h 1890712"/>
              <a:gd name="connsiteX31" fmla="*/ 385763 w 2543175"/>
              <a:gd name="connsiteY31" fmla="*/ 283369 h 1890712"/>
              <a:gd name="connsiteX32" fmla="*/ 395288 w 2543175"/>
              <a:gd name="connsiteY32" fmla="*/ 288131 h 1890712"/>
              <a:gd name="connsiteX33" fmla="*/ 404813 w 2543175"/>
              <a:gd name="connsiteY33" fmla="*/ 295275 h 1890712"/>
              <a:gd name="connsiteX34" fmla="*/ 411957 w 2543175"/>
              <a:gd name="connsiteY34" fmla="*/ 297656 h 1890712"/>
              <a:gd name="connsiteX35" fmla="*/ 466725 w 2543175"/>
              <a:gd name="connsiteY35" fmla="*/ 328612 h 1890712"/>
              <a:gd name="connsiteX36" fmla="*/ 476250 w 2543175"/>
              <a:gd name="connsiteY36" fmla="*/ 335756 h 1890712"/>
              <a:gd name="connsiteX37" fmla="*/ 481013 w 2543175"/>
              <a:gd name="connsiteY37" fmla="*/ 342900 h 1890712"/>
              <a:gd name="connsiteX38" fmla="*/ 490538 w 2543175"/>
              <a:gd name="connsiteY38" fmla="*/ 352425 h 1890712"/>
              <a:gd name="connsiteX39" fmla="*/ 495300 w 2543175"/>
              <a:gd name="connsiteY39" fmla="*/ 359569 h 1890712"/>
              <a:gd name="connsiteX40" fmla="*/ 509588 w 2543175"/>
              <a:gd name="connsiteY40" fmla="*/ 376237 h 1890712"/>
              <a:gd name="connsiteX41" fmla="*/ 514350 w 2543175"/>
              <a:gd name="connsiteY41" fmla="*/ 383381 h 1890712"/>
              <a:gd name="connsiteX42" fmla="*/ 531019 w 2543175"/>
              <a:gd name="connsiteY42" fmla="*/ 397669 h 1890712"/>
              <a:gd name="connsiteX43" fmla="*/ 538163 w 2543175"/>
              <a:gd name="connsiteY43" fmla="*/ 407194 h 1890712"/>
              <a:gd name="connsiteX44" fmla="*/ 554832 w 2543175"/>
              <a:gd name="connsiteY44" fmla="*/ 421481 h 1890712"/>
              <a:gd name="connsiteX45" fmla="*/ 564357 w 2543175"/>
              <a:gd name="connsiteY45" fmla="*/ 431006 h 1890712"/>
              <a:gd name="connsiteX46" fmla="*/ 573882 w 2543175"/>
              <a:gd name="connsiteY46" fmla="*/ 438150 h 1890712"/>
              <a:gd name="connsiteX47" fmla="*/ 595313 w 2543175"/>
              <a:gd name="connsiteY47" fmla="*/ 454819 h 1890712"/>
              <a:gd name="connsiteX48" fmla="*/ 602457 w 2543175"/>
              <a:gd name="connsiteY48" fmla="*/ 457200 h 1890712"/>
              <a:gd name="connsiteX49" fmla="*/ 628650 w 2543175"/>
              <a:gd name="connsiteY49" fmla="*/ 469106 h 1890712"/>
              <a:gd name="connsiteX50" fmla="*/ 645319 w 2543175"/>
              <a:gd name="connsiteY50" fmla="*/ 483394 h 1890712"/>
              <a:gd name="connsiteX51" fmla="*/ 654844 w 2543175"/>
              <a:gd name="connsiteY51" fmla="*/ 488156 h 1890712"/>
              <a:gd name="connsiteX52" fmla="*/ 661988 w 2543175"/>
              <a:gd name="connsiteY52" fmla="*/ 497681 h 1890712"/>
              <a:gd name="connsiteX53" fmla="*/ 683419 w 2543175"/>
              <a:gd name="connsiteY53" fmla="*/ 514350 h 1890712"/>
              <a:gd name="connsiteX54" fmla="*/ 700088 w 2543175"/>
              <a:gd name="connsiteY54" fmla="*/ 526256 h 1890712"/>
              <a:gd name="connsiteX55" fmla="*/ 709613 w 2543175"/>
              <a:gd name="connsiteY55" fmla="*/ 535781 h 1890712"/>
              <a:gd name="connsiteX56" fmla="*/ 719138 w 2543175"/>
              <a:gd name="connsiteY56" fmla="*/ 542925 h 1890712"/>
              <a:gd name="connsiteX57" fmla="*/ 733425 w 2543175"/>
              <a:gd name="connsiteY57" fmla="*/ 557212 h 1890712"/>
              <a:gd name="connsiteX58" fmla="*/ 750094 w 2543175"/>
              <a:gd name="connsiteY58" fmla="*/ 569119 h 1890712"/>
              <a:gd name="connsiteX59" fmla="*/ 769144 w 2543175"/>
              <a:gd name="connsiteY59" fmla="*/ 581025 h 1890712"/>
              <a:gd name="connsiteX60" fmla="*/ 785813 w 2543175"/>
              <a:gd name="connsiteY60" fmla="*/ 590550 h 1890712"/>
              <a:gd name="connsiteX61" fmla="*/ 792957 w 2543175"/>
              <a:gd name="connsiteY61" fmla="*/ 600075 h 1890712"/>
              <a:gd name="connsiteX62" fmla="*/ 809625 w 2543175"/>
              <a:gd name="connsiteY62" fmla="*/ 611981 h 1890712"/>
              <a:gd name="connsiteX63" fmla="*/ 816769 w 2543175"/>
              <a:gd name="connsiteY63" fmla="*/ 619125 h 1890712"/>
              <a:gd name="connsiteX64" fmla="*/ 826294 w 2543175"/>
              <a:gd name="connsiteY64" fmla="*/ 626269 h 1890712"/>
              <a:gd name="connsiteX65" fmla="*/ 840582 w 2543175"/>
              <a:gd name="connsiteY65" fmla="*/ 638175 h 1890712"/>
              <a:gd name="connsiteX66" fmla="*/ 847725 w 2543175"/>
              <a:gd name="connsiteY66" fmla="*/ 645319 h 1890712"/>
              <a:gd name="connsiteX67" fmla="*/ 857250 w 2543175"/>
              <a:gd name="connsiteY67" fmla="*/ 652462 h 1890712"/>
              <a:gd name="connsiteX68" fmla="*/ 864394 w 2543175"/>
              <a:gd name="connsiteY68" fmla="*/ 657225 h 1890712"/>
              <a:gd name="connsiteX69" fmla="*/ 888207 w 2543175"/>
              <a:gd name="connsiteY69" fmla="*/ 676275 h 1890712"/>
              <a:gd name="connsiteX70" fmla="*/ 895350 w 2543175"/>
              <a:gd name="connsiteY70" fmla="*/ 681037 h 1890712"/>
              <a:gd name="connsiteX71" fmla="*/ 907257 w 2543175"/>
              <a:gd name="connsiteY71" fmla="*/ 683419 h 1890712"/>
              <a:gd name="connsiteX72" fmla="*/ 928688 w 2543175"/>
              <a:gd name="connsiteY72" fmla="*/ 695325 h 1890712"/>
              <a:gd name="connsiteX73" fmla="*/ 942975 w 2543175"/>
              <a:gd name="connsiteY73" fmla="*/ 700087 h 1890712"/>
              <a:gd name="connsiteX74" fmla="*/ 964407 w 2543175"/>
              <a:gd name="connsiteY74" fmla="*/ 716756 h 1890712"/>
              <a:gd name="connsiteX75" fmla="*/ 971550 w 2543175"/>
              <a:gd name="connsiteY75" fmla="*/ 723900 h 1890712"/>
              <a:gd name="connsiteX76" fmla="*/ 983457 w 2543175"/>
              <a:gd name="connsiteY76" fmla="*/ 733425 h 1890712"/>
              <a:gd name="connsiteX77" fmla="*/ 990600 w 2543175"/>
              <a:gd name="connsiteY77" fmla="*/ 738187 h 1890712"/>
              <a:gd name="connsiteX78" fmla="*/ 1007269 w 2543175"/>
              <a:gd name="connsiteY78" fmla="*/ 752475 h 1890712"/>
              <a:gd name="connsiteX79" fmla="*/ 1031082 w 2543175"/>
              <a:gd name="connsiteY79" fmla="*/ 766762 h 1890712"/>
              <a:gd name="connsiteX80" fmla="*/ 1042988 w 2543175"/>
              <a:gd name="connsiteY80" fmla="*/ 773906 h 1890712"/>
              <a:gd name="connsiteX81" fmla="*/ 1071563 w 2543175"/>
              <a:gd name="connsiteY81" fmla="*/ 785812 h 1890712"/>
              <a:gd name="connsiteX82" fmla="*/ 1097757 w 2543175"/>
              <a:gd name="connsiteY82" fmla="*/ 807244 h 1890712"/>
              <a:gd name="connsiteX83" fmla="*/ 1104900 w 2543175"/>
              <a:gd name="connsiteY83" fmla="*/ 814387 h 1890712"/>
              <a:gd name="connsiteX84" fmla="*/ 1121569 w 2543175"/>
              <a:gd name="connsiteY84" fmla="*/ 823912 h 1890712"/>
              <a:gd name="connsiteX85" fmla="*/ 1138238 w 2543175"/>
              <a:gd name="connsiteY85" fmla="*/ 835819 h 1890712"/>
              <a:gd name="connsiteX86" fmla="*/ 1147763 w 2543175"/>
              <a:gd name="connsiteY86" fmla="*/ 842962 h 1890712"/>
              <a:gd name="connsiteX87" fmla="*/ 1157288 w 2543175"/>
              <a:gd name="connsiteY87" fmla="*/ 847725 h 1890712"/>
              <a:gd name="connsiteX88" fmla="*/ 1178719 w 2543175"/>
              <a:gd name="connsiteY88" fmla="*/ 859631 h 1890712"/>
              <a:gd name="connsiteX89" fmla="*/ 1188244 w 2543175"/>
              <a:gd name="connsiteY89" fmla="*/ 866775 h 1890712"/>
              <a:gd name="connsiteX90" fmla="*/ 1195388 w 2543175"/>
              <a:gd name="connsiteY90" fmla="*/ 871537 h 1890712"/>
              <a:gd name="connsiteX91" fmla="*/ 1212057 w 2543175"/>
              <a:gd name="connsiteY91" fmla="*/ 883444 h 1890712"/>
              <a:gd name="connsiteX92" fmla="*/ 1226344 w 2543175"/>
              <a:gd name="connsiteY92" fmla="*/ 895350 h 1890712"/>
              <a:gd name="connsiteX93" fmla="*/ 1245394 w 2543175"/>
              <a:gd name="connsiteY93" fmla="*/ 907256 h 1890712"/>
              <a:gd name="connsiteX94" fmla="*/ 1254919 w 2543175"/>
              <a:gd name="connsiteY94" fmla="*/ 914400 h 1890712"/>
              <a:gd name="connsiteX95" fmla="*/ 1269207 w 2543175"/>
              <a:gd name="connsiteY95" fmla="*/ 921544 h 1890712"/>
              <a:gd name="connsiteX96" fmla="*/ 1290638 w 2543175"/>
              <a:gd name="connsiteY96" fmla="*/ 935831 h 1890712"/>
              <a:gd name="connsiteX97" fmla="*/ 1307307 w 2543175"/>
              <a:gd name="connsiteY97" fmla="*/ 952500 h 1890712"/>
              <a:gd name="connsiteX98" fmla="*/ 1333500 w 2543175"/>
              <a:gd name="connsiteY98" fmla="*/ 971550 h 1890712"/>
              <a:gd name="connsiteX99" fmla="*/ 1359694 w 2543175"/>
              <a:gd name="connsiteY99" fmla="*/ 990600 h 1890712"/>
              <a:gd name="connsiteX100" fmla="*/ 1373982 w 2543175"/>
              <a:gd name="connsiteY100" fmla="*/ 997744 h 1890712"/>
              <a:gd name="connsiteX101" fmla="*/ 1388269 w 2543175"/>
              <a:gd name="connsiteY101" fmla="*/ 1007269 h 1890712"/>
              <a:gd name="connsiteX102" fmla="*/ 1414463 w 2543175"/>
              <a:gd name="connsiteY102" fmla="*/ 1019175 h 1890712"/>
              <a:gd name="connsiteX103" fmla="*/ 1428750 w 2543175"/>
              <a:gd name="connsiteY103" fmla="*/ 1026319 h 1890712"/>
              <a:gd name="connsiteX104" fmla="*/ 1471613 w 2543175"/>
              <a:gd name="connsiteY104" fmla="*/ 1059656 h 1890712"/>
              <a:gd name="connsiteX105" fmla="*/ 1495425 w 2543175"/>
              <a:gd name="connsiteY105" fmla="*/ 1088231 h 1890712"/>
              <a:gd name="connsiteX106" fmla="*/ 1547812 w 2543175"/>
              <a:gd name="connsiteY106" fmla="*/ 1133475 h 1890712"/>
              <a:gd name="connsiteX107" fmla="*/ 1597819 w 2543175"/>
              <a:gd name="connsiteY107" fmla="*/ 1154906 h 1890712"/>
              <a:gd name="connsiteX108" fmla="*/ 1604963 w 2543175"/>
              <a:gd name="connsiteY108" fmla="*/ 1162050 h 1890712"/>
              <a:gd name="connsiteX109" fmla="*/ 1612107 w 2543175"/>
              <a:gd name="connsiteY109" fmla="*/ 1166812 h 1890712"/>
              <a:gd name="connsiteX110" fmla="*/ 1628775 w 2543175"/>
              <a:gd name="connsiteY110" fmla="*/ 1183481 h 1890712"/>
              <a:gd name="connsiteX111" fmla="*/ 1662113 w 2543175"/>
              <a:gd name="connsiteY111" fmla="*/ 1209675 h 1890712"/>
              <a:gd name="connsiteX112" fmla="*/ 1678782 w 2543175"/>
              <a:gd name="connsiteY112" fmla="*/ 1226344 h 1890712"/>
              <a:gd name="connsiteX113" fmla="*/ 1700213 w 2543175"/>
              <a:gd name="connsiteY113" fmla="*/ 1247775 h 1890712"/>
              <a:gd name="connsiteX114" fmla="*/ 1712119 w 2543175"/>
              <a:gd name="connsiteY114" fmla="*/ 1259681 h 1890712"/>
              <a:gd name="connsiteX115" fmla="*/ 1733550 w 2543175"/>
              <a:gd name="connsiteY115" fmla="*/ 1273969 h 1890712"/>
              <a:gd name="connsiteX116" fmla="*/ 1743075 w 2543175"/>
              <a:gd name="connsiteY116" fmla="*/ 1283494 h 1890712"/>
              <a:gd name="connsiteX117" fmla="*/ 1754982 w 2543175"/>
              <a:gd name="connsiteY117" fmla="*/ 1290637 h 1890712"/>
              <a:gd name="connsiteX118" fmla="*/ 1766888 w 2543175"/>
              <a:gd name="connsiteY118" fmla="*/ 1300162 h 1890712"/>
              <a:gd name="connsiteX119" fmla="*/ 1783557 w 2543175"/>
              <a:gd name="connsiteY119" fmla="*/ 1307306 h 1890712"/>
              <a:gd name="connsiteX120" fmla="*/ 1790700 w 2543175"/>
              <a:gd name="connsiteY120" fmla="*/ 1312069 h 1890712"/>
              <a:gd name="connsiteX121" fmla="*/ 1800225 w 2543175"/>
              <a:gd name="connsiteY121" fmla="*/ 1319212 h 1890712"/>
              <a:gd name="connsiteX122" fmla="*/ 1807369 w 2543175"/>
              <a:gd name="connsiteY122" fmla="*/ 1321594 h 1890712"/>
              <a:gd name="connsiteX123" fmla="*/ 1824038 w 2543175"/>
              <a:gd name="connsiteY123" fmla="*/ 1333500 h 1890712"/>
              <a:gd name="connsiteX124" fmla="*/ 1843088 w 2543175"/>
              <a:gd name="connsiteY124" fmla="*/ 1352550 h 1890712"/>
              <a:gd name="connsiteX125" fmla="*/ 1852613 w 2543175"/>
              <a:gd name="connsiteY125" fmla="*/ 1359694 h 1890712"/>
              <a:gd name="connsiteX126" fmla="*/ 1859757 w 2543175"/>
              <a:gd name="connsiteY126" fmla="*/ 1366837 h 1890712"/>
              <a:gd name="connsiteX127" fmla="*/ 1869282 w 2543175"/>
              <a:gd name="connsiteY127" fmla="*/ 1371600 h 1890712"/>
              <a:gd name="connsiteX128" fmla="*/ 1883569 w 2543175"/>
              <a:gd name="connsiteY128" fmla="*/ 1388269 h 1890712"/>
              <a:gd name="connsiteX129" fmla="*/ 1893094 w 2543175"/>
              <a:gd name="connsiteY129" fmla="*/ 1395412 h 1890712"/>
              <a:gd name="connsiteX130" fmla="*/ 1902619 w 2543175"/>
              <a:gd name="connsiteY130" fmla="*/ 1404937 h 1890712"/>
              <a:gd name="connsiteX131" fmla="*/ 1912144 w 2543175"/>
              <a:gd name="connsiteY131" fmla="*/ 1409700 h 1890712"/>
              <a:gd name="connsiteX132" fmla="*/ 1931194 w 2543175"/>
              <a:gd name="connsiteY132" fmla="*/ 1421606 h 1890712"/>
              <a:gd name="connsiteX133" fmla="*/ 1935957 w 2543175"/>
              <a:gd name="connsiteY133" fmla="*/ 1428750 h 1890712"/>
              <a:gd name="connsiteX134" fmla="*/ 1952625 w 2543175"/>
              <a:gd name="connsiteY134" fmla="*/ 1438275 h 1890712"/>
              <a:gd name="connsiteX135" fmla="*/ 1971675 w 2543175"/>
              <a:gd name="connsiteY135" fmla="*/ 1450181 h 1890712"/>
              <a:gd name="connsiteX136" fmla="*/ 1981200 w 2543175"/>
              <a:gd name="connsiteY136" fmla="*/ 1454944 h 1890712"/>
              <a:gd name="connsiteX137" fmla="*/ 1997869 w 2543175"/>
              <a:gd name="connsiteY137" fmla="*/ 1471612 h 1890712"/>
              <a:gd name="connsiteX138" fmla="*/ 2007394 w 2543175"/>
              <a:gd name="connsiteY138" fmla="*/ 1478756 h 1890712"/>
              <a:gd name="connsiteX139" fmla="*/ 2016919 w 2543175"/>
              <a:gd name="connsiteY139" fmla="*/ 1483519 h 1890712"/>
              <a:gd name="connsiteX140" fmla="*/ 2024063 w 2543175"/>
              <a:gd name="connsiteY140" fmla="*/ 1490662 h 1890712"/>
              <a:gd name="connsiteX141" fmla="*/ 2033588 w 2543175"/>
              <a:gd name="connsiteY141" fmla="*/ 1495425 h 1890712"/>
              <a:gd name="connsiteX142" fmla="*/ 2040732 w 2543175"/>
              <a:gd name="connsiteY142" fmla="*/ 1502569 h 1890712"/>
              <a:gd name="connsiteX143" fmla="*/ 2047875 w 2543175"/>
              <a:gd name="connsiteY143" fmla="*/ 1507331 h 1890712"/>
              <a:gd name="connsiteX144" fmla="*/ 2057400 w 2543175"/>
              <a:gd name="connsiteY144" fmla="*/ 1514475 h 1890712"/>
              <a:gd name="connsiteX145" fmla="*/ 2064544 w 2543175"/>
              <a:gd name="connsiteY145" fmla="*/ 1519237 h 1890712"/>
              <a:gd name="connsiteX146" fmla="*/ 2071688 w 2543175"/>
              <a:gd name="connsiteY146" fmla="*/ 1526381 h 1890712"/>
              <a:gd name="connsiteX147" fmla="*/ 2081213 w 2543175"/>
              <a:gd name="connsiteY147" fmla="*/ 1531144 h 1890712"/>
              <a:gd name="connsiteX148" fmla="*/ 2090738 w 2543175"/>
              <a:gd name="connsiteY148" fmla="*/ 1538287 h 1890712"/>
              <a:gd name="connsiteX149" fmla="*/ 2109788 w 2543175"/>
              <a:gd name="connsiteY149" fmla="*/ 1547812 h 1890712"/>
              <a:gd name="connsiteX150" fmla="*/ 2131219 w 2543175"/>
              <a:gd name="connsiteY150" fmla="*/ 1562100 h 1890712"/>
              <a:gd name="connsiteX151" fmla="*/ 2140744 w 2543175"/>
              <a:gd name="connsiteY151" fmla="*/ 1566862 h 1890712"/>
              <a:gd name="connsiteX152" fmla="*/ 2152650 w 2543175"/>
              <a:gd name="connsiteY152" fmla="*/ 1576387 h 1890712"/>
              <a:gd name="connsiteX153" fmla="*/ 2181225 w 2543175"/>
              <a:gd name="connsiteY153" fmla="*/ 1590675 h 1890712"/>
              <a:gd name="connsiteX154" fmla="*/ 2200275 w 2543175"/>
              <a:gd name="connsiteY154" fmla="*/ 1607344 h 1890712"/>
              <a:gd name="connsiteX155" fmla="*/ 2207419 w 2543175"/>
              <a:gd name="connsiteY155" fmla="*/ 1612106 h 1890712"/>
              <a:gd name="connsiteX156" fmla="*/ 2216944 w 2543175"/>
              <a:gd name="connsiteY156" fmla="*/ 1619250 h 1890712"/>
              <a:gd name="connsiteX157" fmla="*/ 2224088 w 2543175"/>
              <a:gd name="connsiteY157" fmla="*/ 1624012 h 1890712"/>
              <a:gd name="connsiteX158" fmla="*/ 2247900 w 2543175"/>
              <a:gd name="connsiteY158" fmla="*/ 1643062 h 1890712"/>
              <a:gd name="connsiteX159" fmla="*/ 2255044 w 2543175"/>
              <a:gd name="connsiteY159" fmla="*/ 1650206 h 1890712"/>
              <a:gd name="connsiteX160" fmla="*/ 2281238 w 2543175"/>
              <a:gd name="connsiteY160" fmla="*/ 1664494 h 1890712"/>
              <a:gd name="connsiteX161" fmla="*/ 2297907 w 2543175"/>
              <a:gd name="connsiteY161" fmla="*/ 1674019 h 1890712"/>
              <a:gd name="connsiteX162" fmla="*/ 2312194 w 2543175"/>
              <a:gd name="connsiteY162" fmla="*/ 1685925 h 1890712"/>
              <a:gd name="connsiteX163" fmla="*/ 2328863 w 2543175"/>
              <a:gd name="connsiteY163" fmla="*/ 1697831 h 1890712"/>
              <a:gd name="connsiteX164" fmla="*/ 2350294 w 2543175"/>
              <a:gd name="connsiteY164" fmla="*/ 1712119 h 1890712"/>
              <a:gd name="connsiteX165" fmla="*/ 2369344 w 2543175"/>
              <a:gd name="connsiteY165" fmla="*/ 1724025 h 1890712"/>
              <a:gd name="connsiteX166" fmla="*/ 2428876 w 2543175"/>
              <a:gd name="connsiteY166" fmla="*/ 1785938 h 1890712"/>
              <a:gd name="connsiteX167" fmla="*/ 2466975 w 2543175"/>
              <a:gd name="connsiteY167" fmla="*/ 1783556 h 1890712"/>
              <a:gd name="connsiteX168" fmla="*/ 2481263 w 2543175"/>
              <a:gd name="connsiteY168" fmla="*/ 1795462 h 1890712"/>
              <a:gd name="connsiteX169" fmla="*/ 2486025 w 2543175"/>
              <a:gd name="connsiteY169" fmla="*/ 1802606 h 1890712"/>
              <a:gd name="connsiteX170" fmla="*/ 2514600 w 2543175"/>
              <a:gd name="connsiteY170" fmla="*/ 1850231 h 1890712"/>
              <a:gd name="connsiteX171" fmla="*/ 2519363 w 2543175"/>
              <a:gd name="connsiteY171" fmla="*/ 1857375 h 1890712"/>
              <a:gd name="connsiteX172" fmla="*/ 2540794 w 2543175"/>
              <a:gd name="connsiteY172" fmla="*/ 1883569 h 1890712"/>
              <a:gd name="connsiteX173" fmla="*/ 2543175 w 2543175"/>
              <a:gd name="connsiteY173"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78619 w 2543175"/>
              <a:gd name="connsiteY30" fmla="*/ 276225 h 1890712"/>
              <a:gd name="connsiteX31" fmla="*/ 385763 w 2543175"/>
              <a:gd name="connsiteY31" fmla="*/ 283369 h 1890712"/>
              <a:gd name="connsiteX32" fmla="*/ 404813 w 2543175"/>
              <a:gd name="connsiteY32" fmla="*/ 295275 h 1890712"/>
              <a:gd name="connsiteX33" fmla="*/ 411957 w 2543175"/>
              <a:gd name="connsiteY33" fmla="*/ 297656 h 1890712"/>
              <a:gd name="connsiteX34" fmla="*/ 466725 w 2543175"/>
              <a:gd name="connsiteY34" fmla="*/ 328612 h 1890712"/>
              <a:gd name="connsiteX35" fmla="*/ 476250 w 2543175"/>
              <a:gd name="connsiteY35" fmla="*/ 335756 h 1890712"/>
              <a:gd name="connsiteX36" fmla="*/ 481013 w 2543175"/>
              <a:gd name="connsiteY36" fmla="*/ 342900 h 1890712"/>
              <a:gd name="connsiteX37" fmla="*/ 490538 w 2543175"/>
              <a:gd name="connsiteY37" fmla="*/ 352425 h 1890712"/>
              <a:gd name="connsiteX38" fmla="*/ 495300 w 2543175"/>
              <a:gd name="connsiteY38" fmla="*/ 359569 h 1890712"/>
              <a:gd name="connsiteX39" fmla="*/ 509588 w 2543175"/>
              <a:gd name="connsiteY39" fmla="*/ 376237 h 1890712"/>
              <a:gd name="connsiteX40" fmla="*/ 514350 w 2543175"/>
              <a:gd name="connsiteY40" fmla="*/ 383381 h 1890712"/>
              <a:gd name="connsiteX41" fmla="*/ 531019 w 2543175"/>
              <a:gd name="connsiteY41" fmla="*/ 397669 h 1890712"/>
              <a:gd name="connsiteX42" fmla="*/ 538163 w 2543175"/>
              <a:gd name="connsiteY42" fmla="*/ 407194 h 1890712"/>
              <a:gd name="connsiteX43" fmla="*/ 554832 w 2543175"/>
              <a:gd name="connsiteY43" fmla="*/ 421481 h 1890712"/>
              <a:gd name="connsiteX44" fmla="*/ 564357 w 2543175"/>
              <a:gd name="connsiteY44" fmla="*/ 431006 h 1890712"/>
              <a:gd name="connsiteX45" fmla="*/ 573882 w 2543175"/>
              <a:gd name="connsiteY45" fmla="*/ 438150 h 1890712"/>
              <a:gd name="connsiteX46" fmla="*/ 595313 w 2543175"/>
              <a:gd name="connsiteY46" fmla="*/ 454819 h 1890712"/>
              <a:gd name="connsiteX47" fmla="*/ 602457 w 2543175"/>
              <a:gd name="connsiteY47" fmla="*/ 457200 h 1890712"/>
              <a:gd name="connsiteX48" fmla="*/ 628650 w 2543175"/>
              <a:gd name="connsiteY48" fmla="*/ 469106 h 1890712"/>
              <a:gd name="connsiteX49" fmla="*/ 645319 w 2543175"/>
              <a:gd name="connsiteY49" fmla="*/ 483394 h 1890712"/>
              <a:gd name="connsiteX50" fmla="*/ 654844 w 2543175"/>
              <a:gd name="connsiteY50" fmla="*/ 488156 h 1890712"/>
              <a:gd name="connsiteX51" fmla="*/ 661988 w 2543175"/>
              <a:gd name="connsiteY51" fmla="*/ 497681 h 1890712"/>
              <a:gd name="connsiteX52" fmla="*/ 683419 w 2543175"/>
              <a:gd name="connsiteY52" fmla="*/ 514350 h 1890712"/>
              <a:gd name="connsiteX53" fmla="*/ 700088 w 2543175"/>
              <a:gd name="connsiteY53" fmla="*/ 526256 h 1890712"/>
              <a:gd name="connsiteX54" fmla="*/ 709613 w 2543175"/>
              <a:gd name="connsiteY54" fmla="*/ 535781 h 1890712"/>
              <a:gd name="connsiteX55" fmla="*/ 719138 w 2543175"/>
              <a:gd name="connsiteY55" fmla="*/ 542925 h 1890712"/>
              <a:gd name="connsiteX56" fmla="*/ 733425 w 2543175"/>
              <a:gd name="connsiteY56" fmla="*/ 557212 h 1890712"/>
              <a:gd name="connsiteX57" fmla="*/ 750094 w 2543175"/>
              <a:gd name="connsiteY57" fmla="*/ 569119 h 1890712"/>
              <a:gd name="connsiteX58" fmla="*/ 769144 w 2543175"/>
              <a:gd name="connsiteY58" fmla="*/ 581025 h 1890712"/>
              <a:gd name="connsiteX59" fmla="*/ 785813 w 2543175"/>
              <a:gd name="connsiteY59" fmla="*/ 590550 h 1890712"/>
              <a:gd name="connsiteX60" fmla="*/ 792957 w 2543175"/>
              <a:gd name="connsiteY60" fmla="*/ 600075 h 1890712"/>
              <a:gd name="connsiteX61" fmla="*/ 809625 w 2543175"/>
              <a:gd name="connsiteY61" fmla="*/ 611981 h 1890712"/>
              <a:gd name="connsiteX62" fmla="*/ 816769 w 2543175"/>
              <a:gd name="connsiteY62" fmla="*/ 619125 h 1890712"/>
              <a:gd name="connsiteX63" fmla="*/ 826294 w 2543175"/>
              <a:gd name="connsiteY63" fmla="*/ 626269 h 1890712"/>
              <a:gd name="connsiteX64" fmla="*/ 840582 w 2543175"/>
              <a:gd name="connsiteY64" fmla="*/ 638175 h 1890712"/>
              <a:gd name="connsiteX65" fmla="*/ 847725 w 2543175"/>
              <a:gd name="connsiteY65" fmla="*/ 645319 h 1890712"/>
              <a:gd name="connsiteX66" fmla="*/ 857250 w 2543175"/>
              <a:gd name="connsiteY66" fmla="*/ 652462 h 1890712"/>
              <a:gd name="connsiteX67" fmla="*/ 864394 w 2543175"/>
              <a:gd name="connsiteY67" fmla="*/ 657225 h 1890712"/>
              <a:gd name="connsiteX68" fmla="*/ 888207 w 2543175"/>
              <a:gd name="connsiteY68" fmla="*/ 676275 h 1890712"/>
              <a:gd name="connsiteX69" fmla="*/ 895350 w 2543175"/>
              <a:gd name="connsiteY69" fmla="*/ 681037 h 1890712"/>
              <a:gd name="connsiteX70" fmla="*/ 907257 w 2543175"/>
              <a:gd name="connsiteY70" fmla="*/ 683419 h 1890712"/>
              <a:gd name="connsiteX71" fmla="*/ 928688 w 2543175"/>
              <a:gd name="connsiteY71" fmla="*/ 695325 h 1890712"/>
              <a:gd name="connsiteX72" fmla="*/ 942975 w 2543175"/>
              <a:gd name="connsiteY72" fmla="*/ 700087 h 1890712"/>
              <a:gd name="connsiteX73" fmla="*/ 964407 w 2543175"/>
              <a:gd name="connsiteY73" fmla="*/ 716756 h 1890712"/>
              <a:gd name="connsiteX74" fmla="*/ 971550 w 2543175"/>
              <a:gd name="connsiteY74" fmla="*/ 723900 h 1890712"/>
              <a:gd name="connsiteX75" fmla="*/ 983457 w 2543175"/>
              <a:gd name="connsiteY75" fmla="*/ 733425 h 1890712"/>
              <a:gd name="connsiteX76" fmla="*/ 990600 w 2543175"/>
              <a:gd name="connsiteY76" fmla="*/ 738187 h 1890712"/>
              <a:gd name="connsiteX77" fmla="*/ 1007269 w 2543175"/>
              <a:gd name="connsiteY77" fmla="*/ 752475 h 1890712"/>
              <a:gd name="connsiteX78" fmla="*/ 1031082 w 2543175"/>
              <a:gd name="connsiteY78" fmla="*/ 766762 h 1890712"/>
              <a:gd name="connsiteX79" fmla="*/ 1042988 w 2543175"/>
              <a:gd name="connsiteY79" fmla="*/ 773906 h 1890712"/>
              <a:gd name="connsiteX80" fmla="*/ 1071563 w 2543175"/>
              <a:gd name="connsiteY80" fmla="*/ 785812 h 1890712"/>
              <a:gd name="connsiteX81" fmla="*/ 1097757 w 2543175"/>
              <a:gd name="connsiteY81" fmla="*/ 807244 h 1890712"/>
              <a:gd name="connsiteX82" fmla="*/ 1104900 w 2543175"/>
              <a:gd name="connsiteY82" fmla="*/ 814387 h 1890712"/>
              <a:gd name="connsiteX83" fmla="*/ 1121569 w 2543175"/>
              <a:gd name="connsiteY83" fmla="*/ 823912 h 1890712"/>
              <a:gd name="connsiteX84" fmla="*/ 1138238 w 2543175"/>
              <a:gd name="connsiteY84" fmla="*/ 835819 h 1890712"/>
              <a:gd name="connsiteX85" fmla="*/ 1147763 w 2543175"/>
              <a:gd name="connsiteY85" fmla="*/ 842962 h 1890712"/>
              <a:gd name="connsiteX86" fmla="*/ 1157288 w 2543175"/>
              <a:gd name="connsiteY86" fmla="*/ 847725 h 1890712"/>
              <a:gd name="connsiteX87" fmla="*/ 1178719 w 2543175"/>
              <a:gd name="connsiteY87" fmla="*/ 859631 h 1890712"/>
              <a:gd name="connsiteX88" fmla="*/ 1188244 w 2543175"/>
              <a:gd name="connsiteY88" fmla="*/ 866775 h 1890712"/>
              <a:gd name="connsiteX89" fmla="*/ 1195388 w 2543175"/>
              <a:gd name="connsiteY89" fmla="*/ 871537 h 1890712"/>
              <a:gd name="connsiteX90" fmla="*/ 1212057 w 2543175"/>
              <a:gd name="connsiteY90" fmla="*/ 883444 h 1890712"/>
              <a:gd name="connsiteX91" fmla="*/ 1226344 w 2543175"/>
              <a:gd name="connsiteY91" fmla="*/ 895350 h 1890712"/>
              <a:gd name="connsiteX92" fmla="*/ 1245394 w 2543175"/>
              <a:gd name="connsiteY92" fmla="*/ 907256 h 1890712"/>
              <a:gd name="connsiteX93" fmla="*/ 1254919 w 2543175"/>
              <a:gd name="connsiteY93" fmla="*/ 914400 h 1890712"/>
              <a:gd name="connsiteX94" fmla="*/ 1269207 w 2543175"/>
              <a:gd name="connsiteY94" fmla="*/ 921544 h 1890712"/>
              <a:gd name="connsiteX95" fmla="*/ 1290638 w 2543175"/>
              <a:gd name="connsiteY95" fmla="*/ 935831 h 1890712"/>
              <a:gd name="connsiteX96" fmla="*/ 1307307 w 2543175"/>
              <a:gd name="connsiteY96" fmla="*/ 952500 h 1890712"/>
              <a:gd name="connsiteX97" fmla="*/ 1333500 w 2543175"/>
              <a:gd name="connsiteY97" fmla="*/ 971550 h 1890712"/>
              <a:gd name="connsiteX98" fmla="*/ 1359694 w 2543175"/>
              <a:gd name="connsiteY98" fmla="*/ 990600 h 1890712"/>
              <a:gd name="connsiteX99" fmla="*/ 1373982 w 2543175"/>
              <a:gd name="connsiteY99" fmla="*/ 997744 h 1890712"/>
              <a:gd name="connsiteX100" fmla="*/ 1388269 w 2543175"/>
              <a:gd name="connsiteY100" fmla="*/ 1007269 h 1890712"/>
              <a:gd name="connsiteX101" fmla="*/ 1414463 w 2543175"/>
              <a:gd name="connsiteY101" fmla="*/ 1019175 h 1890712"/>
              <a:gd name="connsiteX102" fmla="*/ 1428750 w 2543175"/>
              <a:gd name="connsiteY102" fmla="*/ 1026319 h 1890712"/>
              <a:gd name="connsiteX103" fmla="*/ 1471613 w 2543175"/>
              <a:gd name="connsiteY103" fmla="*/ 1059656 h 1890712"/>
              <a:gd name="connsiteX104" fmla="*/ 1495425 w 2543175"/>
              <a:gd name="connsiteY104" fmla="*/ 1088231 h 1890712"/>
              <a:gd name="connsiteX105" fmla="*/ 1547812 w 2543175"/>
              <a:gd name="connsiteY105" fmla="*/ 1133475 h 1890712"/>
              <a:gd name="connsiteX106" fmla="*/ 1597819 w 2543175"/>
              <a:gd name="connsiteY106" fmla="*/ 1154906 h 1890712"/>
              <a:gd name="connsiteX107" fmla="*/ 1604963 w 2543175"/>
              <a:gd name="connsiteY107" fmla="*/ 1162050 h 1890712"/>
              <a:gd name="connsiteX108" fmla="*/ 1612107 w 2543175"/>
              <a:gd name="connsiteY108" fmla="*/ 1166812 h 1890712"/>
              <a:gd name="connsiteX109" fmla="*/ 1628775 w 2543175"/>
              <a:gd name="connsiteY109" fmla="*/ 1183481 h 1890712"/>
              <a:gd name="connsiteX110" fmla="*/ 1662113 w 2543175"/>
              <a:gd name="connsiteY110" fmla="*/ 1209675 h 1890712"/>
              <a:gd name="connsiteX111" fmla="*/ 1678782 w 2543175"/>
              <a:gd name="connsiteY111" fmla="*/ 1226344 h 1890712"/>
              <a:gd name="connsiteX112" fmla="*/ 1700213 w 2543175"/>
              <a:gd name="connsiteY112" fmla="*/ 1247775 h 1890712"/>
              <a:gd name="connsiteX113" fmla="*/ 1712119 w 2543175"/>
              <a:gd name="connsiteY113" fmla="*/ 1259681 h 1890712"/>
              <a:gd name="connsiteX114" fmla="*/ 1733550 w 2543175"/>
              <a:gd name="connsiteY114" fmla="*/ 1273969 h 1890712"/>
              <a:gd name="connsiteX115" fmla="*/ 1743075 w 2543175"/>
              <a:gd name="connsiteY115" fmla="*/ 1283494 h 1890712"/>
              <a:gd name="connsiteX116" fmla="*/ 1754982 w 2543175"/>
              <a:gd name="connsiteY116" fmla="*/ 1290637 h 1890712"/>
              <a:gd name="connsiteX117" fmla="*/ 1766888 w 2543175"/>
              <a:gd name="connsiteY117" fmla="*/ 1300162 h 1890712"/>
              <a:gd name="connsiteX118" fmla="*/ 1783557 w 2543175"/>
              <a:gd name="connsiteY118" fmla="*/ 1307306 h 1890712"/>
              <a:gd name="connsiteX119" fmla="*/ 1790700 w 2543175"/>
              <a:gd name="connsiteY119" fmla="*/ 1312069 h 1890712"/>
              <a:gd name="connsiteX120" fmla="*/ 1800225 w 2543175"/>
              <a:gd name="connsiteY120" fmla="*/ 1319212 h 1890712"/>
              <a:gd name="connsiteX121" fmla="*/ 1807369 w 2543175"/>
              <a:gd name="connsiteY121" fmla="*/ 1321594 h 1890712"/>
              <a:gd name="connsiteX122" fmla="*/ 1824038 w 2543175"/>
              <a:gd name="connsiteY122" fmla="*/ 1333500 h 1890712"/>
              <a:gd name="connsiteX123" fmla="*/ 1843088 w 2543175"/>
              <a:gd name="connsiteY123" fmla="*/ 1352550 h 1890712"/>
              <a:gd name="connsiteX124" fmla="*/ 1852613 w 2543175"/>
              <a:gd name="connsiteY124" fmla="*/ 1359694 h 1890712"/>
              <a:gd name="connsiteX125" fmla="*/ 1859757 w 2543175"/>
              <a:gd name="connsiteY125" fmla="*/ 1366837 h 1890712"/>
              <a:gd name="connsiteX126" fmla="*/ 1869282 w 2543175"/>
              <a:gd name="connsiteY126" fmla="*/ 1371600 h 1890712"/>
              <a:gd name="connsiteX127" fmla="*/ 1883569 w 2543175"/>
              <a:gd name="connsiteY127" fmla="*/ 1388269 h 1890712"/>
              <a:gd name="connsiteX128" fmla="*/ 1893094 w 2543175"/>
              <a:gd name="connsiteY128" fmla="*/ 1395412 h 1890712"/>
              <a:gd name="connsiteX129" fmla="*/ 1902619 w 2543175"/>
              <a:gd name="connsiteY129" fmla="*/ 1404937 h 1890712"/>
              <a:gd name="connsiteX130" fmla="*/ 1912144 w 2543175"/>
              <a:gd name="connsiteY130" fmla="*/ 1409700 h 1890712"/>
              <a:gd name="connsiteX131" fmla="*/ 1931194 w 2543175"/>
              <a:gd name="connsiteY131" fmla="*/ 1421606 h 1890712"/>
              <a:gd name="connsiteX132" fmla="*/ 1935957 w 2543175"/>
              <a:gd name="connsiteY132" fmla="*/ 1428750 h 1890712"/>
              <a:gd name="connsiteX133" fmla="*/ 1952625 w 2543175"/>
              <a:gd name="connsiteY133" fmla="*/ 1438275 h 1890712"/>
              <a:gd name="connsiteX134" fmla="*/ 1971675 w 2543175"/>
              <a:gd name="connsiteY134" fmla="*/ 1450181 h 1890712"/>
              <a:gd name="connsiteX135" fmla="*/ 1981200 w 2543175"/>
              <a:gd name="connsiteY135" fmla="*/ 1454944 h 1890712"/>
              <a:gd name="connsiteX136" fmla="*/ 1997869 w 2543175"/>
              <a:gd name="connsiteY136" fmla="*/ 1471612 h 1890712"/>
              <a:gd name="connsiteX137" fmla="*/ 2007394 w 2543175"/>
              <a:gd name="connsiteY137" fmla="*/ 1478756 h 1890712"/>
              <a:gd name="connsiteX138" fmla="*/ 2016919 w 2543175"/>
              <a:gd name="connsiteY138" fmla="*/ 1483519 h 1890712"/>
              <a:gd name="connsiteX139" fmla="*/ 2024063 w 2543175"/>
              <a:gd name="connsiteY139" fmla="*/ 1490662 h 1890712"/>
              <a:gd name="connsiteX140" fmla="*/ 2033588 w 2543175"/>
              <a:gd name="connsiteY140" fmla="*/ 1495425 h 1890712"/>
              <a:gd name="connsiteX141" fmla="*/ 2040732 w 2543175"/>
              <a:gd name="connsiteY141" fmla="*/ 1502569 h 1890712"/>
              <a:gd name="connsiteX142" fmla="*/ 2047875 w 2543175"/>
              <a:gd name="connsiteY142" fmla="*/ 1507331 h 1890712"/>
              <a:gd name="connsiteX143" fmla="*/ 2057400 w 2543175"/>
              <a:gd name="connsiteY143" fmla="*/ 1514475 h 1890712"/>
              <a:gd name="connsiteX144" fmla="*/ 2064544 w 2543175"/>
              <a:gd name="connsiteY144" fmla="*/ 1519237 h 1890712"/>
              <a:gd name="connsiteX145" fmla="*/ 2071688 w 2543175"/>
              <a:gd name="connsiteY145" fmla="*/ 1526381 h 1890712"/>
              <a:gd name="connsiteX146" fmla="*/ 2081213 w 2543175"/>
              <a:gd name="connsiteY146" fmla="*/ 1531144 h 1890712"/>
              <a:gd name="connsiteX147" fmla="*/ 2090738 w 2543175"/>
              <a:gd name="connsiteY147" fmla="*/ 1538287 h 1890712"/>
              <a:gd name="connsiteX148" fmla="*/ 2109788 w 2543175"/>
              <a:gd name="connsiteY148" fmla="*/ 1547812 h 1890712"/>
              <a:gd name="connsiteX149" fmla="*/ 2131219 w 2543175"/>
              <a:gd name="connsiteY149" fmla="*/ 1562100 h 1890712"/>
              <a:gd name="connsiteX150" fmla="*/ 2140744 w 2543175"/>
              <a:gd name="connsiteY150" fmla="*/ 1566862 h 1890712"/>
              <a:gd name="connsiteX151" fmla="*/ 2152650 w 2543175"/>
              <a:gd name="connsiteY151" fmla="*/ 1576387 h 1890712"/>
              <a:gd name="connsiteX152" fmla="*/ 2181225 w 2543175"/>
              <a:gd name="connsiteY152" fmla="*/ 1590675 h 1890712"/>
              <a:gd name="connsiteX153" fmla="*/ 2200275 w 2543175"/>
              <a:gd name="connsiteY153" fmla="*/ 1607344 h 1890712"/>
              <a:gd name="connsiteX154" fmla="*/ 2207419 w 2543175"/>
              <a:gd name="connsiteY154" fmla="*/ 1612106 h 1890712"/>
              <a:gd name="connsiteX155" fmla="*/ 2216944 w 2543175"/>
              <a:gd name="connsiteY155" fmla="*/ 1619250 h 1890712"/>
              <a:gd name="connsiteX156" fmla="*/ 2224088 w 2543175"/>
              <a:gd name="connsiteY156" fmla="*/ 1624012 h 1890712"/>
              <a:gd name="connsiteX157" fmla="*/ 2247900 w 2543175"/>
              <a:gd name="connsiteY157" fmla="*/ 1643062 h 1890712"/>
              <a:gd name="connsiteX158" fmla="*/ 2255044 w 2543175"/>
              <a:gd name="connsiteY158" fmla="*/ 1650206 h 1890712"/>
              <a:gd name="connsiteX159" fmla="*/ 2281238 w 2543175"/>
              <a:gd name="connsiteY159" fmla="*/ 1664494 h 1890712"/>
              <a:gd name="connsiteX160" fmla="*/ 2297907 w 2543175"/>
              <a:gd name="connsiteY160" fmla="*/ 1674019 h 1890712"/>
              <a:gd name="connsiteX161" fmla="*/ 2312194 w 2543175"/>
              <a:gd name="connsiteY161" fmla="*/ 1685925 h 1890712"/>
              <a:gd name="connsiteX162" fmla="*/ 2328863 w 2543175"/>
              <a:gd name="connsiteY162" fmla="*/ 1697831 h 1890712"/>
              <a:gd name="connsiteX163" fmla="*/ 2350294 w 2543175"/>
              <a:gd name="connsiteY163" fmla="*/ 1712119 h 1890712"/>
              <a:gd name="connsiteX164" fmla="*/ 2369344 w 2543175"/>
              <a:gd name="connsiteY164" fmla="*/ 1724025 h 1890712"/>
              <a:gd name="connsiteX165" fmla="*/ 2428876 w 2543175"/>
              <a:gd name="connsiteY165" fmla="*/ 1785938 h 1890712"/>
              <a:gd name="connsiteX166" fmla="*/ 2466975 w 2543175"/>
              <a:gd name="connsiteY166" fmla="*/ 1783556 h 1890712"/>
              <a:gd name="connsiteX167" fmla="*/ 2481263 w 2543175"/>
              <a:gd name="connsiteY167" fmla="*/ 1795462 h 1890712"/>
              <a:gd name="connsiteX168" fmla="*/ 2486025 w 2543175"/>
              <a:gd name="connsiteY168" fmla="*/ 1802606 h 1890712"/>
              <a:gd name="connsiteX169" fmla="*/ 2514600 w 2543175"/>
              <a:gd name="connsiteY169" fmla="*/ 1850231 h 1890712"/>
              <a:gd name="connsiteX170" fmla="*/ 2519363 w 2543175"/>
              <a:gd name="connsiteY170" fmla="*/ 1857375 h 1890712"/>
              <a:gd name="connsiteX171" fmla="*/ 2540794 w 2543175"/>
              <a:gd name="connsiteY171" fmla="*/ 1883569 h 1890712"/>
              <a:gd name="connsiteX172" fmla="*/ 2543175 w 2543175"/>
              <a:gd name="connsiteY17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85763 w 2543175"/>
              <a:gd name="connsiteY30" fmla="*/ 283369 h 1890712"/>
              <a:gd name="connsiteX31" fmla="*/ 404813 w 2543175"/>
              <a:gd name="connsiteY31" fmla="*/ 295275 h 1890712"/>
              <a:gd name="connsiteX32" fmla="*/ 411957 w 2543175"/>
              <a:gd name="connsiteY32" fmla="*/ 297656 h 1890712"/>
              <a:gd name="connsiteX33" fmla="*/ 466725 w 2543175"/>
              <a:gd name="connsiteY33" fmla="*/ 328612 h 1890712"/>
              <a:gd name="connsiteX34" fmla="*/ 476250 w 2543175"/>
              <a:gd name="connsiteY34" fmla="*/ 335756 h 1890712"/>
              <a:gd name="connsiteX35" fmla="*/ 481013 w 2543175"/>
              <a:gd name="connsiteY35" fmla="*/ 342900 h 1890712"/>
              <a:gd name="connsiteX36" fmla="*/ 490538 w 2543175"/>
              <a:gd name="connsiteY36" fmla="*/ 352425 h 1890712"/>
              <a:gd name="connsiteX37" fmla="*/ 495300 w 2543175"/>
              <a:gd name="connsiteY37" fmla="*/ 359569 h 1890712"/>
              <a:gd name="connsiteX38" fmla="*/ 509588 w 2543175"/>
              <a:gd name="connsiteY38" fmla="*/ 376237 h 1890712"/>
              <a:gd name="connsiteX39" fmla="*/ 514350 w 2543175"/>
              <a:gd name="connsiteY39" fmla="*/ 383381 h 1890712"/>
              <a:gd name="connsiteX40" fmla="*/ 531019 w 2543175"/>
              <a:gd name="connsiteY40" fmla="*/ 397669 h 1890712"/>
              <a:gd name="connsiteX41" fmla="*/ 538163 w 2543175"/>
              <a:gd name="connsiteY41" fmla="*/ 407194 h 1890712"/>
              <a:gd name="connsiteX42" fmla="*/ 554832 w 2543175"/>
              <a:gd name="connsiteY42" fmla="*/ 421481 h 1890712"/>
              <a:gd name="connsiteX43" fmla="*/ 564357 w 2543175"/>
              <a:gd name="connsiteY43" fmla="*/ 431006 h 1890712"/>
              <a:gd name="connsiteX44" fmla="*/ 573882 w 2543175"/>
              <a:gd name="connsiteY44" fmla="*/ 438150 h 1890712"/>
              <a:gd name="connsiteX45" fmla="*/ 595313 w 2543175"/>
              <a:gd name="connsiteY45" fmla="*/ 454819 h 1890712"/>
              <a:gd name="connsiteX46" fmla="*/ 602457 w 2543175"/>
              <a:gd name="connsiteY46" fmla="*/ 457200 h 1890712"/>
              <a:gd name="connsiteX47" fmla="*/ 628650 w 2543175"/>
              <a:gd name="connsiteY47" fmla="*/ 469106 h 1890712"/>
              <a:gd name="connsiteX48" fmla="*/ 645319 w 2543175"/>
              <a:gd name="connsiteY48" fmla="*/ 483394 h 1890712"/>
              <a:gd name="connsiteX49" fmla="*/ 654844 w 2543175"/>
              <a:gd name="connsiteY49" fmla="*/ 488156 h 1890712"/>
              <a:gd name="connsiteX50" fmla="*/ 661988 w 2543175"/>
              <a:gd name="connsiteY50" fmla="*/ 497681 h 1890712"/>
              <a:gd name="connsiteX51" fmla="*/ 683419 w 2543175"/>
              <a:gd name="connsiteY51" fmla="*/ 514350 h 1890712"/>
              <a:gd name="connsiteX52" fmla="*/ 700088 w 2543175"/>
              <a:gd name="connsiteY52" fmla="*/ 526256 h 1890712"/>
              <a:gd name="connsiteX53" fmla="*/ 709613 w 2543175"/>
              <a:gd name="connsiteY53" fmla="*/ 535781 h 1890712"/>
              <a:gd name="connsiteX54" fmla="*/ 719138 w 2543175"/>
              <a:gd name="connsiteY54" fmla="*/ 542925 h 1890712"/>
              <a:gd name="connsiteX55" fmla="*/ 733425 w 2543175"/>
              <a:gd name="connsiteY55" fmla="*/ 557212 h 1890712"/>
              <a:gd name="connsiteX56" fmla="*/ 750094 w 2543175"/>
              <a:gd name="connsiteY56" fmla="*/ 569119 h 1890712"/>
              <a:gd name="connsiteX57" fmla="*/ 769144 w 2543175"/>
              <a:gd name="connsiteY57" fmla="*/ 581025 h 1890712"/>
              <a:gd name="connsiteX58" fmla="*/ 785813 w 2543175"/>
              <a:gd name="connsiteY58" fmla="*/ 590550 h 1890712"/>
              <a:gd name="connsiteX59" fmla="*/ 792957 w 2543175"/>
              <a:gd name="connsiteY59" fmla="*/ 600075 h 1890712"/>
              <a:gd name="connsiteX60" fmla="*/ 809625 w 2543175"/>
              <a:gd name="connsiteY60" fmla="*/ 611981 h 1890712"/>
              <a:gd name="connsiteX61" fmla="*/ 816769 w 2543175"/>
              <a:gd name="connsiteY61" fmla="*/ 619125 h 1890712"/>
              <a:gd name="connsiteX62" fmla="*/ 826294 w 2543175"/>
              <a:gd name="connsiteY62" fmla="*/ 626269 h 1890712"/>
              <a:gd name="connsiteX63" fmla="*/ 840582 w 2543175"/>
              <a:gd name="connsiteY63" fmla="*/ 638175 h 1890712"/>
              <a:gd name="connsiteX64" fmla="*/ 847725 w 2543175"/>
              <a:gd name="connsiteY64" fmla="*/ 645319 h 1890712"/>
              <a:gd name="connsiteX65" fmla="*/ 857250 w 2543175"/>
              <a:gd name="connsiteY65" fmla="*/ 652462 h 1890712"/>
              <a:gd name="connsiteX66" fmla="*/ 864394 w 2543175"/>
              <a:gd name="connsiteY66" fmla="*/ 657225 h 1890712"/>
              <a:gd name="connsiteX67" fmla="*/ 888207 w 2543175"/>
              <a:gd name="connsiteY67" fmla="*/ 676275 h 1890712"/>
              <a:gd name="connsiteX68" fmla="*/ 895350 w 2543175"/>
              <a:gd name="connsiteY68" fmla="*/ 681037 h 1890712"/>
              <a:gd name="connsiteX69" fmla="*/ 907257 w 2543175"/>
              <a:gd name="connsiteY69" fmla="*/ 683419 h 1890712"/>
              <a:gd name="connsiteX70" fmla="*/ 928688 w 2543175"/>
              <a:gd name="connsiteY70" fmla="*/ 695325 h 1890712"/>
              <a:gd name="connsiteX71" fmla="*/ 942975 w 2543175"/>
              <a:gd name="connsiteY71" fmla="*/ 700087 h 1890712"/>
              <a:gd name="connsiteX72" fmla="*/ 964407 w 2543175"/>
              <a:gd name="connsiteY72" fmla="*/ 716756 h 1890712"/>
              <a:gd name="connsiteX73" fmla="*/ 971550 w 2543175"/>
              <a:gd name="connsiteY73" fmla="*/ 723900 h 1890712"/>
              <a:gd name="connsiteX74" fmla="*/ 983457 w 2543175"/>
              <a:gd name="connsiteY74" fmla="*/ 733425 h 1890712"/>
              <a:gd name="connsiteX75" fmla="*/ 990600 w 2543175"/>
              <a:gd name="connsiteY75" fmla="*/ 738187 h 1890712"/>
              <a:gd name="connsiteX76" fmla="*/ 1007269 w 2543175"/>
              <a:gd name="connsiteY76" fmla="*/ 752475 h 1890712"/>
              <a:gd name="connsiteX77" fmla="*/ 1031082 w 2543175"/>
              <a:gd name="connsiteY77" fmla="*/ 766762 h 1890712"/>
              <a:gd name="connsiteX78" fmla="*/ 1042988 w 2543175"/>
              <a:gd name="connsiteY78" fmla="*/ 773906 h 1890712"/>
              <a:gd name="connsiteX79" fmla="*/ 1071563 w 2543175"/>
              <a:gd name="connsiteY79" fmla="*/ 785812 h 1890712"/>
              <a:gd name="connsiteX80" fmla="*/ 1097757 w 2543175"/>
              <a:gd name="connsiteY80" fmla="*/ 807244 h 1890712"/>
              <a:gd name="connsiteX81" fmla="*/ 1104900 w 2543175"/>
              <a:gd name="connsiteY81" fmla="*/ 814387 h 1890712"/>
              <a:gd name="connsiteX82" fmla="*/ 1121569 w 2543175"/>
              <a:gd name="connsiteY82" fmla="*/ 823912 h 1890712"/>
              <a:gd name="connsiteX83" fmla="*/ 1138238 w 2543175"/>
              <a:gd name="connsiteY83" fmla="*/ 835819 h 1890712"/>
              <a:gd name="connsiteX84" fmla="*/ 1147763 w 2543175"/>
              <a:gd name="connsiteY84" fmla="*/ 842962 h 1890712"/>
              <a:gd name="connsiteX85" fmla="*/ 1157288 w 2543175"/>
              <a:gd name="connsiteY85" fmla="*/ 847725 h 1890712"/>
              <a:gd name="connsiteX86" fmla="*/ 1178719 w 2543175"/>
              <a:gd name="connsiteY86" fmla="*/ 859631 h 1890712"/>
              <a:gd name="connsiteX87" fmla="*/ 1188244 w 2543175"/>
              <a:gd name="connsiteY87" fmla="*/ 866775 h 1890712"/>
              <a:gd name="connsiteX88" fmla="*/ 1195388 w 2543175"/>
              <a:gd name="connsiteY88" fmla="*/ 871537 h 1890712"/>
              <a:gd name="connsiteX89" fmla="*/ 1212057 w 2543175"/>
              <a:gd name="connsiteY89" fmla="*/ 883444 h 1890712"/>
              <a:gd name="connsiteX90" fmla="*/ 1226344 w 2543175"/>
              <a:gd name="connsiteY90" fmla="*/ 895350 h 1890712"/>
              <a:gd name="connsiteX91" fmla="*/ 1245394 w 2543175"/>
              <a:gd name="connsiteY91" fmla="*/ 907256 h 1890712"/>
              <a:gd name="connsiteX92" fmla="*/ 1254919 w 2543175"/>
              <a:gd name="connsiteY92" fmla="*/ 914400 h 1890712"/>
              <a:gd name="connsiteX93" fmla="*/ 1269207 w 2543175"/>
              <a:gd name="connsiteY93" fmla="*/ 921544 h 1890712"/>
              <a:gd name="connsiteX94" fmla="*/ 1290638 w 2543175"/>
              <a:gd name="connsiteY94" fmla="*/ 935831 h 1890712"/>
              <a:gd name="connsiteX95" fmla="*/ 1307307 w 2543175"/>
              <a:gd name="connsiteY95" fmla="*/ 952500 h 1890712"/>
              <a:gd name="connsiteX96" fmla="*/ 1333500 w 2543175"/>
              <a:gd name="connsiteY96" fmla="*/ 971550 h 1890712"/>
              <a:gd name="connsiteX97" fmla="*/ 1359694 w 2543175"/>
              <a:gd name="connsiteY97" fmla="*/ 990600 h 1890712"/>
              <a:gd name="connsiteX98" fmla="*/ 1373982 w 2543175"/>
              <a:gd name="connsiteY98" fmla="*/ 997744 h 1890712"/>
              <a:gd name="connsiteX99" fmla="*/ 1388269 w 2543175"/>
              <a:gd name="connsiteY99" fmla="*/ 1007269 h 1890712"/>
              <a:gd name="connsiteX100" fmla="*/ 1414463 w 2543175"/>
              <a:gd name="connsiteY100" fmla="*/ 1019175 h 1890712"/>
              <a:gd name="connsiteX101" fmla="*/ 1428750 w 2543175"/>
              <a:gd name="connsiteY101" fmla="*/ 1026319 h 1890712"/>
              <a:gd name="connsiteX102" fmla="*/ 1471613 w 2543175"/>
              <a:gd name="connsiteY102" fmla="*/ 1059656 h 1890712"/>
              <a:gd name="connsiteX103" fmla="*/ 1495425 w 2543175"/>
              <a:gd name="connsiteY103" fmla="*/ 1088231 h 1890712"/>
              <a:gd name="connsiteX104" fmla="*/ 1547812 w 2543175"/>
              <a:gd name="connsiteY104" fmla="*/ 1133475 h 1890712"/>
              <a:gd name="connsiteX105" fmla="*/ 1597819 w 2543175"/>
              <a:gd name="connsiteY105" fmla="*/ 1154906 h 1890712"/>
              <a:gd name="connsiteX106" fmla="*/ 1604963 w 2543175"/>
              <a:gd name="connsiteY106" fmla="*/ 1162050 h 1890712"/>
              <a:gd name="connsiteX107" fmla="*/ 1612107 w 2543175"/>
              <a:gd name="connsiteY107" fmla="*/ 1166812 h 1890712"/>
              <a:gd name="connsiteX108" fmla="*/ 1628775 w 2543175"/>
              <a:gd name="connsiteY108" fmla="*/ 1183481 h 1890712"/>
              <a:gd name="connsiteX109" fmla="*/ 1662113 w 2543175"/>
              <a:gd name="connsiteY109" fmla="*/ 1209675 h 1890712"/>
              <a:gd name="connsiteX110" fmla="*/ 1678782 w 2543175"/>
              <a:gd name="connsiteY110" fmla="*/ 1226344 h 1890712"/>
              <a:gd name="connsiteX111" fmla="*/ 1700213 w 2543175"/>
              <a:gd name="connsiteY111" fmla="*/ 1247775 h 1890712"/>
              <a:gd name="connsiteX112" fmla="*/ 1712119 w 2543175"/>
              <a:gd name="connsiteY112" fmla="*/ 1259681 h 1890712"/>
              <a:gd name="connsiteX113" fmla="*/ 1733550 w 2543175"/>
              <a:gd name="connsiteY113" fmla="*/ 1273969 h 1890712"/>
              <a:gd name="connsiteX114" fmla="*/ 1743075 w 2543175"/>
              <a:gd name="connsiteY114" fmla="*/ 1283494 h 1890712"/>
              <a:gd name="connsiteX115" fmla="*/ 1754982 w 2543175"/>
              <a:gd name="connsiteY115" fmla="*/ 1290637 h 1890712"/>
              <a:gd name="connsiteX116" fmla="*/ 1766888 w 2543175"/>
              <a:gd name="connsiteY116" fmla="*/ 1300162 h 1890712"/>
              <a:gd name="connsiteX117" fmla="*/ 1783557 w 2543175"/>
              <a:gd name="connsiteY117" fmla="*/ 1307306 h 1890712"/>
              <a:gd name="connsiteX118" fmla="*/ 1790700 w 2543175"/>
              <a:gd name="connsiteY118" fmla="*/ 1312069 h 1890712"/>
              <a:gd name="connsiteX119" fmla="*/ 1800225 w 2543175"/>
              <a:gd name="connsiteY119" fmla="*/ 1319212 h 1890712"/>
              <a:gd name="connsiteX120" fmla="*/ 1807369 w 2543175"/>
              <a:gd name="connsiteY120" fmla="*/ 1321594 h 1890712"/>
              <a:gd name="connsiteX121" fmla="*/ 1824038 w 2543175"/>
              <a:gd name="connsiteY121" fmla="*/ 1333500 h 1890712"/>
              <a:gd name="connsiteX122" fmla="*/ 1843088 w 2543175"/>
              <a:gd name="connsiteY122" fmla="*/ 1352550 h 1890712"/>
              <a:gd name="connsiteX123" fmla="*/ 1852613 w 2543175"/>
              <a:gd name="connsiteY123" fmla="*/ 1359694 h 1890712"/>
              <a:gd name="connsiteX124" fmla="*/ 1859757 w 2543175"/>
              <a:gd name="connsiteY124" fmla="*/ 1366837 h 1890712"/>
              <a:gd name="connsiteX125" fmla="*/ 1869282 w 2543175"/>
              <a:gd name="connsiteY125" fmla="*/ 1371600 h 1890712"/>
              <a:gd name="connsiteX126" fmla="*/ 1883569 w 2543175"/>
              <a:gd name="connsiteY126" fmla="*/ 1388269 h 1890712"/>
              <a:gd name="connsiteX127" fmla="*/ 1893094 w 2543175"/>
              <a:gd name="connsiteY127" fmla="*/ 1395412 h 1890712"/>
              <a:gd name="connsiteX128" fmla="*/ 1902619 w 2543175"/>
              <a:gd name="connsiteY128" fmla="*/ 1404937 h 1890712"/>
              <a:gd name="connsiteX129" fmla="*/ 1912144 w 2543175"/>
              <a:gd name="connsiteY129" fmla="*/ 1409700 h 1890712"/>
              <a:gd name="connsiteX130" fmla="*/ 1931194 w 2543175"/>
              <a:gd name="connsiteY130" fmla="*/ 1421606 h 1890712"/>
              <a:gd name="connsiteX131" fmla="*/ 1935957 w 2543175"/>
              <a:gd name="connsiteY131" fmla="*/ 1428750 h 1890712"/>
              <a:gd name="connsiteX132" fmla="*/ 1952625 w 2543175"/>
              <a:gd name="connsiteY132" fmla="*/ 1438275 h 1890712"/>
              <a:gd name="connsiteX133" fmla="*/ 1971675 w 2543175"/>
              <a:gd name="connsiteY133" fmla="*/ 1450181 h 1890712"/>
              <a:gd name="connsiteX134" fmla="*/ 1981200 w 2543175"/>
              <a:gd name="connsiteY134" fmla="*/ 1454944 h 1890712"/>
              <a:gd name="connsiteX135" fmla="*/ 1997869 w 2543175"/>
              <a:gd name="connsiteY135" fmla="*/ 1471612 h 1890712"/>
              <a:gd name="connsiteX136" fmla="*/ 2007394 w 2543175"/>
              <a:gd name="connsiteY136" fmla="*/ 1478756 h 1890712"/>
              <a:gd name="connsiteX137" fmla="*/ 2016919 w 2543175"/>
              <a:gd name="connsiteY137" fmla="*/ 1483519 h 1890712"/>
              <a:gd name="connsiteX138" fmla="*/ 2024063 w 2543175"/>
              <a:gd name="connsiteY138" fmla="*/ 1490662 h 1890712"/>
              <a:gd name="connsiteX139" fmla="*/ 2033588 w 2543175"/>
              <a:gd name="connsiteY139" fmla="*/ 1495425 h 1890712"/>
              <a:gd name="connsiteX140" fmla="*/ 2040732 w 2543175"/>
              <a:gd name="connsiteY140" fmla="*/ 1502569 h 1890712"/>
              <a:gd name="connsiteX141" fmla="*/ 2047875 w 2543175"/>
              <a:gd name="connsiteY141" fmla="*/ 1507331 h 1890712"/>
              <a:gd name="connsiteX142" fmla="*/ 2057400 w 2543175"/>
              <a:gd name="connsiteY142" fmla="*/ 1514475 h 1890712"/>
              <a:gd name="connsiteX143" fmla="*/ 2064544 w 2543175"/>
              <a:gd name="connsiteY143" fmla="*/ 1519237 h 1890712"/>
              <a:gd name="connsiteX144" fmla="*/ 2071688 w 2543175"/>
              <a:gd name="connsiteY144" fmla="*/ 1526381 h 1890712"/>
              <a:gd name="connsiteX145" fmla="*/ 2081213 w 2543175"/>
              <a:gd name="connsiteY145" fmla="*/ 1531144 h 1890712"/>
              <a:gd name="connsiteX146" fmla="*/ 2090738 w 2543175"/>
              <a:gd name="connsiteY146" fmla="*/ 1538287 h 1890712"/>
              <a:gd name="connsiteX147" fmla="*/ 2109788 w 2543175"/>
              <a:gd name="connsiteY147" fmla="*/ 1547812 h 1890712"/>
              <a:gd name="connsiteX148" fmla="*/ 2131219 w 2543175"/>
              <a:gd name="connsiteY148" fmla="*/ 1562100 h 1890712"/>
              <a:gd name="connsiteX149" fmla="*/ 2140744 w 2543175"/>
              <a:gd name="connsiteY149" fmla="*/ 1566862 h 1890712"/>
              <a:gd name="connsiteX150" fmla="*/ 2152650 w 2543175"/>
              <a:gd name="connsiteY150" fmla="*/ 1576387 h 1890712"/>
              <a:gd name="connsiteX151" fmla="*/ 2181225 w 2543175"/>
              <a:gd name="connsiteY151" fmla="*/ 1590675 h 1890712"/>
              <a:gd name="connsiteX152" fmla="*/ 2200275 w 2543175"/>
              <a:gd name="connsiteY152" fmla="*/ 1607344 h 1890712"/>
              <a:gd name="connsiteX153" fmla="*/ 2207419 w 2543175"/>
              <a:gd name="connsiteY153" fmla="*/ 1612106 h 1890712"/>
              <a:gd name="connsiteX154" fmla="*/ 2216944 w 2543175"/>
              <a:gd name="connsiteY154" fmla="*/ 1619250 h 1890712"/>
              <a:gd name="connsiteX155" fmla="*/ 2224088 w 2543175"/>
              <a:gd name="connsiteY155" fmla="*/ 1624012 h 1890712"/>
              <a:gd name="connsiteX156" fmla="*/ 2247900 w 2543175"/>
              <a:gd name="connsiteY156" fmla="*/ 1643062 h 1890712"/>
              <a:gd name="connsiteX157" fmla="*/ 2255044 w 2543175"/>
              <a:gd name="connsiteY157" fmla="*/ 1650206 h 1890712"/>
              <a:gd name="connsiteX158" fmla="*/ 2281238 w 2543175"/>
              <a:gd name="connsiteY158" fmla="*/ 1664494 h 1890712"/>
              <a:gd name="connsiteX159" fmla="*/ 2297907 w 2543175"/>
              <a:gd name="connsiteY159" fmla="*/ 1674019 h 1890712"/>
              <a:gd name="connsiteX160" fmla="*/ 2312194 w 2543175"/>
              <a:gd name="connsiteY160" fmla="*/ 1685925 h 1890712"/>
              <a:gd name="connsiteX161" fmla="*/ 2328863 w 2543175"/>
              <a:gd name="connsiteY161" fmla="*/ 1697831 h 1890712"/>
              <a:gd name="connsiteX162" fmla="*/ 2350294 w 2543175"/>
              <a:gd name="connsiteY162" fmla="*/ 1712119 h 1890712"/>
              <a:gd name="connsiteX163" fmla="*/ 2369344 w 2543175"/>
              <a:gd name="connsiteY163" fmla="*/ 1724025 h 1890712"/>
              <a:gd name="connsiteX164" fmla="*/ 2428876 w 2543175"/>
              <a:gd name="connsiteY164" fmla="*/ 1785938 h 1890712"/>
              <a:gd name="connsiteX165" fmla="*/ 2466975 w 2543175"/>
              <a:gd name="connsiteY165" fmla="*/ 1783556 h 1890712"/>
              <a:gd name="connsiteX166" fmla="*/ 2481263 w 2543175"/>
              <a:gd name="connsiteY166" fmla="*/ 1795462 h 1890712"/>
              <a:gd name="connsiteX167" fmla="*/ 2486025 w 2543175"/>
              <a:gd name="connsiteY167" fmla="*/ 1802606 h 1890712"/>
              <a:gd name="connsiteX168" fmla="*/ 2514600 w 2543175"/>
              <a:gd name="connsiteY168" fmla="*/ 1850231 h 1890712"/>
              <a:gd name="connsiteX169" fmla="*/ 2519363 w 2543175"/>
              <a:gd name="connsiteY169" fmla="*/ 1857375 h 1890712"/>
              <a:gd name="connsiteX170" fmla="*/ 2540794 w 2543175"/>
              <a:gd name="connsiteY170" fmla="*/ 1883569 h 1890712"/>
              <a:gd name="connsiteX171" fmla="*/ 2543175 w 2543175"/>
              <a:gd name="connsiteY171"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54807 w 2543175"/>
              <a:gd name="connsiteY26" fmla="*/ 247650 h 1890712"/>
              <a:gd name="connsiteX27" fmla="*/ 366713 w 2543175"/>
              <a:gd name="connsiteY27" fmla="*/ 264319 h 1890712"/>
              <a:gd name="connsiteX28" fmla="*/ 371475 w 2543175"/>
              <a:gd name="connsiteY28" fmla="*/ 271462 h 1890712"/>
              <a:gd name="connsiteX29" fmla="*/ 385763 w 2543175"/>
              <a:gd name="connsiteY29" fmla="*/ 283369 h 1890712"/>
              <a:gd name="connsiteX30" fmla="*/ 404813 w 2543175"/>
              <a:gd name="connsiteY30" fmla="*/ 295275 h 1890712"/>
              <a:gd name="connsiteX31" fmla="*/ 411957 w 2543175"/>
              <a:gd name="connsiteY31" fmla="*/ 297656 h 1890712"/>
              <a:gd name="connsiteX32" fmla="*/ 466725 w 2543175"/>
              <a:gd name="connsiteY32" fmla="*/ 328612 h 1890712"/>
              <a:gd name="connsiteX33" fmla="*/ 476250 w 2543175"/>
              <a:gd name="connsiteY33" fmla="*/ 335756 h 1890712"/>
              <a:gd name="connsiteX34" fmla="*/ 481013 w 2543175"/>
              <a:gd name="connsiteY34" fmla="*/ 342900 h 1890712"/>
              <a:gd name="connsiteX35" fmla="*/ 490538 w 2543175"/>
              <a:gd name="connsiteY35" fmla="*/ 352425 h 1890712"/>
              <a:gd name="connsiteX36" fmla="*/ 495300 w 2543175"/>
              <a:gd name="connsiteY36" fmla="*/ 359569 h 1890712"/>
              <a:gd name="connsiteX37" fmla="*/ 509588 w 2543175"/>
              <a:gd name="connsiteY37" fmla="*/ 376237 h 1890712"/>
              <a:gd name="connsiteX38" fmla="*/ 514350 w 2543175"/>
              <a:gd name="connsiteY38" fmla="*/ 383381 h 1890712"/>
              <a:gd name="connsiteX39" fmla="*/ 531019 w 2543175"/>
              <a:gd name="connsiteY39" fmla="*/ 397669 h 1890712"/>
              <a:gd name="connsiteX40" fmla="*/ 538163 w 2543175"/>
              <a:gd name="connsiteY40" fmla="*/ 407194 h 1890712"/>
              <a:gd name="connsiteX41" fmla="*/ 554832 w 2543175"/>
              <a:gd name="connsiteY41" fmla="*/ 421481 h 1890712"/>
              <a:gd name="connsiteX42" fmla="*/ 564357 w 2543175"/>
              <a:gd name="connsiteY42" fmla="*/ 431006 h 1890712"/>
              <a:gd name="connsiteX43" fmla="*/ 573882 w 2543175"/>
              <a:gd name="connsiteY43" fmla="*/ 438150 h 1890712"/>
              <a:gd name="connsiteX44" fmla="*/ 595313 w 2543175"/>
              <a:gd name="connsiteY44" fmla="*/ 454819 h 1890712"/>
              <a:gd name="connsiteX45" fmla="*/ 602457 w 2543175"/>
              <a:gd name="connsiteY45" fmla="*/ 457200 h 1890712"/>
              <a:gd name="connsiteX46" fmla="*/ 628650 w 2543175"/>
              <a:gd name="connsiteY46" fmla="*/ 469106 h 1890712"/>
              <a:gd name="connsiteX47" fmla="*/ 645319 w 2543175"/>
              <a:gd name="connsiteY47" fmla="*/ 483394 h 1890712"/>
              <a:gd name="connsiteX48" fmla="*/ 654844 w 2543175"/>
              <a:gd name="connsiteY48" fmla="*/ 488156 h 1890712"/>
              <a:gd name="connsiteX49" fmla="*/ 661988 w 2543175"/>
              <a:gd name="connsiteY49" fmla="*/ 497681 h 1890712"/>
              <a:gd name="connsiteX50" fmla="*/ 683419 w 2543175"/>
              <a:gd name="connsiteY50" fmla="*/ 514350 h 1890712"/>
              <a:gd name="connsiteX51" fmla="*/ 700088 w 2543175"/>
              <a:gd name="connsiteY51" fmla="*/ 526256 h 1890712"/>
              <a:gd name="connsiteX52" fmla="*/ 709613 w 2543175"/>
              <a:gd name="connsiteY52" fmla="*/ 535781 h 1890712"/>
              <a:gd name="connsiteX53" fmla="*/ 719138 w 2543175"/>
              <a:gd name="connsiteY53" fmla="*/ 542925 h 1890712"/>
              <a:gd name="connsiteX54" fmla="*/ 733425 w 2543175"/>
              <a:gd name="connsiteY54" fmla="*/ 557212 h 1890712"/>
              <a:gd name="connsiteX55" fmla="*/ 750094 w 2543175"/>
              <a:gd name="connsiteY55" fmla="*/ 569119 h 1890712"/>
              <a:gd name="connsiteX56" fmla="*/ 769144 w 2543175"/>
              <a:gd name="connsiteY56" fmla="*/ 581025 h 1890712"/>
              <a:gd name="connsiteX57" fmla="*/ 785813 w 2543175"/>
              <a:gd name="connsiteY57" fmla="*/ 590550 h 1890712"/>
              <a:gd name="connsiteX58" fmla="*/ 792957 w 2543175"/>
              <a:gd name="connsiteY58" fmla="*/ 600075 h 1890712"/>
              <a:gd name="connsiteX59" fmla="*/ 809625 w 2543175"/>
              <a:gd name="connsiteY59" fmla="*/ 611981 h 1890712"/>
              <a:gd name="connsiteX60" fmla="*/ 816769 w 2543175"/>
              <a:gd name="connsiteY60" fmla="*/ 619125 h 1890712"/>
              <a:gd name="connsiteX61" fmla="*/ 826294 w 2543175"/>
              <a:gd name="connsiteY61" fmla="*/ 626269 h 1890712"/>
              <a:gd name="connsiteX62" fmla="*/ 840582 w 2543175"/>
              <a:gd name="connsiteY62" fmla="*/ 638175 h 1890712"/>
              <a:gd name="connsiteX63" fmla="*/ 847725 w 2543175"/>
              <a:gd name="connsiteY63" fmla="*/ 645319 h 1890712"/>
              <a:gd name="connsiteX64" fmla="*/ 857250 w 2543175"/>
              <a:gd name="connsiteY64" fmla="*/ 652462 h 1890712"/>
              <a:gd name="connsiteX65" fmla="*/ 864394 w 2543175"/>
              <a:gd name="connsiteY65" fmla="*/ 657225 h 1890712"/>
              <a:gd name="connsiteX66" fmla="*/ 888207 w 2543175"/>
              <a:gd name="connsiteY66" fmla="*/ 676275 h 1890712"/>
              <a:gd name="connsiteX67" fmla="*/ 895350 w 2543175"/>
              <a:gd name="connsiteY67" fmla="*/ 681037 h 1890712"/>
              <a:gd name="connsiteX68" fmla="*/ 907257 w 2543175"/>
              <a:gd name="connsiteY68" fmla="*/ 683419 h 1890712"/>
              <a:gd name="connsiteX69" fmla="*/ 928688 w 2543175"/>
              <a:gd name="connsiteY69" fmla="*/ 695325 h 1890712"/>
              <a:gd name="connsiteX70" fmla="*/ 942975 w 2543175"/>
              <a:gd name="connsiteY70" fmla="*/ 700087 h 1890712"/>
              <a:gd name="connsiteX71" fmla="*/ 964407 w 2543175"/>
              <a:gd name="connsiteY71" fmla="*/ 716756 h 1890712"/>
              <a:gd name="connsiteX72" fmla="*/ 971550 w 2543175"/>
              <a:gd name="connsiteY72" fmla="*/ 723900 h 1890712"/>
              <a:gd name="connsiteX73" fmla="*/ 983457 w 2543175"/>
              <a:gd name="connsiteY73" fmla="*/ 733425 h 1890712"/>
              <a:gd name="connsiteX74" fmla="*/ 990600 w 2543175"/>
              <a:gd name="connsiteY74" fmla="*/ 738187 h 1890712"/>
              <a:gd name="connsiteX75" fmla="*/ 1007269 w 2543175"/>
              <a:gd name="connsiteY75" fmla="*/ 752475 h 1890712"/>
              <a:gd name="connsiteX76" fmla="*/ 1031082 w 2543175"/>
              <a:gd name="connsiteY76" fmla="*/ 766762 h 1890712"/>
              <a:gd name="connsiteX77" fmla="*/ 1042988 w 2543175"/>
              <a:gd name="connsiteY77" fmla="*/ 773906 h 1890712"/>
              <a:gd name="connsiteX78" fmla="*/ 1071563 w 2543175"/>
              <a:gd name="connsiteY78" fmla="*/ 785812 h 1890712"/>
              <a:gd name="connsiteX79" fmla="*/ 1097757 w 2543175"/>
              <a:gd name="connsiteY79" fmla="*/ 807244 h 1890712"/>
              <a:gd name="connsiteX80" fmla="*/ 1104900 w 2543175"/>
              <a:gd name="connsiteY80" fmla="*/ 814387 h 1890712"/>
              <a:gd name="connsiteX81" fmla="*/ 1121569 w 2543175"/>
              <a:gd name="connsiteY81" fmla="*/ 823912 h 1890712"/>
              <a:gd name="connsiteX82" fmla="*/ 1138238 w 2543175"/>
              <a:gd name="connsiteY82" fmla="*/ 835819 h 1890712"/>
              <a:gd name="connsiteX83" fmla="*/ 1147763 w 2543175"/>
              <a:gd name="connsiteY83" fmla="*/ 842962 h 1890712"/>
              <a:gd name="connsiteX84" fmla="*/ 1157288 w 2543175"/>
              <a:gd name="connsiteY84" fmla="*/ 847725 h 1890712"/>
              <a:gd name="connsiteX85" fmla="*/ 1178719 w 2543175"/>
              <a:gd name="connsiteY85" fmla="*/ 859631 h 1890712"/>
              <a:gd name="connsiteX86" fmla="*/ 1188244 w 2543175"/>
              <a:gd name="connsiteY86" fmla="*/ 866775 h 1890712"/>
              <a:gd name="connsiteX87" fmla="*/ 1195388 w 2543175"/>
              <a:gd name="connsiteY87" fmla="*/ 871537 h 1890712"/>
              <a:gd name="connsiteX88" fmla="*/ 1212057 w 2543175"/>
              <a:gd name="connsiteY88" fmla="*/ 883444 h 1890712"/>
              <a:gd name="connsiteX89" fmla="*/ 1226344 w 2543175"/>
              <a:gd name="connsiteY89" fmla="*/ 895350 h 1890712"/>
              <a:gd name="connsiteX90" fmla="*/ 1245394 w 2543175"/>
              <a:gd name="connsiteY90" fmla="*/ 907256 h 1890712"/>
              <a:gd name="connsiteX91" fmla="*/ 1254919 w 2543175"/>
              <a:gd name="connsiteY91" fmla="*/ 914400 h 1890712"/>
              <a:gd name="connsiteX92" fmla="*/ 1269207 w 2543175"/>
              <a:gd name="connsiteY92" fmla="*/ 921544 h 1890712"/>
              <a:gd name="connsiteX93" fmla="*/ 1290638 w 2543175"/>
              <a:gd name="connsiteY93" fmla="*/ 935831 h 1890712"/>
              <a:gd name="connsiteX94" fmla="*/ 1307307 w 2543175"/>
              <a:gd name="connsiteY94" fmla="*/ 952500 h 1890712"/>
              <a:gd name="connsiteX95" fmla="*/ 1333500 w 2543175"/>
              <a:gd name="connsiteY95" fmla="*/ 971550 h 1890712"/>
              <a:gd name="connsiteX96" fmla="*/ 1359694 w 2543175"/>
              <a:gd name="connsiteY96" fmla="*/ 990600 h 1890712"/>
              <a:gd name="connsiteX97" fmla="*/ 1373982 w 2543175"/>
              <a:gd name="connsiteY97" fmla="*/ 997744 h 1890712"/>
              <a:gd name="connsiteX98" fmla="*/ 1388269 w 2543175"/>
              <a:gd name="connsiteY98" fmla="*/ 1007269 h 1890712"/>
              <a:gd name="connsiteX99" fmla="*/ 1414463 w 2543175"/>
              <a:gd name="connsiteY99" fmla="*/ 1019175 h 1890712"/>
              <a:gd name="connsiteX100" fmla="*/ 1428750 w 2543175"/>
              <a:gd name="connsiteY100" fmla="*/ 1026319 h 1890712"/>
              <a:gd name="connsiteX101" fmla="*/ 1471613 w 2543175"/>
              <a:gd name="connsiteY101" fmla="*/ 1059656 h 1890712"/>
              <a:gd name="connsiteX102" fmla="*/ 1495425 w 2543175"/>
              <a:gd name="connsiteY102" fmla="*/ 1088231 h 1890712"/>
              <a:gd name="connsiteX103" fmla="*/ 1547812 w 2543175"/>
              <a:gd name="connsiteY103" fmla="*/ 1133475 h 1890712"/>
              <a:gd name="connsiteX104" fmla="*/ 1597819 w 2543175"/>
              <a:gd name="connsiteY104" fmla="*/ 1154906 h 1890712"/>
              <a:gd name="connsiteX105" fmla="*/ 1604963 w 2543175"/>
              <a:gd name="connsiteY105" fmla="*/ 1162050 h 1890712"/>
              <a:gd name="connsiteX106" fmla="*/ 1612107 w 2543175"/>
              <a:gd name="connsiteY106" fmla="*/ 1166812 h 1890712"/>
              <a:gd name="connsiteX107" fmla="*/ 1628775 w 2543175"/>
              <a:gd name="connsiteY107" fmla="*/ 1183481 h 1890712"/>
              <a:gd name="connsiteX108" fmla="*/ 1662113 w 2543175"/>
              <a:gd name="connsiteY108" fmla="*/ 1209675 h 1890712"/>
              <a:gd name="connsiteX109" fmla="*/ 1678782 w 2543175"/>
              <a:gd name="connsiteY109" fmla="*/ 1226344 h 1890712"/>
              <a:gd name="connsiteX110" fmla="*/ 1700213 w 2543175"/>
              <a:gd name="connsiteY110" fmla="*/ 1247775 h 1890712"/>
              <a:gd name="connsiteX111" fmla="*/ 1712119 w 2543175"/>
              <a:gd name="connsiteY111" fmla="*/ 1259681 h 1890712"/>
              <a:gd name="connsiteX112" fmla="*/ 1733550 w 2543175"/>
              <a:gd name="connsiteY112" fmla="*/ 1273969 h 1890712"/>
              <a:gd name="connsiteX113" fmla="*/ 1743075 w 2543175"/>
              <a:gd name="connsiteY113" fmla="*/ 1283494 h 1890712"/>
              <a:gd name="connsiteX114" fmla="*/ 1754982 w 2543175"/>
              <a:gd name="connsiteY114" fmla="*/ 1290637 h 1890712"/>
              <a:gd name="connsiteX115" fmla="*/ 1766888 w 2543175"/>
              <a:gd name="connsiteY115" fmla="*/ 1300162 h 1890712"/>
              <a:gd name="connsiteX116" fmla="*/ 1783557 w 2543175"/>
              <a:gd name="connsiteY116" fmla="*/ 1307306 h 1890712"/>
              <a:gd name="connsiteX117" fmla="*/ 1790700 w 2543175"/>
              <a:gd name="connsiteY117" fmla="*/ 1312069 h 1890712"/>
              <a:gd name="connsiteX118" fmla="*/ 1800225 w 2543175"/>
              <a:gd name="connsiteY118" fmla="*/ 1319212 h 1890712"/>
              <a:gd name="connsiteX119" fmla="*/ 1807369 w 2543175"/>
              <a:gd name="connsiteY119" fmla="*/ 1321594 h 1890712"/>
              <a:gd name="connsiteX120" fmla="*/ 1824038 w 2543175"/>
              <a:gd name="connsiteY120" fmla="*/ 1333500 h 1890712"/>
              <a:gd name="connsiteX121" fmla="*/ 1843088 w 2543175"/>
              <a:gd name="connsiteY121" fmla="*/ 1352550 h 1890712"/>
              <a:gd name="connsiteX122" fmla="*/ 1852613 w 2543175"/>
              <a:gd name="connsiteY122" fmla="*/ 1359694 h 1890712"/>
              <a:gd name="connsiteX123" fmla="*/ 1859757 w 2543175"/>
              <a:gd name="connsiteY123" fmla="*/ 1366837 h 1890712"/>
              <a:gd name="connsiteX124" fmla="*/ 1869282 w 2543175"/>
              <a:gd name="connsiteY124" fmla="*/ 1371600 h 1890712"/>
              <a:gd name="connsiteX125" fmla="*/ 1883569 w 2543175"/>
              <a:gd name="connsiteY125" fmla="*/ 1388269 h 1890712"/>
              <a:gd name="connsiteX126" fmla="*/ 1893094 w 2543175"/>
              <a:gd name="connsiteY126" fmla="*/ 1395412 h 1890712"/>
              <a:gd name="connsiteX127" fmla="*/ 1902619 w 2543175"/>
              <a:gd name="connsiteY127" fmla="*/ 1404937 h 1890712"/>
              <a:gd name="connsiteX128" fmla="*/ 1912144 w 2543175"/>
              <a:gd name="connsiteY128" fmla="*/ 1409700 h 1890712"/>
              <a:gd name="connsiteX129" fmla="*/ 1931194 w 2543175"/>
              <a:gd name="connsiteY129" fmla="*/ 1421606 h 1890712"/>
              <a:gd name="connsiteX130" fmla="*/ 1935957 w 2543175"/>
              <a:gd name="connsiteY130" fmla="*/ 1428750 h 1890712"/>
              <a:gd name="connsiteX131" fmla="*/ 1952625 w 2543175"/>
              <a:gd name="connsiteY131" fmla="*/ 1438275 h 1890712"/>
              <a:gd name="connsiteX132" fmla="*/ 1971675 w 2543175"/>
              <a:gd name="connsiteY132" fmla="*/ 1450181 h 1890712"/>
              <a:gd name="connsiteX133" fmla="*/ 1981200 w 2543175"/>
              <a:gd name="connsiteY133" fmla="*/ 1454944 h 1890712"/>
              <a:gd name="connsiteX134" fmla="*/ 1997869 w 2543175"/>
              <a:gd name="connsiteY134" fmla="*/ 1471612 h 1890712"/>
              <a:gd name="connsiteX135" fmla="*/ 2007394 w 2543175"/>
              <a:gd name="connsiteY135" fmla="*/ 1478756 h 1890712"/>
              <a:gd name="connsiteX136" fmla="*/ 2016919 w 2543175"/>
              <a:gd name="connsiteY136" fmla="*/ 1483519 h 1890712"/>
              <a:gd name="connsiteX137" fmla="*/ 2024063 w 2543175"/>
              <a:gd name="connsiteY137" fmla="*/ 1490662 h 1890712"/>
              <a:gd name="connsiteX138" fmla="*/ 2033588 w 2543175"/>
              <a:gd name="connsiteY138" fmla="*/ 1495425 h 1890712"/>
              <a:gd name="connsiteX139" fmla="*/ 2040732 w 2543175"/>
              <a:gd name="connsiteY139" fmla="*/ 1502569 h 1890712"/>
              <a:gd name="connsiteX140" fmla="*/ 2047875 w 2543175"/>
              <a:gd name="connsiteY140" fmla="*/ 1507331 h 1890712"/>
              <a:gd name="connsiteX141" fmla="*/ 2057400 w 2543175"/>
              <a:gd name="connsiteY141" fmla="*/ 1514475 h 1890712"/>
              <a:gd name="connsiteX142" fmla="*/ 2064544 w 2543175"/>
              <a:gd name="connsiteY142" fmla="*/ 1519237 h 1890712"/>
              <a:gd name="connsiteX143" fmla="*/ 2071688 w 2543175"/>
              <a:gd name="connsiteY143" fmla="*/ 1526381 h 1890712"/>
              <a:gd name="connsiteX144" fmla="*/ 2081213 w 2543175"/>
              <a:gd name="connsiteY144" fmla="*/ 1531144 h 1890712"/>
              <a:gd name="connsiteX145" fmla="*/ 2090738 w 2543175"/>
              <a:gd name="connsiteY145" fmla="*/ 1538287 h 1890712"/>
              <a:gd name="connsiteX146" fmla="*/ 2109788 w 2543175"/>
              <a:gd name="connsiteY146" fmla="*/ 1547812 h 1890712"/>
              <a:gd name="connsiteX147" fmla="*/ 2131219 w 2543175"/>
              <a:gd name="connsiteY147" fmla="*/ 1562100 h 1890712"/>
              <a:gd name="connsiteX148" fmla="*/ 2140744 w 2543175"/>
              <a:gd name="connsiteY148" fmla="*/ 1566862 h 1890712"/>
              <a:gd name="connsiteX149" fmla="*/ 2152650 w 2543175"/>
              <a:gd name="connsiteY149" fmla="*/ 1576387 h 1890712"/>
              <a:gd name="connsiteX150" fmla="*/ 2181225 w 2543175"/>
              <a:gd name="connsiteY150" fmla="*/ 1590675 h 1890712"/>
              <a:gd name="connsiteX151" fmla="*/ 2200275 w 2543175"/>
              <a:gd name="connsiteY151" fmla="*/ 1607344 h 1890712"/>
              <a:gd name="connsiteX152" fmla="*/ 2207419 w 2543175"/>
              <a:gd name="connsiteY152" fmla="*/ 1612106 h 1890712"/>
              <a:gd name="connsiteX153" fmla="*/ 2216944 w 2543175"/>
              <a:gd name="connsiteY153" fmla="*/ 1619250 h 1890712"/>
              <a:gd name="connsiteX154" fmla="*/ 2224088 w 2543175"/>
              <a:gd name="connsiteY154" fmla="*/ 1624012 h 1890712"/>
              <a:gd name="connsiteX155" fmla="*/ 2247900 w 2543175"/>
              <a:gd name="connsiteY155" fmla="*/ 1643062 h 1890712"/>
              <a:gd name="connsiteX156" fmla="*/ 2255044 w 2543175"/>
              <a:gd name="connsiteY156" fmla="*/ 1650206 h 1890712"/>
              <a:gd name="connsiteX157" fmla="*/ 2281238 w 2543175"/>
              <a:gd name="connsiteY157" fmla="*/ 1664494 h 1890712"/>
              <a:gd name="connsiteX158" fmla="*/ 2297907 w 2543175"/>
              <a:gd name="connsiteY158" fmla="*/ 1674019 h 1890712"/>
              <a:gd name="connsiteX159" fmla="*/ 2312194 w 2543175"/>
              <a:gd name="connsiteY159" fmla="*/ 1685925 h 1890712"/>
              <a:gd name="connsiteX160" fmla="*/ 2328863 w 2543175"/>
              <a:gd name="connsiteY160" fmla="*/ 1697831 h 1890712"/>
              <a:gd name="connsiteX161" fmla="*/ 2350294 w 2543175"/>
              <a:gd name="connsiteY161" fmla="*/ 1712119 h 1890712"/>
              <a:gd name="connsiteX162" fmla="*/ 2369344 w 2543175"/>
              <a:gd name="connsiteY162" fmla="*/ 1724025 h 1890712"/>
              <a:gd name="connsiteX163" fmla="*/ 2428876 w 2543175"/>
              <a:gd name="connsiteY163" fmla="*/ 1785938 h 1890712"/>
              <a:gd name="connsiteX164" fmla="*/ 2466975 w 2543175"/>
              <a:gd name="connsiteY164" fmla="*/ 1783556 h 1890712"/>
              <a:gd name="connsiteX165" fmla="*/ 2481263 w 2543175"/>
              <a:gd name="connsiteY165" fmla="*/ 1795462 h 1890712"/>
              <a:gd name="connsiteX166" fmla="*/ 2486025 w 2543175"/>
              <a:gd name="connsiteY166" fmla="*/ 1802606 h 1890712"/>
              <a:gd name="connsiteX167" fmla="*/ 2514600 w 2543175"/>
              <a:gd name="connsiteY167" fmla="*/ 1850231 h 1890712"/>
              <a:gd name="connsiteX168" fmla="*/ 2519363 w 2543175"/>
              <a:gd name="connsiteY168" fmla="*/ 1857375 h 1890712"/>
              <a:gd name="connsiteX169" fmla="*/ 2540794 w 2543175"/>
              <a:gd name="connsiteY169" fmla="*/ 1883569 h 1890712"/>
              <a:gd name="connsiteX170" fmla="*/ 2543175 w 2543175"/>
              <a:gd name="connsiteY17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33375 w 2543175"/>
              <a:gd name="connsiteY25" fmla="*/ 228600 h 1890712"/>
              <a:gd name="connsiteX26" fmla="*/ 354807 w 2543175"/>
              <a:gd name="connsiteY26" fmla="*/ 247650 h 1890712"/>
              <a:gd name="connsiteX27" fmla="*/ 366713 w 2543175"/>
              <a:gd name="connsiteY27" fmla="*/ 264319 h 1890712"/>
              <a:gd name="connsiteX28" fmla="*/ 371475 w 2543175"/>
              <a:gd name="connsiteY28" fmla="*/ 271462 h 1890712"/>
              <a:gd name="connsiteX29" fmla="*/ 385763 w 2543175"/>
              <a:gd name="connsiteY29" fmla="*/ 283369 h 1890712"/>
              <a:gd name="connsiteX30" fmla="*/ 404813 w 2543175"/>
              <a:gd name="connsiteY30" fmla="*/ 295275 h 1890712"/>
              <a:gd name="connsiteX31" fmla="*/ 411957 w 2543175"/>
              <a:gd name="connsiteY31" fmla="*/ 297656 h 1890712"/>
              <a:gd name="connsiteX32" fmla="*/ 466725 w 2543175"/>
              <a:gd name="connsiteY32" fmla="*/ 328612 h 1890712"/>
              <a:gd name="connsiteX33" fmla="*/ 476250 w 2543175"/>
              <a:gd name="connsiteY33" fmla="*/ 335756 h 1890712"/>
              <a:gd name="connsiteX34" fmla="*/ 481013 w 2543175"/>
              <a:gd name="connsiteY34" fmla="*/ 342900 h 1890712"/>
              <a:gd name="connsiteX35" fmla="*/ 490538 w 2543175"/>
              <a:gd name="connsiteY35" fmla="*/ 352425 h 1890712"/>
              <a:gd name="connsiteX36" fmla="*/ 495300 w 2543175"/>
              <a:gd name="connsiteY36" fmla="*/ 359569 h 1890712"/>
              <a:gd name="connsiteX37" fmla="*/ 509588 w 2543175"/>
              <a:gd name="connsiteY37" fmla="*/ 376237 h 1890712"/>
              <a:gd name="connsiteX38" fmla="*/ 514350 w 2543175"/>
              <a:gd name="connsiteY38" fmla="*/ 383381 h 1890712"/>
              <a:gd name="connsiteX39" fmla="*/ 531019 w 2543175"/>
              <a:gd name="connsiteY39" fmla="*/ 397669 h 1890712"/>
              <a:gd name="connsiteX40" fmla="*/ 538163 w 2543175"/>
              <a:gd name="connsiteY40" fmla="*/ 407194 h 1890712"/>
              <a:gd name="connsiteX41" fmla="*/ 554832 w 2543175"/>
              <a:gd name="connsiteY41" fmla="*/ 421481 h 1890712"/>
              <a:gd name="connsiteX42" fmla="*/ 564357 w 2543175"/>
              <a:gd name="connsiteY42" fmla="*/ 431006 h 1890712"/>
              <a:gd name="connsiteX43" fmla="*/ 573882 w 2543175"/>
              <a:gd name="connsiteY43" fmla="*/ 438150 h 1890712"/>
              <a:gd name="connsiteX44" fmla="*/ 595313 w 2543175"/>
              <a:gd name="connsiteY44" fmla="*/ 454819 h 1890712"/>
              <a:gd name="connsiteX45" fmla="*/ 602457 w 2543175"/>
              <a:gd name="connsiteY45" fmla="*/ 457200 h 1890712"/>
              <a:gd name="connsiteX46" fmla="*/ 628650 w 2543175"/>
              <a:gd name="connsiteY46" fmla="*/ 469106 h 1890712"/>
              <a:gd name="connsiteX47" fmla="*/ 645319 w 2543175"/>
              <a:gd name="connsiteY47" fmla="*/ 483394 h 1890712"/>
              <a:gd name="connsiteX48" fmla="*/ 654844 w 2543175"/>
              <a:gd name="connsiteY48" fmla="*/ 488156 h 1890712"/>
              <a:gd name="connsiteX49" fmla="*/ 661988 w 2543175"/>
              <a:gd name="connsiteY49" fmla="*/ 497681 h 1890712"/>
              <a:gd name="connsiteX50" fmla="*/ 683419 w 2543175"/>
              <a:gd name="connsiteY50" fmla="*/ 514350 h 1890712"/>
              <a:gd name="connsiteX51" fmla="*/ 700088 w 2543175"/>
              <a:gd name="connsiteY51" fmla="*/ 526256 h 1890712"/>
              <a:gd name="connsiteX52" fmla="*/ 709613 w 2543175"/>
              <a:gd name="connsiteY52" fmla="*/ 535781 h 1890712"/>
              <a:gd name="connsiteX53" fmla="*/ 719138 w 2543175"/>
              <a:gd name="connsiteY53" fmla="*/ 542925 h 1890712"/>
              <a:gd name="connsiteX54" fmla="*/ 733425 w 2543175"/>
              <a:gd name="connsiteY54" fmla="*/ 557212 h 1890712"/>
              <a:gd name="connsiteX55" fmla="*/ 750094 w 2543175"/>
              <a:gd name="connsiteY55" fmla="*/ 569119 h 1890712"/>
              <a:gd name="connsiteX56" fmla="*/ 769144 w 2543175"/>
              <a:gd name="connsiteY56" fmla="*/ 581025 h 1890712"/>
              <a:gd name="connsiteX57" fmla="*/ 785813 w 2543175"/>
              <a:gd name="connsiteY57" fmla="*/ 590550 h 1890712"/>
              <a:gd name="connsiteX58" fmla="*/ 792957 w 2543175"/>
              <a:gd name="connsiteY58" fmla="*/ 600075 h 1890712"/>
              <a:gd name="connsiteX59" fmla="*/ 809625 w 2543175"/>
              <a:gd name="connsiteY59" fmla="*/ 611981 h 1890712"/>
              <a:gd name="connsiteX60" fmla="*/ 816769 w 2543175"/>
              <a:gd name="connsiteY60" fmla="*/ 619125 h 1890712"/>
              <a:gd name="connsiteX61" fmla="*/ 826294 w 2543175"/>
              <a:gd name="connsiteY61" fmla="*/ 626269 h 1890712"/>
              <a:gd name="connsiteX62" fmla="*/ 840582 w 2543175"/>
              <a:gd name="connsiteY62" fmla="*/ 638175 h 1890712"/>
              <a:gd name="connsiteX63" fmla="*/ 847725 w 2543175"/>
              <a:gd name="connsiteY63" fmla="*/ 645319 h 1890712"/>
              <a:gd name="connsiteX64" fmla="*/ 857250 w 2543175"/>
              <a:gd name="connsiteY64" fmla="*/ 652462 h 1890712"/>
              <a:gd name="connsiteX65" fmla="*/ 864394 w 2543175"/>
              <a:gd name="connsiteY65" fmla="*/ 657225 h 1890712"/>
              <a:gd name="connsiteX66" fmla="*/ 888207 w 2543175"/>
              <a:gd name="connsiteY66" fmla="*/ 676275 h 1890712"/>
              <a:gd name="connsiteX67" fmla="*/ 895350 w 2543175"/>
              <a:gd name="connsiteY67" fmla="*/ 681037 h 1890712"/>
              <a:gd name="connsiteX68" fmla="*/ 907257 w 2543175"/>
              <a:gd name="connsiteY68" fmla="*/ 683419 h 1890712"/>
              <a:gd name="connsiteX69" fmla="*/ 928688 w 2543175"/>
              <a:gd name="connsiteY69" fmla="*/ 695325 h 1890712"/>
              <a:gd name="connsiteX70" fmla="*/ 942975 w 2543175"/>
              <a:gd name="connsiteY70" fmla="*/ 700087 h 1890712"/>
              <a:gd name="connsiteX71" fmla="*/ 964407 w 2543175"/>
              <a:gd name="connsiteY71" fmla="*/ 716756 h 1890712"/>
              <a:gd name="connsiteX72" fmla="*/ 971550 w 2543175"/>
              <a:gd name="connsiteY72" fmla="*/ 723900 h 1890712"/>
              <a:gd name="connsiteX73" fmla="*/ 983457 w 2543175"/>
              <a:gd name="connsiteY73" fmla="*/ 733425 h 1890712"/>
              <a:gd name="connsiteX74" fmla="*/ 990600 w 2543175"/>
              <a:gd name="connsiteY74" fmla="*/ 738187 h 1890712"/>
              <a:gd name="connsiteX75" fmla="*/ 1007269 w 2543175"/>
              <a:gd name="connsiteY75" fmla="*/ 752475 h 1890712"/>
              <a:gd name="connsiteX76" fmla="*/ 1031082 w 2543175"/>
              <a:gd name="connsiteY76" fmla="*/ 766762 h 1890712"/>
              <a:gd name="connsiteX77" fmla="*/ 1042988 w 2543175"/>
              <a:gd name="connsiteY77" fmla="*/ 773906 h 1890712"/>
              <a:gd name="connsiteX78" fmla="*/ 1071563 w 2543175"/>
              <a:gd name="connsiteY78" fmla="*/ 785812 h 1890712"/>
              <a:gd name="connsiteX79" fmla="*/ 1097757 w 2543175"/>
              <a:gd name="connsiteY79" fmla="*/ 807244 h 1890712"/>
              <a:gd name="connsiteX80" fmla="*/ 1104900 w 2543175"/>
              <a:gd name="connsiteY80" fmla="*/ 814387 h 1890712"/>
              <a:gd name="connsiteX81" fmla="*/ 1121569 w 2543175"/>
              <a:gd name="connsiteY81" fmla="*/ 823912 h 1890712"/>
              <a:gd name="connsiteX82" fmla="*/ 1138238 w 2543175"/>
              <a:gd name="connsiteY82" fmla="*/ 835819 h 1890712"/>
              <a:gd name="connsiteX83" fmla="*/ 1147763 w 2543175"/>
              <a:gd name="connsiteY83" fmla="*/ 842962 h 1890712"/>
              <a:gd name="connsiteX84" fmla="*/ 1157288 w 2543175"/>
              <a:gd name="connsiteY84" fmla="*/ 847725 h 1890712"/>
              <a:gd name="connsiteX85" fmla="*/ 1178719 w 2543175"/>
              <a:gd name="connsiteY85" fmla="*/ 859631 h 1890712"/>
              <a:gd name="connsiteX86" fmla="*/ 1188244 w 2543175"/>
              <a:gd name="connsiteY86" fmla="*/ 866775 h 1890712"/>
              <a:gd name="connsiteX87" fmla="*/ 1195388 w 2543175"/>
              <a:gd name="connsiteY87" fmla="*/ 871537 h 1890712"/>
              <a:gd name="connsiteX88" fmla="*/ 1212057 w 2543175"/>
              <a:gd name="connsiteY88" fmla="*/ 883444 h 1890712"/>
              <a:gd name="connsiteX89" fmla="*/ 1226344 w 2543175"/>
              <a:gd name="connsiteY89" fmla="*/ 895350 h 1890712"/>
              <a:gd name="connsiteX90" fmla="*/ 1245394 w 2543175"/>
              <a:gd name="connsiteY90" fmla="*/ 907256 h 1890712"/>
              <a:gd name="connsiteX91" fmla="*/ 1254919 w 2543175"/>
              <a:gd name="connsiteY91" fmla="*/ 914400 h 1890712"/>
              <a:gd name="connsiteX92" fmla="*/ 1269207 w 2543175"/>
              <a:gd name="connsiteY92" fmla="*/ 921544 h 1890712"/>
              <a:gd name="connsiteX93" fmla="*/ 1290638 w 2543175"/>
              <a:gd name="connsiteY93" fmla="*/ 935831 h 1890712"/>
              <a:gd name="connsiteX94" fmla="*/ 1307307 w 2543175"/>
              <a:gd name="connsiteY94" fmla="*/ 952500 h 1890712"/>
              <a:gd name="connsiteX95" fmla="*/ 1333500 w 2543175"/>
              <a:gd name="connsiteY95" fmla="*/ 971550 h 1890712"/>
              <a:gd name="connsiteX96" fmla="*/ 1359694 w 2543175"/>
              <a:gd name="connsiteY96" fmla="*/ 990600 h 1890712"/>
              <a:gd name="connsiteX97" fmla="*/ 1373982 w 2543175"/>
              <a:gd name="connsiteY97" fmla="*/ 997744 h 1890712"/>
              <a:gd name="connsiteX98" fmla="*/ 1388269 w 2543175"/>
              <a:gd name="connsiteY98" fmla="*/ 1007269 h 1890712"/>
              <a:gd name="connsiteX99" fmla="*/ 1414463 w 2543175"/>
              <a:gd name="connsiteY99" fmla="*/ 1019175 h 1890712"/>
              <a:gd name="connsiteX100" fmla="*/ 1428750 w 2543175"/>
              <a:gd name="connsiteY100" fmla="*/ 1026319 h 1890712"/>
              <a:gd name="connsiteX101" fmla="*/ 1471613 w 2543175"/>
              <a:gd name="connsiteY101" fmla="*/ 1059656 h 1890712"/>
              <a:gd name="connsiteX102" fmla="*/ 1495425 w 2543175"/>
              <a:gd name="connsiteY102" fmla="*/ 1088231 h 1890712"/>
              <a:gd name="connsiteX103" fmla="*/ 1547812 w 2543175"/>
              <a:gd name="connsiteY103" fmla="*/ 1133475 h 1890712"/>
              <a:gd name="connsiteX104" fmla="*/ 1597819 w 2543175"/>
              <a:gd name="connsiteY104" fmla="*/ 1154906 h 1890712"/>
              <a:gd name="connsiteX105" fmla="*/ 1604963 w 2543175"/>
              <a:gd name="connsiteY105" fmla="*/ 1162050 h 1890712"/>
              <a:gd name="connsiteX106" fmla="*/ 1612107 w 2543175"/>
              <a:gd name="connsiteY106" fmla="*/ 1166812 h 1890712"/>
              <a:gd name="connsiteX107" fmla="*/ 1628775 w 2543175"/>
              <a:gd name="connsiteY107" fmla="*/ 1183481 h 1890712"/>
              <a:gd name="connsiteX108" fmla="*/ 1662113 w 2543175"/>
              <a:gd name="connsiteY108" fmla="*/ 1209675 h 1890712"/>
              <a:gd name="connsiteX109" fmla="*/ 1678782 w 2543175"/>
              <a:gd name="connsiteY109" fmla="*/ 1226344 h 1890712"/>
              <a:gd name="connsiteX110" fmla="*/ 1700213 w 2543175"/>
              <a:gd name="connsiteY110" fmla="*/ 1247775 h 1890712"/>
              <a:gd name="connsiteX111" fmla="*/ 1712119 w 2543175"/>
              <a:gd name="connsiteY111" fmla="*/ 1259681 h 1890712"/>
              <a:gd name="connsiteX112" fmla="*/ 1733550 w 2543175"/>
              <a:gd name="connsiteY112" fmla="*/ 1273969 h 1890712"/>
              <a:gd name="connsiteX113" fmla="*/ 1743075 w 2543175"/>
              <a:gd name="connsiteY113" fmla="*/ 1283494 h 1890712"/>
              <a:gd name="connsiteX114" fmla="*/ 1754982 w 2543175"/>
              <a:gd name="connsiteY114" fmla="*/ 1290637 h 1890712"/>
              <a:gd name="connsiteX115" fmla="*/ 1766888 w 2543175"/>
              <a:gd name="connsiteY115" fmla="*/ 1300162 h 1890712"/>
              <a:gd name="connsiteX116" fmla="*/ 1783557 w 2543175"/>
              <a:gd name="connsiteY116" fmla="*/ 1307306 h 1890712"/>
              <a:gd name="connsiteX117" fmla="*/ 1790700 w 2543175"/>
              <a:gd name="connsiteY117" fmla="*/ 1312069 h 1890712"/>
              <a:gd name="connsiteX118" fmla="*/ 1800225 w 2543175"/>
              <a:gd name="connsiteY118" fmla="*/ 1319212 h 1890712"/>
              <a:gd name="connsiteX119" fmla="*/ 1807369 w 2543175"/>
              <a:gd name="connsiteY119" fmla="*/ 1321594 h 1890712"/>
              <a:gd name="connsiteX120" fmla="*/ 1824038 w 2543175"/>
              <a:gd name="connsiteY120" fmla="*/ 1333500 h 1890712"/>
              <a:gd name="connsiteX121" fmla="*/ 1843088 w 2543175"/>
              <a:gd name="connsiteY121" fmla="*/ 1352550 h 1890712"/>
              <a:gd name="connsiteX122" fmla="*/ 1852613 w 2543175"/>
              <a:gd name="connsiteY122" fmla="*/ 1359694 h 1890712"/>
              <a:gd name="connsiteX123" fmla="*/ 1859757 w 2543175"/>
              <a:gd name="connsiteY123" fmla="*/ 1366837 h 1890712"/>
              <a:gd name="connsiteX124" fmla="*/ 1869282 w 2543175"/>
              <a:gd name="connsiteY124" fmla="*/ 1371600 h 1890712"/>
              <a:gd name="connsiteX125" fmla="*/ 1883569 w 2543175"/>
              <a:gd name="connsiteY125" fmla="*/ 1388269 h 1890712"/>
              <a:gd name="connsiteX126" fmla="*/ 1893094 w 2543175"/>
              <a:gd name="connsiteY126" fmla="*/ 1395412 h 1890712"/>
              <a:gd name="connsiteX127" fmla="*/ 1902619 w 2543175"/>
              <a:gd name="connsiteY127" fmla="*/ 1404937 h 1890712"/>
              <a:gd name="connsiteX128" fmla="*/ 1912144 w 2543175"/>
              <a:gd name="connsiteY128" fmla="*/ 1409700 h 1890712"/>
              <a:gd name="connsiteX129" fmla="*/ 1931194 w 2543175"/>
              <a:gd name="connsiteY129" fmla="*/ 1421606 h 1890712"/>
              <a:gd name="connsiteX130" fmla="*/ 1935957 w 2543175"/>
              <a:gd name="connsiteY130" fmla="*/ 1428750 h 1890712"/>
              <a:gd name="connsiteX131" fmla="*/ 1952625 w 2543175"/>
              <a:gd name="connsiteY131" fmla="*/ 1438275 h 1890712"/>
              <a:gd name="connsiteX132" fmla="*/ 1971675 w 2543175"/>
              <a:gd name="connsiteY132" fmla="*/ 1450181 h 1890712"/>
              <a:gd name="connsiteX133" fmla="*/ 1981200 w 2543175"/>
              <a:gd name="connsiteY133" fmla="*/ 1454944 h 1890712"/>
              <a:gd name="connsiteX134" fmla="*/ 1997869 w 2543175"/>
              <a:gd name="connsiteY134" fmla="*/ 1471612 h 1890712"/>
              <a:gd name="connsiteX135" fmla="*/ 2007394 w 2543175"/>
              <a:gd name="connsiteY135" fmla="*/ 1478756 h 1890712"/>
              <a:gd name="connsiteX136" fmla="*/ 2016919 w 2543175"/>
              <a:gd name="connsiteY136" fmla="*/ 1483519 h 1890712"/>
              <a:gd name="connsiteX137" fmla="*/ 2024063 w 2543175"/>
              <a:gd name="connsiteY137" fmla="*/ 1490662 h 1890712"/>
              <a:gd name="connsiteX138" fmla="*/ 2033588 w 2543175"/>
              <a:gd name="connsiteY138" fmla="*/ 1495425 h 1890712"/>
              <a:gd name="connsiteX139" fmla="*/ 2040732 w 2543175"/>
              <a:gd name="connsiteY139" fmla="*/ 1502569 h 1890712"/>
              <a:gd name="connsiteX140" fmla="*/ 2047875 w 2543175"/>
              <a:gd name="connsiteY140" fmla="*/ 1507331 h 1890712"/>
              <a:gd name="connsiteX141" fmla="*/ 2057400 w 2543175"/>
              <a:gd name="connsiteY141" fmla="*/ 1514475 h 1890712"/>
              <a:gd name="connsiteX142" fmla="*/ 2064544 w 2543175"/>
              <a:gd name="connsiteY142" fmla="*/ 1519237 h 1890712"/>
              <a:gd name="connsiteX143" fmla="*/ 2071688 w 2543175"/>
              <a:gd name="connsiteY143" fmla="*/ 1526381 h 1890712"/>
              <a:gd name="connsiteX144" fmla="*/ 2081213 w 2543175"/>
              <a:gd name="connsiteY144" fmla="*/ 1531144 h 1890712"/>
              <a:gd name="connsiteX145" fmla="*/ 2090738 w 2543175"/>
              <a:gd name="connsiteY145" fmla="*/ 1538287 h 1890712"/>
              <a:gd name="connsiteX146" fmla="*/ 2109788 w 2543175"/>
              <a:gd name="connsiteY146" fmla="*/ 1547812 h 1890712"/>
              <a:gd name="connsiteX147" fmla="*/ 2131219 w 2543175"/>
              <a:gd name="connsiteY147" fmla="*/ 1562100 h 1890712"/>
              <a:gd name="connsiteX148" fmla="*/ 2140744 w 2543175"/>
              <a:gd name="connsiteY148" fmla="*/ 1566862 h 1890712"/>
              <a:gd name="connsiteX149" fmla="*/ 2152650 w 2543175"/>
              <a:gd name="connsiteY149" fmla="*/ 1576387 h 1890712"/>
              <a:gd name="connsiteX150" fmla="*/ 2181225 w 2543175"/>
              <a:gd name="connsiteY150" fmla="*/ 1590675 h 1890712"/>
              <a:gd name="connsiteX151" fmla="*/ 2200275 w 2543175"/>
              <a:gd name="connsiteY151" fmla="*/ 1607344 h 1890712"/>
              <a:gd name="connsiteX152" fmla="*/ 2207419 w 2543175"/>
              <a:gd name="connsiteY152" fmla="*/ 1612106 h 1890712"/>
              <a:gd name="connsiteX153" fmla="*/ 2216944 w 2543175"/>
              <a:gd name="connsiteY153" fmla="*/ 1619250 h 1890712"/>
              <a:gd name="connsiteX154" fmla="*/ 2224088 w 2543175"/>
              <a:gd name="connsiteY154" fmla="*/ 1624012 h 1890712"/>
              <a:gd name="connsiteX155" fmla="*/ 2247900 w 2543175"/>
              <a:gd name="connsiteY155" fmla="*/ 1643062 h 1890712"/>
              <a:gd name="connsiteX156" fmla="*/ 2255044 w 2543175"/>
              <a:gd name="connsiteY156" fmla="*/ 1650206 h 1890712"/>
              <a:gd name="connsiteX157" fmla="*/ 2281238 w 2543175"/>
              <a:gd name="connsiteY157" fmla="*/ 1664494 h 1890712"/>
              <a:gd name="connsiteX158" fmla="*/ 2297907 w 2543175"/>
              <a:gd name="connsiteY158" fmla="*/ 1674019 h 1890712"/>
              <a:gd name="connsiteX159" fmla="*/ 2312194 w 2543175"/>
              <a:gd name="connsiteY159" fmla="*/ 1685925 h 1890712"/>
              <a:gd name="connsiteX160" fmla="*/ 2328863 w 2543175"/>
              <a:gd name="connsiteY160" fmla="*/ 1697831 h 1890712"/>
              <a:gd name="connsiteX161" fmla="*/ 2350294 w 2543175"/>
              <a:gd name="connsiteY161" fmla="*/ 1712119 h 1890712"/>
              <a:gd name="connsiteX162" fmla="*/ 2369344 w 2543175"/>
              <a:gd name="connsiteY162" fmla="*/ 1724025 h 1890712"/>
              <a:gd name="connsiteX163" fmla="*/ 2428876 w 2543175"/>
              <a:gd name="connsiteY163" fmla="*/ 1785938 h 1890712"/>
              <a:gd name="connsiteX164" fmla="*/ 2466975 w 2543175"/>
              <a:gd name="connsiteY164" fmla="*/ 1783556 h 1890712"/>
              <a:gd name="connsiteX165" fmla="*/ 2481263 w 2543175"/>
              <a:gd name="connsiteY165" fmla="*/ 1795462 h 1890712"/>
              <a:gd name="connsiteX166" fmla="*/ 2486025 w 2543175"/>
              <a:gd name="connsiteY166" fmla="*/ 1802606 h 1890712"/>
              <a:gd name="connsiteX167" fmla="*/ 2514600 w 2543175"/>
              <a:gd name="connsiteY167" fmla="*/ 1850231 h 1890712"/>
              <a:gd name="connsiteX168" fmla="*/ 2519363 w 2543175"/>
              <a:gd name="connsiteY168" fmla="*/ 1857375 h 1890712"/>
              <a:gd name="connsiteX169" fmla="*/ 2540794 w 2543175"/>
              <a:gd name="connsiteY169" fmla="*/ 1883569 h 1890712"/>
              <a:gd name="connsiteX170" fmla="*/ 2543175 w 2543175"/>
              <a:gd name="connsiteY17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54807 w 2543175"/>
              <a:gd name="connsiteY25" fmla="*/ 247650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73982 w 2543175"/>
              <a:gd name="connsiteY96" fmla="*/ 997744 h 1890712"/>
              <a:gd name="connsiteX97" fmla="*/ 1388269 w 2543175"/>
              <a:gd name="connsiteY97" fmla="*/ 1007269 h 1890712"/>
              <a:gd name="connsiteX98" fmla="*/ 1414463 w 2543175"/>
              <a:gd name="connsiteY98" fmla="*/ 1019175 h 1890712"/>
              <a:gd name="connsiteX99" fmla="*/ 1428750 w 2543175"/>
              <a:gd name="connsiteY99" fmla="*/ 1026319 h 1890712"/>
              <a:gd name="connsiteX100" fmla="*/ 1471613 w 2543175"/>
              <a:gd name="connsiteY100" fmla="*/ 1059656 h 1890712"/>
              <a:gd name="connsiteX101" fmla="*/ 1495425 w 2543175"/>
              <a:gd name="connsiteY101" fmla="*/ 1088231 h 1890712"/>
              <a:gd name="connsiteX102" fmla="*/ 1547812 w 2543175"/>
              <a:gd name="connsiteY102" fmla="*/ 1133475 h 1890712"/>
              <a:gd name="connsiteX103" fmla="*/ 1597819 w 2543175"/>
              <a:gd name="connsiteY103" fmla="*/ 1154906 h 1890712"/>
              <a:gd name="connsiteX104" fmla="*/ 1604963 w 2543175"/>
              <a:gd name="connsiteY104" fmla="*/ 1162050 h 1890712"/>
              <a:gd name="connsiteX105" fmla="*/ 1612107 w 2543175"/>
              <a:gd name="connsiteY105" fmla="*/ 1166812 h 1890712"/>
              <a:gd name="connsiteX106" fmla="*/ 1628775 w 2543175"/>
              <a:gd name="connsiteY106" fmla="*/ 1183481 h 1890712"/>
              <a:gd name="connsiteX107" fmla="*/ 1662113 w 2543175"/>
              <a:gd name="connsiteY107" fmla="*/ 1209675 h 1890712"/>
              <a:gd name="connsiteX108" fmla="*/ 1678782 w 2543175"/>
              <a:gd name="connsiteY108" fmla="*/ 1226344 h 1890712"/>
              <a:gd name="connsiteX109" fmla="*/ 1700213 w 2543175"/>
              <a:gd name="connsiteY109" fmla="*/ 1247775 h 1890712"/>
              <a:gd name="connsiteX110" fmla="*/ 1712119 w 2543175"/>
              <a:gd name="connsiteY110" fmla="*/ 1259681 h 1890712"/>
              <a:gd name="connsiteX111" fmla="*/ 1733550 w 2543175"/>
              <a:gd name="connsiteY111" fmla="*/ 1273969 h 1890712"/>
              <a:gd name="connsiteX112" fmla="*/ 1743075 w 2543175"/>
              <a:gd name="connsiteY112" fmla="*/ 1283494 h 1890712"/>
              <a:gd name="connsiteX113" fmla="*/ 1754982 w 2543175"/>
              <a:gd name="connsiteY113" fmla="*/ 1290637 h 1890712"/>
              <a:gd name="connsiteX114" fmla="*/ 1766888 w 2543175"/>
              <a:gd name="connsiteY114" fmla="*/ 1300162 h 1890712"/>
              <a:gd name="connsiteX115" fmla="*/ 1783557 w 2543175"/>
              <a:gd name="connsiteY115" fmla="*/ 1307306 h 1890712"/>
              <a:gd name="connsiteX116" fmla="*/ 1790700 w 2543175"/>
              <a:gd name="connsiteY116" fmla="*/ 1312069 h 1890712"/>
              <a:gd name="connsiteX117" fmla="*/ 1800225 w 2543175"/>
              <a:gd name="connsiteY117" fmla="*/ 1319212 h 1890712"/>
              <a:gd name="connsiteX118" fmla="*/ 1807369 w 2543175"/>
              <a:gd name="connsiteY118" fmla="*/ 1321594 h 1890712"/>
              <a:gd name="connsiteX119" fmla="*/ 1824038 w 2543175"/>
              <a:gd name="connsiteY119" fmla="*/ 1333500 h 1890712"/>
              <a:gd name="connsiteX120" fmla="*/ 1843088 w 2543175"/>
              <a:gd name="connsiteY120" fmla="*/ 1352550 h 1890712"/>
              <a:gd name="connsiteX121" fmla="*/ 1852613 w 2543175"/>
              <a:gd name="connsiteY121" fmla="*/ 1359694 h 1890712"/>
              <a:gd name="connsiteX122" fmla="*/ 1859757 w 2543175"/>
              <a:gd name="connsiteY122" fmla="*/ 1366837 h 1890712"/>
              <a:gd name="connsiteX123" fmla="*/ 1869282 w 2543175"/>
              <a:gd name="connsiteY123" fmla="*/ 1371600 h 1890712"/>
              <a:gd name="connsiteX124" fmla="*/ 1883569 w 2543175"/>
              <a:gd name="connsiteY124" fmla="*/ 1388269 h 1890712"/>
              <a:gd name="connsiteX125" fmla="*/ 1893094 w 2543175"/>
              <a:gd name="connsiteY125" fmla="*/ 1395412 h 1890712"/>
              <a:gd name="connsiteX126" fmla="*/ 1902619 w 2543175"/>
              <a:gd name="connsiteY126" fmla="*/ 1404937 h 1890712"/>
              <a:gd name="connsiteX127" fmla="*/ 1912144 w 2543175"/>
              <a:gd name="connsiteY127" fmla="*/ 1409700 h 1890712"/>
              <a:gd name="connsiteX128" fmla="*/ 1931194 w 2543175"/>
              <a:gd name="connsiteY128" fmla="*/ 1421606 h 1890712"/>
              <a:gd name="connsiteX129" fmla="*/ 1935957 w 2543175"/>
              <a:gd name="connsiteY129" fmla="*/ 1428750 h 1890712"/>
              <a:gd name="connsiteX130" fmla="*/ 1952625 w 2543175"/>
              <a:gd name="connsiteY130" fmla="*/ 1438275 h 1890712"/>
              <a:gd name="connsiteX131" fmla="*/ 1971675 w 2543175"/>
              <a:gd name="connsiteY131" fmla="*/ 1450181 h 1890712"/>
              <a:gd name="connsiteX132" fmla="*/ 1981200 w 2543175"/>
              <a:gd name="connsiteY132" fmla="*/ 1454944 h 1890712"/>
              <a:gd name="connsiteX133" fmla="*/ 1997869 w 2543175"/>
              <a:gd name="connsiteY133" fmla="*/ 1471612 h 1890712"/>
              <a:gd name="connsiteX134" fmla="*/ 2007394 w 2543175"/>
              <a:gd name="connsiteY134" fmla="*/ 1478756 h 1890712"/>
              <a:gd name="connsiteX135" fmla="*/ 2016919 w 2543175"/>
              <a:gd name="connsiteY135" fmla="*/ 1483519 h 1890712"/>
              <a:gd name="connsiteX136" fmla="*/ 2024063 w 2543175"/>
              <a:gd name="connsiteY136" fmla="*/ 1490662 h 1890712"/>
              <a:gd name="connsiteX137" fmla="*/ 2033588 w 2543175"/>
              <a:gd name="connsiteY137" fmla="*/ 1495425 h 1890712"/>
              <a:gd name="connsiteX138" fmla="*/ 2040732 w 2543175"/>
              <a:gd name="connsiteY138" fmla="*/ 1502569 h 1890712"/>
              <a:gd name="connsiteX139" fmla="*/ 2047875 w 2543175"/>
              <a:gd name="connsiteY139" fmla="*/ 1507331 h 1890712"/>
              <a:gd name="connsiteX140" fmla="*/ 2057400 w 2543175"/>
              <a:gd name="connsiteY140" fmla="*/ 1514475 h 1890712"/>
              <a:gd name="connsiteX141" fmla="*/ 2064544 w 2543175"/>
              <a:gd name="connsiteY141" fmla="*/ 1519237 h 1890712"/>
              <a:gd name="connsiteX142" fmla="*/ 2071688 w 2543175"/>
              <a:gd name="connsiteY142" fmla="*/ 1526381 h 1890712"/>
              <a:gd name="connsiteX143" fmla="*/ 2081213 w 2543175"/>
              <a:gd name="connsiteY143" fmla="*/ 1531144 h 1890712"/>
              <a:gd name="connsiteX144" fmla="*/ 2090738 w 2543175"/>
              <a:gd name="connsiteY144" fmla="*/ 1538287 h 1890712"/>
              <a:gd name="connsiteX145" fmla="*/ 2109788 w 2543175"/>
              <a:gd name="connsiteY145" fmla="*/ 1547812 h 1890712"/>
              <a:gd name="connsiteX146" fmla="*/ 2131219 w 2543175"/>
              <a:gd name="connsiteY146" fmla="*/ 1562100 h 1890712"/>
              <a:gd name="connsiteX147" fmla="*/ 2140744 w 2543175"/>
              <a:gd name="connsiteY147" fmla="*/ 1566862 h 1890712"/>
              <a:gd name="connsiteX148" fmla="*/ 2152650 w 2543175"/>
              <a:gd name="connsiteY148" fmla="*/ 1576387 h 1890712"/>
              <a:gd name="connsiteX149" fmla="*/ 2181225 w 2543175"/>
              <a:gd name="connsiteY149" fmla="*/ 1590675 h 1890712"/>
              <a:gd name="connsiteX150" fmla="*/ 2200275 w 2543175"/>
              <a:gd name="connsiteY150" fmla="*/ 1607344 h 1890712"/>
              <a:gd name="connsiteX151" fmla="*/ 2207419 w 2543175"/>
              <a:gd name="connsiteY151" fmla="*/ 1612106 h 1890712"/>
              <a:gd name="connsiteX152" fmla="*/ 2216944 w 2543175"/>
              <a:gd name="connsiteY152" fmla="*/ 1619250 h 1890712"/>
              <a:gd name="connsiteX153" fmla="*/ 2224088 w 2543175"/>
              <a:gd name="connsiteY153" fmla="*/ 1624012 h 1890712"/>
              <a:gd name="connsiteX154" fmla="*/ 2247900 w 2543175"/>
              <a:gd name="connsiteY154" fmla="*/ 1643062 h 1890712"/>
              <a:gd name="connsiteX155" fmla="*/ 2255044 w 2543175"/>
              <a:gd name="connsiteY155" fmla="*/ 1650206 h 1890712"/>
              <a:gd name="connsiteX156" fmla="*/ 2281238 w 2543175"/>
              <a:gd name="connsiteY156" fmla="*/ 1664494 h 1890712"/>
              <a:gd name="connsiteX157" fmla="*/ 2297907 w 2543175"/>
              <a:gd name="connsiteY157" fmla="*/ 1674019 h 1890712"/>
              <a:gd name="connsiteX158" fmla="*/ 2312194 w 2543175"/>
              <a:gd name="connsiteY158" fmla="*/ 1685925 h 1890712"/>
              <a:gd name="connsiteX159" fmla="*/ 2328863 w 2543175"/>
              <a:gd name="connsiteY159" fmla="*/ 1697831 h 1890712"/>
              <a:gd name="connsiteX160" fmla="*/ 2350294 w 2543175"/>
              <a:gd name="connsiteY160" fmla="*/ 1712119 h 1890712"/>
              <a:gd name="connsiteX161" fmla="*/ 2369344 w 2543175"/>
              <a:gd name="connsiteY161" fmla="*/ 1724025 h 1890712"/>
              <a:gd name="connsiteX162" fmla="*/ 2428876 w 2543175"/>
              <a:gd name="connsiteY162" fmla="*/ 1785938 h 1890712"/>
              <a:gd name="connsiteX163" fmla="*/ 2466975 w 2543175"/>
              <a:gd name="connsiteY163" fmla="*/ 1783556 h 1890712"/>
              <a:gd name="connsiteX164" fmla="*/ 2481263 w 2543175"/>
              <a:gd name="connsiteY164" fmla="*/ 1795462 h 1890712"/>
              <a:gd name="connsiteX165" fmla="*/ 2486025 w 2543175"/>
              <a:gd name="connsiteY165" fmla="*/ 1802606 h 1890712"/>
              <a:gd name="connsiteX166" fmla="*/ 2514600 w 2543175"/>
              <a:gd name="connsiteY166" fmla="*/ 1850231 h 1890712"/>
              <a:gd name="connsiteX167" fmla="*/ 2519363 w 2543175"/>
              <a:gd name="connsiteY167" fmla="*/ 1857375 h 1890712"/>
              <a:gd name="connsiteX168" fmla="*/ 2540794 w 2543175"/>
              <a:gd name="connsiteY168" fmla="*/ 1883569 h 1890712"/>
              <a:gd name="connsiteX169" fmla="*/ 2543175 w 2543175"/>
              <a:gd name="connsiteY16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73982 w 2543175"/>
              <a:gd name="connsiteY96" fmla="*/ 997744 h 1890712"/>
              <a:gd name="connsiteX97" fmla="*/ 1388269 w 2543175"/>
              <a:gd name="connsiteY97" fmla="*/ 1007269 h 1890712"/>
              <a:gd name="connsiteX98" fmla="*/ 1414463 w 2543175"/>
              <a:gd name="connsiteY98" fmla="*/ 1019175 h 1890712"/>
              <a:gd name="connsiteX99" fmla="*/ 1428750 w 2543175"/>
              <a:gd name="connsiteY99" fmla="*/ 1026319 h 1890712"/>
              <a:gd name="connsiteX100" fmla="*/ 1471613 w 2543175"/>
              <a:gd name="connsiteY100" fmla="*/ 1059656 h 1890712"/>
              <a:gd name="connsiteX101" fmla="*/ 1495425 w 2543175"/>
              <a:gd name="connsiteY101" fmla="*/ 1088231 h 1890712"/>
              <a:gd name="connsiteX102" fmla="*/ 1547812 w 2543175"/>
              <a:gd name="connsiteY102" fmla="*/ 1133475 h 1890712"/>
              <a:gd name="connsiteX103" fmla="*/ 1597819 w 2543175"/>
              <a:gd name="connsiteY103" fmla="*/ 1154906 h 1890712"/>
              <a:gd name="connsiteX104" fmla="*/ 1604963 w 2543175"/>
              <a:gd name="connsiteY104" fmla="*/ 1162050 h 1890712"/>
              <a:gd name="connsiteX105" fmla="*/ 1612107 w 2543175"/>
              <a:gd name="connsiteY105" fmla="*/ 1166812 h 1890712"/>
              <a:gd name="connsiteX106" fmla="*/ 1628775 w 2543175"/>
              <a:gd name="connsiteY106" fmla="*/ 1183481 h 1890712"/>
              <a:gd name="connsiteX107" fmla="*/ 1662113 w 2543175"/>
              <a:gd name="connsiteY107" fmla="*/ 1209675 h 1890712"/>
              <a:gd name="connsiteX108" fmla="*/ 1678782 w 2543175"/>
              <a:gd name="connsiteY108" fmla="*/ 1226344 h 1890712"/>
              <a:gd name="connsiteX109" fmla="*/ 1700213 w 2543175"/>
              <a:gd name="connsiteY109" fmla="*/ 1247775 h 1890712"/>
              <a:gd name="connsiteX110" fmla="*/ 1712119 w 2543175"/>
              <a:gd name="connsiteY110" fmla="*/ 1259681 h 1890712"/>
              <a:gd name="connsiteX111" fmla="*/ 1733550 w 2543175"/>
              <a:gd name="connsiteY111" fmla="*/ 1273969 h 1890712"/>
              <a:gd name="connsiteX112" fmla="*/ 1743075 w 2543175"/>
              <a:gd name="connsiteY112" fmla="*/ 1283494 h 1890712"/>
              <a:gd name="connsiteX113" fmla="*/ 1754982 w 2543175"/>
              <a:gd name="connsiteY113" fmla="*/ 1290637 h 1890712"/>
              <a:gd name="connsiteX114" fmla="*/ 1766888 w 2543175"/>
              <a:gd name="connsiteY114" fmla="*/ 1300162 h 1890712"/>
              <a:gd name="connsiteX115" fmla="*/ 1783557 w 2543175"/>
              <a:gd name="connsiteY115" fmla="*/ 1307306 h 1890712"/>
              <a:gd name="connsiteX116" fmla="*/ 1790700 w 2543175"/>
              <a:gd name="connsiteY116" fmla="*/ 1312069 h 1890712"/>
              <a:gd name="connsiteX117" fmla="*/ 1800225 w 2543175"/>
              <a:gd name="connsiteY117" fmla="*/ 1319212 h 1890712"/>
              <a:gd name="connsiteX118" fmla="*/ 1807369 w 2543175"/>
              <a:gd name="connsiteY118" fmla="*/ 1321594 h 1890712"/>
              <a:gd name="connsiteX119" fmla="*/ 1824038 w 2543175"/>
              <a:gd name="connsiteY119" fmla="*/ 1333500 h 1890712"/>
              <a:gd name="connsiteX120" fmla="*/ 1843088 w 2543175"/>
              <a:gd name="connsiteY120" fmla="*/ 1352550 h 1890712"/>
              <a:gd name="connsiteX121" fmla="*/ 1852613 w 2543175"/>
              <a:gd name="connsiteY121" fmla="*/ 1359694 h 1890712"/>
              <a:gd name="connsiteX122" fmla="*/ 1859757 w 2543175"/>
              <a:gd name="connsiteY122" fmla="*/ 1366837 h 1890712"/>
              <a:gd name="connsiteX123" fmla="*/ 1869282 w 2543175"/>
              <a:gd name="connsiteY123" fmla="*/ 1371600 h 1890712"/>
              <a:gd name="connsiteX124" fmla="*/ 1883569 w 2543175"/>
              <a:gd name="connsiteY124" fmla="*/ 1388269 h 1890712"/>
              <a:gd name="connsiteX125" fmla="*/ 1893094 w 2543175"/>
              <a:gd name="connsiteY125" fmla="*/ 1395412 h 1890712"/>
              <a:gd name="connsiteX126" fmla="*/ 1902619 w 2543175"/>
              <a:gd name="connsiteY126" fmla="*/ 1404937 h 1890712"/>
              <a:gd name="connsiteX127" fmla="*/ 1912144 w 2543175"/>
              <a:gd name="connsiteY127" fmla="*/ 1409700 h 1890712"/>
              <a:gd name="connsiteX128" fmla="*/ 1931194 w 2543175"/>
              <a:gd name="connsiteY128" fmla="*/ 1421606 h 1890712"/>
              <a:gd name="connsiteX129" fmla="*/ 1935957 w 2543175"/>
              <a:gd name="connsiteY129" fmla="*/ 1428750 h 1890712"/>
              <a:gd name="connsiteX130" fmla="*/ 1952625 w 2543175"/>
              <a:gd name="connsiteY130" fmla="*/ 1438275 h 1890712"/>
              <a:gd name="connsiteX131" fmla="*/ 1971675 w 2543175"/>
              <a:gd name="connsiteY131" fmla="*/ 1450181 h 1890712"/>
              <a:gd name="connsiteX132" fmla="*/ 1981200 w 2543175"/>
              <a:gd name="connsiteY132" fmla="*/ 1454944 h 1890712"/>
              <a:gd name="connsiteX133" fmla="*/ 1997869 w 2543175"/>
              <a:gd name="connsiteY133" fmla="*/ 1471612 h 1890712"/>
              <a:gd name="connsiteX134" fmla="*/ 2007394 w 2543175"/>
              <a:gd name="connsiteY134" fmla="*/ 1478756 h 1890712"/>
              <a:gd name="connsiteX135" fmla="*/ 2016919 w 2543175"/>
              <a:gd name="connsiteY135" fmla="*/ 1483519 h 1890712"/>
              <a:gd name="connsiteX136" fmla="*/ 2024063 w 2543175"/>
              <a:gd name="connsiteY136" fmla="*/ 1490662 h 1890712"/>
              <a:gd name="connsiteX137" fmla="*/ 2033588 w 2543175"/>
              <a:gd name="connsiteY137" fmla="*/ 1495425 h 1890712"/>
              <a:gd name="connsiteX138" fmla="*/ 2040732 w 2543175"/>
              <a:gd name="connsiteY138" fmla="*/ 1502569 h 1890712"/>
              <a:gd name="connsiteX139" fmla="*/ 2047875 w 2543175"/>
              <a:gd name="connsiteY139" fmla="*/ 1507331 h 1890712"/>
              <a:gd name="connsiteX140" fmla="*/ 2057400 w 2543175"/>
              <a:gd name="connsiteY140" fmla="*/ 1514475 h 1890712"/>
              <a:gd name="connsiteX141" fmla="*/ 2064544 w 2543175"/>
              <a:gd name="connsiteY141" fmla="*/ 1519237 h 1890712"/>
              <a:gd name="connsiteX142" fmla="*/ 2071688 w 2543175"/>
              <a:gd name="connsiteY142" fmla="*/ 1526381 h 1890712"/>
              <a:gd name="connsiteX143" fmla="*/ 2081213 w 2543175"/>
              <a:gd name="connsiteY143" fmla="*/ 1531144 h 1890712"/>
              <a:gd name="connsiteX144" fmla="*/ 2090738 w 2543175"/>
              <a:gd name="connsiteY144" fmla="*/ 1538287 h 1890712"/>
              <a:gd name="connsiteX145" fmla="*/ 2109788 w 2543175"/>
              <a:gd name="connsiteY145" fmla="*/ 1547812 h 1890712"/>
              <a:gd name="connsiteX146" fmla="*/ 2131219 w 2543175"/>
              <a:gd name="connsiteY146" fmla="*/ 1562100 h 1890712"/>
              <a:gd name="connsiteX147" fmla="*/ 2140744 w 2543175"/>
              <a:gd name="connsiteY147" fmla="*/ 1566862 h 1890712"/>
              <a:gd name="connsiteX148" fmla="*/ 2152650 w 2543175"/>
              <a:gd name="connsiteY148" fmla="*/ 1576387 h 1890712"/>
              <a:gd name="connsiteX149" fmla="*/ 2181225 w 2543175"/>
              <a:gd name="connsiteY149" fmla="*/ 1590675 h 1890712"/>
              <a:gd name="connsiteX150" fmla="*/ 2200275 w 2543175"/>
              <a:gd name="connsiteY150" fmla="*/ 1607344 h 1890712"/>
              <a:gd name="connsiteX151" fmla="*/ 2207419 w 2543175"/>
              <a:gd name="connsiteY151" fmla="*/ 1612106 h 1890712"/>
              <a:gd name="connsiteX152" fmla="*/ 2216944 w 2543175"/>
              <a:gd name="connsiteY152" fmla="*/ 1619250 h 1890712"/>
              <a:gd name="connsiteX153" fmla="*/ 2224088 w 2543175"/>
              <a:gd name="connsiteY153" fmla="*/ 1624012 h 1890712"/>
              <a:gd name="connsiteX154" fmla="*/ 2247900 w 2543175"/>
              <a:gd name="connsiteY154" fmla="*/ 1643062 h 1890712"/>
              <a:gd name="connsiteX155" fmla="*/ 2255044 w 2543175"/>
              <a:gd name="connsiteY155" fmla="*/ 1650206 h 1890712"/>
              <a:gd name="connsiteX156" fmla="*/ 2281238 w 2543175"/>
              <a:gd name="connsiteY156" fmla="*/ 1664494 h 1890712"/>
              <a:gd name="connsiteX157" fmla="*/ 2297907 w 2543175"/>
              <a:gd name="connsiteY157" fmla="*/ 1674019 h 1890712"/>
              <a:gd name="connsiteX158" fmla="*/ 2312194 w 2543175"/>
              <a:gd name="connsiteY158" fmla="*/ 1685925 h 1890712"/>
              <a:gd name="connsiteX159" fmla="*/ 2328863 w 2543175"/>
              <a:gd name="connsiteY159" fmla="*/ 1697831 h 1890712"/>
              <a:gd name="connsiteX160" fmla="*/ 2350294 w 2543175"/>
              <a:gd name="connsiteY160" fmla="*/ 1712119 h 1890712"/>
              <a:gd name="connsiteX161" fmla="*/ 2369344 w 2543175"/>
              <a:gd name="connsiteY161" fmla="*/ 1724025 h 1890712"/>
              <a:gd name="connsiteX162" fmla="*/ 2428876 w 2543175"/>
              <a:gd name="connsiteY162" fmla="*/ 1785938 h 1890712"/>
              <a:gd name="connsiteX163" fmla="*/ 2466975 w 2543175"/>
              <a:gd name="connsiteY163" fmla="*/ 1783556 h 1890712"/>
              <a:gd name="connsiteX164" fmla="*/ 2481263 w 2543175"/>
              <a:gd name="connsiteY164" fmla="*/ 1795462 h 1890712"/>
              <a:gd name="connsiteX165" fmla="*/ 2486025 w 2543175"/>
              <a:gd name="connsiteY165" fmla="*/ 1802606 h 1890712"/>
              <a:gd name="connsiteX166" fmla="*/ 2514600 w 2543175"/>
              <a:gd name="connsiteY166" fmla="*/ 1850231 h 1890712"/>
              <a:gd name="connsiteX167" fmla="*/ 2519363 w 2543175"/>
              <a:gd name="connsiteY167" fmla="*/ 1857375 h 1890712"/>
              <a:gd name="connsiteX168" fmla="*/ 2540794 w 2543175"/>
              <a:gd name="connsiteY168" fmla="*/ 1883569 h 1890712"/>
              <a:gd name="connsiteX169" fmla="*/ 2543175 w 2543175"/>
              <a:gd name="connsiteY16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73982 w 2543175"/>
              <a:gd name="connsiteY96" fmla="*/ 997744 h 1890712"/>
              <a:gd name="connsiteX97" fmla="*/ 1388269 w 2543175"/>
              <a:gd name="connsiteY97" fmla="*/ 1007269 h 1890712"/>
              <a:gd name="connsiteX98" fmla="*/ 1414463 w 2543175"/>
              <a:gd name="connsiteY98" fmla="*/ 1019175 h 1890712"/>
              <a:gd name="connsiteX99" fmla="*/ 1435894 w 2543175"/>
              <a:gd name="connsiteY99" fmla="*/ 1054894 h 1890712"/>
              <a:gd name="connsiteX100" fmla="*/ 1471613 w 2543175"/>
              <a:gd name="connsiteY100" fmla="*/ 1059656 h 1890712"/>
              <a:gd name="connsiteX101" fmla="*/ 1495425 w 2543175"/>
              <a:gd name="connsiteY101" fmla="*/ 1088231 h 1890712"/>
              <a:gd name="connsiteX102" fmla="*/ 1547812 w 2543175"/>
              <a:gd name="connsiteY102" fmla="*/ 1133475 h 1890712"/>
              <a:gd name="connsiteX103" fmla="*/ 1597819 w 2543175"/>
              <a:gd name="connsiteY103" fmla="*/ 1154906 h 1890712"/>
              <a:gd name="connsiteX104" fmla="*/ 1604963 w 2543175"/>
              <a:gd name="connsiteY104" fmla="*/ 1162050 h 1890712"/>
              <a:gd name="connsiteX105" fmla="*/ 1612107 w 2543175"/>
              <a:gd name="connsiteY105" fmla="*/ 1166812 h 1890712"/>
              <a:gd name="connsiteX106" fmla="*/ 1628775 w 2543175"/>
              <a:gd name="connsiteY106" fmla="*/ 1183481 h 1890712"/>
              <a:gd name="connsiteX107" fmla="*/ 1662113 w 2543175"/>
              <a:gd name="connsiteY107" fmla="*/ 1209675 h 1890712"/>
              <a:gd name="connsiteX108" fmla="*/ 1678782 w 2543175"/>
              <a:gd name="connsiteY108" fmla="*/ 1226344 h 1890712"/>
              <a:gd name="connsiteX109" fmla="*/ 1700213 w 2543175"/>
              <a:gd name="connsiteY109" fmla="*/ 1247775 h 1890712"/>
              <a:gd name="connsiteX110" fmla="*/ 1712119 w 2543175"/>
              <a:gd name="connsiteY110" fmla="*/ 1259681 h 1890712"/>
              <a:gd name="connsiteX111" fmla="*/ 1733550 w 2543175"/>
              <a:gd name="connsiteY111" fmla="*/ 1273969 h 1890712"/>
              <a:gd name="connsiteX112" fmla="*/ 1743075 w 2543175"/>
              <a:gd name="connsiteY112" fmla="*/ 1283494 h 1890712"/>
              <a:gd name="connsiteX113" fmla="*/ 1754982 w 2543175"/>
              <a:gd name="connsiteY113" fmla="*/ 1290637 h 1890712"/>
              <a:gd name="connsiteX114" fmla="*/ 1766888 w 2543175"/>
              <a:gd name="connsiteY114" fmla="*/ 1300162 h 1890712"/>
              <a:gd name="connsiteX115" fmla="*/ 1783557 w 2543175"/>
              <a:gd name="connsiteY115" fmla="*/ 1307306 h 1890712"/>
              <a:gd name="connsiteX116" fmla="*/ 1790700 w 2543175"/>
              <a:gd name="connsiteY116" fmla="*/ 1312069 h 1890712"/>
              <a:gd name="connsiteX117" fmla="*/ 1800225 w 2543175"/>
              <a:gd name="connsiteY117" fmla="*/ 1319212 h 1890712"/>
              <a:gd name="connsiteX118" fmla="*/ 1807369 w 2543175"/>
              <a:gd name="connsiteY118" fmla="*/ 1321594 h 1890712"/>
              <a:gd name="connsiteX119" fmla="*/ 1824038 w 2543175"/>
              <a:gd name="connsiteY119" fmla="*/ 1333500 h 1890712"/>
              <a:gd name="connsiteX120" fmla="*/ 1843088 w 2543175"/>
              <a:gd name="connsiteY120" fmla="*/ 1352550 h 1890712"/>
              <a:gd name="connsiteX121" fmla="*/ 1852613 w 2543175"/>
              <a:gd name="connsiteY121" fmla="*/ 1359694 h 1890712"/>
              <a:gd name="connsiteX122" fmla="*/ 1859757 w 2543175"/>
              <a:gd name="connsiteY122" fmla="*/ 1366837 h 1890712"/>
              <a:gd name="connsiteX123" fmla="*/ 1869282 w 2543175"/>
              <a:gd name="connsiteY123" fmla="*/ 1371600 h 1890712"/>
              <a:gd name="connsiteX124" fmla="*/ 1883569 w 2543175"/>
              <a:gd name="connsiteY124" fmla="*/ 1388269 h 1890712"/>
              <a:gd name="connsiteX125" fmla="*/ 1893094 w 2543175"/>
              <a:gd name="connsiteY125" fmla="*/ 1395412 h 1890712"/>
              <a:gd name="connsiteX126" fmla="*/ 1902619 w 2543175"/>
              <a:gd name="connsiteY126" fmla="*/ 1404937 h 1890712"/>
              <a:gd name="connsiteX127" fmla="*/ 1912144 w 2543175"/>
              <a:gd name="connsiteY127" fmla="*/ 1409700 h 1890712"/>
              <a:gd name="connsiteX128" fmla="*/ 1931194 w 2543175"/>
              <a:gd name="connsiteY128" fmla="*/ 1421606 h 1890712"/>
              <a:gd name="connsiteX129" fmla="*/ 1935957 w 2543175"/>
              <a:gd name="connsiteY129" fmla="*/ 1428750 h 1890712"/>
              <a:gd name="connsiteX130" fmla="*/ 1952625 w 2543175"/>
              <a:gd name="connsiteY130" fmla="*/ 1438275 h 1890712"/>
              <a:gd name="connsiteX131" fmla="*/ 1971675 w 2543175"/>
              <a:gd name="connsiteY131" fmla="*/ 1450181 h 1890712"/>
              <a:gd name="connsiteX132" fmla="*/ 1981200 w 2543175"/>
              <a:gd name="connsiteY132" fmla="*/ 1454944 h 1890712"/>
              <a:gd name="connsiteX133" fmla="*/ 1997869 w 2543175"/>
              <a:gd name="connsiteY133" fmla="*/ 1471612 h 1890712"/>
              <a:gd name="connsiteX134" fmla="*/ 2007394 w 2543175"/>
              <a:gd name="connsiteY134" fmla="*/ 1478756 h 1890712"/>
              <a:gd name="connsiteX135" fmla="*/ 2016919 w 2543175"/>
              <a:gd name="connsiteY135" fmla="*/ 1483519 h 1890712"/>
              <a:gd name="connsiteX136" fmla="*/ 2024063 w 2543175"/>
              <a:gd name="connsiteY136" fmla="*/ 1490662 h 1890712"/>
              <a:gd name="connsiteX137" fmla="*/ 2033588 w 2543175"/>
              <a:gd name="connsiteY137" fmla="*/ 1495425 h 1890712"/>
              <a:gd name="connsiteX138" fmla="*/ 2040732 w 2543175"/>
              <a:gd name="connsiteY138" fmla="*/ 1502569 h 1890712"/>
              <a:gd name="connsiteX139" fmla="*/ 2047875 w 2543175"/>
              <a:gd name="connsiteY139" fmla="*/ 1507331 h 1890712"/>
              <a:gd name="connsiteX140" fmla="*/ 2057400 w 2543175"/>
              <a:gd name="connsiteY140" fmla="*/ 1514475 h 1890712"/>
              <a:gd name="connsiteX141" fmla="*/ 2064544 w 2543175"/>
              <a:gd name="connsiteY141" fmla="*/ 1519237 h 1890712"/>
              <a:gd name="connsiteX142" fmla="*/ 2071688 w 2543175"/>
              <a:gd name="connsiteY142" fmla="*/ 1526381 h 1890712"/>
              <a:gd name="connsiteX143" fmla="*/ 2081213 w 2543175"/>
              <a:gd name="connsiteY143" fmla="*/ 1531144 h 1890712"/>
              <a:gd name="connsiteX144" fmla="*/ 2090738 w 2543175"/>
              <a:gd name="connsiteY144" fmla="*/ 1538287 h 1890712"/>
              <a:gd name="connsiteX145" fmla="*/ 2109788 w 2543175"/>
              <a:gd name="connsiteY145" fmla="*/ 1547812 h 1890712"/>
              <a:gd name="connsiteX146" fmla="*/ 2131219 w 2543175"/>
              <a:gd name="connsiteY146" fmla="*/ 1562100 h 1890712"/>
              <a:gd name="connsiteX147" fmla="*/ 2140744 w 2543175"/>
              <a:gd name="connsiteY147" fmla="*/ 1566862 h 1890712"/>
              <a:gd name="connsiteX148" fmla="*/ 2152650 w 2543175"/>
              <a:gd name="connsiteY148" fmla="*/ 1576387 h 1890712"/>
              <a:gd name="connsiteX149" fmla="*/ 2181225 w 2543175"/>
              <a:gd name="connsiteY149" fmla="*/ 1590675 h 1890712"/>
              <a:gd name="connsiteX150" fmla="*/ 2200275 w 2543175"/>
              <a:gd name="connsiteY150" fmla="*/ 1607344 h 1890712"/>
              <a:gd name="connsiteX151" fmla="*/ 2207419 w 2543175"/>
              <a:gd name="connsiteY151" fmla="*/ 1612106 h 1890712"/>
              <a:gd name="connsiteX152" fmla="*/ 2216944 w 2543175"/>
              <a:gd name="connsiteY152" fmla="*/ 1619250 h 1890712"/>
              <a:gd name="connsiteX153" fmla="*/ 2224088 w 2543175"/>
              <a:gd name="connsiteY153" fmla="*/ 1624012 h 1890712"/>
              <a:gd name="connsiteX154" fmla="*/ 2247900 w 2543175"/>
              <a:gd name="connsiteY154" fmla="*/ 1643062 h 1890712"/>
              <a:gd name="connsiteX155" fmla="*/ 2255044 w 2543175"/>
              <a:gd name="connsiteY155" fmla="*/ 1650206 h 1890712"/>
              <a:gd name="connsiteX156" fmla="*/ 2281238 w 2543175"/>
              <a:gd name="connsiteY156" fmla="*/ 1664494 h 1890712"/>
              <a:gd name="connsiteX157" fmla="*/ 2297907 w 2543175"/>
              <a:gd name="connsiteY157" fmla="*/ 1674019 h 1890712"/>
              <a:gd name="connsiteX158" fmla="*/ 2312194 w 2543175"/>
              <a:gd name="connsiteY158" fmla="*/ 1685925 h 1890712"/>
              <a:gd name="connsiteX159" fmla="*/ 2328863 w 2543175"/>
              <a:gd name="connsiteY159" fmla="*/ 1697831 h 1890712"/>
              <a:gd name="connsiteX160" fmla="*/ 2350294 w 2543175"/>
              <a:gd name="connsiteY160" fmla="*/ 1712119 h 1890712"/>
              <a:gd name="connsiteX161" fmla="*/ 2369344 w 2543175"/>
              <a:gd name="connsiteY161" fmla="*/ 1724025 h 1890712"/>
              <a:gd name="connsiteX162" fmla="*/ 2428876 w 2543175"/>
              <a:gd name="connsiteY162" fmla="*/ 1785938 h 1890712"/>
              <a:gd name="connsiteX163" fmla="*/ 2466975 w 2543175"/>
              <a:gd name="connsiteY163" fmla="*/ 1783556 h 1890712"/>
              <a:gd name="connsiteX164" fmla="*/ 2481263 w 2543175"/>
              <a:gd name="connsiteY164" fmla="*/ 1795462 h 1890712"/>
              <a:gd name="connsiteX165" fmla="*/ 2486025 w 2543175"/>
              <a:gd name="connsiteY165" fmla="*/ 1802606 h 1890712"/>
              <a:gd name="connsiteX166" fmla="*/ 2514600 w 2543175"/>
              <a:gd name="connsiteY166" fmla="*/ 1850231 h 1890712"/>
              <a:gd name="connsiteX167" fmla="*/ 2519363 w 2543175"/>
              <a:gd name="connsiteY167" fmla="*/ 1857375 h 1890712"/>
              <a:gd name="connsiteX168" fmla="*/ 2540794 w 2543175"/>
              <a:gd name="connsiteY168" fmla="*/ 1883569 h 1890712"/>
              <a:gd name="connsiteX169" fmla="*/ 2543175 w 2543175"/>
              <a:gd name="connsiteY16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73982 w 2543175"/>
              <a:gd name="connsiteY96" fmla="*/ 997744 h 1890712"/>
              <a:gd name="connsiteX97" fmla="*/ 1388269 w 2543175"/>
              <a:gd name="connsiteY97" fmla="*/ 1007269 h 1890712"/>
              <a:gd name="connsiteX98" fmla="*/ 1435894 w 2543175"/>
              <a:gd name="connsiteY98" fmla="*/ 1054894 h 1890712"/>
              <a:gd name="connsiteX99" fmla="*/ 1471613 w 2543175"/>
              <a:gd name="connsiteY99" fmla="*/ 1059656 h 1890712"/>
              <a:gd name="connsiteX100" fmla="*/ 1495425 w 2543175"/>
              <a:gd name="connsiteY100" fmla="*/ 1088231 h 1890712"/>
              <a:gd name="connsiteX101" fmla="*/ 1547812 w 2543175"/>
              <a:gd name="connsiteY101" fmla="*/ 1133475 h 1890712"/>
              <a:gd name="connsiteX102" fmla="*/ 1597819 w 2543175"/>
              <a:gd name="connsiteY102" fmla="*/ 1154906 h 1890712"/>
              <a:gd name="connsiteX103" fmla="*/ 1604963 w 2543175"/>
              <a:gd name="connsiteY103" fmla="*/ 1162050 h 1890712"/>
              <a:gd name="connsiteX104" fmla="*/ 1612107 w 2543175"/>
              <a:gd name="connsiteY104" fmla="*/ 1166812 h 1890712"/>
              <a:gd name="connsiteX105" fmla="*/ 1628775 w 2543175"/>
              <a:gd name="connsiteY105" fmla="*/ 1183481 h 1890712"/>
              <a:gd name="connsiteX106" fmla="*/ 1662113 w 2543175"/>
              <a:gd name="connsiteY106" fmla="*/ 1209675 h 1890712"/>
              <a:gd name="connsiteX107" fmla="*/ 1678782 w 2543175"/>
              <a:gd name="connsiteY107" fmla="*/ 1226344 h 1890712"/>
              <a:gd name="connsiteX108" fmla="*/ 1700213 w 2543175"/>
              <a:gd name="connsiteY108" fmla="*/ 1247775 h 1890712"/>
              <a:gd name="connsiteX109" fmla="*/ 1712119 w 2543175"/>
              <a:gd name="connsiteY109" fmla="*/ 1259681 h 1890712"/>
              <a:gd name="connsiteX110" fmla="*/ 1733550 w 2543175"/>
              <a:gd name="connsiteY110" fmla="*/ 1273969 h 1890712"/>
              <a:gd name="connsiteX111" fmla="*/ 1743075 w 2543175"/>
              <a:gd name="connsiteY111" fmla="*/ 1283494 h 1890712"/>
              <a:gd name="connsiteX112" fmla="*/ 1754982 w 2543175"/>
              <a:gd name="connsiteY112" fmla="*/ 1290637 h 1890712"/>
              <a:gd name="connsiteX113" fmla="*/ 1766888 w 2543175"/>
              <a:gd name="connsiteY113" fmla="*/ 1300162 h 1890712"/>
              <a:gd name="connsiteX114" fmla="*/ 1783557 w 2543175"/>
              <a:gd name="connsiteY114" fmla="*/ 1307306 h 1890712"/>
              <a:gd name="connsiteX115" fmla="*/ 1790700 w 2543175"/>
              <a:gd name="connsiteY115" fmla="*/ 1312069 h 1890712"/>
              <a:gd name="connsiteX116" fmla="*/ 1800225 w 2543175"/>
              <a:gd name="connsiteY116" fmla="*/ 1319212 h 1890712"/>
              <a:gd name="connsiteX117" fmla="*/ 1807369 w 2543175"/>
              <a:gd name="connsiteY117" fmla="*/ 1321594 h 1890712"/>
              <a:gd name="connsiteX118" fmla="*/ 1824038 w 2543175"/>
              <a:gd name="connsiteY118" fmla="*/ 1333500 h 1890712"/>
              <a:gd name="connsiteX119" fmla="*/ 1843088 w 2543175"/>
              <a:gd name="connsiteY119" fmla="*/ 1352550 h 1890712"/>
              <a:gd name="connsiteX120" fmla="*/ 1852613 w 2543175"/>
              <a:gd name="connsiteY120" fmla="*/ 1359694 h 1890712"/>
              <a:gd name="connsiteX121" fmla="*/ 1859757 w 2543175"/>
              <a:gd name="connsiteY121" fmla="*/ 1366837 h 1890712"/>
              <a:gd name="connsiteX122" fmla="*/ 1869282 w 2543175"/>
              <a:gd name="connsiteY122" fmla="*/ 1371600 h 1890712"/>
              <a:gd name="connsiteX123" fmla="*/ 1883569 w 2543175"/>
              <a:gd name="connsiteY123" fmla="*/ 1388269 h 1890712"/>
              <a:gd name="connsiteX124" fmla="*/ 1893094 w 2543175"/>
              <a:gd name="connsiteY124" fmla="*/ 1395412 h 1890712"/>
              <a:gd name="connsiteX125" fmla="*/ 1902619 w 2543175"/>
              <a:gd name="connsiteY125" fmla="*/ 1404937 h 1890712"/>
              <a:gd name="connsiteX126" fmla="*/ 1912144 w 2543175"/>
              <a:gd name="connsiteY126" fmla="*/ 1409700 h 1890712"/>
              <a:gd name="connsiteX127" fmla="*/ 1931194 w 2543175"/>
              <a:gd name="connsiteY127" fmla="*/ 1421606 h 1890712"/>
              <a:gd name="connsiteX128" fmla="*/ 1935957 w 2543175"/>
              <a:gd name="connsiteY128" fmla="*/ 1428750 h 1890712"/>
              <a:gd name="connsiteX129" fmla="*/ 1952625 w 2543175"/>
              <a:gd name="connsiteY129" fmla="*/ 1438275 h 1890712"/>
              <a:gd name="connsiteX130" fmla="*/ 1971675 w 2543175"/>
              <a:gd name="connsiteY130" fmla="*/ 1450181 h 1890712"/>
              <a:gd name="connsiteX131" fmla="*/ 1981200 w 2543175"/>
              <a:gd name="connsiteY131" fmla="*/ 1454944 h 1890712"/>
              <a:gd name="connsiteX132" fmla="*/ 1997869 w 2543175"/>
              <a:gd name="connsiteY132" fmla="*/ 1471612 h 1890712"/>
              <a:gd name="connsiteX133" fmla="*/ 2007394 w 2543175"/>
              <a:gd name="connsiteY133" fmla="*/ 1478756 h 1890712"/>
              <a:gd name="connsiteX134" fmla="*/ 2016919 w 2543175"/>
              <a:gd name="connsiteY134" fmla="*/ 1483519 h 1890712"/>
              <a:gd name="connsiteX135" fmla="*/ 2024063 w 2543175"/>
              <a:gd name="connsiteY135" fmla="*/ 1490662 h 1890712"/>
              <a:gd name="connsiteX136" fmla="*/ 2033588 w 2543175"/>
              <a:gd name="connsiteY136" fmla="*/ 1495425 h 1890712"/>
              <a:gd name="connsiteX137" fmla="*/ 2040732 w 2543175"/>
              <a:gd name="connsiteY137" fmla="*/ 1502569 h 1890712"/>
              <a:gd name="connsiteX138" fmla="*/ 2047875 w 2543175"/>
              <a:gd name="connsiteY138" fmla="*/ 1507331 h 1890712"/>
              <a:gd name="connsiteX139" fmla="*/ 2057400 w 2543175"/>
              <a:gd name="connsiteY139" fmla="*/ 1514475 h 1890712"/>
              <a:gd name="connsiteX140" fmla="*/ 2064544 w 2543175"/>
              <a:gd name="connsiteY140" fmla="*/ 1519237 h 1890712"/>
              <a:gd name="connsiteX141" fmla="*/ 2071688 w 2543175"/>
              <a:gd name="connsiteY141" fmla="*/ 1526381 h 1890712"/>
              <a:gd name="connsiteX142" fmla="*/ 2081213 w 2543175"/>
              <a:gd name="connsiteY142" fmla="*/ 1531144 h 1890712"/>
              <a:gd name="connsiteX143" fmla="*/ 2090738 w 2543175"/>
              <a:gd name="connsiteY143" fmla="*/ 1538287 h 1890712"/>
              <a:gd name="connsiteX144" fmla="*/ 2109788 w 2543175"/>
              <a:gd name="connsiteY144" fmla="*/ 1547812 h 1890712"/>
              <a:gd name="connsiteX145" fmla="*/ 2131219 w 2543175"/>
              <a:gd name="connsiteY145" fmla="*/ 1562100 h 1890712"/>
              <a:gd name="connsiteX146" fmla="*/ 2140744 w 2543175"/>
              <a:gd name="connsiteY146" fmla="*/ 1566862 h 1890712"/>
              <a:gd name="connsiteX147" fmla="*/ 2152650 w 2543175"/>
              <a:gd name="connsiteY147" fmla="*/ 1576387 h 1890712"/>
              <a:gd name="connsiteX148" fmla="*/ 2181225 w 2543175"/>
              <a:gd name="connsiteY148" fmla="*/ 1590675 h 1890712"/>
              <a:gd name="connsiteX149" fmla="*/ 2200275 w 2543175"/>
              <a:gd name="connsiteY149" fmla="*/ 1607344 h 1890712"/>
              <a:gd name="connsiteX150" fmla="*/ 2207419 w 2543175"/>
              <a:gd name="connsiteY150" fmla="*/ 1612106 h 1890712"/>
              <a:gd name="connsiteX151" fmla="*/ 2216944 w 2543175"/>
              <a:gd name="connsiteY151" fmla="*/ 1619250 h 1890712"/>
              <a:gd name="connsiteX152" fmla="*/ 2224088 w 2543175"/>
              <a:gd name="connsiteY152" fmla="*/ 1624012 h 1890712"/>
              <a:gd name="connsiteX153" fmla="*/ 2247900 w 2543175"/>
              <a:gd name="connsiteY153" fmla="*/ 1643062 h 1890712"/>
              <a:gd name="connsiteX154" fmla="*/ 2255044 w 2543175"/>
              <a:gd name="connsiteY154" fmla="*/ 1650206 h 1890712"/>
              <a:gd name="connsiteX155" fmla="*/ 2281238 w 2543175"/>
              <a:gd name="connsiteY155" fmla="*/ 1664494 h 1890712"/>
              <a:gd name="connsiteX156" fmla="*/ 2297907 w 2543175"/>
              <a:gd name="connsiteY156" fmla="*/ 1674019 h 1890712"/>
              <a:gd name="connsiteX157" fmla="*/ 2312194 w 2543175"/>
              <a:gd name="connsiteY157" fmla="*/ 1685925 h 1890712"/>
              <a:gd name="connsiteX158" fmla="*/ 2328863 w 2543175"/>
              <a:gd name="connsiteY158" fmla="*/ 1697831 h 1890712"/>
              <a:gd name="connsiteX159" fmla="*/ 2350294 w 2543175"/>
              <a:gd name="connsiteY159" fmla="*/ 1712119 h 1890712"/>
              <a:gd name="connsiteX160" fmla="*/ 2369344 w 2543175"/>
              <a:gd name="connsiteY160" fmla="*/ 1724025 h 1890712"/>
              <a:gd name="connsiteX161" fmla="*/ 2428876 w 2543175"/>
              <a:gd name="connsiteY161" fmla="*/ 1785938 h 1890712"/>
              <a:gd name="connsiteX162" fmla="*/ 2466975 w 2543175"/>
              <a:gd name="connsiteY162" fmla="*/ 1783556 h 1890712"/>
              <a:gd name="connsiteX163" fmla="*/ 2481263 w 2543175"/>
              <a:gd name="connsiteY163" fmla="*/ 1795462 h 1890712"/>
              <a:gd name="connsiteX164" fmla="*/ 2486025 w 2543175"/>
              <a:gd name="connsiteY164" fmla="*/ 1802606 h 1890712"/>
              <a:gd name="connsiteX165" fmla="*/ 2514600 w 2543175"/>
              <a:gd name="connsiteY165" fmla="*/ 1850231 h 1890712"/>
              <a:gd name="connsiteX166" fmla="*/ 2519363 w 2543175"/>
              <a:gd name="connsiteY166" fmla="*/ 1857375 h 1890712"/>
              <a:gd name="connsiteX167" fmla="*/ 2540794 w 2543175"/>
              <a:gd name="connsiteY167" fmla="*/ 1883569 h 1890712"/>
              <a:gd name="connsiteX168" fmla="*/ 2543175 w 2543175"/>
              <a:gd name="connsiteY168"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73982 w 2543175"/>
              <a:gd name="connsiteY96" fmla="*/ 997744 h 1890712"/>
              <a:gd name="connsiteX97" fmla="*/ 1435894 w 2543175"/>
              <a:gd name="connsiteY97" fmla="*/ 1054894 h 1890712"/>
              <a:gd name="connsiteX98" fmla="*/ 1471613 w 2543175"/>
              <a:gd name="connsiteY98" fmla="*/ 1059656 h 1890712"/>
              <a:gd name="connsiteX99" fmla="*/ 1495425 w 2543175"/>
              <a:gd name="connsiteY99" fmla="*/ 1088231 h 1890712"/>
              <a:gd name="connsiteX100" fmla="*/ 1547812 w 2543175"/>
              <a:gd name="connsiteY100" fmla="*/ 1133475 h 1890712"/>
              <a:gd name="connsiteX101" fmla="*/ 1597819 w 2543175"/>
              <a:gd name="connsiteY101" fmla="*/ 1154906 h 1890712"/>
              <a:gd name="connsiteX102" fmla="*/ 1604963 w 2543175"/>
              <a:gd name="connsiteY102" fmla="*/ 1162050 h 1890712"/>
              <a:gd name="connsiteX103" fmla="*/ 1612107 w 2543175"/>
              <a:gd name="connsiteY103" fmla="*/ 1166812 h 1890712"/>
              <a:gd name="connsiteX104" fmla="*/ 1628775 w 2543175"/>
              <a:gd name="connsiteY104" fmla="*/ 1183481 h 1890712"/>
              <a:gd name="connsiteX105" fmla="*/ 1662113 w 2543175"/>
              <a:gd name="connsiteY105" fmla="*/ 1209675 h 1890712"/>
              <a:gd name="connsiteX106" fmla="*/ 1678782 w 2543175"/>
              <a:gd name="connsiteY106" fmla="*/ 1226344 h 1890712"/>
              <a:gd name="connsiteX107" fmla="*/ 1700213 w 2543175"/>
              <a:gd name="connsiteY107" fmla="*/ 1247775 h 1890712"/>
              <a:gd name="connsiteX108" fmla="*/ 1712119 w 2543175"/>
              <a:gd name="connsiteY108" fmla="*/ 1259681 h 1890712"/>
              <a:gd name="connsiteX109" fmla="*/ 1733550 w 2543175"/>
              <a:gd name="connsiteY109" fmla="*/ 1273969 h 1890712"/>
              <a:gd name="connsiteX110" fmla="*/ 1743075 w 2543175"/>
              <a:gd name="connsiteY110" fmla="*/ 1283494 h 1890712"/>
              <a:gd name="connsiteX111" fmla="*/ 1754982 w 2543175"/>
              <a:gd name="connsiteY111" fmla="*/ 1290637 h 1890712"/>
              <a:gd name="connsiteX112" fmla="*/ 1766888 w 2543175"/>
              <a:gd name="connsiteY112" fmla="*/ 1300162 h 1890712"/>
              <a:gd name="connsiteX113" fmla="*/ 1783557 w 2543175"/>
              <a:gd name="connsiteY113" fmla="*/ 1307306 h 1890712"/>
              <a:gd name="connsiteX114" fmla="*/ 1790700 w 2543175"/>
              <a:gd name="connsiteY114" fmla="*/ 1312069 h 1890712"/>
              <a:gd name="connsiteX115" fmla="*/ 1800225 w 2543175"/>
              <a:gd name="connsiteY115" fmla="*/ 1319212 h 1890712"/>
              <a:gd name="connsiteX116" fmla="*/ 1807369 w 2543175"/>
              <a:gd name="connsiteY116" fmla="*/ 1321594 h 1890712"/>
              <a:gd name="connsiteX117" fmla="*/ 1824038 w 2543175"/>
              <a:gd name="connsiteY117" fmla="*/ 1333500 h 1890712"/>
              <a:gd name="connsiteX118" fmla="*/ 1843088 w 2543175"/>
              <a:gd name="connsiteY118" fmla="*/ 1352550 h 1890712"/>
              <a:gd name="connsiteX119" fmla="*/ 1852613 w 2543175"/>
              <a:gd name="connsiteY119" fmla="*/ 1359694 h 1890712"/>
              <a:gd name="connsiteX120" fmla="*/ 1859757 w 2543175"/>
              <a:gd name="connsiteY120" fmla="*/ 1366837 h 1890712"/>
              <a:gd name="connsiteX121" fmla="*/ 1869282 w 2543175"/>
              <a:gd name="connsiteY121" fmla="*/ 1371600 h 1890712"/>
              <a:gd name="connsiteX122" fmla="*/ 1883569 w 2543175"/>
              <a:gd name="connsiteY122" fmla="*/ 1388269 h 1890712"/>
              <a:gd name="connsiteX123" fmla="*/ 1893094 w 2543175"/>
              <a:gd name="connsiteY123" fmla="*/ 1395412 h 1890712"/>
              <a:gd name="connsiteX124" fmla="*/ 1902619 w 2543175"/>
              <a:gd name="connsiteY124" fmla="*/ 1404937 h 1890712"/>
              <a:gd name="connsiteX125" fmla="*/ 1912144 w 2543175"/>
              <a:gd name="connsiteY125" fmla="*/ 1409700 h 1890712"/>
              <a:gd name="connsiteX126" fmla="*/ 1931194 w 2543175"/>
              <a:gd name="connsiteY126" fmla="*/ 1421606 h 1890712"/>
              <a:gd name="connsiteX127" fmla="*/ 1935957 w 2543175"/>
              <a:gd name="connsiteY127" fmla="*/ 1428750 h 1890712"/>
              <a:gd name="connsiteX128" fmla="*/ 1952625 w 2543175"/>
              <a:gd name="connsiteY128" fmla="*/ 1438275 h 1890712"/>
              <a:gd name="connsiteX129" fmla="*/ 1971675 w 2543175"/>
              <a:gd name="connsiteY129" fmla="*/ 1450181 h 1890712"/>
              <a:gd name="connsiteX130" fmla="*/ 1981200 w 2543175"/>
              <a:gd name="connsiteY130" fmla="*/ 1454944 h 1890712"/>
              <a:gd name="connsiteX131" fmla="*/ 1997869 w 2543175"/>
              <a:gd name="connsiteY131" fmla="*/ 1471612 h 1890712"/>
              <a:gd name="connsiteX132" fmla="*/ 2007394 w 2543175"/>
              <a:gd name="connsiteY132" fmla="*/ 1478756 h 1890712"/>
              <a:gd name="connsiteX133" fmla="*/ 2016919 w 2543175"/>
              <a:gd name="connsiteY133" fmla="*/ 1483519 h 1890712"/>
              <a:gd name="connsiteX134" fmla="*/ 2024063 w 2543175"/>
              <a:gd name="connsiteY134" fmla="*/ 1490662 h 1890712"/>
              <a:gd name="connsiteX135" fmla="*/ 2033588 w 2543175"/>
              <a:gd name="connsiteY135" fmla="*/ 1495425 h 1890712"/>
              <a:gd name="connsiteX136" fmla="*/ 2040732 w 2543175"/>
              <a:gd name="connsiteY136" fmla="*/ 1502569 h 1890712"/>
              <a:gd name="connsiteX137" fmla="*/ 2047875 w 2543175"/>
              <a:gd name="connsiteY137" fmla="*/ 1507331 h 1890712"/>
              <a:gd name="connsiteX138" fmla="*/ 2057400 w 2543175"/>
              <a:gd name="connsiteY138" fmla="*/ 1514475 h 1890712"/>
              <a:gd name="connsiteX139" fmla="*/ 2064544 w 2543175"/>
              <a:gd name="connsiteY139" fmla="*/ 1519237 h 1890712"/>
              <a:gd name="connsiteX140" fmla="*/ 2071688 w 2543175"/>
              <a:gd name="connsiteY140" fmla="*/ 1526381 h 1890712"/>
              <a:gd name="connsiteX141" fmla="*/ 2081213 w 2543175"/>
              <a:gd name="connsiteY141" fmla="*/ 1531144 h 1890712"/>
              <a:gd name="connsiteX142" fmla="*/ 2090738 w 2543175"/>
              <a:gd name="connsiteY142" fmla="*/ 1538287 h 1890712"/>
              <a:gd name="connsiteX143" fmla="*/ 2109788 w 2543175"/>
              <a:gd name="connsiteY143" fmla="*/ 1547812 h 1890712"/>
              <a:gd name="connsiteX144" fmla="*/ 2131219 w 2543175"/>
              <a:gd name="connsiteY144" fmla="*/ 1562100 h 1890712"/>
              <a:gd name="connsiteX145" fmla="*/ 2140744 w 2543175"/>
              <a:gd name="connsiteY145" fmla="*/ 1566862 h 1890712"/>
              <a:gd name="connsiteX146" fmla="*/ 2152650 w 2543175"/>
              <a:gd name="connsiteY146" fmla="*/ 1576387 h 1890712"/>
              <a:gd name="connsiteX147" fmla="*/ 2181225 w 2543175"/>
              <a:gd name="connsiteY147" fmla="*/ 1590675 h 1890712"/>
              <a:gd name="connsiteX148" fmla="*/ 2200275 w 2543175"/>
              <a:gd name="connsiteY148" fmla="*/ 1607344 h 1890712"/>
              <a:gd name="connsiteX149" fmla="*/ 2207419 w 2543175"/>
              <a:gd name="connsiteY149" fmla="*/ 1612106 h 1890712"/>
              <a:gd name="connsiteX150" fmla="*/ 2216944 w 2543175"/>
              <a:gd name="connsiteY150" fmla="*/ 1619250 h 1890712"/>
              <a:gd name="connsiteX151" fmla="*/ 2224088 w 2543175"/>
              <a:gd name="connsiteY151" fmla="*/ 1624012 h 1890712"/>
              <a:gd name="connsiteX152" fmla="*/ 2247900 w 2543175"/>
              <a:gd name="connsiteY152" fmla="*/ 1643062 h 1890712"/>
              <a:gd name="connsiteX153" fmla="*/ 2255044 w 2543175"/>
              <a:gd name="connsiteY153" fmla="*/ 1650206 h 1890712"/>
              <a:gd name="connsiteX154" fmla="*/ 2281238 w 2543175"/>
              <a:gd name="connsiteY154" fmla="*/ 1664494 h 1890712"/>
              <a:gd name="connsiteX155" fmla="*/ 2297907 w 2543175"/>
              <a:gd name="connsiteY155" fmla="*/ 1674019 h 1890712"/>
              <a:gd name="connsiteX156" fmla="*/ 2312194 w 2543175"/>
              <a:gd name="connsiteY156" fmla="*/ 1685925 h 1890712"/>
              <a:gd name="connsiteX157" fmla="*/ 2328863 w 2543175"/>
              <a:gd name="connsiteY157" fmla="*/ 1697831 h 1890712"/>
              <a:gd name="connsiteX158" fmla="*/ 2350294 w 2543175"/>
              <a:gd name="connsiteY158" fmla="*/ 1712119 h 1890712"/>
              <a:gd name="connsiteX159" fmla="*/ 2369344 w 2543175"/>
              <a:gd name="connsiteY159" fmla="*/ 1724025 h 1890712"/>
              <a:gd name="connsiteX160" fmla="*/ 2428876 w 2543175"/>
              <a:gd name="connsiteY160" fmla="*/ 1785938 h 1890712"/>
              <a:gd name="connsiteX161" fmla="*/ 2466975 w 2543175"/>
              <a:gd name="connsiteY161" fmla="*/ 1783556 h 1890712"/>
              <a:gd name="connsiteX162" fmla="*/ 2481263 w 2543175"/>
              <a:gd name="connsiteY162" fmla="*/ 1795462 h 1890712"/>
              <a:gd name="connsiteX163" fmla="*/ 2486025 w 2543175"/>
              <a:gd name="connsiteY163" fmla="*/ 1802606 h 1890712"/>
              <a:gd name="connsiteX164" fmla="*/ 2514600 w 2543175"/>
              <a:gd name="connsiteY164" fmla="*/ 1850231 h 1890712"/>
              <a:gd name="connsiteX165" fmla="*/ 2519363 w 2543175"/>
              <a:gd name="connsiteY165" fmla="*/ 1857375 h 1890712"/>
              <a:gd name="connsiteX166" fmla="*/ 2540794 w 2543175"/>
              <a:gd name="connsiteY166" fmla="*/ 1883569 h 1890712"/>
              <a:gd name="connsiteX167" fmla="*/ 2543175 w 2543175"/>
              <a:gd name="connsiteY167"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71613 w 2543175"/>
              <a:gd name="connsiteY98" fmla="*/ 1059656 h 1890712"/>
              <a:gd name="connsiteX99" fmla="*/ 1495425 w 2543175"/>
              <a:gd name="connsiteY99" fmla="*/ 1088231 h 1890712"/>
              <a:gd name="connsiteX100" fmla="*/ 1547812 w 2543175"/>
              <a:gd name="connsiteY100" fmla="*/ 1133475 h 1890712"/>
              <a:gd name="connsiteX101" fmla="*/ 1597819 w 2543175"/>
              <a:gd name="connsiteY101" fmla="*/ 1154906 h 1890712"/>
              <a:gd name="connsiteX102" fmla="*/ 1604963 w 2543175"/>
              <a:gd name="connsiteY102" fmla="*/ 1162050 h 1890712"/>
              <a:gd name="connsiteX103" fmla="*/ 1612107 w 2543175"/>
              <a:gd name="connsiteY103" fmla="*/ 1166812 h 1890712"/>
              <a:gd name="connsiteX104" fmla="*/ 1628775 w 2543175"/>
              <a:gd name="connsiteY104" fmla="*/ 1183481 h 1890712"/>
              <a:gd name="connsiteX105" fmla="*/ 1662113 w 2543175"/>
              <a:gd name="connsiteY105" fmla="*/ 1209675 h 1890712"/>
              <a:gd name="connsiteX106" fmla="*/ 1678782 w 2543175"/>
              <a:gd name="connsiteY106" fmla="*/ 1226344 h 1890712"/>
              <a:gd name="connsiteX107" fmla="*/ 1700213 w 2543175"/>
              <a:gd name="connsiteY107" fmla="*/ 1247775 h 1890712"/>
              <a:gd name="connsiteX108" fmla="*/ 1712119 w 2543175"/>
              <a:gd name="connsiteY108" fmla="*/ 1259681 h 1890712"/>
              <a:gd name="connsiteX109" fmla="*/ 1733550 w 2543175"/>
              <a:gd name="connsiteY109" fmla="*/ 1273969 h 1890712"/>
              <a:gd name="connsiteX110" fmla="*/ 1743075 w 2543175"/>
              <a:gd name="connsiteY110" fmla="*/ 1283494 h 1890712"/>
              <a:gd name="connsiteX111" fmla="*/ 1754982 w 2543175"/>
              <a:gd name="connsiteY111" fmla="*/ 1290637 h 1890712"/>
              <a:gd name="connsiteX112" fmla="*/ 1766888 w 2543175"/>
              <a:gd name="connsiteY112" fmla="*/ 1300162 h 1890712"/>
              <a:gd name="connsiteX113" fmla="*/ 1783557 w 2543175"/>
              <a:gd name="connsiteY113" fmla="*/ 1307306 h 1890712"/>
              <a:gd name="connsiteX114" fmla="*/ 1790700 w 2543175"/>
              <a:gd name="connsiteY114" fmla="*/ 1312069 h 1890712"/>
              <a:gd name="connsiteX115" fmla="*/ 1800225 w 2543175"/>
              <a:gd name="connsiteY115" fmla="*/ 1319212 h 1890712"/>
              <a:gd name="connsiteX116" fmla="*/ 1807369 w 2543175"/>
              <a:gd name="connsiteY116" fmla="*/ 1321594 h 1890712"/>
              <a:gd name="connsiteX117" fmla="*/ 1824038 w 2543175"/>
              <a:gd name="connsiteY117" fmla="*/ 1333500 h 1890712"/>
              <a:gd name="connsiteX118" fmla="*/ 1843088 w 2543175"/>
              <a:gd name="connsiteY118" fmla="*/ 1352550 h 1890712"/>
              <a:gd name="connsiteX119" fmla="*/ 1852613 w 2543175"/>
              <a:gd name="connsiteY119" fmla="*/ 1359694 h 1890712"/>
              <a:gd name="connsiteX120" fmla="*/ 1859757 w 2543175"/>
              <a:gd name="connsiteY120" fmla="*/ 1366837 h 1890712"/>
              <a:gd name="connsiteX121" fmla="*/ 1869282 w 2543175"/>
              <a:gd name="connsiteY121" fmla="*/ 1371600 h 1890712"/>
              <a:gd name="connsiteX122" fmla="*/ 1883569 w 2543175"/>
              <a:gd name="connsiteY122" fmla="*/ 1388269 h 1890712"/>
              <a:gd name="connsiteX123" fmla="*/ 1893094 w 2543175"/>
              <a:gd name="connsiteY123" fmla="*/ 1395412 h 1890712"/>
              <a:gd name="connsiteX124" fmla="*/ 1902619 w 2543175"/>
              <a:gd name="connsiteY124" fmla="*/ 1404937 h 1890712"/>
              <a:gd name="connsiteX125" fmla="*/ 1912144 w 2543175"/>
              <a:gd name="connsiteY125" fmla="*/ 1409700 h 1890712"/>
              <a:gd name="connsiteX126" fmla="*/ 1931194 w 2543175"/>
              <a:gd name="connsiteY126" fmla="*/ 1421606 h 1890712"/>
              <a:gd name="connsiteX127" fmla="*/ 1935957 w 2543175"/>
              <a:gd name="connsiteY127" fmla="*/ 1428750 h 1890712"/>
              <a:gd name="connsiteX128" fmla="*/ 1952625 w 2543175"/>
              <a:gd name="connsiteY128" fmla="*/ 1438275 h 1890712"/>
              <a:gd name="connsiteX129" fmla="*/ 1971675 w 2543175"/>
              <a:gd name="connsiteY129" fmla="*/ 1450181 h 1890712"/>
              <a:gd name="connsiteX130" fmla="*/ 1981200 w 2543175"/>
              <a:gd name="connsiteY130" fmla="*/ 1454944 h 1890712"/>
              <a:gd name="connsiteX131" fmla="*/ 1997869 w 2543175"/>
              <a:gd name="connsiteY131" fmla="*/ 1471612 h 1890712"/>
              <a:gd name="connsiteX132" fmla="*/ 2007394 w 2543175"/>
              <a:gd name="connsiteY132" fmla="*/ 1478756 h 1890712"/>
              <a:gd name="connsiteX133" fmla="*/ 2016919 w 2543175"/>
              <a:gd name="connsiteY133" fmla="*/ 1483519 h 1890712"/>
              <a:gd name="connsiteX134" fmla="*/ 2024063 w 2543175"/>
              <a:gd name="connsiteY134" fmla="*/ 1490662 h 1890712"/>
              <a:gd name="connsiteX135" fmla="*/ 2033588 w 2543175"/>
              <a:gd name="connsiteY135" fmla="*/ 1495425 h 1890712"/>
              <a:gd name="connsiteX136" fmla="*/ 2040732 w 2543175"/>
              <a:gd name="connsiteY136" fmla="*/ 1502569 h 1890712"/>
              <a:gd name="connsiteX137" fmla="*/ 2047875 w 2543175"/>
              <a:gd name="connsiteY137" fmla="*/ 1507331 h 1890712"/>
              <a:gd name="connsiteX138" fmla="*/ 2057400 w 2543175"/>
              <a:gd name="connsiteY138" fmla="*/ 1514475 h 1890712"/>
              <a:gd name="connsiteX139" fmla="*/ 2064544 w 2543175"/>
              <a:gd name="connsiteY139" fmla="*/ 1519237 h 1890712"/>
              <a:gd name="connsiteX140" fmla="*/ 2071688 w 2543175"/>
              <a:gd name="connsiteY140" fmla="*/ 1526381 h 1890712"/>
              <a:gd name="connsiteX141" fmla="*/ 2081213 w 2543175"/>
              <a:gd name="connsiteY141" fmla="*/ 1531144 h 1890712"/>
              <a:gd name="connsiteX142" fmla="*/ 2090738 w 2543175"/>
              <a:gd name="connsiteY142" fmla="*/ 1538287 h 1890712"/>
              <a:gd name="connsiteX143" fmla="*/ 2109788 w 2543175"/>
              <a:gd name="connsiteY143" fmla="*/ 1547812 h 1890712"/>
              <a:gd name="connsiteX144" fmla="*/ 2131219 w 2543175"/>
              <a:gd name="connsiteY144" fmla="*/ 1562100 h 1890712"/>
              <a:gd name="connsiteX145" fmla="*/ 2140744 w 2543175"/>
              <a:gd name="connsiteY145" fmla="*/ 1566862 h 1890712"/>
              <a:gd name="connsiteX146" fmla="*/ 2152650 w 2543175"/>
              <a:gd name="connsiteY146" fmla="*/ 1576387 h 1890712"/>
              <a:gd name="connsiteX147" fmla="*/ 2181225 w 2543175"/>
              <a:gd name="connsiteY147" fmla="*/ 1590675 h 1890712"/>
              <a:gd name="connsiteX148" fmla="*/ 2200275 w 2543175"/>
              <a:gd name="connsiteY148" fmla="*/ 1607344 h 1890712"/>
              <a:gd name="connsiteX149" fmla="*/ 2207419 w 2543175"/>
              <a:gd name="connsiteY149" fmla="*/ 1612106 h 1890712"/>
              <a:gd name="connsiteX150" fmla="*/ 2216944 w 2543175"/>
              <a:gd name="connsiteY150" fmla="*/ 1619250 h 1890712"/>
              <a:gd name="connsiteX151" fmla="*/ 2224088 w 2543175"/>
              <a:gd name="connsiteY151" fmla="*/ 1624012 h 1890712"/>
              <a:gd name="connsiteX152" fmla="*/ 2247900 w 2543175"/>
              <a:gd name="connsiteY152" fmla="*/ 1643062 h 1890712"/>
              <a:gd name="connsiteX153" fmla="*/ 2255044 w 2543175"/>
              <a:gd name="connsiteY153" fmla="*/ 1650206 h 1890712"/>
              <a:gd name="connsiteX154" fmla="*/ 2281238 w 2543175"/>
              <a:gd name="connsiteY154" fmla="*/ 1664494 h 1890712"/>
              <a:gd name="connsiteX155" fmla="*/ 2297907 w 2543175"/>
              <a:gd name="connsiteY155" fmla="*/ 1674019 h 1890712"/>
              <a:gd name="connsiteX156" fmla="*/ 2312194 w 2543175"/>
              <a:gd name="connsiteY156" fmla="*/ 1685925 h 1890712"/>
              <a:gd name="connsiteX157" fmla="*/ 2328863 w 2543175"/>
              <a:gd name="connsiteY157" fmla="*/ 1697831 h 1890712"/>
              <a:gd name="connsiteX158" fmla="*/ 2350294 w 2543175"/>
              <a:gd name="connsiteY158" fmla="*/ 1712119 h 1890712"/>
              <a:gd name="connsiteX159" fmla="*/ 2369344 w 2543175"/>
              <a:gd name="connsiteY159" fmla="*/ 1724025 h 1890712"/>
              <a:gd name="connsiteX160" fmla="*/ 2428876 w 2543175"/>
              <a:gd name="connsiteY160" fmla="*/ 1785938 h 1890712"/>
              <a:gd name="connsiteX161" fmla="*/ 2466975 w 2543175"/>
              <a:gd name="connsiteY161" fmla="*/ 1783556 h 1890712"/>
              <a:gd name="connsiteX162" fmla="*/ 2481263 w 2543175"/>
              <a:gd name="connsiteY162" fmla="*/ 1795462 h 1890712"/>
              <a:gd name="connsiteX163" fmla="*/ 2486025 w 2543175"/>
              <a:gd name="connsiteY163" fmla="*/ 1802606 h 1890712"/>
              <a:gd name="connsiteX164" fmla="*/ 2514600 w 2543175"/>
              <a:gd name="connsiteY164" fmla="*/ 1850231 h 1890712"/>
              <a:gd name="connsiteX165" fmla="*/ 2519363 w 2543175"/>
              <a:gd name="connsiteY165" fmla="*/ 1857375 h 1890712"/>
              <a:gd name="connsiteX166" fmla="*/ 2540794 w 2543175"/>
              <a:gd name="connsiteY166" fmla="*/ 1883569 h 1890712"/>
              <a:gd name="connsiteX167" fmla="*/ 2543175 w 2543175"/>
              <a:gd name="connsiteY167"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5425 w 2543175"/>
              <a:gd name="connsiteY98" fmla="*/ 1088231 h 1890712"/>
              <a:gd name="connsiteX99" fmla="*/ 1547812 w 2543175"/>
              <a:gd name="connsiteY99" fmla="*/ 1133475 h 1890712"/>
              <a:gd name="connsiteX100" fmla="*/ 1597819 w 2543175"/>
              <a:gd name="connsiteY100" fmla="*/ 1154906 h 1890712"/>
              <a:gd name="connsiteX101" fmla="*/ 1604963 w 2543175"/>
              <a:gd name="connsiteY101" fmla="*/ 1162050 h 1890712"/>
              <a:gd name="connsiteX102" fmla="*/ 1612107 w 2543175"/>
              <a:gd name="connsiteY102" fmla="*/ 1166812 h 1890712"/>
              <a:gd name="connsiteX103" fmla="*/ 1628775 w 2543175"/>
              <a:gd name="connsiteY103" fmla="*/ 1183481 h 1890712"/>
              <a:gd name="connsiteX104" fmla="*/ 1662113 w 2543175"/>
              <a:gd name="connsiteY104" fmla="*/ 1209675 h 1890712"/>
              <a:gd name="connsiteX105" fmla="*/ 1678782 w 2543175"/>
              <a:gd name="connsiteY105" fmla="*/ 1226344 h 1890712"/>
              <a:gd name="connsiteX106" fmla="*/ 1700213 w 2543175"/>
              <a:gd name="connsiteY106" fmla="*/ 1247775 h 1890712"/>
              <a:gd name="connsiteX107" fmla="*/ 1712119 w 2543175"/>
              <a:gd name="connsiteY107" fmla="*/ 1259681 h 1890712"/>
              <a:gd name="connsiteX108" fmla="*/ 1733550 w 2543175"/>
              <a:gd name="connsiteY108" fmla="*/ 1273969 h 1890712"/>
              <a:gd name="connsiteX109" fmla="*/ 1743075 w 2543175"/>
              <a:gd name="connsiteY109" fmla="*/ 1283494 h 1890712"/>
              <a:gd name="connsiteX110" fmla="*/ 1754982 w 2543175"/>
              <a:gd name="connsiteY110" fmla="*/ 1290637 h 1890712"/>
              <a:gd name="connsiteX111" fmla="*/ 1766888 w 2543175"/>
              <a:gd name="connsiteY111" fmla="*/ 1300162 h 1890712"/>
              <a:gd name="connsiteX112" fmla="*/ 1783557 w 2543175"/>
              <a:gd name="connsiteY112" fmla="*/ 1307306 h 1890712"/>
              <a:gd name="connsiteX113" fmla="*/ 1790700 w 2543175"/>
              <a:gd name="connsiteY113" fmla="*/ 1312069 h 1890712"/>
              <a:gd name="connsiteX114" fmla="*/ 1800225 w 2543175"/>
              <a:gd name="connsiteY114" fmla="*/ 1319212 h 1890712"/>
              <a:gd name="connsiteX115" fmla="*/ 1807369 w 2543175"/>
              <a:gd name="connsiteY115" fmla="*/ 1321594 h 1890712"/>
              <a:gd name="connsiteX116" fmla="*/ 1824038 w 2543175"/>
              <a:gd name="connsiteY116" fmla="*/ 1333500 h 1890712"/>
              <a:gd name="connsiteX117" fmla="*/ 1843088 w 2543175"/>
              <a:gd name="connsiteY117" fmla="*/ 1352550 h 1890712"/>
              <a:gd name="connsiteX118" fmla="*/ 1852613 w 2543175"/>
              <a:gd name="connsiteY118" fmla="*/ 1359694 h 1890712"/>
              <a:gd name="connsiteX119" fmla="*/ 1859757 w 2543175"/>
              <a:gd name="connsiteY119" fmla="*/ 1366837 h 1890712"/>
              <a:gd name="connsiteX120" fmla="*/ 1869282 w 2543175"/>
              <a:gd name="connsiteY120" fmla="*/ 1371600 h 1890712"/>
              <a:gd name="connsiteX121" fmla="*/ 1883569 w 2543175"/>
              <a:gd name="connsiteY121" fmla="*/ 1388269 h 1890712"/>
              <a:gd name="connsiteX122" fmla="*/ 1893094 w 2543175"/>
              <a:gd name="connsiteY122" fmla="*/ 1395412 h 1890712"/>
              <a:gd name="connsiteX123" fmla="*/ 1902619 w 2543175"/>
              <a:gd name="connsiteY123" fmla="*/ 1404937 h 1890712"/>
              <a:gd name="connsiteX124" fmla="*/ 1912144 w 2543175"/>
              <a:gd name="connsiteY124" fmla="*/ 1409700 h 1890712"/>
              <a:gd name="connsiteX125" fmla="*/ 1931194 w 2543175"/>
              <a:gd name="connsiteY125" fmla="*/ 1421606 h 1890712"/>
              <a:gd name="connsiteX126" fmla="*/ 1935957 w 2543175"/>
              <a:gd name="connsiteY126" fmla="*/ 1428750 h 1890712"/>
              <a:gd name="connsiteX127" fmla="*/ 1952625 w 2543175"/>
              <a:gd name="connsiteY127" fmla="*/ 1438275 h 1890712"/>
              <a:gd name="connsiteX128" fmla="*/ 1971675 w 2543175"/>
              <a:gd name="connsiteY128" fmla="*/ 1450181 h 1890712"/>
              <a:gd name="connsiteX129" fmla="*/ 1981200 w 2543175"/>
              <a:gd name="connsiteY129" fmla="*/ 1454944 h 1890712"/>
              <a:gd name="connsiteX130" fmla="*/ 1997869 w 2543175"/>
              <a:gd name="connsiteY130" fmla="*/ 1471612 h 1890712"/>
              <a:gd name="connsiteX131" fmla="*/ 2007394 w 2543175"/>
              <a:gd name="connsiteY131" fmla="*/ 1478756 h 1890712"/>
              <a:gd name="connsiteX132" fmla="*/ 2016919 w 2543175"/>
              <a:gd name="connsiteY132" fmla="*/ 1483519 h 1890712"/>
              <a:gd name="connsiteX133" fmla="*/ 2024063 w 2543175"/>
              <a:gd name="connsiteY133" fmla="*/ 1490662 h 1890712"/>
              <a:gd name="connsiteX134" fmla="*/ 2033588 w 2543175"/>
              <a:gd name="connsiteY134" fmla="*/ 1495425 h 1890712"/>
              <a:gd name="connsiteX135" fmla="*/ 2040732 w 2543175"/>
              <a:gd name="connsiteY135" fmla="*/ 1502569 h 1890712"/>
              <a:gd name="connsiteX136" fmla="*/ 2047875 w 2543175"/>
              <a:gd name="connsiteY136" fmla="*/ 1507331 h 1890712"/>
              <a:gd name="connsiteX137" fmla="*/ 2057400 w 2543175"/>
              <a:gd name="connsiteY137" fmla="*/ 1514475 h 1890712"/>
              <a:gd name="connsiteX138" fmla="*/ 2064544 w 2543175"/>
              <a:gd name="connsiteY138" fmla="*/ 1519237 h 1890712"/>
              <a:gd name="connsiteX139" fmla="*/ 2071688 w 2543175"/>
              <a:gd name="connsiteY139" fmla="*/ 1526381 h 1890712"/>
              <a:gd name="connsiteX140" fmla="*/ 2081213 w 2543175"/>
              <a:gd name="connsiteY140" fmla="*/ 1531144 h 1890712"/>
              <a:gd name="connsiteX141" fmla="*/ 2090738 w 2543175"/>
              <a:gd name="connsiteY141" fmla="*/ 1538287 h 1890712"/>
              <a:gd name="connsiteX142" fmla="*/ 2109788 w 2543175"/>
              <a:gd name="connsiteY142" fmla="*/ 1547812 h 1890712"/>
              <a:gd name="connsiteX143" fmla="*/ 2131219 w 2543175"/>
              <a:gd name="connsiteY143" fmla="*/ 1562100 h 1890712"/>
              <a:gd name="connsiteX144" fmla="*/ 2140744 w 2543175"/>
              <a:gd name="connsiteY144" fmla="*/ 1566862 h 1890712"/>
              <a:gd name="connsiteX145" fmla="*/ 2152650 w 2543175"/>
              <a:gd name="connsiteY145" fmla="*/ 1576387 h 1890712"/>
              <a:gd name="connsiteX146" fmla="*/ 2181225 w 2543175"/>
              <a:gd name="connsiteY146" fmla="*/ 1590675 h 1890712"/>
              <a:gd name="connsiteX147" fmla="*/ 2200275 w 2543175"/>
              <a:gd name="connsiteY147" fmla="*/ 1607344 h 1890712"/>
              <a:gd name="connsiteX148" fmla="*/ 2207419 w 2543175"/>
              <a:gd name="connsiteY148" fmla="*/ 1612106 h 1890712"/>
              <a:gd name="connsiteX149" fmla="*/ 2216944 w 2543175"/>
              <a:gd name="connsiteY149" fmla="*/ 1619250 h 1890712"/>
              <a:gd name="connsiteX150" fmla="*/ 2224088 w 2543175"/>
              <a:gd name="connsiteY150" fmla="*/ 1624012 h 1890712"/>
              <a:gd name="connsiteX151" fmla="*/ 2247900 w 2543175"/>
              <a:gd name="connsiteY151" fmla="*/ 1643062 h 1890712"/>
              <a:gd name="connsiteX152" fmla="*/ 2255044 w 2543175"/>
              <a:gd name="connsiteY152" fmla="*/ 1650206 h 1890712"/>
              <a:gd name="connsiteX153" fmla="*/ 2281238 w 2543175"/>
              <a:gd name="connsiteY153" fmla="*/ 1664494 h 1890712"/>
              <a:gd name="connsiteX154" fmla="*/ 2297907 w 2543175"/>
              <a:gd name="connsiteY154" fmla="*/ 1674019 h 1890712"/>
              <a:gd name="connsiteX155" fmla="*/ 2312194 w 2543175"/>
              <a:gd name="connsiteY155" fmla="*/ 1685925 h 1890712"/>
              <a:gd name="connsiteX156" fmla="*/ 2328863 w 2543175"/>
              <a:gd name="connsiteY156" fmla="*/ 1697831 h 1890712"/>
              <a:gd name="connsiteX157" fmla="*/ 2350294 w 2543175"/>
              <a:gd name="connsiteY157" fmla="*/ 1712119 h 1890712"/>
              <a:gd name="connsiteX158" fmla="*/ 2369344 w 2543175"/>
              <a:gd name="connsiteY158" fmla="*/ 1724025 h 1890712"/>
              <a:gd name="connsiteX159" fmla="*/ 2428876 w 2543175"/>
              <a:gd name="connsiteY159" fmla="*/ 1785938 h 1890712"/>
              <a:gd name="connsiteX160" fmla="*/ 2466975 w 2543175"/>
              <a:gd name="connsiteY160" fmla="*/ 1783556 h 1890712"/>
              <a:gd name="connsiteX161" fmla="*/ 2481263 w 2543175"/>
              <a:gd name="connsiteY161" fmla="*/ 1795462 h 1890712"/>
              <a:gd name="connsiteX162" fmla="*/ 2486025 w 2543175"/>
              <a:gd name="connsiteY162" fmla="*/ 1802606 h 1890712"/>
              <a:gd name="connsiteX163" fmla="*/ 2514600 w 2543175"/>
              <a:gd name="connsiteY163" fmla="*/ 1850231 h 1890712"/>
              <a:gd name="connsiteX164" fmla="*/ 2519363 w 2543175"/>
              <a:gd name="connsiteY164" fmla="*/ 1857375 h 1890712"/>
              <a:gd name="connsiteX165" fmla="*/ 2540794 w 2543175"/>
              <a:gd name="connsiteY165" fmla="*/ 1883569 h 1890712"/>
              <a:gd name="connsiteX166" fmla="*/ 2543175 w 2543175"/>
              <a:gd name="connsiteY16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47812 w 2543175"/>
              <a:gd name="connsiteY99" fmla="*/ 1133475 h 1890712"/>
              <a:gd name="connsiteX100" fmla="*/ 1597819 w 2543175"/>
              <a:gd name="connsiteY100" fmla="*/ 1154906 h 1890712"/>
              <a:gd name="connsiteX101" fmla="*/ 1604963 w 2543175"/>
              <a:gd name="connsiteY101" fmla="*/ 1162050 h 1890712"/>
              <a:gd name="connsiteX102" fmla="*/ 1612107 w 2543175"/>
              <a:gd name="connsiteY102" fmla="*/ 1166812 h 1890712"/>
              <a:gd name="connsiteX103" fmla="*/ 1628775 w 2543175"/>
              <a:gd name="connsiteY103" fmla="*/ 1183481 h 1890712"/>
              <a:gd name="connsiteX104" fmla="*/ 1662113 w 2543175"/>
              <a:gd name="connsiteY104" fmla="*/ 1209675 h 1890712"/>
              <a:gd name="connsiteX105" fmla="*/ 1678782 w 2543175"/>
              <a:gd name="connsiteY105" fmla="*/ 1226344 h 1890712"/>
              <a:gd name="connsiteX106" fmla="*/ 1700213 w 2543175"/>
              <a:gd name="connsiteY106" fmla="*/ 1247775 h 1890712"/>
              <a:gd name="connsiteX107" fmla="*/ 1712119 w 2543175"/>
              <a:gd name="connsiteY107" fmla="*/ 1259681 h 1890712"/>
              <a:gd name="connsiteX108" fmla="*/ 1733550 w 2543175"/>
              <a:gd name="connsiteY108" fmla="*/ 1273969 h 1890712"/>
              <a:gd name="connsiteX109" fmla="*/ 1743075 w 2543175"/>
              <a:gd name="connsiteY109" fmla="*/ 1283494 h 1890712"/>
              <a:gd name="connsiteX110" fmla="*/ 1754982 w 2543175"/>
              <a:gd name="connsiteY110" fmla="*/ 1290637 h 1890712"/>
              <a:gd name="connsiteX111" fmla="*/ 1766888 w 2543175"/>
              <a:gd name="connsiteY111" fmla="*/ 1300162 h 1890712"/>
              <a:gd name="connsiteX112" fmla="*/ 1783557 w 2543175"/>
              <a:gd name="connsiteY112" fmla="*/ 1307306 h 1890712"/>
              <a:gd name="connsiteX113" fmla="*/ 1790700 w 2543175"/>
              <a:gd name="connsiteY113" fmla="*/ 1312069 h 1890712"/>
              <a:gd name="connsiteX114" fmla="*/ 1800225 w 2543175"/>
              <a:gd name="connsiteY114" fmla="*/ 1319212 h 1890712"/>
              <a:gd name="connsiteX115" fmla="*/ 1807369 w 2543175"/>
              <a:gd name="connsiteY115" fmla="*/ 1321594 h 1890712"/>
              <a:gd name="connsiteX116" fmla="*/ 1824038 w 2543175"/>
              <a:gd name="connsiteY116" fmla="*/ 1333500 h 1890712"/>
              <a:gd name="connsiteX117" fmla="*/ 1843088 w 2543175"/>
              <a:gd name="connsiteY117" fmla="*/ 1352550 h 1890712"/>
              <a:gd name="connsiteX118" fmla="*/ 1852613 w 2543175"/>
              <a:gd name="connsiteY118" fmla="*/ 1359694 h 1890712"/>
              <a:gd name="connsiteX119" fmla="*/ 1859757 w 2543175"/>
              <a:gd name="connsiteY119" fmla="*/ 1366837 h 1890712"/>
              <a:gd name="connsiteX120" fmla="*/ 1869282 w 2543175"/>
              <a:gd name="connsiteY120" fmla="*/ 1371600 h 1890712"/>
              <a:gd name="connsiteX121" fmla="*/ 1883569 w 2543175"/>
              <a:gd name="connsiteY121" fmla="*/ 1388269 h 1890712"/>
              <a:gd name="connsiteX122" fmla="*/ 1893094 w 2543175"/>
              <a:gd name="connsiteY122" fmla="*/ 1395412 h 1890712"/>
              <a:gd name="connsiteX123" fmla="*/ 1902619 w 2543175"/>
              <a:gd name="connsiteY123" fmla="*/ 1404937 h 1890712"/>
              <a:gd name="connsiteX124" fmla="*/ 1912144 w 2543175"/>
              <a:gd name="connsiteY124" fmla="*/ 1409700 h 1890712"/>
              <a:gd name="connsiteX125" fmla="*/ 1931194 w 2543175"/>
              <a:gd name="connsiteY125" fmla="*/ 1421606 h 1890712"/>
              <a:gd name="connsiteX126" fmla="*/ 1935957 w 2543175"/>
              <a:gd name="connsiteY126" fmla="*/ 1428750 h 1890712"/>
              <a:gd name="connsiteX127" fmla="*/ 1952625 w 2543175"/>
              <a:gd name="connsiteY127" fmla="*/ 1438275 h 1890712"/>
              <a:gd name="connsiteX128" fmla="*/ 1971675 w 2543175"/>
              <a:gd name="connsiteY128" fmla="*/ 1450181 h 1890712"/>
              <a:gd name="connsiteX129" fmla="*/ 1981200 w 2543175"/>
              <a:gd name="connsiteY129" fmla="*/ 1454944 h 1890712"/>
              <a:gd name="connsiteX130" fmla="*/ 1997869 w 2543175"/>
              <a:gd name="connsiteY130" fmla="*/ 1471612 h 1890712"/>
              <a:gd name="connsiteX131" fmla="*/ 2007394 w 2543175"/>
              <a:gd name="connsiteY131" fmla="*/ 1478756 h 1890712"/>
              <a:gd name="connsiteX132" fmla="*/ 2016919 w 2543175"/>
              <a:gd name="connsiteY132" fmla="*/ 1483519 h 1890712"/>
              <a:gd name="connsiteX133" fmla="*/ 2024063 w 2543175"/>
              <a:gd name="connsiteY133" fmla="*/ 1490662 h 1890712"/>
              <a:gd name="connsiteX134" fmla="*/ 2033588 w 2543175"/>
              <a:gd name="connsiteY134" fmla="*/ 1495425 h 1890712"/>
              <a:gd name="connsiteX135" fmla="*/ 2040732 w 2543175"/>
              <a:gd name="connsiteY135" fmla="*/ 1502569 h 1890712"/>
              <a:gd name="connsiteX136" fmla="*/ 2047875 w 2543175"/>
              <a:gd name="connsiteY136" fmla="*/ 1507331 h 1890712"/>
              <a:gd name="connsiteX137" fmla="*/ 2057400 w 2543175"/>
              <a:gd name="connsiteY137" fmla="*/ 1514475 h 1890712"/>
              <a:gd name="connsiteX138" fmla="*/ 2064544 w 2543175"/>
              <a:gd name="connsiteY138" fmla="*/ 1519237 h 1890712"/>
              <a:gd name="connsiteX139" fmla="*/ 2071688 w 2543175"/>
              <a:gd name="connsiteY139" fmla="*/ 1526381 h 1890712"/>
              <a:gd name="connsiteX140" fmla="*/ 2081213 w 2543175"/>
              <a:gd name="connsiteY140" fmla="*/ 1531144 h 1890712"/>
              <a:gd name="connsiteX141" fmla="*/ 2090738 w 2543175"/>
              <a:gd name="connsiteY141" fmla="*/ 1538287 h 1890712"/>
              <a:gd name="connsiteX142" fmla="*/ 2109788 w 2543175"/>
              <a:gd name="connsiteY142" fmla="*/ 1547812 h 1890712"/>
              <a:gd name="connsiteX143" fmla="*/ 2131219 w 2543175"/>
              <a:gd name="connsiteY143" fmla="*/ 1562100 h 1890712"/>
              <a:gd name="connsiteX144" fmla="*/ 2140744 w 2543175"/>
              <a:gd name="connsiteY144" fmla="*/ 1566862 h 1890712"/>
              <a:gd name="connsiteX145" fmla="*/ 2152650 w 2543175"/>
              <a:gd name="connsiteY145" fmla="*/ 1576387 h 1890712"/>
              <a:gd name="connsiteX146" fmla="*/ 2181225 w 2543175"/>
              <a:gd name="connsiteY146" fmla="*/ 1590675 h 1890712"/>
              <a:gd name="connsiteX147" fmla="*/ 2200275 w 2543175"/>
              <a:gd name="connsiteY147" fmla="*/ 1607344 h 1890712"/>
              <a:gd name="connsiteX148" fmla="*/ 2207419 w 2543175"/>
              <a:gd name="connsiteY148" fmla="*/ 1612106 h 1890712"/>
              <a:gd name="connsiteX149" fmla="*/ 2216944 w 2543175"/>
              <a:gd name="connsiteY149" fmla="*/ 1619250 h 1890712"/>
              <a:gd name="connsiteX150" fmla="*/ 2224088 w 2543175"/>
              <a:gd name="connsiteY150" fmla="*/ 1624012 h 1890712"/>
              <a:gd name="connsiteX151" fmla="*/ 2247900 w 2543175"/>
              <a:gd name="connsiteY151" fmla="*/ 1643062 h 1890712"/>
              <a:gd name="connsiteX152" fmla="*/ 2255044 w 2543175"/>
              <a:gd name="connsiteY152" fmla="*/ 1650206 h 1890712"/>
              <a:gd name="connsiteX153" fmla="*/ 2281238 w 2543175"/>
              <a:gd name="connsiteY153" fmla="*/ 1664494 h 1890712"/>
              <a:gd name="connsiteX154" fmla="*/ 2297907 w 2543175"/>
              <a:gd name="connsiteY154" fmla="*/ 1674019 h 1890712"/>
              <a:gd name="connsiteX155" fmla="*/ 2312194 w 2543175"/>
              <a:gd name="connsiteY155" fmla="*/ 1685925 h 1890712"/>
              <a:gd name="connsiteX156" fmla="*/ 2328863 w 2543175"/>
              <a:gd name="connsiteY156" fmla="*/ 1697831 h 1890712"/>
              <a:gd name="connsiteX157" fmla="*/ 2350294 w 2543175"/>
              <a:gd name="connsiteY157" fmla="*/ 1712119 h 1890712"/>
              <a:gd name="connsiteX158" fmla="*/ 2369344 w 2543175"/>
              <a:gd name="connsiteY158" fmla="*/ 1724025 h 1890712"/>
              <a:gd name="connsiteX159" fmla="*/ 2428876 w 2543175"/>
              <a:gd name="connsiteY159" fmla="*/ 1785938 h 1890712"/>
              <a:gd name="connsiteX160" fmla="*/ 2466975 w 2543175"/>
              <a:gd name="connsiteY160" fmla="*/ 1783556 h 1890712"/>
              <a:gd name="connsiteX161" fmla="*/ 2481263 w 2543175"/>
              <a:gd name="connsiteY161" fmla="*/ 1795462 h 1890712"/>
              <a:gd name="connsiteX162" fmla="*/ 2486025 w 2543175"/>
              <a:gd name="connsiteY162" fmla="*/ 1802606 h 1890712"/>
              <a:gd name="connsiteX163" fmla="*/ 2514600 w 2543175"/>
              <a:gd name="connsiteY163" fmla="*/ 1850231 h 1890712"/>
              <a:gd name="connsiteX164" fmla="*/ 2519363 w 2543175"/>
              <a:gd name="connsiteY164" fmla="*/ 1857375 h 1890712"/>
              <a:gd name="connsiteX165" fmla="*/ 2540794 w 2543175"/>
              <a:gd name="connsiteY165" fmla="*/ 1883569 h 1890712"/>
              <a:gd name="connsiteX166" fmla="*/ 2543175 w 2543175"/>
              <a:gd name="connsiteY16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7819 w 2543175"/>
              <a:gd name="connsiteY100" fmla="*/ 1154906 h 1890712"/>
              <a:gd name="connsiteX101" fmla="*/ 1604963 w 2543175"/>
              <a:gd name="connsiteY101" fmla="*/ 1162050 h 1890712"/>
              <a:gd name="connsiteX102" fmla="*/ 1612107 w 2543175"/>
              <a:gd name="connsiteY102" fmla="*/ 1166812 h 1890712"/>
              <a:gd name="connsiteX103" fmla="*/ 1628775 w 2543175"/>
              <a:gd name="connsiteY103" fmla="*/ 1183481 h 1890712"/>
              <a:gd name="connsiteX104" fmla="*/ 1662113 w 2543175"/>
              <a:gd name="connsiteY104" fmla="*/ 1209675 h 1890712"/>
              <a:gd name="connsiteX105" fmla="*/ 1678782 w 2543175"/>
              <a:gd name="connsiteY105" fmla="*/ 1226344 h 1890712"/>
              <a:gd name="connsiteX106" fmla="*/ 1700213 w 2543175"/>
              <a:gd name="connsiteY106" fmla="*/ 1247775 h 1890712"/>
              <a:gd name="connsiteX107" fmla="*/ 1712119 w 2543175"/>
              <a:gd name="connsiteY107" fmla="*/ 1259681 h 1890712"/>
              <a:gd name="connsiteX108" fmla="*/ 1733550 w 2543175"/>
              <a:gd name="connsiteY108" fmla="*/ 1273969 h 1890712"/>
              <a:gd name="connsiteX109" fmla="*/ 1743075 w 2543175"/>
              <a:gd name="connsiteY109" fmla="*/ 1283494 h 1890712"/>
              <a:gd name="connsiteX110" fmla="*/ 1754982 w 2543175"/>
              <a:gd name="connsiteY110" fmla="*/ 1290637 h 1890712"/>
              <a:gd name="connsiteX111" fmla="*/ 1766888 w 2543175"/>
              <a:gd name="connsiteY111" fmla="*/ 1300162 h 1890712"/>
              <a:gd name="connsiteX112" fmla="*/ 1783557 w 2543175"/>
              <a:gd name="connsiteY112" fmla="*/ 1307306 h 1890712"/>
              <a:gd name="connsiteX113" fmla="*/ 1790700 w 2543175"/>
              <a:gd name="connsiteY113" fmla="*/ 1312069 h 1890712"/>
              <a:gd name="connsiteX114" fmla="*/ 1800225 w 2543175"/>
              <a:gd name="connsiteY114" fmla="*/ 1319212 h 1890712"/>
              <a:gd name="connsiteX115" fmla="*/ 1807369 w 2543175"/>
              <a:gd name="connsiteY115" fmla="*/ 1321594 h 1890712"/>
              <a:gd name="connsiteX116" fmla="*/ 1824038 w 2543175"/>
              <a:gd name="connsiteY116" fmla="*/ 1333500 h 1890712"/>
              <a:gd name="connsiteX117" fmla="*/ 1843088 w 2543175"/>
              <a:gd name="connsiteY117" fmla="*/ 1352550 h 1890712"/>
              <a:gd name="connsiteX118" fmla="*/ 1852613 w 2543175"/>
              <a:gd name="connsiteY118" fmla="*/ 1359694 h 1890712"/>
              <a:gd name="connsiteX119" fmla="*/ 1859757 w 2543175"/>
              <a:gd name="connsiteY119" fmla="*/ 1366837 h 1890712"/>
              <a:gd name="connsiteX120" fmla="*/ 1869282 w 2543175"/>
              <a:gd name="connsiteY120" fmla="*/ 1371600 h 1890712"/>
              <a:gd name="connsiteX121" fmla="*/ 1883569 w 2543175"/>
              <a:gd name="connsiteY121" fmla="*/ 1388269 h 1890712"/>
              <a:gd name="connsiteX122" fmla="*/ 1893094 w 2543175"/>
              <a:gd name="connsiteY122" fmla="*/ 1395412 h 1890712"/>
              <a:gd name="connsiteX123" fmla="*/ 1902619 w 2543175"/>
              <a:gd name="connsiteY123" fmla="*/ 1404937 h 1890712"/>
              <a:gd name="connsiteX124" fmla="*/ 1912144 w 2543175"/>
              <a:gd name="connsiteY124" fmla="*/ 1409700 h 1890712"/>
              <a:gd name="connsiteX125" fmla="*/ 1931194 w 2543175"/>
              <a:gd name="connsiteY125" fmla="*/ 1421606 h 1890712"/>
              <a:gd name="connsiteX126" fmla="*/ 1935957 w 2543175"/>
              <a:gd name="connsiteY126" fmla="*/ 1428750 h 1890712"/>
              <a:gd name="connsiteX127" fmla="*/ 1952625 w 2543175"/>
              <a:gd name="connsiteY127" fmla="*/ 1438275 h 1890712"/>
              <a:gd name="connsiteX128" fmla="*/ 1971675 w 2543175"/>
              <a:gd name="connsiteY128" fmla="*/ 1450181 h 1890712"/>
              <a:gd name="connsiteX129" fmla="*/ 1981200 w 2543175"/>
              <a:gd name="connsiteY129" fmla="*/ 1454944 h 1890712"/>
              <a:gd name="connsiteX130" fmla="*/ 1997869 w 2543175"/>
              <a:gd name="connsiteY130" fmla="*/ 1471612 h 1890712"/>
              <a:gd name="connsiteX131" fmla="*/ 2007394 w 2543175"/>
              <a:gd name="connsiteY131" fmla="*/ 1478756 h 1890712"/>
              <a:gd name="connsiteX132" fmla="*/ 2016919 w 2543175"/>
              <a:gd name="connsiteY132" fmla="*/ 1483519 h 1890712"/>
              <a:gd name="connsiteX133" fmla="*/ 2024063 w 2543175"/>
              <a:gd name="connsiteY133" fmla="*/ 1490662 h 1890712"/>
              <a:gd name="connsiteX134" fmla="*/ 2033588 w 2543175"/>
              <a:gd name="connsiteY134" fmla="*/ 1495425 h 1890712"/>
              <a:gd name="connsiteX135" fmla="*/ 2040732 w 2543175"/>
              <a:gd name="connsiteY135" fmla="*/ 1502569 h 1890712"/>
              <a:gd name="connsiteX136" fmla="*/ 2047875 w 2543175"/>
              <a:gd name="connsiteY136" fmla="*/ 1507331 h 1890712"/>
              <a:gd name="connsiteX137" fmla="*/ 2057400 w 2543175"/>
              <a:gd name="connsiteY137" fmla="*/ 1514475 h 1890712"/>
              <a:gd name="connsiteX138" fmla="*/ 2064544 w 2543175"/>
              <a:gd name="connsiteY138" fmla="*/ 1519237 h 1890712"/>
              <a:gd name="connsiteX139" fmla="*/ 2071688 w 2543175"/>
              <a:gd name="connsiteY139" fmla="*/ 1526381 h 1890712"/>
              <a:gd name="connsiteX140" fmla="*/ 2081213 w 2543175"/>
              <a:gd name="connsiteY140" fmla="*/ 1531144 h 1890712"/>
              <a:gd name="connsiteX141" fmla="*/ 2090738 w 2543175"/>
              <a:gd name="connsiteY141" fmla="*/ 1538287 h 1890712"/>
              <a:gd name="connsiteX142" fmla="*/ 2109788 w 2543175"/>
              <a:gd name="connsiteY142" fmla="*/ 1547812 h 1890712"/>
              <a:gd name="connsiteX143" fmla="*/ 2131219 w 2543175"/>
              <a:gd name="connsiteY143" fmla="*/ 1562100 h 1890712"/>
              <a:gd name="connsiteX144" fmla="*/ 2140744 w 2543175"/>
              <a:gd name="connsiteY144" fmla="*/ 1566862 h 1890712"/>
              <a:gd name="connsiteX145" fmla="*/ 2152650 w 2543175"/>
              <a:gd name="connsiteY145" fmla="*/ 1576387 h 1890712"/>
              <a:gd name="connsiteX146" fmla="*/ 2181225 w 2543175"/>
              <a:gd name="connsiteY146" fmla="*/ 1590675 h 1890712"/>
              <a:gd name="connsiteX147" fmla="*/ 2200275 w 2543175"/>
              <a:gd name="connsiteY147" fmla="*/ 1607344 h 1890712"/>
              <a:gd name="connsiteX148" fmla="*/ 2207419 w 2543175"/>
              <a:gd name="connsiteY148" fmla="*/ 1612106 h 1890712"/>
              <a:gd name="connsiteX149" fmla="*/ 2216944 w 2543175"/>
              <a:gd name="connsiteY149" fmla="*/ 1619250 h 1890712"/>
              <a:gd name="connsiteX150" fmla="*/ 2224088 w 2543175"/>
              <a:gd name="connsiteY150" fmla="*/ 1624012 h 1890712"/>
              <a:gd name="connsiteX151" fmla="*/ 2247900 w 2543175"/>
              <a:gd name="connsiteY151" fmla="*/ 1643062 h 1890712"/>
              <a:gd name="connsiteX152" fmla="*/ 2255044 w 2543175"/>
              <a:gd name="connsiteY152" fmla="*/ 1650206 h 1890712"/>
              <a:gd name="connsiteX153" fmla="*/ 2281238 w 2543175"/>
              <a:gd name="connsiteY153" fmla="*/ 1664494 h 1890712"/>
              <a:gd name="connsiteX154" fmla="*/ 2297907 w 2543175"/>
              <a:gd name="connsiteY154" fmla="*/ 1674019 h 1890712"/>
              <a:gd name="connsiteX155" fmla="*/ 2312194 w 2543175"/>
              <a:gd name="connsiteY155" fmla="*/ 1685925 h 1890712"/>
              <a:gd name="connsiteX156" fmla="*/ 2328863 w 2543175"/>
              <a:gd name="connsiteY156" fmla="*/ 1697831 h 1890712"/>
              <a:gd name="connsiteX157" fmla="*/ 2350294 w 2543175"/>
              <a:gd name="connsiteY157" fmla="*/ 1712119 h 1890712"/>
              <a:gd name="connsiteX158" fmla="*/ 2369344 w 2543175"/>
              <a:gd name="connsiteY158" fmla="*/ 1724025 h 1890712"/>
              <a:gd name="connsiteX159" fmla="*/ 2428876 w 2543175"/>
              <a:gd name="connsiteY159" fmla="*/ 1785938 h 1890712"/>
              <a:gd name="connsiteX160" fmla="*/ 2466975 w 2543175"/>
              <a:gd name="connsiteY160" fmla="*/ 1783556 h 1890712"/>
              <a:gd name="connsiteX161" fmla="*/ 2481263 w 2543175"/>
              <a:gd name="connsiteY161" fmla="*/ 1795462 h 1890712"/>
              <a:gd name="connsiteX162" fmla="*/ 2486025 w 2543175"/>
              <a:gd name="connsiteY162" fmla="*/ 1802606 h 1890712"/>
              <a:gd name="connsiteX163" fmla="*/ 2514600 w 2543175"/>
              <a:gd name="connsiteY163" fmla="*/ 1850231 h 1890712"/>
              <a:gd name="connsiteX164" fmla="*/ 2519363 w 2543175"/>
              <a:gd name="connsiteY164" fmla="*/ 1857375 h 1890712"/>
              <a:gd name="connsiteX165" fmla="*/ 2540794 w 2543175"/>
              <a:gd name="connsiteY165" fmla="*/ 1883569 h 1890712"/>
              <a:gd name="connsiteX166" fmla="*/ 2543175 w 2543175"/>
              <a:gd name="connsiteY16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7819 w 2543175"/>
              <a:gd name="connsiteY100" fmla="*/ 1154906 h 1890712"/>
              <a:gd name="connsiteX101" fmla="*/ 1604963 w 2543175"/>
              <a:gd name="connsiteY101" fmla="*/ 1162050 h 1890712"/>
              <a:gd name="connsiteX102" fmla="*/ 1628775 w 2543175"/>
              <a:gd name="connsiteY102" fmla="*/ 1183481 h 1890712"/>
              <a:gd name="connsiteX103" fmla="*/ 1662113 w 2543175"/>
              <a:gd name="connsiteY103" fmla="*/ 1209675 h 1890712"/>
              <a:gd name="connsiteX104" fmla="*/ 1678782 w 2543175"/>
              <a:gd name="connsiteY104" fmla="*/ 1226344 h 1890712"/>
              <a:gd name="connsiteX105" fmla="*/ 1700213 w 2543175"/>
              <a:gd name="connsiteY105" fmla="*/ 1247775 h 1890712"/>
              <a:gd name="connsiteX106" fmla="*/ 1712119 w 2543175"/>
              <a:gd name="connsiteY106" fmla="*/ 1259681 h 1890712"/>
              <a:gd name="connsiteX107" fmla="*/ 1733550 w 2543175"/>
              <a:gd name="connsiteY107" fmla="*/ 1273969 h 1890712"/>
              <a:gd name="connsiteX108" fmla="*/ 1743075 w 2543175"/>
              <a:gd name="connsiteY108" fmla="*/ 1283494 h 1890712"/>
              <a:gd name="connsiteX109" fmla="*/ 1754982 w 2543175"/>
              <a:gd name="connsiteY109" fmla="*/ 1290637 h 1890712"/>
              <a:gd name="connsiteX110" fmla="*/ 1766888 w 2543175"/>
              <a:gd name="connsiteY110" fmla="*/ 1300162 h 1890712"/>
              <a:gd name="connsiteX111" fmla="*/ 1783557 w 2543175"/>
              <a:gd name="connsiteY111" fmla="*/ 1307306 h 1890712"/>
              <a:gd name="connsiteX112" fmla="*/ 1790700 w 2543175"/>
              <a:gd name="connsiteY112" fmla="*/ 1312069 h 1890712"/>
              <a:gd name="connsiteX113" fmla="*/ 1800225 w 2543175"/>
              <a:gd name="connsiteY113" fmla="*/ 1319212 h 1890712"/>
              <a:gd name="connsiteX114" fmla="*/ 1807369 w 2543175"/>
              <a:gd name="connsiteY114" fmla="*/ 1321594 h 1890712"/>
              <a:gd name="connsiteX115" fmla="*/ 1824038 w 2543175"/>
              <a:gd name="connsiteY115" fmla="*/ 1333500 h 1890712"/>
              <a:gd name="connsiteX116" fmla="*/ 1843088 w 2543175"/>
              <a:gd name="connsiteY116" fmla="*/ 1352550 h 1890712"/>
              <a:gd name="connsiteX117" fmla="*/ 1852613 w 2543175"/>
              <a:gd name="connsiteY117" fmla="*/ 1359694 h 1890712"/>
              <a:gd name="connsiteX118" fmla="*/ 1859757 w 2543175"/>
              <a:gd name="connsiteY118" fmla="*/ 1366837 h 1890712"/>
              <a:gd name="connsiteX119" fmla="*/ 1869282 w 2543175"/>
              <a:gd name="connsiteY119" fmla="*/ 1371600 h 1890712"/>
              <a:gd name="connsiteX120" fmla="*/ 1883569 w 2543175"/>
              <a:gd name="connsiteY120" fmla="*/ 1388269 h 1890712"/>
              <a:gd name="connsiteX121" fmla="*/ 1893094 w 2543175"/>
              <a:gd name="connsiteY121" fmla="*/ 1395412 h 1890712"/>
              <a:gd name="connsiteX122" fmla="*/ 1902619 w 2543175"/>
              <a:gd name="connsiteY122" fmla="*/ 1404937 h 1890712"/>
              <a:gd name="connsiteX123" fmla="*/ 1912144 w 2543175"/>
              <a:gd name="connsiteY123" fmla="*/ 1409700 h 1890712"/>
              <a:gd name="connsiteX124" fmla="*/ 1931194 w 2543175"/>
              <a:gd name="connsiteY124" fmla="*/ 1421606 h 1890712"/>
              <a:gd name="connsiteX125" fmla="*/ 1935957 w 2543175"/>
              <a:gd name="connsiteY125" fmla="*/ 1428750 h 1890712"/>
              <a:gd name="connsiteX126" fmla="*/ 1952625 w 2543175"/>
              <a:gd name="connsiteY126" fmla="*/ 1438275 h 1890712"/>
              <a:gd name="connsiteX127" fmla="*/ 1971675 w 2543175"/>
              <a:gd name="connsiteY127" fmla="*/ 1450181 h 1890712"/>
              <a:gd name="connsiteX128" fmla="*/ 1981200 w 2543175"/>
              <a:gd name="connsiteY128" fmla="*/ 1454944 h 1890712"/>
              <a:gd name="connsiteX129" fmla="*/ 1997869 w 2543175"/>
              <a:gd name="connsiteY129" fmla="*/ 1471612 h 1890712"/>
              <a:gd name="connsiteX130" fmla="*/ 2007394 w 2543175"/>
              <a:gd name="connsiteY130" fmla="*/ 1478756 h 1890712"/>
              <a:gd name="connsiteX131" fmla="*/ 2016919 w 2543175"/>
              <a:gd name="connsiteY131" fmla="*/ 1483519 h 1890712"/>
              <a:gd name="connsiteX132" fmla="*/ 2024063 w 2543175"/>
              <a:gd name="connsiteY132" fmla="*/ 1490662 h 1890712"/>
              <a:gd name="connsiteX133" fmla="*/ 2033588 w 2543175"/>
              <a:gd name="connsiteY133" fmla="*/ 1495425 h 1890712"/>
              <a:gd name="connsiteX134" fmla="*/ 2040732 w 2543175"/>
              <a:gd name="connsiteY134" fmla="*/ 1502569 h 1890712"/>
              <a:gd name="connsiteX135" fmla="*/ 2047875 w 2543175"/>
              <a:gd name="connsiteY135" fmla="*/ 1507331 h 1890712"/>
              <a:gd name="connsiteX136" fmla="*/ 2057400 w 2543175"/>
              <a:gd name="connsiteY136" fmla="*/ 1514475 h 1890712"/>
              <a:gd name="connsiteX137" fmla="*/ 2064544 w 2543175"/>
              <a:gd name="connsiteY137" fmla="*/ 1519237 h 1890712"/>
              <a:gd name="connsiteX138" fmla="*/ 2071688 w 2543175"/>
              <a:gd name="connsiteY138" fmla="*/ 1526381 h 1890712"/>
              <a:gd name="connsiteX139" fmla="*/ 2081213 w 2543175"/>
              <a:gd name="connsiteY139" fmla="*/ 1531144 h 1890712"/>
              <a:gd name="connsiteX140" fmla="*/ 2090738 w 2543175"/>
              <a:gd name="connsiteY140" fmla="*/ 1538287 h 1890712"/>
              <a:gd name="connsiteX141" fmla="*/ 2109788 w 2543175"/>
              <a:gd name="connsiteY141" fmla="*/ 1547812 h 1890712"/>
              <a:gd name="connsiteX142" fmla="*/ 2131219 w 2543175"/>
              <a:gd name="connsiteY142" fmla="*/ 1562100 h 1890712"/>
              <a:gd name="connsiteX143" fmla="*/ 2140744 w 2543175"/>
              <a:gd name="connsiteY143" fmla="*/ 1566862 h 1890712"/>
              <a:gd name="connsiteX144" fmla="*/ 2152650 w 2543175"/>
              <a:gd name="connsiteY144" fmla="*/ 1576387 h 1890712"/>
              <a:gd name="connsiteX145" fmla="*/ 2181225 w 2543175"/>
              <a:gd name="connsiteY145" fmla="*/ 1590675 h 1890712"/>
              <a:gd name="connsiteX146" fmla="*/ 2200275 w 2543175"/>
              <a:gd name="connsiteY146" fmla="*/ 1607344 h 1890712"/>
              <a:gd name="connsiteX147" fmla="*/ 2207419 w 2543175"/>
              <a:gd name="connsiteY147" fmla="*/ 1612106 h 1890712"/>
              <a:gd name="connsiteX148" fmla="*/ 2216944 w 2543175"/>
              <a:gd name="connsiteY148" fmla="*/ 1619250 h 1890712"/>
              <a:gd name="connsiteX149" fmla="*/ 2224088 w 2543175"/>
              <a:gd name="connsiteY149" fmla="*/ 1624012 h 1890712"/>
              <a:gd name="connsiteX150" fmla="*/ 2247900 w 2543175"/>
              <a:gd name="connsiteY150" fmla="*/ 1643062 h 1890712"/>
              <a:gd name="connsiteX151" fmla="*/ 2255044 w 2543175"/>
              <a:gd name="connsiteY151" fmla="*/ 1650206 h 1890712"/>
              <a:gd name="connsiteX152" fmla="*/ 2281238 w 2543175"/>
              <a:gd name="connsiteY152" fmla="*/ 1664494 h 1890712"/>
              <a:gd name="connsiteX153" fmla="*/ 2297907 w 2543175"/>
              <a:gd name="connsiteY153" fmla="*/ 1674019 h 1890712"/>
              <a:gd name="connsiteX154" fmla="*/ 2312194 w 2543175"/>
              <a:gd name="connsiteY154" fmla="*/ 1685925 h 1890712"/>
              <a:gd name="connsiteX155" fmla="*/ 2328863 w 2543175"/>
              <a:gd name="connsiteY155" fmla="*/ 1697831 h 1890712"/>
              <a:gd name="connsiteX156" fmla="*/ 2350294 w 2543175"/>
              <a:gd name="connsiteY156" fmla="*/ 1712119 h 1890712"/>
              <a:gd name="connsiteX157" fmla="*/ 2369344 w 2543175"/>
              <a:gd name="connsiteY157" fmla="*/ 1724025 h 1890712"/>
              <a:gd name="connsiteX158" fmla="*/ 2428876 w 2543175"/>
              <a:gd name="connsiteY158" fmla="*/ 1785938 h 1890712"/>
              <a:gd name="connsiteX159" fmla="*/ 2466975 w 2543175"/>
              <a:gd name="connsiteY159" fmla="*/ 1783556 h 1890712"/>
              <a:gd name="connsiteX160" fmla="*/ 2481263 w 2543175"/>
              <a:gd name="connsiteY160" fmla="*/ 1795462 h 1890712"/>
              <a:gd name="connsiteX161" fmla="*/ 2486025 w 2543175"/>
              <a:gd name="connsiteY161" fmla="*/ 1802606 h 1890712"/>
              <a:gd name="connsiteX162" fmla="*/ 2514600 w 2543175"/>
              <a:gd name="connsiteY162" fmla="*/ 1850231 h 1890712"/>
              <a:gd name="connsiteX163" fmla="*/ 2519363 w 2543175"/>
              <a:gd name="connsiteY163" fmla="*/ 1857375 h 1890712"/>
              <a:gd name="connsiteX164" fmla="*/ 2540794 w 2543175"/>
              <a:gd name="connsiteY164" fmla="*/ 1883569 h 1890712"/>
              <a:gd name="connsiteX165" fmla="*/ 2543175 w 2543175"/>
              <a:gd name="connsiteY165"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7819 w 2543175"/>
              <a:gd name="connsiteY100" fmla="*/ 1154906 h 1890712"/>
              <a:gd name="connsiteX101" fmla="*/ 1628775 w 2543175"/>
              <a:gd name="connsiteY101" fmla="*/ 1183481 h 1890712"/>
              <a:gd name="connsiteX102" fmla="*/ 1662113 w 2543175"/>
              <a:gd name="connsiteY102" fmla="*/ 1209675 h 1890712"/>
              <a:gd name="connsiteX103" fmla="*/ 1678782 w 2543175"/>
              <a:gd name="connsiteY103" fmla="*/ 1226344 h 1890712"/>
              <a:gd name="connsiteX104" fmla="*/ 1700213 w 2543175"/>
              <a:gd name="connsiteY104" fmla="*/ 1247775 h 1890712"/>
              <a:gd name="connsiteX105" fmla="*/ 1712119 w 2543175"/>
              <a:gd name="connsiteY105" fmla="*/ 1259681 h 1890712"/>
              <a:gd name="connsiteX106" fmla="*/ 1733550 w 2543175"/>
              <a:gd name="connsiteY106" fmla="*/ 1273969 h 1890712"/>
              <a:gd name="connsiteX107" fmla="*/ 1743075 w 2543175"/>
              <a:gd name="connsiteY107" fmla="*/ 1283494 h 1890712"/>
              <a:gd name="connsiteX108" fmla="*/ 1754982 w 2543175"/>
              <a:gd name="connsiteY108" fmla="*/ 1290637 h 1890712"/>
              <a:gd name="connsiteX109" fmla="*/ 1766888 w 2543175"/>
              <a:gd name="connsiteY109" fmla="*/ 1300162 h 1890712"/>
              <a:gd name="connsiteX110" fmla="*/ 1783557 w 2543175"/>
              <a:gd name="connsiteY110" fmla="*/ 1307306 h 1890712"/>
              <a:gd name="connsiteX111" fmla="*/ 1790700 w 2543175"/>
              <a:gd name="connsiteY111" fmla="*/ 1312069 h 1890712"/>
              <a:gd name="connsiteX112" fmla="*/ 1800225 w 2543175"/>
              <a:gd name="connsiteY112" fmla="*/ 1319212 h 1890712"/>
              <a:gd name="connsiteX113" fmla="*/ 1807369 w 2543175"/>
              <a:gd name="connsiteY113" fmla="*/ 1321594 h 1890712"/>
              <a:gd name="connsiteX114" fmla="*/ 1824038 w 2543175"/>
              <a:gd name="connsiteY114" fmla="*/ 1333500 h 1890712"/>
              <a:gd name="connsiteX115" fmla="*/ 1843088 w 2543175"/>
              <a:gd name="connsiteY115" fmla="*/ 1352550 h 1890712"/>
              <a:gd name="connsiteX116" fmla="*/ 1852613 w 2543175"/>
              <a:gd name="connsiteY116" fmla="*/ 1359694 h 1890712"/>
              <a:gd name="connsiteX117" fmla="*/ 1859757 w 2543175"/>
              <a:gd name="connsiteY117" fmla="*/ 1366837 h 1890712"/>
              <a:gd name="connsiteX118" fmla="*/ 1869282 w 2543175"/>
              <a:gd name="connsiteY118" fmla="*/ 1371600 h 1890712"/>
              <a:gd name="connsiteX119" fmla="*/ 1883569 w 2543175"/>
              <a:gd name="connsiteY119" fmla="*/ 1388269 h 1890712"/>
              <a:gd name="connsiteX120" fmla="*/ 1893094 w 2543175"/>
              <a:gd name="connsiteY120" fmla="*/ 1395412 h 1890712"/>
              <a:gd name="connsiteX121" fmla="*/ 1902619 w 2543175"/>
              <a:gd name="connsiteY121" fmla="*/ 1404937 h 1890712"/>
              <a:gd name="connsiteX122" fmla="*/ 1912144 w 2543175"/>
              <a:gd name="connsiteY122" fmla="*/ 1409700 h 1890712"/>
              <a:gd name="connsiteX123" fmla="*/ 1931194 w 2543175"/>
              <a:gd name="connsiteY123" fmla="*/ 1421606 h 1890712"/>
              <a:gd name="connsiteX124" fmla="*/ 1935957 w 2543175"/>
              <a:gd name="connsiteY124" fmla="*/ 1428750 h 1890712"/>
              <a:gd name="connsiteX125" fmla="*/ 1952625 w 2543175"/>
              <a:gd name="connsiteY125" fmla="*/ 1438275 h 1890712"/>
              <a:gd name="connsiteX126" fmla="*/ 1971675 w 2543175"/>
              <a:gd name="connsiteY126" fmla="*/ 1450181 h 1890712"/>
              <a:gd name="connsiteX127" fmla="*/ 1981200 w 2543175"/>
              <a:gd name="connsiteY127" fmla="*/ 1454944 h 1890712"/>
              <a:gd name="connsiteX128" fmla="*/ 1997869 w 2543175"/>
              <a:gd name="connsiteY128" fmla="*/ 1471612 h 1890712"/>
              <a:gd name="connsiteX129" fmla="*/ 2007394 w 2543175"/>
              <a:gd name="connsiteY129" fmla="*/ 1478756 h 1890712"/>
              <a:gd name="connsiteX130" fmla="*/ 2016919 w 2543175"/>
              <a:gd name="connsiteY130" fmla="*/ 1483519 h 1890712"/>
              <a:gd name="connsiteX131" fmla="*/ 2024063 w 2543175"/>
              <a:gd name="connsiteY131" fmla="*/ 1490662 h 1890712"/>
              <a:gd name="connsiteX132" fmla="*/ 2033588 w 2543175"/>
              <a:gd name="connsiteY132" fmla="*/ 1495425 h 1890712"/>
              <a:gd name="connsiteX133" fmla="*/ 2040732 w 2543175"/>
              <a:gd name="connsiteY133" fmla="*/ 1502569 h 1890712"/>
              <a:gd name="connsiteX134" fmla="*/ 2047875 w 2543175"/>
              <a:gd name="connsiteY134" fmla="*/ 1507331 h 1890712"/>
              <a:gd name="connsiteX135" fmla="*/ 2057400 w 2543175"/>
              <a:gd name="connsiteY135" fmla="*/ 1514475 h 1890712"/>
              <a:gd name="connsiteX136" fmla="*/ 2064544 w 2543175"/>
              <a:gd name="connsiteY136" fmla="*/ 1519237 h 1890712"/>
              <a:gd name="connsiteX137" fmla="*/ 2071688 w 2543175"/>
              <a:gd name="connsiteY137" fmla="*/ 1526381 h 1890712"/>
              <a:gd name="connsiteX138" fmla="*/ 2081213 w 2543175"/>
              <a:gd name="connsiteY138" fmla="*/ 1531144 h 1890712"/>
              <a:gd name="connsiteX139" fmla="*/ 2090738 w 2543175"/>
              <a:gd name="connsiteY139" fmla="*/ 1538287 h 1890712"/>
              <a:gd name="connsiteX140" fmla="*/ 2109788 w 2543175"/>
              <a:gd name="connsiteY140" fmla="*/ 1547812 h 1890712"/>
              <a:gd name="connsiteX141" fmla="*/ 2131219 w 2543175"/>
              <a:gd name="connsiteY141" fmla="*/ 1562100 h 1890712"/>
              <a:gd name="connsiteX142" fmla="*/ 2140744 w 2543175"/>
              <a:gd name="connsiteY142" fmla="*/ 1566862 h 1890712"/>
              <a:gd name="connsiteX143" fmla="*/ 2152650 w 2543175"/>
              <a:gd name="connsiteY143" fmla="*/ 1576387 h 1890712"/>
              <a:gd name="connsiteX144" fmla="*/ 2181225 w 2543175"/>
              <a:gd name="connsiteY144" fmla="*/ 1590675 h 1890712"/>
              <a:gd name="connsiteX145" fmla="*/ 2200275 w 2543175"/>
              <a:gd name="connsiteY145" fmla="*/ 1607344 h 1890712"/>
              <a:gd name="connsiteX146" fmla="*/ 2207419 w 2543175"/>
              <a:gd name="connsiteY146" fmla="*/ 1612106 h 1890712"/>
              <a:gd name="connsiteX147" fmla="*/ 2216944 w 2543175"/>
              <a:gd name="connsiteY147" fmla="*/ 1619250 h 1890712"/>
              <a:gd name="connsiteX148" fmla="*/ 2224088 w 2543175"/>
              <a:gd name="connsiteY148" fmla="*/ 1624012 h 1890712"/>
              <a:gd name="connsiteX149" fmla="*/ 2247900 w 2543175"/>
              <a:gd name="connsiteY149" fmla="*/ 1643062 h 1890712"/>
              <a:gd name="connsiteX150" fmla="*/ 2255044 w 2543175"/>
              <a:gd name="connsiteY150" fmla="*/ 1650206 h 1890712"/>
              <a:gd name="connsiteX151" fmla="*/ 2281238 w 2543175"/>
              <a:gd name="connsiteY151" fmla="*/ 1664494 h 1890712"/>
              <a:gd name="connsiteX152" fmla="*/ 2297907 w 2543175"/>
              <a:gd name="connsiteY152" fmla="*/ 1674019 h 1890712"/>
              <a:gd name="connsiteX153" fmla="*/ 2312194 w 2543175"/>
              <a:gd name="connsiteY153" fmla="*/ 1685925 h 1890712"/>
              <a:gd name="connsiteX154" fmla="*/ 2328863 w 2543175"/>
              <a:gd name="connsiteY154" fmla="*/ 1697831 h 1890712"/>
              <a:gd name="connsiteX155" fmla="*/ 2350294 w 2543175"/>
              <a:gd name="connsiteY155" fmla="*/ 1712119 h 1890712"/>
              <a:gd name="connsiteX156" fmla="*/ 2369344 w 2543175"/>
              <a:gd name="connsiteY156" fmla="*/ 1724025 h 1890712"/>
              <a:gd name="connsiteX157" fmla="*/ 2428876 w 2543175"/>
              <a:gd name="connsiteY157" fmla="*/ 1785938 h 1890712"/>
              <a:gd name="connsiteX158" fmla="*/ 2466975 w 2543175"/>
              <a:gd name="connsiteY158" fmla="*/ 1783556 h 1890712"/>
              <a:gd name="connsiteX159" fmla="*/ 2481263 w 2543175"/>
              <a:gd name="connsiteY159" fmla="*/ 1795462 h 1890712"/>
              <a:gd name="connsiteX160" fmla="*/ 2486025 w 2543175"/>
              <a:gd name="connsiteY160" fmla="*/ 1802606 h 1890712"/>
              <a:gd name="connsiteX161" fmla="*/ 2514600 w 2543175"/>
              <a:gd name="connsiteY161" fmla="*/ 1850231 h 1890712"/>
              <a:gd name="connsiteX162" fmla="*/ 2519363 w 2543175"/>
              <a:gd name="connsiteY162" fmla="*/ 1857375 h 1890712"/>
              <a:gd name="connsiteX163" fmla="*/ 2540794 w 2543175"/>
              <a:gd name="connsiteY163" fmla="*/ 1883569 h 1890712"/>
              <a:gd name="connsiteX164" fmla="*/ 2543175 w 2543175"/>
              <a:gd name="connsiteY16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183481 h 1890712"/>
              <a:gd name="connsiteX102" fmla="*/ 1662113 w 2543175"/>
              <a:gd name="connsiteY102" fmla="*/ 1209675 h 1890712"/>
              <a:gd name="connsiteX103" fmla="*/ 1678782 w 2543175"/>
              <a:gd name="connsiteY103" fmla="*/ 1226344 h 1890712"/>
              <a:gd name="connsiteX104" fmla="*/ 1700213 w 2543175"/>
              <a:gd name="connsiteY104" fmla="*/ 1247775 h 1890712"/>
              <a:gd name="connsiteX105" fmla="*/ 1712119 w 2543175"/>
              <a:gd name="connsiteY105" fmla="*/ 1259681 h 1890712"/>
              <a:gd name="connsiteX106" fmla="*/ 1733550 w 2543175"/>
              <a:gd name="connsiteY106" fmla="*/ 1273969 h 1890712"/>
              <a:gd name="connsiteX107" fmla="*/ 1743075 w 2543175"/>
              <a:gd name="connsiteY107" fmla="*/ 1283494 h 1890712"/>
              <a:gd name="connsiteX108" fmla="*/ 1754982 w 2543175"/>
              <a:gd name="connsiteY108" fmla="*/ 1290637 h 1890712"/>
              <a:gd name="connsiteX109" fmla="*/ 1766888 w 2543175"/>
              <a:gd name="connsiteY109" fmla="*/ 1300162 h 1890712"/>
              <a:gd name="connsiteX110" fmla="*/ 1783557 w 2543175"/>
              <a:gd name="connsiteY110" fmla="*/ 1307306 h 1890712"/>
              <a:gd name="connsiteX111" fmla="*/ 1790700 w 2543175"/>
              <a:gd name="connsiteY111" fmla="*/ 1312069 h 1890712"/>
              <a:gd name="connsiteX112" fmla="*/ 1800225 w 2543175"/>
              <a:gd name="connsiteY112" fmla="*/ 1319212 h 1890712"/>
              <a:gd name="connsiteX113" fmla="*/ 1807369 w 2543175"/>
              <a:gd name="connsiteY113" fmla="*/ 1321594 h 1890712"/>
              <a:gd name="connsiteX114" fmla="*/ 1824038 w 2543175"/>
              <a:gd name="connsiteY114" fmla="*/ 1333500 h 1890712"/>
              <a:gd name="connsiteX115" fmla="*/ 1843088 w 2543175"/>
              <a:gd name="connsiteY115" fmla="*/ 1352550 h 1890712"/>
              <a:gd name="connsiteX116" fmla="*/ 1852613 w 2543175"/>
              <a:gd name="connsiteY116" fmla="*/ 1359694 h 1890712"/>
              <a:gd name="connsiteX117" fmla="*/ 1859757 w 2543175"/>
              <a:gd name="connsiteY117" fmla="*/ 1366837 h 1890712"/>
              <a:gd name="connsiteX118" fmla="*/ 1869282 w 2543175"/>
              <a:gd name="connsiteY118" fmla="*/ 1371600 h 1890712"/>
              <a:gd name="connsiteX119" fmla="*/ 1883569 w 2543175"/>
              <a:gd name="connsiteY119" fmla="*/ 1388269 h 1890712"/>
              <a:gd name="connsiteX120" fmla="*/ 1893094 w 2543175"/>
              <a:gd name="connsiteY120" fmla="*/ 1395412 h 1890712"/>
              <a:gd name="connsiteX121" fmla="*/ 1902619 w 2543175"/>
              <a:gd name="connsiteY121" fmla="*/ 1404937 h 1890712"/>
              <a:gd name="connsiteX122" fmla="*/ 1912144 w 2543175"/>
              <a:gd name="connsiteY122" fmla="*/ 1409700 h 1890712"/>
              <a:gd name="connsiteX123" fmla="*/ 1931194 w 2543175"/>
              <a:gd name="connsiteY123" fmla="*/ 1421606 h 1890712"/>
              <a:gd name="connsiteX124" fmla="*/ 1935957 w 2543175"/>
              <a:gd name="connsiteY124" fmla="*/ 1428750 h 1890712"/>
              <a:gd name="connsiteX125" fmla="*/ 1952625 w 2543175"/>
              <a:gd name="connsiteY125" fmla="*/ 1438275 h 1890712"/>
              <a:gd name="connsiteX126" fmla="*/ 1971675 w 2543175"/>
              <a:gd name="connsiteY126" fmla="*/ 1450181 h 1890712"/>
              <a:gd name="connsiteX127" fmla="*/ 1981200 w 2543175"/>
              <a:gd name="connsiteY127" fmla="*/ 1454944 h 1890712"/>
              <a:gd name="connsiteX128" fmla="*/ 1997869 w 2543175"/>
              <a:gd name="connsiteY128" fmla="*/ 1471612 h 1890712"/>
              <a:gd name="connsiteX129" fmla="*/ 2007394 w 2543175"/>
              <a:gd name="connsiteY129" fmla="*/ 1478756 h 1890712"/>
              <a:gd name="connsiteX130" fmla="*/ 2016919 w 2543175"/>
              <a:gd name="connsiteY130" fmla="*/ 1483519 h 1890712"/>
              <a:gd name="connsiteX131" fmla="*/ 2024063 w 2543175"/>
              <a:gd name="connsiteY131" fmla="*/ 1490662 h 1890712"/>
              <a:gd name="connsiteX132" fmla="*/ 2033588 w 2543175"/>
              <a:gd name="connsiteY132" fmla="*/ 1495425 h 1890712"/>
              <a:gd name="connsiteX133" fmla="*/ 2040732 w 2543175"/>
              <a:gd name="connsiteY133" fmla="*/ 1502569 h 1890712"/>
              <a:gd name="connsiteX134" fmla="*/ 2047875 w 2543175"/>
              <a:gd name="connsiteY134" fmla="*/ 1507331 h 1890712"/>
              <a:gd name="connsiteX135" fmla="*/ 2057400 w 2543175"/>
              <a:gd name="connsiteY135" fmla="*/ 1514475 h 1890712"/>
              <a:gd name="connsiteX136" fmla="*/ 2064544 w 2543175"/>
              <a:gd name="connsiteY136" fmla="*/ 1519237 h 1890712"/>
              <a:gd name="connsiteX137" fmla="*/ 2071688 w 2543175"/>
              <a:gd name="connsiteY137" fmla="*/ 1526381 h 1890712"/>
              <a:gd name="connsiteX138" fmla="*/ 2081213 w 2543175"/>
              <a:gd name="connsiteY138" fmla="*/ 1531144 h 1890712"/>
              <a:gd name="connsiteX139" fmla="*/ 2090738 w 2543175"/>
              <a:gd name="connsiteY139" fmla="*/ 1538287 h 1890712"/>
              <a:gd name="connsiteX140" fmla="*/ 2109788 w 2543175"/>
              <a:gd name="connsiteY140" fmla="*/ 1547812 h 1890712"/>
              <a:gd name="connsiteX141" fmla="*/ 2131219 w 2543175"/>
              <a:gd name="connsiteY141" fmla="*/ 1562100 h 1890712"/>
              <a:gd name="connsiteX142" fmla="*/ 2140744 w 2543175"/>
              <a:gd name="connsiteY142" fmla="*/ 1566862 h 1890712"/>
              <a:gd name="connsiteX143" fmla="*/ 2152650 w 2543175"/>
              <a:gd name="connsiteY143" fmla="*/ 1576387 h 1890712"/>
              <a:gd name="connsiteX144" fmla="*/ 2181225 w 2543175"/>
              <a:gd name="connsiteY144" fmla="*/ 1590675 h 1890712"/>
              <a:gd name="connsiteX145" fmla="*/ 2200275 w 2543175"/>
              <a:gd name="connsiteY145" fmla="*/ 1607344 h 1890712"/>
              <a:gd name="connsiteX146" fmla="*/ 2207419 w 2543175"/>
              <a:gd name="connsiteY146" fmla="*/ 1612106 h 1890712"/>
              <a:gd name="connsiteX147" fmla="*/ 2216944 w 2543175"/>
              <a:gd name="connsiteY147" fmla="*/ 1619250 h 1890712"/>
              <a:gd name="connsiteX148" fmla="*/ 2224088 w 2543175"/>
              <a:gd name="connsiteY148" fmla="*/ 1624012 h 1890712"/>
              <a:gd name="connsiteX149" fmla="*/ 2247900 w 2543175"/>
              <a:gd name="connsiteY149" fmla="*/ 1643062 h 1890712"/>
              <a:gd name="connsiteX150" fmla="*/ 2255044 w 2543175"/>
              <a:gd name="connsiteY150" fmla="*/ 1650206 h 1890712"/>
              <a:gd name="connsiteX151" fmla="*/ 2281238 w 2543175"/>
              <a:gd name="connsiteY151" fmla="*/ 1664494 h 1890712"/>
              <a:gd name="connsiteX152" fmla="*/ 2297907 w 2543175"/>
              <a:gd name="connsiteY152" fmla="*/ 1674019 h 1890712"/>
              <a:gd name="connsiteX153" fmla="*/ 2312194 w 2543175"/>
              <a:gd name="connsiteY153" fmla="*/ 1685925 h 1890712"/>
              <a:gd name="connsiteX154" fmla="*/ 2328863 w 2543175"/>
              <a:gd name="connsiteY154" fmla="*/ 1697831 h 1890712"/>
              <a:gd name="connsiteX155" fmla="*/ 2350294 w 2543175"/>
              <a:gd name="connsiteY155" fmla="*/ 1712119 h 1890712"/>
              <a:gd name="connsiteX156" fmla="*/ 2369344 w 2543175"/>
              <a:gd name="connsiteY156" fmla="*/ 1724025 h 1890712"/>
              <a:gd name="connsiteX157" fmla="*/ 2428876 w 2543175"/>
              <a:gd name="connsiteY157" fmla="*/ 1785938 h 1890712"/>
              <a:gd name="connsiteX158" fmla="*/ 2466975 w 2543175"/>
              <a:gd name="connsiteY158" fmla="*/ 1783556 h 1890712"/>
              <a:gd name="connsiteX159" fmla="*/ 2481263 w 2543175"/>
              <a:gd name="connsiteY159" fmla="*/ 1795462 h 1890712"/>
              <a:gd name="connsiteX160" fmla="*/ 2486025 w 2543175"/>
              <a:gd name="connsiteY160" fmla="*/ 1802606 h 1890712"/>
              <a:gd name="connsiteX161" fmla="*/ 2514600 w 2543175"/>
              <a:gd name="connsiteY161" fmla="*/ 1850231 h 1890712"/>
              <a:gd name="connsiteX162" fmla="*/ 2519363 w 2543175"/>
              <a:gd name="connsiteY162" fmla="*/ 1857375 h 1890712"/>
              <a:gd name="connsiteX163" fmla="*/ 2540794 w 2543175"/>
              <a:gd name="connsiteY163" fmla="*/ 1883569 h 1890712"/>
              <a:gd name="connsiteX164" fmla="*/ 2543175 w 2543175"/>
              <a:gd name="connsiteY16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09675 h 1890712"/>
              <a:gd name="connsiteX103" fmla="*/ 1678782 w 2543175"/>
              <a:gd name="connsiteY103" fmla="*/ 1226344 h 1890712"/>
              <a:gd name="connsiteX104" fmla="*/ 1700213 w 2543175"/>
              <a:gd name="connsiteY104" fmla="*/ 1247775 h 1890712"/>
              <a:gd name="connsiteX105" fmla="*/ 1712119 w 2543175"/>
              <a:gd name="connsiteY105" fmla="*/ 1259681 h 1890712"/>
              <a:gd name="connsiteX106" fmla="*/ 1733550 w 2543175"/>
              <a:gd name="connsiteY106" fmla="*/ 1273969 h 1890712"/>
              <a:gd name="connsiteX107" fmla="*/ 1743075 w 2543175"/>
              <a:gd name="connsiteY107" fmla="*/ 1283494 h 1890712"/>
              <a:gd name="connsiteX108" fmla="*/ 1754982 w 2543175"/>
              <a:gd name="connsiteY108" fmla="*/ 1290637 h 1890712"/>
              <a:gd name="connsiteX109" fmla="*/ 1766888 w 2543175"/>
              <a:gd name="connsiteY109" fmla="*/ 1300162 h 1890712"/>
              <a:gd name="connsiteX110" fmla="*/ 1783557 w 2543175"/>
              <a:gd name="connsiteY110" fmla="*/ 1307306 h 1890712"/>
              <a:gd name="connsiteX111" fmla="*/ 1790700 w 2543175"/>
              <a:gd name="connsiteY111" fmla="*/ 1312069 h 1890712"/>
              <a:gd name="connsiteX112" fmla="*/ 1800225 w 2543175"/>
              <a:gd name="connsiteY112" fmla="*/ 1319212 h 1890712"/>
              <a:gd name="connsiteX113" fmla="*/ 1807369 w 2543175"/>
              <a:gd name="connsiteY113" fmla="*/ 1321594 h 1890712"/>
              <a:gd name="connsiteX114" fmla="*/ 1824038 w 2543175"/>
              <a:gd name="connsiteY114" fmla="*/ 1333500 h 1890712"/>
              <a:gd name="connsiteX115" fmla="*/ 1843088 w 2543175"/>
              <a:gd name="connsiteY115" fmla="*/ 1352550 h 1890712"/>
              <a:gd name="connsiteX116" fmla="*/ 1852613 w 2543175"/>
              <a:gd name="connsiteY116" fmla="*/ 1359694 h 1890712"/>
              <a:gd name="connsiteX117" fmla="*/ 1859757 w 2543175"/>
              <a:gd name="connsiteY117" fmla="*/ 1366837 h 1890712"/>
              <a:gd name="connsiteX118" fmla="*/ 1869282 w 2543175"/>
              <a:gd name="connsiteY118" fmla="*/ 1371600 h 1890712"/>
              <a:gd name="connsiteX119" fmla="*/ 1883569 w 2543175"/>
              <a:gd name="connsiteY119" fmla="*/ 1388269 h 1890712"/>
              <a:gd name="connsiteX120" fmla="*/ 1893094 w 2543175"/>
              <a:gd name="connsiteY120" fmla="*/ 1395412 h 1890712"/>
              <a:gd name="connsiteX121" fmla="*/ 1902619 w 2543175"/>
              <a:gd name="connsiteY121" fmla="*/ 1404937 h 1890712"/>
              <a:gd name="connsiteX122" fmla="*/ 1912144 w 2543175"/>
              <a:gd name="connsiteY122" fmla="*/ 1409700 h 1890712"/>
              <a:gd name="connsiteX123" fmla="*/ 1931194 w 2543175"/>
              <a:gd name="connsiteY123" fmla="*/ 1421606 h 1890712"/>
              <a:gd name="connsiteX124" fmla="*/ 1935957 w 2543175"/>
              <a:gd name="connsiteY124" fmla="*/ 1428750 h 1890712"/>
              <a:gd name="connsiteX125" fmla="*/ 1952625 w 2543175"/>
              <a:gd name="connsiteY125" fmla="*/ 1438275 h 1890712"/>
              <a:gd name="connsiteX126" fmla="*/ 1971675 w 2543175"/>
              <a:gd name="connsiteY126" fmla="*/ 1450181 h 1890712"/>
              <a:gd name="connsiteX127" fmla="*/ 1981200 w 2543175"/>
              <a:gd name="connsiteY127" fmla="*/ 1454944 h 1890712"/>
              <a:gd name="connsiteX128" fmla="*/ 1997869 w 2543175"/>
              <a:gd name="connsiteY128" fmla="*/ 1471612 h 1890712"/>
              <a:gd name="connsiteX129" fmla="*/ 2007394 w 2543175"/>
              <a:gd name="connsiteY129" fmla="*/ 1478756 h 1890712"/>
              <a:gd name="connsiteX130" fmla="*/ 2016919 w 2543175"/>
              <a:gd name="connsiteY130" fmla="*/ 1483519 h 1890712"/>
              <a:gd name="connsiteX131" fmla="*/ 2024063 w 2543175"/>
              <a:gd name="connsiteY131" fmla="*/ 1490662 h 1890712"/>
              <a:gd name="connsiteX132" fmla="*/ 2033588 w 2543175"/>
              <a:gd name="connsiteY132" fmla="*/ 1495425 h 1890712"/>
              <a:gd name="connsiteX133" fmla="*/ 2040732 w 2543175"/>
              <a:gd name="connsiteY133" fmla="*/ 1502569 h 1890712"/>
              <a:gd name="connsiteX134" fmla="*/ 2047875 w 2543175"/>
              <a:gd name="connsiteY134" fmla="*/ 1507331 h 1890712"/>
              <a:gd name="connsiteX135" fmla="*/ 2057400 w 2543175"/>
              <a:gd name="connsiteY135" fmla="*/ 1514475 h 1890712"/>
              <a:gd name="connsiteX136" fmla="*/ 2064544 w 2543175"/>
              <a:gd name="connsiteY136" fmla="*/ 1519237 h 1890712"/>
              <a:gd name="connsiteX137" fmla="*/ 2071688 w 2543175"/>
              <a:gd name="connsiteY137" fmla="*/ 1526381 h 1890712"/>
              <a:gd name="connsiteX138" fmla="*/ 2081213 w 2543175"/>
              <a:gd name="connsiteY138" fmla="*/ 1531144 h 1890712"/>
              <a:gd name="connsiteX139" fmla="*/ 2090738 w 2543175"/>
              <a:gd name="connsiteY139" fmla="*/ 1538287 h 1890712"/>
              <a:gd name="connsiteX140" fmla="*/ 2109788 w 2543175"/>
              <a:gd name="connsiteY140" fmla="*/ 1547812 h 1890712"/>
              <a:gd name="connsiteX141" fmla="*/ 2131219 w 2543175"/>
              <a:gd name="connsiteY141" fmla="*/ 1562100 h 1890712"/>
              <a:gd name="connsiteX142" fmla="*/ 2140744 w 2543175"/>
              <a:gd name="connsiteY142" fmla="*/ 1566862 h 1890712"/>
              <a:gd name="connsiteX143" fmla="*/ 2152650 w 2543175"/>
              <a:gd name="connsiteY143" fmla="*/ 1576387 h 1890712"/>
              <a:gd name="connsiteX144" fmla="*/ 2181225 w 2543175"/>
              <a:gd name="connsiteY144" fmla="*/ 1590675 h 1890712"/>
              <a:gd name="connsiteX145" fmla="*/ 2200275 w 2543175"/>
              <a:gd name="connsiteY145" fmla="*/ 1607344 h 1890712"/>
              <a:gd name="connsiteX146" fmla="*/ 2207419 w 2543175"/>
              <a:gd name="connsiteY146" fmla="*/ 1612106 h 1890712"/>
              <a:gd name="connsiteX147" fmla="*/ 2216944 w 2543175"/>
              <a:gd name="connsiteY147" fmla="*/ 1619250 h 1890712"/>
              <a:gd name="connsiteX148" fmla="*/ 2224088 w 2543175"/>
              <a:gd name="connsiteY148" fmla="*/ 1624012 h 1890712"/>
              <a:gd name="connsiteX149" fmla="*/ 2247900 w 2543175"/>
              <a:gd name="connsiteY149" fmla="*/ 1643062 h 1890712"/>
              <a:gd name="connsiteX150" fmla="*/ 2255044 w 2543175"/>
              <a:gd name="connsiteY150" fmla="*/ 1650206 h 1890712"/>
              <a:gd name="connsiteX151" fmla="*/ 2281238 w 2543175"/>
              <a:gd name="connsiteY151" fmla="*/ 1664494 h 1890712"/>
              <a:gd name="connsiteX152" fmla="*/ 2297907 w 2543175"/>
              <a:gd name="connsiteY152" fmla="*/ 1674019 h 1890712"/>
              <a:gd name="connsiteX153" fmla="*/ 2312194 w 2543175"/>
              <a:gd name="connsiteY153" fmla="*/ 1685925 h 1890712"/>
              <a:gd name="connsiteX154" fmla="*/ 2328863 w 2543175"/>
              <a:gd name="connsiteY154" fmla="*/ 1697831 h 1890712"/>
              <a:gd name="connsiteX155" fmla="*/ 2350294 w 2543175"/>
              <a:gd name="connsiteY155" fmla="*/ 1712119 h 1890712"/>
              <a:gd name="connsiteX156" fmla="*/ 2369344 w 2543175"/>
              <a:gd name="connsiteY156" fmla="*/ 1724025 h 1890712"/>
              <a:gd name="connsiteX157" fmla="*/ 2428876 w 2543175"/>
              <a:gd name="connsiteY157" fmla="*/ 1785938 h 1890712"/>
              <a:gd name="connsiteX158" fmla="*/ 2466975 w 2543175"/>
              <a:gd name="connsiteY158" fmla="*/ 1783556 h 1890712"/>
              <a:gd name="connsiteX159" fmla="*/ 2481263 w 2543175"/>
              <a:gd name="connsiteY159" fmla="*/ 1795462 h 1890712"/>
              <a:gd name="connsiteX160" fmla="*/ 2486025 w 2543175"/>
              <a:gd name="connsiteY160" fmla="*/ 1802606 h 1890712"/>
              <a:gd name="connsiteX161" fmla="*/ 2514600 w 2543175"/>
              <a:gd name="connsiteY161" fmla="*/ 1850231 h 1890712"/>
              <a:gd name="connsiteX162" fmla="*/ 2519363 w 2543175"/>
              <a:gd name="connsiteY162" fmla="*/ 1857375 h 1890712"/>
              <a:gd name="connsiteX163" fmla="*/ 2540794 w 2543175"/>
              <a:gd name="connsiteY163" fmla="*/ 1883569 h 1890712"/>
              <a:gd name="connsiteX164" fmla="*/ 2543175 w 2543175"/>
              <a:gd name="connsiteY16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678782 w 2543175"/>
              <a:gd name="connsiteY103" fmla="*/ 1226344 h 1890712"/>
              <a:gd name="connsiteX104" fmla="*/ 1700213 w 2543175"/>
              <a:gd name="connsiteY104" fmla="*/ 1247775 h 1890712"/>
              <a:gd name="connsiteX105" fmla="*/ 1712119 w 2543175"/>
              <a:gd name="connsiteY105" fmla="*/ 1259681 h 1890712"/>
              <a:gd name="connsiteX106" fmla="*/ 1733550 w 2543175"/>
              <a:gd name="connsiteY106" fmla="*/ 1273969 h 1890712"/>
              <a:gd name="connsiteX107" fmla="*/ 1743075 w 2543175"/>
              <a:gd name="connsiteY107" fmla="*/ 1283494 h 1890712"/>
              <a:gd name="connsiteX108" fmla="*/ 1754982 w 2543175"/>
              <a:gd name="connsiteY108" fmla="*/ 1290637 h 1890712"/>
              <a:gd name="connsiteX109" fmla="*/ 1766888 w 2543175"/>
              <a:gd name="connsiteY109" fmla="*/ 1300162 h 1890712"/>
              <a:gd name="connsiteX110" fmla="*/ 1783557 w 2543175"/>
              <a:gd name="connsiteY110" fmla="*/ 1307306 h 1890712"/>
              <a:gd name="connsiteX111" fmla="*/ 1790700 w 2543175"/>
              <a:gd name="connsiteY111" fmla="*/ 1312069 h 1890712"/>
              <a:gd name="connsiteX112" fmla="*/ 1800225 w 2543175"/>
              <a:gd name="connsiteY112" fmla="*/ 1319212 h 1890712"/>
              <a:gd name="connsiteX113" fmla="*/ 1807369 w 2543175"/>
              <a:gd name="connsiteY113" fmla="*/ 1321594 h 1890712"/>
              <a:gd name="connsiteX114" fmla="*/ 1824038 w 2543175"/>
              <a:gd name="connsiteY114" fmla="*/ 1333500 h 1890712"/>
              <a:gd name="connsiteX115" fmla="*/ 1843088 w 2543175"/>
              <a:gd name="connsiteY115" fmla="*/ 1352550 h 1890712"/>
              <a:gd name="connsiteX116" fmla="*/ 1852613 w 2543175"/>
              <a:gd name="connsiteY116" fmla="*/ 1359694 h 1890712"/>
              <a:gd name="connsiteX117" fmla="*/ 1859757 w 2543175"/>
              <a:gd name="connsiteY117" fmla="*/ 1366837 h 1890712"/>
              <a:gd name="connsiteX118" fmla="*/ 1869282 w 2543175"/>
              <a:gd name="connsiteY118" fmla="*/ 1371600 h 1890712"/>
              <a:gd name="connsiteX119" fmla="*/ 1883569 w 2543175"/>
              <a:gd name="connsiteY119" fmla="*/ 1388269 h 1890712"/>
              <a:gd name="connsiteX120" fmla="*/ 1893094 w 2543175"/>
              <a:gd name="connsiteY120" fmla="*/ 1395412 h 1890712"/>
              <a:gd name="connsiteX121" fmla="*/ 1902619 w 2543175"/>
              <a:gd name="connsiteY121" fmla="*/ 1404937 h 1890712"/>
              <a:gd name="connsiteX122" fmla="*/ 1912144 w 2543175"/>
              <a:gd name="connsiteY122" fmla="*/ 1409700 h 1890712"/>
              <a:gd name="connsiteX123" fmla="*/ 1931194 w 2543175"/>
              <a:gd name="connsiteY123" fmla="*/ 1421606 h 1890712"/>
              <a:gd name="connsiteX124" fmla="*/ 1935957 w 2543175"/>
              <a:gd name="connsiteY124" fmla="*/ 1428750 h 1890712"/>
              <a:gd name="connsiteX125" fmla="*/ 1952625 w 2543175"/>
              <a:gd name="connsiteY125" fmla="*/ 1438275 h 1890712"/>
              <a:gd name="connsiteX126" fmla="*/ 1971675 w 2543175"/>
              <a:gd name="connsiteY126" fmla="*/ 1450181 h 1890712"/>
              <a:gd name="connsiteX127" fmla="*/ 1981200 w 2543175"/>
              <a:gd name="connsiteY127" fmla="*/ 1454944 h 1890712"/>
              <a:gd name="connsiteX128" fmla="*/ 1997869 w 2543175"/>
              <a:gd name="connsiteY128" fmla="*/ 1471612 h 1890712"/>
              <a:gd name="connsiteX129" fmla="*/ 2007394 w 2543175"/>
              <a:gd name="connsiteY129" fmla="*/ 1478756 h 1890712"/>
              <a:gd name="connsiteX130" fmla="*/ 2016919 w 2543175"/>
              <a:gd name="connsiteY130" fmla="*/ 1483519 h 1890712"/>
              <a:gd name="connsiteX131" fmla="*/ 2024063 w 2543175"/>
              <a:gd name="connsiteY131" fmla="*/ 1490662 h 1890712"/>
              <a:gd name="connsiteX132" fmla="*/ 2033588 w 2543175"/>
              <a:gd name="connsiteY132" fmla="*/ 1495425 h 1890712"/>
              <a:gd name="connsiteX133" fmla="*/ 2040732 w 2543175"/>
              <a:gd name="connsiteY133" fmla="*/ 1502569 h 1890712"/>
              <a:gd name="connsiteX134" fmla="*/ 2047875 w 2543175"/>
              <a:gd name="connsiteY134" fmla="*/ 1507331 h 1890712"/>
              <a:gd name="connsiteX135" fmla="*/ 2057400 w 2543175"/>
              <a:gd name="connsiteY135" fmla="*/ 1514475 h 1890712"/>
              <a:gd name="connsiteX136" fmla="*/ 2064544 w 2543175"/>
              <a:gd name="connsiteY136" fmla="*/ 1519237 h 1890712"/>
              <a:gd name="connsiteX137" fmla="*/ 2071688 w 2543175"/>
              <a:gd name="connsiteY137" fmla="*/ 1526381 h 1890712"/>
              <a:gd name="connsiteX138" fmla="*/ 2081213 w 2543175"/>
              <a:gd name="connsiteY138" fmla="*/ 1531144 h 1890712"/>
              <a:gd name="connsiteX139" fmla="*/ 2090738 w 2543175"/>
              <a:gd name="connsiteY139" fmla="*/ 1538287 h 1890712"/>
              <a:gd name="connsiteX140" fmla="*/ 2109788 w 2543175"/>
              <a:gd name="connsiteY140" fmla="*/ 1547812 h 1890712"/>
              <a:gd name="connsiteX141" fmla="*/ 2131219 w 2543175"/>
              <a:gd name="connsiteY141" fmla="*/ 1562100 h 1890712"/>
              <a:gd name="connsiteX142" fmla="*/ 2140744 w 2543175"/>
              <a:gd name="connsiteY142" fmla="*/ 1566862 h 1890712"/>
              <a:gd name="connsiteX143" fmla="*/ 2152650 w 2543175"/>
              <a:gd name="connsiteY143" fmla="*/ 1576387 h 1890712"/>
              <a:gd name="connsiteX144" fmla="*/ 2181225 w 2543175"/>
              <a:gd name="connsiteY144" fmla="*/ 1590675 h 1890712"/>
              <a:gd name="connsiteX145" fmla="*/ 2200275 w 2543175"/>
              <a:gd name="connsiteY145" fmla="*/ 1607344 h 1890712"/>
              <a:gd name="connsiteX146" fmla="*/ 2207419 w 2543175"/>
              <a:gd name="connsiteY146" fmla="*/ 1612106 h 1890712"/>
              <a:gd name="connsiteX147" fmla="*/ 2216944 w 2543175"/>
              <a:gd name="connsiteY147" fmla="*/ 1619250 h 1890712"/>
              <a:gd name="connsiteX148" fmla="*/ 2224088 w 2543175"/>
              <a:gd name="connsiteY148" fmla="*/ 1624012 h 1890712"/>
              <a:gd name="connsiteX149" fmla="*/ 2247900 w 2543175"/>
              <a:gd name="connsiteY149" fmla="*/ 1643062 h 1890712"/>
              <a:gd name="connsiteX150" fmla="*/ 2255044 w 2543175"/>
              <a:gd name="connsiteY150" fmla="*/ 1650206 h 1890712"/>
              <a:gd name="connsiteX151" fmla="*/ 2281238 w 2543175"/>
              <a:gd name="connsiteY151" fmla="*/ 1664494 h 1890712"/>
              <a:gd name="connsiteX152" fmla="*/ 2297907 w 2543175"/>
              <a:gd name="connsiteY152" fmla="*/ 1674019 h 1890712"/>
              <a:gd name="connsiteX153" fmla="*/ 2312194 w 2543175"/>
              <a:gd name="connsiteY153" fmla="*/ 1685925 h 1890712"/>
              <a:gd name="connsiteX154" fmla="*/ 2328863 w 2543175"/>
              <a:gd name="connsiteY154" fmla="*/ 1697831 h 1890712"/>
              <a:gd name="connsiteX155" fmla="*/ 2350294 w 2543175"/>
              <a:gd name="connsiteY155" fmla="*/ 1712119 h 1890712"/>
              <a:gd name="connsiteX156" fmla="*/ 2369344 w 2543175"/>
              <a:gd name="connsiteY156" fmla="*/ 1724025 h 1890712"/>
              <a:gd name="connsiteX157" fmla="*/ 2428876 w 2543175"/>
              <a:gd name="connsiteY157" fmla="*/ 1785938 h 1890712"/>
              <a:gd name="connsiteX158" fmla="*/ 2466975 w 2543175"/>
              <a:gd name="connsiteY158" fmla="*/ 1783556 h 1890712"/>
              <a:gd name="connsiteX159" fmla="*/ 2481263 w 2543175"/>
              <a:gd name="connsiteY159" fmla="*/ 1795462 h 1890712"/>
              <a:gd name="connsiteX160" fmla="*/ 2486025 w 2543175"/>
              <a:gd name="connsiteY160" fmla="*/ 1802606 h 1890712"/>
              <a:gd name="connsiteX161" fmla="*/ 2514600 w 2543175"/>
              <a:gd name="connsiteY161" fmla="*/ 1850231 h 1890712"/>
              <a:gd name="connsiteX162" fmla="*/ 2519363 w 2543175"/>
              <a:gd name="connsiteY162" fmla="*/ 1857375 h 1890712"/>
              <a:gd name="connsiteX163" fmla="*/ 2540794 w 2543175"/>
              <a:gd name="connsiteY163" fmla="*/ 1883569 h 1890712"/>
              <a:gd name="connsiteX164" fmla="*/ 2543175 w 2543175"/>
              <a:gd name="connsiteY16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24088 w 2543175"/>
              <a:gd name="connsiteY147" fmla="*/ 1624012 h 1890712"/>
              <a:gd name="connsiteX148" fmla="*/ 2247900 w 2543175"/>
              <a:gd name="connsiteY148" fmla="*/ 1643062 h 1890712"/>
              <a:gd name="connsiteX149" fmla="*/ 2255044 w 2543175"/>
              <a:gd name="connsiteY149" fmla="*/ 1650206 h 1890712"/>
              <a:gd name="connsiteX150" fmla="*/ 2281238 w 2543175"/>
              <a:gd name="connsiteY150" fmla="*/ 1664494 h 1890712"/>
              <a:gd name="connsiteX151" fmla="*/ 2297907 w 2543175"/>
              <a:gd name="connsiteY151" fmla="*/ 1674019 h 1890712"/>
              <a:gd name="connsiteX152" fmla="*/ 2312194 w 2543175"/>
              <a:gd name="connsiteY152" fmla="*/ 1685925 h 1890712"/>
              <a:gd name="connsiteX153" fmla="*/ 2328863 w 2543175"/>
              <a:gd name="connsiteY153" fmla="*/ 1697831 h 1890712"/>
              <a:gd name="connsiteX154" fmla="*/ 2350294 w 2543175"/>
              <a:gd name="connsiteY154" fmla="*/ 1712119 h 1890712"/>
              <a:gd name="connsiteX155" fmla="*/ 2369344 w 2543175"/>
              <a:gd name="connsiteY155" fmla="*/ 1724025 h 1890712"/>
              <a:gd name="connsiteX156" fmla="*/ 2428876 w 2543175"/>
              <a:gd name="connsiteY156" fmla="*/ 1785938 h 1890712"/>
              <a:gd name="connsiteX157" fmla="*/ 2466975 w 2543175"/>
              <a:gd name="connsiteY157" fmla="*/ 1783556 h 1890712"/>
              <a:gd name="connsiteX158" fmla="*/ 2481263 w 2543175"/>
              <a:gd name="connsiteY158" fmla="*/ 1795462 h 1890712"/>
              <a:gd name="connsiteX159" fmla="*/ 2486025 w 2543175"/>
              <a:gd name="connsiteY159" fmla="*/ 1802606 h 1890712"/>
              <a:gd name="connsiteX160" fmla="*/ 2514600 w 2543175"/>
              <a:gd name="connsiteY160" fmla="*/ 1850231 h 1890712"/>
              <a:gd name="connsiteX161" fmla="*/ 2519363 w 2543175"/>
              <a:gd name="connsiteY161" fmla="*/ 1857375 h 1890712"/>
              <a:gd name="connsiteX162" fmla="*/ 2540794 w 2543175"/>
              <a:gd name="connsiteY162" fmla="*/ 1883569 h 1890712"/>
              <a:gd name="connsiteX163" fmla="*/ 2543175 w 2543175"/>
              <a:gd name="connsiteY163"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24088 w 2543175"/>
              <a:gd name="connsiteY147" fmla="*/ 1624012 h 1890712"/>
              <a:gd name="connsiteX148" fmla="*/ 2247900 w 2543175"/>
              <a:gd name="connsiteY148" fmla="*/ 1643062 h 1890712"/>
              <a:gd name="connsiteX149" fmla="*/ 2255044 w 2543175"/>
              <a:gd name="connsiteY149" fmla="*/ 1650206 h 1890712"/>
              <a:gd name="connsiteX150" fmla="*/ 2281238 w 2543175"/>
              <a:gd name="connsiteY150" fmla="*/ 1664494 h 1890712"/>
              <a:gd name="connsiteX151" fmla="*/ 2297907 w 2543175"/>
              <a:gd name="connsiteY151" fmla="*/ 1674019 h 1890712"/>
              <a:gd name="connsiteX152" fmla="*/ 2312194 w 2543175"/>
              <a:gd name="connsiteY152" fmla="*/ 1685925 h 1890712"/>
              <a:gd name="connsiteX153" fmla="*/ 2328863 w 2543175"/>
              <a:gd name="connsiteY153" fmla="*/ 1697831 h 1890712"/>
              <a:gd name="connsiteX154" fmla="*/ 2350294 w 2543175"/>
              <a:gd name="connsiteY154" fmla="*/ 1712119 h 1890712"/>
              <a:gd name="connsiteX155" fmla="*/ 2428876 w 2543175"/>
              <a:gd name="connsiteY155" fmla="*/ 1785938 h 1890712"/>
              <a:gd name="connsiteX156" fmla="*/ 2466975 w 2543175"/>
              <a:gd name="connsiteY156" fmla="*/ 1783556 h 1890712"/>
              <a:gd name="connsiteX157" fmla="*/ 2481263 w 2543175"/>
              <a:gd name="connsiteY157" fmla="*/ 1795462 h 1890712"/>
              <a:gd name="connsiteX158" fmla="*/ 2486025 w 2543175"/>
              <a:gd name="connsiteY158" fmla="*/ 1802606 h 1890712"/>
              <a:gd name="connsiteX159" fmla="*/ 2514600 w 2543175"/>
              <a:gd name="connsiteY159" fmla="*/ 1850231 h 1890712"/>
              <a:gd name="connsiteX160" fmla="*/ 2519363 w 2543175"/>
              <a:gd name="connsiteY160" fmla="*/ 1857375 h 1890712"/>
              <a:gd name="connsiteX161" fmla="*/ 2540794 w 2543175"/>
              <a:gd name="connsiteY161" fmla="*/ 1883569 h 1890712"/>
              <a:gd name="connsiteX162" fmla="*/ 2543175 w 2543175"/>
              <a:gd name="connsiteY16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297907 w 2543175"/>
              <a:gd name="connsiteY150" fmla="*/ 1674019 h 1890712"/>
              <a:gd name="connsiteX151" fmla="*/ 2312194 w 2543175"/>
              <a:gd name="connsiteY151" fmla="*/ 1685925 h 1890712"/>
              <a:gd name="connsiteX152" fmla="*/ 2328863 w 2543175"/>
              <a:gd name="connsiteY152" fmla="*/ 1697831 h 1890712"/>
              <a:gd name="connsiteX153" fmla="*/ 2350294 w 2543175"/>
              <a:gd name="connsiteY153" fmla="*/ 1712119 h 1890712"/>
              <a:gd name="connsiteX154" fmla="*/ 2428876 w 2543175"/>
              <a:gd name="connsiteY154" fmla="*/ 1785938 h 1890712"/>
              <a:gd name="connsiteX155" fmla="*/ 2466975 w 2543175"/>
              <a:gd name="connsiteY155" fmla="*/ 1783556 h 1890712"/>
              <a:gd name="connsiteX156" fmla="*/ 2481263 w 2543175"/>
              <a:gd name="connsiteY156" fmla="*/ 1795462 h 1890712"/>
              <a:gd name="connsiteX157" fmla="*/ 2486025 w 2543175"/>
              <a:gd name="connsiteY157" fmla="*/ 1802606 h 1890712"/>
              <a:gd name="connsiteX158" fmla="*/ 2514600 w 2543175"/>
              <a:gd name="connsiteY158" fmla="*/ 1850231 h 1890712"/>
              <a:gd name="connsiteX159" fmla="*/ 2519363 w 2543175"/>
              <a:gd name="connsiteY159" fmla="*/ 1857375 h 1890712"/>
              <a:gd name="connsiteX160" fmla="*/ 2540794 w 2543175"/>
              <a:gd name="connsiteY160" fmla="*/ 1883569 h 1890712"/>
              <a:gd name="connsiteX161" fmla="*/ 2543175 w 2543175"/>
              <a:gd name="connsiteY161"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297907 w 2543175"/>
              <a:gd name="connsiteY150" fmla="*/ 1674019 h 1890712"/>
              <a:gd name="connsiteX151" fmla="*/ 2312194 w 2543175"/>
              <a:gd name="connsiteY151" fmla="*/ 1685925 h 1890712"/>
              <a:gd name="connsiteX152" fmla="*/ 2328863 w 2543175"/>
              <a:gd name="connsiteY152" fmla="*/ 1697831 h 1890712"/>
              <a:gd name="connsiteX153" fmla="*/ 2350294 w 2543175"/>
              <a:gd name="connsiteY153" fmla="*/ 1712119 h 1890712"/>
              <a:gd name="connsiteX154" fmla="*/ 2428876 w 2543175"/>
              <a:gd name="connsiteY154" fmla="*/ 1785938 h 1890712"/>
              <a:gd name="connsiteX155" fmla="*/ 2481263 w 2543175"/>
              <a:gd name="connsiteY155" fmla="*/ 1795462 h 1890712"/>
              <a:gd name="connsiteX156" fmla="*/ 2486025 w 2543175"/>
              <a:gd name="connsiteY156" fmla="*/ 1802606 h 1890712"/>
              <a:gd name="connsiteX157" fmla="*/ 2514600 w 2543175"/>
              <a:gd name="connsiteY157" fmla="*/ 1850231 h 1890712"/>
              <a:gd name="connsiteX158" fmla="*/ 2519363 w 2543175"/>
              <a:gd name="connsiteY158" fmla="*/ 1857375 h 1890712"/>
              <a:gd name="connsiteX159" fmla="*/ 2540794 w 2543175"/>
              <a:gd name="connsiteY159" fmla="*/ 1883569 h 1890712"/>
              <a:gd name="connsiteX160" fmla="*/ 2543175 w 2543175"/>
              <a:gd name="connsiteY16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297907 w 2543175"/>
              <a:gd name="connsiteY150" fmla="*/ 1674019 h 1890712"/>
              <a:gd name="connsiteX151" fmla="*/ 2312194 w 2543175"/>
              <a:gd name="connsiteY151" fmla="*/ 1685925 h 1890712"/>
              <a:gd name="connsiteX152" fmla="*/ 2328863 w 2543175"/>
              <a:gd name="connsiteY152" fmla="*/ 1697831 h 1890712"/>
              <a:gd name="connsiteX153" fmla="*/ 2350294 w 2543175"/>
              <a:gd name="connsiteY153" fmla="*/ 1712119 h 1890712"/>
              <a:gd name="connsiteX154" fmla="*/ 2428876 w 2543175"/>
              <a:gd name="connsiteY154" fmla="*/ 1785938 h 1890712"/>
              <a:gd name="connsiteX155" fmla="*/ 2481263 w 2543175"/>
              <a:gd name="connsiteY155" fmla="*/ 1795462 h 1890712"/>
              <a:gd name="connsiteX156" fmla="*/ 2514600 w 2543175"/>
              <a:gd name="connsiteY156" fmla="*/ 1850231 h 1890712"/>
              <a:gd name="connsiteX157" fmla="*/ 2519363 w 2543175"/>
              <a:gd name="connsiteY157" fmla="*/ 1857375 h 1890712"/>
              <a:gd name="connsiteX158" fmla="*/ 2540794 w 2543175"/>
              <a:gd name="connsiteY158" fmla="*/ 1883569 h 1890712"/>
              <a:gd name="connsiteX159" fmla="*/ 2543175 w 2543175"/>
              <a:gd name="connsiteY15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297907 w 2543175"/>
              <a:gd name="connsiteY150" fmla="*/ 1674019 h 1890712"/>
              <a:gd name="connsiteX151" fmla="*/ 2312194 w 2543175"/>
              <a:gd name="connsiteY151" fmla="*/ 1685925 h 1890712"/>
              <a:gd name="connsiteX152" fmla="*/ 2328863 w 2543175"/>
              <a:gd name="connsiteY152" fmla="*/ 1697831 h 1890712"/>
              <a:gd name="connsiteX153" fmla="*/ 2350294 w 2543175"/>
              <a:gd name="connsiteY153" fmla="*/ 1712119 h 1890712"/>
              <a:gd name="connsiteX154" fmla="*/ 2428876 w 2543175"/>
              <a:gd name="connsiteY154" fmla="*/ 1785938 h 1890712"/>
              <a:gd name="connsiteX155" fmla="*/ 2469356 w 2543175"/>
              <a:gd name="connsiteY155" fmla="*/ 1816894 h 1890712"/>
              <a:gd name="connsiteX156" fmla="*/ 2514600 w 2543175"/>
              <a:gd name="connsiteY156" fmla="*/ 1850231 h 1890712"/>
              <a:gd name="connsiteX157" fmla="*/ 2519363 w 2543175"/>
              <a:gd name="connsiteY157" fmla="*/ 1857375 h 1890712"/>
              <a:gd name="connsiteX158" fmla="*/ 2540794 w 2543175"/>
              <a:gd name="connsiteY158" fmla="*/ 1883569 h 1890712"/>
              <a:gd name="connsiteX159" fmla="*/ 2543175 w 2543175"/>
              <a:gd name="connsiteY15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297907 w 2543175"/>
              <a:gd name="connsiteY150" fmla="*/ 1674019 h 1890712"/>
              <a:gd name="connsiteX151" fmla="*/ 2312194 w 2543175"/>
              <a:gd name="connsiteY151" fmla="*/ 1685925 h 1890712"/>
              <a:gd name="connsiteX152" fmla="*/ 2350294 w 2543175"/>
              <a:gd name="connsiteY152" fmla="*/ 1712119 h 1890712"/>
              <a:gd name="connsiteX153" fmla="*/ 2428876 w 2543175"/>
              <a:gd name="connsiteY153" fmla="*/ 1785938 h 1890712"/>
              <a:gd name="connsiteX154" fmla="*/ 2469356 w 2543175"/>
              <a:gd name="connsiteY154" fmla="*/ 1816894 h 1890712"/>
              <a:gd name="connsiteX155" fmla="*/ 2514600 w 2543175"/>
              <a:gd name="connsiteY155" fmla="*/ 1850231 h 1890712"/>
              <a:gd name="connsiteX156" fmla="*/ 2519363 w 2543175"/>
              <a:gd name="connsiteY156" fmla="*/ 1857375 h 1890712"/>
              <a:gd name="connsiteX157" fmla="*/ 2540794 w 2543175"/>
              <a:gd name="connsiteY157" fmla="*/ 1883569 h 1890712"/>
              <a:gd name="connsiteX158" fmla="*/ 2543175 w 2543175"/>
              <a:gd name="connsiteY158"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312194 w 2543175"/>
              <a:gd name="connsiteY150" fmla="*/ 1685925 h 1890712"/>
              <a:gd name="connsiteX151" fmla="*/ 2350294 w 2543175"/>
              <a:gd name="connsiteY151" fmla="*/ 1712119 h 1890712"/>
              <a:gd name="connsiteX152" fmla="*/ 2428876 w 2543175"/>
              <a:gd name="connsiteY152" fmla="*/ 1785938 h 1890712"/>
              <a:gd name="connsiteX153" fmla="*/ 2469356 w 2543175"/>
              <a:gd name="connsiteY153" fmla="*/ 1816894 h 1890712"/>
              <a:gd name="connsiteX154" fmla="*/ 2514600 w 2543175"/>
              <a:gd name="connsiteY154" fmla="*/ 1850231 h 1890712"/>
              <a:gd name="connsiteX155" fmla="*/ 2519363 w 2543175"/>
              <a:gd name="connsiteY155" fmla="*/ 1857375 h 1890712"/>
              <a:gd name="connsiteX156" fmla="*/ 2540794 w 2543175"/>
              <a:gd name="connsiteY156" fmla="*/ 1883569 h 1890712"/>
              <a:gd name="connsiteX157" fmla="*/ 2543175 w 2543175"/>
              <a:gd name="connsiteY157"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81238 w 2543175"/>
              <a:gd name="connsiteY148" fmla="*/ 1664494 h 1890712"/>
              <a:gd name="connsiteX149" fmla="*/ 2312194 w 2543175"/>
              <a:gd name="connsiteY149" fmla="*/ 1685925 h 1890712"/>
              <a:gd name="connsiteX150" fmla="*/ 2350294 w 2543175"/>
              <a:gd name="connsiteY150" fmla="*/ 1712119 h 1890712"/>
              <a:gd name="connsiteX151" fmla="*/ 2428876 w 2543175"/>
              <a:gd name="connsiteY151" fmla="*/ 1785938 h 1890712"/>
              <a:gd name="connsiteX152" fmla="*/ 2469356 w 2543175"/>
              <a:gd name="connsiteY152" fmla="*/ 1816894 h 1890712"/>
              <a:gd name="connsiteX153" fmla="*/ 2514600 w 2543175"/>
              <a:gd name="connsiteY153" fmla="*/ 1850231 h 1890712"/>
              <a:gd name="connsiteX154" fmla="*/ 2519363 w 2543175"/>
              <a:gd name="connsiteY154" fmla="*/ 1857375 h 1890712"/>
              <a:gd name="connsiteX155" fmla="*/ 2540794 w 2543175"/>
              <a:gd name="connsiteY155" fmla="*/ 1883569 h 1890712"/>
              <a:gd name="connsiteX156" fmla="*/ 2543175 w 2543175"/>
              <a:gd name="connsiteY15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81238 w 2543175"/>
              <a:gd name="connsiteY148" fmla="*/ 1674019 h 1890712"/>
              <a:gd name="connsiteX149" fmla="*/ 2312194 w 2543175"/>
              <a:gd name="connsiteY149" fmla="*/ 1685925 h 1890712"/>
              <a:gd name="connsiteX150" fmla="*/ 2350294 w 2543175"/>
              <a:gd name="connsiteY150" fmla="*/ 1712119 h 1890712"/>
              <a:gd name="connsiteX151" fmla="*/ 2428876 w 2543175"/>
              <a:gd name="connsiteY151" fmla="*/ 1785938 h 1890712"/>
              <a:gd name="connsiteX152" fmla="*/ 2469356 w 2543175"/>
              <a:gd name="connsiteY152" fmla="*/ 1816894 h 1890712"/>
              <a:gd name="connsiteX153" fmla="*/ 2514600 w 2543175"/>
              <a:gd name="connsiteY153" fmla="*/ 1850231 h 1890712"/>
              <a:gd name="connsiteX154" fmla="*/ 2519363 w 2543175"/>
              <a:gd name="connsiteY154" fmla="*/ 1857375 h 1890712"/>
              <a:gd name="connsiteX155" fmla="*/ 2540794 w 2543175"/>
              <a:gd name="connsiteY155" fmla="*/ 1883569 h 1890712"/>
              <a:gd name="connsiteX156" fmla="*/ 2543175 w 2543175"/>
              <a:gd name="connsiteY15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81238 w 2543175"/>
              <a:gd name="connsiteY148" fmla="*/ 1674019 h 1890712"/>
              <a:gd name="connsiteX149" fmla="*/ 2312194 w 2543175"/>
              <a:gd name="connsiteY149" fmla="*/ 1702594 h 1890712"/>
              <a:gd name="connsiteX150" fmla="*/ 2350294 w 2543175"/>
              <a:gd name="connsiteY150" fmla="*/ 1712119 h 1890712"/>
              <a:gd name="connsiteX151" fmla="*/ 2428876 w 2543175"/>
              <a:gd name="connsiteY151" fmla="*/ 1785938 h 1890712"/>
              <a:gd name="connsiteX152" fmla="*/ 2469356 w 2543175"/>
              <a:gd name="connsiteY152" fmla="*/ 1816894 h 1890712"/>
              <a:gd name="connsiteX153" fmla="*/ 2514600 w 2543175"/>
              <a:gd name="connsiteY153" fmla="*/ 1850231 h 1890712"/>
              <a:gd name="connsiteX154" fmla="*/ 2519363 w 2543175"/>
              <a:gd name="connsiteY154" fmla="*/ 1857375 h 1890712"/>
              <a:gd name="connsiteX155" fmla="*/ 2540794 w 2543175"/>
              <a:gd name="connsiteY155" fmla="*/ 1883569 h 1890712"/>
              <a:gd name="connsiteX156" fmla="*/ 2543175 w 2543175"/>
              <a:gd name="connsiteY15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81238 w 2543175"/>
              <a:gd name="connsiteY148" fmla="*/ 1674019 h 1890712"/>
              <a:gd name="connsiteX149" fmla="*/ 2312194 w 2543175"/>
              <a:gd name="connsiteY149" fmla="*/ 1702594 h 1890712"/>
              <a:gd name="connsiteX150" fmla="*/ 2369344 w 2543175"/>
              <a:gd name="connsiteY150" fmla="*/ 1757363 h 1890712"/>
              <a:gd name="connsiteX151" fmla="*/ 2428876 w 2543175"/>
              <a:gd name="connsiteY151" fmla="*/ 1785938 h 1890712"/>
              <a:gd name="connsiteX152" fmla="*/ 2469356 w 2543175"/>
              <a:gd name="connsiteY152" fmla="*/ 1816894 h 1890712"/>
              <a:gd name="connsiteX153" fmla="*/ 2514600 w 2543175"/>
              <a:gd name="connsiteY153" fmla="*/ 1850231 h 1890712"/>
              <a:gd name="connsiteX154" fmla="*/ 2519363 w 2543175"/>
              <a:gd name="connsiteY154" fmla="*/ 1857375 h 1890712"/>
              <a:gd name="connsiteX155" fmla="*/ 2540794 w 2543175"/>
              <a:gd name="connsiteY155" fmla="*/ 1883569 h 1890712"/>
              <a:gd name="connsiteX156" fmla="*/ 2543175 w 2543175"/>
              <a:gd name="connsiteY15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907257 w 2543175"/>
              <a:gd name="connsiteY66" fmla="*/ 683419 h 1890712"/>
              <a:gd name="connsiteX67" fmla="*/ 928688 w 2543175"/>
              <a:gd name="connsiteY67" fmla="*/ 695325 h 1890712"/>
              <a:gd name="connsiteX68" fmla="*/ 942975 w 2543175"/>
              <a:gd name="connsiteY68" fmla="*/ 700087 h 1890712"/>
              <a:gd name="connsiteX69" fmla="*/ 964407 w 2543175"/>
              <a:gd name="connsiteY69" fmla="*/ 716756 h 1890712"/>
              <a:gd name="connsiteX70" fmla="*/ 971550 w 2543175"/>
              <a:gd name="connsiteY70" fmla="*/ 723900 h 1890712"/>
              <a:gd name="connsiteX71" fmla="*/ 983457 w 2543175"/>
              <a:gd name="connsiteY71" fmla="*/ 733425 h 1890712"/>
              <a:gd name="connsiteX72" fmla="*/ 990600 w 2543175"/>
              <a:gd name="connsiteY72" fmla="*/ 738187 h 1890712"/>
              <a:gd name="connsiteX73" fmla="*/ 1007269 w 2543175"/>
              <a:gd name="connsiteY73" fmla="*/ 752475 h 1890712"/>
              <a:gd name="connsiteX74" fmla="*/ 1031082 w 2543175"/>
              <a:gd name="connsiteY74" fmla="*/ 766762 h 1890712"/>
              <a:gd name="connsiteX75" fmla="*/ 1042988 w 2543175"/>
              <a:gd name="connsiteY75" fmla="*/ 773906 h 1890712"/>
              <a:gd name="connsiteX76" fmla="*/ 1071563 w 2543175"/>
              <a:gd name="connsiteY76" fmla="*/ 785812 h 1890712"/>
              <a:gd name="connsiteX77" fmla="*/ 1097757 w 2543175"/>
              <a:gd name="connsiteY77" fmla="*/ 807244 h 1890712"/>
              <a:gd name="connsiteX78" fmla="*/ 1104900 w 2543175"/>
              <a:gd name="connsiteY78" fmla="*/ 814387 h 1890712"/>
              <a:gd name="connsiteX79" fmla="*/ 1121569 w 2543175"/>
              <a:gd name="connsiteY79" fmla="*/ 823912 h 1890712"/>
              <a:gd name="connsiteX80" fmla="*/ 1138238 w 2543175"/>
              <a:gd name="connsiteY80" fmla="*/ 835819 h 1890712"/>
              <a:gd name="connsiteX81" fmla="*/ 1147763 w 2543175"/>
              <a:gd name="connsiteY81" fmla="*/ 842962 h 1890712"/>
              <a:gd name="connsiteX82" fmla="*/ 1157288 w 2543175"/>
              <a:gd name="connsiteY82" fmla="*/ 847725 h 1890712"/>
              <a:gd name="connsiteX83" fmla="*/ 1178719 w 2543175"/>
              <a:gd name="connsiteY83" fmla="*/ 859631 h 1890712"/>
              <a:gd name="connsiteX84" fmla="*/ 1188244 w 2543175"/>
              <a:gd name="connsiteY84" fmla="*/ 866775 h 1890712"/>
              <a:gd name="connsiteX85" fmla="*/ 1195388 w 2543175"/>
              <a:gd name="connsiteY85" fmla="*/ 871537 h 1890712"/>
              <a:gd name="connsiteX86" fmla="*/ 1212057 w 2543175"/>
              <a:gd name="connsiteY86" fmla="*/ 883444 h 1890712"/>
              <a:gd name="connsiteX87" fmla="*/ 1226344 w 2543175"/>
              <a:gd name="connsiteY87" fmla="*/ 895350 h 1890712"/>
              <a:gd name="connsiteX88" fmla="*/ 1245394 w 2543175"/>
              <a:gd name="connsiteY88" fmla="*/ 907256 h 1890712"/>
              <a:gd name="connsiteX89" fmla="*/ 1254919 w 2543175"/>
              <a:gd name="connsiteY89" fmla="*/ 914400 h 1890712"/>
              <a:gd name="connsiteX90" fmla="*/ 1269207 w 2543175"/>
              <a:gd name="connsiteY90" fmla="*/ 921544 h 1890712"/>
              <a:gd name="connsiteX91" fmla="*/ 1290638 w 2543175"/>
              <a:gd name="connsiteY91" fmla="*/ 935831 h 1890712"/>
              <a:gd name="connsiteX92" fmla="*/ 1307307 w 2543175"/>
              <a:gd name="connsiteY92" fmla="*/ 952500 h 1890712"/>
              <a:gd name="connsiteX93" fmla="*/ 1333500 w 2543175"/>
              <a:gd name="connsiteY93" fmla="*/ 971550 h 1890712"/>
              <a:gd name="connsiteX94" fmla="*/ 1359694 w 2543175"/>
              <a:gd name="connsiteY94" fmla="*/ 990600 h 1890712"/>
              <a:gd name="connsiteX95" fmla="*/ 1385888 w 2543175"/>
              <a:gd name="connsiteY95" fmla="*/ 1021557 h 1890712"/>
              <a:gd name="connsiteX96" fmla="*/ 1435894 w 2543175"/>
              <a:gd name="connsiteY96" fmla="*/ 1054894 h 1890712"/>
              <a:gd name="connsiteX97" fmla="*/ 1497806 w 2543175"/>
              <a:gd name="connsiteY97" fmla="*/ 1104900 h 1890712"/>
              <a:gd name="connsiteX98" fmla="*/ 1559718 w 2543175"/>
              <a:gd name="connsiteY98" fmla="*/ 1154906 h 1890712"/>
              <a:gd name="connsiteX99" fmla="*/ 1595438 w 2543175"/>
              <a:gd name="connsiteY99" fmla="*/ 1181100 h 1890712"/>
              <a:gd name="connsiteX100" fmla="*/ 1628775 w 2543175"/>
              <a:gd name="connsiteY100" fmla="*/ 1207294 h 1890712"/>
              <a:gd name="connsiteX101" fmla="*/ 1662113 w 2543175"/>
              <a:gd name="connsiteY101" fmla="*/ 1231107 h 1890712"/>
              <a:gd name="connsiteX102" fmla="*/ 1700213 w 2543175"/>
              <a:gd name="connsiteY102" fmla="*/ 1247775 h 1890712"/>
              <a:gd name="connsiteX103" fmla="*/ 1712119 w 2543175"/>
              <a:gd name="connsiteY103" fmla="*/ 1259681 h 1890712"/>
              <a:gd name="connsiteX104" fmla="*/ 1733550 w 2543175"/>
              <a:gd name="connsiteY104" fmla="*/ 1273969 h 1890712"/>
              <a:gd name="connsiteX105" fmla="*/ 1743075 w 2543175"/>
              <a:gd name="connsiteY105" fmla="*/ 1283494 h 1890712"/>
              <a:gd name="connsiteX106" fmla="*/ 1754982 w 2543175"/>
              <a:gd name="connsiteY106" fmla="*/ 1290637 h 1890712"/>
              <a:gd name="connsiteX107" fmla="*/ 1766888 w 2543175"/>
              <a:gd name="connsiteY107" fmla="*/ 1300162 h 1890712"/>
              <a:gd name="connsiteX108" fmla="*/ 1783557 w 2543175"/>
              <a:gd name="connsiteY108" fmla="*/ 1307306 h 1890712"/>
              <a:gd name="connsiteX109" fmla="*/ 1790700 w 2543175"/>
              <a:gd name="connsiteY109" fmla="*/ 1312069 h 1890712"/>
              <a:gd name="connsiteX110" fmla="*/ 1800225 w 2543175"/>
              <a:gd name="connsiteY110" fmla="*/ 1319212 h 1890712"/>
              <a:gd name="connsiteX111" fmla="*/ 1807369 w 2543175"/>
              <a:gd name="connsiteY111" fmla="*/ 1321594 h 1890712"/>
              <a:gd name="connsiteX112" fmla="*/ 1824038 w 2543175"/>
              <a:gd name="connsiteY112" fmla="*/ 1333500 h 1890712"/>
              <a:gd name="connsiteX113" fmla="*/ 1843088 w 2543175"/>
              <a:gd name="connsiteY113" fmla="*/ 1352550 h 1890712"/>
              <a:gd name="connsiteX114" fmla="*/ 1852613 w 2543175"/>
              <a:gd name="connsiteY114" fmla="*/ 1359694 h 1890712"/>
              <a:gd name="connsiteX115" fmla="*/ 1859757 w 2543175"/>
              <a:gd name="connsiteY115" fmla="*/ 1366837 h 1890712"/>
              <a:gd name="connsiteX116" fmla="*/ 1869282 w 2543175"/>
              <a:gd name="connsiteY116" fmla="*/ 1371600 h 1890712"/>
              <a:gd name="connsiteX117" fmla="*/ 1883569 w 2543175"/>
              <a:gd name="connsiteY117" fmla="*/ 1388269 h 1890712"/>
              <a:gd name="connsiteX118" fmla="*/ 1893094 w 2543175"/>
              <a:gd name="connsiteY118" fmla="*/ 1395412 h 1890712"/>
              <a:gd name="connsiteX119" fmla="*/ 1902619 w 2543175"/>
              <a:gd name="connsiteY119" fmla="*/ 1404937 h 1890712"/>
              <a:gd name="connsiteX120" fmla="*/ 1912144 w 2543175"/>
              <a:gd name="connsiteY120" fmla="*/ 1409700 h 1890712"/>
              <a:gd name="connsiteX121" fmla="*/ 1931194 w 2543175"/>
              <a:gd name="connsiteY121" fmla="*/ 1421606 h 1890712"/>
              <a:gd name="connsiteX122" fmla="*/ 1935957 w 2543175"/>
              <a:gd name="connsiteY122" fmla="*/ 1428750 h 1890712"/>
              <a:gd name="connsiteX123" fmla="*/ 1952625 w 2543175"/>
              <a:gd name="connsiteY123" fmla="*/ 1438275 h 1890712"/>
              <a:gd name="connsiteX124" fmla="*/ 1971675 w 2543175"/>
              <a:gd name="connsiteY124" fmla="*/ 1450181 h 1890712"/>
              <a:gd name="connsiteX125" fmla="*/ 1981200 w 2543175"/>
              <a:gd name="connsiteY125" fmla="*/ 1454944 h 1890712"/>
              <a:gd name="connsiteX126" fmla="*/ 1997869 w 2543175"/>
              <a:gd name="connsiteY126" fmla="*/ 1471612 h 1890712"/>
              <a:gd name="connsiteX127" fmla="*/ 2007394 w 2543175"/>
              <a:gd name="connsiteY127" fmla="*/ 1478756 h 1890712"/>
              <a:gd name="connsiteX128" fmla="*/ 2016919 w 2543175"/>
              <a:gd name="connsiteY128" fmla="*/ 1483519 h 1890712"/>
              <a:gd name="connsiteX129" fmla="*/ 2024063 w 2543175"/>
              <a:gd name="connsiteY129" fmla="*/ 1490662 h 1890712"/>
              <a:gd name="connsiteX130" fmla="*/ 2033588 w 2543175"/>
              <a:gd name="connsiteY130" fmla="*/ 1495425 h 1890712"/>
              <a:gd name="connsiteX131" fmla="*/ 2040732 w 2543175"/>
              <a:gd name="connsiteY131" fmla="*/ 1502569 h 1890712"/>
              <a:gd name="connsiteX132" fmla="*/ 2047875 w 2543175"/>
              <a:gd name="connsiteY132" fmla="*/ 1507331 h 1890712"/>
              <a:gd name="connsiteX133" fmla="*/ 2057400 w 2543175"/>
              <a:gd name="connsiteY133" fmla="*/ 1514475 h 1890712"/>
              <a:gd name="connsiteX134" fmla="*/ 2064544 w 2543175"/>
              <a:gd name="connsiteY134" fmla="*/ 1519237 h 1890712"/>
              <a:gd name="connsiteX135" fmla="*/ 2071688 w 2543175"/>
              <a:gd name="connsiteY135" fmla="*/ 1526381 h 1890712"/>
              <a:gd name="connsiteX136" fmla="*/ 2081213 w 2543175"/>
              <a:gd name="connsiteY136" fmla="*/ 1531144 h 1890712"/>
              <a:gd name="connsiteX137" fmla="*/ 2090738 w 2543175"/>
              <a:gd name="connsiteY137" fmla="*/ 1538287 h 1890712"/>
              <a:gd name="connsiteX138" fmla="*/ 2109788 w 2543175"/>
              <a:gd name="connsiteY138" fmla="*/ 1547812 h 1890712"/>
              <a:gd name="connsiteX139" fmla="*/ 2131219 w 2543175"/>
              <a:gd name="connsiteY139" fmla="*/ 1562100 h 1890712"/>
              <a:gd name="connsiteX140" fmla="*/ 2140744 w 2543175"/>
              <a:gd name="connsiteY140" fmla="*/ 1566862 h 1890712"/>
              <a:gd name="connsiteX141" fmla="*/ 2152650 w 2543175"/>
              <a:gd name="connsiteY141" fmla="*/ 1576387 h 1890712"/>
              <a:gd name="connsiteX142" fmla="*/ 2181225 w 2543175"/>
              <a:gd name="connsiteY142" fmla="*/ 1590675 h 1890712"/>
              <a:gd name="connsiteX143" fmla="*/ 2200275 w 2543175"/>
              <a:gd name="connsiteY143" fmla="*/ 1607344 h 1890712"/>
              <a:gd name="connsiteX144" fmla="*/ 2207419 w 2543175"/>
              <a:gd name="connsiteY144" fmla="*/ 1612106 h 1890712"/>
              <a:gd name="connsiteX145" fmla="*/ 2216944 w 2543175"/>
              <a:gd name="connsiteY145" fmla="*/ 1619250 h 1890712"/>
              <a:gd name="connsiteX146" fmla="*/ 2247900 w 2543175"/>
              <a:gd name="connsiteY146" fmla="*/ 1643062 h 1890712"/>
              <a:gd name="connsiteX147" fmla="*/ 2281238 w 2543175"/>
              <a:gd name="connsiteY147" fmla="*/ 1674019 h 1890712"/>
              <a:gd name="connsiteX148" fmla="*/ 2312194 w 2543175"/>
              <a:gd name="connsiteY148" fmla="*/ 1702594 h 1890712"/>
              <a:gd name="connsiteX149" fmla="*/ 2369344 w 2543175"/>
              <a:gd name="connsiteY149" fmla="*/ 1757363 h 1890712"/>
              <a:gd name="connsiteX150" fmla="*/ 2428876 w 2543175"/>
              <a:gd name="connsiteY150" fmla="*/ 1785938 h 1890712"/>
              <a:gd name="connsiteX151" fmla="*/ 2469356 w 2543175"/>
              <a:gd name="connsiteY151" fmla="*/ 1816894 h 1890712"/>
              <a:gd name="connsiteX152" fmla="*/ 2514600 w 2543175"/>
              <a:gd name="connsiteY152" fmla="*/ 1850231 h 1890712"/>
              <a:gd name="connsiteX153" fmla="*/ 2519363 w 2543175"/>
              <a:gd name="connsiteY153" fmla="*/ 1857375 h 1890712"/>
              <a:gd name="connsiteX154" fmla="*/ 2540794 w 2543175"/>
              <a:gd name="connsiteY154" fmla="*/ 1883569 h 1890712"/>
              <a:gd name="connsiteX155" fmla="*/ 2543175 w 2543175"/>
              <a:gd name="connsiteY155"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88207 w 2543175"/>
              <a:gd name="connsiteY64" fmla="*/ 676275 h 1890712"/>
              <a:gd name="connsiteX65" fmla="*/ 907257 w 2543175"/>
              <a:gd name="connsiteY65" fmla="*/ 683419 h 1890712"/>
              <a:gd name="connsiteX66" fmla="*/ 928688 w 2543175"/>
              <a:gd name="connsiteY66" fmla="*/ 695325 h 1890712"/>
              <a:gd name="connsiteX67" fmla="*/ 942975 w 2543175"/>
              <a:gd name="connsiteY67" fmla="*/ 700087 h 1890712"/>
              <a:gd name="connsiteX68" fmla="*/ 964407 w 2543175"/>
              <a:gd name="connsiteY68" fmla="*/ 716756 h 1890712"/>
              <a:gd name="connsiteX69" fmla="*/ 971550 w 2543175"/>
              <a:gd name="connsiteY69" fmla="*/ 723900 h 1890712"/>
              <a:gd name="connsiteX70" fmla="*/ 983457 w 2543175"/>
              <a:gd name="connsiteY70" fmla="*/ 733425 h 1890712"/>
              <a:gd name="connsiteX71" fmla="*/ 990600 w 2543175"/>
              <a:gd name="connsiteY71" fmla="*/ 738187 h 1890712"/>
              <a:gd name="connsiteX72" fmla="*/ 1007269 w 2543175"/>
              <a:gd name="connsiteY72" fmla="*/ 752475 h 1890712"/>
              <a:gd name="connsiteX73" fmla="*/ 1031082 w 2543175"/>
              <a:gd name="connsiteY73" fmla="*/ 766762 h 1890712"/>
              <a:gd name="connsiteX74" fmla="*/ 1042988 w 2543175"/>
              <a:gd name="connsiteY74" fmla="*/ 773906 h 1890712"/>
              <a:gd name="connsiteX75" fmla="*/ 1071563 w 2543175"/>
              <a:gd name="connsiteY75" fmla="*/ 785812 h 1890712"/>
              <a:gd name="connsiteX76" fmla="*/ 1097757 w 2543175"/>
              <a:gd name="connsiteY76" fmla="*/ 807244 h 1890712"/>
              <a:gd name="connsiteX77" fmla="*/ 1104900 w 2543175"/>
              <a:gd name="connsiteY77" fmla="*/ 814387 h 1890712"/>
              <a:gd name="connsiteX78" fmla="*/ 1121569 w 2543175"/>
              <a:gd name="connsiteY78" fmla="*/ 823912 h 1890712"/>
              <a:gd name="connsiteX79" fmla="*/ 1138238 w 2543175"/>
              <a:gd name="connsiteY79" fmla="*/ 835819 h 1890712"/>
              <a:gd name="connsiteX80" fmla="*/ 1147763 w 2543175"/>
              <a:gd name="connsiteY80" fmla="*/ 842962 h 1890712"/>
              <a:gd name="connsiteX81" fmla="*/ 1157288 w 2543175"/>
              <a:gd name="connsiteY81" fmla="*/ 847725 h 1890712"/>
              <a:gd name="connsiteX82" fmla="*/ 1178719 w 2543175"/>
              <a:gd name="connsiteY82" fmla="*/ 859631 h 1890712"/>
              <a:gd name="connsiteX83" fmla="*/ 1188244 w 2543175"/>
              <a:gd name="connsiteY83" fmla="*/ 866775 h 1890712"/>
              <a:gd name="connsiteX84" fmla="*/ 1195388 w 2543175"/>
              <a:gd name="connsiteY84" fmla="*/ 871537 h 1890712"/>
              <a:gd name="connsiteX85" fmla="*/ 1212057 w 2543175"/>
              <a:gd name="connsiteY85" fmla="*/ 883444 h 1890712"/>
              <a:gd name="connsiteX86" fmla="*/ 1226344 w 2543175"/>
              <a:gd name="connsiteY86" fmla="*/ 895350 h 1890712"/>
              <a:gd name="connsiteX87" fmla="*/ 1245394 w 2543175"/>
              <a:gd name="connsiteY87" fmla="*/ 907256 h 1890712"/>
              <a:gd name="connsiteX88" fmla="*/ 1254919 w 2543175"/>
              <a:gd name="connsiteY88" fmla="*/ 914400 h 1890712"/>
              <a:gd name="connsiteX89" fmla="*/ 1269207 w 2543175"/>
              <a:gd name="connsiteY89" fmla="*/ 921544 h 1890712"/>
              <a:gd name="connsiteX90" fmla="*/ 1290638 w 2543175"/>
              <a:gd name="connsiteY90" fmla="*/ 935831 h 1890712"/>
              <a:gd name="connsiteX91" fmla="*/ 1307307 w 2543175"/>
              <a:gd name="connsiteY91" fmla="*/ 952500 h 1890712"/>
              <a:gd name="connsiteX92" fmla="*/ 1333500 w 2543175"/>
              <a:gd name="connsiteY92" fmla="*/ 971550 h 1890712"/>
              <a:gd name="connsiteX93" fmla="*/ 1359694 w 2543175"/>
              <a:gd name="connsiteY93" fmla="*/ 990600 h 1890712"/>
              <a:gd name="connsiteX94" fmla="*/ 1385888 w 2543175"/>
              <a:gd name="connsiteY94" fmla="*/ 1021557 h 1890712"/>
              <a:gd name="connsiteX95" fmla="*/ 1435894 w 2543175"/>
              <a:gd name="connsiteY95" fmla="*/ 1054894 h 1890712"/>
              <a:gd name="connsiteX96" fmla="*/ 1497806 w 2543175"/>
              <a:gd name="connsiteY96" fmla="*/ 1104900 h 1890712"/>
              <a:gd name="connsiteX97" fmla="*/ 1559718 w 2543175"/>
              <a:gd name="connsiteY97" fmla="*/ 1154906 h 1890712"/>
              <a:gd name="connsiteX98" fmla="*/ 1595438 w 2543175"/>
              <a:gd name="connsiteY98" fmla="*/ 1181100 h 1890712"/>
              <a:gd name="connsiteX99" fmla="*/ 1628775 w 2543175"/>
              <a:gd name="connsiteY99" fmla="*/ 1207294 h 1890712"/>
              <a:gd name="connsiteX100" fmla="*/ 1662113 w 2543175"/>
              <a:gd name="connsiteY100" fmla="*/ 1231107 h 1890712"/>
              <a:gd name="connsiteX101" fmla="*/ 1700213 w 2543175"/>
              <a:gd name="connsiteY101" fmla="*/ 1247775 h 1890712"/>
              <a:gd name="connsiteX102" fmla="*/ 1712119 w 2543175"/>
              <a:gd name="connsiteY102" fmla="*/ 1259681 h 1890712"/>
              <a:gd name="connsiteX103" fmla="*/ 1733550 w 2543175"/>
              <a:gd name="connsiteY103" fmla="*/ 1273969 h 1890712"/>
              <a:gd name="connsiteX104" fmla="*/ 1743075 w 2543175"/>
              <a:gd name="connsiteY104" fmla="*/ 1283494 h 1890712"/>
              <a:gd name="connsiteX105" fmla="*/ 1754982 w 2543175"/>
              <a:gd name="connsiteY105" fmla="*/ 1290637 h 1890712"/>
              <a:gd name="connsiteX106" fmla="*/ 1766888 w 2543175"/>
              <a:gd name="connsiteY106" fmla="*/ 1300162 h 1890712"/>
              <a:gd name="connsiteX107" fmla="*/ 1783557 w 2543175"/>
              <a:gd name="connsiteY107" fmla="*/ 1307306 h 1890712"/>
              <a:gd name="connsiteX108" fmla="*/ 1790700 w 2543175"/>
              <a:gd name="connsiteY108" fmla="*/ 1312069 h 1890712"/>
              <a:gd name="connsiteX109" fmla="*/ 1800225 w 2543175"/>
              <a:gd name="connsiteY109" fmla="*/ 1319212 h 1890712"/>
              <a:gd name="connsiteX110" fmla="*/ 1807369 w 2543175"/>
              <a:gd name="connsiteY110" fmla="*/ 1321594 h 1890712"/>
              <a:gd name="connsiteX111" fmla="*/ 1824038 w 2543175"/>
              <a:gd name="connsiteY111" fmla="*/ 1333500 h 1890712"/>
              <a:gd name="connsiteX112" fmla="*/ 1843088 w 2543175"/>
              <a:gd name="connsiteY112" fmla="*/ 1352550 h 1890712"/>
              <a:gd name="connsiteX113" fmla="*/ 1852613 w 2543175"/>
              <a:gd name="connsiteY113" fmla="*/ 1359694 h 1890712"/>
              <a:gd name="connsiteX114" fmla="*/ 1859757 w 2543175"/>
              <a:gd name="connsiteY114" fmla="*/ 1366837 h 1890712"/>
              <a:gd name="connsiteX115" fmla="*/ 1869282 w 2543175"/>
              <a:gd name="connsiteY115" fmla="*/ 1371600 h 1890712"/>
              <a:gd name="connsiteX116" fmla="*/ 1883569 w 2543175"/>
              <a:gd name="connsiteY116" fmla="*/ 1388269 h 1890712"/>
              <a:gd name="connsiteX117" fmla="*/ 1893094 w 2543175"/>
              <a:gd name="connsiteY117" fmla="*/ 1395412 h 1890712"/>
              <a:gd name="connsiteX118" fmla="*/ 1902619 w 2543175"/>
              <a:gd name="connsiteY118" fmla="*/ 1404937 h 1890712"/>
              <a:gd name="connsiteX119" fmla="*/ 1912144 w 2543175"/>
              <a:gd name="connsiteY119" fmla="*/ 1409700 h 1890712"/>
              <a:gd name="connsiteX120" fmla="*/ 1931194 w 2543175"/>
              <a:gd name="connsiteY120" fmla="*/ 1421606 h 1890712"/>
              <a:gd name="connsiteX121" fmla="*/ 1935957 w 2543175"/>
              <a:gd name="connsiteY121" fmla="*/ 1428750 h 1890712"/>
              <a:gd name="connsiteX122" fmla="*/ 1952625 w 2543175"/>
              <a:gd name="connsiteY122" fmla="*/ 1438275 h 1890712"/>
              <a:gd name="connsiteX123" fmla="*/ 1971675 w 2543175"/>
              <a:gd name="connsiteY123" fmla="*/ 1450181 h 1890712"/>
              <a:gd name="connsiteX124" fmla="*/ 1981200 w 2543175"/>
              <a:gd name="connsiteY124" fmla="*/ 1454944 h 1890712"/>
              <a:gd name="connsiteX125" fmla="*/ 1997869 w 2543175"/>
              <a:gd name="connsiteY125" fmla="*/ 1471612 h 1890712"/>
              <a:gd name="connsiteX126" fmla="*/ 2007394 w 2543175"/>
              <a:gd name="connsiteY126" fmla="*/ 1478756 h 1890712"/>
              <a:gd name="connsiteX127" fmla="*/ 2016919 w 2543175"/>
              <a:gd name="connsiteY127" fmla="*/ 1483519 h 1890712"/>
              <a:gd name="connsiteX128" fmla="*/ 2024063 w 2543175"/>
              <a:gd name="connsiteY128" fmla="*/ 1490662 h 1890712"/>
              <a:gd name="connsiteX129" fmla="*/ 2033588 w 2543175"/>
              <a:gd name="connsiteY129" fmla="*/ 1495425 h 1890712"/>
              <a:gd name="connsiteX130" fmla="*/ 2040732 w 2543175"/>
              <a:gd name="connsiteY130" fmla="*/ 1502569 h 1890712"/>
              <a:gd name="connsiteX131" fmla="*/ 2047875 w 2543175"/>
              <a:gd name="connsiteY131" fmla="*/ 1507331 h 1890712"/>
              <a:gd name="connsiteX132" fmla="*/ 2057400 w 2543175"/>
              <a:gd name="connsiteY132" fmla="*/ 1514475 h 1890712"/>
              <a:gd name="connsiteX133" fmla="*/ 2064544 w 2543175"/>
              <a:gd name="connsiteY133" fmla="*/ 1519237 h 1890712"/>
              <a:gd name="connsiteX134" fmla="*/ 2071688 w 2543175"/>
              <a:gd name="connsiteY134" fmla="*/ 1526381 h 1890712"/>
              <a:gd name="connsiteX135" fmla="*/ 2081213 w 2543175"/>
              <a:gd name="connsiteY135" fmla="*/ 1531144 h 1890712"/>
              <a:gd name="connsiteX136" fmla="*/ 2090738 w 2543175"/>
              <a:gd name="connsiteY136" fmla="*/ 1538287 h 1890712"/>
              <a:gd name="connsiteX137" fmla="*/ 2109788 w 2543175"/>
              <a:gd name="connsiteY137" fmla="*/ 1547812 h 1890712"/>
              <a:gd name="connsiteX138" fmla="*/ 2131219 w 2543175"/>
              <a:gd name="connsiteY138" fmla="*/ 1562100 h 1890712"/>
              <a:gd name="connsiteX139" fmla="*/ 2140744 w 2543175"/>
              <a:gd name="connsiteY139" fmla="*/ 1566862 h 1890712"/>
              <a:gd name="connsiteX140" fmla="*/ 2152650 w 2543175"/>
              <a:gd name="connsiteY140" fmla="*/ 1576387 h 1890712"/>
              <a:gd name="connsiteX141" fmla="*/ 2181225 w 2543175"/>
              <a:gd name="connsiteY141" fmla="*/ 1590675 h 1890712"/>
              <a:gd name="connsiteX142" fmla="*/ 2200275 w 2543175"/>
              <a:gd name="connsiteY142" fmla="*/ 1607344 h 1890712"/>
              <a:gd name="connsiteX143" fmla="*/ 2207419 w 2543175"/>
              <a:gd name="connsiteY143" fmla="*/ 1612106 h 1890712"/>
              <a:gd name="connsiteX144" fmla="*/ 2216944 w 2543175"/>
              <a:gd name="connsiteY144" fmla="*/ 1619250 h 1890712"/>
              <a:gd name="connsiteX145" fmla="*/ 2247900 w 2543175"/>
              <a:gd name="connsiteY145" fmla="*/ 1643062 h 1890712"/>
              <a:gd name="connsiteX146" fmla="*/ 2281238 w 2543175"/>
              <a:gd name="connsiteY146" fmla="*/ 1674019 h 1890712"/>
              <a:gd name="connsiteX147" fmla="*/ 2312194 w 2543175"/>
              <a:gd name="connsiteY147" fmla="*/ 1702594 h 1890712"/>
              <a:gd name="connsiteX148" fmla="*/ 2369344 w 2543175"/>
              <a:gd name="connsiteY148" fmla="*/ 1757363 h 1890712"/>
              <a:gd name="connsiteX149" fmla="*/ 2428876 w 2543175"/>
              <a:gd name="connsiteY149" fmla="*/ 1785938 h 1890712"/>
              <a:gd name="connsiteX150" fmla="*/ 2469356 w 2543175"/>
              <a:gd name="connsiteY150" fmla="*/ 1816894 h 1890712"/>
              <a:gd name="connsiteX151" fmla="*/ 2514600 w 2543175"/>
              <a:gd name="connsiteY151" fmla="*/ 1850231 h 1890712"/>
              <a:gd name="connsiteX152" fmla="*/ 2519363 w 2543175"/>
              <a:gd name="connsiteY152" fmla="*/ 1857375 h 1890712"/>
              <a:gd name="connsiteX153" fmla="*/ 2540794 w 2543175"/>
              <a:gd name="connsiteY153" fmla="*/ 1883569 h 1890712"/>
              <a:gd name="connsiteX154" fmla="*/ 2543175 w 2543175"/>
              <a:gd name="connsiteY15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85763 w 2543175"/>
              <a:gd name="connsiteY27" fmla="*/ 283369 h 1890712"/>
              <a:gd name="connsiteX28" fmla="*/ 404813 w 2543175"/>
              <a:gd name="connsiteY28" fmla="*/ 295275 h 1890712"/>
              <a:gd name="connsiteX29" fmla="*/ 411957 w 2543175"/>
              <a:gd name="connsiteY29" fmla="*/ 297656 h 1890712"/>
              <a:gd name="connsiteX30" fmla="*/ 466725 w 2543175"/>
              <a:gd name="connsiteY30" fmla="*/ 328612 h 1890712"/>
              <a:gd name="connsiteX31" fmla="*/ 476250 w 2543175"/>
              <a:gd name="connsiteY31" fmla="*/ 335756 h 1890712"/>
              <a:gd name="connsiteX32" fmla="*/ 481013 w 2543175"/>
              <a:gd name="connsiteY32" fmla="*/ 342900 h 1890712"/>
              <a:gd name="connsiteX33" fmla="*/ 490538 w 2543175"/>
              <a:gd name="connsiteY33" fmla="*/ 352425 h 1890712"/>
              <a:gd name="connsiteX34" fmla="*/ 495300 w 2543175"/>
              <a:gd name="connsiteY34" fmla="*/ 359569 h 1890712"/>
              <a:gd name="connsiteX35" fmla="*/ 509588 w 2543175"/>
              <a:gd name="connsiteY35" fmla="*/ 376237 h 1890712"/>
              <a:gd name="connsiteX36" fmla="*/ 514350 w 2543175"/>
              <a:gd name="connsiteY36" fmla="*/ 383381 h 1890712"/>
              <a:gd name="connsiteX37" fmla="*/ 531019 w 2543175"/>
              <a:gd name="connsiteY37" fmla="*/ 397669 h 1890712"/>
              <a:gd name="connsiteX38" fmla="*/ 538163 w 2543175"/>
              <a:gd name="connsiteY38" fmla="*/ 407194 h 1890712"/>
              <a:gd name="connsiteX39" fmla="*/ 554832 w 2543175"/>
              <a:gd name="connsiteY39" fmla="*/ 421481 h 1890712"/>
              <a:gd name="connsiteX40" fmla="*/ 564357 w 2543175"/>
              <a:gd name="connsiteY40" fmla="*/ 431006 h 1890712"/>
              <a:gd name="connsiteX41" fmla="*/ 573882 w 2543175"/>
              <a:gd name="connsiteY41" fmla="*/ 438150 h 1890712"/>
              <a:gd name="connsiteX42" fmla="*/ 595313 w 2543175"/>
              <a:gd name="connsiteY42" fmla="*/ 454819 h 1890712"/>
              <a:gd name="connsiteX43" fmla="*/ 602457 w 2543175"/>
              <a:gd name="connsiteY43" fmla="*/ 457200 h 1890712"/>
              <a:gd name="connsiteX44" fmla="*/ 628650 w 2543175"/>
              <a:gd name="connsiteY44" fmla="*/ 469106 h 1890712"/>
              <a:gd name="connsiteX45" fmla="*/ 645319 w 2543175"/>
              <a:gd name="connsiteY45" fmla="*/ 483394 h 1890712"/>
              <a:gd name="connsiteX46" fmla="*/ 654844 w 2543175"/>
              <a:gd name="connsiteY46" fmla="*/ 488156 h 1890712"/>
              <a:gd name="connsiteX47" fmla="*/ 661988 w 2543175"/>
              <a:gd name="connsiteY47" fmla="*/ 497681 h 1890712"/>
              <a:gd name="connsiteX48" fmla="*/ 683419 w 2543175"/>
              <a:gd name="connsiteY48" fmla="*/ 514350 h 1890712"/>
              <a:gd name="connsiteX49" fmla="*/ 700088 w 2543175"/>
              <a:gd name="connsiteY49" fmla="*/ 526256 h 1890712"/>
              <a:gd name="connsiteX50" fmla="*/ 709613 w 2543175"/>
              <a:gd name="connsiteY50" fmla="*/ 535781 h 1890712"/>
              <a:gd name="connsiteX51" fmla="*/ 719138 w 2543175"/>
              <a:gd name="connsiteY51" fmla="*/ 542925 h 1890712"/>
              <a:gd name="connsiteX52" fmla="*/ 733425 w 2543175"/>
              <a:gd name="connsiteY52" fmla="*/ 557212 h 1890712"/>
              <a:gd name="connsiteX53" fmla="*/ 750094 w 2543175"/>
              <a:gd name="connsiteY53" fmla="*/ 569119 h 1890712"/>
              <a:gd name="connsiteX54" fmla="*/ 769144 w 2543175"/>
              <a:gd name="connsiteY54" fmla="*/ 581025 h 1890712"/>
              <a:gd name="connsiteX55" fmla="*/ 785813 w 2543175"/>
              <a:gd name="connsiteY55" fmla="*/ 590550 h 1890712"/>
              <a:gd name="connsiteX56" fmla="*/ 792957 w 2543175"/>
              <a:gd name="connsiteY56" fmla="*/ 600075 h 1890712"/>
              <a:gd name="connsiteX57" fmla="*/ 809625 w 2543175"/>
              <a:gd name="connsiteY57" fmla="*/ 611981 h 1890712"/>
              <a:gd name="connsiteX58" fmla="*/ 816769 w 2543175"/>
              <a:gd name="connsiteY58" fmla="*/ 619125 h 1890712"/>
              <a:gd name="connsiteX59" fmla="*/ 826294 w 2543175"/>
              <a:gd name="connsiteY59" fmla="*/ 626269 h 1890712"/>
              <a:gd name="connsiteX60" fmla="*/ 840582 w 2543175"/>
              <a:gd name="connsiteY60" fmla="*/ 638175 h 1890712"/>
              <a:gd name="connsiteX61" fmla="*/ 847725 w 2543175"/>
              <a:gd name="connsiteY61" fmla="*/ 645319 h 1890712"/>
              <a:gd name="connsiteX62" fmla="*/ 857250 w 2543175"/>
              <a:gd name="connsiteY62" fmla="*/ 652462 h 1890712"/>
              <a:gd name="connsiteX63" fmla="*/ 888207 w 2543175"/>
              <a:gd name="connsiteY63" fmla="*/ 676275 h 1890712"/>
              <a:gd name="connsiteX64" fmla="*/ 907257 w 2543175"/>
              <a:gd name="connsiteY64" fmla="*/ 683419 h 1890712"/>
              <a:gd name="connsiteX65" fmla="*/ 928688 w 2543175"/>
              <a:gd name="connsiteY65" fmla="*/ 695325 h 1890712"/>
              <a:gd name="connsiteX66" fmla="*/ 942975 w 2543175"/>
              <a:gd name="connsiteY66" fmla="*/ 700087 h 1890712"/>
              <a:gd name="connsiteX67" fmla="*/ 964407 w 2543175"/>
              <a:gd name="connsiteY67" fmla="*/ 716756 h 1890712"/>
              <a:gd name="connsiteX68" fmla="*/ 971550 w 2543175"/>
              <a:gd name="connsiteY68" fmla="*/ 723900 h 1890712"/>
              <a:gd name="connsiteX69" fmla="*/ 983457 w 2543175"/>
              <a:gd name="connsiteY69" fmla="*/ 733425 h 1890712"/>
              <a:gd name="connsiteX70" fmla="*/ 990600 w 2543175"/>
              <a:gd name="connsiteY70" fmla="*/ 738187 h 1890712"/>
              <a:gd name="connsiteX71" fmla="*/ 1007269 w 2543175"/>
              <a:gd name="connsiteY71" fmla="*/ 752475 h 1890712"/>
              <a:gd name="connsiteX72" fmla="*/ 1031082 w 2543175"/>
              <a:gd name="connsiteY72" fmla="*/ 766762 h 1890712"/>
              <a:gd name="connsiteX73" fmla="*/ 1042988 w 2543175"/>
              <a:gd name="connsiteY73" fmla="*/ 773906 h 1890712"/>
              <a:gd name="connsiteX74" fmla="*/ 1071563 w 2543175"/>
              <a:gd name="connsiteY74" fmla="*/ 785812 h 1890712"/>
              <a:gd name="connsiteX75" fmla="*/ 1097757 w 2543175"/>
              <a:gd name="connsiteY75" fmla="*/ 807244 h 1890712"/>
              <a:gd name="connsiteX76" fmla="*/ 1104900 w 2543175"/>
              <a:gd name="connsiteY76" fmla="*/ 814387 h 1890712"/>
              <a:gd name="connsiteX77" fmla="*/ 1121569 w 2543175"/>
              <a:gd name="connsiteY77" fmla="*/ 823912 h 1890712"/>
              <a:gd name="connsiteX78" fmla="*/ 1138238 w 2543175"/>
              <a:gd name="connsiteY78" fmla="*/ 835819 h 1890712"/>
              <a:gd name="connsiteX79" fmla="*/ 1147763 w 2543175"/>
              <a:gd name="connsiteY79" fmla="*/ 842962 h 1890712"/>
              <a:gd name="connsiteX80" fmla="*/ 1157288 w 2543175"/>
              <a:gd name="connsiteY80" fmla="*/ 847725 h 1890712"/>
              <a:gd name="connsiteX81" fmla="*/ 1178719 w 2543175"/>
              <a:gd name="connsiteY81" fmla="*/ 859631 h 1890712"/>
              <a:gd name="connsiteX82" fmla="*/ 1188244 w 2543175"/>
              <a:gd name="connsiteY82" fmla="*/ 866775 h 1890712"/>
              <a:gd name="connsiteX83" fmla="*/ 1195388 w 2543175"/>
              <a:gd name="connsiteY83" fmla="*/ 871537 h 1890712"/>
              <a:gd name="connsiteX84" fmla="*/ 1212057 w 2543175"/>
              <a:gd name="connsiteY84" fmla="*/ 883444 h 1890712"/>
              <a:gd name="connsiteX85" fmla="*/ 1226344 w 2543175"/>
              <a:gd name="connsiteY85" fmla="*/ 895350 h 1890712"/>
              <a:gd name="connsiteX86" fmla="*/ 1245394 w 2543175"/>
              <a:gd name="connsiteY86" fmla="*/ 907256 h 1890712"/>
              <a:gd name="connsiteX87" fmla="*/ 1254919 w 2543175"/>
              <a:gd name="connsiteY87" fmla="*/ 914400 h 1890712"/>
              <a:gd name="connsiteX88" fmla="*/ 1269207 w 2543175"/>
              <a:gd name="connsiteY88" fmla="*/ 921544 h 1890712"/>
              <a:gd name="connsiteX89" fmla="*/ 1290638 w 2543175"/>
              <a:gd name="connsiteY89" fmla="*/ 935831 h 1890712"/>
              <a:gd name="connsiteX90" fmla="*/ 1307307 w 2543175"/>
              <a:gd name="connsiteY90" fmla="*/ 952500 h 1890712"/>
              <a:gd name="connsiteX91" fmla="*/ 1333500 w 2543175"/>
              <a:gd name="connsiteY91" fmla="*/ 971550 h 1890712"/>
              <a:gd name="connsiteX92" fmla="*/ 1359694 w 2543175"/>
              <a:gd name="connsiteY92" fmla="*/ 990600 h 1890712"/>
              <a:gd name="connsiteX93" fmla="*/ 1385888 w 2543175"/>
              <a:gd name="connsiteY93" fmla="*/ 1021557 h 1890712"/>
              <a:gd name="connsiteX94" fmla="*/ 1435894 w 2543175"/>
              <a:gd name="connsiteY94" fmla="*/ 1054894 h 1890712"/>
              <a:gd name="connsiteX95" fmla="*/ 1497806 w 2543175"/>
              <a:gd name="connsiteY95" fmla="*/ 1104900 h 1890712"/>
              <a:gd name="connsiteX96" fmla="*/ 1559718 w 2543175"/>
              <a:gd name="connsiteY96" fmla="*/ 1154906 h 1890712"/>
              <a:gd name="connsiteX97" fmla="*/ 1595438 w 2543175"/>
              <a:gd name="connsiteY97" fmla="*/ 1181100 h 1890712"/>
              <a:gd name="connsiteX98" fmla="*/ 1628775 w 2543175"/>
              <a:gd name="connsiteY98" fmla="*/ 1207294 h 1890712"/>
              <a:gd name="connsiteX99" fmla="*/ 1662113 w 2543175"/>
              <a:gd name="connsiteY99" fmla="*/ 1231107 h 1890712"/>
              <a:gd name="connsiteX100" fmla="*/ 1700213 w 2543175"/>
              <a:gd name="connsiteY100" fmla="*/ 1247775 h 1890712"/>
              <a:gd name="connsiteX101" fmla="*/ 1712119 w 2543175"/>
              <a:gd name="connsiteY101" fmla="*/ 1259681 h 1890712"/>
              <a:gd name="connsiteX102" fmla="*/ 1733550 w 2543175"/>
              <a:gd name="connsiteY102" fmla="*/ 1273969 h 1890712"/>
              <a:gd name="connsiteX103" fmla="*/ 1743075 w 2543175"/>
              <a:gd name="connsiteY103" fmla="*/ 1283494 h 1890712"/>
              <a:gd name="connsiteX104" fmla="*/ 1754982 w 2543175"/>
              <a:gd name="connsiteY104" fmla="*/ 1290637 h 1890712"/>
              <a:gd name="connsiteX105" fmla="*/ 1766888 w 2543175"/>
              <a:gd name="connsiteY105" fmla="*/ 1300162 h 1890712"/>
              <a:gd name="connsiteX106" fmla="*/ 1783557 w 2543175"/>
              <a:gd name="connsiteY106" fmla="*/ 1307306 h 1890712"/>
              <a:gd name="connsiteX107" fmla="*/ 1790700 w 2543175"/>
              <a:gd name="connsiteY107" fmla="*/ 1312069 h 1890712"/>
              <a:gd name="connsiteX108" fmla="*/ 1800225 w 2543175"/>
              <a:gd name="connsiteY108" fmla="*/ 1319212 h 1890712"/>
              <a:gd name="connsiteX109" fmla="*/ 1807369 w 2543175"/>
              <a:gd name="connsiteY109" fmla="*/ 1321594 h 1890712"/>
              <a:gd name="connsiteX110" fmla="*/ 1824038 w 2543175"/>
              <a:gd name="connsiteY110" fmla="*/ 1333500 h 1890712"/>
              <a:gd name="connsiteX111" fmla="*/ 1843088 w 2543175"/>
              <a:gd name="connsiteY111" fmla="*/ 1352550 h 1890712"/>
              <a:gd name="connsiteX112" fmla="*/ 1852613 w 2543175"/>
              <a:gd name="connsiteY112" fmla="*/ 1359694 h 1890712"/>
              <a:gd name="connsiteX113" fmla="*/ 1859757 w 2543175"/>
              <a:gd name="connsiteY113" fmla="*/ 1366837 h 1890712"/>
              <a:gd name="connsiteX114" fmla="*/ 1869282 w 2543175"/>
              <a:gd name="connsiteY114" fmla="*/ 1371600 h 1890712"/>
              <a:gd name="connsiteX115" fmla="*/ 1883569 w 2543175"/>
              <a:gd name="connsiteY115" fmla="*/ 1388269 h 1890712"/>
              <a:gd name="connsiteX116" fmla="*/ 1893094 w 2543175"/>
              <a:gd name="connsiteY116" fmla="*/ 1395412 h 1890712"/>
              <a:gd name="connsiteX117" fmla="*/ 1902619 w 2543175"/>
              <a:gd name="connsiteY117" fmla="*/ 1404937 h 1890712"/>
              <a:gd name="connsiteX118" fmla="*/ 1912144 w 2543175"/>
              <a:gd name="connsiteY118" fmla="*/ 1409700 h 1890712"/>
              <a:gd name="connsiteX119" fmla="*/ 1931194 w 2543175"/>
              <a:gd name="connsiteY119" fmla="*/ 1421606 h 1890712"/>
              <a:gd name="connsiteX120" fmla="*/ 1935957 w 2543175"/>
              <a:gd name="connsiteY120" fmla="*/ 1428750 h 1890712"/>
              <a:gd name="connsiteX121" fmla="*/ 1952625 w 2543175"/>
              <a:gd name="connsiteY121" fmla="*/ 1438275 h 1890712"/>
              <a:gd name="connsiteX122" fmla="*/ 1971675 w 2543175"/>
              <a:gd name="connsiteY122" fmla="*/ 1450181 h 1890712"/>
              <a:gd name="connsiteX123" fmla="*/ 1981200 w 2543175"/>
              <a:gd name="connsiteY123" fmla="*/ 1454944 h 1890712"/>
              <a:gd name="connsiteX124" fmla="*/ 1997869 w 2543175"/>
              <a:gd name="connsiteY124" fmla="*/ 1471612 h 1890712"/>
              <a:gd name="connsiteX125" fmla="*/ 2007394 w 2543175"/>
              <a:gd name="connsiteY125" fmla="*/ 1478756 h 1890712"/>
              <a:gd name="connsiteX126" fmla="*/ 2016919 w 2543175"/>
              <a:gd name="connsiteY126" fmla="*/ 1483519 h 1890712"/>
              <a:gd name="connsiteX127" fmla="*/ 2024063 w 2543175"/>
              <a:gd name="connsiteY127" fmla="*/ 1490662 h 1890712"/>
              <a:gd name="connsiteX128" fmla="*/ 2033588 w 2543175"/>
              <a:gd name="connsiteY128" fmla="*/ 1495425 h 1890712"/>
              <a:gd name="connsiteX129" fmla="*/ 2040732 w 2543175"/>
              <a:gd name="connsiteY129" fmla="*/ 1502569 h 1890712"/>
              <a:gd name="connsiteX130" fmla="*/ 2047875 w 2543175"/>
              <a:gd name="connsiteY130" fmla="*/ 1507331 h 1890712"/>
              <a:gd name="connsiteX131" fmla="*/ 2057400 w 2543175"/>
              <a:gd name="connsiteY131" fmla="*/ 1514475 h 1890712"/>
              <a:gd name="connsiteX132" fmla="*/ 2064544 w 2543175"/>
              <a:gd name="connsiteY132" fmla="*/ 1519237 h 1890712"/>
              <a:gd name="connsiteX133" fmla="*/ 2071688 w 2543175"/>
              <a:gd name="connsiteY133" fmla="*/ 1526381 h 1890712"/>
              <a:gd name="connsiteX134" fmla="*/ 2081213 w 2543175"/>
              <a:gd name="connsiteY134" fmla="*/ 1531144 h 1890712"/>
              <a:gd name="connsiteX135" fmla="*/ 2090738 w 2543175"/>
              <a:gd name="connsiteY135" fmla="*/ 1538287 h 1890712"/>
              <a:gd name="connsiteX136" fmla="*/ 2109788 w 2543175"/>
              <a:gd name="connsiteY136" fmla="*/ 1547812 h 1890712"/>
              <a:gd name="connsiteX137" fmla="*/ 2131219 w 2543175"/>
              <a:gd name="connsiteY137" fmla="*/ 1562100 h 1890712"/>
              <a:gd name="connsiteX138" fmla="*/ 2140744 w 2543175"/>
              <a:gd name="connsiteY138" fmla="*/ 1566862 h 1890712"/>
              <a:gd name="connsiteX139" fmla="*/ 2152650 w 2543175"/>
              <a:gd name="connsiteY139" fmla="*/ 1576387 h 1890712"/>
              <a:gd name="connsiteX140" fmla="*/ 2181225 w 2543175"/>
              <a:gd name="connsiteY140" fmla="*/ 1590675 h 1890712"/>
              <a:gd name="connsiteX141" fmla="*/ 2200275 w 2543175"/>
              <a:gd name="connsiteY141" fmla="*/ 1607344 h 1890712"/>
              <a:gd name="connsiteX142" fmla="*/ 2207419 w 2543175"/>
              <a:gd name="connsiteY142" fmla="*/ 1612106 h 1890712"/>
              <a:gd name="connsiteX143" fmla="*/ 2216944 w 2543175"/>
              <a:gd name="connsiteY143" fmla="*/ 1619250 h 1890712"/>
              <a:gd name="connsiteX144" fmla="*/ 2247900 w 2543175"/>
              <a:gd name="connsiteY144" fmla="*/ 1643062 h 1890712"/>
              <a:gd name="connsiteX145" fmla="*/ 2281238 w 2543175"/>
              <a:gd name="connsiteY145" fmla="*/ 1674019 h 1890712"/>
              <a:gd name="connsiteX146" fmla="*/ 2312194 w 2543175"/>
              <a:gd name="connsiteY146" fmla="*/ 1702594 h 1890712"/>
              <a:gd name="connsiteX147" fmla="*/ 2369344 w 2543175"/>
              <a:gd name="connsiteY147" fmla="*/ 1757363 h 1890712"/>
              <a:gd name="connsiteX148" fmla="*/ 2428876 w 2543175"/>
              <a:gd name="connsiteY148" fmla="*/ 1785938 h 1890712"/>
              <a:gd name="connsiteX149" fmla="*/ 2469356 w 2543175"/>
              <a:gd name="connsiteY149" fmla="*/ 1816894 h 1890712"/>
              <a:gd name="connsiteX150" fmla="*/ 2514600 w 2543175"/>
              <a:gd name="connsiteY150" fmla="*/ 1850231 h 1890712"/>
              <a:gd name="connsiteX151" fmla="*/ 2519363 w 2543175"/>
              <a:gd name="connsiteY151" fmla="*/ 1857375 h 1890712"/>
              <a:gd name="connsiteX152" fmla="*/ 2540794 w 2543175"/>
              <a:gd name="connsiteY152" fmla="*/ 1883569 h 1890712"/>
              <a:gd name="connsiteX153" fmla="*/ 2543175 w 2543175"/>
              <a:gd name="connsiteY153"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85763 w 2543175"/>
              <a:gd name="connsiteY26" fmla="*/ 283369 h 1890712"/>
              <a:gd name="connsiteX27" fmla="*/ 404813 w 2543175"/>
              <a:gd name="connsiteY27" fmla="*/ 295275 h 1890712"/>
              <a:gd name="connsiteX28" fmla="*/ 411957 w 2543175"/>
              <a:gd name="connsiteY28" fmla="*/ 297656 h 1890712"/>
              <a:gd name="connsiteX29" fmla="*/ 466725 w 2543175"/>
              <a:gd name="connsiteY29" fmla="*/ 328612 h 1890712"/>
              <a:gd name="connsiteX30" fmla="*/ 476250 w 2543175"/>
              <a:gd name="connsiteY30" fmla="*/ 335756 h 1890712"/>
              <a:gd name="connsiteX31" fmla="*/ 481013 w 2543175"/>
              <a:gd name="connsiteY31" fmla="*/ 342900 h 1890712"/>
              <a:gd name="connsiteX32" fmla="*/ 490538 w 2543175"/>
              <a:gd name="connsiteY32" fmla="*/ 352425 h 1890712"/>
              <a:gd name="connsiteX33" fmla="*/ 495300 w 2543175"/>
              <a:gd name="connsiteY33" fmla="*/ 359569 h 1890712"/>
              <a:gd name="connsiteX34" fmla="*/ 509588 w 2543175"/>
              <a:gd name="connsiteY34" fmla="*/ 376237 h 1890712"/>
              <a:gd name="connsiteX35" fmla="*/ 514350 w 2543175"/>
              <a:gd name="connsiteY35" fmla="*/ 383381 h 1890712"/>
              <a:gd name="connsiteX36" fmla="*/ 531019 w 2543175"/>
              <a:gd name="connsiteY36" fmla="*/ 397669 h 1890712"/>
              <a:gd name="connsiteX37" fmla="*/ 538163 w 2543175"/>
              <a:gd name="connsiteY37" fmla="*/ 407194 h 1890712"/>
              <a:gd name="connsiteX38" fmla="*/ 554832 w 2543175"/>
              <a:gd name="connsiteY38" fmla="*/ 421481 h 1890712"/>
              <a:gd name="connsiteX39" fmla="*/ 564357 w 2543175"/>
              <a:gd name="connsiteY39" fmla="*/ 431006 h 1890712"/>
              <a:gd name="connsiteX40" fmla="*/ 573882 w 2543175"/>
              <a:gd name="connsiteY40" fmla="*/ 438150 h 1890712"/>
              <a:gd name="connsiteX41" fmla="*/ 595313 w 2543175"/>
              <a:gd name="connsiteY41" fmla="*/ 454819 h 1890712"/>
              <a:gd name="connsiteX42" fmla="*/ 602457 w 2543175"/>
              <a:gd name="connsiteY42" fmla="*/ 457200 h 1890712"/>
              <a:gd name="connsiteX43" fmla="*/ 628650 w 2543175"/>
              <a:gd name="connsiteY43" fmla="*/ 469106 h 1890712"/>
              <a:gd name="connsiteX44" fmla="*/ 645319 w 2543175"/>
              <a:gd name="connsiteY44" fmla="*/ 483394 h 1890712"/>
              <a:gd name="connsiteX45" fmla="*/ 654844 w 2543175"/>
              <a:gd name="connsiteY45" fmla="*/ 488156 h 1890712"/>
              <a:gd name="connsiteX46" fmla="*/ 661988 w 2543175"/>
              <a:gd name="connsiteY46" fmla="*/ 497681 h 1890712"/>
              <a:gd name="connsiteX47" fmla="*/ 683419 w 2543175"/>
              <a:gd name="connsiteY47" fmla="*/ 514350 h 1890712"/>
              <a:gd name="connsiteX48" fmla="*/ 700088 w 2543175"/>
              <a:gd name="connsiteY48" fmla="*/ 526256 h 1890712"/>
              <a:gd name="connsiteX49" fmla="*/ 709613 w 2543175"/>
              <a:gd name="connsiteY49" fmla="*/ 535781 h 1890712"/>
              <a:gd name="connsiteX50" fmla="*/ 719138 w 2543175"/>
              <a:gd name="connsiteY50" fmla="*/ 542925 h 1890712"/>
              <a:gd name="connsiteX51" fmla="*/ 733425 w 2543175"/>
              <a:gd name="connsiteY51" fmla="*/ 557212 h 1890712"/>
              <a:gd name="connsiteX52" fmla="*/ 750094 w 2543175"/>
              <a:gd name="connsiteY52" fmla="*/ 569119 h 1890712"/>
              <a:gd name="connsiteX53" fmla="*/ 769144 w 2543175"/>
              <a:gd name="connsiteY53" fmla="*/ 581025 h 1890712"/>
              <a:gd name="connsiteX54" fmla="*/ 785813 w 2543175"/>
              <a:gd name="connsiteY54" fmla="*/ 590550 h 1890712"/>
              <a:gd name="connsiteX55" fmla="*/ 792957 w 2543175"/>
              <a:gd name="connsiteY55" fmla="*/ 600075 h 1890712"/>
              <a:gd name="connsiteX56" fmla="*/ 809625 w 2543175"/>
              <a:gd name="connsiteY56" fmla="*/ 611981 h 1890712"/>
              <a:gd name="connsiteX57" fmla="*/ 816769 w 2543175"/>
              <a:gd name="connsiteY57" fmla="*/ 619125 h 1890712"/>
              <a:gd name="connsiteX58" fmla="*/ 826294 w 2543175"/>
              <a:gd name="connsiteY58" fmla="*/ 626269 h 1890712"/>
              <a:gd name="connsiteX59" fmla="*/ 840582 w 2543175"/>
              <a:gd name="connsiteY59" fmla="*/ 638175 h 1890712"/>
              <a:gd name="connsiteX60" fmla="*/ 847725 w 2543175"/>
              <a:gd name="connsiteY60" fmla="*/ 645319 h 1890712"/>
              <a:gd name="connsiteX61" fmla="*/ 857250 w 2543175"/>
              <a:gd name="connsiteY61" fmla="*/ 652462 h 1890712"/>
              <a:gd name="connsiteX62" fmla="*/ 888207 w 2543175"/>
              <a:gd name="connsiteY62" fmla="*/ 676275 h 1890712"/>
              <a:gd name="connsiteX63" fmla="*/ 907257 w 2543175"/>
              <a:gd name="connsiteY63" fmla="*/ 683419 h 1890712"/>
              <a:gd name="connsiteX64" fmla="*/ 928688 w 2543175"/>
              <a:gd name="connsiteY64" fmla="*/ 695325 h 1890712"/>
              <a:gd name="connsiteX65" fmla="*/ 942975 w 2543175"/>
              <a:gd name="connsiteY65" fmla="*/ 700087 h 1890712"/>
              <a:gd name="connsiteX66" fmla="*/ 964407 w 2543175"/>
              <a:gd name="connsiteY66" fmla="*/ 716756 h 1890712"/>
              <a:gd name="connsiteX67" fmla="*/ 971550 w 2543175"/>
              <a:gd name="connsiteY67" fmla="*/ 723900 h 1890712"/>
              <a:gd name="connsiteX68" fmla="*/ 983457 w 2543175"/>
              <a:gd name="connsiteY68" fmla="*/ 733425 h 1890712"/>
              <a:gd name="connsiteX69" fmla="*/ 990600 w 2543175"/>
              <a:gd name="connsiteY69" fmla="*/ 738187 h 1890712"/>
              <a:gd name="connsiteX70" fmla="*/ 1007269 w 2543175"/>
              <a:gd name="connsiteY70" fmla="*/ 752475 h 1890712"/>
              <a:gd name="connsiteX71" fmla="*/ 1031082 w 2543175"/>
              <a:gd name="connsiteY71" fmla="*/ 766762 h 1890712"/>
              <a:gd name="connsiteX72" fmla="*/ 1042988 w 2543175"/>
              <a:gd name="connsiteY72" fmla="*/ 773906 h 1890712"/>
              <a:gd name="connsiteX73" fmla="*/ 1071563 w 2543175"/>
              <a:gd name="connsiteY73" fmla="*/ 785812 h 1890712"/>
              <a:gd name="connsiteX74" fmla="*/ 1097757 w 2543175"/>
              <a:gd name="connsiteY74" fmla="*/ 807244 h 1890712"/>
              <a:gd name="connsiteX75" fmla="*/ 1104900 w 2543175"/>
              <a:gd name="connsiteY75" fmla="*/ 814387 h 1890712"/>
              <a:gd name="connsiteX76" fmla="*/ 1121569 w 2543175"/>
              <a:gd name="connsiteY76" fmla="*/ 823912 h 1890712"/>
              <a:gd name="connsiteX77" fmla="*/ 1138238 w 2543175"/>
              <a:gd name="connsiteY77" fmla="*/ 835819 h 1890712"/>
              <a:gd name="connsiteX78" fmla="*/ 1147763 w 2543175"/>
              <a:gd name="connsiteY78" fmla="*/ 842962 h 1890712"/>
              <a:gd name="connsiteX79" fmla="*/ 1157288 w 2543175"/>
              <a:gd name="connsiteY79" fmla="*/ 847725 h 1890712"/>
              <a:gd name="connsiteX80" fmla="*/ 1178719 w 2543175"/>
              <a:gd name="connsiteY80" fmla="*/ 859631 h 1890712"/>
              <a:gd name="connsiteX81" fmla="*/ 1188244 w 2543175"/>
              <a:gd name="connsiteY81" fmla="*/ 866775 h 1890712"/>
              <a:gd name="connsiteX82" fmla="*/ 1195388 w 2543175"/>
              <a:gd name="connsiteY82" fmla="*/ 871537 h 1890712"/>
              <a:gd name="connsiteX83" fmla="*/ 1212057 w 2543175"/>
              <a:gd name="connsiteY83" fmla="*/ 883444 h 1890712"/>
              <a:gd name="connsiteX84" fmla="*/ 1226344 w 2543175"/>
              <a:gd name="connsiteY84" fmla="*/ 895350 h 1890712"/>
              <a:gd name="connsiteX85" fmla="*/ 1245394 w 2543175"/>
              <a:gd name="connsiteY85" fmla="*/ 907256 h 1890712"/>
              <a:gd name="connsiteX86" fmla="*/ 1254919 w 2543175"/>
              <a:gd name="connsiteY86" fmla="*/ 914400 h 1890712"/>
              <a:gd name="connsiteX87" fmla="*/ 1269207 w 2543175"/>
              <a:gd name="connsiteY87" fmla="*/ 921544 h 1890712"/>
              <a:gd name="connsiteX88" fmla="*/ 1290638 w 2543175"/>
              <a:gd name="connsiteY88" fmla="*/ 935831 h 1890712"/>
              <a:gd name="connsiteX89" fmla="*/ 1307307 w 2543175"/>
              <a:gd name="connsiteY89" fmla="*/ 952500 h 1890712"/>
              <a:gd name="connsiteX90" fmla="*/ 1333500 w 2543175"/>
              <a:gd name="connsiteY90" fmla="*/ 971550 h 1890712"/>
              <a:gd name="connsiteX91" fmla="*/ 1359694 w 2543175"/>
              <a:gd name="connsiteY91" fmla="*/ 990600 h 1890712"/>
              <a:gd name="connsiteX92" fmla="*/ 1385888 w 2543175"/>
              <a:gd name="connsiteY92" fmla="*/ 1021557 h 1890712"/>
              <a:gd name="connsiteX93" fmla="*/ 1435894 w 2543175"/>
              <a:gd name="connsiteY93" fmla="*/ 1054894 h 1890712"/>
              <a:gd name="connsiteX94" fmla="*/ 1497806 w 2543175"/>
              <a:gd name="connsiteY94" fmla="*/ 1104900 h 1890712"/>
              <a:gd name="connsiteX95" fmla="*/ 1559718 w 2543175"/>
              <a:gd name="connsiteY95" fmla="*/ 1154906 h 1890712"/>
              <a:gd name="connsiteX96" fmla="*/ 1595438 w 2543175"/>
              <a:gd name="connsiteY96" fmla="*/ 1181100 h 1890712"/>
              <a:gd name="connsiteX97" fmla="*/ 1628775 w 2543175"/>
              <a:gd name="connsiteY97" fmla="*/ 1207294 h 1890712"/>
              <a:gd name="connsiteX98" fmla="*/ 1662113 w 2543175"/>
              <a:gd name="connsiteY98" fmla="*/ 1231107 h 1890712"/>
              <a:gd name="connsiteX99" fmla="*/ 1700213 w 2543175"/>
              <a:gd name="connsiteY99" fmla="*/ 1247775 h 1890712"/>
              <a:gd name="connsiteX100" fmla="*/ 1712119 w 2543175"/>
              <a:gd name="connsiteY100" fmla="*/ 1259681 h 1890712"/>
              <a:gd name="connsiteX101" fmla="*/ 1733550 w 2543175"/>
              <a:gd name="connsiteY101" fmla="*/ 1273969 h 1890712"/>
              <a:gd name="connsiteX102" fmla="*/ 1743075 w 2543175"/>
              <a:gd name="connsiteY102" fmla="*/ 1283494 h 1890712"/>
              <a:gd name="connsiteX103" fmla="*/ 1754982 w 2543175"/>
              <a:gd name="connsiteY103" fmla="*/ 1290637 h 1890712"/>
              <a:gd name="connsiteX104" fmla="*/ 1766888 w 2543175"/>
              <a:gd name="connsiteY104" fmla="*/ 1300162 h 1890712"/>
              <a:gd name="connsiteX105" fmla="*/ 1783557 w 2543175"/>
              <a:gd name="connsiteY105" fmla="*/ 1307306 h 1890712"/>
              <a:gd name="connsiteX106" fmla="*/ 1790700 w 2543175"/>
              <a:gd name="connsiteY106" fmla="*/ 1312069 h 1890712"/>
              <a:gd name="connsiteX107" fmla="*/ 1800225 w 2543175"/>
              <a:gd name="connsiteY107" fmla="*/ 1319212 h 1890712"/>
              <a:gd name="connsiteX108" fmla="*/ 1807369 w 2543175"/>
              <a:gd name="connsiteY108" fmla="*/ 1321594 h 1890712"/>
              <a:gd name="connsiteX109" fmla="*/ 1824038 w 2543175"/>
              <a:gd name="connsiteY109" fmla="*/ 1333500 h 1890712"/>
              <a:gd name="connsiteX110" fmla="*/ 1843088 w 2543175"/>
              <a:gd name="connsiteY110" fmla="*/ 1352550 h 1890712"/>
              <a:gd name="connsiteX111" fmla="*/ 1852613 w 2543175"/>
              <a:gd name="connsiteY111" fmla="*/ 1359694 h 1890712"/>
              <a:gd name="connsiteX112" fmla="*/ 1859757 w 2543175"/>
              <a:gd name="connsiteY112" fmla="*/ 1366837 h 1890712"/>
              <a:gd name="connsiteX113" fmla="*/ 1869282 w 2543175"/>
              <a:gd name="connsiteY113" fmla="*/ 1371600 h 1890712"/>
              <a:gd name="connsiteX114" fmla="*/ 1883569 w 2543175"/>
              <a:gd name="connsiteY114" fmla="*/ 1388269 h 1890712"/>
              <a:gd name="connsiteX115" fmla="*/ 1893094 w 2543175"/>
              <a:gd name="connsiteY115" fmla="*/ 1395412 h 1890712"/>
              <a:gd name="connsiteX116" fmla="*/ 1902619 w 2543175"/>
              <a:gd name="connsiteY116" fmla="*/ 1404937 h 1890712"/>
              <a:gd name="connsiteX117" fmla="*/ 1912144 w 2543175"/>
              <a:gd name="connsiteY117" fmla="*/ 1409700 h 1890712"/>
              <a:gd name="connsiteX118" fmla="*/ 1931194 w 2543175"/>
              <a:gd name="connsiteY118" fmla="*/ 1421606 h 1890712"/>
              <a:gd name="connsiteX119" fmla="*/ 1935957 w 2543175"/>
              <a:gd name="connsiteY119" fmla="*/ 1428750 h 1890712"/>
              <a:gd name="connsiteX120" fmla="*/ 1952625 w 2543175"/>
              <a:gd name="connsiteY120" fmla="*/ 1438275 h 1890712"/>
              <a:gd name="connsiteX121" fmla="*/ 1971675 w 2543175"/>
              <a:gd name="connsiteY121" fmla="*/ 1450181 h 1890712"/>
              <a:gd name="connsiteX122" fmla="*/ 1981200 w 2543175"/>
              <a:gd name="connsiteY122" fmla="*/ 1454944 h 1890712"/>
              <a:gd name="connsiteX123" fmla="*/ 1997869 w 2543175"/>
              <a:gd name="connsiteY123" fmla="*/ 1471612 h 1890712"/>
              <a:gd name="connsiteX124" fmla="*/ 2007394 w 2543175"/>
              <a:gd name="connsiteY124" fmla="*/ 1478756 h 1890712"/>
              <a:gd name="connsiteX125" fmla="*/ 2016919 w 2543175"/>
              <a:gd name="connsiteY125" fmla="*/ 1483519 h 1890712"/>
              <a:gd name="connsiteX126" fmla="*/ 2024063 w 2543175"/>
              <a:gd name="connsiteY126" fmla="*/ 1490662 h 1890712"/>
              <a:gd name="connsiteX127" fmla="*/ 2033588 w 2543175"/>
              <a:gd name="connsiteY127" fmla="*/ 1495425 h 1890712"/>
              <a:gd name="connsiteX128" fmla="*/ 2040732 w 2543175"/>
              <a:gd name="connsiteY128" fmla="*/ 1502569 h 1890712"/>
              <a:gd name="connsiteX129" fmla="*/ 2047875 w 2543175"/>
              <a:gd name="connsiteY129" fmla="*/ 1507331 h 1890712"/>
              <a:gd name="connsiteX130" fmla="*/ 2057400 w 2543175"/>
              <a:gd name="connsiteY130" fmla="*/ 1514475 h 1890712"/>
              <a:gd name="connsiteX131" fmla="*/ 2064544 w 2543175"/>
              <a:gd name="connsiteY131" fmla="*/ 1519237 h 1890712"/>
              <a:gd name="connsiteX132" fmla="*/ 2071688 w 2543175"/>
              <a:gd name="connsiteY132" fmla="*/ 1526381 h 1890712"/>
              <a:gd name="connsiteX133" fmla="*/ 2081213 w 2543175"/>
              <a:gd name="connsiteY133" fmla="*/ 1531144 h 1890712"/>
              <a:gd name="connsiteX134" fmla="*/ 2090738 w 2543175"/>
              <a:gd name="connsiteY134" fmla="*/ 1538287 h 1890712"/>
              <a:gd name="connsiteX135" fmla="*/ 2109788 w 2543175"/>
              <a:gd name="connsiteY135" fmla="*/ 1547812 h 1890712"/>
              <a:gd name="connsiteX136" fmla="*/ 2131219 w 2543175"/>
              <a:gd name="connsiteY136" fmla="*/ 1562100 h 1890712"/>
              <a:gd name="connsiteX137" fmla="*/ 2140744 w 2543175"/>
              <a:gd name="connsiteY137" fmla="*/ 1566862 h 1890712"/>
              <a:gd name="connsiteX138" fmla="*/ 2152650 w 2543175"/>
              <a:gd name="connsiteY138" fmla="*/ 1576387 h 1890712"/>
              <a:gd name="connsiteX139" fmla="*/ 2181225 w 2543175"/>
              <a:gd name="connsiteY139" fmla="*/ 1590675 h 1890712"/>
              <a:gd name="connsiteX140" fmla="*/ 2200275 w 2543175"/>
              <a:gd name="connsiteY140" fmla="*/ 1607344 h 1890712"/>
              <a:gd name="connsiteX141" fmla="*/ 2207419 w 2543175"/>
              <a:gd name="connsiteY141" fmla="*/ 1612106 h 1890712"/>
              <a:gd name="connsiteX142" fmla="*/ 2216944 w 2543175"/>
              <a:gd name="connsiteY142" fmla="*/ 1619250 h 1890712"/>
              <a:gd name="connsiteX143" fmla="*/ 2247900 w 2543175"/>
              <a:gd name="connsiteY143" fmla="*/ 1643062 h 1890712"/>
              <a:gd name="connsiteX144" fmla="*/ 2281238 w 2543175"/>
              <a:gd name="connsiteY144" fmla="*/ 1674019 h 1890712"/>
              <a:gd name="connsiteX145" fmla="*/ 2312194 w 2543175"/>
              <a:gd name="connsiteY145" fmla="*/ 1702594 h 1890712"/>
              <a:gd name="connsiteX146" fmla="*/ 2369344 w 2543175"/>
              <a:gd name="connsiteY146" fmla="*/ 1757363 h 1890712"/>
              <a:gd name="connsiteX147" fmla="*/ 2428876 w 2543175"/>
              <a:gd name="connsiteY147" fmla="*/ 1785938 h 1890712"/>
              <a:gd name="connsiteX148" fmla="*/ 2469356 w 2543175"/>
              <a:gd name="connsiteY148" fmla="*/ 1816894 h 1890712"/>
              <a:gd name="connsiteX149" fmla="*/ 2514600 w 2543175"/>
              <a:gd name="connsiteY149" fmla="*/ 1850231 h 1890712"/>
              <a:gd name="connsiteX150" fmla="*/ 2519363 w 2543175"/>
              <a:gd name="connsiteY150" fmla="*/ 1857375 h 1890712"/>
              <a:gd name="connsiteX151" fmla="*/ 2540794 w 2543175"/>
              <a:gd name="connsiteY151" fmla="*/ 1883569 h 1890712"/>
              <a:gd name="connsiteX152" fmla="*/ 2543175 w 2543175"/>
              <a:gd name="connsiteY15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47650 w 2543175"/>
              <a:gd name="connsiteY22" fmla="*/ 185737 h 1890712"/>
              <a:gd name="connsiteX23" fmla="*/ 300038 w 2543175"/>
              <a:gd name="connsiteY23" fmla="*/ 219075 h 1890712"/>
              <a:gd name="connsiteX24" fmla="*/ 342900 w 2543175"/>
              <a:gd name="connsiteY24" fmla="*/ 254794 h 1890712"/>
              <a:gd name="connsiteX25" fmla="*/ 385763 w 2543175"/>
              <a:gd name="connsiteY25" fmla="*/ 283369 h 1890712"/>
              <a:gd name="connsiteX26" fmla="*/ 404813 w 2543175"/>
              <a:gd name="connsiteY26" fmla="*/ 295275 h 1890712"/>
              <a:gd name="connsiteX27" fmla="*/ 411957 w 2543175"/>
              <a:gd name="connsiteY27" fmla="*/ 297656 h 1890712"/>
              <a:gd name="connsiteX28" fmla="*/ 466725 w 2543175"/>
              <a:gd name="connsiteY28" fmla="*/ 328612 h 1890712"/>
              <a:gd name="connsiteX29" fmla="*/ 476250 w 2543175"/>
              <a:gd name="connsiteY29" fmla="*/ 335756 h 1890712"/>
              <a:gd name="connsiteX30" fmla="*/ 481013 w 2543175"/>
              <a:gd name="connsiteY30" fmla="*/ 342900 h 1890712"/>
              <a:gd name="connsiteX31" fmla="*/ 490538 w 2543175"/>
              <a:gd name="connsiteY31" fmla="*/ 352425 h 1890712"/>
              <a:gd name="connsiteX32" fmla="*/ 495300 w 2543175"/>
              <a:gd name="connsiteY32" fmla="*/ 359569 h 1890712"/>
              <a:gd name="connsiteX33" fmla="*/ 509588 w 2543175"/>
              <a:gd name="connsiteY33" fmla="*/ 376237 h 1890712"/>
              <a:gd name="connsiteX34" fmla="*/ 514350 w 2543175"/>
              <a:gd name="connsiteY34" fmla="*/ 383381 h 1890712"/>
              <a:gd name="connsiteX35" fmla="*/ 531019 w 2543175"/>
              <a:gd name="connsiteY35" fmla="*/ 397669 h 1890712"/>
              <a:gd name="connsiteX36" fmla="*/ 538163 w 2543175"/>
              <a:gd name="connsiteY36" fmla="*/ 407194 h 1890712"/>
              <a:gd name="connsiteX37" fmla="*/ 554832 w 2543175"/>
              <a:gd name="connsiteY37" fmla="*/ 421481 h 1890712"/>
              <a:gd name="connsiteX38" fmla="*/ 564357 w 2543175"/>
              <a:gd name="connsiteY38" fmla="*/ 431006 h 1890712"/>
              <a:gd name="connsiteX39" fmla="*/ 573882 w 2543175"/>
              <a:gd name="connsiteY39" fmla="*/ 438150 h 1890712"/>
              <a:gd name="connsiteX40" fmla="*/ 595313 w 2543175"/>
              <a:gd name="connsiteY40" fmla="*/ 454819 h 1890712"/>
              <a:gd name="connsiteX41" fmla="*/ 602457 w 2543175"/>
              <a:gd name="connsiteY41" fmla="*/ 457200 h 1890712"/>
              <a:gd name="connsiteX42" fmla="*/ 628650 w 2543175"/>
              <a:gd name="connsiteY42" fmla="*/ 469106 h 1890712"/>
              <a:gd name="connsiteX43" fmla="*/ 645319 w 2543175"/>
              <a:gd name="connsiteY43" fmla="*/ 483394 h 1890712"/>
              <a:gd name="connsiteX44" fmla="*/ 654844 w 2543175"/>
              <a:gd name="connsiteY44" fmla="*/ 488156 h 1890712"/>
              <a:gd name="connsiteX45" fmla="*/ 661988 w 2543175"/>
              <a:gd name="connsiteY45" fmla="*/ 497681 h 1890712"/>
              <a:gd name="connsiteX46" fmla="*/ 683419 w 2543175"/>
              <a:gd name="connsiteY46" fmla="*/ 514350 h 1890712"/>
              <a:gd name="connsiteX47" fmla="*/ 700088 w 2543175"/>
              <a:gd name="connsiteY47" fmla="*/ 526256 h 1890712"/>
              <a:gd name="connsiteX48" fmla="*/ 709613 w 2543175"/>
              <a:gd name="connsiteY48" fmla="*/ 535781 h 1890712"/>
              <a:gd name="connsiteX49" fmla="*/ 719138 w 2543175"/>
              <a:gd name="connsiteY49" fmla="*/ 542925 h 1890712"/>
              <a:gd name="connsiteX50" fmla="*/ 733425 w 2543175"/>
              <a:gd name="connsiteY50" fmla="*/ 557212 h 1890712"/>
              <a:gd name="connsiteX51" fmla="*/ 750094 w 2543175"/>
              <a:gd name="connsiteY51" fmla="*/ 569119 h 1890712"/>
              <a:gd name="connsiteX52" fmla="*/ 769144 w 2543175"/>
              <a:gd name="connsiteY52" fmla="*/ 581025 h 1890712"/>
              <a:gd name="connsiteX53" fmla="*/ 785813 w 2543175"/>
              <a:gd name="connsiteY53" fmla="*/ 590550 h 1890712"/>
              <a:gd name="connsiteX54" fmla="*/ 792957 w 2543175"/>
              <a:gd name="connsiteY54" fmla="*/ 600075 h 1890712"/>
              <a:gd name="connsiteX55" fmla="*/ 809625 w 2543175"/>
              <a:gd name="connsiteY55" fmla="*/ 611981 h 1890712"/>
              <a:gd name="connsiteX56" fmla="*/ 816769 w 2543175"/>
              <a:gd name="connsiteY56" fmla="*/ 619125 h 1890712"/>
              <a:gd name="connsiteX57" fmla="*/ 826294 w 2543175"/>
              <a:gd name="connsiteY57" fmla="*/ 626269 h 1890712"/>
              <a:gd name="connsiteX58" fmla="*/ 840582 w 2543175"/>
              <a:gd name="connsiteY58" fmla="*/ 638175 h 1890712"/>
              <a:gd name="connsiteX59" fmla="*/ 847725 w 2543175"/>
              <a:gd name="connsiteY59" fmla="*/ 645319 h 1890712"/>
              <a:gd name="connsiteX60" fmla="*/ 857250 w 2543175"/>
              <a:gd name="connsiteY60" fmla="*/ 652462 h 1890712"/>
              <a:gd name="connsiteX61" fmla="*/ 888207 w 2543175"/>
              <a:gd name="connsiteY61" fmla="*/ 676275 h 1890712"/>
              <a:gd name="connsiteX62" fmla="*/ 907257 w 2543175"/>
              <a:gd name="connsiteY62" fmla="*/ 683419 h 1890712"/>
              <a:gd name="connsiteX63" fmla="*/ 928688 w 2543175"/>
              <a:gd name="connsiteY63" fmla="*/ 695325 h 1890712"/>
              <a:gd name="connsiteX64" fmla="*/ 942975 w 2543175"/>
              <a:gd name="connsiteY64" fmla="*/ 700087 h 1890712"/>
              <a:gd name="connsiteX65" fmla="*/ 964407 w 2543175"/>
              <a:gd name="connsiteY65" fmla="*/ 716756 h 1890712"/>
              <a:gd name="connsiteX66" fmla="*/ 971550 w 2543175"/>
              <a:gd name="connsiteY66" fmla="*/ 723900 h 1890712"/>
              <a:gd name="connsiteX67" fmla="*/ 983457 w 2543175"/>
              <a:gd name="connsiteY67" fmla="*/ 733425 h 1890712"/>
              <a:gd name="connsiteX68" fmla="*/ 990600 w 2543175"/>
              <a:gd name="connsiteY68" fmla="*/ 738187 h 1890712"/>
              <a:gd name="connsiteX69" fmla="*/ 1007269 w 2543175"/>
              <a:gd name="connsiteY69" fmla="*/ 752475 h 1890712"/>
              <a:gd name="connsiteX70" fmla="*/ 1031082 w 2543175"/>
              <a:gd name="connsiteY70" fmla="*/ 766762 h 1890712"/>
              <a:gd name="connsiteX71" fmla="*/ 1042988 w 2543175"/>
              <a:gd name="connsiteY71" fmla="*/ 773906 h 1890712"/>
              <a:gd name="connsiteX72" fmla="*/ 1071563 w 2543175"/>
              <a:gd name="connsiteY72" fmla="*/ 785812 h 1890712"/>
              <a:gd name="connsiteX73" fmla="*/ 1097757 w 2543175"/>
              <a:gd name="connsiteY73" fmla="*/ 807244 h 1890712"/>
              <a:gd name="connsiteX74" fmla="*/ 1104900 w 2543175"/>
              <a:gd name="connsiteY74" fmla="*/ 814387 h 1890712"/>
              <a:gd name="connsiteX75" fmla="*/ 1121569 w 2543175"/>
              <a:gd name="connsiteY75" fmla="*/ 823912 h 1890712"/>
              <a:gd name="connsiteX76" fmla="*/ 1138238 w 2543175"/>
              <a:gd name="connsiteY76" fmla="*/ 835819 h 1890712"/>
              <a:gd name="connsiteX77" fmla="*/ 1147763 w 2543175"/>
              <a:gd name="connsiteY77" fmla="*/ 842962 h 1890712"/>
              <a:gd name="connsiteX78" fmla="*/ 1157288 w 2543175"/>
              <a:gd name="connsiteY78" fmla="*/ 847725 h 1890712"/>
              <a:gd name="connsiteX79" fmla="*/ 1178719 w 2543175"/>
              <a:gd name="connsiteY79" fmla="*/ 859631 h 1890712"/>
              <a:gd name="connsiteX80" fmla="*/ 1188244 w 2543175"/>
              <a:gd name="connsiteY80" fmla="*/ 866775 h 1890712"/>
              <a:gd name="connsiteX81" fmla="*/ 1195388 w 2543175"/>
              <a:gd name="connsiteY81" fmla="*/ 871537 h 1890712"/>
              <a:gd name="connsiteX82" fmla="*/ 1212057 w 2543175"/>
              <a:gd name="connsiteY82" fmla="*/ 883444 h 1890712"/>
              <a:gd name="connsiteX83" fmla="*/ 1226344 w 2543175"/>
              <a:gd name="connsiteY83" fmla="*/ 895350 h 1890712"/>
              <a:gd name="connsiteX84" fmla="*/ 1245394 w 2543175"/>
              <a:gd name="connsiteY84" fmla="*/ 907256 h 1890712"/>
              <a:gd name="connsiteX85" fmla="*/ 1254919 w 2543175"/>
              <a:gd name="connsiteY85" fmla="*/ 914400 h 1890712"/>
              <a:gd name="connsiteX86" fmla="*/ 1269207 w 2543175"/>
              <a:gd name="connsiteY86" fmla="*/ 921544 h 1890712"/>
              <a:gd name="connsiteX87" fmla="*/ 1290638 w 2543175"/>
              <a:gd name="connsiteY87" fmla="*/ 935831 h 1890712"/>
              <a:gd name="connsiteX88" fmla="*/ 1307307 w 2543175"/>
              <a:gd name="connsiteY88" fmla="*/ 952500 h 1890712"/>
              <a:gd name="connsiteX89" fmla="*/ 1333500 w 2543175"/>
              <a:gd name="connsiteY89" fmla="*/ 971550 h 1890712"/>
              <a:gd name="connsiteX90" fmla="*/ 1359694 w 2543175"/>
              <a:gd name="connsiteY90" fmla="*/ 990600 h 1890712"/>
              <a:gd name="connsiteX91" fmla="*/ 1385888 w 2543175"/>
              <a:gd name="connsiteY91" fmla="*/ 1021557 h 1890712"/>
              <a:gd name="connsiteX92" fmla="*/ 1435894 w 2543175"/>
              <a:gd name="connsiteY92" fmla="*/ 1054894 h 1890712"/>
              <a:gd name="connsiteX93" fmla="*/ 1497806 w 2543175"/>
              <a:gd name="connsiteY93" fmla="*/ 1104900 h 1890712"/>
              <a:gd name="connsiteX94" fmla="*/ 1559718 w 2543175"/>
              <a:gd name="connsiteY94" fmla="*/ 1154906 h 1890712"/>
              <a:gd name="connsiteX95" fmla="*/ 1595438 w 2543175"/>
              <a:gd name="connsiteY95" fmla="*/ 1181100 h 1890712"/>
              <a:gd name="connsiteX96" fmla="*/ 1628775 w 2543175"/>
              <a:gd name="connsiteY96" fmla="*/ 1207294 h 1890712"/>
              <a:gd name="connsiteX97" fmla="*/ 1662113 w 2543175"/>
              <a:gd name="connsiteY97" fmla="*/ 1231107 h 1890712"/>
              <a:gd name="connsiteX98" fmla="*/ 1700213 w 2543175"/>
              <a:gd name="connsiteY98" fmla="*/ 1247775 h 1890712"/>
              <a:gd name="connsiteX99" fmla="*/ 1712119 w 2543175"/>
              <a:gd name="connsiteY99" fmla="*/ 1259681 h 1890712"/>
              <a:gd name="connsiteX100" fmla="*/ 1733550 w 2543175"/>
              <a:gd name="connsiteY100" fmla="*/ 1273969 h 1890712"/>
              <a:gd name="connsiteX101" fmla="*/ 1743075 w 2543175"/>
              <a:gd name="connsiteY101" fmla="*/ 1283494 h 1890712"/>
              <a:gd name="connsiteX102" fmla="*/ 1754982 w 2543175"/>
              <a:gd name="connsiteY102" fmla="*/ 1290637 h 1890712"/>
              <a:gd name="connsiteX103" fmla="*/ 1766888 w 2543175"/>
              <a:gd name="connsiteY103" fmla="*/ 1300162 h 1890712"/>
              <a:gd name="connsiteX104" fmla="*/ 1783557 w 2543175"/>
              <a:gd name="connsiteY104" fmla="*/ 1307306 h 1890712"/>
              <a:gd name="connsiteX105" fmla="*/ 1790700 w 2543175"/>
              <a:gd name="connsiteY105" fmla="*/ 1312069 h 1890712"/>
              <a:gd name="connsiteX106" fmla="*/ 1800225 w 2543175"/>
              <a:gd name="connsiteY106" fmla="*/ 1319212 h 1890712"/>
              <a:gd name="connsiteX107" fmla="*/ 1807369 w 2543175"/>
              <a:gd name="connsiteY107" fmla="*/ 1321594 h 1890712"/>
              <a:gd name="connsiteX108" fmla="*/ 1824038 w 2543175"/>
              <a:gd name="connsiteY108" fmla="*/ 1333500 h 1890712"/>
              <a:gd name="connsiteX109" fmla="*/ 1843088 w 2543175"/>
              <a:gd name="connsiteY109" fmla="*/ 1352550 h 1890712"/>
              <a:gd name="connsiteX110" fmla="*/ 1852613 w 2543175"/>
              <a:gd name="connsiteY110" fmla="*/ 1359694 h 1890712"/>
              <a:gd name="connsiteX111" fmla="*/ 1859757 w 2543175"/>
              <a:gd name="connsiteY111" fmla="*/ 1366837 h 1890712"/>
              <a:gd name="connsiteX112" fmla="*/ 1869282 w 2543175"/>
              <a:gd name="connsiteY112" fmla="*/ 1371600 h 1890712"/>
              <a:gd name="connsiteX113" fmla="*/ 1883569 w 2543175"/>
              <a:gd name="connsiteY113" fmla="*/ 1388269 h 1890712"/>
              <a:gd name="connsiteX114" fmla="*/ 1893094 w 2543175"/>
              <a:gd name="connsiteY114" fmla="*/ 1395412 h 1890712"/>
              <a:gd name="connsiteX115" fmla="*/ 1902619 w 2543175"/>
              <a:gd name="connsiteY115" fmla="*/ 1404937 h 1890712"/>
              <a:gd name="connsiteX116" fmla="*/ 1912144 w 2543175"/>
              <a:gd name="connsiteY116" fmla="*/ 1409700 h 1890712"/>
              <a:gd name="connsiteX117" fmla="*/ 1931194 w 2543175"/>
              <a:gd name="connsiteY117" fmla="*/ 1421606 h 1890712"/>
              <a:gd name="connsiteX118" fmla="*/ 1935957 w 2543175"/>
              <a:gd name="connsiteY118" fmla="*/ 1428750 h 1890712"/>
              <a:gd name="connsiteX119" fmla="*/ 1952625 w 2543175"/>
              <a:gd name="connsiteY119" fmla="*/ 1438275 h 1890712"/>
              <a:gd name="connsiteX120" fmla="*/ 1971675 w 2543175"/>
              <a:gd name="connsiteY120" fmla="*/ 1450181 h 1890712"/>
              <a:gd name="connsiteX121" fmla="*/ 1981200 w 2543175"/>
              <a:gd name="connsiteY121" fmla="*/ 1454944 h 1890712"/>
              <a:gd name="connsiteX122" fmla="*/ 1997869 w 2543175"/>
              <a:gd name="connsiteY122" fmla="*/ 1471612 h 1890712"/>
              <a:gd name="connsiteX123" fmla="*/ 2007394 w 2543175"/>
              <a:gd name="connsiteY123" fmla="*/ 1478756 h 1890712"/>
              <a:gd name="connsiteX124" fmla="*/ 2016919 w 2543175"/>
              <a:gd name="connsiteY124" fmla="*/ 1483519 h 1890712"/>
              <a:gd name="connsiteX125" fmla="*/ 2024063 w 2543175"/>
              <a:gd name="connsiteY125" fmla="*/ 1490662 h 1890712"/>
              <a:gd name="connsiteX126" fmla="*/ 2033588 w 2543175"/>
              <a:gd name="connsiteY126" fmla="*/ 1495425 h 1890712"/>
              <a:gd name="connsiteX127" fmla="*/ 2040732 w 2543175"/>
              <a:gd name="connsiteY127" fmla="*/ 1502569 h 1890712"/>
              <a:gd name="connsiteX128" fmla="*/ 2047875 w 2543175"/>
              <a:gd name="connsiteY128" fmla="*/ 1507331 h 1890712"/>
              <a:gd name="connsiteX129" fmla="*/ 2057400 w 2543175"/>
              <a:gd name="connsiteY129" fmla="*/ 1514475 h 1890712"/>
              <a:gd name="connsiteX130" fmla="*/ 2064544 w 2543175"/>
              <a:gd name="connsiteY130" fmla="*/ 1519237 h 1890712"/>
              <a:gd name="connsiteX131" fmla="*/ 2071688 w 2543175"/>
              <a:gd name="connsiteY131" fmla="*/ 1526381 h 1890712"/>
              <a:gd name="connsiteX132" fmla="*/ 2081213 w 2543175"/>
              <a:gd name="connsiteY132" fmla="*/ 1531144 h 1890712"/>
              <a:gd name="connsiteX133" fmla="*/ 2090738 w 2543175"/>
              <a:gd name="connsiteY133" fmla="*/ 1538287 h 1890712"/>
              <a:gd name="connsiteX134" fmla="*/ 2109788 w 2543175"/>
              <a:gd name="connsiteY134" fmla="*/ 1547812 h 1890712"/>
              <a:gd name="connsiteX135" fmla="*/ 2131219 w 2543175"/>
              <a:gd name="connsiteY135" fmla="*/ 1562100 h 1890712"/>
              <a:gd name="connsiteX136" fmla="*/ 2140744 w 2543175"/>
              <a:gd name="connsiteY136" fmla="*/ 1566862 h 1890712"/>
              <a:gd name="connsiteX137" fmla="*/ 2152650 w 2543175"/>
              <a:gd name="connsiteY137" fmla="*/ 1576387 h 1890712"/>
              <a:gd name="connsiteX138" fmla="*/ 2181225 w 2543175"/>
              <a:gd name="connsiteY138" fmla="*/ 1590675 h 1890712"/>
              <a:gd name="connsiteX139" fmla="*/ 2200275 w 2543175"/>
              <a:gd name="connsiteY139" fmla="*/ 1607344 h 1890712"/>
              <a:gd name="connsiteX140" fmla="*/ 2207419 w 2543175"/>
              <a:gd name="connsiteY140" fmla="*/ 1612106 h 1890712"/>
              <a:gd name="connsiteX141" fmla="*/ 2216944 w 2543175"/>
              <a:gd name="connsiteY141" fmla="*/ 1619250 h 1890712"/>
              <a:gd name="connsiteX142" fmla="*/ 2247900 w 2543175"/>
              <a:gd name="connsiteY142" fmla="*/ 1643062 h 1890712"/>
              <a:gd name="connsiteX143" fmla="*/ 2281238 w 2543175"/>
              <a:gd name="connsiteY143" fmla="*/ 1674019 h 1890712"/>
              <a:gd name="connsiteX144" fmla="*/ 2312194 w 2543175"/>
              <a:gd name="connsiteY144" fmla="*/ 1702594 h 1890712"/>
              <a:gd name="connsiteX145" fmla="*/ 2369344 w 2543175"/>
              <a:gd name="connsiteY145" fmla="*/ 1757363 h 1890712"/>
              <a:gd name="connsiteX146" fmla="*/ 2428876 w 2543175"/>
              <a:gd name="connsiteY146" fmla="*/ 1785938 h 1890712"/>
              <a:gd name="connsiteX147" fmla="*/ 2469356 w 2543175"/>
              <a:gd name="connsiteY147" fmla="*/ 1816894 h 1890712"/>
              <a:gd name="connsiteX148" fmla="*/ 2514600 w 2543175"/>
              <a:gd name="connsiteY148" fmla="*/ 1850231 h 1890712"/>
              <a:gd name="connsiteX149" fmla="*/ 2519363 w 2543175"/>
              <a:gd name="connsiteY149" fmla="*/ 1857375 h 1890712"/>
              <a:gd name="connsiteX150" fmla="*/ 2540794 w 2543175"/>
              <a:gd name="connsiteY150" fmla="*/ 1883569 h 1890712"/>
              <a:gd name="connsiteX151" fmla="*/ 2543175 w 2543175"/>
              <a:gd name="connsiteY151"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47650 w 2543175"/>
              <a:gd name="connsiteY22" fmla="*/ 185737 h 1890712"/>
              <a:gd name="connsiteX23" fmla="*/ 300038 w 2543175"/>
              <a:gd name="connsiteY23" fmla="*/ 219075 h 1890712"/>
              <a:gd name="connsiteX24" fmla="*/ 342900 w 2543175"/>
              <a:gd name="connsiteY24" fmla="*/ 254794 h 1890712"/>
              <a:gd name="connsiteX25" fmla="*/ 385763 w 2543175"/>
              <a:gd name="connsiteY25" fmla="*/ 283369 h 1890712"/>
              <a:gd name="connsiteX26" fmla="*/ 404813 w 2543175"/>
              <a:gd name="connsiteY26" fmla="*/ 295275 h 1890712"/>
              <a:gd name="connsiteX27" fmla="*/ 411957 w 2543175"/>
              <a:gd name="connsiteY27" fmla="*/ 297656 h 1890712"/>
              <a:gd name="connsiteX28" fmla="*/ 466725 w 2543175"/>
              <a:gd name="connsiteY28" fmla="*/ 328612 h 1890712"/>
              <a:gd name="connsiteX29" fmla="*/ 476250 w 2543175"/>
              <a:gd name="connsiteY29" fmla="*/ 335756 h 1890712"/>
              <a:gd name="connsiteX30" fmla="*/ 481013 w 2543175"/>
              <a:gd name="connsiteY30" fmla="*/ 342900 h 1890712"/>
              <a:gd name="connsiteX31" fmla="*/ 495300 w 2543175"/>
              <a:gd name="connsiteY31" fmla="*/ 359569 h 1890712"/>
              <a:gd name="connsiteX32" fmla="*/ 509588 w 2543175"/>
              <a:gd name="connsiteY32" fmla="*/ 376237 h 1890712"/>
              <a:gd name="connsiteX33" fmla="*/ 514350 w 2543175"/>
              <a:gd name="connsiteY33" fmla="*/ 383381 h 1890712"/>
              <a:gd name="connsiteX34" fmla="*/ 531019 w 2543175"/>
              <a:gd name="connsiteY34" fmla="*/ 397669 h 1890712"/>
              <a:gd name="connsiteX35" fmla="*/ 538163 w 2543175"/>
              <a:gd name="connsiteY35" fmla="*/ 407194 h 1890712"/>
              <a:gd name="connsiteX36" fmla="*/ 554832 w 2543175"/>
              <a:gd name="connsiteY36" fmla="*/ 421481 h 1890712"/>
              <a:gd name="connsiteX37" fmla="*/ 564357 w 2543175"/>
              <a:gd name="connsiteY37" fmla="*/ 431006 h 1890712"/>
              <a:gd name="connsiteX38" fmla="*/ 573882 w 2543175"/>
              <a:gd name="connsiteY38" fmla="*/ 438150 h 1890712"/>
              <a:gd name="connsiteX39" fmla="*/ 595313 w 2543175"/>
              <a:gd name="connsiteY39" fmla="*/ 454819 h 1890712"/>
              <a:gd name="connsiteX40" fmla="*/ 602457 w 2543175"/>
              <a:gd name="connsiteY40" fmla="*/ 457200 h 1890712"/>
              <a:gd name="connsiteX41" fmla="*/ 628650 w 2543175"/>
              <a:gd name="connsiteY41" fmla="*/ 469106 h 1890712"/>
              <a:gd name="connsiteX42" fmla="*/ 645319 w 2543175"/>
              <a:gd name="connsiteY42" fmla="*/ 483394 h 1890712"/>
              <a:gd name="connsiteX43" fmla="*/ 654844 w 2543175"/>
              <a:gd name="connsiteY43" fmla="*/ 488156 h 1890712"/>
              <a:gd name="connsiteX44" fmla="*/ 661988 w 2543175"/>
              <a:gd name="connsiteY44" fmla="*/ 497681 h 1890712"/>
              <a:gd name="connsiteX45" fmla="*/ 683419 w 2543175"/>
              <a:gd name="connsiteY45" fmla="*/ 514350 h 1890712"/>
              <a:gd name="connsiteX46" fmla="*/ 700088 w 2543175"/>
              <a:gd name="connsiteY46" fmla="*/ 526256 h 1890712"/>
              <a:gd name="connsiteX47" fmla="*/ 709613 w 2543175"/>
              <a:gd name="connsiteY47" fmla="*/ 535781 h 1890712"/>
              <a:gd name="connsiteX48" fmla="*/ 719138 w 2543175"/>
              <a:gd name="connsiteY48" fmla="*/ 542925 h 1890712"/>
              <a:gd name="connsiteX49" fmla="*/ 733425 w 2543175"/>
              <a:gd name="connsiteY49" fmla="*/ 557212 h 1890712"/>
              <a:gd name="connsiteX50" fmla="*/ 750094 w 2543175"/>
              <a:gd name="connsiteY50" fmla="*/ 569119 h 1890712"/>
              <a:gd name="connsiteX51" fmla="*/ 769144 w 2543175"/>
              <a:gd name="connsiteY51" fmla="*/ 581025 h 1890712"/>
              <a:gd name="connsiteX52" fmla="*/ 785813 w 2543175"/>
              <a:gd name="connsiteY52" fmla="*/ 590550 h 1890712"/>
              <a:gd name="connsiteX53" fmla="*/ 792957 w 2543175"/>
              <a:gd name="connsiteY53" fmla="*/ 600075 h 1890712"/>
              <a:gd name="connsiteX54" fmla="*/ 809625 w 2543175"/>
              <a:gd name="connsiteY54" fmla="*/ 611981 h 1890712"/>
              <a:gd name="connsiteX55" fmla="*/ 816769 w 2543175"/>
              <a:gd name="connsiteY55" fmla="*/ 619125 h 1890712"/>
              <a:gd name="connsiteX56" fmla="*/ 826294 w 2543175"/>
              <a:gd name="connsiteY56" fmla="*/ 626269 h 1890712"/>
              <a:gd name="connsiteX57" fmla="*/ 840582 w 2543175"/>
              <a:gd name="connsiteY57" fmla="*/ 638175 h 1890712"/>
              <a:gd name="connsiteX58" fmla="*/ 847725 w 2543175"/>
              <a:gd name="connsiteY58" fmla="*/ 645319 h 1890712"/>
              <a:gd name="connsiteX59" fmla="*/ 857250 w 2543175"/>
              <a:gd name="connsiteY59" fmla="*/ 652462 h 1890712"/>
              <a:gd name="connsiteX60" fmla="*/ 888207 w 2543175"/>
              <a:gd name="connsiteY60" fmla="*/ 676275 h 1890712"/>
              <a:gd name="connsiteX61" fmla="*/ 907257 w 2543175"/>
              <a:gd name="connsiteY61" fmla="*/ 683419 h 1890712"/>
              <a:gd name="connsiteX62" fmla="*/ 928688 w 2543175"/>
              <a:gd name="connsiteY62" fmla="*/ 695325 h 1890712"/>
              <a:gd name="connsiteX63" fmla="*/ 942975 w 2543175"/>
              <a:gd name="connsiteY63" fmla="*/ 700087 h 1890712"/>
              <a:gd name="connsiteX64" fmla="*/ 964407 w 2543175"/>
              <a:gd name="connsiteY64" fmla="*/ 716756 h 1890712"/>
              <a:gd name="connsiteX65" fmla="*/ 971550 w 2543175"/>
              <a:gd name="connsiteY65" fmla="*/ 723900 h 1890712"/>
              <a:gd name="connsiteX66" fmla="*/ 983457 w 2543175"/>
              <a:gd name="connsiteY66" fmla="*/ 733425 h 1890712"/>
              <a:gd name="connsiteX67" fmla="*/ 990600 w 2543175"/>
              <a:gd name="connsiteY67" fmla="*/ 738187 h 1890712"/>
              <a:gd name="connsiteX68" fmla="*/ 1007269 w 2543175"/>
              <a:gd name="connsiteY68" fmla="*/ 752475 h 1890712"/>
              <a:gd name="connsiteX69" fmla="*/ 1031082 w 2543175"/>
              <a:gd name="connsiteY69" fmla="*/ 766762 h 1890712"/>
              <a:gd name="connsiteX70" fmla="*/ 1042988 w 2543175"/>
              <a:gd name="connsiteY70" fmla="*/ 773906 h 1890712"/>
              <a:gd name="connsiteX71" fmla="*/ 1071563 w 2543175"/>
              <a:gd name="connsiteY71" fmla="*/ 785812 h 1890712"/>
              <a:gd name="connsiteX72" fmla="*/ 1097757 w 2543175"/>
              <a:gd name="connsiteY72" fmla="*/ 807244 h 1890712"/>
              <a:gd name="connsiteX73" fmla="*/ 1104900 w 2543175"/>
              <a:gd name="connsiteY73" fmla="*/ 814387 h 1890712"/>
              <a:gd name="connsiteX74" fmla="*/ 1121569 w 2543175"/>
              <a:gd name="connsiteY74" fmla="*/ 823912 h 1890712"/>
              <a:gd name="connsiteX75" fmla="*/ 1138238 w 2543175"/>
              <a:gd name="connsiteY75" fmla="*/ 835819 h 1890712"/>
              <a:gd name="connsiteX76" fmla="*/ 1147763 w 2543175"/>
              <a:gd name="connsiteY76" fmla="*/ 842962 h 1890712"/>
              <a:gd name="connsiteX77" fmla="*/ 1157288 w 2543175"/>
              <a:gd name="connsiteY77" fmla="*/ 847725 h 1890712"/>
              <a:gd name="connsiteX78" fmla="*/ 1178719 w 2543175"/>
              <a:gd name="connsiteY78" fmla="*/ 859631 h 1890712"/>
              <a:gd name="connsiteX79" fmla="*/ 1188244 w 2543175"/>
              <a:gd name="connsiteY79" fmla="*/ 866775 h 1890712"/>
              <a:gd name="connsiteX80" fmla="*/ 1195388 w 2543175"/>
              <a:gd name="connsiteY80" fmla="*/ 871537 h 1890712"/>
              <a:gd name="connsiteX81" fmla="*/ 1212057 w 2543175"/>
              <a:gd name="connsiteY81" fmla="*/ 883444 h 1890712"/>
              <a:gd name="connsiteX82" fmla="*/ 1226344 w 2543175"/>
              <a:gd name="connsiteY82" fmla="*/ 895350 h 1890712"/>
              <a:gd name="connsiteX83" fmla="*/ 1245394 w 2543175"/>
              <a:gd name="connsiteY83" fmla="*/ 907256 h 1890712"/>
              <a:gd name="connsiteX84" fmla="*/ 1254919 w 2543175"/>
              <a:gd name="connsiteY84" fmla="*/ 914400 h 1890712"/>
              <a:gd name="connsiteX85" fmla="*/ 1269207 w 2543175"/>
              <a:gd name="connsiteY85" fmla="*/ 921544 h 1890712"/>
              <a:gd name="connsiteX86" fmla="*/ 1290638 w 2543175"/>
              <a:gd name="connsiteY86" fmla="*/ 935831 h 1890712"/>
              <a:gd name="connsiteX87" fmla="*/ 1307307 w 2543175"/>
              <a:gd name="connsiteY87" fmla="*/ 952500 h 1890712"/>
              <a:gd name="connsiteX88" fmla="*/ 1333500 w 2543175"/>
              <a:gd name="connsiteY88" fmla="*/ 971550 h 1890712"/>
              <a:gd name="connsiteX89" fmla="*/ 1359694 w 2543175"/>
              <a:gd name="connsiteY89" fmla="*/ 990600 h 1890712"/>
              <a:gd name="connsiteX90" fmla="*/ 1385888 w 2543175"/>
              <a:gd name="connsiteY90" fmla="*/ 1021557 h 1890712"/>
              <a:gd name="connsiteX91" fmla="*/ 1435894 w 2543175"/>
              <a:gd name="connsiteY91" fmla="*/ 1054894 h 1890712"/>
              <a:gd name="connsiteX92" fmla="*/ 1497806 w 2543175"/>
              <a:gd name="connsiteY92" fmla="*/ 1104900 h 1890712"/>
              <a:gd name="connsiteX93" fmla="*/ 1559718 w 2543175"/>
              <a:gd name="connsiteY93" fmla="*/ 1154906 h 1890712"/>
              <a:gd name="connsiteX94" fmla="*/ 1595438 w 2543175"/>
              <a:gd name="connsiteY94" fmla="*/ 1181100 h 1890712"/>
              <a:gd name="connsiteX95" fmla="*/ 1628775 w 2543175"/>
              <a:gd name="connsiteY95" fmla="*/ 1207294 h 1890712"/>
              <a:gd name="connsiteX96" fmla="*/ 1662113 w 2543175"/>
              <a:gd name="connsiteY96" fmla="*/ 1231107 h 1890712"/>
              <a:gd name="connsiteX97" fmla="*/ 1700213 w 2543175"/>
              <a:gd name="connsiteY97" fmla="*/ 1247775 h 1890712"/>
              <a:gd name="connsiteX98" fmla="*/ 1712119 w 2543175"/>
              <a:gd name="connsiteY98" fmla="*/ 1259681 h 1890712"/>
              <a:gd name="connsiteX99" fmla="*/ 1733550 w 2543175"/>
              <a:gd name="connsiteY99" fmla="*/ 1273969 h 1890712"/>
              <a:gd name="connsiteX100" fmla="*/ 1743075 w 2543175"/>
              <a:gd name="connsiteY100" fmla="*/ 1283494 h 1890712"/>
              <a:gd name="connsiteX101" fmla="*/ 1754982 w 2543175"/>
              <a:gd name="connsiteY101" fmla="*/ 1290637 h 1890712"/>
              <a:gd name="connsiteX102" fmla="*/ 1766888 w 2543175"/>
              <a:gd name="connsiteY102" fmla="*/ 1300162 h 1890712"/>
              <a:gd name="connsiteX103" fmla="*/ 1783557 w 2543175"/>
              <a:gd name="connsiteY103" fmla="*/ 1307306 h 1890712"/>
              <a:gd name="connsiteX104" fmla="*/ 1790700 w 2543175"/>
              <a:gd name="connsiteY104" fmla="*/ 1312069 h 1890712"/>
              <a:gd name="connsiteX105" fmla="*/ 1800225 w 2543175"/>
              <a:gd name="connsiteY105" fmla="*/ 1319212 h 1890712"/>
              <a:gd name="connsiteX106" fmla="*/ 1807369 w 2543175"/>
              <a:gd name="connsiteY106" fmla="*/ 1321594 h 1890712"/>
              <a:gd name="connsiteX107" fmla="*/ 1824038 w 2543175"/>
              <a:gd name="connsiteY107" fmla="*/ 1333500 h 1890712"/>
              <a:gd name="connsiteX108" fmla="*/ 1843088 w 2543175"/>
              <a:gd name="connsiteY108" fmla="*/ 1352550 h 1890712"/>
              <a:gd name="connsiteX109" fmla="*/ 1852613 w 2543175"/>
              <a:gd name="connsiteY109" fmla="*/ 1359694 h 1890712"/>
              <a:gd name="connsiteX110" fmla="*/ 1859757 w 2543175"/>
              <a:gd name="connsiteY110" fmla="*/ 1366837 h 1890712"/>
              <a:gd name="connsiteX111" fmla="*/ 1869282 w 2543175"/>
              <a:gd name="connsiteY111" fmla="*/ 1371600 h 1890712"/>
              <a:gd name="connsiteX112" fmla="*/ 1883569 w 2543175"/>
              <a:gd name="connsiteY112" fmla="*/ 1388269 h 1890712"/>
              <a:gd name="connsiteX113" fmla="*/ 1893094 w 2543175"/>
              <a:gd name="connsiteY113" fmla="*/ 1395412 h 1890712"/>
              <a:gd name="connsiteX114" fmla="*/ 1902619 w 2543175"/>
              <a:gd name="connsiteY114" fmla="*/ 1404937 h 1890712"/>
              <a:gd name="connsiteX115" fmla="*/ 1912144 w 2543175"/>
              <a:gd name="connsiteY115" fmla="*/ 1409700 h 1890712"/>
              <a:gd name="connsiteX116" fmla="*/ 1931194 w 2543175"/>
              <a:gd name="connsiteY116" fmla="*/ 1421606 h 1890712"/>
              <a:gd name="connsiteX117" fmla="*/ 1935957 w 2543175"/>
              <a:gd name="connsiteY117" fmla="*/ 1428750 h 1890712"/>
              <a:gd name="connsiteX118" fmla="*/ 1952625 w 2543175"/>
              <a:gd name="connsiteY118" fmla="*/ 1438275 h 1890712"/>
              <a:gd name="connsiteX119" fmla="*/ 1971675 w 2543175"/>
              <a:gd name="connsiteY119" fmla="*/ 1450181 h 1890712"/>
              <a:gd name="connsiteX120" fmla="*/ 1981200 w 2543175"/>
              <a:gd name="connsiteY120" fmla="*/ 1454944 h 1890712"/>
              <a:gd name="connsiteX121" fmla="*/ 1997869 w 2543175"/>
              <a:gd name="connsiteY121" fmla="*/ 1471612 h 1890712"/>
              <a:gd name="connsiteX122" fmla="*/ 2007394 w 2543175"/>
              <a:gd name="connsiteY122" fmla="*/ 1478756 h 1890712"/>
              <a:gd name="connsiteX123" fmla="*/ 2016919 w 2543175"/>
              <a:gd name="connsiteY123" fmla="*/ 1483519 h 1890712"/>
              <a:gd name="connsiteX124" fmla="*/ 2024063 w 2543175"/>
              <a:gd name="connsiteY124" fmla="*/ 1490662 h 1890712"/>
              <a:gd name="connsiteX125" fmla="*/ 2033588 w 2543175"/>
              <a:gd name="connsiteY125" fmla="*/ 1495425 h 1890712"/>
              <a:gd name="connsiteX126" fmla="*/ 2040732 w 2543175"/>
              <a:gd name="connsiteY126" fmla="*/ 1502569 h 1890712"/>
              <a:gd name="connsiteX127" fmla="*/ 2047875 w 2543175"/>
              <a:gd name="connsiteY127" fmla="*/ 1507331 h 1890712"/>
              <a:gd name="connsiteX128" fmla="*/ 2057400 w 2543175"/>
              <a:gd name="connsiteY128" fmla="*/ 1514475 h 1890712"/>
              <a:gd name="connsiteX129" fmla="*/ 2064544 w 2543175"/>
              <a:gd name="connsiteY129" fmla="*/ 1519237 h 1890712"/>
              <a:gd name="connsiteX130" fmla="*/ 2071688 w 2543175"/>
              <a:gd name="connsiteY130" fmla="*/ 1526381 h 1890712"/>
              <a:gd name="connsiteX131" fmla="*/ 2081213 w 2543175"/>
              <a:gd name="connsiteY131" fmla="*/ 1531144 h 1890712"/>
              <a:gd name="connsiteX132" fmla="*/ 2090738 w 2543175"/>
              <a:gd name="connsiteY132" fmla="*/ 1538287 h 1890712"/>
              <a:gd name="connsiteX133" fmla="*/ 2109788 w 2543175"/>
              <a:gd name="connsiteY133" fmla="*/ 1547812 h 1890712"/>
              <a:gd name="connsiteX134" fmla="*/ 2131219 w 2543175"/>
              <a:gd name="connsiteY134" fmla="*/ 1562100 h 1890712"/>
              <a:gd name="connsiteX135" fmla="*/ 2140744 w 2543175"/>
              <a:gd name="connsiteY135" fmla="*/ 1566862 h 1890712"/>
              <a:gd name="connsiteX136" fmla="*/ 2152650 w 2543175"/>
              <a:gd name="connsiteY136" fmla="*/ 1576387 h 1890712"/>
              <a:gd name="connsiteX137" fmla="*/ 2181225 w 2543175"/>
              <a:gd name="connsiteY137" fmla="*/ 1590675 h 1890712"/>
              <a:gd name="connsiteX138" fmla="*/ 2200275 w 2543175"/>
              <a:gd name="connsiteY138" fmla="*/ 1607344 h 1890712"/>
              <a:gd name="connsiteX139" fmla="*/ 2207419 w 2543175"/>
              <a:gd name="connsiteY139" fmla="*/ 1612106 h 1890712"/>
              <a:gd name="connsiteX140" fmla="*/ 2216944 w 2543175"/>
              <a:gd name="connsiteY140" fmla="*/ 1619250 h 1890712"/>
              <a:gd name="connsiteX141" fmla="*/ 2247900 w 2543175"/>
              <a:gd name="connsiteY141" fmla="*/ 1643062 h 1890712"/>
              <a:gd name="connsiteX142" fmla="*/ 2281238 w 2543175"/>
              <a:gd name="connsiteY142" fmla="*/ 1674019 h 1890712"/>
              <a:gd name="connsiteX143" fmla="*/ 2312194 w 2543175"/>
              <a:gd name="connsiteY143" fmla="*/ 1702594 h 1890712"/>
              <a:gd name="connsiteX144" fmla="*/ 2369344 w 2543175"/>
              <a:gd name="connsiteY144" fmla="*/ 1757363 h 1890712"/>
              <a:gd name="connsiteX145" fmla="*/ 2428876 w 2543175"/>
              <a:gd name="connsiteY145" fmla="*/ 1785938 h 1890712"/>
              <a:gd name="connsiteX146" fmla="*/ 2469356 w 2543175"/>
              <a:gd name="connsiteY146" fmla="*/ 1816894 h 1890712"/>
              <a:gd name="connsiteX147" fmla="*/ 2514600 w 2543175"/>
              <a:gd name="connsiteY147" fmla="*/ 1850231 h 1890712"/>
              <a:gd name="connsiteX148" fmla="*/ 2519363 w 2543175"/>
              <a:gd name="connsiteY148" fmla="*/ 1857375 h 1890712"/>
              <a:gd name="connsiteX149" fmla="*/ 2540794 w 2543175"/>
              <a:gd name="connsiteY149" fmla="*/ 1883569 h 1890712"/>
              <a:gd name="connsiteX150" fmla="*/ 2543175 w 2543175"/>
              <a:gd name="connsiteY15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47650 w 2543175"/>
              <a:gd name="connsiteY22" fmla="*/ 185737 h 1890712"/>
              <a:gd name="connsiteX23" fmla="*/ 300038 w 2543175"/>
              <a:gd name="connsiteY23" fmla="*/ 219075 h 1890712"/>
              <a:gd name="connsiteX24" fmla="*/ 342900 w 2543175"/>
              <a:gd name="connsiteY24" fmla="*/ 254794 h 1890712"/>
              <a:gd name="connsiteX25" fmla="*/ 385763 w 2543175"/>
              <a:gd name="connsiteY25" fmla="*/ 283369 h 1890712"/>
              <a:gd name="connsiteX26" fmla="*/ 404813 w 2543175"/>
              <a:gd name="connsiteY26" fmla="*/ 295275 h 1890712"/>
              <a:gd name="connsiteX27" fmla="*/ 411957 w 2543175"/>
              <a:gd name="connsiteY27" fmla="*/ 297656 h 1890712"/>
              <a:gd name="connsiteX28" fmla="*/ 466725 w 2543175"/>
              <a:gd name="connsiteY28" fmla="*/ 328612 h 1890712"/>
              <a:gd name="connsiteX29" fmla="*/ 476250 w 2543175"/>
              <a:gd name="connsiteY29" fmla="*/ 335756 h 1890712"/>
              <a:gd name="connsiteX30" fmla="*/ 495300 w 2543175"/>
              <a:gd name="connsiteY30" fmla="*/ 359569 h 1890712"/>
              <a:gd name="connsiteX31" fmla="*/ 509588 w 2543175"/>
              <a:gd name="connsiteY31" fmla="*/ 376237 h 1890712"/>
              <a:gd name="connsiteX32" fmla="*/ 514350 w 2543175"/>
              <a:gd name="connsiteY32" fmla="*/ 383381 h 1890712"/>
              <a:gd name="connsiteX33" fmla="*/ 531019 w 2543175"/>
              <a:gd name="connsiteY33" fmla="*/ 397669 h 1890712"/>
              <a:gd name="connsiteX34" fmla="*/ 538163 w 2543175"/>
              <a:gd name="connsiteY34" fmla="*/ 407194 h 1890712"/>
              <a:gd name="connsiteX35" fmla="*/ 554832 w 2543175"/>
              <a:gd name="connsiteY35" fmla="*/ 421481 h 1890712"/>
              <a:gd name="connsiteX36" fmla="*/ 564357 w 2543175"/>
              <a:gd name="connsiteY36" fmla="*/ 431006 h 1890712"/>
              <a:gd name="connsiteX37" fmla="*/ 573882 w 2543175"/>
              <a:gd name="connsiteY37" fmla="*/ 438150 h 1890712"/>
              <a:gd name="connsiteX38" fmla="*/ 595313 w 2543175"/>
              <a:gd name="connsiteY38" fmla="*/ 454819 h 1890712"/>
              <a:gd name="connsiteX39" fmla="*/ 602457 w 2543175"/>
              <a:gd name="connsiteY39" fmla="*/ 457200 h 1890712"/>
              <a:gd name="connsiteX40" fmla="*/ 628650 w 2543175"/>
              <a:gd name="connsiteY40" fmla="*/ 469106 h 1890712"/>
              <a:gd name="connsiteX41" fmla="*/ 645319 w 2543175"/>
              <a:gd name="connsiteY41" fmla="*/ 483394 h 1890712"/>
              <a:gd name="connsiteX42" fmla="*/ 654844 w 2543175"/>
              <a:gd name="connsiteY42" fmla="*/ 488156 h 1890712"/>
              <a:gd name="connsiteX43" fmla="*/ 661988 w 2543175"/>
              <a:gd name="connsiteY43" fmla="*/ 497681 h 1890712"/>
              <a:gd name="connsiteX44" fmla="*/ 683419 w 2543175"/>
              <a:gd name="connsiteY44" fmla="*/ 514350 h 1890712"/>
              <a:gd name="connsiteX45" fmla="*/ 700088 w 2543175"/>
              <a:gd name="connsiteY45" fmla="*/ 526256 h 1890712"/>
              <a:gd name="connsiteX46" fmla="*/ 709613 w 2543175"/>
              <a:gd name="connsiteY46" fmla="*/ 535781 h 1890712"/>
              <a:gd name="connsiteX47" fmla="*/ 719138 w 2543175"/>
              <a:gd name="connsiteY47" fmla="*/ 542925 h 1890712"/>
              <a:gd name="connsiteX48" fmla="*/ 733425 w 2543175"/>
              <a:gd name="connsiteY48" fmla="*/ 557212 h 1890712"/>
              <a:gd name="connsiteX49" fmla="*/ 750094 w 2543175"/>
              <a:gd name="connsiteY49" fmla="*/ 569119 h 1890712"/>
              <a:gd name="connsiteX50" fmla="*/ 769144 w 2543175"/>
              <a:gd name="connsiteY50" fmla="*/ 581025 h 1890712"/>
              <a:gd name="connsiteX51" fmla="*/ 785813 w 2543175"/>
              <a:gd name="connsiteY51" fmla="*/ 590550 h 1890712"/>
              <a:gd name="connsiteX52" fmla="*/ 792957 w 2543175"/>
              <a:gd name="connsiteY52" fmla="*/ 600075 h 1890712"/>
              <a:gd name="connsiteX53" fmla="*/ 809625 w 2543175"/>
              <a:gd name="connsiteY53" fmla="*/ 611981 h 1890712"/>
              <a:gd name="connsiteX54" fmla="*/ 816769 w 2543175"/>
              <a:gd name="connsiteY54" fmla="*/ 619125 h 1890712"/>
              <a:gd name="connsiteX55" fmla="*/ 826294 w 2543175"/>
              <a:gd name="connsiteY55" fmla="*/ 626269 h 1890712"/>
              <a:gd name="connsiteX56" fmla="*/ 840582 w 2543175"/>
              <a:gd name="connsiteY56" fmla="*/ 638175 h 1890712"/>
              <a:gd name="connsiteX57" fmla="*/ 847725 w 2543175"/>
              <a:gd name="connsiteY57" fmla="*/ 645319 h 1890712"/>
              <a:gd name="connsiteX58" fmla="*/ 857250 w 2543175"/>
              <a:gd name="connsiteY58" fmla="*/ 652462 h 1890712"/>
              <a:gd name="connsiteX59" fmla="*/ 888207 w 2543175"/>
              <a:gd name="connsiteY59" fmla="*/ 676275 h 1890712"/>
              <a:gd name="connsiteX60" fmla="*/ 907257 w 2543175"/>
              <a:gd name="connsiteY60" fmla="*/ 683419 h 1890712"/>
              <a:gd name="connsiteX61" fmla="*/ 928688 w 2543175"/>
              <a:gd name="connsiteY61" fmla="*/ 695325 h 1890712"/>
              <a:gd name="connsiteX62" fmla="*/ 942975 w 2543175"/>
              <a:gd name="connsiteY62" fmla="*/ 700087 h 1890712"/>
              <a:gd name="connsiteX63" fmla="*/ 964407 w 2543175"/>
              <a:gd name="connsiteY63" fmla="*/ 716756 h 1890712"/>
              <a:gd name="connsiteX64" fmla="*/ 971550 w 2543175"/>
              <a:gd name="connsiteY64" fmla="*/ 723900 h 1890712"/>
              <a:gd name="connsiteX65" fmla="*/ 983457 w 2543175"/>
              <a:gd name="connsiteY65" fmla="*/ 733425 h 1890712"/>
              <a:gd name="connsiteX66" fmla="*/ 990600 w 2543175"/>
              <a:gd name="connsiteY66" fmla="*/ 738187 h 1890712"/>
              <a:gd name="connsiteX67" fmla="*/ 1007269 w 2543175"/>
              <a:gd name="connsiteY67" fmla="*/ 752475 h 1890712"/>
              <a:gd name="connsiteX68" fmla="*/ 1031082 w 2543175"/>
              <a:gd name="connsiteY68" fmla="*/ 766762 h 1890712"/>
              <a:gd name="connsiteX69" fmla="*/ 1042988 w 2543175"/>
              <a:gd name="connsiteY69" fmla="*/ 773906 h 1890712"/>
              <a:gd name="connsiteX70" fmla="*/ 1071563 w 2543175"/>
              <a:gd name="connsiteY70" fmla="*/ 785812 h 1890712"/>
              <a:gd name="connsiteX71" fmla="*/ 1097757 w 2543175"/>
              <a:gd name="connsiteY71" fmla="*/ 807244 h 1890712"/>
              <a:gd name="connsiteX72" fmla="*/ 1104900 w 2543175"/>
              <a:gd name="connsiteY72" fmla="*/ 814387 h 1890712"/>
              <a:gd name="connsiteX73" fmla="*/ 1121569 w 2543175"/>
              <a:gd name="connsiteY73" fmla="*/ 823912 h 1890712"/>
              <a:gd name="connsiteX74" fmla="*/ 1138238 w 2543175"/>
              <a:gd name="connsiteY74" fmla="*/ 835819 h 1890712"/>
              <a:gd name="connsiteX75" fmla="*/ 1147763 w 2543175"/>
              <a:gd name="connsiteY75" fmla="*/ 842962 h 1890712"/>
              <a:gd name="connsiteX76" fmla="*/ 1157288 w 2543175"/>
              <a:gd name="connsiteY76" fmla="*/ 847725 h 1890712"/>
              <a:gd name="connsiteX77" fmla="*/ 1178719 w 2543175"/>
              <a:gd name="connsiteY77" fmla="*/ 859631 h 1890712"/>
              <a:gd name="connsiteX78" fmla="*/ 1188244 w 2543175"/>
              <a:gd name="connsiteY78" fmla="*/ 866775 h 1890712"/>
              <a:gd name="connsiteX79" fmla="*/ 1195388 w 2543175"/>
              <a:gd name="connsiteY79" fmla="*/ 871537 h 1890712"/>
              <a:gd name="connsiteX80" fmla="*/ 1212057 w 2543175"/>
              <a:gd name="connsiteY80" fmla="*/ 883444 h 1890712"/>
              <a:gd name="connsiteX81" fmla="*/ 1226344 w 2543175"/>
              <a:gd name="connsiteY81" fmla="*/ 895350 h 1890712"/>
              <a:gd name="connsiteX82" fmla="*/ 1245394 w 2543175"/>
              <a:gd name="connsiteY82" fmla="*/ 907256 h 1890712"/>
              <a:gd name="connsiteX83" fmla="*/ 1254919 w 2543175"/>
              <a:gd name="connsiteY83" fmla="*/ 914400 h 1890712"/>
              <a:gd name="connsiteX84" fmla="*/ 1269207 w 2543175"/>
              <a:gd name="connsiteY84" fmla="*/ 921544 h 1890712"/>
              <a:gd name="connsiteX85" fmla="*/ 1290638 w 2543175"/>
              <a:gd name="connsiteY85" fmla="*/ 935831 h 1890712"/>
              <a:gd name="connsiteX86" fmla="*/ 1307307 w 2543175"/>
              <a:gd name="connsiteY86" fmla="*/ 952500 h 1890712"/>
              <a:gd name="connsiteX87" fmla="*/ 1333500 w 2543175"/>
              <a:gd name="connsiteY87" fmla="*/ 971550 h 1890712"/>
              <a:gd name="connsiteX88" fmla="*/ 1359694 w 2543175"/>
              <a:gd name="connsiteY88" fmla="*/ 990600 h 1890712"/>
              <a:gd name="connsiteX89" fmla="*/ 1385888 w 2543175"/>
              <a:gd name="connsiteY89" fmla="*/ 1021557 h 1890712"/>
              <a:gd name="connsiteX90" fmla="*/ 1435894 w 2543175"/>
              <a:gd name="connsiteY90" fmla="*/ 1054894 h 1890712"/>
              <a:gd name="connsiteX91" fmla="*/ 1497806 w 2543175"/>
              <a:gd name="connsiteY91" fmla="*/ 1104900 h 1890712"/>
              <a:gd name="connsiteX92" fmla="*/ 1559718 w 2543175"/>
              <a:gd name="connsiteY92" fmla="*/ 1154906 h 1890712"/>
              <a:gd name="connsiteX93" fmla="*/ 1595438 w 2543175"/>
              <a:gd name="connsiteY93" fmla="*/ 1181100 h 1890712"/>
              <a:gd name="connsiteX94" fmla="*/ 1628775 w 2543175"/>
              <a:gd name="connsiteY94" fmla="*/ 1207294 h 1890712"/>
              <a:gd name="connsiteX95" fmla="*/ 1662113 w 2543175"/>
              <a:gd name="connsiteY95" fmla="*/ 1231107 h 1890712"/>
              <a:gd name="connsiteX96" fmla="*/ 1700213 w 2543175"/>
              <a:gd name="connsiteY96" fmla="*/ 1247775 h 1890712"/>
              <a:gd name="connsiteX97" fmla="*/ 1712119 w 2543175"/>
              <a:gd name="connsiteY97" fmla="*/ 1259681 h 1890712"/>
              <a:gd name="connsiteX98" fmla="*/ 1733550 w 2543175"/>
              <a:gd name="connsiteY98" fmla="*/ 1273969 h 1890712"/>
              <a:gd name="connsiteX99" fmla="*/ 1743075 w 2543175"/>
              <a:gd name="connsiteY99" fmla="*/ 1283494 h 1890712"/>
              <a:gd name="connsiteX100" fmla="*/ 1754982 w 2543175"/>
              <a:gd name="connsiteY100" fmla="*/ 1290637 h 1890712"/>
              <a:gd name="connsiteX101" fmla="*/ 1766888 w 2543175"/>
              <a:gd name="connsiteY101" fmla="*/ 1300162 h 1890712"/>
              <a:gd name="connsiteX102" fmla="*/ 1783557 w 2543175"/>
              <a:gd name="connsiteY102" fmla="*/ 1307306 h 1890712"/>
              <a:gd name="connsiteX103" fmla="*/ 1790700 w 2543175"/>
              <a:gd name="connsiteY103" fmla="*/ 1312069 h 1890712"/>
              <a:gd name="connsiteX104" fmla="*/ 1800225 w 2543175"/>
              <a:gd name="connsiteY104" fmla="*/ 1319212 h 1890712"/>
              <a:gd name="connsiteX105" fmla="*/ 1807369 w 2543175"/>
              <a:gd name="connsiteY105" fmla="*/ 1321594 h 1890712"/>
              <a:gd name="connsiteX106" fmla="*/ 1824038 w 2543175"/>
              <a:gd name="connsiteY106" fmla="*/ 1333500 h 1890712"/>
              <a:gd name="connsiteX107" fmla="*/ 1843088 w 2543175"/>
              <a:gd name="connsiteY107" fmla="*/ 1352550 h 1890712"/>
              <a:gd name="connsiteX108" fmla="*/ 1852613 w 2543175"/>
              <a:gd name="connsiteY108" fmla="*/ 1359694 h 1890712"/>
              <a:gd name="connsiteX109" fmla="*/ 1859757 w 2543175"/>
              <a:gd name="connsiteY109" fmla="*/ 1366837 h 1890712"/>
              <a:gd name="connsiteX110" fmla="*/ 1869282 w 2543175"/>
              <a:gd name="connsiteY110" fmla="*/ 1371600 h 1890712"/>
              <a:gd name="connsiteX111" fmla="*/ 1883569 w 2543175"/>
              <a:gd name="connsiteY111" fmla="*/ 1388269 h 1890712"/>
              <a:gd name="connsiteX112" fmla="*/ 1893094 w 2543175"/>
              <a:gd name="connsiteY112" fmla="*/ 1395412 h 1890712"/>
              <a:gd name="connsiteX113" fmla="*/ 1902619 w 2543175"/>
              <a:gd name="connsiteY113" fmla="*/ 1404937 h 1890712"/>
              <a:gd name="connsiteX114" fmla="*/ 1912144 w 2543175"/>
              <a:gd name="connsiteY114" fmla="*/ 1409700 h 1890712"/>
              <a:gd name="connsiteX115" fmla="*/ 1931194 w 2543175"/>
              <a:gd name="connsiteY115" fmla="*/ 1421606 h 1890712"/>
              <a:gd name="connsiteX116" fmla="*/ 1935957 w 2543175"/>
              <a:gd name="connsiteY116" fmla="*/ 1428750 h 1890712"/>
              <a:gd name="connsiteX117" fmla="*/ 1952625 w 2543175"/>
              <a:gd name="connsiteY117" fmla="*/ 1438275 h 1890712"/>
              <a:gd name="connsiteX118" fmla="*/ 1971675 w 2543175"/>
              <a:gd name="connsiteY118" fmla="*/ 1450181 h 1890712"/>
              <a:gd name="connsiteX119" fmla="*/ 1981200 w 2543175"/>
              <a:gd name="connsiteY119" fmla="*/ 1454944 h 1890712"/>
              <a:gd name="connsiteX120" fmla="*/ 1997869 w 2543175"/>
              <a:gd name="connsiteY120" fmla="*/ 1471612 h 1890712"/>
              <a:gd name="connsiteX121" fmla="*/ 2007394 w 2543175"/>
              <a:gd name="connsiteY121" fmla="*/ 1478756 h 1890712"/>
              <a:gd name="connsiteX122" fmla="*/ 2016919 w 2543175"/>
              <a:gd name="connsiteY122" fmla="*/ 1483519 h 1890712"/>
              <a:gd name="connsiteX123" fmla="*/ 2024063 w 2543175"/>
              <a:gd name="connsiteY123" fmla="*/ 1490662 h 1890712"/>
              <a:gd name="connsiteX124" fmla="*/ 2033588 w 2543175"/>
              <a:gd name="connsiteY124" fmla="*/ 1495425 h 1890712"/>
              <a:gd name="connsiteX125" fmla="*/ 2040732 w 2543175"/>
              <a:gd name="connsiteY125" fmla="*/ 1502569 h 1890712"/>
              <a:gd name="connsiteX126" fmla="*/ 2047875 w 2543175"/>
              <a:gd name="connsiteY126" fmla="*/ 1507331 h 1890712"/>
              <a:gd name="connsiteX127" fmla="*/ 2057400 w 2543175"/>
              <a:gd name="connsiteY127" fmla="*/ 1514475 h 1890712"/>
              <a:gd name="connsiteX128" fmla="*/ 2064544 w 2543175"/>
              <a:gd name="connsiteY128" fmla="*/ 1519237 h 1890712"/>
              <a:gd name="connsiteX129" fmla="*/ 2071688 w 2543175"/>
              <a:gd name="connsiteY129" fmla="*/ 1526381 h 1890712"/>
              <a:gd name="connsiteX130" fmla="*/ 2081213 w 2543175"/>
              <a:gd name="connsiteY130" fmla="*/ 1531144 h 1890712"/>
              <a:gd name="connsiteX131" fmla="*/ 2090738 w 2543175"/>
              <a:gd name="connsiteY131" fmla="*/ 1538287 h 1890712"/>
              <a:gd name="connsiteX132" fmla="*/ 2109788 w 2543175"/>
              <a:gd name="connsiteY132" fmla="*/ 1547812 h 1890712"/>
              <a:gd name="connsiteX133" fmla="*/ 2131219 w 2543175"/>
              <a:gd name="connsiteY133" fmla="*/ 1562100 h 1890712"/>
              <a:gd name="connsiteX134" fmla="*/ 2140744 w 2543175"/>
              <a:gd name="connsiteY134" fmla="*/ 1566862 h 1890712"/>
              <a:gd name="connsiteX135" fmla="*/ 2152650 w 2543175"/>
              <a:gd name="connsiteY135" fmla="*/ 1576387 h 1890712"/>
              <a:gd name="connsiteX136" fmla="*/ 2181225 w 2543175"/>
              <a:gd name="connsiteY136" fmla="*/ 1590675 h 1890712"/>
              <a:gd name="connsiteX137" fmla="*/ 2200275 w 2543175"/>
              <a:gd name="connsiteY137" fmla="*/ 1607344 h 1890712"/>
              <a:gd name="connsiteX138" fmla="*/ 2207419 w 2543175"/>
              <a:gd name="connsiteY138" fmla="*/ 1612106 h 1890712"/>
              <a:gd name="connsiteX139" fmla="*/ 2216944 w 2543175"/>
              <a:gd name="connsiteY139" fmla="*/ 1619250 h 1890712"/>
              <a:gd name="connsiteX140" fmla="*/ 2247900 w 2543175"/>
              <a:gd name="connsiteY140" fmla="*/ 1643062 h 1890712"/>
              <a:gd name="connsiteX141" fmla="*/ 2281238 w 2543175"/>
              <a:gd name="connsiteY141" fmla="*/ 1674019 h 1890712"/>
              <a:gd name="connsiteX142" fmla="*/ 2312194 w 2543175"/>
              <a:gd name="connsiteY142" fmla="*/ 1702594 h 1890712"/>
              <a:gd name="connsiteX143" fmla="*/ 2369344 w 2543175"/>
              <a:gd name="connsiteY143" fmla="*/ 1757363 h 1890712"/>
              <a:gd name="connsiteX144" fmla="*/ 2428876 w 2543175"/>
              <a:gd name="connsiteY144" fmla="*/ 1785938 h 1890712"/>
              <a:gd name="connsiteX145" fmla="*/ 2469356 w 2543175"/>
              <a:gd name="connsiteY145" fmla="*/ 1816894 h 1890712"/>
              <a:gd name="connsiteX146" fmla="*/ 2514600 w 2543175"/>
              <a:gd name="connsiteY146" fmla="*/ 1850231 h 1890712"/>
              <a:gd name="connsiteX147" fmla="*/ 2519363 w 2543175"/>
              <a:gd name="connsiteY147" fmla="*/ 1857375 h 1890712"/>
              <a:gd name="connsiteX148" fmla="*/ 2540794 w 2543175"/>
              <a:gd name="connsiteY148" fmla="*/ 1883569 h 1890712"/>
              <a:gd name="connsiteX149" fmla="*/ 2543175 w 2543175"/>
              <a:gd name="connsiteY14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47650 w 2543175"/>
              <a:gd name="connsiteY22" fmla="*/ 185737 h 1890712"/>
              <a:gd name="connsiteX23" fmla="*/ 300038 w 2543175"/>
              <a:gd name="connsiteY23" fmla="*/ 219075 h 1890712"/>
              <a:gd name="connsiteX24" fmla="*/ 342900 w 2543175"/>
              <a:gd name="connsiteY24" fmla="*/ 254794 h 1890712"/>
              <a:gd name="connsiteX25" fmla="*/ 385763 w 2543175"/>
              <a:gd name="connsiteY25" fmla="*/ 283369 h 1890712"/>
              <a:gd name="connsiteX26" fmla="*/ 404813 w 2543175"/>
              <a:gd name="connsiteY26" fmla="*/ 295275 h 1890712"/>
              <a:gd name="connsiteX27" fmla="*/ 411957 w 2543175"/>
              <a:gd name="connsiteY27" fmla="*/ 297656 h 1890712"/>
              <a:gd name="connsiteX28" fmla="*/ 466725 w 2543175"/>
              <a:gd name="connsiteY28" fmla="*/ 328612 h 1890712"/>
              <a:gd name="connsiteX29" fmla="*/ 495300 w 2543175"/>
              <a:gd name="connsiteY29" fmla="*/ 359569 h 1890712"/>
              <a:gd name="connsiteX30" fmla="*/ 509588 w 2543175"/>
              <a:gd name="connsiteY30" fmla="*/ 376237 h 1890712"/>
              <a:gd name="connsiteX31" fmla="*/ 514350 w 2543175"/>
              <a:gd name="connsiteY31" fmla="*/ 383381 h 1890712"/>
              <a:gd name="connsiteX32" fmla="*/ 531019 w 2543175"/>
              <a:gd name="connsiteY32" fmla="*/ 397669 h 1890712"/>
              <a:gd name="connsiteX33" fmla="*/ 538163 w 2543175"/>
              <a:gd name="connsiteY33" fmla="*/ 407194 h 1890712"/>
              <a:gd name="connsiteX34" fmla="*/ 554832 w 2543175"/>
              <a:gd name="connsiteY34" fmla="*/ 421481 h 1890712"/>
              <a:gd name="connsiteX35" fmla="*/ 564357 w 2543175"/>
              <a:gd name="connsiteY35" fmla="*/ 431006 h 1890712"/>
              <a:gd name="connsiteX36" fmla="*/ 573882 w 2543175"/>
              <a:gd name="connsiteY36" fmla="*/ 438150 h 1890712"/>
              <a:gd name="connsiteX37" fmla="*/ 595313 w 2543175"/>
              <a:gd name="connsiteY37" fmla="*/ 454819 h 1890712"/>
              <a:gd name="connsiteX38" fmla="*/ 602457 w 2543175"/>
              <a:gd name="connsiteY38" fmla="*/ 457200 h 1890712"/>
              <a:gd name="connsiteX39" fmla="*/ 628650 w 2543175"/>
              <a:gd name="connsiteY39" fmla="*/ 469106 h 1890712"/>
              <a:gd name="connsiteX40" fmla="*/ 645319 w 2543175"/>
              <a:gd name="connsiteY40" fmla="*/ 483394 h 1890712"/>
              <a:gd name="connsiteX41" fmla="*/ 654844 w 2543175"/>
              <a:gd name="connsiteY41" fmla="*/ 488156 h 1890712"/>
              <a:gd name="connsiteX42" fmla="*/ 661988 w 2543175"/>
              <a:gd name="connsiteY42" fmla="*/ 497681 h 1890712"/>
              <a:gd name="connsiteX43" fmla="*/ 683419 w 2543175"/>
              <a:gd name="connsiteY43" fmla="*/ 514350 h 1890712"/>
              <a:gd name="connsiteX44" fmla="*/ 700088 w 2543175"/>
              <a:gd name="connsiteY44" fmla="*/ 526256 h 1890712"/>
              <a:gd name="connsiteX45" fmla="*/ 709613 w 2543175"/>
              <a:gd name="connsiteY45" fmla="*/ 535781 h 1890712"/>
              <a:gd name="connsiteX46" fmla="*/ 719138 w 2543175"/>
              <a:gd name="connsiteY46" fmla="*/ 542925 h 1890712"/>
              <a:gd name="connsiteX47" fmla="*/ 733425 w 2543175"/>
              <a:gd name="connsiteY47" fmla="*/ 557212 h 1890712"/>
              <a:gd name="connsiteX48" fmla="*/ 750094 w 2543175"/>
              <a:gd name="connsiteY48" fmla="*/ 569119 h 1890712"/>
              <a:gd name="connsiteX49" fmla="*/ 769144 w 2543175"/>
              <a:gd name="connsiteY49" fmla="*/ 581025 h 1890712"/>
              <a:gd name="connsiteX50" fmla="*/ 785813 w 2543175"/>
              <a:gd name="connsiteY50" fmla="*/ 590550 h 1890712"/>
              <a:gd name="connsiteX51" fmla="*/ 792957 w 2543175"/>
              <a:gd name="connsiteY51" fmla="*/ 600075 h 1890712"/>
              <a:gd name="connsiteX52" fmla="*/ 809625 w 2543175"/>
              <a:gd name="connsiteY52" fmla="*/ 611981 h 1890712"/>
              <a:gd name="connsiteX53" fmla="*/ 816769 w 2543175"/>
              <a:gd name="connsiteY53" fmla="*/ 619125 h 1890712"/>
              <a:gd name="connsiteX54" fmla="*/ 826294 w 2543175"/>
              <a:gd name="connsiteY54" fmla="*/ 626269 h 1890712"/>
              <a:gd name="connsiteX55" fmla="*/ 840582 w 2543175"/>
              <a:gd name="connsiteY55" fmla="*/ 638175 h 1890712"/>
              <a:gd name="connsiteX56" fmla="*/ 847725 w 2543175"/>
              <a:gd name="connsiteY56" fmla="*/ 645319 h 1890712"/>
              <a:gd name="connsiteX57" fmla="*/ 857250 w 2543175"/>
              <a:gd name="connsiteY57" fmla="*/ 652462 h 1890712"/>
              <a:gd name="connsiteX58" fmla="*/ 888207 w 2543175"/>
              <a:gd name="connsiteY58" fmla="*/ 676275 h 1890712"/>
              <a:gd name="connsiteX59" fmla="*/ 907257 w 2543175"/>
              <a:gd name="connsiteY59" fmla="*/ 683419 h 1890712"/>
              <a:gd name="connsiteX60" fmla="*/ 928688 w 2543175"/>
              <a:gd name="connsiteY60" fmla="*/ 695325 h 1890712"/>
              <a:gd name="connsiteX61" fmla="*/ 942975 w 2543175"/>
              <a:gd name="connsiteY61" fmla="*/ 700087 h 1890712"/>
              <a:gd name="connsiteX62" fmla="*/ 964407 w 2543175"/>
              <a:gd name="connsiteY62" fmla="*/ 716756 h 1890712"/>
              <a:gd name="connsiteX63" fmla="*/ 971550 w 2543175"/>
              <a:gd name="connsiteY63" fmla="*/ 723900 h 1890712"/>
              <a:gd name="connsiteX64" fmla="*/ 983457 w 2543175"/>
              <a:gd name="connsiteY64" fmla="*/ 733425 h 1890712"/>
              <a:gd name="connsiteX65" fmla="*/ 990600 w 2543175"/>
              <a:gd name="connsiteY65" fmla="*/ 738187 h 1890712"/>
              <a:gd name="connsiteX66" fmla="*/ 1007269 w 2543175"/>
              <a:gd name="connsiteY66" fmla="*/ 752475 h 1890712"/>
              <a:gd name="connsiteX67" fmla="*/ 1031082 w 2543175"/>
              <a:gd name="connsiteY67" fmla="*/ 766762 h 1890712"/>
              <a:gd name="connsiteX68" fmla="*/ 1042988 w 2543175"/>
              <a:gd name="connsiteY68" fmla="*/ 773906 h 1890712"/>
              <a:gd name="connsiteX69" fmla="*/ 1071563 w 2543175"/>
              <a:gd name="connsiteY69" fmla="*/ 785812 h 1890712"/>
              <a:gd name="connsiteX70" fmla="*/ 1097757 w 2543175"/>
              <a:gd name="connsiteY70" fmla="*/ 807244 h 1890712"/>
              <a:gd name="connsiteX71" fmla="*/ 1104900 w 2543175"/>
              <a:gd name="connsiteY71" fmla="*/ 814387 h 1890712"/>
              <a:gd name="connsiteX72" fmla="*/ 1121569 w 2543175"/>
              <a:gd name="connsiteY72" fmla="*/ 823912 h 1890712"/>
              <a:gd name="connsiteX73" fmla="*/ 1138238 w 2543175"/>
              <a:gd name="connsiteY73" fmla="*/ 835819 h 1890712"/>
              <a:gd name="connsiteX74" fmla="*/ 1147763 w 2543175"/>
              <a:gd name="connsiteY74" fmla="*/ 842962 h 1890712"/>
              <a:gd name="connsiteX75" fmla="*/ 1157288 w 2543175"/>
              <a:gd name="connsiteY75" fmla="*/ 847725 h 1890712"/>
              <a:gd name="connsiteX76" fmla="*/ 1178719 w 2543175"/>
              <a:gd name="connsiteY76" fmla="*/ 859631 h 1890712"/>
              <a:gd name="connsiteX77" fmla="*/ 1188244 w 2543175"/>
              <a:gd name="connsiteY77" fmla="*/ 866775 h 1890712"/>
              <a:gd name="connsiteX78" fmla="*/ 1195388 w 2543175"/>
              <a:gd name="connsiteY78" fmla="*/ 871537 h 1890712"/>
              <a:gd name="connsiteX79" fmla="*/ 1212057 w 2543175"/>
              <a:gd name="connsiteY79" fmla="*/ 883444 h 1890712"/>
              <a:gd name="connsiteX80" fmla="*/ 1226344 w 2543175"/>
              <a:gd name="connsiteY80" fmla="*/ 895350 h 1890712"/>
              <a:gd name="connsiteX81" fmla="*/ 1245394 w 2543175"/>
              <a:gd name="connsiteY81" fmla="*/ 907256 h 1890712"/>
              <a:gd name="connsiteX82" fmla="*/ 1254919 w 2543175"/>
              <a:gd name="connsiteY82" fmla="*/ 914400 h 1890712"/>
              <a:gd name="connsiteX83" fmla="*/ 1269207 w 2543175"/>
              <a:gd name="connsiteY83" fmla="*/ 921544 h 1890712"/>
              <a:gd name="connsiteX84" fmla="*/ 1290638 w 2543175"/>
              <a:gd name="connsiteY84" fmla="*/ 935831 h 1890712"/>
              <a:gd name="connsiteX85" fmla="*/ 1307307 w 2543175"/>
              <a:gd name="connsiteY85" fmla="*/ 952500 h 1890712"/>
              <a:gd name="connsiteX86" fmla="*/ 1333500 w 2543175"/>
              <a:gd name="connsiteY86" fmla="*/ 971550 h 1890712"/>
              <a:gd name="connsiteX87" fmla="*/ 1359694 w 2543175"/>
              <a:gd name="connsiteY87" fmla="*/ 990600 h 1890712"/>
              <a:gd name="connsiteX88" fmla="*/ 1385888 w 2543175"/>
              <a:gd name="connsiteY88" fmla="*/ 1021557 h 1890712"/>
              <a:gd name="connsiteX89" fmla="*/ 1435894 w 2543175"/>
              <a:gd name="connsiteY89" fmla="*/ 1054894 h 1890712"/>
              <a:gd name="connsiteX90" fmla="*/ 1497806 w 2543175"/>
              <a:gd name="connsiteY90" fmla="*/ 1104900 h 1890712"/>
              <a:gd name="connsiteX91" fmla="*/ 1559718 w 2543175"/>
              <a:gd name="connsiteY91" fmla="*/ 1154906 h 1890712"/>
              <a:gd name="connsiteX92" fmla="*/ 1595438 w 2543175"/>
              <a:gd name="connsiteY92" fmla="*/ 1181100 h 1890712"/>
              <a:gd name="connsiteX93" fmla="*/ 1628775 w 2543175"/>
              <a:gd name="connsiteY93" fmla="*/ 1207294 h 1890712"/>
              <a:gd name="connsiteX94" fmla="*/ 1662113 w 2543175"/>
              <a:gd name="connsiteY94" fmla="*/ 1231107 h 1890712"/>
              <a:gd name="connsiteX95" fmla="*/ 1700213 w 2543175"/>
              <a:gd name="connsiteY95" fmla="*/ 1247775 h 1890712"/>
              <a:gd name="connsiteX96" fmla="*/ 1712119 w 2543175"/>
              <a:gd name="connsiteY96" fmla="*/ 1259681 h 1890712"/>
              <a:gd name="connsiteX97" fmla="*/ 1733550 w 2543175"/>
              <a:gd name="connsiteY97" fmla="*/ 1273969 h 1890712"/>
              <a:gd name="connsiteX98" fmla="*/ 1743075 w 2543175"/>
              <a:gd name="connsiteY98" fmla="*/ 1283494 h 1890712"/>
              <a:gd name="connsiteX99" fmla="*/ 1754982 w 2543175"/>
              <a:gd name="connsiteY99" fmla="*/ 1290637 h 1890712"/>
              <a:gd name="connsiteX100" fmla="*/ 1766888 w 2543175"/>
              <a:gd name="connsiteY100" fmla="*/ 1300162 h 1890712"/>
              <a:gd name="connsiteX101" fmla="*/ 1783557 w 2543175"/>
              <a:gd name="connsiteY101" fmla="*/ 1307306 h 1890712"/>
              <a:gd name="connsiteX102" fmla="*/ 1790700 w 2543175"/>
              <a:gd name="connsiteY102" fmla="*/ 1312069 h 1890712"/>
              <a:gd name="connsiteX103" fmla="*/ 1800225 w 2543175"/>
              <a:gd name="connsiteY103" fmla="*/ 1319212 h 1890712"/>
              <a:gd name="connsiteX104" fmla="*/ 1807369 w 2543175"/>
              <a:gd name="connsiteY104" fmla="*/ 1321594 h 1890712"/>
              <a:gd name="connsiteX105" fmla="*/ 1824038 w 2543175"/>
              <a:gd name="connsiteY105" fmla="*/ 1333500 h 1890712"/>
              <a:gd name="connsiteX106" fmla="*/ 1843088 w 2543175"/>
              <a:gd name="connsiteY106" fmla="*/ 1352550 h 1890712"/>
              <a:gd name="connsiteX107" fmla="*/ 1852613 w 2543175"/>
              <a:gd name="connsiteY107" fmla="*/ 1359694 h 1890712"/>
              <a:gd name="connsiteX108" fmla="*/ 1859757 w 2543175"/>
              <a:gd name="connsiteY108" fmla="*/ 1366837 h 1890712"/>
              <a:gd name="connsiteX109" fmla="*/ 1869282 w 2543175"/>
              <a:gd name="connsiteY109" fmla="*/ 1371600 h 1890712"/>
              <a:gd name="connsiteX110" fmla="*/ 1883569 w 2543175"/>
              <a:gd name="connsiteY110" fmla="*/ 1388269 h 1890712"/>
              <a:gd name="connsiteX111" fmla="*/ 1893094 w 2543175"/>
              <a:gd name="connsiteY111" fmla="*/ 1395412 h 1890712"/>
              <a:gd name="connsiteX112" fmla="*/ 1902619 w 2543175"/>
              <a:gd name="connsiteY112" fmla="*/ 1404937 h 1890712"/>
              <a:gd name="connsiteX113" fmla="*/ 1912144 w 2543175"/>
              <a:gd name="connsiteY113" fmla="*/ 1409700 h 1890712"/>
              <a:gd name="connsiteX114" fmla="*/ 1931194 w 2543175"/>
              <a:gd name="connsiteY114" fmla="*/ 1421606 h 1890712"/>
              <a:gd name="connsiteX115" fmla="*/ 1935957 w 2543175"/>
              <a:gd name="connsiteY115" fmla="*/ 1428750 h 1890712"/>
              <a:gd name="connsiteX116" fmla="*/ 1952625 w 2543175"/>
              <a:gd name="connsiteY116" fmla="*/ 1438275 h 1890712"/>
              <a:gd name="connsiteX117" fmla="*/ 1971675 w 2543175"/>
              <a:gd name="connsiteY117" fmla="*/ 1450181 h 1890712"/>
              <a:gd name="connsiteX118" fmla="*/ 1981200 w 2543175"/>
              <a:gd name="connsiteY118" fmla="*/ 1454944 h 1890712"/>
              <a:gd name="connsiteX119" fmla="*/ 1997869 w 2543175"/>
              <a:gd name="connsiteY119" fmla="*/ 1471612 h 1890712"/>
              <a:gd name="connsiteX120" fmla="*/ 2007394 w 2543175"/>
              <a:gd name="connsiteY120" fmla="*/ 1478756 h 1890712"/>
              <a:gd name="connsiteX121" fmla="*/ 2016919 w 2543175"/>
              <a:gd name="connsiteY121" fmla="*/ 1483519 h 1890712"/>
              <a:gd name="connsiteX122" fmla="*/ 2024063 w 2543175"/>
              <a:gd name="connsiteY122" fmla="*/ 1490662 h 1890712"/>
              <a:gd name="connsiteX123" fmla="*/ 2033588 w 2543175"/>
              <a:gd name="connsiteY123" fmla="*/ 1495425 h 1890712"/>
              <a:gd name="connsiteX124" fmla="*/ 2040732 w 2543175"/>
              <a:gd name="connsiteY124" fmla="*/ 1502569 h 1890712"/>
              <a:gd name="connsiteX125" fmla="*/ 2047875 w 2543175"/>
              <a:gd name="connsiteY125" fmla="*/ 1507331 h 1890712"/>
              <a:gd name="connsiteX126" fmla="*/ 2057400 w 2543175"/>
              <a:gd name="connsiteY126" fmla="*/ 1514475 h 1890712"/>
              <a:gd name="connsiteX127" fmla="*/ 2064544 w 2543175"/>
              <a:gd name="connsiteY127" fmla="*/ 1519237 h 1890712"/>
              <a:gd name="connsiteX128" fmla="*/ 2071688 w 2543175"/>
              <a:gd name="connsiteY128" fmla="*/ 1526381 h 1890712"/>
              <a:gd name="connsiteX129" fmla="*/ 2081213 w 2543175"/>
              <a:gd name="connsiteY129" fmla="*/ 1531144 h 1890712"/>
              <a:gd name="connsiteX130" fmla="*/ 2090738 w 2543175"/>
              <a:gd name="connsiteY130" fmla="*/ 1538287 h 1890712"/>
              <a:gd name="connsiteX131" fmla="*/ 2109788 w 2543175"/>
              <a:gd name="connsiteY131" fmla="*/ 1547812 h 1890712"/>
              <a:gd name="connsiteX132" fmla="*/ 2131219 w 2543175"/>
              <a:gd name="connsiteY132" fmla="*/ 1562100 h 1890712"/>
              <a:gd name="connsiteX133" fmla="*/ 2140744 w 2543175"/>
              <a:gd name="connsiteY133" fmla="*/ 1566862 h 1890712"/>
              <a:gd name="connsiteX134" fmla="*/ 2152650 w 2543175"/>
              <a:gd name="connsiteY134" fmla="*/ 1576387 h 1890712"/>
              <a:gd name="connsiteX135" fmla="*/ 2181225 w 2543175"/>
              <a:gd name="connsiteY135" fmla="*/ 1590675 h 1890712"/>
              <a:gd name="connsiteX136" fmla="*/ 2200275 w 2543175"/>
              <a:gd name="connsiteY136" fmla="*/ 1607344 h 1890712"/>
              <a:gd name="connsiteX137" fmla="*/ 2207419 w 2543175"/>
              <a:gd name="connsiteY137" fmla="*/ 1612106 h 1890712"/>
              <a:gd name="connsiteX138" fmla="*/ 2216944 w 2543175"/>
              <a:gd name="connsiteY138" fmla="*/ 1619250 h 1890712"/>
              <a:gd name="connsiteX139" fmla="*/ 2247900 w 2543175"/>
              <a:gd name="connsiteY139" fmla="*/ 1643062 h 1890712"/>
              <a:gd name="connsiteX140" fmla="*/ 2281238 w 2543175"/>
              <a:gd name="connsiteY140" fmla="*/ 1674019 h 1890712"/>
              <a:gd name="connsiteX141" fmla="*/ 2312194 w 2543175"/>
              <a:gd name="connsiteY141" fmla="*/ 1702594 h 1890712"/>
              <a:gd name="connsiteX142" fmla="*/ 2369344 w 2543175"/>
              <a:gd name="connsiteY142" fmla="*/ 1757363 h 1890712"/>
              <a:gd name="connsiteX143" fmla="*/ 2428876 w 2543175"/>
              <a:gd name="connsiteY143" fmla="*/ 1785938 h 1890712"/>
              <a:gd name="connsiteX144" fmla="*/ 2469356 w 2543175"/>
              <a:gd name="connsiteY144" fmla="*/ 1816894 h 1890712"/>
              <a:gd name="connsiteX145" fmla="*/ 2514600 w 2543175"/>
              <a:gd name="connsiteY145" fmla="*/ 1850231 h 1890712"/>
              <a:gd name="connsiteX146" fmla="*/ 2519363 w 2543175"/>
              <a:gd name="connsiteY146" fmla="*/ 1857375 h 1890712"/>
              <a:gd name="connsiteX147" fmla="*/ 2540794 w 2543175"/>
              <a:gd name="connsiteY147" fmla="*/ 1883569 h 1890712"/>
              <a:gd name="connsiteX148" fmla="*/ 2543175 w 2543175"/>
              <a:gd name="connsiteY148"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47650 w 2543175"/>
              <a:gd name="connsiteY22" fmla="*/ 185737 h 1890712"/>
              <a:gd name="connsiteX23" fmla="*/ 300038 w 2543175"/>
              <a:gd name="connsiteY23" fmla="*/ 219075 h 1890712"/>
              <a:gd name="connsiteX24" fmla="*/ 342900 w 2543175"/>
              <a:gd name="connsiteY24" fmla="*/ 254794 h 1890712"/>
              <a:gd name="connsiteX25" fmla="*/ 385763 w 2543175"/>
              <a:gd name="connsiteY25" fmla="*/ 283369 h 1890712"/>
              <a:gd name="connsiteX26" fmla="*/ 404813 w 2543175"/>
              <a:gd name="connsiteY26" fmla="*/ 295275 h 1890712"/>
              <a:gd name="connsiteX27" fmla="*/ 411957 w 2543175"/>
              <a:gd name="connsiteY27" fmla="*/ 297656 h 1890712"/>
              <a:gd name="connsiteX28" fmla="*/ 458211 w 2543175"/>
              <a:gd name="connsiteY28" fmla="*/ 332420 h 1890712"/>
              <a:gd name="connsiteX29" fmla="*/ 495300 w 2543175"/>
              <a:gd name="connsiteY29" fmla="*/ 359569 h 1890712"/>
              <a:gd name="connsiteX30" fmla="*/ 509588 w 2543175"/>
              <a:gd name="connsiteY30" fmla="*/ 376237 h 1890712"/>
              <a:gd name="connsiteX31" fmla="*/ 514350 w 2543175"/>
              <a:gd name="connsiteY31" fmla="*/ 383381 h 1890712"/>
              <a:gd name="connsiteX32" fmla="*/ 531019 w 2543175"/>
              <a:gd name="connsiteY32" fmla="*/ 397669 h 1890712"/>
              <a:gd name="connsiteX33" fmla="*/ 538163 w 2543175"/>
              <a:gd name="connsiteY33" fmla="*/ 407194 h 1890712"/>
              <a:gd name="connsiteX34" fmla="*/ 554832 w 2543175"/>
              <a:gd name="connsiteY34" fmla="*/ 421481 h 1890712"/>
              <a:gd name="connsiteX35" fmla="*/ 564357 w 2543175"/>
              <a:gd name="connsiteY35" fmla="*/ 431006 h 1890712"/>
              <a:gd name="connsiteX36" fmla="*/ 573882 w 2543175"/>
              <a:gd name="connsiteY36" fmla="*/ 438150 h 1890712"/>
              <a:gd name="connsiteX37" fmla="*/ 595313 w 2543175"/>
              <a:gd name="connsiteY37" fmla="*/ 454819 h 1890712"/>
              <a:gd name="connsiteX38" fmla="*/ 602457 w 2543175"/>
              <a:gd name="connsiteY38" fmla="*/ 457200 h 1890712"/>
              <a:gd name="connsiteX39" fmla="*/ 628650 w 2543175"/>
              <a:gd name="connsiteY39" fmla="*/ 469106 h 1890712"/>
              <a:gd name="connsiteX40" fmla="*/ 645319 w 2543175"/>
              <a:gd name="connsiteY40" fmla="*/ 483394 h 1890712"/>
              <a:gd name="connsiteX41" fmla="*/ 654844 w 2543175"/>
              <a:gd name="connsiteY41" fmla="*/ 488156 h 1890712"/>
              <a:gd name="connsiteX42" fmla="*/ 661988 w 2543175"/>
              <a:gd name="connsiteY42" fmla="*/ 497681 h 1890712"/>
              <a:gd name="connsiteX43" fmla="*/ 683419 w 2543175"/>
              <a:gd name="connsiteY43" fmla="*/ 514350 h 1890712"/>
              <a:gd name="connsiteX44" fmla="*/ 700088 w 2543175"/>
              <a:gd name="connsiteY44" fmla="*/ 526256 h 1890712"/>
              <a:gd name="connsiteX45" fmla="*/ 709613 w 2543175"/>
              <a:gd name="connsiteY45" fmla="*/ 535781 h 1890712"/>
              <a:gd name="connsiteX46" fmla="*/ 719138 w 2543175"/>
              <a:gd name="connsiteY46" fmla="*/ 542925 h 1890712"/>
              <a:gd name="connsiteX47" fmla="*/ 733425 w 2543175"/>
              <a:gd name="connsiteY47" fmla="*/ 557212 h 1890712"/>
              <a:gd name="connsiteX48" fmla="*/ 750094 w 2543175"/>
              <a:gd name="connsiteY48" fmla="*/ 569119 h 1890712"/>
              <a:gd name="connsiteX49" fmla="*/ 769144 w 2543175"/>
              <a:gd name="connsiteY49" fmla="*/ 581025 h 1890712"/>
              <a:gd name="connsiteX50" fmla="*/ 785813 w 2543175"/>
              <a:gd name="connsiteY50" fmla="*/ 590550 h 1890712"/>
              <a:gd name="connsiteX51" fmla="*/ 792957 w 2543175"/>
              <a:gd name="connsiteY51" fmla="*/ 600075 h 1890712"/>
              <a:gd name="connsiteX52" fmla="*/ 809625 w 2543175"/>
              <a:gd name="connsiteY52" fmla="*/ 611981 h 1890712"/>
              <a:gd name="connsiteX53" fmla="*/ 816769 w 2543175"/>
              <a:gd name="connsiteY53" fmla="*/ 619125 h 1890712"/>
              <a:gd name="connsiteX54" fmla="*/ 826294 w 2543175"/>
              <a:gd name="connsiteY54" fmla="*/ 626269 h 1890712"/>
              <a:gd name="connsiteX55" fmla="*/ 840582 w 2543175"/>
              <a:gd name="connsiteY55" fmla="*/ 638175 h 1890712"/>
              <a:gd name="connsiteX56" fmla="*/ 847725 w 2543175"/>
              <a:gd name="connsiteY56" fmla="*/ 645319 h 1890712"/>
              <a:gd name="connsiteX57" fmla="*/ 857250 w 2543175"/>
              <a:gd name="connsiteY57" fmla="*/ 652462 h 1890712"/>
              <a:gd name="connsiteX58" fmla="*/ 888207 w 2543175"/>
              <a:gd name="connsiteY58" fmla="*/ 676275 h 1890712"/>
              <a:gd name="connsiteX59" fmla="*/ 907257 w 2543175"/>
              <a:gd name="connsiteY59" fmla="*/ 683419 h 1890712"/>
              <a:gd name="connsiteX60" fmla="*/ 928688 w 2543175"/>
              <a:gd name="connsiteY60" fmla="*/ 695325 h 1890712"/>
              <a:gd name="connsiteX61" fmla="*/ 942975 w 2543175"/>
              <a:gd name="connsiteY61" fmla="*/ 700087 h 1890712"/>
              <a:gd name="connsiteX62" fmla="*/ 964407 w 2543175"/>
              <a:gd name="connsiteY62" fmla="*/ 716756 h 1890712"/>
              <a:gd name="connsiteX63" fmla="*/ 971550 w 2543175"/>
              <a:gd name="connsiteY63" fmla="*/ 723900 h 1890712"/>
              <a:gd name="connsiteX64" fmla="*/ 983457 w 2543175"/>
              <a:gd name="connsiteY64" fmla="*/ 733425 h 1890712"/>
              <a:gd name="connsiteX65" fmla="*/ 990600 w 2543175"/>
              <a:gd name="connsiteY65" fmla="*/ 738187 h 1890712"/>
              <a:gd name="connsiteX66" fmla="*/ 1007269 w 2543175"/>
              <a:gd name="connsiteY66" fmla="*/ 752475 h 1890712"/>
              <a:gd name="connsiteX67" fmla="*/ 1031082 w 2543175"/>
              <a:gd name="connsiteY67" fmla="*/ 766762 h 1890712"/>
              <a:gd name="connsiteX68" fmla="*/ 1042988 w 2543175"/>
              <a:gd name="connsiteY68" fmla="*/ 773906 h 1890712"/>
              <a:gd name="connsiteX69" fmla="*/ 1071563 w 2543175"/>
              <a:gd name="connsiteY69" fmla="*/ 785812 h 1890712"/>
              <a:gd name="connsiteX70" fmla="*/ 1097757 w 2543175"/>
              <a:gd name="connsiteY70" fmla="*/ 807244 h 1890712"/>
              <a:gd name="connsiteX71" fmla="*/ 1104900 w 2543175"/>
              <a:gd name="connsiteY71" fmla="*/ 814387 h 1890712"/>
              <a:gd name="connsiteX72" fmla="*/ 1121569 w 2543175"/>
              <a:gd name="connsiteY72" fmla="*/ 823912 h 1890712"/>
              <a:gd name="connsiteX73" fmla="*/ 1138238 w 2543175"/>
              <a:gd name="connsiteY73" fmla="*/ 835819 h 1890712"/>
              <a:gd name="connsiteX74" fmla="*/ 1147763 w 2543175"/>
              <a:gd name="connsiteY74" fmla="*/ 842962 h 1890712"/>
              <a:gd name="connsiteX75" fmla="*/ 1157288 w 2543175"/>
              <a:gd name="connsiteY75" fmla="*/ 847725 h 1890712"/>
              <a:gd name="connsiteX76" fmla="*/ 1178719 w 2543175"/>
              <a:gd name="connsiteY76" fmla="*/ 859631 h 1890712"/>
              <a:gd name="connsiteX77" fmla="*/ 1188244 w 2543175"/>
              <a:gd name="connsiteY77" fmla="*/ 866775 h 1890712"/>
              <a:gd name="connsiteX78" fmla="*/ 1195388 w 2543175"/>
              <a:gd name="connsiteY78" fmla="*/ 871537 h 1890712"/>
              <a:gd name="connsiteX79" fmla="*/ 1212057 w 2543175"/>
              <a:gd name="connsiteY79" fmla="*/ 883444 h 1890712"/>
              <a:gd name="connsiteX80" fmla="*/ 1226344 w 2543175"/>
              <a:gd name="connsiteY80" fmla="*/ 895350 h 1890712"/>
              <a:gd name="connsiteX81" fmla="*/ 1245394 w 2543175"/>
              <a:gd name="connsiteY81" fmla="*/ 907256 h 1890712"/>
              <a:gd name="connsiteX82" fmla="*/ 1254919 w 2543175"/>
              <a:gd name="connsiteY82" fmla="*/ 914400 h 1890712"/>
              <a:gd name="connsiteX83" fmla="*/ 1269207 w 2543175"/>
              <a:gd name="connsiteY83" fmla="*/ 921544 h 1890712"/>
              <a:gd name="connsiteX84" fmla="*/ 1290638 w 2543175"/>
              <a:gd name="connsiteY84" fmla="*/ 935831 h 1890712"/>
              <a:gd name="connsiteX85" fmla="*/ 1307307 w 2543175"/>
              <a:gd name="connsiteY85" fmla="*/ 952500 h 1890712"/>
              <a:gd name="connsiteX86" fmla="*/ 1333500 w 2543175"/>
              <a:gd name="connsiteY86" fmla="*/ 971550 h 1890712"/>
              <a:gd name="connsiteX87" fmla="*/ 1359694 w 2543175"/>
              <a:gd name="connsiteY87" fmla="*/ 990600 h 1890712"/>
              <a:gd name="connsiteX88" fmla="*/ 1385888 w 2543175"/>
              <a:gd name="connsiteY88" fmla="*/ 1021557 h 1890712"/>
              <a:gd name="connsiteX89" fmla="*/ 1435894 w 2543175"/>
              <a:gd name="connsiteY89" fmla="*/ 1054894 h 1890712"/>
              <a:gd name="connsiteX90" fmla="*/ 1497806 w 2543175"/>
              <a:gd name="connsiteY90" fmla="*/ 1104900 h 1890712"/>
              <a:gd name="connsiteX91" fmla="*/ 1559718 w 2543175"/>
              <a:gd name="connsiteY91" fmla="*/ 1154906 h 1890712"/>
              <a:gd name="connsiteX92" fmla="*/ 1595438 w 2543175"/>
              <a:gd name="connsiteY92" fmla="*/ 1181100 h 1890712"/>
              <a:gd name="connsiteX93" fmla="*/ 1628775 w 2543175"/>
              <a:gd name="connsiteY93" fmla="*/ 1207294 h 1890712"/>
              <a:gd name="connsiteX94" fmla="*/ 1662113 w 2543175"/>
              <a:gd name="connsiteY94" fmla="*/ 1231107 h 1890712"/>
              <a:gd name="connsiteX95" fmla="*/ 1700213 w 2543175"/>
              <a:gd name="connsiteY95" fmla="*/ 1247775 h 1890712"/>
              <a:gd name="connsiteX96" fmla="*/ 1712119 w 2543175"/>
              <a:gd name="connsiteY96" fmla="*/ 1259681 h 1890712"/>
              <a:gd name="connsiteX97" fmla="*/ 1733550 w 2543175"/>
              <a:gd name="connsiteY97" fmla="*/ 1273969 h 1890712"/>
              <a:gd name="connsiteX98" fmla="*/ 1743075 w 2543175"/>
              <a:gd name="connsiteY98" fmla="*/ 1283494 h 1890712"/>
              <a:gd name="connsiteX99" fmla="*/ 1754982 w 2543175"/>
              <a:gd name="connsiteY99" fmla="*/ 1290637 h 1890712"/>
              <a:gd name="connsiteX100" fmla="*/ 1766888 w 2543175"/>
              <a:gd name="connsiteY100" fmla="*/ 1300162 h 1890712"/>
              <a:gd name="connsiteX101" fmla="*/ 1783557 w 2543175"/>
              <a:gd name="connsiteY101" fmla="*/ 1307306 h 1890712"/>
              <a:gd name="connsiteX102" fmla="*/ 1790700 w 2543175"/>
              <a:gd name="connsiteY102" fmla="*/ 1312069 h 1890712"/>
              <a:gd name="connsiteX103" fmla="*/ 1800225 w 2543175"/>
              <a:gd name="connsiteY103" fmla="*/ 1319212 h 1890712"/>
              <a:gd name="connsiteX104" fmla="*/ 1807369 w 2543175"/>
              <a:gd name="connsiteY104" fmla="*/ 1321594 h 1890712"/>
              <a:gd name="connsiteX105" fmla="*/ 1824038 w 2543175"/>
              <a:gd name="connsiteY105" fmla="*/ 1333500 h 1890712"/>
              <a:gd name="connsiteX106" fmla="*/ 1843088 w 2543175"/>
              <a:gd name="connsiteY106" fmla="*/ 1352550 h 1890712"/>
              <a:gd name="connsiteX107" fmla="*/ 1852613 w 2543175"/>
              <a:gd name="connsiteY107" fmla="*/ 1359694 h 1890712"/>
              <a:gd name="connsiteX108" fmla="*/ 1859757 w 2543175"/>
              <a:gd name="connsiteY108" fmla="*/ 1366837 h 1890712"/>
              <a:gd name="connsiteX109" fmla="*/ 1869282 w 2543175"/>
              <a:gd name="connsiteY109" fmla="*/ 1371600 h 1890712"/>
              <a:gd name="connsiteX110" fmla="*/ 1883569 w 2543175"/>
              <a:gd name="connsiteY110" fmla="*/ 1388269 h 1890712"/>
              <a:gd name="connsiteX111" fmla="*/ 1893094 w 2543175"/>
              <a:gd name="connsiteY111" fmla="*/ 1395412 h 1890712"/>
              <a:gd name="connsiteX112" fmla="*/ 1902619 w 2543175"/>
              <a:gd name="connsiteY112" fmla="*/ 1404937 h 1890712"/>
              <a:gd name="connsiteX113" fmla="*/ 1912144 w 2543175"/>
              <a:gd name="connsiteY113" fmla="*/ 1409700 h 1890712"/>
              <a:gd name="connsiteX114" fmla="*/ 1931194 w 2543175"/>
              <a:gd name="connsiteY114" fmla="*/ 1421606 h 1890712"/>
              <a:gd name="connsiteX115" fmla="*/ 1935957 w 2543175"/>
              <a:gd name="connsiteY115" fmla="*/ 1428750 h 1890712"/>
              <a:gd name="connsiteX116" fmla="*/ 1952625 w 2543175"/>
              <a:gd name="connsiteY116" fmla="*/ 1438275 h 1890712"/>
              <a:gd name="connsiteX117" fmla="*/ 1971675 w 2543175"/>
              <a:gd name="connsiteY117" fmla="*/ 1450181 h 1890712"/>
              <a:gd name="connsiteX118" fmla="*/ 1981200 w 2543175"/>
              <a:gd name="connsiteY118" fmla="*/ 1454944 h 1890712"/>
              <a:gd name="connsiteX119" fmla="*/ 1997869 w 2543175"/>
              <a:gd name="connsiteY119" fmla="*/ 1471612 h 1890712"/>
              <a:gd name="connsiteX120" fmla="*/ 2007394 w 2543175"/>
              <a:gd name="connsiteY120" fmla="*/ 1478756 h 1890712"/>
              <a:gd name="connsiteX121" fmla="*/ 2016919 w 2543175"/>
              <a:gd name="connsiteY121" fmla="*/ 1483519 h 1890712"/>
              <a:gd name="connsiteX122" fmla="*/ 2024063 w 2543175"/>
              <a:gd name="connsiteY122" fmla="*/ 1490662 h 1890712"/>
              <a:gd name="connsiteX123" fmla="*/ 2033588 w 2543175"/>
              <a:gd name="connsiteY123" fmla="*/ 1495425 h 1890712"/>
              <a:gd name="connsiteX124" fmla="*/ 2040732 w 2543175"/>
              <a:gd name="connsiteY124" fmla="*/ 1502569 h 1890712"/>
              <a:gd name="connsiteX125" fmla="*/ 2047875 w 2543175"/>
              <a:gd name="connsiteY125" fmla="*/ 1507331 h 1890712"/>
              <a:gd name="connsiteX126" fmla="*/ 2057400 w 2543175"/>
              <a:gd name="connsiteY126" fmla="*/ 1514475 h 1890712"/>
              <a:gd name="connsiteX127" fmla="*/ 2064544 w 2543175"/>
              <a:gd name="connsiteY127" fmla="*/ 1519237 h 1890712"/>
              <a:gd name="connsiteX128" fmla="*/ 2071688 w 2543175"/>
              <a:gd name="connsiteY128" fmla="*/ 1526381 h 1890712"/>
              <a:gd name="connsiteX129" fmla="*/ 2081213 w 2543175"/>
              <a:gd name="connsiteY129" fmla="*/ 1531144 h 1890712"/>
              <a:gd name="connsiteX130" fmla="*/ 2090738 w 2543175"/>
              <a:gd name="connsiteY130" fmla="*/ 1538287 h 1890712"/>
              <a:gd name="connsiteX131" fmla="*/ 2109788 w 2543175"/>
              <a:gd name="connsiteY131" fmla="*/ 1547812 h 1890712"/>
              <a:gd name="connsiteX132" fmla="*/ 2131219 w 2543175"/>
              <a:gd name="connsiteY132" fmla="*/ 1562100 h 1890712"/>
              <a:gd name="connsiteX133" fmla="*/ 2140744 w 2543175"/>
              <a:gd name="connsiteY133" fmla="*/ 1566862 h 1890712"/>
              <a:gd name="connsiteX134" fmla="*/ 2152650 w 2543175"/>
              <a:gd name="connsiteY134" fmla="*/ 1576387 h 1890712"/>
              <a:gd name="connsiteX135" fmla="*/ 2181225 w 2543175"/>
              <a:gd name="connsiteY135" fmla="*/ 1590675 h 1890712"/>
              <a:gd name="connsiteX136" fmla="*/ 2200275 w 2543175"/>
              <a:gd name="connsiteY136" fmla="*/ 1607344 h 1890712"/>
              <a:gd name="connsiteX137" fmla="*/ 2207419 w 2543175"/>
              <a:gd name="connsiteY137" fmla="*/ 1612106 h 1890712"/>
              <a:gd name="connsiteX138" fmla="*/ 2216944 w 2543175"/>
              <a:gd name="connsiteY138" fmla="*/ 1619250 h 1890712"/>
              <a:gd name="connsiteX139" fmla="*/ 2247900 w 2543175"/>
              <a:gd name="connsiteY139" fmla="*/ 1643062 h 1890712"/>
              <a:gd name="connsiteX140" fmla="*/ 2281238 w 2543175"/>
              <a:gd name="connsiteY140" fmla="*/ 1674019 h 1890712"/>
              <a:gd name="connsiteX141" fmla="*/ 2312194 w 2543175"/>
              <a:gd name="connsiteY141" fmla="*/ 1702594 h 1890712"/>
              <a:gd name="connsiteX142" fmla="*/ 2369344 w 2543175"/>
              <a:gd name="connsiteY142" fmla="*/ 1757363 h 1890712"/>
              <a:gd name="connsiteX143" fmla="*/ 2428876 w 2543175"/>
              <a:gd name="connsiteY143" fmla="*/ 1785938 h 1890712"/>
              <a:gd name="connsiteX144" fmla="*/ 2469356 w 2543175"/>
              <a:gd name="connsiteY144" fmla="*/ 1816894 h 1890712"/>
              <a:gd name="connsiteX145" fmla="*/ 2514600 w 2543175"/>
              <a:gd name="connsiteY145" fmla="*/ 1850231 h 1890712"/>
              <a:gd name="connsiteX146" fmla="*/ 2519363 w 2543175"/>
              <a:gd name="connsiteY146" fmla="*/ 1857375 h 1890712"/>
              <a:gd name="connsiteX147" fmla="*/ 2540794 w 2543175"/>
              <a:gd name="connsiteY147" fmla="*/ 1883569 h 1890712"/>
              <a:gd name="connsiteX148" fmla="*/ 2543175 w 2543175"/>
              <a:gd name="connsiteY148" fmla="*/ 1890712 h 1890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Lst>
            <a:rect l="l" t="t" r="r" b="b"/>
            <a:pathLst>
              <a:path w="2543175" h="1890712">
                <a:moveTo>
                  <a:pt x="0" y="0"/>
                </a:moveTo>
                <a:cubicBezTo>
                  <a:pt x="3969" y="3969"/>
                  <a:pt x="7477" y="8460"/>
                  <a:pt x="11907" y="11906"/>
                </a:cubicBezTo>
                <a:cubicBezTo>
                  <a:pt x="14709" y="14085"/>
                  <a:pt x="18922" y="14159"/>
                  <a:pt x="21432" y="16669"/>
                </a:cubicBezTo>
                <a:cubicBezTo>
                  <a:pt x="23207" y="18444"/>
                  <a:pt x="22354" y="21770"/>
                  <a:pt x="23813" y="23812"/>
                </a:cubicBezTo>
                <a:cubicBezTo>
                  <a:pt x="26423" y="27466"/>
                  <a:pt x="30381" y="29958"/>
                  <a:pt x="33338" y="33337"/>
                </a:cubicBezTo>
                <a:cubicBezTo>
                  <a:pt x="35951" y="36324"/>
                  <a:pt x="37676" y="40056"/>
                  <a:pt x="40482" y="42862"/>
                </a:cubicBezTo>
                <a:cubicBezTo>
                  <a:pt x="42506" y="44886"/>
                  <a:pt x="45296" y="45961"/>
                  <a:pt x="47625" y="47625"/>
                </a:cubicBezTo>
                <a:cubicBezTo>
                  <a:pt x="50854" y="49932"/>
                  <a:pt x="53920" y="52462"/>
                  <a:pt x="57150" y="54769"/>
                </a:cubicBezTo>
                <a:cubicBezTo>
                  <a:pt x="59479" y="56432"/>
                  <a:pt x="62004" y="57814"/>
                  <a:pt x="64294" y="59531"/>
                </a:cubicBezTo>
                <a:cubicBezTo>
                  <a:pt x="70526" y="64205"/>
                  <a:pt x="76425" y="69975"/>
                  <a:pt x="83344" y="73819"/>
                </a:cubicBezTo>
                <a:cubicBezTo>
                  <a:pt x="87999" y="76405"/>
                  <a:pt x="92977" y="78376"/>
                  <a:pt x="97632" y="80962"/>
                </a:cubicBezTo>
                <a:cubicBezTo>
                  <a:pt x="100134" y="82352"/>
                  <a:pt x="102602" y="83862"/>
                  <a:pt x="104775" y="85725"/>
                </a:cubicBezTo>
                <a:cubicBezTo>
                  <a:pt x="108184" y="88647"/>
                  <a:pt x="110492" y="92870"/>
                  <a:pt x="114300" y="95250"/>
                </a:cubicBezTo>
                <a:cubicBezTo>
                  <a:pt x="117075" y="96984"/>
                  <a:pt x="120650" y="96837"/>
                  <a:pt x="123825" y="97631"/>
                </a:cubicBezTo>
                <a:cubicBezTo>
                  <a:pt x="126206" y="100012"/>
                  <a:pt x="128412" y="102583"/>
                  <a:pt x="130969" y="104775"/>
                </a:cubicBezTo>
                <a:cubicBezTo>
                  <a:pt x="133982" y="107358"/>
                  <a:pt x="137264" y="109612"/>
                  <a:pt x="140494" y="111919"/>
                </a:cubicBezTo>
                <a:cubicBezTo>
                  <a:pt x="142823" y="113582"/>
                  <a:pt x="145439" y="114849"/>
                  <a:pt x="147638" y="116681"/>
                </a:cubicBezTo>
                <a:cubicBezTo>
                  <a:pt x="162120" y="128749"/>
                  <a:pt x="146681" y="119775"/>
                  <a:pt x="164307" y="128587"/>
                </a:cubicBezTo>
                <a:cubicBezTo>
                  <a:pt x="175940" y="140221"/>
                  <a:pt x="166351" y="132138"/>
                  <a:pt x="180975" y="140494"/>
                </a:cubicBezTo>
                <a:cubicBezTo>
                  <a:pt x="186596" y="143706"/>
                  <a:pt x="192522" y="148741"/>
                  <a:pt x="197644" y="152400"/>
                </a:cubicBezTo>
                <a:cubicBezTo>
                  <a:pt x="199973" y="154063"/>
                  <a:pt x="202459" y="155499"/>
                  <a:pt x="204788" y="157162"/>
                </a:cubicBezTo>
                <a:cubicBezTo>
                  <a:pt x="208018" y="159469"/>
                  <a:pt x="207169" y="159544"/>
                  <a:pt x="214313" y="164306"/>
                </a:cubicBezTo>
                <a:cubicBezTo>
                  <a:pt x="221457" y="169068"/>
                  <a:pt x="233363" y="176609"/>
                  <a:pt x="247650" y="185737"/>
                </a:cubicBezTo>
                <a:cubicBezTo>
                  <a:pt x="261937" y="194865"/>
                  <a:pt x="284163" y="207566"/>
                  <a:pt x="300038" y="219075"/>
                </a:cubicBezTo>
                <a:cubicBezTo>
                  <a:pt x="315913" y="230584"/>
                  <a:pt x="331788" y="247253"/>
                  <a:pt x="342900" y="254794"/>
                </a:cubicBezTo>
                <a:cubicBezTo>
                  <a:pt x="357188" y="265510"/>
                  <a:pt x="375444" y="276622"/>
                  <a:pt x="385763" y="283369"/>
                </a:cubicBezTo>
                <a:cubicBezTo>
                  <a:pt x="396082" y="290116"/>
                  <a:pt x="400447" y="292894"/>
                  <a:pt x="404813" y="295275"/>
                </a:cubicBezTo>
                <a:cubicBezTo>
                  <a:pt x="409179" y="297656"/>
                  <a:pt x="403057" y="291465"/>
                  <a:pt x="411957" y="297656"/>
                </a:cubicBezTo>
                <a:cubicBezTo>
                  <a:pt x="420857" y="303847"/>
                  <a:pt x="444320" y="322101"/>
                  <a:pt x="458211" y="332420"/>
                </a:cubicBezTo>
                <a:cubicBezTo>
                  <a:pt x="472102" y="342739"/>
                  <a:pt x="486737" y="352266"/>
                  <a:pt x="495300" y="359569"/>
                </a:cubicBezTo>
                <a:cubicBezTo>
                  <a:pt x="503863" y="366872"/>
                  <a:pt x="492279" y="355466"/>
                  <a:pt x="509588" y="376237"/>
                </a:cubicBezTo>
                <a:cubicBezTo>
                  <a:pt x="511420" y="378436"/>
                  <a:pt x="512518" y="381182"/>
                  <a:pt x="514350" y="383381"/>
                </a:cubicBezTo>
                <a:cubicBezTo>
                  <a:pt x="527305" y="398928"/>
                  <a:pt x="515259" y="381909"/>
                  <a:pt x="531019" y="397669"/>
                </a:cubicBezTo>
                <a:cubicBezTo>
                  <a:pt x="533825" y="400475"/>
                  <a:pt x="535550" y="404207"/>
                  <a:pt x="538163" y="407194"/>
                </a:cubicBezTo>
                <a:cubicBezTo>
                  <a:pt x="555321" y="426803"/>
                  <a:pt x="540377" y="409091"/>
                  <a:pt x="554832" y="421481"/>
                </a:cubicBezTo>
                <a:cubicBezTo>
                  <a:pt x="558241" y="424403"/>
                  <a:pt x="560978" y="428049"/>
                  <a:pt x="564357" y="431006"/>
                </a:cubicBezTo>
                <a:cubicBezTo>
                  <a:pt x="567344" y="433619"/>
                  <a:pt x="570783" y="435671"/>
                  <a:pt x="573882" y="438150"/>
                </a:cubicBezTo>
                <a:cubicBezTo>
                  <a:pt x="577392" y="440958"/>
                  <a:pt x="589001" y="451663"/>
                  <a:pt x="595313" y="454819"/>
                </a:cubicBezTo>
                <a:cubicBezTo>
                  <a:pt x="597558" y="455942"/>
                  <a:pt x="600212" y="456077"/>
                  <a:pt x="602457" y="457200"/>
                </a:cubicBezTo>
                <a:cubicBezTo>
                  <a:pt x="627542" y="469743"/>
                  <a:pt x="610065" y="464460"/>
                  <a:pt x="628650" y="469106"/>
                </a:cubicBezTo>
                <a:cubicBezTo>
                  <a:pt x="634206" y="473869"/>
                  <a:pt x="639401" y="479090"/>
                  <a:pt x="645319" y="483394"/>
                </a:cubicBezTo>
                <a:cubicBezTo>
                  <a:pt x="648190" y="485482"/>
                  <a:pt x="652149" y="485846"/>
                  <a:pt x="654844" y="488156"/>
                </a:cubicBezTo>
                <a:cubicBezTo>
                  <a:pt x="657857" y="490739"/>
                  <a:pt x="659062" y="494999"/>
                  <a:pt x="661988" y="497681"/>
                </a:cubicBezTo>
                <a:cubicBezTo>
                  <a:pt x="668659" y="503796"/>
                  <a:pt x="675889" y="509330"/>
                  <a:pt x="683419" y="514350"/>
                </a:cubicBezTo>
                <a:cubicBezTo>
                  <a:pt x="688757" y="517908"/>
                  <a:pt x="695358" y="522117"/>
                  <a:pt x="700088" y="526256"/>
                </a:cubicBezTo>
                <a:cubicBezTo>
                  <a:pt x="703467" y="529213"/>
                  <a:pt x="706234" y="532824"/>
                  <a:pt x="709613" y="535781"/>
                </a:cubicBezTo>
                <a:cubicBezTo>
                  <a:pt x="712600" y="538394"/>
                  <a:pt x="716188" y="540270"/>
                  <a:pt x="719138" y="542925"/>
                </a:cubicBezTo>
                <a:cubicBezTo>
                  <a:pt x="724144" y="547430"/>
                  <a:pt x="727401" y="554200"/>
                  <a:pt x="733425" y="557212"/>
                </a:cubicBezTo>
                <a:cubicBezTo>
                  <a:pt x="758177" y="569589"/>
                  <a:pt x="728852" y="553670"/>
                  <a:pt x="750094" y="569119"/>
                </a:cubicBezTo>
                <a:cubicBezTo>
                  <a:pt x="756150" y="573523"/>
                  <a:pt x="762723" y="577172"/>
                  <a:pt x="769144" y="581025"/>
                </a:cubicBezTo>
                <a:cubicBezTo>
                  <a:pt x="774632" y="584317"/>
                  <a:pt x="785813" y="590550"/>
                  <a:pt x="785813" y="590550"/>
                </a:cubicBezTo>
                <a:cubicBezTo>
                  <a:pt x="788194" y="593725"/>
                  <a:pt x="790151" y="597269"/>
                  <a:pt x="792957" y="600075"/>
                </a:cubicBezTo>
                <a:cubicBezTo>
                  <a:pt x="801539" y="608657"/>
                  <a:pt x="801510" y="605219"/>
                  <a:pt x="809625" y="611981"/>
                </a:cubicBezTo>
                <a:cubicBezTo>
                  <a:pt x="812212" y="614137"/>
                  <a:pt x="814212" y="616933"/>
                  <a:pt x="816769" y="619125"/>
                </a:cubicBezTo>
                <a:cubicBezTo>
                  <a:pt x="819782" y="621708"/>
                  <a:pt x="823195" y="623790"/>
                  <a:pt x="826294" y="626269"/>
                </a:cubicBezTo>
                <a:cubicBezTo>
                  <a:pt x="831135" y="630142"/>
                  <a:pt x="835948" y="634056"/>
                  <a:pt x="840582" y="638175"/>
                </a:cubicBezTo>
                <a:cubicBezTo>
                  <a:pt x="843099" y="640412"/>
                  <a:pt x="845168" y="643127"/>
                  <a:pt x="847725" y="645319"/>
                </a:cubicBezTo>
                <a:cubicBezTo>
                  <a:pt x="850738" y="647902"/>
                  <a:pt x="850503" y="647303"/>
                  <a:pt x="857250" y="652462"/>
                </a:cubicBezTo>
                <a:cubicBezTo>
                  <a:pt x="863997" y="657621"/>
                  <a:pt x="879873" y="671116"/>
                  <a:pt x="888207" y="676275"/>
                </a:cubicBezTo>
                <a:cubicBezTo>
                  <a:pt x="896541" y="681434"/>
                  <a:pt x="900510" y="680244"/>
                  <a:pt x="907257" y="683419"/>
                </a:cubicBezTo>
                <a:cubicBezTo>
                  <a:pt x="913293" y="687040"/>
                  <a:pt x="921861" y="692594"/>
                  <a:pt x="928688" y="695325"/>
                </a:cubicBezTo>
                <a:cubicBezTo>
                  <a:pt x="933349" y="697189"/>
                  <a:pt x="938213" y="698500"/>
                  <a:pt x="942975" y="700087"/>
                </a:cubicBezTo>
                <a:cubicBezTo>
                  <a:pt x="950119" y="705643"/>
                  <a:pt x="958008" y="710356"/>
                  <a:pt x="964407" y="716756"/>
                </a:cubicBezTo>
                <a:cubicBezTo>
                  <a:pt x="966788" y="719137"/>
                  <a:pt x="969016" y="721682"/>
                  <a:pt x="971550" y="723900"/>
                </a:cubicBezTo>
                <a:cubicBezTo>
                  <a:pt x="975375" y="727247"/>
                  <a:pt x="979391" y="730375"/>
                  <a:pt x="983457" y="733425"/>
                </a:cubicBezTo>
                <a:cubicBezTo>
                  <a:pt x="985746" y="735142"/>
                  <a:pt x="988402" y="736355"/>
                  <a:pt x="990600" y="738187"/>
                </a:cubicBezTo>
                <a:cubicBezTo>
                  <a:pt x="1003421" y="748872"/>
                  <a:pt x="991667" y="742445"/>
                  <a:pt x="1007269" y="752475"/>
                </a:cubicBezTo>
                <a:cubicBezTo>
                  <a:pt x="1015056" y="757481"/>
                  <a:pt x="1023144" y="762000"/>
                  <a:pt x="1031082" y="766762"/>
                </a:cubicBezTo>
                <a:cubicBezTo>
                  <a:pt x="1035051" y="769143"/>
                  <a:pt x="1038597" y="772442"/>
                  <a:pt x="1042988" y="773906"/>
                </a:cubicBezTo>
                <a:cubicBezTo>
                  <a:pt x="1062326" y="780353"/>
                  <a:pt x="1052785" y="776424"/>
                  <a:pt x="1071563" y="785812"/>
                </a:cubicBezTo>
                <a:cubicBezTo>
                  <a:pt x="1104554" y="818805"/>
                  <a:pt x="1069470" y="786029"/>
                  <a:pt x="1097757" y="807244"/>
                </a:cubicBezTo>
                <a:cubicBezTo>
                  <a:pt x="1100451" y="809264"/>
                  <a:pt x="1102343" y="812196"/>
                  <a:pt x="1104900" y="814387"/>
                </a:cubicBezTo>
                <a:cubicBezTo>
                  <a:pt x="1114075" y="822251"/>
                  <a:pt x="1112151" y="820773"/>
                  <a:pt x="1121569" y="823912"/>
                </a:cubicBezTo>
                <a:cubicBezTo>
                  <a:pt x="1135186" y="837529"/>
                  <a:pt x="1121524" y="825373"/>
                  <a:pt x="1138238" y="835819"/>
                </a:cubicBezTo>
                <a:cubicBezTo>
                  <a:pt x="1141603" y="837922"/>
                  <a:pt x="1144398" y="840859"/>
                  <a:pt x="1147763" y="842962"/>
                </a:cubicBezTo>
                <a:cubicBezTo>
                  <a:pt x="1150773" y="844843"/>
                  <a:pt x="1154334" y="845756"/>
                  <a:pt x="1157288" y="847725"/>
                </a:cubicBezTo>
                <a:cubicBezTo>
                  <a:pt x="1176376" y="860451"/>
                  <a:pt x="1161284" y="855273"/>
                  <a:pt x="1178719" y="859631"/>
                </a:cubicBezTo>
                <a:cubicBezTo>
                  <a:pt x="1181894" y="862012"/>
                  <a:pt x="1185014" y="864468"/>
                  <a:pt x="1188244" y="866775"/>
                </a:cubicBezTo>
                <a:cubicBezTo>
                  <a:pt x="1190573" y="868438"/>
                  <a:pt x="1193364" y="869513"/>
                  <a:pt x="1195388" y="871537"/>
                </a:cubicBezTo>
                <a:cubicBezTo>
                  <a:pt x="1208545" y="884693"/>
                  <a:pt x="1195343" y="879264"/>
                  <a:pt x="1212057" y="883444"/>
                </a:cubicBezTo>
                <a:cubicBezTo>
                  <a:pt x="1227843" y="893968"/>
                  <a:pt x="1210302" y="881600"/>
                  <a:pt x="1226344" y="895350"/>
                </a:cubicBezTo>
                <a:cubicBezTo>
                  <a:pt x="1240876" y="907806"/>
                  <a:pt x="1230381" y="897873"/>
                  <a:pt x="1245394" y="907256"/>
                </a:cubicBezTo>
                <a:cubicBezTo>
                  <a:pt x="1248760" y="909359"/>
                  <a:pt x="1251516" y="912358"/>
                  <a:pt x="1254919" y="914400"/>
                </a:cubicBezTo>
                <a:cubicBezTo>
                  <a:pt x="1259485" y="917140"/>
                  <a:pt x="1264532" y="918994"/>
                  <a:pt x="1269207" y="921544"/>
                </a:cubicBezTo>
                <a:cubicBezTo>
                  <a:pt x="1275474" y="924962"/>
                  <a:pt x="1285165" y="930855"/>
                  <a:pt x="1290638" y="935831"/>
                </a:cubicBezTo>
                <a:cubicBezTo>
                  <a:pt x="1296452" y="941117"/>
                  <a:pt x="1300769" y="948141"/>
                  <a:pt x="1307307" y="952500"/>
                </a:cubicBezTo>
                <a:cubicBezTo>
                  <a:pt x="1319614" y="960705"/>
                  <a:pt x="1316156" y="958208"/>
                  <a:pt x="1333500" y="971550"/>
                </a:cubicBezTo>
                <a:cubicBezTo>
                  <a:pt x="1345211" y="980558"/>
                  <a:pt x="1350963" y="982266"/>
                  <a:pt x="1359694" y="990600"/>
                </a:cubicBezTo>
                <a:cubicBezTo>
                  <a:pt x="1368425" y="998934"/>
                  <a:pt x="1373188" y="1010841"/>
                  <a:pt x="1385888" y="1021557"/>
                </a:cubicBezTo>
                <a:cubicBezTo>
                  <a:pt x="1398588" y="1032273"/>
                  <a:pt x="1417241" y="1041004"/>
                  <a:pt x="1435894" y="1054894"/>
                </a:cubicBezTo>
                <a:cubicBezTo>
                  <a:pt x="1454547" y="1068784"/>
                  <a:pt x="1477169" y="1088231"/>
                  <a:pt x="1497806" y="1104900"/>
                </a:cubicBezTo>
                <a:lnTo>
                  <a:pt x="1559718" y="1154906"/>
                </a:lnTo>
                <a:cubicBezTo>
                  <a:pt x="1575990" y="1167606"/>
                  <a:pt x="1583929" y="1172369"/>
                  <a:pt x="1595438" y="1181100"/>
                </a:cubicBezTo>
                <a:cubicBezTo>
                  <a:pt x="1606947" y="1189831"/>
                  <a:pt x="1617663" y="1198960"/>
                  <a:pt x="1628775" y="1207294"/>
                </a:cubicBezTo>
                <a:cubicBezTo>
                  <a:pt x="1639887" y="1215628"/>
                  <a:pt x="1650207" y="1224360"/>
                  <a:pt x="1662113" y="1231107"/>
                </a:cubicBezTo>
                <a:cubicBezTo>
                  <a:pt x="1674019" y="1237854"/>
                  <a:pt x="1691879" y="1243013"/>
                  <a:pt x="1700213" y="1247775"/>
                </a:cubicBezTo>
                <a:cubicBezTo>
                  <a:pt x="1704182" y="1251744"/>
                  <a:pt x="1707306" y="1256793"/>
                  <a:pt x="1712119" y="1259681"/>
                </a:cubicBezTo>
                <a:cubicBezTo>
                  <a:pt x="1720417" y="1264660"/>
                  <a:pt x="1726335" y="1267656"/>
                  <a:pt x="1733550" y="1273969"/>
                </a:cubicBezTo>
                <a:cubicBezTo>
                  <a:pt x="1736929" y="1276926"/>
                  <a:pt x="1739531" y="1280737"/>
                  <a:pt x="1743075" y="1283494"/>
                </a:cubicBezTo>
                <a:cubicBezTo>
                  <a:pt x="1746729" y="1286335"/>
                  <a:pt x="1751190" y="1287983"/>
                  <a:pt x="1754982" y="1290637"/>
                </a:cubicBezTo>
                <a:cubicBezTo>
                  <a:pt x="1759146" y="1293551"/>
                  <a:pt x="1762659" y="1297343"/>
                  <a:pt x="1766888" y="1300162"/>
                </a:cubicBezTo>
                <a:cubicBezTo>
                  <a:pt x="1772775" y="1304087"/>
                  <a:pt x="1777205" y="1305189"/>
                  <a:pt x="1783557" y="1307306"/>
                </a:cubicBezTo>
                <a:cubicBezTo>
                  <a:pt x="1785938" y="1308894"/>
                  <a:pt x="1788371" y="1310406"/>
                  <a:pt x="1790700" y="1312069"/>
                </a:cubicBezTo>
                <a:cubicBezTo>
                  <a:pt x="1793929" y="1314376"/>
                  <a:pt x="1796779" y="1317243"/>
                  <a:pt x="1800225" y="1319212"/>
                </a:cubicBezTo>
                <a:cubicBezTo>
                  <a:pt x="1802404" y="1320457"/>
                  <a:pt x="1804988" y="1320800"/>
                  <a:pt x="1807369" y="1321594"/>
                </a:cubicBezTo>
                <a:cubicBezTo>
                  <a:pt x="1812925" y="1325563"/>
                  <a:pt x="1818878" y="1329028"/>
                  <a:pt x="1824038" y="1333500"/>
                </a:cubicBezTo>
                <a:cubicBezTo>
                  <a:pt x="1830824" y="1339381"/>
                  <a:pt x="1835904" y="1347162"/>
                  <a:pt x="1843088" y="1352550"/>
                </a:cubicBezTo>
                <a:cubicBezTo>
                  <a:pt x="1846263" y="1354931"/>
                  <a:pt x="1849600" y="1357111"/>
                  <a:pt x="1852613" y="1359694"/>
                </a:cubicBezTo>
                <a:cubicBezTo>
                  <a:pt x="1855170" y="1361885"/>
                  <a:pt x="1857017" y="1364880"/>
                  <a:pt x="1859757" y="1366837"/>
                </a:cubicBezTo>
                <a:cubicBezTo>
                  <a:pt x="1862646" y="1368900"/>
                  <a:pt x="1866107" y="1370012"/>
                  <a:pt x="1869282" y="1371600"/>
                </a:cubicBezTo>
                <a:cubicBezTo>
                  <a:pt x="1874928" y="1379129"/>
                  <a:pt x="1876604" y="1382299"/>
                  <a:pt x="1883569" y="1388269"/>
                </a:cubicBezTo>
                <a:cubicBezTo>
                  <a:pt x="1886582" y="1390852"/>
                  <a:pt x="1890107" y="1392799"/>
                  <a:pt x="1893094" y="1395412"/>
                </a:cubicBezTo>
                <a:cubicBezTo>
                  <a:pt x="1896473" y="1398369"/>
                  <a:pt x="1899027" y="1402243"/>
                  <a:pt x="1902619" y="1404937"/>
                </a:cubicBezTo>
                <a:cubicBezTo>
                  <a:pt x="1905459" y="1407067"/>
                  <a:pt x="1909078" y="1407911"/>
                  <a:pt x="1912144" y="1409700"/>
                </a:cubicBezTo>
                <a:cubicBezTo>
                  <a:pt x="1918612" y="1413473"/>
                  <a:pt x="1931194" y="1421606"/>
                  <a:pt x="1931194" y="1421606"/>
                </a:cubicBezTo>
                <a:cubicBezTo>
                  <a:pt x="1932782" y="1423987"/>
                  <a:pt x="1933933" y="1426726"/>
                  <a:pt x="1935957" y="1428750"/>
                </a:cubicBezTo>
                <a:cubicBezTo>
                  <a:pt x="1939923" y="1432716"/>
                  <a:pt x="1948145" y="1435662"/>
                  <a:pt x="1952625" y="1438275"/>
                </a:cubicBezTo>
                <a:cubicBezTo>
                  <a:pt x="1959093" y="1442048"/>
                  <a:pt x="1964978" y="1446832"/>
                  <a:pt x="1971675" y="1450181"/>
                </a:cubicBezTo>
                <a:cubicBezTo>
                  <a:pt x="1974850" y="1451769"/>
                  <a:pt x="1978453" y="1452696"/>
                  <a:pt x="1981200" y="1454944"/>
                </a:cubicBezTo>
                <a:cubicBezTo>
                  <a:pt x="1987282" y="1459920"/>
                  <a:pt x="1991583" y="1466897"/>
                  <a:pt x="1997869" y="1471612"/>
                </a:cubicBezTo>
                <a:cubicBezTo>
                  <a:pt x="2001044" y="1473993"/>
                  <a:pt x="2004029" y="1476652"/>
                  <a:pt x="2007394" y="1478756"/>
                </a:cubicBezTo>
                <a:cubicBezTo>
                  <a:pt x="2010404" y="1480637"/>
                  <a:pt x="2014030" y="1481456"/>
                  <a:pt x="2016919" y="1483519"/>
                </a:cubicBezTo>
                <a:cubicBezTo>
                  <a:pt x="2019659" y="1485476"/>
                  <a:pt x="2021323" y="1488705"/>
                  <a:pt x="2024063" y="1490662"/>
                </a:cubicBezTo>
                <a:cubicBezTo>
                  <a:pt x="2026952" y="1492725"/>
                  <a:pt x="2030699" y="1493362"/>
                  <a:pt x="2033588" y="1495425"/>
                </a:cubicBezTo>
                <a:cubicBezTo>
                  <a:pt x="2036328" y="1497383"/>
                  <a:pt x="2038145" y="1500413"/>
                  <a:pt x="2040732" y="1502569"/>
                </a:cubicBezTo>
                <a:cubicBezTo>
                  <a:pt x="2042930" y="1504401"/>
                  <a:pt x="2045546" y="1505668"/>
                  <a:pt x="2047875" y="1507331"/>
                </a:cubicBezTo>
                <a:cubicBezTo>
                  <a:pt x="2051105" y="1509638"/>
                  <a:pt x="2054170" y="1512168"/>
                  <a:pt x="2057400" y="1514475"/>
                </a:cubicBezTo>
                <a:cubicBezTo>
                  <a:pt x="2059729" y="1516138"/>
                  <a:pt x="2062345" y="1517405"/>
                  <a:pt x="2064544" y="1519237"/>
                </a:cubicBezTo>
                <a:cubicBezTo>
                  <a:pt x="2067131" y="1521393"/>
                  <a:pt x="2068948" y="1524423"/>
                  <a:pt x="2071688" y="1526381"/>
                </a:cubicBezTo>
                <a:cubicBezTo>
                  <a:pt x="2074577" y="1528444"/>
                  <a:pt x="2078203" y="1529263"/>
                  <a:pt x="2081213" y="1531144"/>
                </a:cubicBezTo>
                <a:cubicBezTo>
                  <a:pt x="2084578" y="1533247"/>
                  <a:pt x="2087310" y="1536287"/>
                  <a:pt x="2090738" y="1538287"/>
                </a:cubicBezTo>
                <a:cubicBezTo>
                  <a:pt x="2096870" y="1541864"/>
                  <a:pt x="2103537" y="1544446"/>
                  <a:pt x="2109788" y="1547812"/>
                </a:cubicBezTo>
                <a:cubicBezTo>
                  <a:pt x="2136499" y="1562195"/>
                  <a:pt x="2108214" y="1547722"/>
                  <a:pt x="2131219" y="1562100"/>
                </a:cubicBezTo>
                <a:cubicBezTo>
                  <a:pt x="2134229" y="1563981"/>
                  <a:pt x="2137790" y="1564893"/>
                  <a:pt x="2140744" y="1566862"/>
                </a:cubicBezTo>
                <a:cubicBezTo>
                  <a:pt x="2144973" y="1569681"/>
                  <a:pt x="2148188" y="1573953"/>
                  <a:pt x="2152650" y="1576387"/>
                </a:cubicBezTo>
                <a:cubicBezTo>
                  <a:pt x="2180316" y="1591478"/>
                  <a:pt x="2153699" y="1568654"/>
                  <a:pt x="2181225" y="1590675"/>
                </a:cubicBezTo>
                <a:cubicBezTo>
                  <a:pt x="2216124" y="1618594"/>
                  <a:pt x="2167211" y="1583728"/>
                  <a:pt x="2200275" y="1607344"/>
                </a:cubicBezTo>
                <a:cubicBezTo>
                  <a:pt x="2202604" y="1609007"/>
                  <a:pt x="2205090" y="1610443"/>
                  <a:pt x="2207419" y="1612106"/>
                </a:cubicBezTo>
                <a:cubicBezTo>
                  <a:pt x="2210649" y="1614413"/>
                  <a:pt x="2210197" y="1614091"/>
                  <a:pt x="2216944" y="1619250"/>
                </a:cubicBezTo>
                <a:cubicBezTo>
                  <a:pt x="2223691" y="1624409"/>
                  <a:pt x="2241550" y="1637903"/>
                  <a:pt x="2247900" y="1643062"/>
                </a:cubicBezTo>
                <a:cubicBezTo>
                  <a:pt x="2258616" y="1650603"/>
                  <a:pt x="2270522" y="1664097"/>
                  <a:pt x="2281238" y="1674019"/>
                </a:cubicBezTo>
                <a:cubicBezTo>
                  <a:pt x="2291954" y="1683941"/>
                  <a:pt x="2297510" y="1688703"/>
                  <a:pt x="2312194" y="1702594"/>
                </a:cubicBezTo>
                <a:cubicBezTo>
                  <a:pt x="2326878" y="1716485"/>
                  <a:pt x="2349897" y="1743472"/>
                  <a:pt x="2369344" y="1757363"/>
                </a:cubicBezTo>
                <a:cubicBezTo>
                  <a:pt x="2388791" y="1771254"/>
                  <a:pt x="2412207" y="1776016"/>
                  <a:pt x="2428876" y="1785938"/>
                </a:cubicBezTo>
                <a:cubicBezTo>
                  <a:pt x="2445545" y="1795860"/>
                  <a:pt x="2459831" y="1814116"/>
                  <a:pt x="2469356" y="1816894"/>
                </a:cubicBezTo>
                <a:cubicBezTo>
                  <a:pt x="2484437" y="1828006"/>
                  <a:pt x="2506266" y="1843484"/>
                  <a:pt x="2514600" y="1850231"/>
                </a:cubicBezTo>
                <a:cubicBezTo>
                  <a:pt x="2522934" y="1856978"/>
                  <a:pt x="2517478" y="1855221"/>
                  <a:pt x="2519363" y="1857375"/>
                </a:cubicBezTo>
                <a:cubicBezTo>
                  <a:pt x="2526535" y="1865571"/>
                  <a:pt x="2537112" y="1872522"/>
                  <a:pt x="2540794" y="1883569"/>
                </a:cubicBezTo>
                <a:lnTo>
                  <a:pt x="2543175" y="1890712"/>
                </a:lnTo>
              </a:path>
            </a:pathLst>
          </a:cu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Freeform: Shape 10">
            <a:extLst>
              <a:ext uri="{FF2B5EF4-FFF2-40B4-BE49-F238E27FC236}">
                <a16:creationId xmlns:a16="http://schemas.microsoft.com/office/drawing/2014/main" id="{400104F2-2A5E-4F93-C699-7194ED956C2B}"/>
              </a:ext>
            </a:extLst>
          </p:cNvPr>
          <p:cNvSpPr/>
          <p:nvPr/>
        </p:nvSpPr>
        <p:spPr>
          <a:xfrm flipH="1">
            <a:off x="628642" y="4149740"/>
            <a:ext cx="1359156" cy="198874"/>
          </a:xfrm>
          <a:custGeom>
            <a:avLst/>
            <a:gdLst>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297657 w 1716882"/>
              <a:gd name="connsiteY11" fmla="*/ 211931 h 252412"/>
              <a:gd name="connsiteX12" fmla="*/ 402432 w 1716882"/>
              <a:gd name="connsiteY12" fmla="*/ 200025 h 252412"/>
              <a:gd name="connsiteX13" fmla="*/ 514350 w 1716882"/>
              <a:gd name="connsiteY13" fmla="*/ 192881 h 252412"/>
              <a:gd name="connsiteX14" fmla="*/ 552450 w 1716882"/>
              <a:gd name="connsiteY14" fmla="*/ 178593 h 252412"/>
              <a:gd name="connsiteX15" fmla="*/ 566738 w 1716882"/>
              <a:gd name="connsiteY15" fmla="*/ 171450 h 252412"/>
              <a:gd name="connsiteX16" fmla="*/ 592932 w 1716882"/>
              <a:gd name="connsiteY16" fmla="*/ 166687 h 252412"/>
              <a:gd name="connsiteX17" fmla="*/ 633413 w 1716882"/>
              <a:gd name="connsiteY17" fmla="*/ 157162 h 252412"/>
              <a:gd name="connsiteX18" fmla="*/ 661988 w 1716882"/>
              <a:gd name="connsiteY18" fmla="*/ 154781 h 252412"/>
              <a:gd name="connsiteX19" fmla="*/ 683419 w 1716882"/>
              <a:gd name="connsiteY19" fmla="*/ 152400 h 252412"/>
              <a:gd name="connsiteX20" fmla="*/ 697707 w 1716882"/>
              <a:gd name="connsiteY20" fmla="*/ 147637 h 252412"/>
              <a:gd name="connsiteX21" fmla="*/ 733425 w 1716882"/>
              <a:gd name="connsiteY21" fmla="*/ 133350 h 252412"/>
              <a:gd name="connsiteX22" fmla="*/ 776288 w 1716882"/>
              <a:gd name="connsiteY22" fmla="*/ 126206 h 252412"/>
              <a:gd name="connsiteX23" fmla="*/ 871538 w 1716882"/>
              <a:gd name="connsiteY23" fmla="*/ 128587 h 252412"/>
              <a:gd name="connsiteX24" fmla="*/ 916782 w 1716882"/>
              <a:gd name="connsiteY24" fmla="*/ 130968 h 252412"/>
              <a:gd name="connsiteX25" fmla="*/ 966788 w 1716882"/>
              <a:gd name="connsiteY25" fmla="*/ 128587 h 252412"/>
              <a:gd name="connsiteX26" fmla="*/ 995363 w 1716882"/>
              <a:gd name="connsiteY26" fmla="*/ 114300 h 252412"/>
              <a:gd name="connsiteX27" fmla="*/ 1004888 w 1716882"/>
              <a:gd name="connsiteY27" fmla="*/ 111918 h 252412"/>
              <a:gd name="connsiteX28" fmla="*/ 1050132 w 1716882"/>
              <a:gd name="connsiteY28" fmla="*/ 107156 h 252412"/>
              <a:gd name="connsiteX29" fmla="*/ 1071563 w 1716882"/>
              <a:gd name="connsiteY29" fmla="*/ 102393 h 252412"/>
              <a:gd name="connsiteX30" fmla="*/ 1083469 w 1716882"/>
              <a:gd name="connsiteY30" fmla="*/ 97631 h 252412"/>
              <a:gd name="connsiteX31" fmla="*/ 1121569 w 1716882"/>
              <a:gd name="connsiteY31" fmla="*/ 90487 h 252412"/>
              <a:gd name="connsiteX32" fmla="*/ 1143000 w 1716882"/>
              <a:gd name="connsiteY32" fmla="*/ 80962 h 252412"/>
              <a:gd name="connsiteX33" fmla="*/ 1169194 w 1716882"/>
              <a:gd name="connsiteY33" fmla="*/ 76200 h 252412"/>
              <a:gd name="connsiteX34" fmla="*/ 1193007 w 1716882"/>
              <a:gd name="connsiteY34" fmla="*/ 69056 h 252412"/>
              <a:gd name="connsiteX35" fmla="*/ 1204913 w 1716882"/>
              <a:gd name="connsiteY35" fmla="*/ 64293 h 252412"/>
              <a:gd name="connsiteX36" fmla="*/ 1245394 w 1716882"/>
              <a:gd name="connsiteY36" fmla="*/ 59531 h 252412"/>
              <a:gd name="connsiteX37" fmla="*/ 1273969 w 1716882"/>
              <a:gd name="connsiteY37" fmla="*/ 52387 h 252412"/>
              <a:gd name="connsiteX38" fmla="*/ 1378744 w 1716882"/>
              <a:gd name="connsiteY38" fmla="*/ 54768 h 252412"/>
              <a:gd name="connsiteX39" fmla="*/ 1443038 w 1716882"/>
              <a:gd name="connsiteY39" fmla="*/ 52387 h 252412"/>
              <a:gd name="connsiteX40" fmla="*/ 1459707 w 1716882"/>
              <a:gd name="connsiteY40" fmla="*/ 54768 h 252412"/>
              <a:gd name="connsiteX41" fmla="*/ 1514475 w 1716882"/>
              <a:gd name="connsiteY41" fmla="*/ 52387 h 252412"/>
              <a:gd name="connsiteX42" fmla="*/ 1535907 w 1716882"/>
              <a:gd name="connsiteY42" fmla="*/ 45243 h 252412"/>
              <a:gd name="connsiteX43" fmla="*/ 1552575 w 1716882"/>
              <a:gd name="connsiteY43" fmla="*/ 38100 h 252412"/>
              <a:gd name="connsiteX44" fmla="*/ 1571625 w 1716882"/>
              <a:gd name="connsiteY44" fmla="*/ 30956 h 252412"/>
              <a:gd name="connsiteX45" fmla="*/ 1624013 w 1716882"/>
              <a:gd name="connsiteY45" fmla="*/ 14287 h 252412"/>
              <a:gd name="connsiteX46" fmla="*/ 1702594 w 1716882"/>
              <a:gd name="connsiteY46" fmla="*/ 11906 h 252412"/>
              <a:gd name="connsiteX47" fmla="*/ 1709738 w 1716882"/>
              <a:gd name="connsiteY47" fmla="*/ 7143 h 252412"/>
              <a:gd name="connsiteX48" fmla="*/ 1716882 w 1716882"/>
              <a:gd name="connsiteY48"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514350 w 1716882"/>
              <a:gd name="connsiteY13" fmla="*/ 192881 h 252412"/>
              <a:gd name="connsiteX14" fmla="*/ 552450 w 1716882"/>
              <a:gd name="connsiteY14" fmla="*/ 178593 h 252412"/>
              <a:gd name="connsiteX15" fmla="*/ 566738 w 1716882"/>
              <a:gd name="connsiteY15" fmla="*/ 171450 h 252412"/>
              <a:gd name="connsiteX16" fmla="*/ 592932 w 1716882"/>
              <a:gd name="connsiteY16" fmla="*/ 166687 h 252412"/>
              <a:gd name="connsiteX17" fmla="*/ 633413 w 1716882"/>
              <a:gd name="connsiteY17" fmla="*/ 157162 h 252412"/>
              <a:gd name="connsiteX18" fmla="*/ 661988 w 1716882"/>
              <a:gd name="connsiteY18" fmla="*/ 154781 h 252412"/>
              <a:gd name="connsiteX19" fmla="*/ 683419 w 1716882"/>
              <a:gd name="connsiteY19" fmla="*/ 152400 h 252412"/>
              <a:gd name="connsiteX20" fmla="*/ 697707 w 1716882"/>
              <a:gd name="connsiteY20" fmla="*/ 147637 h 252412"/>
              <a:gd name="connsiteX21" fmla="*/ 733425 w 1716882"/>
              <a:gd name="connsiteY21" fmla="*/ 133350 h 252412"/>
              <a:gd name="connsiteX22" fmla="*/ 776288 w 1716882"/>
              <a:gd name="connsiteY22" fmla="*/ 126206 h 252412"/>
              <a:gd name="connsiteX23" fmla="*/ 871538 w 1716882"/>
              <a:gd name="connsiteY23" fmla="*/ 128587 h 252412"/>
              <a:gd name="connsiteX24" fmla="*/ 916782 w 1716882"/>
              <a:gd name="connsiteY24" fmla="*/ 130968 h 252412"/>
              <a:gd name="connsiteX25" fmla="*/ 966788 w 1716882"/>
              <a:gd name="connsiteY25" fmla="*/ 128587 h 252412"/>
              <a:gd name="connsiteX26" fmla="*/ 995363 w 1716882"/>
              <a:gd name="connsiteY26" fmla="*/ 114300 h 252412"/>
              <a:gd name="connsiteX27" fmla="*/ 1004888 w 1716882"/>
              <a:gd name="connsiteY27" fmla="*/ 111918 h 252412"/>
              <a:gd name="connsiteX28" fmla="*/ 1050132 w 1716882"/>
              <a:gd name="connsiteY28" fmla="*/ 107156 h 252412"/>
              <a:gd name="connsiteX29" fmla="*/ 1071563 w 1716882"/>
              <a:gd name="connsiteY29" fmla="*/ 102393 h 252412"/>
              <a:gd name="connsiteX30" fmla="*/ 1083469 w 1716882"/>
              <a:gd name="connsiteY30" fmla="*/ 97631 h 252412"/>
              <a:gd name="connsiteX31" fmla="*/ 1121569 w 1716882"/>
              <a:gd name="connsiteY31" fmla="*/ 90487 h 252412"/>
              <a:gd name="connsiteX32" fmla="*/ 1143000 w 1716882"/>
              <a:gd name="connsiteY32" fmla="*/ 80962 h 252412"/>
              <a:gd name="connsiteX33" fmla="*/ 1169194 w 1716882"/>
              <a:gd name="connsiteY33" fmla="*/ 76200 h 252412"/>
              <a:gd name="connsiteX34" fmla="*/ 1193007 w 1716882"/>
              <a:gd name="connsiteY34" fmla="*/ 69056 h 252412"/>
              <a:gd name="connsiteX35" fmla="*/ 1204913 w 1716882"/>
              <a:gd name="connsiteY35" fmla="*/ 64293 h 252412"/>
              <a:gd name="connsiteX36" fmla="*/ 1245394 w 1716882"/>
              <a:gd name="connsiteY36" fmla="*/ 59531 h 252412"/>
              <a:gd name="connsiteX37" fmla="*/ 1273969 w 1716882"/>
              <a:gd name="connsiteY37" fmla="*/ 52387 h 252412"/>
              <a:gd name="connsiteX38" fmla="*/ 1378744 w 1716882"/>
              <a:gd name="connsiteY38" fmla="*/ 54768 h 252412"/>
              <a:gd name="connsiteX39" fmla="*/ 1443038 w 1716882"/>
              <a:gd name="connsiteY39" fmla="*/ 52387 h 252412"/>
              <a:gd name="connsiteX40" fmla="*/ 1459707 w 1716882"/>
              <a:gd name="connsiteY40" fmla="*/ 54768 h 252412"/>
              <a:gd name="connsiteX41" fmla="*/ 1514475 w 1716882"/>
              <a:gd name="connsiteY41" fmla="*/ 52387 h 252412"/>
              <a:gd name="connsiteX42" fmla="*/ 1535907 w 1716882"/>
              <a:gd name="connsiteY42" fmla="*/ 45243 h 252412"/>
              <a:gd name="connsiteX43" fmla="*/ 1552575 w 1716882"/>
              <a:gd name="connsiteY43" fmla="*/ 38100 h 252412"/>
              <a:gd name="connsiteX44" fmla="*/ 1571625 w 1716882"/>
              <a:gd name="connsiteY44" fmla="*/ 30956 h 252412"/>
              <a:gd name="connsiteX45" fmla="*/ 1624013 w 1716882"/>
              <a:gd name="connsiteY45" fmla="*/ 14287 h 252412"/>
              <a:gd name="connsiteX46" fmla="*/ 1702594 w 1716882"/>
              <a:gd name="connsiteY46" fmla="*/ 11906 h 252412"/>
              <a:gd name="connsiteX47" fmla="*/ 1709738 w 1716882"/>
              <a:gd name="connsiteY47" fmla="*/ 7143 h 252412"/>
              <a:gd name="connsiteX48" fmla="*/ 1716882 w 1716882"/>
              <a:gd name="connsiteY48"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514350 w 1716882"/>
              <a:gd name="connsiteY13" fmla="*/ 192881 h 252412"/>
              <a:gd name="connsiteX14" fmla="*/ 552450 w 1716882"/>
              <a:gd name="connsiteY14" fmla="*/ 178593 h 252412"/>
              <a:gd name="connsiteX15" fmla="*/ 566738 w 1716882"/>
              <a:gd name="connsiteY15" fmla="*/ 171450 h 252412"/>
              <a:gd name="connsiteX16" fmla="*/ 592932 w 1716882"/>
              <a:gd name="connsiteY16" fmla="*/ 166687 h 252412"/>
              <a:gd name="connsiteX17" fmla="*/ 633413 w 1716882"/>
              <a:gd name="connsiteY17" fmla="*/ 157162 h 252412"/>
              <a:gd name="connsiteX18" fmla="*/ 661988 w 1716882"/>
              <a:gd name="connsiteY18" fmla="*/ 154781 h 252412"/>
              <a:gd name="connsiteX19" fmla="*/ 683419 w 1716882"/>
              <a:gd name="connsiteY19" fmla="*/ 152400 h 252412"/>
              <a:gd name="connsiteX20" fmla="*/ 697707 w 1716882"/>
              <a:gd name="connsiteY20" fmla="*/ 147637 h 252412"/>
              <a:gd name="connsiteX21" fmla="*/ 733425 w 1716882"/>
              <a:gd name="connsiteY21" fmla="*/ 133350 h 252412"/>
              <a:gd name="connsiteX22" fmla="*/ 776288 w 1716882"/>
              <a:gd name="connsiteY22" fmla="*/ 126206 h 252412"/>
              <a:gd name="connsiteX23" fmla="*/ 871538 w 1716882"/>
              <a:gd name="connsiteY23" fmla="*/ 128587 h 252412"/>
              <a:gd name="connsiteX24" fmla="*/ 916782 w 1716882"/>
              <a:gd name="connsiteY24" fmla="*/ 130968 h 252412"/>
              <a:gd name="connsiteX25" fmla="*/ 966788 w 1716882"/>
              <a:gd name="connsiteY25" fmla="*/ 128587 h 252412"/>
              <a:gd name="connsiteX26" fmla="*/ 995363 w 1716882"/>
              <a:gd name="connsiteY26" fmla="*/ 114300 h 252412"/>
              <a:gd name="connsiteX27" fmla="*/ 1004888 w 1716882"/>
              <a:gd name="connsiteY27" fmla="*/ 111918 h 252412"/>
              <a:gd name="connsiteX28" fmla="*/ 1050132 w 1716882"/>
              <a:gd name="connsiteY28" fmla="*/ 107156 h 252412"/>
              <a:gd name="connsiteX29" fmla="*/ 1071563 w 1716882"/>
              <a:gd name="connsiteY29" fmla="*/ 102393 h 252412"/>
              <a:gd name="connsiteX30" fmla="*/ 1083469 w 1716882"/>
              <a:gd name="connsiteY30" fmla="*/ 97631 h 252412"/>
              <a:gd name="connsiteX31" fmla="*/ 1121569 w 1716882"/>
              <a:gd name="connsiteY31" fmla="*/ 90487 h 252412"/>
              <a:gd name="connsiteX32" fmla="*/ 1143000 w 1716882"/>
              <a:gd name="connsiteY32" fmla="*/ 80962 h 252412"/>
              <a:gd name="connsiteX33" fmla="*/ 1169194 w 1716882"/>
              <a:gd name="connsiteY33" fmla="*/ 76200 h 252412"/>
              <a:gd name="connsiteX34" fmla="*/ 1193007 w 1716882"/>
              <a:gd name="connsiteY34" fmla="*/ 69056 h 252412"/>
              <a:gd name="connsiteX35" fmla="*/ 1204913 w 1716882"/>
              <a:gd name="connsiteY35" fmla="*/ 64293 h 252412"/>
              <a:gd name="connsiteX36" fmla="*/ 1245394 w 1716882"/>
              <a:gd name="connsiteY36" fmla="*/ 59531 h 252412"/>
              <a:gd name="connsiteX37" fmla="*/ 1273969 w 1716882"/>
              <a:gd name="connsiteY37" fmla="*/ 52387 h 252412"/>
              <a:gd name="connsiteX38" fmla="*/ 1378744 w 1716882"/>
              <a:gd name="connsiteY38" fmla="*/ 54768 h 252412"/>
              <a:gd name="connsiteX39" fmla="*/ 1443038 w 1716882"/>
              <a:gd name="connsiteY39" fmla="*/ 52387 h 252412"/>
              <a:gd name="connsiteX40" fmla="*/ 1459707 w 1716882"/>
              <a:gd name="connsiteY40" fmla="*/ 54768 h 252412"/>
              <a:gd name="connsiteX41" fmla="*/ 1514475 w 1716882"/>
              <a:gd name="connsiteY41" fmla="*/ 52387 h 252412"/>
              <a:gd name="connsiteX42" fmla="*/ 1535907 w 1716882"/>
              <a:gd name="connsiteY42" fmla="*/ 45243 h 252412"/>
              <a:gd name="connsiteX43" fmla="*/ 1552575 w 1716882"/>
              <a:gd name="connsiteY43" fmla="*/ 38100 h 252412"/>
              <a:gd name="connsiteX44" fmla="*/ 1571625 w 1716882"/>
              <a:gd name="connsiteY44" fmla="*/ 30956 h 252412"/>
              <a:gd name="connsiteX45" fmla="*/ 1624013 w 1716882"/>
              <a:gd name="connsiteY45" fmla="*/ 14287 h 252412"/>
              <a:gd name="connsiteX46" fmla="*/ 1702594 w 1716882"/>
              <a:gd name="connsiteY46" fmla="*/ 11906 h 252412"/>
              <a:gd name="connsiteX47" fmla="*/ 1709738 w 1716882"/>
              <a:gd name="connsiteY47" fmla="*/ 7143 h 252412"/>
              <a:gd name="connsiteX48" fmla="*/ 1716882 w 1716882"/>
              <a:gd name="connsiteY48"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514350 w 1716882"/>
              <a:gd name="connsiteY13" fmla="*/ 192881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83419 w 1716882"/>
              <a:gd name="connsiteY18" fmla="*/ 152400 h 252412"/>
              <a:gd name="connsiteX19" fmla="*/ 697707 w 1716882"/>
              <a:gd name="connsiteY19" fmla="*/ 147637 h 252412"/>
              <a:gd name="connsiteX20" fmla="*/ 733425 w 1716882"/>
              <a:gd name="connsiteY20" fmla="*/ 133350 h 252412"/>
              <a:gd name="connsiteX21" fmla="*/ 776288 w 1716882"/>
              <a:gd name="connsiteY21" fmla="*/ 126206 h 252412"/>
              <a:gd name="connsiteX22" fmla="*/ 871538 w 1716882"/>
              <a:gd name="connsiteY22" fmla="*/ 128587 h 252412"/>
              <a:gd name="connsiteX23" fmla="*/ 916782 w 1716882"/>
              <a:gd name="connsiteY23" fmla="*/ 130968 h 252412"/>
              <a:gd name="connsiteX24" fmla="*/ 966788 w 1716882"/>
              <a:gd name="connsiteY24" fmla="*/ 128587 h 252412"/>
              <a:gd name="connsiteX25" fmla="*/ 995363 w 1716882"/>
              <a:gd name="connsiteY25" fmla="*/ 114300 h 252412"/>
              <a:gd name="connsiteX26" fmla="*/ 1004888 w 1716882"/>
              <a:gd name="connsiteY26" fmla="*/ 111918 h 252412"/>
              <a:gd name="connsiteX27" fmla="*/ 1050132 w 1716882"/>
              <a:gd name="connsiteY27" fmla="*/ 107156 h 252412"/>
              <a:gd name="connsiteX28" fmla="*/ 1071563 w 1716882"/>
              <a:gd name="connsiteY28" fmla="*/ 102393 h 252412"/>
              <a:gd name="connsiteX29" fmla="*/ 1083469 w 1716882"/>
              <a:gd name="connsiteY29" fmla="*/ 97631 h 252412"/>
              <a:gd name="connsiteX30" fmla="*/ 1121569 w 1716882"/>
              <a:gd name="connsiteY30" fmla="*/ 90487 h 252412"/>
              <a:gd name="connsiteX31" fmla="*/ 1143000 w 1716882"/>
              <a:gd name="connsiteY31" fmla="*/ 80962 h 252412"/>
              <a:gd name="connsiteX32" fmla="*/ 1169194 w 1716882"/>
              <a:gd name="connsiteY32" fmla="*/ 76200 h 252412"/>
              <a:gd name="connsiteX33" fmla="*/ 1193007 w 1716882"/>
              <a:gd name="connsiteY33" fmla="*/ 69056 h 252412"/>
              <a:gd name="connsiteX34" fmla="*/ 1204913 w 1716882"/>
              <a:gd name="connsiteY34" fmla="*/ 64293 h 252412"/>
              <a:gd name="connsiteX35" fmla="*/ 1245394 w 1716882"/>
              <a:gd name="connsiteY35" fmla="*/ 59531 h 252412"/>
              <a:gd name="connsiteX36" fmla="*/ 1273969 w 1716882"/>
              <a:gd name="connsiteY36" fmla="*/ 52387 h 252412"/>
              <a:gd name="connsiteX37" fmla="*/ 1378744 w 1716882"/>
              <a:gd name="connsiteY37" fmla="*/ 54768 h 252412"/>
              <a:gd name="connsiteX38" fmla="*/ 1443038 w 1716882"/>
              <a:gd name="connsiteY38" fmla="*/ 52387 h 252412"/>
              <a:gd name="connsiteX39" fmla="*/ 1459707 w 1716882"/>
              <a:gd name="connsiteY39" fmla="*/ 54768 h 252412"/>
              <a:gd name="connsiteX40" fmla="*/ 1514475 w 1716882"/>
              <a:gd name="connsiteY40" fmla="*/ 52387 h 252412"/>
              <a:gd name="connsiteX41" fmla="*/ 1535907 w 1716882"/>
              <a:gd name="connsiteY41" fmla="*/ 45243 h 252412"/>
              <a:gd name="connsiteX42" fmla="*/ 1552575 w 1716882"/>
              <a:gd name="connsiteY42" fmla="*/ 38100 h 252412"/>
              <a:gd name="connsiteX43" fmla="*/ 1571625 w 1716882"/>
              <a:gd name="connsiteY43" fmla="*/ 30956 h 252412"/>
              <a:gd name="connsiteX44" fmla="*/ 1624013 w 1716882"/>
              <a:gd name="connsiteY44" fmla="*/ 14287 h 252412"/>
              <a:gd name="connsiteX45" fmla="*/ 1702594 w 1716882"/>
              <a:gd name="connsiteY45" fmla="*/ 11906 h 252412"/>
              <a:gd name="connsiteX46" fmla="*/ 1709738 w 1716882"/>
              <a:gd name="connsiteY46" fmla="*/ 7143 h 252412"/>
              <a:gd name="connsiteX47" fmla="*/ 1716882 w 1716882"/>
              <a:gd name="connsiteY47"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514350 w 1716882"/>
              <a:gd name="connsiteY13" fmla="*/ 192881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733425 w 1716882"/>
              <a:gd name="connsiteY19" fmla="*/ 133350 h 252412"/>
              <a:gd name="connsiteX20" fmla="*/ 776288 w 1716882"/>
              <a:gd name="connsiteY20" fmla="*/ 126206 h 252412"/>
              <a:gd name="connsiteX21" fmla="*/ 871538 w 1716882"/>
              <a:gd name="connsiteY21" fmla="*/ 128587 h 252412"/>
              <a:gd name="connsiteX22" fmla="*/ 916782 w 1716882"/>
              <a:gd name="connsiteY22" fmla="*/ 130968 h 252412"/>
              <a:gd name="connsiteX23" fmla="*/ 966788 w 1716882"/>
              <a:gd name="connsiteY23" fmla="*/ 128587 h 252412"/>
              <a:gd name="connsiteX24" fmla="*/ 995363 w 1716882"/>
              <a:gd name="connsiteY24" fmla="*/ 114300 h 252412"/>
              <a:gd name="connsiteX25" fmla="*/ 1004888 w 1716882"/>
              <a:gd name="connsiteY25" fmla="*/ 111918 h 252412"/>
              <a:gd name="connsiteX26" fmla="*/ 1050132 w 1716882"/>
              <a:gd name="connsiteY26" fmla="*/ 107156 h 252412"/>
              <a:gd name="connsiteX27" fmla="*/ 1071563 w 1716882"/>
              <a:gd name="connsiteY27" fmla="*/ 102393 h 252412"/>
              <a:gd name="connsiteX28" fmla="*/ 1083469 w 1716882"/>
              <a:gd name="connsiteY28" fmla="*/ 97631 h 252412"/>
              <a:gd name="connsiteX29" fmla="*/ 1121569 w 1716882"/>
              <a:gd name="connsiteY29" fmla="*/ 90487 h 252412"/>
              <a:gd name="connsiteX30" fmla="*/ 1143000 w 1716882"/>
              <a:gd name="connsiteY30" fmla="*/ 80962 h 252412"/>
              <a:gd name="connsiteX31" fmla="*/ 1169194 w 1716882"/>
              <a:gd name="connsiteY31" fmla="*/ 76200 h 252412"/>
              <a:gd name="connsiteX32" fmla="*/ 1193007 w 1716882"/>
              <a:gd name="connsiteY32" fmla="*/ 69056 h 252412"/>
              <a:gd name="connsiteX33" fmla="*/ 1204913 w 1716882"/>
              <a:gd name="connsiteY33" fmla="*/ 64293 h 252412"/>
              <a:gd name="connsiteX34" fmla="*/ 1245394 w 1716882"/>
              <a:gd name="connsiteY34" fmla="*/ 59531 h 252412"/>
              <a:gd name="connsiteX35" fmla="*/ 1273969 w 1716882"/>
              <a:gd name="connsiteY35" fmla="*/ 52387 h 252412"/>
              <a:gd name="connsiteX36" fmla="*/ 1378744 w 1716882"/>
              <a:gd name="connsiteY36" fmla="*/ 54768 h 252412"/>
              <a:gd name="connsiteX37" fmla="*/ 1443038 w 1716882"/>
              <a:gd name="connsiteY37" fmla="*/ 52387 h 252412"/>
              <a:gd name="connsiteX38" fmla="*/ 1459707 w 1716882"/>
              <a:gd name="connsiteY38" fmla="*/ 54768 h 252412"/>
              <a:gd name="connsiteX39" fmla="*/ 1514475 w 1716882"/>
              <a:gd name="connsiteY39" fmla="*/ 52387 h 252412"/>
              <a:gd name="connsiteX40" fmla="*/ 1535907 w 1716882"/>
              <a:gd name="connsiteY40" fmla="*/ 45243 h 252412"/>
              <a:gd name="connsiteX41" fmla="*/ 1552575 w 1716882"/>
              <a:gd name="connsiteY41" fmla="*/ 38100 h 252412"/>
              <a:gd name="connsiteX42" fmla="*/ 1571625 w 1716882"/>
              <a:gd name="connsiteY42" fmla="*/ 30956 h 252412"/>
              <a:gd name="connsiteX43" fmla="*/ 1624013 w 1716882"/>
              <a:gd name="connsiteY43" fmla="*/ 14287 h 252412"/>
              <a:gd name="connsiteX44" fmla="*/ 1702594 w 1716882"/>
              <a:gd name="connsiteY44" fmla="*/ 11906 h 252412"/>
              <a:gd name="connsiteX45" fmla="*/ 1709738 w 1716882"/>
              <a:gd name="connsiteY45" fmla="*/ 7143 h 252412"/>
              <a:gd name="connsiteX46" fmla="*/ 1716882 w 1716882"/>
              <a:gd name="connsiteY46"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514350 w 1716882"/>
              <a:gd name="connsiteY13" fmla="*/ 192881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733425 w 1716882"/>
              <a:gd name="connsiteY19" fmla="*/ 133350 h 252412"/>
              <a:gd name="connsiteX20" fmla="*/ 800100 w 1716882"/>
              <a:gd name="connsiteY20" fmla="*/ 130969 h 252412"/>
              <a:gd name="connsiteX21" fmla="*/ 871538 w 1716882"/>
              <a:gd name="connsiteY21" fmla="*/ 128587 h 252412"/>
              <a:gd name="connsiteX22" fmla="*/ 916782 w 1716882"/>
              <a:gd name="connsiteY22" fmla="*/ 130968 h 252412"/>
              <a:gd name="connsiteX23" fmla="*/ 966788 w 1716882"/>
              <a:gd name="connsiteY23" fmla="*/ 128587 h 252412"/>
              <a:gd name="connsiteX24" fmla="*/ 995363 w 1716882"/>
              <a:gd name="connsiteY24" fmla="*/ 114300 h 252412"/>
              <a:gd name="connsiteX25" fmla="*/ 1004888 w 1716882"/>
              <a:gd name="connsiteY25" fmla="*/ 111918 h 252412"/>
              <a:gd name="connsiteX26" fmla="*/ 1050132 w 1716882"/>
              <a:gd name="connsiteY26" fmla="*/ 107156 h 252412"/>
              <a:gd name="connsiteX27" fmla="*/ 1071563 w 1716882"/>
              <a:gd name="connsiteY27" fmla="*/ 102393 h 252412"/>
              <a:gd name="connsiteX28" fmla="*/ 1083469 w 1716882"/>
              <a:gd name="connsiteY28" fmla="*/ 97631 h 252412"/>
              <a:gd name="connsiteX29" fmla="*/ 1121569 w 1716882"/>
              <a:gd name="connsiteY29" fmla="*/ 90487 h 252412"/>
              <a:gd name="connsiteX30" fmla="*/ 1143000 w 1716882"/>
              <a:gd name="connsiteY30" fmla="*/ 80962 h 252412"/>
              <a:gd name="connsiteX31" fmla="*/ 1169194 w 1716882"/>
              <a:gd name="connsiteY31" fmla="*/ 76200 h 252412"/>
              <a:gd name="connsiteX32" fmla="*/ 1193007 w 1716882"/>
              <a:gd name="connsiteY32" fmla="*/ 69056 h 252412"/>
              <a:gd name="connsiteX33" fmla="*/ 1204913 w 1716882"/>
              <a:gd name="connsiteY33" fmla="*/ 64293 h 252412"/>
              <a:gd name="connsiteX34" fmla="*/ 1245394 w 1716882"/>
              <a:gd name="connsiteY34" fmla="*/ 59531 h 252412"/>
              <a:gd name="connsiteX35" fmla="*/ 1273969 w 1716882"/>
              <a:gd name="connsiteY35" fmla="*/ 52387 h 252412"/>
              <a:gd name="connsiteX36" fmla="*/ 1378744 w 1716882"/>
              <a:gd name="connsiteY36" fmla="*/ 54768 h 252412"/>
              <a:gd name="connsiteX37" fmla="*/ 1443038 w 1716882"/>
              <a:gd name="connsiteY37" fmla="*/ 52387 h 252412"/>
              <a:gd name="connsiteX38" fmla="*/ 1459707 w 1716882"/>
              <a:gd name="connsiteY38" fmla="*/ 54768 h 252412"/>
              <a:gd name="connsiteX39" fmla="*/ 1514475 w 1716882"/>
              <a:gd name="connsiteY39" fmla="*/ 52387 h 252412"/>
              <a:gd name="connsiteX40" fmla="*/ 1535907 w 1716882"/>
              <a:gd name="connsiteY40" fmla="*/ 45243 h 252412"/>
              <a:gd name="connsiteX41" fmla="*/ 1552575 w 1716882"/>
              <a:gd name="connsiteY41" fmla="*/ 38100 h 252412"/>
              <a:gd name="connsiteX42" fmla="*/ 1571625 w 1716882"/>
              <a:gd name="connsiteY42" fmla="*/ 30956 h 252412"/>
              <a:gd name="connsiteX43" fmla="*/ 1624013 w 1716882"/>
              <a:gd name="connsiteY43" fmla="*/ 14287 h 252412"/>
              <a:gd name="connsiteX44" fmla="*/ 1702594 w 1716882"/>
              <a:gd name="connsiteY44" fmla="*/ 11906 h 252412"/>
              <a:gd name="connsiteX45" fmla="*/ 1709738 w 1716882"/>
              <a:gd name="connsiteY45" fmla="*/ 7143 h 252412"/>
              <a:gd name="connsiteX46" fmla="*/ 1716882 w 1716882"/>
              <a:gd name="connsiteY46"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514350 w 1716882"/>
              <a:gd name="connsiteY13" fmla="*/ 192881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16782 w 1716882"/>
              <a:gd name="connsiteY21" fmla="*/ 130968 h 252412"/>
              <a:gd name="connsiteX22" fmla="*/ 966788 w 1716882"/>
              <a:gd name="connsiteY22" fmla="*/ 128587 h 252412"/>
              <a:gd name="connsiteX23" fmla="*/ 995363 w 1716882"/>
              <a:gd name="connsiteY23" fmla="*/ 114300 h 252412"/>
              <a:gd name="connsiteX24" fmla="*/ 1004888 w 1716882"/>
              <a:gd name="connsiteY24" fmla="*/ 111918 h 252412"/>
              <a:gd name="connsiteX25" fmla="*/ 1050132 w 1716882"/>
              <a:gd name="connsiteY25" fmla="*/ 107156 h 252412"/>
              <a:gd name="connsiteX26" fmla="*/ 1071563 w 1716882"/>
              <a:gd name="connsiteY26" fmla="*/ 102393 h 252412"/>
              <a:gd name="connsiteX27" fmla="*/ 1083469 w 1716882"/>
              <a:gd name="connsiteY27" fmla="*/ 97631 h 252412"/>
              <a:gd name="connsiteX28" fmla="*/ 1121569 w 1716882"/>
              <a:gd name="connsiteY28" fmla="*/ 90487 h 252412"/>
              <a:gd name="connsiteX29" fmla="*/ 1143000 w 1716882"/>
              <a:gd name="connsiteY29" fmla="*/ 80962 h 252412"/>
              <a:gd name="connsiteX30" fmla="*/ 1169194 w 1716882"/>
              <a:gd name="connsiteY30" fmla="*/ 76200 h 252412"/>
              <a:gd name="connsiteX31" fmla="*/ 1193007 w 1716882"/>
              <a:gd name="connsiteY31" fmla="*/ 69056 h 252412"/>
              <a:gd name="connsiteX32" fmla="*/ 1204913 w 1716882"/>
              <a:gd name="connsiteY32" fmla="*/ 64293 h 252412"/>
              <a:gd name="connsiteX33" fmla="*/ 1245394 w 1716882"/>
              <a:gd name="connsiteY33" fmla="*/ 59531 h 252412"/>
              <a:gd name="connsiteX34" fmla="*/ 1273969 w 1716882"/>
              <a:gd name="connsiteY34" fmla="*/ 52387 h 252412"/>
              <a:gd name="connsiteX35" fmla="*/ 1378744 w 1716882"/>
              <a:gd name="connsiteY35" fmla="*/ 54768 h 252412"/>
              <a:gd name="connsiteX36" fmla="*/ 1443038 w 1716882"/>
              <a:gd name="connsiteY36" fmla="*/ 52387 h 252412"/>
              <a:gd name="connsiteX37" fmla="*/ 1459707 w 1716882"/>
              <a:gd name="connsiteY37" fmla="*/ 54768 h 252412"/>
              <a:gd name="connsiteX38" fmla="*/ 1514475 w 1716882"/>
              <a:gd name="connsiteY38" fmla="*/ 52387 h 252412"/>
              <a:gd name="connsiteX39" fmla="*/ 1535907 w 1716882"/>
              <a:gd name="connsiteY39" fmla="*/ 45243 h 252412"/>
              <a:gd name="connsiteX40" fmla="*/ 1552575 w 1716882"/>
              <a:gd name="connsiteY40" fmla="*/ 38100 h 252412"/>
              <a:gd name="connsiteX41" fmla="*/ 1571625 w 1716882"/>
              <a:gd name="connsiteY41" fmla="*/ 30956 h 252412"/>
              <a:gd name="connsiteX42" fmla="*/ 1624013 w 1716882"/>
              <a:gd name="connsiteY42" fmla="*/ 14287 h 252412"/>
              <a:gd name="connsiteX43" fmla="*/ 1702594 w 1716882"/>
              <a:gd name="connsiteY43" fmla="*/ 11906 h 252412"/>
              <a:gd name="connsiteX44" fmla="*/ 1709738 w 1716882"/>
              <a:gd name="connsiteY44" fmla="*/ 7143 h 252412"/>
              <a:gd name="connsiteX45" fmla="*/ 1716882 w 1716882"/>
              <a:gd name="connsiteY45"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16782 w 1716882"/>
              <a:gd name="connsiteY21" fmla="*/ 130968 h 252412"/>
              <a:gd name="connsiteX22" fmla="*/ 966788 w 1716882"/>
              <a:gd name="connsiteY22" fmla="*/ 128587 h 252412"/>
              <a:gd name="connsiteX23" fmla="*/ 995363 w 1716882"/>
              <a:gd name="connsiteY23" fmla="*/ 114300 h 252412"/>
              <a:gd name="connsiteX24" fmla="*/ 1004888 w 1716882"/>
              <a:gd name="connsiteY24" fmla="*/ 111918 h 252412"/>
              <a:gd name="connsiteX25" fmla="*/ 1050132 w 1716882"/>
              <a:gd name="connsiteY25" fmla="*/ 107156 h 252412"/>
              <a:gd name="connsiteX26" fmla="*/ 1071563 w 1716882"/>
              <a:gd name="connsiteY26" fmla="*/ 102393 h 252412"/>
              <a:gd name="connsiteX27" fmla="*/ 1083469 w 1716882"/>
              <a:gd name="connsiteY27" fmla="*/ 97631 h 252412"/>
              <a:gd name="connsiteX28" fmla="*/ 1121569 w 1716882"/>
              <a:gd name="connsiteY28" fmla="*/ 90487 h 252412"/>
              <a:gd name="connsiteX29" fmla="*/ 1143000 w 1716882"/>
              <a:gd name="connsiteY29" fmla="*/ 80962 h 252412"/>
              <a:gd name="connsiteX30" fmla="*/ 1169194 w 1716882"/>
              <a:gd name="connsiteY30" fmla="*/ 76200 h 252412"/>
              <a:gd name="connsiteX31" fmla="*/ 1193007 w 1716882"/>
              <a:gd name="connsiteY31" fmla="*/ 69056 h 252412"/>
              <a:gd name="connsiteX32" fmla="*/ 1204913 w 1716882"/>
              <a:gd name="connsiteY32" fmla="*/ 64293 h 252412"/>
              <a:gd name="connsiteX33" fmla="*/ 1245394 w 1716882"/>
              <a:gd name="connsiteY33" fmla="*/ 59531 h 252412"/>
              <a:gd name="connsiteX34" fmla="*/ 1273969 w 1716882"/>
              <a:gd name="connsiteY34" fmla="*/ 52387 h 252412"/>
              <a:gd name="connsiteX35" fmla="*/ 1378744 w 1716882"/>
              <a:gd name="connsiteY35" fmla="*/ 54768 h 252412"/>
              <a:gd name="connsiteX36" fmla="*/ 1443038 w 1716882"/>
              <a:gd name="connsiteY36" fmla="*/ 52387 h 252412"/>
              <a:gd name="connsiteX37" fmla="*/ 1459707 w 1716882"/>
              <a:gd name="connsiteY37" fmla="*/ 54768 h 252412"/>
              <a:gd name="connsiteX38" fmla="*/ 1514475 w 1716882"/>
              <a:gd name="connsiteY38" fmla="*/ 52387 h 252412"/>
              <a:gd name="connsiteX39" fmla="*/ 1535907 w 1716882"/>
              <a:gd name="connsiteY39" fmla="*/ 45243 h 252412"/>
              <a:gd name="connsiteX40" fmla="*/ 1552575 w 1716882"/>
              <a:gd name="connsiteY40" fmla="*/ 38100 h 252412"/>
              <a:gd name="connsiteX41" fmla="*/ 1571625 w 1716882"/>
              <a:gd name="connsiteY41" fmla="*/ 30956 h 252412"/>
              <a:gd name="connsiteX42" fmla="*/ 1624013 w 1716882"/>
              <a:gd name="connsiteY42" fmla="*/ 14287 h 252412"/>
              <a:gd name="connsiteX43" fmla="*/ 1702594 w 1716882"/>
              <a:gd name="connsiteY43" fmla="*/ 11906 h 252412"/>
              <a:gd name="connsiteX44" fmla="*/ 1709738 w 1716882"/>
              <a:gd name="connsiteY44" fmla="*/ 7143 h 252412"/>
              <a:gd name="connsiteX45" fmla="*/ 1716882 w 1716882"/>
              <a:gd name="connsiteY45"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16782 w 1716882"/>
              <a:gd name="connsiteY21" fmla="*/ 130968 h 252412"/>
              <a:gd name="connsiteX22" fmla="*/ 966788 w 1716882"/>
              <a:gd name="connsiteY22" fmla="*/ 128587 h 252412"/>
              <a:gd name="connsiteX23" fmla="*/ 995363 w 1716882"/>
              <a:gd name="connsiteY23" fmla="*/ 114300 h 252412"/>
              <a:gd name="connsiteX24" fmla="*/ 1004888 w 1716882"/>
              <a:gd name="connsiteY24" fmla="*/ 111918 h 252412"/>
              <a:gd name="connsiteX25" fmla="*/ 1050132 w 1716882"/>
              <a:gd name="connsiteY25" fmla="*/ 107156 h 252412"/>
              <a:gd name="connsiteX26" fmla="*/ 1071563 w 1716882"/>
              <a:gd name="connsiteY26" fmla="*/ 102393 h 252412"/>
              <a:gd name="connsiteX27" fmla="*/ 1083469 w 1716882"/>
              <a:gd name="connsiteY27" fmla="*/ 97631 h 252412"/>
              <a:gd name="connsiteX28" fmla="*/ 1121569 w 1716882"/>
              <a:gd name="connsiteY28" fmla="*/ 90487 h 252412"/>
              <a:gd name="connsiteX29" fmla="*/ 1143000 w 1716882"/>
              <a:gd name="connsiteY29" fmla="*/ 80962 h 252412"/>
              <a:gd name="connsiteX30" fmla="*/ 1169194 w 1716882"/>
              <a:gd name="connsiteY30" fmla="*/ 76200 h 252412"/>
              <a:gd name="connsiteX31" fmla="*/ 1204913 w 1716882"/>
              <a:gd name="connsiteY31" fmla="*/ 64293 h 252412"/>
              <a:gd name="connsiteX32" fmla="*/ 1245394 w 1716882"/>
              <a:gd name="connsiteY32" fmla="*/ 59531 h 252412"/>
              <a:gd name="connsiteX33" fmla="*/ 1273969 w 1716882"/>
              <a:gd name="connsiteY33" fmla="*/ 52387 h 252412"/>
              <a:gd name="connsiteX34" fmla="*/ 1378744 w 1716882"/>
              <a:gd name="connsiteY34" fmla="*/ 54768 h 252412"/>
              <a:gd name="connsiteX35" fmla="*/ 1443038 w 1716882"/>
              <a:gd name="connsiteY35" fmla="*/ 52387 h 252412"/>
              <a:gd name="connsiteX36" fmla="*/ 1459707 w 1716882"/>
              <a:gd name="connsiteY36" fmla="*/ 54768 h 252412"/>
              <a:gd name="connsiteX37" fmla="*/ 1514475 w 1716882"/>
              <a:gd name="connsiteY37" fmla="*/ 52387 h 252412"/>
              <a:gd name="connsiteX38" fmla="*/ 1535907 w 1716882"/>
              <a:gd name="connsiteY38" fmla="*/ 45243 h 252412"/>
              <a:gd name="connsiteX39" fmla="*/ 1552575 w 1716882"/>
              <a:gd name="connsiteY39" fmla="*/ 38100 h 252412"/>
              <a:gd name="connsiteX40" fmla="*/ 1571625 w 1716882"/>
              <a:gd name="connsiteY40" fmla="*/ 30956 h 252412"/>
              <a:gd name="connsiteX41" fmla="*/ 1624013 w 1716882"/>
              <a:gd name="connsiteY41" fmla="*/ 14287 h 252412"/>
              <a:gd name="connsiteX42" fmla="*/ 1702594 w 1716882"/>
              <a:gd name="connsiteY42" fmla="*/ 11906 h 252412"/>
              <a:gd name="connsiteX43" fmla="*/ 1709738 w 1716882"/>
              <a:gd name="connsiteY43" fmla="*/ 7143 h 252412"/>
              <a:gd name="connsiteX44" fmla="*/ 1716882 w 1716882"/>
              <a:gd name="connsiteY44"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16782 w 1716882"/>
              <a:gd name="connsiteY21" fmla="*/ 130968 h 252412"/>
              <a:gd name="connsiteX22" fmla="*/ 966788 w 1716882"/>
              <a:gd name="connsiteY22" fmla="*/ 128587 h 252412"/>
              <a:gd name="connsiteX23" fmla="*/ 995363 w 1716882"/>
              <a:gd name="connsiteY23" fmla="*/ 114300 h 252412"/>
              <a:gd name="connsiteX24" fmla="*/ 1004888 w 1716882"/>
              <a:gd name="connsiteY24" fmla="*/ 111918 h 252412"/>
              <a:gd name="connsiteX25" fmla="*/ 1050132 w 1716882"/>
              <a:gd name="connsiteY25" fmla="*/ 107156 h 252412"/>
              <a:gd name="connsiteX26" fmla="*/ 1071563 w 1716882"/>
              <a:gd name="connsiteY26" fmla="*/ 102393 h 252412"/>
              <a:gd name="connsiteX27" fmla="*/ 1083469 w 1716882"/>
              <a:gd name="connsiteY27" fmla="*/ 97631 h 252412"/>
              <a:gd name="connsiteX28" fmla="*/ 1121569 w 1716882"/>
              <a:gd name="connsiteY28" fmla="*/ 90487 h 252412"/>
              <a:gd name="connsiteX29" fmla="*/ 1169194 w 1716882"/>
              <a:gd name="connsiteY29" fmla="*/ 76200 h 252412"/>
              <a:gd name="connsiteX30" fmla="*/ 1204913 w 1716882"/>
              <a:gd name="connsiteY30" fmla="*/ 64293 h 252412"/>
              <a:gd name="connsiteX31" fmla="*/ 1245394 w 1716882"/>
              <a:gd name="connsiteY31" fmla="*/ 59531 h 252412"/>
              <a:gd name="connsiteX32" fmla="*/ 1273969 w 1716882"/>
              <a:gd name="connsiteY32" fmla="*/ 52387 h 252412"/>
              <a:gd name="connsiteX33" fmla="*/ 1378744 w 1716882"/>
              <a:gd name="connsiteY33" fmla="*/ 54768 h 252412"/>
              <a:gd name="connsiteX34" fmla="*/ 1443038 w 1716882"/>
              <a:gd name="connsiteY34" fmla="*/ 52387 h 252412"/>
              <a:gd name="connsiteX35" fmla="*/ 1459707 w 1716882"/>
              <a:gd name="connsiteY35" fmla="*/ 54768 h 252412"/>
              <a:gd name="connsiteX36" fmla="*/ 1514475 w 1716882"/>
              <a:gd name="connsiteY36" fmla="*/ 52387 h 252412"/>
              <a:gd name="connsiteX37" fmla="*/ 1535907 w 1716882"/>
              <a:gd name="connsiteY37" fmla="*/ 45243 h 252412"/>
              <a:gd name="connsiteX38" fmla="*/ 1552575 w 1716882"/>
              <a:gd name="connsiteY38" fmla="*/ 38100 h 252412"/>
              <a:gd name="connsiteX39" fmla="*/ 1571625 w 1716882"/>
              <a:gd name="connsiteY39" fmla="*/ 30956 h 252412"/>
              <a:gd name="connsiteX40" fmla="*/ 1624013 w 1716882"/>
              <a:gd name="connsiteY40" fmla="*/ 14287 h 252412"/>
              <a:gd name="connsiteX41" fmla="*/ 1702594 w 1716882"/>
              <a:gd name="connsiteY41" fmla="*/ 11906 h 252412"/>
              <a:gd name="connsiteX42" fmla="*/ 1709738 w 1716882"/>
              <a:gd name="connsiteY42" fmla="*/ 7143 h 252412"/>
              <a:gd name="connsiteX43" fmla="*/ 1716882 w 1716882"/>
              <a:gd name="connsiteY43"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16782 w 1716882"/>
              <a:gd name="connsiteY21" fmla="*/ 130968 h 252412"/>
              <a:gd name="connsiteX22" fmla="*/ 995363 w 1716882"/>
              <a:gd name="connsiteY22" fmla="*/ 114300 h 252412"/>
              <a:gd name="connsiteX23" fmla="*/ 1004888 w 1716882"/>
              <a:gd name="connsiteY23" fmla="*/ 111918 h 252412"/>
              <a:gd name="connsiteX24" fmla="*/ 1050132 w 1716882"/>
              <a:gd name="connsiteY24" fmla="*/ 107156 h 252412"/>
              <a:gd name="connsiteX25" fmla="*/ 1071563 w 1716882"/>
              <a:gd name="connsiteY25" fmla="*/ 102393 h 252412"/>
              <a:gd name="connsiteX26" fmla="*/ 1083469 w 1716882"/>
              <a:gd name="connsiteY26" fmla="*/ 97631 h 252412"/>
              <a:gd name="connsiteX27" fmla="*/ 1121569 w 1716882"/>
              <a:gd name="connsiteY27" fmla="*/ 90487 h 252412"/>
              <a:gd name="connsiteX28" fmla="*/ 1169194 w 1716882"/>
              <a:gd name="connsiteY28" fmla="*/ 76200 h 252412"/>
              <a:gd name="connsiteX29" fmla="*/ 1204913 w 1716882"/>
              <a:gd name="connsiteY29" fmla="*/ 64293 h 252412"/>
              <a:gd name="connsiteX30" fmla="*/ 1245394 w 1716882"/>
              <a:gd name="connsiteY30" fmla="*/ 59531 h 252412"/>
              <a:gd name="connsiteX31" fmla="*/ 1273969 w 1716882"/>
              <a:gd name="connsiteY31" fmla="*/ 52387 h 252412"/>
              <a:gd name="connsiteX32" fmla="*/ 1378744 w 1716882"/>
              <a:gd name="connsiteY32" fmla="*/ 54768 h 252412"/>
              <a:gd name="connsiteX33" fmla="*/ 1443038 w 1716882"/>
              <a:gd name="connsiteY33" fmla="*/ 52387 h 252412"/>
              <a:gd name="connsiteX34" fmla="*/ 1459707 w 1716882"/>
              <a:gd name="connsiteY34" fmla="*/ 54768 h 252412"/>
              <a:gd name="connsiteX35" fmla="*/ 1514475 w 1716882"/>
              <a:gd name="connsiteY35" fmla="*/ 52387 h 252412"/>
              <a:gd name="connsiteX36" fmla="*/ 1535907 w 1716882"/>
              <a:gd name="connsiteY36" fmla="*/ 45243 h 252412"/>
              <a:gd name="connsiteX37" fmla="*/ 1552575 w 1716882"/>
              <a:gd name="connsiteY37" fmla="*/ 38100 h 252412"/>
              <a:gd name="connsiteX38" fmla="*/ 1571625 w 1716882"/>
              <a:gd name="connsiteY38" fmla="*/ 30956 h 252412"/>
              <a:gd name="connsiteX39" fmla="*/ 1624013 w 1716882"/>
              <a:gd name="connsiteY39" fmla="*/ 14287 h 252412"/>
              <a:gd name="connsiteX40" fmla="*/ 1702594 w 1716882"/>
              <a:gd name="connsiteY40" fmla="*/ 11906 h 252412"/>
              <a:gd name="connsiteX41" fmla="*/ 1709738 w 1716882"/>
              <a:gd name="connsiteY41" fmla="*/ 7143 h 252412"/>
              <a:gd name="connsiteX42" fmla="*/ 1716882 w 1716882"/>
              <a:gd name="connsiteY42"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16782 w 1716882"/>
              <a:gd name="connsiteY21" fmla="*/ 130968 h 252412"/>
              <a:gd name="connsiteX22" fmla="*/ 995363 w 1716882"/>
              <a:gd name="connsiteY22" fmla="*/ 114300 h 252412"/>
              <a:gd name="connsiteX23" fmla="*/ 1050132 w 1716882"/>
              <a:gd name="connsiteY23" fmla="*/ 107156 h 252412"/>
              <a:gd name="connsiteX24" fmla="*/ 1071563 w 1716882"/>
              <a:gd name="connsiteY24" fmla="*/ 102393 h 252412"/>
              <a:gd name="connsiteX25" fmla="*/ 1083469 w 1716882"/>
              <a:gd name="connsiteY25" fmla="*/ 97631 h 252412"/>
              <a:gd name="connsiteX26" fmla="*/ 1121569 w 1716882"/>
              <a:gd name="connsiteY26" fmla="*/ 90487 h 252412"/>
              <a:gd name="connsiteX27" fmla="*/ 1169194 w 1716882"/>
              <a:gd name="connsiteY27" fmla="*/ 76200 h 252412"/>
              <a:gd name="connsiteX28" fmla="*/ 1204913 w 1716882"/>
              <a:gd name="connsiteY28" fmla="*/ 64293 h 252412"/>
              <a:gd name="connsiteX29" fmla="*/ 1245394 w 1716882"/>
              <a:gd name="connsiteY29" fmla="*/ 59531 h 252412"/>
              <a:gd name="connsiteX30" fmla="*/ 1273969 w 1716882"/>
              <a:gd name="connsiteY30" fmla="*/ 52387 h 252412"/>
              <a:gd name="connsiteX31" fmla="*/ 1378744 w 1716882"/>
              <a:gd name="connsiteY31" fmla="*/ 54768 h 252412"/>
              <a:gd name="connsiteX32" fmla="*/ 1443038 w 1716882"/>
              <a:gd name="connsiteY32" fmla="*/ 52387 h 252412"/>
              <a:gd name="connsiteX33" fmla="*/ 1459707 w 1716882"/>
              <a:gd name="connsiteY33" fmla="*/ 54768 h 252412"/>
              <a:gd name="connsiteX34" fmla="*/ 1514475 w 1716882"/>
              <a:gd name="connsiteY34" fmla="*/ 52387 h 252412"/>
              <a:gd name="connsiteX35" fmla="*/ 1535907 w 1716882"/>
              <a:gd name="connsiteY35" fmla="*/ 45243 h 252412"/>
              <a:gd name="connsiteX36" fmla="*/ 1552575 w 1716882"/>
              <a:gd name="connsiteY36" fmla="*/ 38100 h 252412"/>
              <a:gd name="connsiteX37" fmla="*/ 1571625 w 1716882"/>
              <a:gd name="connsiteY37" fmla="*/ 30956 h 252412"/>
              <a:gd name="connsiteX38" fmla="*/ 1624013 w 1716882"/>
              <a:gd name="connsiteY38" fmla="*/ 14287 h 252412"/>
              <a:gd name="connsiteX39" fmla="*/ 1702594 w 1716882"/>
              <a:gd name="connsiteY39" fmla="*/ 11906 h 252412"/>
              <a:gd name="connsiteX40" fmla="*/ 1709738 w 1716882"/>
              <a:gd name="connsiteY40" fmla="*/ 7143 h 252412"/>
              <a:gd name="connsiteX41" fmla="*/ 1716882 w 1716882"/>
              <a:gd name="connsiteY41"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16782 w 1716882"/>
              <a:gd name="connsiteY21" fmla="*/ 130968 h 252412"/>
              <a:gd name="connsiteX22" fmla="*/ 995363 w 1716882"/>
              <a:gd name="connsiteY22" fmla="*/ 114300 h 252412"/>
              <a:gd name="connsiteX23" fmla="*/ 1050132 w 1716882"/>
              <a:gd name="connsiteY23" fmla="*/ 107156 h 252412"/>
              <a:gd name="connsiteX24" fmla="*/ 1071563 w 1716882"/>
              <a:gd name="connsiteY24" fmla="*/ 102393 h 252412"/>
              <a:gd name="connsiteX25" fmla="*/ 1121569 w 1716882"/>
              <a:gd name="connsiteY25" fmla="*/ 90487 h 252412"/>
              <a:gd name="connsiteX26" fmla="*/ 1169194 w 1716882"/>
              <a:gd name="connsiteY26" fmla="*/ 76200 h 252412"/>
              <a:gd name="connsiteX27" fmla="*/ 1204913 w 1716882"/>
              <a:gd name="connsiteY27" fmla="*/ 64293 h 252412"/>
              <a:gd name="connsiteX28" fmla="*/ 1245394 w 1716882"/>
              <a:gd name="connsiteY28" fmla="*/ 59531 h 252412"/>
              <a:gd name="connsiteX29" fmla="*/ 1273969 w 1716882"/>
              <a:gd name="connsiteY29" fmla="*/ 52387 h 252412"/>
              <a:gd name="connsiteX30" fmla="*/ 1378744 w 1716882"/>
              <a:gd name="connsiteY30" fmla="*/ 54768 h 252412"/>
              <a:gd name="connsiteX31" fmla="*/ 1443038 w 1716882"/>
              <a:gd name="connsiteY31" fmla="*/ 52387 h 252412"/>
              <a:gd name="connsiteX32" fmla="*/ 1459707 w 1716882"/>
              <a:gd name="connsiteY32" fmla="*/ 54768 h 252412"/>
              <a:gd name="connsiteX33" fmla="*/ 1514475 w 1716882"/>
              <a:gd name="connsiteY33" fmla="*/ 52387 h 252412"/>
              <a:gd name="connsiteX34" fmla="*/ 1535907 w 1716882"/>
              <a:gd name="connsiteY34" fmla="*/ 45243 h 252412"/>
              <a:gd name="connsiteX35" fmla="*/ 1552575 w 1716882"/>
              <a:gd name="connsiteY35" fmla="*/ 38100 h 252412"/>
              <a:gd name="connsiteX36" fmla="*/ 1571625 w 1716882"/>
              <a:gd name="connsiteY36" fmla="*/ 30956 h 252412"/>
              <a:gd name="connsiteX37" fmla="*/ 1624013 w 1716882"/>
              <a:gd name="connsiteY37" fmla="*/ 14287 h 252412"/>
              <a:gd name="connsiteX38" fmla="*/ 1702594 w 1716882"/>
              <a:gd name="connsiteY38" fmla="*/ 11906 h 252412"/>
              <a:gd name="connsiteX39" fmla="*/ 1709738 w 1716882"/>
              <a:gd name="connsiteY39" fmla="*/ 7143 h 252412"/>
              <a:gd name="connsiteX40" fmla="*/ 1716882 w 1716882"/>
              <a:gd name="connsiteY40"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16782 w 1716882"/>
              <a:gd name="connsiteY21" fmla="*/ 130968 h 252412"/>
              <a:gd name="connsiteX22" fmla="*/ 995363 w 1716882"/>
              <a:gd name="connsiteY22" fmla="*/ 114300 h 252412"/>
              <a:gd name="connsiteX23" fmla="*/ 1050132 w 1716882"/>
              <a:gd name="connsiteY23" fmla="*/ 107156 h 252412"/>
              <a:gd name="connsiteX24" fmla="*/ 1071563 w 1716882"/>
              <a:gd name="connsiteY24" fmla="*/ 102393 h 252412"/>
              <a:gd name="connsiteX25" fmla="*/ 1121569 w 1716882"/>
              <a:gd name="connsiteY25" fmla="*/ 90487 h 252412"/>
              <a:gd name="connsiteX26" fmla="*/ 1169194 w 1716882"/>
              <a:gd name="connsiteY26" fmla="*/ 76200 h 252412"/>
              <a:gd name="connsiteX27" fmla="*/ 1204913 w 1716882"/>
              <a:gd name="connsiteY27" fmla="*/ 64293 h 252412"/>
              <a:gd name="connsiteX28" fmla="*/ 1245394 w 1716882"/>
              <a:gd name="connsiteY28" fmla="*/ 59531 h 252412"/>
              <a:gd name="connsiteX29" fmla="*/ 1302544 w 1716882"/>
              <a:gd name="connsiteY29" fmla="*/ 57149 h 252412"/>
              <a:gd name="connsiteX30" fmla="*/ 1378744 w 1716882"/>
              <a:gd name="connsiteY30" fmla="*/ 54768 h 252412"/>
              <a:gd name="connsiteX31" fmla="*/ 1443038 w 1716882"/>
              <a:gd name="connsiteY31" fmla="*/ 52387 h 252412"/>
              <a:gd name="connsiteX32" fmla="*/ 1459707 w 1716882"/>
              <a:gd name="connsiteY32" fmla="*/ 54768 h 252412"/>
              <a:gd name="connsiteX33" fmla="*/ 1514475 w 1716882"/>
              <a:gd name="connsiteY33" fmla="*/ 52387 h 252412"/>
              <a:gd name="connsiteX34" fmla="*/ 1535907 w 1716882"/>
              <a:gd name="connsiteY34" fmla="*/ 45243 h 252412"/>
              <a:gd name="connsiteX35" fmla="*/ 1552575 w 1716882"/>
              <a:gd name="connsiteY35" fmla="*/ 38100 h 252412"/>
              <a:gd name="connsiteX36" fmla="*/ 1571625 w 1716882"/>
              <a:gd name="connsiteY36" fmla="*/ 30956 h 252412"/>
              <a:gd name="connsiteX37" fmla="*/ 1624013 w 1716882"/>
              <a:gd name="connsiteY37" fmla="*/ 14287 h 252412"/>
              <a:gd name="connsiteX38" fmla="*/ 1702594 w 1716882"/>
              <a:gd name="connsiteY38" fmla="*/ 11906 h 252412"/>
              <a:gd name="connsiteX39" fmla="*/ 1709738 w 1716882"/>
              <a:gd name="connsiteY39" fmla="*/ 7143 h 252412"/>
              <a:gd name="connsiteX40" fmla="*/ 1716882 w 1716882"/>
              <a:gd name="connsiteY40"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16782 w 1716882"/>
              <a:gd name="connsiteY21" fmla="*/ 130968 h 252412"/>
              <a:gd name="connsiteX22" fmla="*/ 995363 w 1716882"/>
              <a:gd name="connsiteY22" fmla="*/ 114300 h 252412"/>
              <a:gd name="connsiteX23" fmla="*/ 1050132 w 1716882"/>
              <a:gd name="connsiteY23" fmla="*/ 107156 h 252412"/>
              <a:gd name="connsiteX24" fmla="*/ 1071563 w 1716882"/>
              <a:gd name="connsiteY24" fmla="*/ 102393 h 252412"/>
              <a:gd name="connsiteX25" fmla="*/ 1121569 w 1716882"/>
              <a:gd name="connsiteY25" fmla="*/ 90487 h 252412"/>
              <a:gd name="connsiteX26" fmla="*/ 1169194 w 1716882"/>
              <a:gd name="connsiteY26" fmla="*/ 76200 h 252412"/>
              <a:gd name="connsiteX27" fmla="*/ 1204913 w 1716882"/>
              <a:gd name="connsiteY27" fmla="*/ 64293 h 252412"/>
              <a:gd name="connsiteX28" fmla="*/ 1302544 w 1716882"/>
              <a:gd name="connsiteY28" fmla="*/ 57149 h 252412"/>
              <a:gd name="connsiteX29" fmla="*/ 1378744 w 1716882"/>
              <a:gd name="connsiteY29" fmla="*/ 54768 h 252412"/>
              <a:gd name="connsiteX30" fmla="*/ 1443038 w 1716882"/>
              <a:gd name="connsiteY30" fmla="*/ 52387 h 252412"/>
              <a:gd name="connsiteX31" fmla="*/ 1459707 w 1716882"/>
              <a:gd name="connsiteY31" fmla="*/ 54768 h 252412"/>
              <a:gd name="connsiteX32" fmla="*/ 1514475 w 1716882"/>
              <a:gd name="connsiteY32" fmla="*/ 52387 h 252412"/>
              <a:gd name="connsiteX33" fmla="*/ 1535907 w 1716882"/>
              <a:gd name="connsiteY33" fmla="*/ 45243 h 252412"/>
              <a:gd name="connsiteX34" fmla="*/ 1552575 w 1716882"/>
              <a:gd name="connsiteY34" fmla="*/ 38100 h 252412"/>
              <a:gd name="connsiteX35" fmla="*/ 1571625 w 1716882"/>
              <a:gd name="connsiteY35" fmla="*/ 30956 h 252412"/>
              <a:gd name="connsiteX36" fmla="*/ 1624013 w 1716882"/>
              <a:gd name="connsiteY36" fmla="*/ 14287 h 252412"/>
              <a:gd name="connsiteX37" fmla="*/ 1702594 w 1716882"/>
              <a:gd name="connsiteY37" fmla="*/ 11906 h 252412"/>
              <a:gd name="connsiteX38" fmla="*/ 1709738 w 1716882"/>
              <a:gd name="connsiteY38" fmla="*/ 7143 h 252412"/>
              <a:gd name="connsiteX39" fmla="*/ 1716882 w 1716882"/>
              <a:gd name="connsiteY39"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16782 w 1716882"/>
              <a:gd name="connsiteY21" fmla="*/ 130968 h 252412"/>
              <a:gd name="connsiteX22" fmla="*/ 995363 w 1716882"/>
              <a:gd name="connsiteY22" fmla="*/ 114300 h 252412"/>
              <a:gd name="connsiteX23" fmla="*/ 1050132 w 1716882"/>
              <a:gd name="connsiteY23" fmla="*/ 107156 h 252412"/>
              <a:gd name="connsiteX24" fmla="*/ 1071563 w 1716882"/>
              <a:gd name="connsiteY24" fmla="*/ 102393 h 252412"/>
              <a:gd name="connsiteX25" fmla="*/ 1121569 w 1716882"/>
              <a:gd name="connsiteY25" fmla="*/ 90487 h 252412"/>
              <a:gd name="connsiteX26" fmla="*/ 1169194 w 1716882"/>
              <a:gd name="connsiteY26" fmla="*/ 76200 h 252412"/>
              <a:gd name="connsiteX27" fmla="*/ 1226344 w 1716882"/>
              <a:gd name="connsiteY27" fmla="*/ 66674 h 252412"/>
              <a:gd name="connsiteX28" fmla="*/ 1302544 w 1716882"/>
              <a:gd name="connsiteY28" fmla="*/ 57149 h 252412"/>
              <a:gd name="connsiteX29" fmla="*/ 1378744 w 1716882"/>
              <a:gd name="connsiteY29" fmla="*/ 54768 h 252412"/>
              <a:gd name="connsiteX30" fmla="*/ 1443038 w 1716882"/>
              <a:gd name="connsiteY30" fmla="*/ 52387 h 252412"/>
              <a:gd name="connsiteX31" fmla="*/ 1459707 w 1716882"/>
              <a:gd name="connsiteY31" fmla="*/ 54768 h 252412"/>
              <a:gd name="connsiteX32" fmla="*/ 1514475 w 1716882"/>
              <a:gd name="connsiteY32" fmla="*/ 52387 h 252412"/>
              <a:gd name="connsiteX33" fmla="*/ 1535907 w 1716882"/>
              <a:gd name="connsiteY33" fmla="*/ 45243 h 252412"/>
              <a:gd name="connsiteX34" fmla="*/ 1552575 w 1716882"/>
              <a:gd name="connsiteY34" fmla="*/ 38100 h 252412"/>
              <a:gd name="connsiteX35" fmla="*/ 1571625 w 1716882"/>
              <a:gd name="connsiteY35" fmla="*/ 30956 h 252412"/>
              <a:gd name="connsiteX36" fmla="*/ 1624013 w 1716882"/>
              <a:gd name="connsiteY36" fmla="*/ 14287 h 252412"/>
              <a:gd name="connsiteX37" fmla="*/ 1702594 w 1716882"/>
              <a:gd name="connsiteY37" fmla="*/ 11906 h 252412"/>
              <a:gd name="connsiteX38" fmla="*/ 1709738 w 1716882"/>
              <a:gd name="connsiteY38" fmla="*/ 7143 h 252412"/>
              <a:gd name="connsiteX39" fmla="*/ 1716882 w 1716882"/>
              <a:gd name="connsiteY39"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33451 w 1716882"/>
              <a:gd name="connsiteY21" fmla="*/ 123824 h 252412"/>
              <a:gd name="connsiteX22" fmla="*/ 995363 w 1716882"/>
              <a:gd name="connsiteY22" fmla="*/ 114300 h 252412"/>
              <a:gd name="connsiteX23" fmla="*/ 1050132 w 1716882"/>
              <a:gd name="connsiteY23" fmla="*/ 107156 h 252412"/>
              <a:gd name="connsiteX24" fmla="*/ 1071563 w 1716882"/>
              <a:gd name="connsiteY24" fmla="*/ 102393 h 252412"/>
              <a:gd name="connsiteX25" fmla="*/ 1121569 w 1716882"/>
              <a:gd name="connsiteY25" fmla="*/ 90487 h 252412"/>
              <a:gd name="connsiteX26" fmla="*/ 1169194 w 1716882"/>
              <a:gd name="connsiteY26" fmla="*/ 76200 h 252412"/>
              <a:gd name="connsiteX27" fmla="*/ 1226344 w 1716882"/>
              <a:gd name="connsiteY27" fmla="*/ 66674 h 252412"/>
              <a:gd name="connsiteX28" fmla="*/ 1302544 w 1716882"/>
              <a:gd name="connsiteY28" fmla="*/ 57149 h 252412"/>
              <a:gd name="connsiteX29" fmla="*/ 1378744 w 1716882"/>
              <a:gd name="connsiteY29" fmla="*/ 54768 h 252412"/>
              <a:gd name="connsiteX30" fmla="*/ 1443038 w 1716882"/>
              <a:gd name="connsiteY30" fmla="*/ 52387 h 252412"/>
              <a:gd name="connsiteX31" fmla="*/ 1459707 w 1716882"/>
              <a:gd name="connsiteY31" fmla="*/ 54768 h 252412"/>
              <a:gd name="connsiteX32" fmla="*/ 1514475 w 1716882"/>
              <a:gd name="connsiteY32" fmla="*/ 52387 h 252412"/>
              <a:gd name="connsiteX33" fmla="*/ 1535907 w 1716882"/>
              <a:gd name="connsiteY33" fmla="*/ 45243 h 252412"/>
              <a:gd name="connsiteX34" fmla="*/ 1552575 w 1716882"/>
              <a:gd name="connsiteY34" fmla="*/ 38100 h 252412"/>
              <a:gd name="connsiteX35" fmla="*/ 1571625 w 1716882"/>
              <a:gd name="connsiteY35" fmla="*/ 30956 h 252412"/>
              <a:gd name="connsiteX36" fmla="*/ 1624013 w 1716882"/>
              <a:gd name="connsiteY36" fmla="*/ 14287 h 252412"/>
              <a:gd name="connsiteX37" fmla="*/ 1702594 w 1716882"/>
              <a:gd name="connsiteY37" fmla="*/ 11906 h 252412"/>
              <a:gd name="connsiteX38" fmla="*/ 1709738 w 1716882"/>
              <a:gd name="connsiteY38" fmla="*/ 7143 h 252412"/>
              <a:gd name="connsiteX39" fmla="*/ 1716882 w 1716882"/>
              <a:gd name="connsiteY39"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33451 w 1716882"/>
              <a:gd name="connsiteY21" fmla="*/ 123824 h 252412"/>
              <a:gd name="connsiteX22" fmla="*/ 995363 w 1716882"/>
              <a:gd name="connsiteY22" fmla="*/ 114300 h 252412"/>
              <a:gd name="connsiteX23" fmla="*/ 1050132 w 1716882"/>
              <a:gd name="connsiteY23" fmla="*/ 107156 h 252412"/>
              <a:gd name="connsiteX24" fmla="*/ 1071563 w 1716882"/>
              <a:gd name="connsiteY24" fmla="*/ 102393 h 252412"/>
              <a:gd name="connsiteX25" fmla="*/ 1121569 w 1716882"/>
              <a:gd name="connsiteY25" fmla="*/ 90487 h 252412"/>
              <a:gd name="connsiteX26" fmla="*/ 1169194 w 1716882"/>
              <a:gd name="connsiteY26" fmla="*/ 76200 h 252412"/>
              <a:gd name="connsiteX27" fmla="*/ 1226344 w 1716882"/>
              <a:gd name="connsiteY27" fmla="*/ 66674 h 252412"/>
              <a:gd name="connsiteX28" fmla="*/ 1302544 w 1716882"/>
              <a:gd name="connsiteY28" fmla="*/ 57149 h 252412"/>
              <a:gd name="connsiteX29" fmla="*/ 1378744 w 1716882"/>
              <a:gd name="connsiteY29" fmla="*/ 54768 h 252412"/>
              <a:gd name="connsiteX30" fmla="*/ 1443038 w 1716882"/>
              <a:gd name="connsiteY30" fmla="*/ 52387 h 252412"/>
              <a:gd name="connsiteX31" fmla="*/ 1459707 w 1716882"/>
              <a:gd name="connsiteY31" fmla="*/ 54768 h 252412"/>
              <a:gd name="connsiteX32" fmla="*/ 1514475 w 1716882"/>
              <a:gd name="connsiteY32" fmla="*/ 52387 h 252412"/>
              <a:gd name="connsiteX33" fmla="*/ 1552575 w 1716882"/>
              <a:gd name="connsiteY33" fmla="*/ 38100 h 252412"/>
              <a:gd name="connsiteX34" fmla="*/ 1571625 w 1716882"/>
              <a:gd name="connsiteY34" fmla="*/ 30956 h 252412"/>
              <a:gd name="connsiteX35" fmla="*/ 1624013 w 1716882"/>
              <a:gd name="connsiteY35" fmla="*/ 14287 h 252412"/>
              <a:gd name="connsiteX36" fmla="*/ 1702594 w 1716882"/>
              <a:gd name="connsiteY36" fmla="*/ 11906 h 252412"/>
              <a:gd name="connsiteX37" fmla="*/ 1709738 w 1716882"/>
              <a:gd name="connsiteY37" fmla="*/ 7143 h 252412"/>
              <a:gd name="connsiteX38" fmla="*/ 1716882 w 1716882"/>
              <a:gd name="connsiteY38"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33451 w 1716882"/>
              <a:gd name="connsiteY21" fmla="*/ 123824 h 252412"/>
              <a:gd name="connsiteX22" fmla="*/ 995363 w 1716882"/>
              <a:gd name="connsiteY22" fmla="*/ 114300 h 252412"/>
              <a:gd name="connsiteX23" fmla="*/ 1050132 w 1716882"/>
              <a:gd name="connsiteY23" fmla="*/ 107156 h 252412"/>
              <a:gd name="connsiteX24" fmla="*/ 1071563 w 1716882"/>
              <a:gd name="connsiteY24" fmla="*/ 102393 h 252412"/>
              <a:gd name="connsiteX25" fmla="*/ 1121569 w 1716882"/>
              <a:gd name="connsiteY25" fmla="*/ 90487 h 252412"/>
              <a:gd name="connsiteX26" fmla="*/ 1169194 w 1716882"/>
              <a:gd name="connsiteY26" fmla="*/ 76200 h 252412"/>
              <a:gd name="connsiteX27" fmla="*/ 1226344 w 1716882"/>
              <a:gd name="connsiteY27" fmla="*/ 66674 h 252412"/>
              <a:gd name="connsiteX28" fmla="*/ 1302544 w 1716882"/>
              <a:gd name="connsiteY28" fmla="*/ 57149 h 252412"/>
              <a:gd name="connsiteX29" fmla="*/ 1378744 w 1716882"/>
              <a:gd name="connsiteY29" fmla="*/ 54768 h 252412"/>
              <a:gd name="connsiteX30" fmla="*/ 1443038 w 1716882"/>
              <a:gd name="connsiteY30" fmla="*/ 52387 h 252412"/>
              <a:gd name="connsiteX31" fmla="*/ 1459707 w 1716882"/>
              <a:gd name="connsiteY31" fmla="*/ 54768 h 252412"/>
              <a:gd name="connsiteX32" fmla="*/ 1516856 w 1716882"/>
              <a:gd name="connsiteY32" fmla="*/ 45244 h 252412"/>
              <a:gd name="connsiteX33" fmla="*/ 1552575 w 1716882"/>
              <a:gd name="connsiteY33" fmla="*/ 38100 h 252412"/>
              <a:gd name="connsiteX34" fmla="*/ 1571625 w 1716882"/>
              <a:gd name="connsiteY34" fmla="*/ 30956 h 252412"/>
              <a:gd name="connsiteX35" fmla="*/ 1624013 w 1716882"/>
              <a:gd name="connsiteY35" fmla="*/ 14287 h 252412"/>
              <a:gd name="connsiteX36" fmla="*/ 1702594 w 1716882"/>
              <a:gd name="connsiteY36" fmla="*/ 11906 h 252412"/>
              <a:gd name="connsiteX37" fmla="*/ 1709738 w 1716882"/>
              <a:gd name="connsiteY37" fmla="*/ 7143 h 252412"/>
              <a:gd name="connsiteX38" fmla="*/ 1716882 w 1716882"/>
              <a:gd name="connsiteY38"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33451 w 1716882"/>
              <a:gd name="connsiteY21" fmla="*/ 123824 h 252412"/>
              <a:gd name="connsiteX22" fmla="*/ 995363 w 1716882"/>
              <a:gd name="connsiteY22" fmla="*/ 114300 h 252412"/>
              <a:gd name="connsiteX23" fmla="*/ 1050132 w 1716882"/>
              <a:gd name="connsiteY23" fmla="*/ 107156 h 252412"/>
              <a:gd name="connsiteX24" fmla="*/ 1071563 w 1716882"/>
              <a:gd name="connsiteY24" fmla="*/ 102393 h 252412"/>
              <a:gd name="connsiteX25" fmla="*/ 1121569 w 1716882"/>
              <a:gd name="connsiteY25" fmla="*/ 90487 h 252412"/>
              <a:gd name="connsiteX26" fmla="*/ 1169194 w 1716882"/>
              <a:gd name="connsiteY26" fmla="*/ 76200 h 252412"/>
              <a:gd name="connsiteX27" fmla="*/ 1226344 w 1716882"/>
              <a:gd name="connsiteY27" fmla="*/ 66674 h 252412"/>
              <a:gd name="connsiteX28" fmla="*/ 1302544 w 1716882"/>
              <a:gd name="connsiteY28" fmla="*/ 57149 h 252412"/>
              <a:gd name="connsiteX29" fmla="*/ 1378744 w 1716882"/>
              <a:gd name="connsiteY29" fmla="*/ 54768 h 252412"/>
              <a:gd name="connsiteX30" fmla="*/ 1443038 w 1716882"/>
              <a:gd name="connsiteY30" fmla="*/ 52387 h 252412"/>
              <a:gd name="connsiteX31" fmla="*/ 1459707 w 1716882"/>
              <a:gd name="connsiteY31" fmla="*/ 54768 h 252412"/>
              <a:gd name="connsiteX32" fmla="*/ 1516856 w 1716882"/>
              <a:gd name="connsiteY32" fmla="*/ 45244 h 252412"/>
              <a:gd name="connsiteX33" fmla="*/ 1552575 w 1716882"/>
              <a:gd name="connsiteY33" fmla="*/ 38100 h 252412"/>
              <a:gd name="connsiteX34" fmla="*/ 1571625 w 1716882"/>
              <a:gd name="connsiteY34" fmla="*/ 30956 h 252412"/>
              <a:gd name="connsiteX35" fmla="*/ 1631157 w 1716882"/>
              <a:gd name="connsiteY35" fmla="*/ 19050 h 252412"/>
              <a:gd name="connsiteX36" fmla="*/ 1702594 w 1716882"/>
              <a:gd name="connsiteY36" fmla="*/ 11906 h 252412"/>
              <a:gd name="connsiteX37" fmla="*/ 1709738 w 1716882"/>
              <a:gd name="connsiteY37" fmla="*/ 7143 h 252412"/>
              <a:gd name="connsiteX38" fmla="*/ 1716882 w 1716882"/>
              <a:gd name="connsiteY38" fmla="*/ 0 h 252412"/>
              <a:gd name="connsiteX0" fmla="*/ 0 w 1709738"/>
              <a:gd name="connsiteY0" fmla="*/ 245269 h 245269"/>
              <a:gd name="connsiteX1" fmla="*/ 30957 w 1709738"/>
              <a:gd name="connsiteY1" fmla="*/ 240507 h 245269"/>
              <a:gd name="connsiteX2" fmla="*/ 50007 w 1709738"/>
              <a:gd name="connsiteY2" fmla="*/ 235744 h 245269"/>
              <a:gd name="connsiteX3" fmla="*/ 57150 w 1709738"/>
              <a:gd name="connsiteY3" fmla="*/ 233363 h 245269"/>
              <a:gd name="connsiteX4" fmla="*/ 85725 w 1709738"/>
              <a:gd name="connsiteY4" fmla="*/ 230982 h 245269"/>
              <a:gd name="connsiteX5" fmla="*/ 92869 w 1709738"/>
              <a:gd name="connsiteY5" fmla="*/ 228600 h 245269"/>
              <a:gd name="connsiteX6" fmla="*/ 116682 w 1709738"/>
              <a:gd name="connsiteY6" fmla="*/ 223838 h 245269"/>
              <a:gd name="connsiteX7" fmla="*/ 126207 w 1709738"/>
              <a:gd name="connsiteY7" fmla="*/ 219075 h 245269"/>
              <a:gd name="connsiteX8" fmla="*/ 135732 w 1709738"/>
              <a:gd name="connsiteY8" fmla="*/ 216694 h 245269"/>
              <a:gd name="connsiteX9" fmla="*/ 197644 w 1709738"/>
              <a:gd name="connsiteY9" fmla="*/ 209550 h 245269"/>
              <a:gd name="connsiteX10" fmla="*/ 221457 w 1709738"/>
              <a:gd name="connsiteY10" fmla="*/ 211932 h 245269"/>
              <a:gd name="connsiteX11" fmla="*/ 309564 w 1709738"/>
              <a:gd name="connsiteY11" fmla="*/ 202407 h 245269"/>
              <a:gd name="connsiteX12" fmla="*/ 402432 w 1709738"/>
              <a:gd name="connsiteY12" fmla="*/ 192882 h 245269"/>
              <a:gd name="connsiteX13" fmla="*/ 492919 w 1709738"/>
              <a:gd name="connsiteY13" fmla="*/ 180976 h 245269"/>
              <a:gd name="connsiteX14" fmla="*/ 552450 w 1709738"/>
              <a:gd name="connsiteY14" fmla="*/ 171450 h 245269"/>
              <a:gd name="connsiteX15" fmla="*/ 592932 w 1709738"/>
              <a:gd name="connsiteY15" fmla="*/ 159544 h 245269"/>
              <a:gd name="connsiteX16" fmla="*/ 633413 w 1709738"/>
              <a:gd name="connsiteY16" fmla="*/ 150019 h 245269"/>
              <a:gd name="connsiteX17" fmla="*/ 661988 w 1709738"/>
              <a:gd name="connsiteY17" fmla="*/ 147638 h 245269"/>
              <a:gd name="connsiteX18" fmla="*/ 697707 w 1709738"/>
              <a:gd name="connsiteY18" fmla="*/ 140494 h 245269"/>
              <a:gd name="connsiteX19" fmla="*/ 800100 w 1709738"/>
              <a:gd name="connsiteY19" fmla="*/ 123826 h 245269"/>
              <a:gd name="connsiteX20" fmla="*/ 871538 w 1709738"/>
              <a:gd name="connsiteY20" fmla="*/ 121444 h 245269"/>
              <a:gd name="connsiteX21" fmla="*/ 933451 w 1709738"/>
              <a:gd name="connsiteY21" fmla="*/ 116681 h 245269"/>
              <a:gd name="connsiteX22" fmla="*/ 995363 w 1709738"/>
              <a:gd name="connsiteY22" fmla="*/ 107157 h 245269"/>
              <a:gd name="connsiteX23" fmla="*/ 1050132 w 1709738"/>
              <a:gd name="connsiteY23" fmla="*/ 100013 h 245269"/>
              <a:gd name="connsiteX24" fmla="*/ 1071563 w 1709738"/>
              <a:gd name="connsiteY24" fmla="*/ 95250 h 245269"/>
              <a:gd name="connsiteX25" fmla="*/ 1121569 w 1709738"/>
              <a:gd name="connsiteY25" fmla="*/ 83344 h 245269"/>
              <a:gd name="connsiteX26" fmla="*/ 1169194 w 1709738"/>
              <a:gd name="connsiteY26" fmla="*/ 69057 h 245269"/>
              <a:gd name="connsiteX27" fmla="*/ 1226344 w 1709738"/>
              <a:gd name="connsiteY27" fmla="*/ 59531 h 245269"/>
              <a:gd name="connsiteX28" fmla="*/ 1302544 w 1709738"/>
              <a:gd name="connsiteY28" fmla="*/ 50006 h 245269"/>
              <a:gd name="connsiteX29" fmla="*/ 1378744 w 1709738"/>
              <a:gd name="connsiteY29" fmla="*/ 47625 h 245269"/>
              <a:gd name="connsiteX30" fmla="*/ 1443038 w 1709738"/>
              <a:gd name="connsiteY30" fmla="*/ 45244 h 245269"/>
              <a:gd name="connsiteX31" fmla="*/ 1459707 w 1709738"/>
              <a:gd name="connsiteY31" fmla="*/ 47625 h 245269"/>
              <a:gd name="connsiteX32" fmla="*/ 1516856 w 1709738"/>
              <a:gd name="connsiteY32" fmla="*/ 38101 h 245269"/>
              <a:gd name="connsiteX33" fmla="*/ 1552575 w 1709738"/>
              <a:gd name="connsiteY33" fmla="*/ 30957 h 245269"/>
              <a:gd name="connsiteX34" fmla="*/ 1571625 w 1709738"/>
              <a:gd name="connsiteY34" fmla="*/ 23813 h 245269"/>
              <a:gd name="connsiteX35" fmla="*/ 1631157 w 1709738"/>
              <a:gd name="connsiteY35" fmla="*/ 11907 h 245269"/>
              <a:gd name="connsiteX36" fmla="*/ 1702594 w 1709738"/>
              <a:gd name="connsiteY36" fmla="*/ 4763 h 245269"/>
              <a:gd name="connsiteX37" fmla="*/ 1709738 w 1709738"/>
              <a:gd name="connsiteY37" fmla="*/ 0 h 245269"/>
              <a:gd name="connsiteX0" fmla="*/ 0 w 1733551"/>
              <a:gd name="connsiteY0" fmla="*/ 247650 h 247650"/>
              <a:gd name="connsiteX1" fmla="*/ 30957 w 1733551"/>
              <a:gd name="connsiteY1" fmla="*/ 242888 h 247650"/>
              <a:gd name="connsiteX2" fmla="*/ 50007 w 1733551"/>
              <a:gd name="connsiteY2" fmla="*/ 238125 h 247650"/>
              <a:gd name="connsiteX3" fmla="*/ 57150 w 1733551"/>
              <a:gd name="connsiteY3" fmla="*/ 235744 h 247650"/>
              <a:gd name="connsiteX4" fmla="*/ 85725 w 1733551"/>
              <a:gd name="connsiteY4" fmla="*/ 233363 h 247650"/>
              <a:gd name="connsiteX5" fmla="*/ 92869 w 1733551"/>
              <a:gd name="connsiteY5" fmla="*/ 230981 h 247650"/>
              <a:gd name="connsiteX6" fmla="*/ 116682 w 1733551"/>
              <a:gd name="connsiteY6" fmla="*/ 226219 h 247650"/>
              <a:gd name="connsiteX7" fmla="*/ 126207 w 1733551"/>
              <a:gd name="connsiteY7" fmla="*/ 221456 h 247650"/>
              <a:gd name="connsiteX8" fmla="*/ 135732 w 1733551"/>
              <a:gd name="connsiteY8" fmla="*/ 219075 h 247650"/>
              <a:gd name="connsiteX9" fmla="*/ 197644 w 1733551"/>
              <a:gd name="connsiteY9" fmla="*/ 211931 h 247650"/>
              <a:gd name="connsiteX10" fmla="*/ 221457 w 1733551"/>
              <a:gd name="connsiteY10" fmla="*/ 214313 h 247650"/>
              <a:gd name="connsiteX11" fmla="*/ 309564 w 1733551"/>
              <a:gd name="connsiteY11" fmla="*/ 204788 h 247650"/>
              <a:gd name="connsiteX12" fmla="*/ 402432 w 1733551"/>
              <a:gd name="connsiteY12" fmla="*/ 195263 h 247650"/>
              <a:gd name="connsiteX13" fmla="*/ 492919 w 1733551"/>
              <a:gd name="connsiteY13" fmla="*/ 183357 h 247650"/>
              <a:gd name="connsiteX14" fmla="*/ 552450 w 1733551"/>
              <a:gd name="connsiteY14" fmla="*/ 173831 h 247650"/>
              <a:gd name="connsiteX15" fmla="*/ 592932 w 1733551"/>
              <a:gd name="connsiteY15" fmla="*/ 161925 h 247650"/>
              <a:gd name="connsiteX16" fmla="*/ 633413 w 1733551"/>
              <a:gd name="connsiteY16" fmla="*/ 152400 h 247650"/>
              <a:gd name="connsiteX17" fmla="*/ 661988 w 1733551"/>
              <a:gd name="connsiteY17" fmla="*/ 150019 h 247650"/>
              <a:gd name="connsiteX18" fmla="*/ 697707 w 1733551"/>
              <a:gd name="connsiteY18" fmla="*/ 142875 h 247650"/>
              <a:gd name="connsiteX19" fmla="*/ 800100 w 1733551"/>
              <a:gd name="connsiteY19" fmla="*/ 126207 h 247650"/>
              <a:gd name="connsiteX20" fmla="*/ 871538 w 1733551"/>
              <a:gd name="connsiteY20" fmla="*/ 123825 h 247650"/>
              <a:gd name="connsiteX21" fmla="*/ 933451 w 1733551"/>
              <a:gd name="connsiteY21" fmla="*/ 119062 h 247650"/>
              <a:gd name="connsiteX22" fmla="*/ 995363 w 1733551"/>
              <a:gd name="connsiteY22" fmla="*/ 109538 h 247650"/>
              <a:gd name="connsiteX23" fmla="*/ 1050132 w 1733551"/>
              <a:gd name="connsiteY23" fmla="*/ 102394 h 247650"/>
              <a:gd name="connsiteX24" fmla="*/ 1071563 w 1733551"/>
              <a:gd name="connsiteY24" fmla="*/ 97631 h 247650"/>
              <a:gd name="connsiteX25" fmla="*/ 1121569 w 1733551"/>
              <a:gd name="connsiteY25" fmla="*/ 85725 h 247650"/>
              <a:gd name="connsiteX26" fmla="*/ 1169194 w 1733551"/>
              <a:gd name="connsiteY26" fmla="*/ 71438 h 247650"/>
              <a:gd name="connsiteX27" fmla="*/ 1226344 w 1733551"/>
              <a:gd name="connsiteY27" fmla="*/ 61912 h 247650"/>
              <a:gd name="connsiteX28" fmla="*/ 1302544 w 1733551"/>
              <a:gd name="connsiteY28" fmla="*/ 52387 h 247650"/>
              <a:gd name="connsiteX29" fmla="*/ 1378744 w 1733551"/>
              <a:gd name="connsiteY29" fmla="*/ 50006 h 247650"/>
              <a:gd name="connsiteX30" fmla="*/ 1443038 w 1733551"/>
              <a:gd name="connsiteY30" fmla="*/ 47625 h 247650"/>
              <a:gd name="connsiteX31" fmla="*/ 1459707 w 1733551"/>
              <a:gd name="connsiteY31" fmla="*/ 50006 h 247650"/>
              <a:gd name="connsiteX32" fmla="*/ 1516856 w 1733551"/>
              <a:gd name="connsiteY32" fmla="*/ 40482 h 247650"/>
              <a:gd name="connsiteX33" fmla="*/ 1552575 w 1733551"/>
              <a:gd name="connsiteY33" fmla="*/ 33338 h 247650"/>
              <a:gd name="connsiteX34" fmla="*/ 1571625 w 1733551"/>
              <a:gd name="connsiteY34" fmla="*/ 26194 h 247650"/>
              <a:gd name="connsiteX35" fmla="*/ 1631157 w 1733551"/>
              <a:gd name="connsiteY35" fmla="*/ 14288 h 247650"/>
              <a:gd name="connsiteX36" fmla="*/ 1702594 w 1733551"/>
              <a:gd name="connsiteY36" fmla="*/ 7144 h 247650"/>
              <a:gd name="connsiteX37" fmla="*/ 1733551 w 1733551"/>
              <a:gd name="connsiteY37" fmla="*/ 0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733551" h="247650">
                <a:moveTo>
                  <a:pt x="0" y="247650"/>
                </a:moveTo>
                <a:cubicBezTo>
                  <a:pt x="10319" y="246063"/>
                  <a:pt x="20701" y="244841"/>
                  <a:pt x="30957" y="242888"/>
                </a:cubicBezTo>
                <a:cubicBezTo>
                  <a:pt x="37387" y="241663"/>
                  <a:pt x="43692" y="239847"/>
                  <a:pt x="50007" y="238125"/>
                </a:cubicBezTo>
                <a:cubicBezTo>
                  <a:pt x="52428" y="237465"/>
                  <a:pt x="54662" y="236076"/>
                  <a:pt x="57150" y="235744"/>
                </a:cubicBezTo>
                <a:cubicBezTo>
                  <a:pt x="66624" y="234481"/>
                  <a:pt x="76200" y="234157"/>
                  <a:pt x="85725" y="233363"/>
                </a:cubicBezTo>
                <a:cubicBezTo>
                  <a:pt x="88106" y="232569"/>
                  <a:pt x="90423" y="231545"/>
                  <a:pt x="92869" y="230981"/>
                </a:cubicBezTo>
                <a:cubicBezTo>
                  <a:pt x="100757" y="229161"/>
                  <a:pt x="116682" y="226219"/>
                  <a:pt x="116682" y="226219"/>
                </a:cubicBezTo>
                <a:cubicBezTo>
                  <a:pt x="119857" y="224631"/>
                  <a:pt x="122883" y="222702"/>
                  <a:pt x="126207" y="221456"/>
                </a:cubicBezTo>
                <a:cubicBezTo>
                  <a:pt x="129271" y="220307"/>
                  <a:pt x="132509" y="219644"/>
                  <a:pt x="135732" y="219075"/>
                </a:cubicBezTo>
                <a:cubicBezTo>
                  <a:pt x="167554" y="213460"/>
                  <a:pt x="165560" y="214400"/>
                  <a:pt x="197644" y="211931"/>
                </a:cubicBezTo>
                <a:cubicBezTo>
                  <a:pt x="205582" y="212725"/>
                  <a:pt x="202804" y="215503"/>
                  <a:pt x="221457" y="214313"/>
                </a:cubicBezTo>
                <a:cubicBezTo>
                  <a:pt x="240110" y="213123"/>
                  <a:pt x="275155" y="211044"/>
                  <a:pt x="309564" y="204788"/>
                </a:cubicBezTo>
                <a:cubicBezTo>
                  <a:pt x="355655" y="196282"/>
                  <a:pt x="371873" y="198835"/>
                  <a:pt x="402432" y="195263"/>
                </a:cubicBezTo>
                <a:cubicBezTo>
                  <a:pt x="432991" y="191691"/>
                  <a:pt x="420897" y="189358"/>
                  <a:pt x="492919" y="183357"/>
                </a:cubicBezTo>
                <a:cubicBezTo>
                  <a:pt x="517065" y="171283"/>
                  <a:pt x="535781" y="177403"/>
                  <a:pt x="552450" y="173831"/>
                </a:cubicBezTo>
                <a:cubicBezTo>
                  <a:pt x="569119" y="170259"/>
                  <a:pt x="579438" y="165497"/>
                  <a:pt x="592932" y="161925"/>
                </a:cubicBezTo>
                <a:cubicBezTo>
                  <a:pt x="606426" y="158353"/>
                  <a:pt x="621188" y="154147"/>
                  <a:pt x="633413" y="152400"/>
                </a:cubicBezTo>
                <a:cubicBezTo>
                  <a:pt x="642875" y="151048"/>
                  <a:pt x="651272" y="151606"/>
                  <a:pt x="661988" y="150019"/>
                </a:cubicBezTo>
                <a:cubicBezTo>
                  <a:pt x="672704" y="148432"/>
                  <a:pt x="674688" y="146844"/>
                  <a:pt x="697707" y="142875"/>
                </a:cubicBezTo>
                <a:cubicBezTo>
                  <a:pt x="720726" y="138906"/>
                  <a:pt x="771128" y="129382"/>
                  <a:pt x="800100" y="126207"/>
                </a:cubicBezTo>
                <a:lnTo>
                  <a:pt x="871538" y="123825"/>
                </a:lnTo>
                <a:cubicBezTo>
                  <a:pt x="886632" y="124337"/>
                  <a:pt x="912814" y="121443"/>
                  <a:pt x="933451" y="119062"/>
                </a:cubicBezTo>
                <a:cubicBezTo>
                  <a:pt x="954089" y="116681"/>
                  <a:pt x="975916" y="112316"/>
                  <a:pt x="995363" y="109538"/>
                </a:cubicBezTo>
                <a:cubicBezTo>
                  <a:pt x="1014810" y="106760"/>
                  <a:pt x="1037432" y="104378"/>
                  <a:pt x="1050132" y="102394"/>
                </a:cubicBezTo>
                <a:cubicBezTo>
                  <a:pt x="1062832" y="100410"/>
                  <a:pt x="1059657" y="100409"/>
                  <a:pt x="1071563" y="97631"/>
                </a:cubicBezTo>
                <a:cubicBezTo>
                  <a:pt x="1083469" y="94853"/>
                  <a:pt x="1105297" y="90090"/>
                  <a:pt x="1121569" y="85725"/>
                </a:cubicBezTo>
                <a:cubicBezTo>
                  <a:pt x="1137841" y="81360"/>
                  <a:pt x="1155303" y="75804"/>
                  <a:pt x="1169194" y="71438"/>
                </a:cubicBezTo>
                <a:cubicBezTo>
                  <a:pt x="1183085" y="67072"/>
                  <a:pt x="1204119" y="65087"/>
                  <a:pt x="1226344" y="61912"/>
                </a:cubicBezTo>
                <a:cubicBezTo>
                  <a:pt x="1248569" y="58737"/>
                  <a:pt x="1277144" y="54371"/>
                  <a:pt x="1302544" y="52387"/>
                </a:cubicBezTo>
                <a:cubicBezTo>
                  <a:pt x="1327944" y="50403"/>
                  <a:pt x="1332689" y="45620"/>
                  <a:pt x="1378744" y="50006"/>
                </a:cubicBezTo>
                <a:cubicBezTo>
                  <a:pt x="1400175" y="49212"/>
                  <a:pt x="1421592" y="47625"/>
                  <a:pt x="1443038" y="47625"/>
                </a:cubicBezTo>
                <a:cubicBezTo>
                  <a:pt x="1448651" y="47625"/>
                  <a:pt x="1447404" y="51196"/>
                  <a:pt x="1459707" y="50006"/>
                </a:cubicBezTo>
                <a:cubicBezTo>
                  <a:pt x="1472010" y="48816"/>
                  <a:pt x="1498600" y="41276"/>
                  <a:pt x="1516856" y="40482"/>
                </a:cubicBezTo>
                <a:cubicBezTo>
                  <a:pt x="1532334" y="37704"/>
                  <a:pt x="1543050" y="36910"/>
                  <a:pt x="1552575" y="33338"/>
                </a:cubicBezTo>
                <a:cubicBezTo>
                  <a:pt x="1581430" y="18909"/>
                  <a:pt x="1558528" y="29369"/>
                  <a:pt x="1571625" y="26194"/>
                </a:cubicBezTo>
                <a:cubicBezTo>
                  <a:pt x="1584722" y="23019"/>
                  <a:pt x="1602752" y="16758"/>
                  <a:pt x="1631157" y="14288"/>
                </a:cubicBezTo>
                <a:cubicBezTo>
                  <a:pt x="1657264" y="12018"/>
                  <a:pt x="1676400" y="7938"/>
                  <a:pt x="1702594" y="7144"/>
                </a:cubicBezTo>
                <a:cubicBezTo>
                  <a:pt x="1704975" y="5556"/>
                  <a:pt x="1731352" y="1832"/>
                  <a:pt x="1733551" y="0"/>
                </a:cubicBezTo>
              </a:path>
            </a:pathLst>
          </a:cu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TextBox 12">
            <a:extLst>
              <a:ext uri="{FF2B5EF4-FFF2-40B4-BE49-F238E27FC236}">
                <a16:creationId xmlns:a16="http://schemas.microsoft.com/office/drawing/2014/main" id="{5E02F54E-94B8-FA37-F089-AB42478C26AB}"/>
              </a:ext>
            </a:extLst>
          </p:cNvPr>
          <p:cNvSpPr txBox="1"/>
          <p:nvPr/>
        </p:nvSpPr>
        <p:spPr>
          <a:xfrm flipH="1">
            <a:off x="2477697" y="2076319"/>
            <a:ext cx="445827" cy="297517"/>
          </a:xfrm>
          <a:prstGeom prst="rect">
            <a:avLst/>
          </a:prstGeom>
          <a:noFill/>
          <a:effectLst>
            <a:softEdge rad="31750"/>
          </a:effectLst>
        </p:spPr>
        <p:txBody>
          <a:bodyPr wrap="square" rtlCol="0">
            <a:spAutoFit/>
          </a:bodyPr>
          <a:lstStyle/>
          <a:p>
            <a:pPr>
              <a:lnSpc>
                <a:spcPts val="1500"/>
              </a:lnSpc>
            </a:pPr>
            <a:r>
              <a:rPr lang="en-US" sz="18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①</a:t>
            </a:r>
            <a:endParaRPr lang="en-US" sz="1800" dirty="0">
              <a:solidFill>
                <a:schemeClr val="bg1">
                  <a:lumMod val="75000"/>
                </a:schemeClr>
              </a:solidFill>
              <a:latin typeface="Univers 57 Condensed" pitchFamily="50" charset="0"/>
            </a:endParaRPr>
          </a:p>
        </p:txBody>
      </p:sp>
      <p:cxnSp>
        <p:nvCxnSpPr>
          <p:cNvPr id="14" name="Straight Arrow Connector 13">
            <a:extLst>
              <a:ext uri="{FF2B5EF4-FFF2-40B4-BE49-F238E27FC236}">
                <a16:creationId xmlns:a16="http://schemas.microsoft.com/office/drawing/2014/main" id="{65A13BC1-7966-664F-33B2-EBACEB7ED078}"/>
              </a:ext>
            </a:extLst>
          </p:cNvPr>
          <p:cNvCxnSpPr>
            <a:cxnSpLocks/>
          </p:cNvCxnSpPr>
          <p:nvPr/>
        </p:nvCxnSpPr>
        <p:spPr>
          <a:xfrm>
            <a:off x="3100737" y="2408973"/>
            <a:ext cx="0" cy="787779"/>
          </a:xfrm>
          <a:prstGeom prst="straightConnector1">
            <a:avLst/>
          </a:prstGeom>
          <a:ln w="25400">
            <a:solidFill>
              <a:schemeClr val="accent1">
                <a:alpha val="39000"/>
              </a:schemeClr>
            </a:solidFill>
            <a:tailEnd type="stealth" w="lg" len="lg"/>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CBBEF0A2-3ABA-0EB0-095B-BECF05364914}"/>
              </a:ext>
            </a:extLst>
          </p:cNvPr>
          <p:cNvSpPr txBox="1"/>
          <p:nvPr/>
        </p:nvSpPr>
        <p:spPr>
          <a:xfrm flipH="1">
            <a:off x="2862518" y="2077336"/>
            <a:ext cx="445826" cy="297517"/>
          </a:xfrm>
          <a:prstGeom prst="rect">
            <a:avLst/>
          </a:prstGeom>
          <a:noFill/>
          <a:effectLst>
            <a:softEdge rad="31750"/>
          </a:effectLst>
        </p:spPr>
        <p:txBody>
          <a:bodyPr wrap="square" rtlCol="0">
            <a:spAutoFit/>
          </a:bodyPr>
          <a:lstStyle/>
          <a:p>
            <a:pPr>
              <a:lnSpc>
                <a:spcPts val="1500"/>
              </a:lnSpc>
            </a:pPr>
            <a:r>
              <a:rPr lang="en-US" sz="18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②</a:t>
            </a:r>
            <a:endParaRPr lang="en-US" sz="1800" dirty="0">
              <a:solidFill>
                <a:schemeClr val="bg1">
                  <a:lumMod val="75000"/>
                </a:schemeClr>
              </a:solidFill>
              <a:latin typeface="Univers 57 Condensed" pitchFamily="50" charset="0"/>
            </a:endParaRPr>
          </a:p>
        </p:txBody>
      </p:sp>
      <p:cxnSp>
        <p:nvCxnSpPr>
          <p:cNvPr id="16" name="Straight Arrow Connector 15">
            <a:extLst>
              <a:ext uri="{FF2B5EF4-FFF2-40B4-BE49-F238E27FC236}">
                <a16:creationId xmlns:a16="http://schemas.microsoft.com/office/drawing/2014/main" id="{92BBDBE6-934B-3B5E-B8FF-791975EAC889}"/>
              </a:ext>
            </a:extLst>
          </p:cNvPr>
          <p:cNvCxnSpPr>
            <a:cxnSpLocks/>
          </p:cNvCxnSpPr>
          <p:nvPr/>
        </p:nvCxnSpPr>
        <p:spPr>
          <a:xfrm flipV="1">
            <a:off x="2727586" y="2380654"/>
            <a:ext cx="0" cy="840569"/>
          </a:xfrm>
          <a:prstGeom prst="straightConnector1">
            <a:avLst/>
          </a:prstGeom>
          <a:ln w="25400">
            <a:solidFill>
              <a:schemeClr val="accent1">
                <a:alpha val="39000"/>
              </a:schemeClr>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7808F44-EAE0-9CFE-6764-16EEAE483AE1}"/>
              </a:ext>
            </a:extLst>
          </p:cNvPr>
          <p:cNvCxnSpPr/>
          <p:nvPr/>
        </p:nvCxnSpPr>
        <p:spPr>
          <a:xfrm>
            <a:off x="361118" y="4009272"/>
            <a:ext cx="4085016" cy="519391"/>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908EDB0-6986-836B-801D-DF130A6288A4}"/>
              </a:ext>
            </a:extLst>
          </p:cNvPr>
          <p:cNvCxnSpPr>
            <a:cxnSpLocks/>
          </p:cNvCxnSpPr>
          <p:nvPr/>
        </p:nvCxnSpPr>
        <p:spPr>
          <a:xfrm flipH="1" flipV="1">
            <a:off x="2051331" y="4311217"/>
            <a:ext cx="2521378" cy="319615"/>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sp>
        <p:nvSpPr>
          <p:cNvPr id="26" name="Isosceles Triangle 25">
            <a:extLst>
              <a:ext uri="{FF2B5EF4-FFF2-40B4-BE49-F238E27FC236}">
                <a16:creationId xmlns:a16="http://schemas.microsoft.com/office/drawing/2014/main" id="{67C3ECFF-E69F-7097-E8A0-336B983F559E}"/>
              </a:ext>
            </a:extLst>
          </p:cNvPr>
          <p:cNvSpPr/>
          <p:nvPr/>
        </p:nvSpPr>
        <p:spPr>
          <a:xfrm rot="578766" flipH="1" flipV="1">
            <a:off x="3161823" y="4333488"/>
            <a:ext cx="133012" cy="112376"/>
          </a:xfrm>
          <a:prstGeom prst="triangle">
            <a:avLst>
              <a:gd name="adj" fmla="val 38678"/>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1" name="Freeform: Shape 30">
            <a:extLst>
              <a:ext uri="{FF2B5EF4-FFF2-40B4-BE49-F238E27FC236}">
                <a16:creationId xmlns:a16="http://schemas.microsoft.com/office/drawing/2014/main" id="{A643130D-5D01-5696-72AC-6936797E8734}"/>
              </a:ext>
            </a:extLst>
          </p:cNvPr>
          <p:cNvSpPr/>
          <p:nvPr/>
        </p:nvSpPr>
        <p:spPr>
          <a:xfrm rot="356134">
            <a:off x="918062" y="3555699"/>
            <a:ext cx="518019" cy="139776"/>
          </a:xfrm>
          <a:custGeom>
            <a:avLst/>
            <a:gdLst>
              <a:gd name="connsiteX0" fmla="*/ 0 w 264584"/>
              <a:gd name="connsiteY0" fmla="*/ 10275 h 46258"/>
              <a:gd name="connsiteX1" fmla="*/ 136525 w 264584"/>
              <a:gd name="connsiteY1" fmla="*/ 750 h 46258"/>
              <a:gd name="connsiteX2" fmla="*/ 190500 w 264584"/>
              <a:gd name="connsiteY2" fmla="*/ 1808 h 46258"/>
              <a:gd name="connsiteX3" fmla="*/ 232834 w 264584"/>
              <a:gd name="connsiteY3" fmla="*/ 11333 h 46258"/>
              <a:gd name="connsiteX4" fmla="*/ 264584 w 264584"/>
              <a:gd name="connsiteY4" fmla="*/ 46258 h 462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584" h="46258">
                <a:moveTo>
                  <a:pt x="0" y="10275"/>
                </a:moveTo>
                <a:lnTo>
                  <a:pt x="136525" y="750"/>
                </a:lnTo>
                <a:cubicBezTo>
                  <a:pt x="168275" y="-661"/>
                  <a:pt x="174449" y="44"/>
                  <a:pt x="190500" y="1808"/>
                </a:cubicBezTo>
                <a:cubicBezTo>
                  <a:pt x="206551" y="3572"/>
                  <a:pt x="220487" y="3925"/>
                  <a:pt x="232834" y="11333"/>
                </a:cubicBezTo>
                <a:cubicBezTo>
                  <a:pt x="245181" y="18741"/>
                  <a:pt x="254882" y="32499"/>
                  <a:pt x="264584" y="46258"/>
                </a:cubicBezTo>
              </a:path>
            </a:pathLst>
          </a:custGeom>
          <a:noFill/>
          <a:ln w="38100">
            <a:solidFill>
              <a:schemeClr val="accent1">
                <a:alpha val="39000"/>
              </a:schemeClr>
            </a:solidFill>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2" name="TextBox 31">
            <a:extLst>
              <a:ext uri="{FF2B5EF4-FFF2-40B4-BE49-F238E27FC236}">
                <a16:creationId xmlns:a16="http://schemas.microsoft.com/office/drawing/2014/main" id="{55DEE68D-8D6E-C416-0A0C-ED9A52EED0DC}"/>
              </a:ext>
            </a:extLst>
          </p:cNvPr>
          <p:cNvSpPr txBox="1"/>
          <p:nvPr/>
        </p:nvSpPr>
        <p:spPr>
          <a:xfrm flipH="1">
            <a:off x="502950" y="3451487"/>
            <a:ext cx="478685" cy="297517"/>
          </a:xfrm>
          <a:prstGeom prst="rect">
            <a:avLst/>
          </a:prstGeom>
          <a:solidFill>
            <a:srgbClr val="CAD7EE">
              <a:alpha val="0"/>
            </a:srgbClr>
          </a:solidFill>
          <a:effectLst/>
        </p:spPr>
        <p:txBody>
          <a:bodyPr wrap="square" rtlCol="0">
            <a:spAutoFit/>
          </a:bodyPr>
          <a:lstStyle/>
          <a:p>
            <a:pPr>
              <a:lnSpc>
                <a:spcPts val="1500"/>
              </a:lnSpc>
            </a:pPr>
            <a:r>
              <a:rPr lang="en-US" sz="18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④</a:t>
            </a:r>
            <a:endParaRPr lang="en-US" sz="1800" dirty="0">
              <a:solidFill>
                <a:schemeClr val="bg1">
                  <a:lumMod val="75000"/>
                </a:schemeClr>
              </a:solidFill>
              <a:latin typeface="Univers 57 Condensed" pitchFamily="50" charset="0"/>
            </a:endParaRPr>
          </a:p>
        </p:txBody>
      </p:sp>
      <p:pic>
        <p:nvPicPr>
          <p:cNvPr id="34" name="Picture 33" descr="A group of trees&#10;&#10;Description automatically generated with low confidence">
            <a:extLst>
              <a:ext uri="{FF2B5EF4-FFF2-40B4-BE49-F238E27FC236}">
                <a16:creationId xmlns:a16="http://schemas.microsoft.com/office/drawing/2014/main" id="{9A1D16A1-9C42-AE77-7D77-980E1E74DD57}"/>
              </a:ext>
            </a:extLst>
          </p:cNvPr>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35998" r="29090"/>
          <a:stretch/>
        </p:blipFill>
        <p:spPr>
          <a:xfrm>
            <a:off x="3733898" y="2816885"/>
            <a:ext cx="712908" cy="1299356"/>
          </a:xfrm>
          <a:prstGeom prst="rect">
            <a:avLst/>
          </a:prstGeom>
        </p:spPr>
      </p:pic>
      <p:sp>
        <p:nvSpPr>
          <p:cNvPr id="37" name="Freeform: Shape 36">
            <a:extLst>
              <a:ext uri="{FF2B5EF4-FFF2-40B4-BE49-F238E27FC236}">
                <a16:creationId xmlns:a16="http://schemas.microsoft.com/office/drawing/2014/main" id="{7F6004B1-D3AB-E635-48ED-8DB908FBA61C}"/>
              </a:ext>
            </a:extLst>
          </p:cNvPr>
          <p:cNvSpPr/>
          <p:nvPr/>
        </p:nvSpPr>
        <p:spPr>
          <a:xfrm>
            <a:off x="1270620" y="4559821"/>
            <a:ext cx="171149" cy="472021"/>
          </a:xfrm>
          <a:custGeom>
            <a:avLst/>
            <a:gdLst>
              <a:gd name="connsiteX0" fmla="*/ 1392865 w 1392865"/>
              <a:gd name="connsiteY0" fmla="*/ 1073150 h 1073150"/>
              <a:gd name="connsiteX1" fmla="*/ 713415 w 1392865"/>
              <a:gd name="connsiteY1" fmla="*/ 946150 h 1073150"/>
              <a:gd name="connsiteX2" fmla="*/ 192715 w 1392865"/>
              <a:gd name="connsiteY2" fmla="*/ 641350 h 1073150"/>
              <a:gd name="connsiteX3" fmla="*/ 21265 w 1392865"/>
              <a:gd name="connsiteY3" fmla="*/ 311150 h 1073150"/>
              <a:gd name="connsiteX4" fmla="*/ 8565 w 1392865"/>
              <a:gd name="connsiteY4" fmla="*/ 0 h 1073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2865" h="1073150">
                <a:moveTo>
                  <a:pt x="1392865" y="1073150"/>
                </a:moveTo>
                <a:cubicBezTo>
                  <a:pt x="1153152" y="1045633"/>
                  <a:pt x="913440" y="1018117"/>
                  <a:pt x="713415" y="946150"/>
                </a:cubicBezTo>
                <a:cubicBezTo>
                  <a:pt x="513390" y="874183"/>
                  <a:pt x="308073" y="747183"/>
                  <a:pt x="192715" y="641350"/>
                </a:cubicBezTo>
                <a:cubicBezTo>
                  <a:pt x="77357" y="535517"/>
                  <a:pt x="51957" y="418042"/>
                  <a:pt x="21265" y="311150"/>
                </a:cubicBezTo>
                <a:cubicBezTo>
                  <a:pt x="-9427" y="204258"/>
                  <a:pt x="-431" y="102129"/>
                  <a:pt x="8565" y="0"/>
                </a:cubicBezTo>
              </a:path>
            </a:pathLst>
          </a:custGeom>
          <a:ln w="28575">
            <a:solidFill>
              <a:schemeClr val="accent1">
                <a:alpha val="39000"/>
              </a:schemeClr>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0"/>
          </a:p>
        </p:txBody>
      </p:sp>
      <p:sp>
        <p:nvSpPr>
          <p:cNvPr id="38" name="TextBox 37">
            <a:extLst>
              <a:ext uri="{FF2B5EF4-FFF2-40B4-BE49-F238E27FC236}">
                <a16:creationId xmlns:a16="http://schemas.microsoft.com/office/drawing/2014/main" id="{FEBFA434-2B4F-914C-ECF3-B0253CB35C6E}"/>
              </a:ext>
            </a:extLst>
          </p:cNvPr>
          <p:cNvSpPr txBox="1"/>
          <p:nvPr/>
        </p:nvSpPr>
        <p:spPr>
          <a:xfrm flipH="1">
            <a:off x="1354404" y="4942833"/>
            <a:ext cx="467158" cy="307135"/>
          </a:xfrm>
          <a:prstGeom prst="rect">
            <a:avLst/>
          </a:prstGeom>
          <a:noFill/>
          <a:effectLst>
            <a:softEdge rad="31750"/>
          </a:effectLst>
        </p:spPr>
        <p:txBody>
          <a:bodyPr wrap="square" rtlCol="0">
            <a:spAutoFit/>
          </a:bodyPr>
          <a:lstStyle/>
          <a:p>
            <a:pPr>
              <a:lnSpc>
                <a:spcPts val="1600"/>
              </a:lnSpc>
            </a:pPr>
            <a:r>
              <a:rPr lang="en-US" sz="18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⑤</a:t>
            </a:r>
            <a:endParaRPr lang="en-US" sz="1800" dirty="0">
              <a:solidFill>
                <a:schemeClr val="bg1">
                  <a:lumMod val="75000"/>
                </a:schemeClr>
              </a:solidFill>
              <a:latin typeface="Univers 57 Condensed" pitchFamily="50" charset="0"/>
            </a:endParaRPr>
          </a:p>
        </p:txBody>
      </p:sp>
      <p:pic>
        <p:nvPicPr>
          <p:cNvPr id="42" name="Picture 41" descr="A group of trees&#10;&#10;Description automatically generated with low confidence">
            <a:extLst>
              <a:ext uri="{FF2B5EF4-FFF2-40B4-BE49-F238E27FC236}">
                <a16:creationId xmlns:a16="http://schemas.microsoft.com/office/drawing/2014/main" id="{A72DAA39-82BE-AC71-A66D-460EBFC11C1F}"/>
              </a:ext>
            </a:extLst>
          </p:cNvPr>
          <p:cNvPicPr>
            <a:picLocks noChangeAspect="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1138" r="63816"/>
          <a:stretch/>
        </p:blipFill>
        <p:spPr>
          <a:xfrm flipH="1">
            <a:off x="3512447" y="3141479"/>
            <a:ext cx="560870" cy="1018366"/>
          </a:xfrm>
          <a:prstGeom prst="rect">
            <a:avLst/>
          </a:prstGeom>
        </p:spPr>
      </p:pic>
      <p:pic>
        <p:nvPicPr>
          <p:cNvPr id="33" name="Picture 32" descr="A group of trees&#10;&#10;Description automatically generated with low confidence">
            <a:extLst>
              <a:ext uri="{FF2B5EF4-FFF2-40B4-BE49-F238E27FC236}">
                <a16:creationId xmlns:a16="http://schemas.microsoft.com/office/drawing/2014/main" id="{6391DBDD-B11D-44D9-CD41-4482D26641CF}"/>
              </a:ext>
            </a:extLst>
          </p:cNvPr>
          <p:cNvPicPr>
            <a:picLocks noChangeAspect="1"/>
          </p:cNvPicPr>
          <p:nvPr/>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l="35998" r="29090"/>
          <a:stretch/>
        </p:blipFill>
        <p:spPr>
          <a:xfrm>
            <a:off x="1422682" y="1687354"/>
            <a:ext cx="830563" cy="1513796"/>
          </a:xfrm>
          <a:prstGeom prst="rect">
            <a:avLst/>
          </a:prstGeom>
        </p:spPr>
      </p:pic>
      <p:pic>
        <p:nvPicPr>
          <p:cNvPr id="43" name="Picture 42" descr="A group of trees&#10;&#10;Description automatically generated with low confidence">
            <a:extLst>
              <a:ext uri="{FF2B5EF4-FFF2-40B4-BE49-F238E27FC236}">
                <a16:creationId xmlns:a16="http://schemas.microsoft.com/office/drawing/2014/main" id="{A6CB9895-7C4A-0D2A-0D04-BE0DAD79B115}"/>
              </a:ext>
            </a:extLst>
          </p:cNvPr>
          <p:cNvPicPr>
            <a:picLocks noChangeAspect="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70350"/>
          <a:stretch/>
        </p:blipFill>
        <p:spPr>
          <a:xfrm flipH="1">
            <a:off x="828537" y="1331259"/>
            <a:ext cx="951036" cy="2040955"/>
          </a:xfrm>
          <a:prstGeom prst="rect">
            <a:avLst/>
          </a:prstGeom>
        </p:spPr>
      </p:pic>
      <p:cxnSp>
        <p:nvCxnSpPr>
          <p:cNvPr id="4" name="Straight Arrow Connector 3">
            <a:extLst>
              <a:ext uri="{FF2B5EF4-FFF2-40B4-BE49-F238E27FC236}">
                <a16:creationId xmlns:a16="http://schemas.microsoft.com/office/drawing/2014/main" id="{AAAE616B-A426-9BCB-86E9-3C2733CF8BD2}"/>
              </a:ext>
            </a:extLst>
          </p:cNvPr>
          <p:cNvCxnSpPr>
            <a:cxnSpLocks/>
          </p:cNvCxnSpPr>
          <p:nvPr/>
        </p:nvCxnSpPr>
        <p:spPr>
          <a:xfrm flipH="1">
            <a:off x="3468202" y="2561796"/>
            <a:ext cx="512795" cy="362052"/>
          </a:xfrm>
          <a:prstGeom prst="straightConnector1">
            <a:avLst/>
          </a:prstGeom>
          <a:ln w="25400">
            <a:solidFill>
              <a:schemeClr val="accent1">
                <a:alpha val="39000"/>
              </a:schemeClr>
            </a:solidFill>
            <a:tailEnd type="stealth" w="lg" len="lg"/>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693F0A57-F647-BE1D-E232-1B7A46F5E818}"/>
              </a:ext>
            </a:extLst>
          </p:cNvPr>
          <p:cNvSpPr txBox="1"/>
          <p:nvPr/>
        </p:nvSpPr>
        <p:spPr>
          <a:xfrm flipH="1">
            <a:off x="3897270" y="2341989"/>
            <a:ext cx="514306" cy="297517"/>
          </a:xfrm>
          <a:prstGeom prst="rect">
            <a:avLst/>
          </a:prstGeom>
          <a:noFill/>
        </p:spPr>
        <p:txBody>
          <a:bodyPr wrap="square" rtlCol="0">
            <a:spAutoFit/>
          </a:bodyPr>
          <a:lstStyle/>
          <a:p>
            <a:pPr>
              <a:lnSpc>
                <a:spcPts val="1500"/>
              </a:lnSpc>
            </a:pPr>
            <a:r>
              <a:rPr lang="en-US" sz="18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③</a:t>
            </a:r>
            <a:endParaRPr lang="en-US" sz="1800" dirty="0">
              <a:solidFill>
                <a:schemeClr val="bg1">
                  <a:lumMod val="75000"/>
                </a:schemeClr>
              </a:solidFill>
              <a:latin typeface="Univers 57 Condensed" pitchFamily="50" charset="0"/>
            </a:endParaRPr>
          </a:p>
        </p:txBody>
      </p:sp>
      <p:cxnSp>
        <p:nvCxnSpPr>
          <p:cNvPr id="23" name="Straight Arrow Connector 22">
            <a:extLst>
              <a:ext uri="{FF2B5EF4-FFF2-40B4-BE49-F238E27FC236}">
                <a16:creationId xmlns:a16="http://schemas.microsoft.com/office/drawing/2014/main" id="{5DEF2C7E-81D2-675A-903F-78FE78490706}"/>
              </a:ext>
            </a:extLst>
          </p:cNvPr>
          <p:cNvCxnSpPr>
            <a:cxnSpLocks/>
          </p:cNvCxnSpPr>
          <p:nvPr/>
        </p:nvCxnSpPr>
        <p:spPr>
          <a:xfrm flipV="1">
            <a:off x="636684" y="4208032"/>
            <a:ext cx="242840" cy="169785"/>
          </a:xfrm>
          <a:prstGeom prst="straightConnector1">
            <a:avLst/>
          </a:prstGeom>
          <a:ln w="25400">
            <a:solidFill>
              <a:schemeClr val="accent2"/>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43F8D9FC-8A7B-749F-0C6A-1AF005AA9B8F}"/>
              </a:ext>
            </a:extLst>
          </p:cNvPr>
          <p:cNvCxnSpPr>
            <a:cxnSpLocks/>
          </p:cNvCxnSpPr>
          <p:nvPr/>
        </p:nvCxnSpPr>
        <p:spPr>
          <a:xfrm flipH="1">
            <a:off x="654609" y="4313368"/>
            <a:ext cx="242840" cy="169785"/>
          </a:xfrm>
          <a:prstGeom prst="straightConnector1">
            <a:avLst/>
          </a:prstGeom>
          <a:ln w="25400">
            <a:solidFill>
              <a:schemeClr val="accent2"/>
            </a:solidFill>
            <a:tailEnd type="stealth" w="lg" len="lg"/>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70BC1590-1B75-E98E-95BF-23D35F804981}"/>
              </a:ext>
            </a:extLst>
          </p:cNvPr>
          <p:cNvSpPr txBox="1"/>
          <p:nvPr/>
        </p:nvSpPr>
        <p:spPr>
          <a:xfrm flipH="1">
            <a:off x="234160" y="4327327"/>
            <a:ext cx="412135" cy="369332"/>
          </a:xfrm>
          <a:prstGeom prst="rect">
            <a:avLst/>
          </a:prstGeom>
          <a:noFill/>
        </p:spPr>
        <p:txBody>
          <a:bodyPr wrap="square" rtlCol="0">
            <a:spAutoFit/>
          </a:bodyPr>
          <a:lstStyle/>
          <a:p>
            <a:r>
              <a:rPr lang="en-US" sz="1800" dirty="0">
                <a:latin typeface="Calibri" panose="020F0502020204030204" pitchFamily="34" charset="0"/>
                <a:ea typeface="Calibri" panose="020F0502020204030204" pitchFamily="34" charset="0"/>
                <a:cs typeface="Calibri" panose="020F0502020204030204" pitchFamily="34" charset="0"/>
              </a:rPr>
              <a:t>⑦</a:t>
            </a:r>
            <a:endParaRPr lang="en-US" sz="1800" dirty="0">
              <a:latin typeface="Univers 57 Condensed" pitchFamily="50" charset="0"/>
            </a:endParaRPr>
          </a:p>
        </p:txBody>
      </p:sp>
      <p:sp>
        <p:nvSpPr>
          <p:cNvPr id="39" name="Rectangle 38">
            <a:extLst>
              <a:ext uri="{FF2B5EF4-FFF2-40B4-BE49-F238E27FC236}">
                <a16:creationId xmlns:a16="http://schemas.microsoft.com/office/drawing/2014/main" id="{39ABBF93-A3F7-F0C7-1F63-AA01B21F10D0}"/>
              </a:ext>
            </a:extLst>
          </p:cNvPr>
          <p:cNvSpPr/>
          <p:nvPr/>
        </p:nvSpPr>
        <p:spPr>
          <a:xfrm>
            <a:off x="7525695" y="3587404"/>
            <a:ext cx="1835150" cy="40957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4FA406EE-D62D-C8FE-E730-1D71A29B6FF1}"/>
              </a:ext>
            </a:extLst>
          </p:cNvPr>
          <p:cNvSpPr/>
          <p:nvPr/>
        </p:nvSpPr>
        <p:spPr>
          <a:xfrm>
            <a:off x="7525695" y="4002915"/>
            <a:ext cx="1835150" cy="530225"/>
          </a:xfrm>
          <a:prstGeom prst="rect">
            <a:avLst/>
          </a:prstGeom>
          <a:solidFill>
            <a:schemeClr val="bg2"/>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025D07AA-874A-31F6-C154-6DFBB6A2739F}"/>
              </a:ext>
            </a:extLst>
          </p:cNvPr>
          <p:cNvSpPr txBox="1"/>
          <p:nvPr/>
        </p:nvSpPr>
        <p:spPr>
          <a:xfrm>
            <a:off x="7792596" y="3958793"/>
            <a:ext cx="1390650" cy="584775"/>
          </a:xfrm>
          <a:prstGeom prst="rect">
            <a:avLst/>
          </a:prstGeom>
          <a:noFill/>
        </p:spPr>
        <p:txBody>
          <a:bodyPr wrap="square" rtlCol="0">
            <a:spAutoFit/>
          </a:bodyPr>
          <a:lstStyle/>
          <a:p>
            <a:pPr algn="ctr"/>
            <a:r>
              <a:rPr lang="en-US" sz="1600" dirty="0">
                <a:latin typeface="Univers 67 Condensed" pitchFamily="50" charset="0"/>
              </a:rPr>
              <a:t>Streambed material</a:t>
            </a:r>
          </a:p>
        </p:txBody>
      </p:sp>
      <p:sp>
        <p:nvSpPr>
          <p:cNvPr id="45" name="TextBox 44">
            <a:extLst>
              <a:ext uri="{FF2B5EF4-FFF2-40B4-BE49-F238E27FC236}">
                <a16:creationId xmlns:a16="http://schemas.microsoft.com/office/drawing/2014/main" id="{4E60C234-169E-A646-2B36-EDAB0B47CCD1}"/>
              </a:ext>
            </a:extLst>
          </p:cNvPr>
          <p:cNvSpPr txBox="1"/>
          <p:nvPr/>
        </p:nvSpPr>
        <p:spPr>
          <a:xfrm>
            <a:off x="7874197" y="3517635"/>
            <a:ext cx="1522612" cy="338554"/>
          </a:xfrm>
          <a:prstGeom prst="rect">
            <a:avLst/>
          </a:prstGeom>
          <a:noFill/>
        </p:spPr>
        <p:txBody>
          <a:bodyPr wrap="square" rtlCol="0">
            <a:spAutoFit/>
          </a:bodyPr>
          <a:lstStyle/>
          <a:p>
            <a:r>
              <a:rPr lang="en-US" sz="1600" dirty="0">
                <a:latin typeface="Univers 67 Condensed" pitchFamily="50" charset="0"/>
              </a:rPr>
              <a:t>Stream surface</a:t>
            </a:r>
          </a:p>
        </p:txBody>
      </p:sp>
      <p:sp>
        <p:nvSpPr>
          <p:cNvPr id="46" name="Oval 45">
            <a:extLst>
              <a:ext uri="{FF2B5EF4-FFF2-40B4-BE49-F238E27FC236}">
                <a16:creationId xmlns:a16="http://schemas.microsoft.com/office/drawing/2014/main" id="{51B75DBF-E116-E464-8E05-BD20FB802B30}"/>
              </a:ext>
            </a:extLst>
          </p:cNvPr>
          <p:cNvSpPr/>
          <p:nvPr/>
        </p:nvSpPr>
        <p:spPr>
          <a:xfrm>
            <a:off x="8482798" y="4507418"/>
            <a:ext cx="45719" cy="45719"/>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7" name="Straight Connector 46">
            <a:extLst>
              <a:ext uri="{FF2B5EF4-FFF2-40B4-BE49-F238E27FC236}">
                <a16:creationId xmlns:a16="http://schemas.microsoft.com/office/drawing/2014/main" id="{B10F1945-C670-BE91-FAD4-4D908178CD93}"/>
              </a:ext>
            </a:extLst>
          </p:cNvPr>
          <p:cNvCxnSpPr/>
          <p:nvPr/>
        </p:nvCxnSpPr>
        <p:spPr>
          <a:xfrm>
            <a:off x="8550309" y="4587428"/>
            <a:ext cx="193474" cy="24447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48" name="TextBox 47">
            <a:extLst>
              <a:ext uri="{FF2B5EF4-FFF2-40B4-BE49-F238E27FC236}">
                <a16:creationId xmlns:a16="http://schemas.microsoft.com/office/drawing/2014/main" id="{91826DEF-61E2-B366-44C1-AEB63B1D605A}"/>
              </a:ext>
            </a:extLst>
          </p:cNvPr>
          <p:cNvSpPr txBox="1"/>
          <p:nvPr/>
        </p:nvSpPr>
        <p:spPr>
          <a:xfrm>
            <a:off x="8692983" y="4708557"/>
            <a:ext cx="1352550" cy="369332"/>
          </a:xfrm>
          <a:prstGeom prst="rect">
            <a:avLst/>
          </a:prstGeom>
          <a:noFill/>
        </p:spPr>
        <p:txBody>
          <a:bodyPr wrap="square" rtlCol="0">
            <a:spAutoFit/>
          </a:bodyPr>
          <a:lstStyle/>
          <a:p>
            <a:r>
              <a:rPr lang="en-US" sz="1800" dirty="0">
                <a:latin typeface="Univers 67 Condensed" pitchFamily="50" charset="0"/>
              </a:rPr>
              <a:t>Cell node</a:t>
            </a:r>
          </a:p>
        </p:txBody>
      </p:sp>
      <p:sp>
        <p:nvSpPr>
          <p:cNvPr id="49" name="Freeform: Shape 48">
            <a:extLst>
              <a:ext uri="{FF2B5EF4-FFF2-40B4-BE49-F238E27FC236}">
                <a16:creationId xmlns:a16="http://schemas.microsoft.com/office/drawing/2014/main" id="{D2EEF26E-AE9B-E4DE-2D51-E0D5ADA4932D}"/>
              </a:ext>
            </a:extLst>
          </p:cNvPr>
          <p:cNvSpPr/>
          <p:nvPr/>
        </p:nvSpPr>
        <p:spPr>
          <a:xfrm>
            <a:off x="6092976" y="3113012"/>
            <a:ext cx="4789890" cy="2637189"/>
          </a:xfrm>
          <a:custGeom>
            <a:avLst/>
            <a:gdLst>
              <a:gd name="csX0" fmla="*/ 0 w 5807034"/>
              <a:gd name="csY0" fmla="*/ 0 h 3289465"/>
              <a:gd name="csX1" fmla="*/ 0 w 5807034"/>
              <a:gd name="csY1" fmla="*/ 3289465 h 3289465"/>
              <a:gd name="csX2" fmla="*/ 5807034 w 5807034"/>
              <a:gd name="csY2" fmla="*/ 3289465 h 3289465"/>
              <a:gd name="csX3" fmla="*/ 5807034 w 5807034"/>
              <a:gd name="csY3" fmla="*/ 23751 h 3289465"/>
              <a:gd name="csX4" fmla="*/ 4286992 w 5807034"/>
              <a:gd name="csY4" fmla="*/ 23751 h 3289465"/>
              <a:gd name="csX5" fmla="*/ 4286992 w 5807034"/>
              <a:gd name="csY5" fmla="*/ 1116281 h 3289465"/>
              <a:gd name="csX6" fmla="*/ 2410691 w 5807034"/>
              <a:gd name="csY6" fmla="*/ 1116281 h 3289465"/>
              <a:gd name="csX7" fmla="*/ 2410691 w 5807034"/>
              <a:gd name="csY7" fmla="*/ 23751 h 3289465"/>
              <a:gd name="csX8" fmla="*/ 23751 w 5807034"/>
              <a:gd name="csY8" fmla="*/ 23751 h 3289465"/>
              <a:gd name="csX0" fmla="*/ 0 w 5807034"/>
              <a:gd name="csY0" fmla="*/ 4736 h 3265714"/>
              <a:gd name="csX1" fmla="*/ 0 w 5807034"/>
              <a:gd name="csY1" fmla="*/ 3265714 h 3265714"/>
              <a:gd name="csX2" fmla="*/ 5807034 w 5807034"/>
              <a:gd name="csY2" fmla="*/ 3265714 h 3265714"/>
              <a:gd name="csX3" fmla="*/ 5807034 w 5807034"/>
              <a:gd name="csY3" fmla="*/ 0 h 3265714"/>
              <a:gd name="csX4" fmla="*/ 4286992 w 5807034"/>
              <a:gd name="csY4" fmla="*/ 0 h 3265714"/>
              <a:gd name="csX5" fmla="*/ 4286992 w 5807034"/>
              <a:gd name="csY5" fmla="*/ 1092530 h 3265714"/>
              <a:gd name="csX6" fmla="*/ 2410691 w 5807034"/>
              <a:gd name="csY6" fmla="*/ 1092530 h 3265714"/>
              <a:gd name="csX7" fmla="*/ 2410691 w 5807034"/>
              <a:gd name="csY7" fmla="*/ 0 h 3265714"/>
              <a:gd name="csX8" fmla="*/ 23751 w 5807034"/>
              <a:gd name="csY8" fmla="*/ 0 h 3265714"/>
              <a:gd name="csX0" fmla="*/ 0 w 5807034"/>
              <a:gd name="csY0" fmla="*/ 4736 h 3265714"/>
              <a:gd name="csX1" fmla="*/ 0 w 5807034"/>
              <a:gd name="csY1" fmla="*/ 3265714 h 3265714"/>
              <a:gd name="csX2" fmla="*/ 5807034 w 5807034"/>
              <a:gd name="csY2" fmla="*/ 3265714 h 3265714"/>
              <a:gd name="csX3" fmla="*/ 5807034 w 5807034"/>
              <a:gd name="csY3" fmla="*/ 0 h 3265714"/>
              <a:gd name="csX4" fmla="*/ 4286992 w 5807034"/>
              <a:gd name="csY4" fmla="*/ 0 h 3265714"/>
              <a:gd name="csX5" fmla="*/ 4286992 w 5807034"/>
              <a:gd name="csY5" fmla="*/ 1092530 h 3265714"/>
              <a:gd name="csX6" fmla="*/ 2410691 w 5807034"/>
              <a:gd name="csY6" fmla="*/ 1092530 h 3265714"/>
              <a:gd name="csX7" fmla="*/ 2410691 w 5807034"/>
              <a:gd name="csY7" fmla="*/ 0 h 3265714"/>
              <a:gd name="csX8" fmla="*/ 11 w 5807034"/>
              <a:gd name="csY8" fmla="*/ 0 h 3265714"/>
              <a:gd name="csX0" fmla="*/ 0 w 5807034"/>
              <a:gd name="csY0" fmla="*/ 7110 h 3268088"/>
              <a:gd name="csX1" fmla="*/ 0 w 5807034"/>
              <a:gd name="csY1" fmla="*/ 3268088 h 3268088"/>
              <a:gd name="csX2" fmla="*/ 5807034 w 5807034"/>
              <a:gd name="csY2" fmla="*/ 3268088 h 3268088"/>
              <a:gd name="csX3" fmla="*/ 5807034 w 5807034"/>
              <a:gd name="csY3" fmla="*/ 2374 h 3268088"/>
              <a:gd name="csX4" fmla="*/ 4286992 w 5807034"/>
              <a:gd name="csY4" fmla="*/ 2374 h 3268088"/>
              <a:gd name="csX5" fmla="*/ 4286992 w 5807034"/>
              <a:gd name="csY5" fmla="*/ 1094904 h 3268088"/>
              <a:gd name="csX6" fmla="*/ 2410691 w 5807034"/>
              <a:gd name="csY6" fmla="*/ 1094904 h 3268088"/>
              <a:gd name="csX7" fmla="*/ 2410691 w 5807034"/>
              <a:gd name="csY7" fmla="*/ 2374 h 3268088"/>
              <a:gd name="csX8" fmla="*/ 1590545 w 5807034"/>
              <a:gd name="csY8" fmla="*/ 0 h 3268088"/>
              <a:gd name="csX0" fmla="*/ 0 w 5807034"/>
              <a:gd name="csY0" fmla="*/ 10275 h 3271253"/>
              <a:gd name="csX1" fmla="*/ 0 w 5807034"/>
              <a:gd name="csY1" fmla="*/ 3271253 h 3271253"/>
              <a:gd name="csX2" fmla="*/ 5807034 w 5807034"/>
              <a:gd name="csY2" fmla="*/ 3271253 h 3271253"/>
              <a:gd name="csX3" fmla="*/ 5807034 w 5807034"/>
              <a:gd name="csY3" fmla="*/ 5539 h 3271253"/>
              <a:gd name="csX4" fmla="*/ 4286992 w 5807034"/>
              <a:gd name="csY4" fmla="*/ 5539 h 3271253"/>
              <a:gd name="csX5" fmla="*/ 4286992 w 5807034"/>
              <a:gd name="csY5" fmla="*/ 1098069 h 3271253"/>
              <a:gd name="csX6" fmla="*/ 2410691 w 5807034"/>
              <a:gd name="csY6" fmla="*/ 1098069 h 3271253"/>
              <a:gd name="csX7" fmla="*/ 2410691 w 5807034"/>
              <a:gd name="csY7" fmla="*/ 5539 h 3271253"/>
              <a:gd name="csX8" fmla="*/ 1163238 w 5807034"/>
              <a:gd name="csY8" fmla="*/ 0 h 3271253"/>
              <a:gd name="csX0" fmla="*/ 1161643 w 5807034"/>
              <a:gd name="csY0" fmla="*/ 780 h 3271253"/>
              <a:gd name="csX1" fmla="*/ 0 w 5807034"/>
              <a:gd name="csY1" fmla="*/ 3271253 h 3271253"/>
              <a:gd name="csX2" fmla="*/ 5807034 w 5807034"/>
              <a:gd name="csY2" fmla="*/ 3271253 h 3271253"/>
              <a:gd name="csX3" fmla="*/ 5807034 w 5807034"/>
              <a:gd name="csY3" fmla="*/ 5539 h 3271253"/>
              <a:gd name="csX4" fmla="*/ 4286992 w 5807034"/>
              <a:gd name="csY4" fmla="*/ 5539 h 3271253"/>
              <a:gd name="csX5" fmla="*/ 4286992 w 5807034"/>
              <a:gd name="csY5" fmla="*/ 1098069 h 3271253"/>
              <a:gd name="csX6" fmla="*/ 2410691 w 5807034"/>
              <a:gd name="csY6" fmla="*/ 1098069 h 3271253"/>
              <a:gd name="csX7" fmla="*/ 2410691 w 5807034"/>
              <a:gd name="csY7" fmla="*/ 5539 h 3271253"/>
              <a:gd name="csX8" fmla="*/ 1163238 w 5807034"/>
              <a:gd name="csY8" fmla="*/ 0 h 3271253"/>
              <a:gd name="csX0" fmla="*/ 9496 w 4654887"/>
              <a:gd name="csY0" fmla="*/ 780 h 3277583"/>
              <a:gd name="csX1" fmla="*/ 0 w 4654887"/>
              <a:gd name="csY1" fmla="*/ 3277583 h 3277583"/>
              <a:gd name="csX2" fmla="*/ 4654887 w 4654887"/>
              <a:gd name="csY2" fmla="*/ 3271253 h 3277583"/>
              <a:gd name="csX3" fmla="*/ 4654887 w 4654887"/>
              <a:gd name="csY3" fmla="*/ 5539 h 3277583"/>
              <a:gd name="csX4" fmla="*/ 3134845 w 4654887"/>
              <a:gd name="csY4" fmla="*/ 5539 h 3277583"/>
              <a:gd name="csX5" fmla="*/ 3134845 w 4654887"/>
              <a:gd name="csY5" fmla="*/ 1098069 h 3277583"/>
              <a:gd name="csX6" fmla="*/ 1258544 w 4654887"/>
              <a:gd name="csY6" fmla="*/ 1098069 h 3277583"/>
              <a:gd name="csX7" fmla="*/ 1258544 w 4654887"/>
              <a:gd name="csY7" fmla="*/ 5539 h 3277583"/>
              <a:gd name="csX8" fmla="*/ 11091 w 4654887"/>
              <a:gd name="csY8" fmla="*/ 0 h 3277583"/>
              <a:gd name="csX0" fmla="*/ 129775 w 4775166"/>
              <a:gd name="csY0" fmla="*/ 780 h 3277583"/>
              <a:gd name="csX1" fmla="*/ 0 w 4775166"/>
              <a:gd name="csY1" fmla="*/ 3277583 h 3277583"/>
              <a:gd name="csX2" fmla="*/ 4775166 w 4775166"/>
              <a:gd name="csY2" fmla="*/ 3271253 h 3277583"/>
              <a:gd name="csX3" fmla="*/ 4775166 w 4775166"/>
              <a:gd name="csY3" fmla="*/ 5539 h 3277583"/>
              <a:gd name="csX4" fmla="*/ 3255124 w 4775166"/>
              <a:gd name="csY4" fmla="*/ 5539 h 3277583"/>
              <a:gd name="csX5" fmla="*/ 3255124 w 4775166"/>
              <a:gd name="csY5" fmla="*/ 1098069 h 3277583"/>
              <a:gd name="csX6" fmla="*/ 1378823 w 4775166"/>
              <a:gd name="csY6" fmla="*/ 1098069 h 3277583"/>
              <a:gd name="csX7" fmla="*/ 1378823 w 4775166"/>
              <a:gd name="csY7" fmla="*/ 5539 h 3277583"/>
              <a:gd name="csX8" fmla="*/ 131370 w 4775166"/>
              <a:gd name="csY8" fmla="*/ 0 h 3277583"/>
              <a:gd name="csX0" fmla="*/ 129775 w 4775166"/>
              <a:gd name="csY0" fmla="*/ 3945 h 3280748"/>
              <a:gd name="csX1" fmla="*/ 0 w 4775166"/>
              <a:gd name="csY1" fmla="*/ 3280748 h 3280748"/>
              <a:gd name="csX2" fmla="*/ 4775166 w 4775166"/>
              <a:gd name="csY2" fmla="*/ 3274418 h 3280748"/>
              <a:gd name="csX3" fmla="*/ 4775166 w 4775166"/>
              <a:gd name="csY3" fmla="*/ 8704 h 3280748"/>
              <a:gd name="csX4" fmla="*/ 3255124 w 4775166"/>
              <a:gd name="csY4" fmla="*/ 8704 h 3280748"/>
              <a:gd name="csX5" fmla="*/ 3255124 w 4775166"/>
              <a:gd name="csY5" fmla="*/ 1101234 h 3280748"/>
              <a:gd name="csX6" fmla="*/ 1378823 w 4775166"/>
              <a:gd name="csY6" fmla="*/ 1101234 h 3280748"/>
              <a:gd name="csX7" fmla="*/ 1378823 w 4775166"/>
              <a:gd name="csY7" fmla="*/ 8704 h 3280748"/>
              <a:gd name="csX8" fmla="*/ 11091 w 4775166"/>
              <a:gd name="csY8" fmla="*/ 0 h 3280748"/>
              <a:gd name="csX0" fmla="*/ 12661 w 4775166"/>
              <a:gd name="csY0" fmla="*/ 0 h 3286299"/>
              <a:gd name="csX1" fmla="*/ 0 w 4775166"/>
              <a:gd name="csY1" fmla="*/ 3286299 h 3286299"/>
              <a:gd name="csX2" fmla="*/ 4775166 w 4775166"/>
              <a:gd name="csY2" fmla="*/ 3279969 h 3286299"/>
              <a:gd name="csX3" fmla="*/ 4775166 w 4775166"/>
              <a:gd name="csY3" fmla="*/ 14255 h 3286299"/>
              <a:gd name="csX4" fmla="*/ 3255124 w 4775166"/>
              <a:gd name="csY4" fmla="*/ 14255 h 3286299"/>
              <a:gd name="csX5" fmla="*/ 3255124 w 4775166"/>
              <a:gd name="csY5" fmla="*/ 1106785 h 3286299"/>
              <a:gd name="csX6" fmla="*/ 1378823 w 4775166"/>
              <a:gd name="csY6" fmla="*/ 1106785 h 3286299"/>
              <a:gd name="csX7" fmla="*/ 1378823 w 4775166"/>
              <a:gd name="csY7" fmla="*/ 14255 h 3286299"/>
              <a:gd name="csX8" fmla="*/ 11091 w 4775166"/>
              <a:gd name="csY8" fmla="*/ 5551 h 3286299"/>
              <a:gd name="csX0" fmla="*/ 12661 w 4775166"/>
              <a:gd name="csY0" fmla="*/ 0 h 3286299"/>
              <a:gd name="csX1" fmla="*/ 0 w 4775166"/>
              <a:gd name="csY1" fmla="*/ 3286299 h 3286299"/>
              <a:gd name="csX2" fmla="*/ 4775166 w 4775166"/>
              <a:gd name="csY2" fmla="*/ 3279969 h 3286299"/>
              <a:gd name="csX3" fmla="*/ 4775166 w 4775166"/>
              <a:gd name="csY3" fmla="*/ 14255 h 3286299"/>
              <a:gd name="csX4" fmla="*/ 3255124 w 4775166"/>
              <a:gd name="csY4" fmla="*/ 14255 h 3286299"/>
              <a:gd name="csX5" fmla="*/ 3255124 w 4775166"/>
              <a:gd name="csY5" fmla="*/ 1106785 h 3286299"/>
              <a:gd name="csX6" fmla="*/ 1378823 w 4775166"/>
              <a:gd name="csY6" fmla="*/ 1106785 h 3286299"/>
              <a:gd name="csX7" fmla="*/ 1432633 w 4775166"/>
              <a:gd name="csY7" fmla="*/ 11090 h 3286299"/>
              <a:gd name="csX8" fmla="*/ 11091 w 4775166"/>
              <a:gd name="csY8" fmla="*/ 5551 h 3286299"/>
              <a:gd name="csX0" fmla="*/ 12661 w 4775166"/>
              <a:gd name="csY0" fmla="*/ 0 h 3286299"/>
              <a:gd name="csX1" fmla="*/ 0 w 4775166"/>
              <a:gd name="csY1" fmla="*/ 3286299 h 3286299"/>
              <a:gd name="csX2" fmla="*/ 4775166 w 4775166"/>
              <a:gd name="csY2" fmla="*/ 3279969 h 3286299"/>
              <a:gd name="csX3" fmla="*/ 4775166 w 4775166"/>
              <a:gd name="csY3" fmla="*/ 14255 h 3286299"/>
              <a:gd name="csX4" fmla="*/ 3255124 w 4775166"/>
              <a:gd name="csY4" fmla="*/ 14255 h 3286299"/>
              <a:gd name="csX5" fmla="*/ 3255124 w 4775166"/>
              <a:gd name="csY5" fmla="*/ 1106785 h 3286299"/>
              <a:gd name="csX6" fmla="*/ 1429467 w 4775166"/>
              <a:gd name="csY6" fmla="*/ 1109950 h 3286299"/>
              <a:gd name="csX7" fmla="*/ 1432633 w 4775166"/>
              <a:gd name="csY7" fmla="*/ 11090 h 3286299"/>
              <a:gd name="csX8" fmla="*/ 11091 w 4775166"/>
              <a:gd name="csY8" fmla="*/ 5551 h 32862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775166" h="3286299">
                <a:moveTo>
                  <a:pt x="12661" y="0"/>
                </a:moveTo>
                <a:cubicBezTo>
                  <a:pt x="9496" y="1092268"/>
                  <a:pt x="3165" y="2194031"/>
                  <a:pt x="0" y="3286299"/>
                </a:cubicBezTo>
                <a:lnTo>
                  <a:pt x="4775166" y="3279969"/>
                </a:lnTo>
                <a:lnTo>
                  <a:pt x="4775166" y="14255"/>
                </a:lnTo>
                <a:lnTo>
                  <a:pt x="3255124" y="14255"/>
                </a:lnTo>
                <a:lnTo>
                  <a:pt x="3255124" y="1106785"/>
                </a:lnTo>
                <a:lnTo>
                  <a:pt x="1429467" y="1109950"/>
                </a:lnTo>
                <a:cubicBezTo>
                  <a:pt x="1430522" y="743663"/>
                  <a:pt x="1431578" y="377377"/>
                  <a:pt x="1432633" y="11090"/>
                </a:cubicBezTo>
                <a:lnTo>
                  <a:pt x="11091" y="5551"/>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00"/>
          </a:p>
        </p:txBody>
      </p:sp>
      <p:sp>
        <p:nvSpPr>
          <p:cNvPr id="50" name="TextBox 49">
            <a:extLst>
              <a:ext uri="{FF2B5EF4-FFF2-40B4-BE49-F238E27FC236}">
                <a16:creationId xmlns:a16="http://schemas.microsoft.com/office/drawing/2014/main" id="{C6A44783-718E-5A12-9E52-DC0A589C94AA}"/>
              </a:ext>
            </a:extLst>
          </p:cNvPr>
          <p:cNvSpPr txBox="1"/>
          <p:nvPr/>
        </p:nvSpPr>
        <p:spPr>
          <a:xfrm>
            <a:off x="7766995" y="2681758"/>
            <a:ext cx="1336676" cy="584775"/>
          </a:xfrm>
          <a:prstGeom prst="rect">
            <a:avLst/>
          </a:prstGeom>
          <a:noFill/>
        </p:spPr>
        <p:txBody>
          <a:bodyPr wrap="square" rtlCol="0">
            <a:spAutoFit/>
          </a:bodyPr>
          <a:lstStyle/>
          <a:p>
            <a:pPr algn="ctr"/>
            <a:r>
              <a:rPr lang="en-US" sz="1600" dirty="0">
                <a:latin typeface="Univers 67 Condensed" pitchFamily="50" charset="0"/>
              </a:rPr>
              <a:t>Impermeable walls</a:t>
            </a:r>
          </a:p>
        </p:txBody>
      </p:sp>
      <p:cxnSp>
        <p:nvCxnSpPr>
          <p:cNvPr id="51" name="Straight Connector 50">
            <a:extLst>
              <a:ext uri="{FF2B5EF4-FFF2-40B4-BE49-F238E27FC236}">
                <a16:creationId xmlns:a16="http://schemas.microsoft.com/office/drawing/2014/main" id="{A94F2CEB-B8E9-2D7C-AA61-82B6EDE40DA1}"/>
              </a:ext>
            </a:extLst>
          </p:cNvPr>
          <p:cNvCxnSpPr>
            <a:cxnSpLocks/>
          </p:cNvCxnSpPr>
          <p:nvPr/>
        </p:nvCxnSpPr>
        <p:spPr>
          <a:xfrm flipH="1">
            <a:off x="7563795" y="2989941"/>
            <a:ext cx="353661" cy="31786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378BE392-988D-BCEA-B4A7-8BC3E65392E8}"/>
              </a:ext>
            </a:extLst>
          </p:cNvPr>
          <p:cNvCxnSpPr>
            <a:cxnSpLocks/>
          </p:cNvCxnSpPr>
          <p:nvPr/>
        </p:nvCxnSpPr>
        <p:spPr>
          <a:xfrm>
            <a:off x="8968417" y="2974155"/>
            <a:ext cx="354328" cy="32132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F972AF71-E678-83AE-00EA-DB13A4727DF6}"/>
              </a:ext>
            </a:extLst>
          </p:cNvPr>
          <p:cNvCxnSpPr/>
          <p:nvPr/>
        </p:nvCxnSpPr>
        <p:spPr>
          <a:xfrm>
            <a:off x="9446570" y="4533139"/>
            <a:ext cx="282575"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AACD5E8B-CE4A-F7A4-0865-F5F89B8A3DE3}"/>
              </a:ext>
            </a:extLst>
          </p:cNvPr>
          <p:cNvCxnSpPr/>
          <p:nvPr/>
        </p:nvCxnSpPr>
        <p:spPr>
          <a:xfrm>
            <a:off x="9446569" y="4006089"/>
            <a:ext cx="282575"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5" name="Straight Arrow Connector 54">
            <a:extLst>
              <a:ext uri="{FF2B5EF4-FFF2-40B4-BE49-F238E27FC236}">
                <a16:creationId xmlns:a16="http://schemas.microsoft.com/office/drawing/2014/main" id="{60C270D7-9EEC-AA26-5843-6F566C09036D}"/>
              </a:ext>
            </a:extLst>
          </p:cNvPr>
          <p:cNvCxnSpPr/>
          <p:nvPr/>
        </p:nvCxnSpPr>
        <p:spPr>
          <a:xfrm>
            <a:off x="9587856" y="4002915"/>
            <a:ext cx="0" cy="530224"/>
          </a:xfrm>
          <a:prstGeom prst="straightConnector1">
            <a:avLst/>
          </a:prstGeom>
          <a:ln>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56" name="TextBox 55">
            <a:extLst>
              <a:ext uri="{FF2B5EF4-FFF2-40B4-BE49-F238E27FC236}">
                <a16:creationId xmlns:a16="http://schemas.microsoft.com/office/drawing/2014/main" id="{024F49F9-5C15-70B0-FFB2-1CE61CB79B3F}"/>
              </a:ext>
            </a:extLst>
          </p:cNvPr>
          <p:cNvSpPr txBox="1"/>
          <p:nvPr/>
        </p:nvSpPr>
        <p:spPr>
          <a:xfrm>
            <a:off x="9555175" y="4089799"/>
            <a:ext cx="1148385" cy="438197"/>
          </a:xfrm>
          <a:prstGeom prst="rect">
            <a:avLst/>
          </a:prstGeom>
          <a:noFill/>
        </p:spPr>
        <p:txBody>
          <a:bodyPr wrap="square" rtlCol="0">
            <a:spAutoFit/>
          </a:bodyPr>
          <a:lstStyle/>
          <a:p>
            <a:pPr>
              <a:lnSpc>
                <a:spcPts val="1300"/>
              </a:lnSpc>
            </a:pPr>
            <a:r>
              <a:rPr lang="en-US" sz="1600" dirty="0">
                <a:latin typeface="Univers 67 Condensed" pitchFamily="50" charset="0"/>
              </a:rPr>
              <a:t>Streambed Thickness</a:t>
            </a:r>
          </a:p>
        </p:txBody>
      </p:sp>
      <p:cxnSp>
        <p:nvCxnSpPr>
          <p:cNvPr id="57" name="Straight Arrow Connector 56">
            <a:extLst>
              <a:ext uri="{FF2B5EF4-FFF2-40B4-BE49-F238E27FC236}">
                <a16:creationId xmlns:a16="http://schemas.microsoft.com/office/drawing/2014/main" id="{B8CD0480-0F5C-378D-4544-B9029366A1DE}"/>
              </a:ext>
            </a:extLst>
          </p:cNvPr>
          <p:cNvCxnSpPr/>
          <p:nvPr/>
        </p:nvCxnSpPr>
        <p:spPr>
          <a:xfrm>
            <a:off x="7525695" y="3500010"/>
            <a:ext cx="1835150"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2FB761D8-A097-6DE4-FA54-FBC0C7B81788}"/>
              </a:ext>
            </a:extLst>
          </p:cNvPr>
          <p:cNvSpPr txBox="1"/>
          <p:nvPr/>
        </p:nvSpPr>
        <p:spPr>
          <a:xfrm>
            <a:off x="7958128" y="3247690"/>
            <a:ext cx="1336675" cy="338554"/>
          </a:xfrm>
          <a:prstGeom prst="rect">
            <a:avLst/>
          </a:prstGeom>
          <a:noFill/>
        </p:spPr>
        <p:txBody>
          <a:bodyPr wrap="square" rtlCol="0">
            <a:spAutoFit/>
          </a:bodyPr>
          <a:lstStyle/>
          <a:p>
            <a:r>
              <a:rPr lang="en-US" sz="1600" dirty="0">
                <a:latin typeface="Univers 67 Condensed" pitchFamily="50" charset="0"/>
              </a:rPr>
              <a:t>Stream width</a:t>
            </a:r>
          </a:p>
        </p:txBody>
      </p:sp>
      <p:sp>
        <p:nvSpPr>
          <p:cNvPr id="62" name="Freeform: Shape 61">
            <a:extLst>
              <a:ext uri="{FF2B5EF4-FFF2-40B4-BE49-F238E27FC236}">
                <a16:creationId xmlns:a16="http://schemas.microsoft.com/office/drawing/2014/main" id="{62103BE1-C175-23F7-C101-5447699D342E}"/>
              </a:ext>
            </a:extLst>
          </p:cNvPr>
          <p:cNvSpPr/>
          <p:nvPr/>
        </p:nvSpPr>
        <p:spPr>
          <a:xfrm rot="10800000">
            <a:off x="7604829" y="3953214"/>
            <a:ext cx="138154" cy="638735"/>
          </a:xfrm>
          <a:custGeom>
            <a:avLst/>
            <a:gdLst>
              <a:gd name="csX0" fmla="*/ 53849 w 155669"/>
              <a:gd name="csY0" fmla="*/ 0 h 510988"/>
              <a:gd name="csX1" fmla="*/ 154702 w 155669"/>
              <a:gd name="csY1" fmla="*/ 100853 h 510988"/>
              <a:gd name="csX2" fmla="*/ 61 w 155669"/>
              <a:gd name="csY2" fmla="*/ 194982 h 510988"/>
              <a:gd name="csX3" fmla="*/ 134532 w 155669"/>
              <a:gd name="csY3" fmla="*/ 295835 h 510988"/>
              <a:gd name="csX4" fmla="*/ 6785 w 155669"/>
              <a:gd name="csY4" fmla="*/ 376517 h 510988"/>
              <a:gd name="csX5" fmla="*/ 94191 w 155669"/>
              <a:gd name="csY5" fmla="*/ 437029 h 510988"/>
              <a:gd name="csX6" fmla="*/ 100914 w 155669"/>
              <a:gd name="csY6" fmla="*/ 510988 h 510988"/>
              <a:gd name="csX0" fmla="*/ 53849 w 155669"/>
              <a:gd name="csY0" fmla="*/ 0 h 571500"/>
              <a:gd name="csX1" fmla="*/ 154702 w 155669"/>
              <a:gd name="csY1" fmla="*/ 100853 h 571500"/>
              <a:gd name="csX2" fmla="*/ 61 w 155669"/>
              <a:gd name="csY2" fmla="*/ 194982 h 571500"/>
              <a:gd name="csX3" fmla="*/ 134532 w 155669"/>
              <a:gd name="csY3" fmla="*/ 295835 h 571500"/>
              <a:gd name="csX4" fmla="*/ 6785 w 155669"/>
              <a:gd name="csY4" fmla="*/ 376517 h 571500"/>
              <a:gd name="csX5" fmla="*/ 94191 w 155669"/>
              <a:gd name="csY5" fmla="*/ 437029 h 571500"/>
              <a:gd name="csX6" fmla="*/ 94190 w 155669"/>
              <a:gd name="csY6" fmla="*/ 571500 h 571500"/>
              <a:gd name="csX0" fmla="*/ 53849 w 160079"/>
              <a:gd name="csY0" fmla="*/ 0 h 571500"/>
              <a:gd name="csX1" fmla="*/ 118147 w 160079"/>
              <a:gd name="csY1" fmla="*/ 53568 h 571500"/>
              <a:gd name="csX2" fmla="*/ 154702 w 160079"/>
              <a:gd name="csY2" fmla="*/ 100853 h 571500"/>
              <a:gd name="csX3" fmla="*/ 61 w 160079"/>
              <a:gd name="csY3" fmla="*/ 194982 h 571500"/>
              <a:gd name="csX4" fmla="*/ 134532 w 160079"/>
              <a:gd name="csY4" fmla="*/ 295835 h 571500"/>
              <a:gd name="csX5" fmla="*/ 6785 w 160079"/>
              <a:gd name="csY5" fmla="*/ 376517 h 571500"/>
              <a:gd name="csX6" fmla="*/ 94191 w 160079"/>
              <a:gd name="csY6" fmla="*/ 437029 h 571500"/>
              <a:gd name="csX7" fmla="*/ 94190 w 160079"/>
              <a:gd name="csY7" fmla="*/ 571500 h 571500"/>
              <a:gd name="csX0" fmla="*/ 94190 w 160079"/>
              <a:gd name="csY0" fmla="*/ 0 h 638735"/>
              <a:gd name="csX1" fmla="*/ 118147 w 160079"/>
              <a:gd name="csY1" fmla="*/ 120803 h 638735"/>
              <a:gd name="csX2" fmla="*/ 154702 w 160079"/>
              <a:gd name="csY2" fmla="*/ 168088 h 638735"/>
              <a:gd name="csX3" fmla="*/ 61 w 160079"/>
              <a:gd name="csY3" fmla="*/ 262217 h 638735"/>
              <a:gd name="csX4" fmla="*/ 134532 w 160079"/>
              <a:gd name="csY4" fmla="*/ 363070 h 638735"/>
              <a:gd name="csX5" fmla="*/ 6785 w 160079"/>
              <a:gd name="csY5" fmla="*/ 443752 h 638735"/>
              <a:gd name="csX6" fmla="*/ 94191 w 160079"/>
              <a:gd name="csY6" fmla="*/ 504264 h 638735"/>
              <a:gd name="csX7" fmla="*/ 94190 w 160079"/>
              <a:gd name="csY7" fmla="*/ 638735 h 638735"/>
              <a:gd name="csX0" fmla="*/ 94190 w 157639"/>
              <a:gd name="csY0" fmla="*/ 0 h 638735"/>
              <a:gd name="csX1" fmla="*/ 97976 w 157639"/>
              <a:gd name="csY1" fmla="*/ 120803 h 638735"/>
              <a:gd name="csX2" fmla="*/ 154702 w 157639"/>
              <a:gd name="csY2" fmla="*/ 168088 h 638735"/>
              <a:gd name="csX3" fmla="*/ 61 w 157639"/>
              <a:gd name="csY3" fmla="*/ 262217 h 638735"/>
              <a:gd name="csX4" fmla="*/ 134532 w 157639"/>
              <a:gd name="csY4" fmla="*/ 363070 h 638735"/>
              <a:gd name="csX5" fmla="*/ 6785 w 157639"/>
              <a:gd name="csY5" fmla="*/ 443752 h 638735"/>
              <a:gd name="csX6" fmla="*/ 94191 w 157639"/>
              <a:gd name="csY6" fmla="*/ 504264 h 638735"/>
              <a:gd name="csX7" fmla="*/ 94190 w 157639"/>
              <a:gd name="csY7" fmla="*/ 638735 h 638735"/>
              <a:gd name="csX0" fmla="*/ 94136 w 144846"/>
              <a:gd name="csY0" fmla="*/ 0 h 638735"/>
              <a:gd name="csX1" fmla="*/ 97922 w 144846"/>
              <a:gd name="csY1" fmla="*/ 120803 h 638735"/>
              <a:gd name="csX2" fmla="*/ 141201 w 144846"/>
              <a:gd name="csY2" fmla="*/ 208429 h 638735"/>
              <a:gd name="csX3" fmla="*/ 7 w 144846"/>
              <a:gd name="csY3" fmla="*/ 262217 h 638735"/>
              <a:gd name="csX4" fmla="*/ 134478 w 144846"/>
              <a:gd name="csY4" fmla="*/ 363070 h 638735"/>
              <a:gd name="csX5" fmla="*/ 6731 w 144846"/>
              <a:gd name="csY5" fmla="*/ 443752 h 638735"/>
              <a:gd name="csX6" fmla="*/ 94137 w 144846"/>
              <a:gd name="csY6" fmla="*/ 504264 h 638735"/>
              <a:gd name="csX7" fmla="*/ 94136 w 144846"/>
              <a:gd name="csY7" fmla="*/ 638735 h 638735"/>
              <a:gd name="csX0" fmla="*/ 87813 w 138154"/>
              <a:gd name="csY0" fmla="*/ 0 h 638735"/>
              <a:gd name="csX1" fmla="*/ 91599 w 138154"/>
              <a:gd name="csY1" fmla="*/ 120803 h 638735"/>
              <a:gd name="csX2" fmla="*/ 134878 w 138154"/>
              <a:gd name="csY2" fmla="*/ 208429 h 638735"/>
              <a:gd name="csX3" fmla="*/ 407 w 138154"/>
              <a:gd name="csY3" fmla="*/ 289111 h 638735"/>
              <a:gd name="csX4" fmla="*/ 128155 w 138154"/>
              <a:gd name="csY4" fmla="*/ 363070 h 638735"/>
              <a:gd name="csX5" fmla="*/ 408 w 138154"/>
              <a:gd name="csY5" fmla="*/ 443752 h 638735"/>
              <a:gd name="csX6" fmla="*/ 87814 w 138154"/>
              <a:gd name="csY6" fmla="*/ 504264 h 638735"/>
              <a:gd name="csX7" fmla="*/ 87813 w 138154"/>
              <a:gd name="csY7" fmla="*/ 638735 h 63873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38154" h="638735">
                <a:moveTo>
                  <a:pt x="87813" y="0"/>
                </a:moveTo>
                <a:cubicBezTo>
                  <a:pt x="98529" y="8928"/>
                  <a:pt x="74790" y="103994"/>
                  <a:pt x="91599" y="120803"/>
                </a:cubicBezTo>
                <a:cubicBezTo>
                  <a:pt x="108408" y="137612"/>
                  <a:pt x="150077" y="180378"/>
                  <a:pt x="134878" y="208429"/>
                </a:cubicBezTo>
                <a:cubicBezTo>
                  <a:pt x="119679" y="236480"/>
                  <a:pt x="1527" y="263338"/>
                  <a:pt x="407" y="289111"/>
                </a:cubicBezTo>
                <a:cubicBezTo>
                  <a:pt x="-713" y="314884"/>
                  <a:pt x="128155" y="337297"/>
                  <a:pt x="128155" y="363070"/>
                </a:cubicBezTo>
                <a:cubicBezTo>
                  <a:pt x="128155" y="388843"/>
                  <a:pt x="7131" y="420220"/>
                  <a:pt x="408" y="443752"/>
                </a:cubicBezTo>
                <a:cubicBezTo>
                  <a:pt x="-6315" y="467284"/>
                  <a:pt x="72126" y="481852"/>
                  <a:pt x="87814" y="504264"/>
                </a:cubicBezTo>
                <a:cubicBezTo>
                  <a:pt x="103502" y="526676"/>
                  <a:pt x="92295" y="612961"/>
                  <a:pt x="87813" y="638735"/>
                </a:cubicBezTo>
              </a:path>
            </a:pathLst>
          </a:custGeom>
          <a:noFill/>
          <a:ln w="25400">
            <a:solidFill>
              <a:schemeClr val="accent2"/>
            </a:solidFill>
            <a:headEnd type="stealth" w="lg" len="lg"/>
            <a:tailEnd type="stealth"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Shape 62">
            <a:extLst>
              <a:ext uri="{FF2B5EF4-FFF2-40B4-BE49-F238E27FC236}">
                <a16:creationId xmlns:a16="http://schemas.microsoft.com/office/drawing/2014/main" id="{28883EA2-2F4D-5B89-F4F7-2CAAB24A00A6}"/>
              </a:ext>
            </a:extLst>
          </p:cNvPr>
          <p:cNvSpPr/>
          <p:nvPr/>
        </p:nvSpPr>
        <p:spPr>
          <a:xfrm>
            <a:off x="7763953" y="3964413"/>
            <a:ext cx="138154" cy="638735"/>
          </a:xfrm>
          <a:custGeom>
            <a:avLst/>
            <a:gdLst>
              <a:gd name="csX0" fmla="*/ 53849 w 155669"/>
              <a:gd name="csY0" fmla="*/ 0 h 510988"/>
              <a:gd name="csX1" fmla="*/ 154702 w 155669"/>
              <a:gd name="csY1" fmla="*/ 100853 h 510988"/>
              <a:gd name="csX2" fmla="*/ 61 w 155669"/>
              <a:gd name="csY2" fmla="*/ 194982 h 510988"/>
              <a:gd name="csX3" fmla="*/ 134532 w 155669"/>
              <a:gd name="csY3" fmla="*/ 295835 h 510988"/>
              <a:gd name="csX4" fmla="*/ 6785 w 155669"/>
              <a:gd name="csY4" fmla="*/ 376517 h 510988"/>
              <a:gd name="csX5" fmla="*/ 94191 w 155669"/>
              <a:gd name="csY5" fmla="*/ 437029 h 510988"/>
              <a:gd name="csX6" fmla="*/ 100914 w 155669"/>
              <a:gd name="csY6" fmla="*/ 510988 h 510988"/>
              <a:gd name="csX0" fmla="*/ 53849 w 155669"/>
              <a:gd name="csY0" fmla="*/ 0 h 571500"/>
              <a:gd name="csX1" fmla="*/ 154702 w 155669"/>
              <a:gd name="csY1" fmla="*/ 100853 h 571500"/>
              <a:gd name="csX2" fmla="*/ 61 w 155669"/>
              <a:gd name="csY2" fmla="*/ 194982 h 571500"/>
              <a:gd name="csX3" fmla="*/ 134532 w 155669"/>
              <a:gd name="csY3" fmla="*/ 295835 h 571500"/>
              <a:gd name="csX4" fmla="*/ 6785 w 155669"/>
              <a:gd name="csY4" fmla="*/ 376517 h 571500"/>
              <a:gd name="csX5" fmla="*/ 94191 w 155669"/>
              <a:gd name="csY5" fmla="*/ 437029 h 571500"/>
              <a:gd name="csX6" fmla="*/ 94190 w 155669"/>
              <a:gd name="csY6" fmla="*/ 571500 h 571500"/>
              <a:gd name="csX0" fmla="*/ 53849 w 160079"/>
              <a:gd name="csY0" fmla="*/ 0 h 571500"/>
              <a:gd name="csX1" fmla="*/ 118147 w 160079"/>
              <a:gd name="csY1" fmla="*/ 53568 h 571500"/>
              <a:gd name="csX2" fmla="*/ 154702 w 160079"/>
              <a:gd name="csY2" fmla="*/ 100853 h 571500"/>
              <a:gd name="csX3" fmla="*/ 61 w 160079"/>
              <a:gd name="csY3" fmla="*/ 194982 h 571500"/>
              <a:gd name="csX4" fmla="*/ 134532 w 160079"/>
              <a:gd name="csY4" fmla="*/ 295835 h 571500"/>
              <a:gd name="csX5" fmla="*/ 6785 w 160079"/>
              <a:gd name="csY5" fmla="*/ 376517 h 571500"/>
              <a:gd name="csX6" fmla="*/ 94191 w 160079"/>
              <a:gd name="csY6" fmla="*/ 437029 h 571500"/>
              <a:gd name="csX7" fmla="*/ 94190 w 160079"/>
              <a:gd name="csY7" fmla="*/ 571500 h 571500"/>
              <a:gd name="csX0" fmla="*/ 94190 w 160079"/>
              <a:gd name="csY0" fmla="*/ 0 h 638735"/>
              <a:gd name="csX1" fmla="*/ 118147 w 160079"/>
              <a:gd name="csY1" fmla="*/ 120803 h 638735"/>
              <a:gd name="csX2" fmla="*/ 154702 w 160079"/>
              <a:gd name="csY2" fmla="*/ 168088 h 638735"/>
              <a:gd name="csX3" fmla="*/ 61 w 160079"/>
              <a:gd name="csY3" fmla="*/ 262217 h 638735"/>
              <a:gd name="csX4" fmla="*/ 134532 w 160079"/>
              <a:gd name="csY4" fmla="*/ 363070 h 638735"/>
              <a:gd name="csX5" fmla="*/ 6785 w 160079"/>
              <a:gd name="csY5" fmla="*/ 443752 h 638735"/>
              <a:gd name="csX6" fmla="*/ 94191 w 160079"/>
              <a:gd name="csY6" fmla="*/ 504264 h 638735"/>
              <a:gd name="csX7" fmla="*/ 94190 w 160079"/>
              <a:gd name="csY7" fmla="*/ 638735 h 638735"/>
              <a:gd name="csX0" fmla="*/ 94190 w 157639"/>
              <a:gd name="csY0" fmla="*/ 0 h 638735"/>
              <a:gd name="csX1" fmla="*/ 97976 w 157639"/>
              <a:gd name="csY1" fmla="*/ 120803 h 638735"/>
              <a:gd name="csX2" fmla="*/ 154702 w 157639"/>
              <a:gd name="csY2" fmla="*/ 168088 h 638735"/>
              <a:gd name="csX3" fmla="*/ 61 w 157639"/>
              <a:gd name="csY3" fmla="*/ 262217 h 638735"/>
              <a:gd name="csX4" fmla="*/ 134532 w 157639"/>
              <a:gd name="csY4" fmla="*/ 363070 h 638735"/>
              <a:gd name="csX5" fmla="*/ 6785 w 157639"/>
              <a:gd name="csY5" fmla="*/ 443752 h 638735"/>
              <a:gd name="csX6" fmla="*/ 94191 w 157639"/>
              <a:gd name="csY6" fmla="*/ 504264 h 638735"/>
              <a:gd name="csX7" fmla="*/ 94190 w 157639"/>
              <a:gd name="csY7" fmla="*/ 638735 h 638735"/>
              <a:gd name="csX0" fmla="*/ 94136 w 144846"/>
              <a:gd name="csY0" fmla="*/ 0 h 638735"/>
              <a:gd name="csX1" fmla="*/ 97922 w 144846"/>
              <a:gd name="csY1" fmla="*/ 120803 h 638735"/>
              <a:gd name="csX2" fmla="*/ 141201 w 144846"/>
              <a:gd name="csY2" fmla="*/ 208429 h 638735"/>
              <a:gd name="csX3" fmla="*/ 7 w 144846"/>
              <a:gd name="csY3" fmla="*/ 262217 h 638735"/>
              <a:gd name="csX4" fmla="*/ 134478 w 144846"/>
              <a:gd name="csY4" fmla="*/ 363070 h 638735"/>
              <a:gd name="csX5" fmla="*/ 6731 w 144846"/>
              <a:gd name="csY5" fmla="*/ 443752 h 638735"/>
              <a:gd name="csX6" fmla="*/ 94137 w 144846"/>
              <a:gd name="csY6" fmla="*/ 504264 h 638735"/>
              <a:gd name="csX7" fmla="*/ 94136 w 144846"/>
              <a:gd name="csY7" fmla="*/ 638735 h 638735"/>
              <a:gd name="csX0" fmla="*/ 87813 w 138154"/>
              <a:gd name="csY0" fmla="*/ 0 h 638735"/>
              <a:gd name="csX1" fmla="*/ 91599 w 138154"/>
              <a:gd name="csY1" fmla="*/ 120803 h 638735"/>
              <a:gd name="csX2" fmla="*/ 134878 w 138154"/>
              <a:gd name="csY2" fmla="*/ 208429 h 638735"/>
              <a:gd name="csX3" fmla="*/ 407 w 138154"/>
              <a:gd name="csY3" fmla="*/ 289111 h 638735"/>
              <a:gd name="csX4" fmla="*/ 128155 w 138154"/>
              <a:gd name="csY4" fmla="*/ 363070 h 638735"/>
              <a:gd name="csX5" fmla="*/ 408 w 138154"/>
              <a:gd name="csY5" fmla="*/ 443752 h 638735"/>
              <a:gd name="csX6" fmla="*/ 87814 w 138154"/>
              <a:gd name="csY6" fmla="*/ 504264 h 638735"/>
              <a:gd name="csX7" fmla="*/ 87813 w 138154"/>
              <a:gd name="csY7" fmla="*/ 638735 h 63873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38154" h="638735">
                <a:moveTo>
                  <a:pt x="87813" y="0"/>
                </a:moveTo>
                <a:cubicBezTo>
                  <a:pt x="98529" y="8928"/>
                  <a:pt x="74790" y="103994"/>
                  <a:pt x="91599" y="120803"/>
                </a:cubicBezTo>
                <a:cubicBezTo>
                  <a:pt x="108408" y="137612"/>
                  <a:pt x="150077" y="180378"/>
                  <a:pt x="134878" y="208429"/>
                </a:cubicBezTo>
                <a:cubicBezTo>
                  <a:pt x="119679" y="236480"/>
                  <a:pt x="1527" y="263338"/>
                  <a:pt x="407" y="289111"/>
                </a:cubicBezTo>
                <a:cubicBezTo>
                  <a:pt x="-713" y="314884"/>
                  <a:pt x="128155" y="337297"/>
                  <a:pt x="128155" y="363070"/>
                </a:cubicBezTo>
                <a:cubicBezTo>
                  <a:pt x="128155" y="388843"/>
                  <a:pt x="7131" y="420220"/>
                  <a:pt x="408" y="443752"/>
                </a:cubicBezTo>
                <a:cubicBezTo>
                  <a:pt x="-6315" y="467284"/>
                  <a:pt x="72126" y="481852"/>
                  <a:pt x="87814" y="504264"/>
                </a:cubicBezTo>
                <a:cubicBezTo>
                  <a:pt x="103502" y="526676"/>
                  <a:pt x="92295" y="612961"/>
                  <a:pt x="87813" y="638735"/>
                </a:cubicBezTo>
              </a:path>
            </a:pathLst>
          </a:custGeom>
          <a:noFill/>
          <a:ln w="25400">
            <a:solidFill>
              <a:schemeClr val="accent2"/>
            </a:solidFill>
            <a:headEnd type="stealth" w="lg" len="lg"/>
            <a:tailEnd type="stealth"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99049112"/>
      </p:ext>
    </p:extLst>
  </p:cSld>
  <p:clrMapOvr>
    <a:masterClrMapping/>
  </p:clrMapOvr>
  <mc:AlternateContent xmlns:mc="http://schemas.openxmlformats.org/markup-compatibility/2006" xmlns:p14="http://schemas.microsoft.com/office/powerpoint/2010/main">
    <mc:Choice Requires="p14">
      <p:transition spd="slow" p14:dur="2000" advTm="30350"/>
    </mc:Choice>
    <mc:Fallback xmlns="">
      <p:transition spd="slow" advTm="3035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5C356-4C58-267D-9C00-EBEA060514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2F7B0A-89E9-A3A6-D07E-FAB4C80645B6}"/>
              </a:ext>
            </a:extLst>
          </p:cNvPr>
          <p:cNvSpPr>
            <a:spLocks noGrp="1"/>
          </p:cNvSpPr>
          <p:nvPr>
            <p:ph type="title"/>
          </p:nvPr>
        </p:nvSpPr>
        <p:spPr>
          <a:xfrm>
            <a:off x="838200" y="94842"/>
            <a:ext cx="10515600" cy="1011151"/>
          </a:xfrm>
        </p:spPr>
        <p:txBody>
          <a:bodyPr/>
          <a:lstStyle/>
          <a:p>
            <a:pPr algn="ctr"/>
            <a:r>
              <a:rPr lang="en-US" dirty="0"/>
              <a:t>Atmospheric Boundary Condition (ABC) Utility</a:t>
            </a:r>
          </a:p>
        </p:txBody>
      </p:sp>
      <p:cxnSp>
        <p:nvCxnSpPr>
          <p:cNvPr id="22" name="Straight Connector 21">
            <a:extLst>
              <a:ext uri="{FF2B5EF4-FFF2-40B4-BE49-F238E27FC236}">
                <a16:creationId xmlns:a16="http://schemas.microsoft.com/office/drawing/2014/main" id="{E6E978CC-0FD2-A00B-5626-84A85BF04C63}"/>
              </a:ext>
            </a:extLst>
          </p:cNvPr>
          <p:cNvCxnSpPr>
            <a:cxnSpLocks/>
          </p:cNvCxnSpPr>
          <p:nvPr/>
        </p:nvCxnSpPr>
        <p:spPr>
          <a:xfrm flipH="1" flipV="1">
            <a:off x="241267" y="4049823"/>
            <a:ext cx="331682" cy="50845"/>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22A7EC38-367F-3C84-F17C-8E0BDBE70D9E}"/>
              </a:ext>
            </a:extLst>
          </p:cNvPr>
          <p:cNvCxnSpPr>
            <a:cxnSpLocks/>
          </p:cNvCxnSpPr>
          <p:nvPr/>
        </p:nvCxnSpPr>
        <p:spPr>
          <a:xfrm>
            <a:off x="792104" y="2411840"/>
            <a:ext cx="3629160" cy="414737"/>
          </a:xfrm>
          <a:prstGeom prst="line">
            <a:avLst/>
          </a:prstGeom>
        </p:spPr>
        <p:style>
          <a:lnRef idx="1">
            <a:schemeClr val="accent1"/>
          </a:lnRef>
          <a:fillRef idx="0">
            <a:schemeClr val="accent1"/>
          </a:fillRef>
          <a:effectRef idx="0">
            <a:schemeClr val="accent1"/>
          </a:effectRef>
          <a:fontRef idx="minor">
            <a:schemeClr val="tx1"/>
          </a:fontRef>
        </p:style>
      </p:cxnSp>
      <p:pic>
        <p:nvPicPr>
          <p:cNvPr id="29" name="Picture 28" descr="A group of trees&#10;&#10;Description automatically generated with low confidence">
            <a:extLst>
              <a:ext uri="{FF2B5EF4-FFF2-40B4-BE49-F238E27FC236}">
                <a16:creationId xmlns:a16="http://schemas.microsoft.com/office/drawing/2014/main" id="{BDB65612-2CBC-15DF-D52A-15033FFA382E}"/>
              </a:ext>
            </a:extLst>
          </p:cNvPr>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138" r="63816"/>
          <a:stretch/>
        </p:blipFill>
        <p:spPr>
          <a:xfrm flipH="1">
            <a:off x="1964052" y="1906648"/>
            <a:ext cx="560870" cy="1018366"/>
          </a:xfrm>
          <a:prstGeom prst="rect">
            <a:avLst/>
          </a:prstGeom>
        </p:spPr>
      </p:pic>
      <p:grpSp>
        <p:nvGrpSpPr>
          <p:cNvPr id="39" name="Group 38">
            <a:extLst>
              <a:ext uri="{FF2B5EF4-FFF2-40B4-BE49-F238E27FC236}">
                <a16:creationId xmlns:a16="http://schemas.microsoft.com/office/drawing/2014/main" id="{C23AF3CF-38A2-3547-ED47-757421355168}"/>
              </a:ext>
            </a:extLst>
          </p:cNvPr>
          <p:cNvGrpSpPr/>
          <p:nvPr/>
        </p:nvGrpSpPr>
        <p:grpSpPr>
          <a:xfrm>
            <a:off x="499381" y="2671927"/>
            <a:ext cx="3592630" cy="1914662"/>
            <a:chOff x="3826130" y="2505592"/>
            <a:chExt cx="4582260" cy="2384258"/>
          </a:xfrm>
        </p:grpSpPr>
        <p:sp>
          <p:nvSpPr>
            <p:cNvPr id="40" name="Freeform: Shape 39">
              <a:extLst>
                <a:ext uri="{FF2B5EF4-FFF2-40B4-BE49-F238E27FC236}">
                  <a16:creationId xmlns:a16="http://schemas.microsoft.com/office/drawing/2014/main" id="{96BDA751-1900-C8F2-7F38-B21B46782BF8}"/>
                </a:ext>
              </a:extLst>
            </p:cNvPr>
            <p:cNvSpPr/>
            <p:nvPr/>
          </p:nvSpPr>
          <p:spPr>
            <a:xfrm>
              <a:off x="3826130" y="2505592"/>
              <a:ext cx="4578889" cy="1957387"/>
            </a:xfrm>
            <a:custGeom>
              <a:avLst/>
              <a:gdLst>
                <a:gd name="connsiteX0" fmla="*/ 0 w 4164807"/>
                <a:gd name="connsiteY0" fmla="*/ 1690688 h 1933575"/>
                <a:gd name="connsiteX1" fmla="*/ 2886075 w 4164807"/>
                <a:gd name="connsiteY1" fmla="*/ 0 h 1933575"/>
                <a:gd name="connsiteX2" fmla="*/ 4164807 w 4164807"/>
                <a:gd name="connsiteY2" fmla="*/ 140494 h 1933575"/>
                <a:gd name="connsiteX3" fmla="*/ 1633538 w 4164807"/>
                <a:gd name="connsiteY3" fmla="*/ 1933575 h 1933575"/>
                <a:gd name="connsiteX4" fmla="*/ 0 w 4164807"/>
                <a:gd name="connsiteY4" fmla="*/ 1690688 h 1933575"/>
                <a:gd name="connsiteX0" fmla="*/ 0 w 4162511"/>
                <a:gd name="connsiteY0" fmla="*/ 1690688 h 1933575"/>
                <a:gd name="connsiteX1" fmla="*/ 2886075 w 4162511"/>
                <a:gd name="connsiteY1" fmla="*/ 0 h 1933575"/>
                <a:gd name="connsiteX2" fmla="*/ 4162511 w 4162511"/>
                <a:gd name="connsiteY2" fmla="*/ 142876 h 1933575"/>
                <a:gd name="connsiteX3" fmla="*/ 1633538 w 4162511"/>
                <a:gd name="connsiteY3" fmla="*/ 1933575 h 1933575"/>
                <a:gd name="connsiteX4" fmla="*/ 0 w 4162511"/>
                <a:gd name="connsiteY4" fmla="*/ 1690688 h 1933575"/>
                <a:gd name="connsiteX0" fmla="*/ 0 w 4162511"/>
                <a:gd name="connsiteY0" fmla="*/ 1690688 h 1947862"/>
                <a:gd name="connsiteX1" fmla="*/ 2886075 w 4162511"/>
                <a:gd name="connsiteY1" fmla="*/ 0 h 1947862"/>
                <a:gd name="connsiteX2" fmla="*/ 4162511 w 4162511"/>
                <a:gd name="connsiteY2" fmla="*/ 142876 h 1947862"/>
                <a:gd name="connsiteX3" fmla="*/ 1775918 w 4162511"/>
                <a:gd name="connsiteY3" fmla="*/ 1947862 h 1947862"/>
                <a:gd name="connsiteX4" fmla="*/ 0 w 4162511"/>
                <a:gd name="connsiteY4" fmla="*/ 1690688 h 1947862"/>
                <a:gd name="connsiteX0" fmla="*/ 0 w 4162511"/>
                <a:gd name="connsiteY0" fmla="*/ 1690688 h 1966912"/>
                <a:gd name="connsiteX1" fmla="*/ 2886075 w 4162511"/>
                <a:gd name="connsiteY1" fmla="*/ 0 h 1966912"/>
                <a:gd name="connsiteX2" fmla="*/ 4162511 w 4162511"/>
                <a:gd name="connsiteY2" fmla="*/ 142876 h 1966912"/>
                <a:gd name="connsiteX3" fmla="*/ 1803475 w 4162511"/>
                <a:gd name="connsiteY3" fmla="*/ 1966912 h 1966912"/>
                <a:gd name="connsiteX4" fmla="*/ 0 w 4162511"/>
                <a:gd name="connsiteY4" fmla="*/ 1690688 h 1966912"/>
                <a:gd name="connsiteX0" fmla="*/ 0 w 4162511"/>
                <a:gd name="connsiteY0" fmla="*/ 1690688 h 1962149"/>
                <a:gd name="connsiteX1" fmla="*/ 2886075 w 4162511"/>
                <a:gd name="connsiteY1" fmla="*/ 0 h 1962149"/>
                <a:gd name="connsiteX2" fmla="*/ 4162511 w 4162511"/>
                <a:gd name="connsiteY2" fmla="*/ 142876 h 1962149"/>
                <a:gd name="connsiteX3" fmla="*/ 1794290 w 4162511"/>
                <a:gd name="connsiteY3" fmla="*/ 1962149 h 1962149"/>
                <a:gd name="connsiteX4" fmla="*/ 0 w 4162511"/>
                <a:gd name="connsiteY4" fmla="*/ 1690688 h 1962149"/>
                <a:gd name="connsiteX0" fmla="*/ 0 w 4162511"/>
                <a:gd name="connsiteY0" fmla="*/ 1690688 h 1957387"/>
                <a:gd name="connsiteX1" fmla="*/ 2886075 w 4162511"/>
                <a:gd name="connsiteY1" fmla="*/ 0 h 1957387"/>
                <a:gd name="connsiteX2" fmla="*/ 4162511 w 4162511"/>
                <a:gd name="connsiteY2" fmla="*/ 142876 h 1957387"/>
                <a:gd name="connsiteX3" fmla="*/ 1922008 w 4162511"/>
                <a:gd name="connsiteY3" fmla="*/ 1957387 h 1957387"/>
                <a:gd name="connsiteX4" fmla="*/ 0 w 4162511"/>
                <a:gd name="connsiteY4" fmla="*/ 1690688 h 19573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62511" h="1957387">
                  <a:moveTo>
                    <a:pt x="0" y="1690688"/>
                  </a:moveTo>
                  <a:lnTo>
                    <a:pt x="2886075" y="0"/>
                  </a:lnTo>
                  <a:lnTo>
                    <a:pt x="4162511" y="142876"/>
                  </a:lnTo>
                  <a:lnTo>
                    <a:pt x="1922008" y="1957387"/>
                  </a:lnTo>
                  <a:lnTo>
                    <a:pt x="0" y="1690688"/>
                  </a:ln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41" name="Freeform: Shape 40">
              <a:extLst>
                <a:ext uri="{FF2B5EF4-FFF2-40B4-BE49-F238E27FC236}">
                  <a16:creationId xmlns:a16="http://schemas.microsoft.com/office/drawing/2014/main" id="{B3ED8446-E4BE-70EB-0988-0ECE9836CBEC}"/>
                </a:ext>
              </a:extLst>
            </p:cNvPr>
            <p:cNvSpPr/>
            <p:nvPr/>
          </p:nvSpPr>
          <p:spPr>
            <a:xfrm>
              <a:off x="7005005" y="2507200"/>
              <a:ext cx="1403385" cy="403482"/>
            </a:xfrm>
            <a:custGeom>
              <a:avLst/>
              <a:gdLst>
                <a:gd name="connsiteX0" fmla="*/ 0 w 1645444"/>
                <a:gd name="connsiteY0" fmla="*/ 0 h 688181"/>
                <a:gd name="connsiteX1" fmla="*/ 235744 w 1645444"/>
                <a:gd name="connsiteY1" fmla="*/ 569118 h 688181"/>
                <a:gd name="connsiteX2" fmla="*/ 1059656 w 1645444"/>
                <a:gd name="connsiteY2" fmla="*/ 688181 h 688181"/>
                <a:gd name="connsiteX3" fmla="*/ 1645444 w 1645444"/>
                <a:gd name="connsiteY3" fmla="*/ 242887 h 688181"/>
                <a:gd name="connsiteX4" fmla="*/ 0 w 1645444"/>
                <a:gd name="connsiteY4" fmla="*/ 0 h 688181"/>
                <a:gd name="connsiteX0" fmla="*/ 0 w 1645444"/>
                <a:gd name="connsiteY0" fmla="*/ 0 h 692943"/>
                <a:gd name="connsiteX1" fmla="*/ 235744 w 1645444"/>
                <a:gd name="connsiteY1" fmla="*/ 569118 h 692943"/>
                <a:gd name="connsiteX2" fmla="*/ 1071562 w 1645444"/>
                <a:gd name="connsiteY2" fmla="*/ 692943 h 692943"/>
                <a:gd name="connsiteX3" fmla="*/ 1645444 w 1645444"/>
                <a:gd name="connsiteY3" fmla="*/ 242887 h 692943"/>
                <a:gd name="connsiteX4" fmla="*/ 0 w 1645444"/>
                <a:gd name="connsiteY4" fmla="*/ 0 h 692943"/>
                <a:gd name="connsiteX0" fmla="*/ 0 w 1740726"/>
                <a:gd name="connsiteY0" fmla="*/ 0 h 692943"/>
                <a:gd name="connsiteX1" fmla="*/ 235744 w 1740726"/>
                <a:gd name="connsiteY1" fmla="*/ 569118 h 692943"/>
                <a:gd name="connsiteX2" fmla="*/ 1071562 w 1740726"/>
                <a:gd name="connsiteY2" fmla="*/ 692943 h 692943"/>
                <a:gd name="connsiteX3" fmla="*/ 1740726 w 1740726"/>
                <a:gd name="connsiteY3" fmla="*/ 250972 h 692943"/>
                <a:gd name="connsiteX4" fmla="*/ 0 w 1740726"/>
                <a:gd name="connsiteY4" fmla="*/ 0 h 692943"/>
                <a:gd name="connsiteX0" fmla="*/ 0 w 1703843"/>
                <a:gd name="connsiteY0" fmla="*/ 0 h 676776"/>
                <a:gd name="connsiteX1" fmla="*/ 198861 w 1703843"/>
                <a:gd name="connsiteY1" fmla="*/ 552951 h 676776"/>
                <a:gd name="connsiteX2" fmla="*/ 1034679 w 1703843"/>
                <a:gd name="connsiteY2" fmla="*/ 676776 h 676776"/>
                <a:gd name="connsiteX3" fmla="*/ 1703843 w 1703843"/>
                <a:gd name="connsiteY3" fmla="*/ 234805 h 676776"/>
                <a:gd name="connsiteX4" fmla="*/ 0 w 1703843"/>
                <a:gd name="connsiteY4" fmla="*/ 0 h 676776"/>
                <a:gd name="connsiteX0" fmla="*/ 0 w 1694622"/>
                <a:gd name="connsiteY0" fmla="*/ 0 h 692944"/>
                <a:gd name="connsiteX1" fmla="*/ 189640 w 1694622"/>
                <a:gd name="connsiteY1" fmla="*/ 569119 h 692944"/>
                <a:gd name="connsiteX2" fmla="*/ 1025458 w 1694622"/>
                <a:gd name="connsiteY2" fmla="*/ 692944 h 692944"/>
                <a:gd name="connsiteX3" fmla="*/ 1694622 w 1694622"/>
                <a:gd name="connsiteY3" fmla="*/ 250973 h 692944"/>
                <a:gd name="connsiteX4" fmla="*/ 0 w 1694622"/>
                <a:gd name="connsiteY4" fmla="*/ 0 h 692944"/>
                <a:gd name="connsiteX0" fmla="*/ 0 w 1811418"/>
                <a:gd name="connsiteY0" fmla="*/ 0 h 684861"/>
                <a:gd name="connsiteX1" fmla="*/ 306436 w 1811418"/>
                <a:gd name="connsiteY1" fmla="*/ 561036 h 684861"/>
                <a:gd name="connsiteX2" fmla="*/ 1142254 w 1811418"/>
                <a:gd name="connsiteY2" fmla="*/ 684861 h 684861"/>
                <a:gd name="connsiteX3" fmla="*/ 1811418 w 1811418"/>
                <a:gd name="connsiteY3" fmla="*/ 242890 h 684861"/>
                <a:gd name="connsiteX4" fmla="*/ 0 w 1811418"/>
                <a:gd name="connsiteY4" fmla="*/ 0 h 6848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1418" h="684861">
                  <a:moveTo>
                    <a:pt x="0" y="0"/>
                  </a:moveTo>
                  <a:lnTo>
                    <a:pt x="306436" y="561036"/>
                  </a:lnTo>
                  <a:lnTo>
                    <a:pt x="1142254" y="684861"/>
                  </a:lnTo>
                  <a:lnTo>
                    <a:pt x="1811418" y="242890"/>
                  </a:lnTo>
                  <a:lnTo>
                    <a:pt x="0" y="0"/>
                  </a:ln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cxnSp>
          <p:nvCxnSpPr>
            <p:cNvPr id="45" name="Straight Connector 44">
              <a:extLst>
                <a:ext uri="{FF2B5EF4-FFF2-40B4-BE49-F238E27FC236}">
                  <a16:creationId xmlns:a16="http://schemas.microsoft.com/office/drawing/2014/main" id="{13D4FC86-2B96-B758-A266-F8D6F79DE97E}"/>
                </a:ext>
              </a:extLst>
            </p:cNvPr>
            <p:cNvCxnSpPr>
              <a:cxnSpLocks/>
              <a:stCxn id="47" idx="1"/>
              <a:endCxn id="41" idx="1"/>
            </p:cNvCxnSpPr>
            <p:nvPr/>
          </p:nvCxnSpPr>
          <p:spPr>
            <a:xfrm flipV="1">
              <a:off x="4343744" y="2837731"/>
              <a:ext cx="2898670" cy="1928294"/>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4B9345F6-EFCD-66DE-373A-390F8238507C}"/>
                </a:ext>
              </a:extLst>
            </p:cNvPr>
            <p:cNvCxnSpPr>
              <a:cxnSpLocks/>
              <a:stCxn id="47" idx="2"/>
              <a:endCxn id="41" idx="2"/>
            </p:cNvCxnSpPr>
            <p:nvPr/>
          </p:nvCxnSpPr>
          <p:spPr>
            <a:xfrm flipV="1">
              <a:off x="5276305" y="2910682"/>
              <a:ext cx="2613654" cy="1979168"/>
            </a:xfrm>
            <a:prstGeom prst="line">
              <a:avLst/>
            </a:prstGeom>
          </p:spPr>
          <p:style>
            <a:lnRef idx="1">
              <a:schemeClr val="accent1"/>
            </a:lnRef>
            <a:fillRef idx="0">
              <a:schemeClr val="accent1"/>
            </a:fillRef>
            <a:effectRef idx="0">
              <a:schemeClr val="accent1"/>
            </a:effectRef>
            <a:fontRef idx="minor">
              <a:schemeClr val="tx1"/>
            </a:fontRef>
          </p:style>
        </p:cxnSp>
        <p:sp>
          <p:nvSpPr>
            <p:cNvPr id="47" name="Freeform: Shape 46">
              <a:extLst>
                <a:ext uri="{FF2B5EF4-FFF2-40B4-BE49-F238E27FC236}">
                  <a16:creationId xmlns:a16="http://schemas.microsoft.com/office/drawing/2014/main" id="{4484FB12-C483-6A2B-323A-0C3DF59389A7}"/>
                </a:ext>
              </a:extLst>
            </p:cNvPr>
            <p:cNvSpPr/>
            <p:nvPr/>
          </p:nvSpPr>
          <p:spPr>
            <a:xfrm>
              <a:off x="3830682" y="4196907"/>
              <a:ext cx="2114505" cy="692943"/>
            </a:xfrm>
            <a:custGeom>
              <a:avLst/>
              <a:gdLst>
                <a:gd name="connsiteX0" fmla="*/ 0 w 1645444"/>
                <a:gd name="connsiteY0" fmla="*/ 0 h 688181"/>
                <a:gd name="connsiteX1" fmla="*/ 235744 w 1645444"/>
                <a:gd name="connsiteY1" fmla="*/ 569118 h 688181"/>
                <a:gd name="connsiteX2" fmla="*/ 1059656 w 1645444"/>
                <a:gd name="connsiteY2" fmla="*/ 688181 h 688181"/>
                <a:gd name="connsiteX3" fmla="*/ 1645444 w 1645444"/>
                <a:gd name="connsiteY3" fmla="*/ 242887 h 688181"/>
                <a:gd name="connsiteX4" fmla="*/ 0 w 1645444"/>
                <a:gd name="connsiteY4" fmla="*/ 0 h 688181"/>
                <a:gd name="connsiteX0" fmla="*/ 0 w 1645444"/>
                <a:gd name="connsiteY0" fmla="*/ 0 h 692943"/>
                <a:gd name="connsiteX1" fmla="*/ 235744 w 1645444"/>
                <a:gd name="connsiteY1" fmla="*/ 569118 h 692943"/>
                <a:gd name="connsiteX2" fmla="*/ 1071562 w 1645444"/>
                <a:gd name="connsiteY2" fmla="*/ 692943 h 692943"/>
                <a:gd name="connsiteX3" fmla="*/ 1645444 w 1645444"/>
                <a:gd name="connsiteY3" fmla="*/ 242887 h 692943"/>
                <a:gd name="connsiteX4" fmla="*/ 0 w 1645444"/>
                <a:gd name="connsiteY4" fmla="*/ 0 h 692943"/>
                <a:gd name="connsiteX0" fmla="*/ 0 w 1671055"/>
                <a:gd name="connsiteY0" fmla="*/ 0 h 692943"/>
                <a:gd name="connsiteX1" fmla="*/ 235744 w 1671055"/>
                <a:gd name="connsiteY1" fmla="*/ 569118 h 692943"/>
                <a:gd name="connsiteX2" fmla="*/ 1071562 w 1671055"/>
                <a:gd name="connsiteY2" fmla="*/ 692943 h 692943"/>
                <a:gd name="connsiteX3" fmla="*/ 1671055 w 1671055"/>
                <a:gd name="connsiteY3" fmla="*/ 266700 h 692943"/>
                <a:gd name="connsiteX4" fmla="*/ 0 w 1671055"/>
                <a:gd name="connsiteY4" fmla="*/ 0 h 692943"/>
                <a:gd name="connsiteX0" fmla="*/ 0 w 1895148"/>
                <a:gd name="connsiteY0" fmla="*/ 0 h 692943"/>
                <a:gd name="connsiteX1" fmla="*/ 459837 w 1895148"/>
                <a:gd name="connsiteY1" fmla="*/ 569118 h 692943"/>
                <a:gd name="connsiteX2" fmla="*/ 1295655 w 1895148"/>
                <a:gd name="connsiteY2" fmla="*/ 692943 h 692943"/>
                <a:gd name="connsiteX3" fmla="*/ 1895148 w 1895148"/>
                <a:gd name="connsiteY3" fmla="*/ 266700 h 692943"/>
                <a:gd name="connsiteX4" fmla="*/ 0 w 1895148"/>
                <a:gd name="connsiteY4" fmla="*/ 0 h 692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5148" h="692943">
                  <a:moveTo>
                    <a:pt x="0" y="0"/>
                  </a:moveTo>
                  <a:lnTo>
                    <a:pt x="459837" y="569118"/>
                  </a:lnTo>
                  <a:lnTo>
                    <a:pt x="1295655" y="692943"/>
                  </a:lnTo>
                  <a:lnTo>
                    <a:pt x="1895148" y="266700"/>
                  </a:lnTo>
                  <a:lnTo>
                    <a:pt x="0" y="0"/>
                  </a:ln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cxnSp>
        <p:nvCxnSpPr>
          <p:cNvPr id="48" name="Straight Arrow Connector 47">
            <a:extLst>
              <a:ext uri="{FF2B5EF4-FFF2-40B4-BE49-F238E27FC236}">
                <a16:creationId xmlns:a16="http://schemas.microsoft.com/office/drawing/2014/main" id="{F861B1B0-A697-F7B7-990E-EAD197B3918B}"/>
              </a:ext>
            </a:extLst>
          </p:cNvPr>
          <p:cNvCxnSpPr>
            <a:cxnSpLocks/>
          </p:cNvCxnSpPr>
          <p:nvPr/>
        </p:nvCxnSpPr>
        <p:spPr>
          <a:xfrm flipH="1">
            <a:off x="841609" y="4339971"/>
            <a:ext cx="512795" cy="362052"/>
          </a:xfrm>
          <a:prstGeom prst="straightConnector1">
            <a:avLst/>
          </a:prstGeom>
          <a:ln w="25400">
            <a:solidFill>
              <a:schemeClr val="accent1">
                <a:alpha val="39000"/>
              </a:schemeClr>
            </a:solidFill>
            <a:tailEnd type="stealth" w="lg" len="lg"/>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18FB402B-60B4-4FD3-04DD-99DC9EB16112}"/>
              </a:ext>
            </a:extLst>
          </p:cNvPr>
          <p:cNvSpPr txBox="1"/>
          <p:nvPr/>
        </p:nvSpPr>
        <p:spPr>
          <a:xfrm flipH="1">
            <a:off x="462096" y="4630325"/>
            <a:ext cx="412135" cy="369332"/>
          </a:xfrm>
          <a:prstGeom prst="rect">
            <a:avLst/>
          </a:prstGeom>
          <a:noFill/>
        </p:spPr>
        <p:txBody>
          <a:bodyPr wrap="square" rtlCol="0">
            <a:spAutoFit/>
          </a:bodyPr>
          <a:lstStyle/>
          <a:p>
            <a:r>
              <a:rPr lang="en-US" sz="18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⑥</a:t>
            </a:r>
            <a:endParaRPr lang="en-US" sz="1800" dirty="0">
              <a:solidFill>
                <a:schemeClr val="bg1">
                  <a:lumMod val="75000"/>
                </a:schemeClr>
              </a:solidFill>
              <a:latin typeface="Univers 57 Condensed" pitchFamily="50" charset="0"/>
            </a:endParaRPr>
          </a:p>
        </p:txBody>
      </p:sp>
      <p:sp>
        <p:nvSpPr>
          <p:cNvPr id="50" name="Freeform: Shape 49">
            <a:extLst>
              <a:ext uri="{FF2B5EF4-FFF2-40B4-BE49-F238E27FC236}">
                <a16:creationId xmlns:a16="http://schemas.microsoft.com/office/drawing/2014/main" id="{5E32137B-645A-ACF3-2FB2-27DD82EF46EA}"/>
              </a:ext>
            </a:extLst>
          </p:cNvPr>
          <p:cNvSpPr/>
          <p:nvPr/>
        </p:nvSpPr>
        <p:spPr>
          <a:xfrm flipH="1">
            <a:off x="3037728" y="2734922"/>
            <a:ext cx="928266" cy="107086"/>
          </a:xfrm>
          <a:custGeom>
            <a:avLst/>
            <a:gdLst>
              <a:gd name="connsiteX0" fmla="*/ 0 w 1183967"/>
              <a:gd name="connsiteY0" fmla="*/ 128587 h 133350"/>
              <a:gd name="connsiteX1" fmla="*/ 40481 w 1183967"/>
              <a:gd name="connsiteY1" fmla="*/ 133350 h 133350"/>
              <a:gd name="connsiteX2" fmla="*/ 109537 w 1183967"/>
              <a:gd name="connsiteY2" fmla="*/ 128587 h 133350"/>
              <a:gd name="connsiteX3" fmla="*/ 157162 w 1183967"/>
              <a:gd name="connsiteY3" fmla="*/ 121443 h 133350"/>
              <a:gd name="connsiteX4" fmla="*/ 185737 w 1183967"/>
              <a:gd name="connsiteY4" fmla="*/ 116681 h 133350"/>
              <a:gd name="connsiteX5" fmla="*/ 195262 w 1183967"/>
              <a:gd name="connsiteY5" fmla="*/ 111918 h 133350"/>
              <a:gd name="connsiteX6" fmla="*/ 219075 w 1183967"/>
              <a:gd name="connsiteY6" fmla="*/ 104775 h 133350"/>
              <a:gd name="connsiteX7" fmla="*/ 273844 w 1183967"/>
              <a:gd name="connsiteY7" fmla="*/ 107156 h 133350"/>
              <a:gd name="connsiteX8" fmla="*/ 283369 w 1183967"/>
              <a:gd name="connsiteY8" fmla="*/ 109537 h 133350"/>
              <a:gd name="connsiteX9" fmla="*/ 369094 w 1183967"/>
              <a:gd name="connsiteY9" fmla="*/ 107156 h 133350"/>
              <a:gd name="connsiteX10" fmla="*/ 383381 w 1183967"/>
              <a:gd name="connsiteY10" fmla="*/ 104775 h 133350"/>
              <a:gd name="connsiteX11" fmla="*/ 426244 w 1183967"/>
              <a:gd name="connsiteY11" fmla="*/ 100012 h 133350"/>
              <a:gd name="connsiteX12" fmla="*/ 542925 w 1183967"/>
              <a:gd name="connsiteY12" fmla="*/ 92868 h 133350"/>
              <a:gd name="connsiteX13" fmla="*/ 554831 w 1183967"/>
              <a:gd name="connsiteY13" fmla="*/ 90487 h 133350"/>
              <a:gd name="connsiteX14" fmla="*/ 590550 w 1183967"/>
              <a:gd name="connsiteY14" fmla="*/ 85725 h 133350"/>
              <a:gd name="connsiteX15" fmla="*/ 633412 w 1183967"/>
              <a:gd name="connsiteY15" fmla="*/ 78581 h 133350"/>
              <a:gd name="connsiteX16" fmla="*/ 661987 w 1183967"/>
              <a:gd name="connsiteY16" fmla="*/ 71437 h 133350"/>
              <a:gd name="connsiteX17" fmla="*/ 676275 w 1183967"/>
              <a:gd name="connsiteY17" fmla="*/ 69056 h 133350"/>
              <a:gd name="connsiteX18" fmla="*/ 695325 w 1183967"/>
              <a:gd name="connsiteY18" fmla="*/ 64293 h 133350"/>
              <a:gd name="connsiteX19" fmla="*/ 778669 w 1183967"/>
              <a:gd name="connsiteY19" fmla="*/ 61912 h 133350"/>
              <a:gd name="connsiteX20" fmla="*/ 809625 w 1183967"/>
              <a:gd name="connsiteY20" fmla="*/ 54768 h 133350"/>
              <a:gd name="connsiteX21" fmla="*/ 840581 w 1183967"/>
              <a:gd name="connsiteY21" fmla="*/ 50006 h 133350"/>
              <a:gd name="connsiteX22" fmla="*/ 931069 w 1183967"/>
              <a:gd name="connsiteY22" fmla="*/ 47625 h 133350"/>
              <a:gd name="connsiteX23" fmla="*/ 957262 w 1183967"/>
              <a:gd name="connsiteY23" fmla="*/ 45243 h 133350"/>
              <a:gd name="connsiteX24" fmla="*/ 964406 w 1183967"/>
              <a:gd name="connsiteY24" fmla="*/ 42862 h 133350"/>
              <a:gd name="connsiteX25" fmla="*/ 981075 w 1183967"/>
              <a:gd name="connsiteY25" fmla="*/ 40481 h 133350"/>
              <a:gd name="connsiteX26" fmla="*/ 995362 w 1183967"/>
              <a:gd name="connsiteY26" fmla="*/ 38100 h 133350"/>
              <a:gd name="connsiteX27" fmla="*/ 1028700 w 1183967"/>
              <a:gd name="connsiteY27" fmla="*/ 33337 h 133350"/>
              <a:gd name="connsiteX28" fmla="*/ 1062037 w 1183967"/>
              <a:gd name="connsiteY28" fmla="*/ 26193 h 133350"/>
              <a:gd name="connsiteX29" fmla="*/ 1081087 w 1183967"/>
              <a:gd name="connsiteY29" fmla="*/ 21431 h 133350"/>
              <a:gd name="connsiteX30" fmla="*/ 1088231 w 1183967"/>
              <a:gd name="connsiteY30" fmla="*/ 19050 h 133350"/>
              <a:gd name="connsiteX31" fmla="*/ 1126331 w 1183967"/>
              <a:gd name="connsiteY31" fmla="*/ 14287 h 133350"/>
              <a:gd name="connsiteX32" fmla="*/ 1147762 w 1183967"/>
              <a:gd name="connsiteY32" fmla="*/ 9525 h 133350"/>
              <a:gd name="connsiteX33" fmla="*/ 1154906 w 1183967"/>
              <a:gd name="connsiteY33" fmla="*/ 7143 h 133350"/>
              <a:gd name="connsiteX34" fmla="*/ 1183481 w 1183967"/>
              <a:gd name="connsiteY34" fmla="*/ 4762 h 133350"/>
              <a:gd name="connsiteX35" fmla="*/ 1181100 w 1183967"/>
              <a:gd name="connsiteY35" fmla="*/ 0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183967" h="133350">
                <a:moveTo>
                  <a:pt x="0" y="128587"/>
                </a:moveTo>
                <a:cubicBezTo>
                  <a:pt x="15523" y="131691"/>
                  <a:pt x="21465" y="133350"/>
                  <a:pt x="40481" y="133350"/>
                </a:cubicBezTo>
                <a:cubicBezTo>
                  <a:pt x="55178" y="133350"/>
                  <a:pt x="92470" y="130009"/>
                  <a:pt x="109537" y="128587"/>
                </a:cubicBezTo>
                <a:cubicBezTo>
                  <a:pt x="136762" y="121782"/>
                  <a:pt x="95154" y="131777"/>
                  <a:pt x="157162" y="121443"/>
                </a:cubicBezTo>
                <a:lnTo>
                  <a:pt x="185737" y="116681"/>
                </a:lnTo>
                <a:cubicBezTo>
                  <a:pt x="188912" y="115093"/>
                  <a:pt x="191862" y="112938"/>
                  <a:pt x="195262" y="111918"/>
                </a:cubicBezTo>
                <a:cubicBezTo>
                  <a:pt x="224917" y="103021"/>
                  <a:pt x="196508" y="116057"/>
                  <a:pt x="219075" y="104775"/>
                </a:cubicBezTo>
                <a:cubicBezTo>
                  <a:pt x="237331" y="105569"/>
                  <a:pt x="255620" y="105806"/>
                  <a:pt x="273844" y="107156"/>
                </a:cubicBezTo>
                <a:cubicBezTo>
                  <a:pt x="277108" y="107398"/>
                  <a:pt x="280096" y="109537"/>
                  <a:pt x="283369" y="109537"/>
                </a:cubicBezTo>
                <a:cubicBezTo>
                  <a:pt x="311955" y="109537"/>
                  <a:pt x="340519" y="107950"/>
                  <a:pt x="369094" y="107156"/>
                </a:cubicBezTo>
                <a:cubicBezTo>
                  <a:pt x="373856" y="106362"/>
                  <a:pt x="378586" y="105339"/>
                  <a:pt x="383381" y="104775"/>
                </a:cubicBezTo>
                <a:cubicBezTo>
                  <a:pt x="448897" y="97066"/>
                  <a:pt x="379301" y="106717"/>
                  <a:pt x="426244" y="100012"/>
                </a:cubicBezTo>
                <a:cubicBezTo>
                  <a:pt x="464020" y="74828"/>
                  <a:pt x="427396" y="97399"/>
                  <a:pt x="542925" y="92868"/>
                </a:cubicBezTo>
                <a:cubicBezTo>
                  <a:pt x="546969" y="92709"/>
                  <a:pt x="550839" y="91152"/>
                  <a:pt x="554831" y="90487"/>
                </a:cubicBezTo>
                <a:cubicBezTo>
                  <a:pt x="564689" y="88844"/>
                  <a:pt x="580920" y="86929"/>
                  <a:pt x="590550" y="85725"/>
                </a:cubicBezTo>
                <a:cubicBezTo>
                  <a:pt x="647192" y="71563"/>
                  <a:pt x="566706" y="90710"/>
                  <a:pt x="633412" y="78581"/>
                </a:cubicBezTo>
                <a:cubicBezTo>
                  <a:pt x="643072" y="76825"/>
                  <a:pt x="652403" y="73567"/>
                  <a:pt x="661987" y="71437"/>
                </a:cubicBezTo>
                <a:cubicBezTo>
                  <a:pt x="666700" y="70390"/>
                  <a:pt x="671562" y="70103"/>
                  <a:pt x="676275" y="69056"/>
                </a:cubicBezTo>
                <a:cubicBezTo>
                  <a:pt x="686580" y="66766"/>
                  <a:pt x="682052" y="64957"/>
                  <a:pt x="695325" y="64293"/>
                </a:cubicBezTo>
                <a:cubicBezTo>
                  <a:pt x="723083" y="62905"/>
                  <a:pt x="750888" y="62706"/>
                  <a:pt x="778669" y="61912"/>
                </a:cubicBezTo>
                <a:cubicBezTo>
                  <a:pt x="793232" y="52204"/>
                  <a:pt x="780784" y="58889"/>
                  <a:pt x="809625" y="54768"/>
                </a:cubicBezTo>
                <a:cubicBezTo>
                  <a:pt x="836057" y="50992"/>
                  <a:pt x="794081" y="51985"/>
                  <a:pt x="840581" y="50006"/>
                </a:cubicBezTo>
                <a:cubicBezTo>
                  <a:pt x="870727" y="48723"/>
                  <a:pt x="900906" y="48419"/>
                  <a:pt x="931069" y="47625"/>
                </a:cubicBezTo>
                <a:cubicBezTo>
                  <a:pt x="939800" y="46831"/>
                  <a:pt x="948583" y="46483"/>
                  <a:pt x="957262" y="45243"/>
                </a:cubicBezTo>
                <a:cubicBezTo>
                  <a:pt x="959747" y="44888"/>
                  <a:pt x="961945" y="43354"/>
                  <a:pt x="964406" y="42862"/>
                </a:cubicBezTo>
                <a:cubicBezTo>
                  <a:pt x="969910" y="41761"/>
                  <a:pt x="975528" y="41334"/>
                  <a:pt x="981075" y="40481"/>
                </a:cubicBezTo>
                <a:cubicBezTo>
                  <a:pt x="985847" y="39747"/>
                  <a:pt x="990587" y="38816"/>
                  <a:pt x="995362" y="38100"/>
                </a:cubicBezTo>
                <a:lnTo>
                  <a:pt x="1028700" y="33337"/>
                </a:lnTo>
                <a:cubicBezTo>
                  <a:pt x="1057134" y="23860"/>
                  <a:pt x="1027710" y="32630"/>
                  <a:pt x="1062037" y="26193"/>
                </a:cubicBezTo>
                <a:cubicBezTo>
                  <a:pt x="1068470" y="24987"/>
                  <a:pt x="1074772" y="23153"/>
                  <a:pt x="1081087" y="21431"/>
                </a:cubicBezTo>
                <a:cubicBezTo>
                  <a:pt x="1083509" y="20771"/>
                  <a:pt x="1085770" y="19542"/>
                  <a:pt x="1088231" y="19050"/>
                </a:cubicBezTo>
                <a:cubicBezTo>
                  <a:pt x="1096737" y="17349"/>
                  <a:pt x="1118887" y="15114"/>
                  <a:pt x="1126331" y="14287"/>
                </a:cubicBezTo>
                <a:cubicBezTo>
                  <a:pt x="1142419" y="8925"/>
                  <a:pt x="1122606" y="15116"/>
                  <a:pt x="1147762" y="9525"/>
                </a:cubicBezTo>
                <a:cubicBezTo>
                  <a:pt x="1150212" y="8980"/>
                  <a:pt x="1152418" y="7475"/>
                  <a:pt x="1154906" y="7143"/>
                </a:cubicBezTo>
                <a:cubicBezTo>
                  <a:pt x="1164380" y="5880"/>
                  <a:pt x="1174260" y="7277"/>
                  <a:pt x="1183481" y="4762"/>
                </a:cubicBezTo>
                <a:cubicBezTo>
                  <a:pt x="1185193" y="4295"/>
                  <a:pt x="1181894" y="1587"/>
                  <a:pt x="1181100" y="0"/>
                </a:cubicBezTo>
              </a:path>
            </a:pathLst>
          </a:cu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1" name="Freeform: Shape 50">
            <a:extLst>
              <a:ext uri="{FF2B5EF4-FFF2-40B4-BE49-F238E27FC236}">
                <a16:creationId xmlns:a16="http://schemas.microsoft.com/office/drawing/2014/main" id="{7F265440-30FB-170C-4D90-0A36141DDECA}"/>
              </a:ext>
            </a:extLst>
          </p:cNvPr>
          <p:cNvSpPr/>
          <p:nvPr/>
        </p:nvSpPr>
        <p:spPr>
          <a:xfrm flipH="1">
            <a:off x="1980680" y="2835198"/>
            <a:ext cx="1993926" cy="1518323"/>
          </a:xfrm>
          <a:custGeom>
            <a:avLst/>
            <a:gdLst>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3994 w 2543175"/>
              <a:gd name="connsiteY112" fmla="*/ 1047750 h 1890712"/>
              <a:gd name="connsiteX113" fmla="*/ 1502569 w 2543175"/>
              <a:gd name="connsiteY113" fmla="*/ 1066800 h 1890712"/>
              <a:gd name="connsiteX114" fmla="*/ 1526382 w 2543175"/>
              <a:gd name="connsiteY114" fmla="*/ 1085850 h 1890712"/>
              <a:gd name="connsiteX115" fmla="*/ 1531144 w 2543175"/>
              <a:gd name="connsiteY115" fmla="*/ 1095375 h 1890712"/>
              <a:gd name="connsiteX116" fmla="*/ 1559719 w 2543175"/>
              <a:gd name="connsiteY116" fmla="*/ 1121569 h 1890712"/>
              <a:gd name="connsiteX117" fmla="*/ 1569244 w 2543175"/>
              <a:gd name="connsiteY117" fmla="*/ 1131094 h 1890712"/>
              <a:gd name="connsiteX118" fmla="*/ 1597819 w 2543175"/>
              <a:gd name="connsiteY118" fmla="*/ 1154906 h 1890712"/>
              <a:gd name="connsiteX119" fmla="*/ 1604963 w 2543175"/>
              <a:gd name="connsiteY119" fmla="*/ 1162050 h 1890712"/>
              <a:gd name="connsiteX120" fmla="*/ 1612107 w 2543175"/>
              <a:gd name="connsiteY120" fmla="*/ 1166812 h 1890712"/>
              <a:gd name="connsiteX121" fmla="*/ 1628775 w 2543175"/>
              <a:gd name="connsiteY121" fmla="*/ 1183481 h 1890712"/>
              <a:gd name="connsiteX122" fmla="*/ 1662113 w 2543175"/>
              <a:gd name="connsiteY122" fmla="*/ 1209675 h 1890712"/>
              <a:gd name="connsiteX123" fmla="*/ 1678782 w 2543175"/>
              <a:gd name="connsiteY123" fmla="*/ 1226344 h 1890712"/>
              <a:gd name="connsiteX124" fmla="*/ 1700213 w 2543175"/>
              <a:gd name="connsiteY124" fmla="*/ 1247775 h 1890712"/>
              <a:gd name="connsiteX125" fmla="*/ 1712119 w 2543175"/>
              <a:gd name="connsiteY125" fmla="*/ 1259681 h 1890712"/>
              <a:gd name="connsiteX126" fmla="*/ 1733550 w 2543175"/>
              <a:gd name="connsiteY126" fmla="*/ 1273969 h 1890712"/>
              <a:gd name="connsiteX127" fmla="*/ 1743075 w 2543175"/>
              <a:gd name="connsiteY127" fmla="*/ 1283494 h 1890712"/>
              <a:gd name="connsiteX128" fmla="*/ 1754982 w 2543175"/>
              <a:gd name="connsiteY128" fmla="*/ 1290637 h 1890712"/>
              <a:gd name="connsiteX129" fmla="*/ 1766888 w 2543175"/>
              <a:gd name="connsiteY129" fmla="*/ 1300162 h 1890712"/>
              <a:gd name="connsiteX130" fmla="*/ 1783557 w 2543175"/>
              <a:gd name="connsiteY130" fmla="*/ 1307306 h 1890712"/>
              <a:gd name="connsiteX131" fmla="*/ 1790700 w 2543175"/>
              <a:gd name="connsiteY131" fmla="*/ 1312069 h 1890712"/>
              <a:gd name="connsiteX132" fmla="*/ 1800225 w 2543175"/>
              <a:gd name="connsiteY132" fmla="*/ 1319212 h 1890712"/>
              <a:gd name="connsiteX133" fmla="*/ 1807369 w 2543175"/>
              <a:gd name="connsiteY133" fmla="*/ 1321594 h 1890712"/>
              <a:gd name="connsiteX134" fmla="*/ 1824038 w 2543175"/>
              <a:gd name="connsiteY134" fmla="*/ 1333500 h 1890712"/>
              <a:gd name="connsiteX135" fmla="*/ 1843088 w 2543175"/>
              <a:gd name="connsiteY135" fmla="*/ 1352550 h 1890712"/>
              <a:gd name="connsiteX136" fmla="*/ 1852613 w 2543175"/>
              <a:gd name="connsiteY136" fmla="*/ 1359694 h 1890712"/>
              <a:gd name="connsiteX137" fmla="*/ 1859757 w 2543175"/>
              <a:gd name="connsiteY137" fmla="*/ 1366837 h 1890712"/>
              <a:gd name="connsiteX138" fmla="*/ 1869282 w 2543175"/>
              <a:gd name="connsiteY138" fmla="*/ 1371600 h 1890712"/>
              <a:gd name="connsiteX139" fmla="*/ 1883569 w 2543175"/>
              <a:gd name="connsiteY139" fmla="*/ 1388269 h 1890712"/>
              <a:gd name="connsiteX140" fmla="*/ 1893094 w 2543175"/>
              <a:gd name="connsiteY140" fmla="*/ 1395412 h 1890712"/>
              <a:gd name="connsiteX141" fmla="*/ 1902619 w 2543175"/>
              <a:gd name="connsiteY141" fmla="*/ 1404937 h 1890712"/>
              <a:gd name="connsiteX142" fmla="*/ 1912144 w 2543175"/>
              <a:gd name="connsiteY142" fmla="*/ 1409700 h 1890712"/>
              <a:gd name="connsiteX143" fmla="*/ 1931194 w 2543175"/>
              <a:gd name="connsiteY143" fmla="*/ 1421606 h 1890712"/>
              <a:gd name="connsiteX144" fmla="*/ 1935957 w 2543175"/>
              <a:gd name="connsiteY144" fmla="*/ 1428750 h 1890712"/>
              <a:gd name="connsiteX145" fmla="*/ 1952625 w 2543175"/>
              <a:gd name="connsiteY145" fmla="*/ 1438275 h 1890712"/>
              <a:gd name="connsiteX146" fmla="*/ 1971675 w 2543175"/>
              <a:gd name="connsiteY146" fmla="*/ 1450181 h 1890712"/>
              <a:gd name="connsiteX147" fmla="*/ 1981200 w 2543175"/>
              <a:gd name="connsiteY147" fmla="*/ 1454944 h 1890712"/>
              <a:gd name="connsiteX148" fmla="*/ 1997869 w 2543175"/>
              <a:gd name="connsiteY148" fmla="*/ 1471612 h 1890712"/>
              <a:gd name="connsiteX149" fmla="*/ 2007394 w 2543175"/>
              <a:gd name="connsiteY149" fmla="*/ 1478756 h 1890712"/>
              <a:gd name="connsiteX150" fmla="*/ 2016919 w 2543175"/>
              <a:gd name="connsiteY150" fmla="*/ 1483519 h 1890712"/>
              <a:gd name="connsiteX151" fmla="*/ 2024063 w 2543175"/>
              <a:gd name="connsiteY151" fmla="*/ 1490662 h 1890712"/>
              <a:gd name="connsiteX152" fmla="*/ 2033588 w 2543175"/>
              <a:gd name="connsiteY152" fmla="*/ 1495425 h 1890712"/>
              <a:gd name="connsiteX153" fmla="*/ 2040732 w 2543175"/>
              <a:gd name="connsiteY153" fmla="*/ 1502569 h 1890712"/>
              <a:gd name="connsiteX154" fmla="*/ 2047875 w 2543175"/>
              <a:gd name="connsiteY154" fmla="*/ 1507331 h 1890712"/>
              <a:gd name="connsiteX155" fmla="*/ 2057400 w 2543175"/>
              <a:gd name="connsiteY155" fmla="*/ 1514475 h 1890712"/>
              <a:gd name="connsiteX156" fmla="*/ 2064544 w 2543175"/>
              <a:gd name="connsiteY156" fmla="*/ 1519237 h 1890712"/>
              <a:gd name="connsiteX157" fmla="*/ 2071688 w 2543175"/>
              <a:gd name="connsiteY157" fmla="*/ 1526381 h 1890712"/>
              <a:gd name="connsiteX158" fmla="*/ 2081213 w 2543175"/>
              <a:gd name="connsiteY158" fmla="*/ 1531144 h 1890712"/>
              <a:gd name="connsiteX159" fmla="*/ 2090738 w 2543175"/>
              <a:gd name="connsiteY159" fmla="*/ 1538287 h 1890712"/>
              <a:gd name="connsiteX160" fmla="*/ 2109788 w 2543175"/>
              <a:gd name="connsiteY160" fmla="*/ 1547812 h 1890712"/>
              <a:gd name="connsiteX161" fmla="*/ 2131219 w 2543175"/>
              <a:gd name="connsiteY161" fmla="*/ 1562100 h 1890712"/>
              <a:gd name="connsiteX162" fmla="*/ 2140744 w 2543175"/>
              <a:gd name="connsiteY162" fmla="*/ 1566862 h 1890712"/>
              <a:gd name="connsiteX163" fmla="*/ 2152650 w 2543175"/>
              <a:gd name="connsiteY163" fmla="*/ 1576387 h 1890712"/>
              <a:gd name="connsiteX164" fmla="*/ 2181225 w 2543175"/>
              <a:gd name="connsiteY164" fmla="*/ 1590675 h 1890712"/>
              <a:gd name="connsiteX165" fmla="*/ 2200275 w 2543175"/>
              <a:gd name="connsiteY165" fmla="*/ 1607344 h 1890712"/>
              <a:gd name="connsiteX166" fmla="*/ 2207419 w 2543175"/>
              <a:gd name="connsiteY166" fmla="*/ 1612106 h 1890712"/>
              <a:gd name="connsiteX167" fmla="*/ 2216944 w 2543175"/>
              <a:gd name="connsiteY167" fmla="*/ 1619250 h 1890712"/>
              <a:gd name="connsiteX168" fmla="*/ 2224088 w 2543175"/>
              <a:gd name="connsiteY168" fmla="*/ 1624012 h 1890712"/>
              <a:gd name="connsiteX169" fmla="*/ 2247900 w 2543175"/>
              <a:gd name="connsiteY169" fmla="*/ 1643062 h 1890712"/>
              <a:gd name="connsiteX170" fmla="*/ 2255044 w 2543175"/>
              <a:gd name="connsiteY170" fmla="*/ 1650206 h 1890712"/>
              <a:gd name="connsiteX171" fmla="*/ 2281238 w 2543175"/>
              <a:gd name="connsiteY171" fmla="*/ 1664494 h 1890712"/>
              <a:gd name="connsiteX172" fmla="*/ 2297907 w 2543175"/>
              <a:gd name="connsiteY172" fmla="*/ 1674019 h 1890712"/>
              <a:gd name="connsiteX173" fmla="*/ 2305050 w 2543175"/>
              <a:gd name="connsiteY173" fmla="*/ 1678781 h 1890712"/>
              <a:gd name="connsiteX174" fmla="*/ 2312194 w 2543175"/>
              <a:gd name="connsiteY174" fmla="*/ 1685925 h 1890712"/>
              <a:gd name="connsiteX175" fmla="*/ 2321719 w 2543175"/>
              <a:gd name="connsiteY175" fmla="*/ 1690687 h 1890712"/>
              <a:gd name="connsiteX176" fmla="*/ 2328863 w 2543175"/>
              <a:gd name="connsiteY176" fmla="*/ 1697831 h 1890712"/>
              <a:gd name="connsiteX177" fmla="*/ 2350294 w 2543175"/>
              <a:gd name="connsiteY177" fmla="*/ 1712119 h 1890712"/>
              <a:gd name="connsiteX178" fmla="*/ 2359819 w 2543175"/>
              <a:gd name="connsiteY178" fmla="*/ 1719262 h 1890712"/>
              <a:gd name="connsiteX179" fmla="*/ 2369344 w 2543175"/>
              <a:gd name="connsiteY179" fmla="*/ 1724025 h 1890712"/>
              <a:gd name="connsiteX180" fmla="*/ 2376488 w 2543175"/>
              <a:gd name="connsiteY180" fmla="*/ 1731169 h 1890712"/>
              <a:gd name="connsiteX181" fmla="*/ 2402682 w 2543175"/>
              <a:gd name="connsiteY181" fmla="*/ 1747837 h 1890712"/>
              <a:gd name="connsiteX182" fmla="*/ 2450307 w 2543175"/>
              <a:gd name="connsiteY182" fmla="*/ 1769269 h 1890712"/>
              <a:gd name="connsiteX183" fmla="*/ 2466975 w 2543175"/>
              <a:gd name="connsiteY183" fmla="*/ 1783556 h 1890712"/>
              <a:gd name="connsiteX184" fmla="*/ 2481263 w 2543175"/>
              <a:gd name="connsiteY184" fmla="*/ 1795462 h 1890712"/>
              <a:gd name="connsiteX185" fmla="*/ 2486025 w 2543175"/>
              <a:gd name="connsiteY185" fmla="*/ 1802606 h 1890712"/>
              <a:gd name="connsiteX186" fmla="*/ 2493169 w 2543175"/>
              <a:gd name="connsiteY186" fmla="*/ 1807369 h 1890712"/>
              <a:gd name="connsiteX187" fmla="*/ 2495550 w 2543175"/>
              <a:gd name="connsiteY187" fmla="*/ 1816894 h 1890712"/>
              <a:gd name="connsiteX188" fmla="*/ 2497932 w 2543175"/>
              <a:gd name="connsiteY188" fmla="*/ 1824037 h 1890712"/>
              <a:gd name="connsiteX189" fmla="*/ 2514600 w 2543175"/>
              <a:gd name="connsiteY189" fmla="*/ 1850231 h 1890712"/>
              <a:gd name="connsiteX190" fmla="*/ 2519363 w 2543175"/>
              <a:gd name="connsiteY190" fmla="*/ 1857375 h 1890712"/>
              <a:gd name="connsiteX191" fmla="*/ 2540794 w 2543175"/>
              <a:gd name="connsiteY191" fmla="*/ 1883569 h 1890712"/>
              <a:gd name="connsiteX192" fmla="*/ 2543175 w 2543175"/>
              <a:gd name="connsiteY19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502569 w 2543175"/>
              <a:gd name="connsiteY113" fmla="*/ 1066800 h 1890712"/>
              <a:gd name="connsiteX114" fmla="*/ 1526382 w 2543175"/>
              <a:gd name="connsiteY114" fmla="*/ 1085850 h 1890712"/>
              <a:gd name="connsiteX115" fmla="*/ 1531144 w 2543175"/>
              <a:gd name="connsiteY115" fmla="*/ 1095375 h 1890712"/>
              <a:gd name="connsiteX116" fmla="*/ 1559719 w 2543175"/>
              <a:gd name="connsiteY116" fmla="*/ 1121569 h 1890712"/>
              <a:gd name="connsiteX117" fmla="*/ 1569244 w 2543175"/>
              <a:gd name="connsiteY117" fmla="*/ 1131094 h 1890712"/>
              <a:gd name="connsiteX118" fmla="*/ 1597819 w 2543175"/>
              <a:gd name="connsiteY118" fmla="*/ 1154906 h 1890712"/>
              <a:gd name="connsiteX119" fmla="*/ 1604963 w 2543175"/>
              <a:gd name="connsiteY119" fmla="*/ 1162050 h 1890712"/>
              <a:gd name="connsiteX120" fmla="*/ 1612107 w 2543175"/>
              <a:gd name="connsiteY120" fmla="*/ 1166812 h 1890712"/>
              <a:gd name="connsiteX121" fmla="*/ 1628775 w 2543175"/>
              <a:gd name="connsiteY121" fmla="*/ 1183481 h 1890712"/>
              <a:gd name="connsiteX122" fmla="*/ 1662113 w 2543175"/>
              <a:gd name="connsiteY122" fmla="*/ 1209675 h 1890712"/>
              <a:gd name="connsiteX123" fmla="*/ 1678782 w 2543175"/>
              <a:gd name="connsiteY123" fmla="*/ 1226344 h 1890712"/>
              <a:gd name="connsiteX124" fmla="*/ 1700213 w 2543175"/>
              <a:gd name="connsiteY124" fmla="*/ 1247775 h 1890712"/>
              <a:gd name="connsiteX125" fmla="*/ 1712119 w 2543175"/>
              <a:gd name="connsiteY125" fmla="*/ 1259681 h 1890712"/>
              <a:gd name="connsiteX126" fmla="*/ 1733550 w 2543175"/>
              <a:gd name="connsiteY126" fmla="*/ 1273969 h 1890712"/>
              <a:gd name="connsiteX127" fmla="*/ 1743075 w 2543175"/>
              <a:gd name="connsiteY127" fmla="*/ 1283494 h 1890712"/>
              <a:gd name="connsiteX128" fmla="*/ 1754982 w 2543175"/>
              <a:gd name="connsiteY128" fmla="*/ 1290637 h 1890712"/>
              <a:gd name="connsiteX129" fmla="*/ 1766888 w 2543175"/>
              <a:gd name="connsiteY129" fmla="*/ 1300162 h 1890712"/>
              <a:gd name="connsiteX130" fmla="*/ 1783557 w 2543175"/>
              <a:gd name="connsiteY130" fmla="*/ 1307306 h 1890712"/>
              <a:gd name="connsiteX131" fmla="*/ 1790700 w 2543175"/>
              <a:gd name="connsiteY131" fmla="*/ 1312069 h 1890712"/>
              <a:gd name="connsiteX132" fmla="*/ 1800225 w 2543175"/>
              <a:gd name="connsiteY132" fmla="*/ 1319212 h 1890712"/>
              <a:gd name="connsiteX133" fmla="*/ 1807369 w 2543175"/>
              <a:gd name="connsiteY133" fmla="*/ 1321594 h 1890712"/>
              <a:gd name="connsiteX134" fmla="*/ 1824038 w 2543175"/>
              <a:gd name="connsiteY134" fmla="*/ 1333500 h 1890712"/>
              <a:gd name="connsiteX135" fmla="*/ 1843088 w 2543175"/>
              <a:gd name="connsiteY135" fmla="*/ 1352550 h 1890712"/>
              <a:gd name="connsiteX136" fmla="*/ 1852613 w 2543175"/>
              <a:gd name="connsiteY136" fmla="*/ 1359694 h 1890712"/>
              <a:gd name="connsiteX137" fmla="*/ 1859757 w 2543175"/>
              <a:gd name="connsiteY137" fmla="*/ 1366837 h 1890712"/>
              <a:gd name="connsiteX138" fmla="*/ 1869282 w 2543175"/>
              <a:gd name="connsiteY138" fmla="*/ 1371600 h 1890712"/>
              <a:gd name="connsiteX139" fmla="*/ 1883569 w 2543175"/>
              <a:gd name="connsiteY139" fmla="*/ 1388269 h 1890712"/>
              <a:gd name="connsiteX140" fmla="*/ 1893094 w 2543175"/>
              <a:gd name="connsiteY140" fmla="*/ 1395412 h 1890712"/>
              <a:gd name="connsiteX141" fmla="*/ 1902619 w 2543175"/>
              <a:gd name="connsiteY141" fmla="*/ 1404937 h 1890712"/>
              <a:gd name="connsiteX142" fmla="*/ 1912144 w 2543175"/>
              <a:gd name="connsiteY142" fmla="*/ 1409700 h 1890712"/>
              <a:gd name="connsiteX143" fmla="*/ 1931194 w 2543175"/>
              <a:gd name="connsiteY143" fmla="*/ 1421606 h 1890712"/>
              <a:gd name="connsiteX144" fmla="*/ 1935957 w 2543175"/>
              <a:gd name="connsiteY144" fmla="*/ 1428750 h 1890712"/>
              <a:gd name="connsiteX145" fmla="*/ 1952625 w 2543175"/>
              <a:gd name="connsiteY145" fmla="*/ 1438275 h 1890712"/>
              <a:gd name="connsiteX146" fmla="*/ 1971675 w 2543175"/>
              <a:gd name="connsiteY146" fmla="*/ 1450181 h 1890712"/>
              <a:gd name="connsiteX147" fmla="*/ 1981200 w 2543175"/>
              <a:gd name="connsiteY147" fmla="*/ 1454944 h 1890712"/>
              <a:gd name="connsiteX148" fmla="*/ 1997869 w 2543175"/>
              <a:gd name="connsiteY148" fmla="*/ 1471612 h 1890712"/>
              <a:gd name="connsiteX149" fmla="*/ 2007394 w 2543175"/>
              <a:gd name="connsiteY149" fmla="*/ 1478756 h 1890712"/>
              <a:gd name="connsiteX150" fmla="*/ 2016919 w 2543175"/>
              <a:gd name="connsiteY150" fmla="*/ 1483519 h 1890712"/>
              <a:gd name="connsiteX151" fmla="*/ 2024063 w 2543175"/>
              <a:gd name="connsiteY151" fmla="*/ 1490662 h 1890712"/>
              <a:gd name="connsiteX152" fmla="*/ 2033588 w 2543175"/>
              <a:gd name="connsiteY152" fmla="*/ 1495425 h 1890712"/>
              <a:gd name="connsiteX153" fmla="*/ 2040732 w 2543175"/>
              <a:gd name="connsiteY153" fmla="*/ 1502569 h 1890712"/>
              <a:gd name="connsiteX154" fmla="*/ 2047875 w 2543175"/>
              <a:gd name="connsiteY154" fmla="*/ 1507331 h 1890712"/>
              <a:gd name="connsiteX155" fmla="*/ 2057400 w 2543175"/>
              <a:gd name="connsiteY155" fmla="*/ 1514475 h 1890712"/>
              <a:gd name="connsiteX156" fmla="*/ 2064544 w 2543175"/>
              <a:gd name="connsiteY156" fmla="*/ 1519237 h 1890712"/>
              <a:gd name="connsiteX157" fmla="*/ 2071688 w 2543175"/>
              <a:gd name="connsiteY157" fmla="*/ 1526381 h 1890712"/>
              <a:gd name="connsiteX158" fmla="*/ 2081213 w 2543175"/>
              <a:gd name="connsiteY158" fmla="*/ 1531144 h 1890712"/>
              <a:gd name="connsiteX159" fmla="*/ 2090738 w 2543175"/>
              <a:gd name="connsiteY159" fmla="*/ 1538287 h 1890712"/>
              <a:gd name="connsiteX160" fmla="*/ 2109788 w 2543175"/>
              <a:gd name="connsiteY160" fmla="*/ 1547812 h 1890712"/>
              <a:gd name="connsiteX161" fmla="*/ 2131219 w 2543175"/>
              <a:gd name="connsiteY161" fmla="*/ 1562100 h 1890712"/>
              <a:gd name="connsiteX162" fmla="*/ 2140744 w 2543175"/>
              <a:gd name="connsiteY162" fmla="*/ 1566862 h 1890712"/>
              <a:gd name="connsiteX163" fmla="*/ 2152650 w 2543175"/>
              <a:gd name="connsiteY163" fmla="*/ 1576387 h 1890712"/>
              <a:gd name="connsiteX164" fmla="*/ 2181225 w 2543175"/>
              <a:gd name="connsiteY164" fmla="*/ 1590675 h 1890712"/>
              <a:gd name="connsiteX165" fmla="*/ 2200275 w 2543175"/>
              <a:gd name="connsiteY165" fmla="*/ 1607344 h 1890712"/>
              <a:gd name="connsiteX166" fmla="*/ 2207419 w 2543175"/>
              <a:gd name="connsiteY166" fmla="*/ 1612106 h 1890712"/>
              <a:gd name="connsiteX167" fmla="*/ 2216944 w 2543175"/>
              <a:gd name="connsiteY167" fmla="*/ 1619250 h 1890712"/>
              <a:gd name="connsiteX168" fmla="*/ 2224088 w 2543175"/>
              <a:gd name="connsiteY168" fmla="*/ 1624012 h 1890712"/>
              <a:gd name="connsiteX169" fmla="*/ 2247900 w 2543175"/>
              <a:gd name="connsiteY169" fmla="*/ 1643062 h 1890712"/>
              <a:gd name="connsiteX170" fmla="*/ 2255044 w 2543175"/>
              <a:gd name="connsiteY170" fmla="*/ 1650206 h 1890712"/>
              <a:gd name="connsiteX171" fmla="*/ 2281238 w 2543175"/>
              <a:gd name="connsiteY171" fmla="*/ 1664494 h 1890712"/>
              <a:gd name="connsiteX172" fmla="*/ 2297907 w 2543175"/>
              <a:gd name="connsiteY172" fmla="*/ 1674019 h 1890712"/>
              <a:gd name="connsiteX173" fmla="*/ 2305050 w 2543175"/>
              <a:gd name="connsiteY173" fmla="*/ 1678781 h 1890712"/>
              <a:gd name="connsiteX174" fmla="*/ 2312194 w 2543175"/>
              <a:gd name="connsiteY174" fmla="*/ 1685925 h 1890712"/>
              <a:gd name="connsiteX175" fmla="*/ 2321719 w 2543175"/>
              <a:gd name="connsiteY175" fmla="*/ 1690687 h 1890712"/>
              <a:gd name="connsiteX176" fmla="*/ 2328863 w 2543175"/>
              <a:gd name="connsiteY176" fmla="*/ 1697831 h 1890712"/>
              <a:gd name="connsiteX177" fmla="*/ 2350294 w 2543175"/>
              <a:gd name="connsiteY177" fmla="*/ 1712119 h 1890712"/>
              <a:gd name="connsiteX178" fmla="*/ 2359819 w 2543175"/>
              <a:gd name="connsiteY178" fmla="*/ 1719262 h 1890712"/>
              <a:gd name="connsiteX179" fmla="*/ 2369344 w 2543175"/>
              <a:gd name="connsiteY179" fmla="*/ 1724025 h 1890712"/>
              <a:gd name="connsiteX180" fmla="*/ 2376488 w 2543175"/>
              <a:gd name="connsiteY180" fmla="*/ 1731169 h 1890712"/>
              <a:gd name="connsiteX181" fmla="*/ 2402682 w 2543175"/>
              <a:gd name="connsiteY181" fmla="*/ 1747837 h 1890712"/>
              <a:gd name="connsiteX182" fmla="*/ 2450307 w 2543175"/>
              <a:gd name="connsiteY182" fmla="*/ 1769269 h 1890712"/>
              <a:gd name="connsiteX183" fmla="*/ 2466975 w 2543175"/>
              <a:gd name="connsiteY183" fmla="*/ 1783556 h 1890712"/>
              <a:gd name="connsiteX184" fmla="*/ 2481263 w 2543175"/>
              <a:gd name="connsiteY184" fmla="*/ 1795462 h 1890712"/>
              <a:gd name="connsiteX185" fmla="*/ 2486025 w 2543175"/>
              <a:gd name="connsiteY185" fmla="*/ 1802606 h 1890712"/>
              <a:gd name="connsiteX186" fmla="*/ 2493169 w 2543175"/>
              <a:gd name="connsiteY186" fmla="*/ 1807369 h 1890712"/>
              <a:gd name="connsiteX187" fmla="*/ 2495550 w 2543175"/>
              <a:gd name="connsiteY187" fmla="*/ 1816894 h 1890712"/>
              <a:gd name="connsiteX188" fmla="*/ 2497932 w 2543175"/>
              <a:gd name="connsiteY188" fmla="*/ 1824037 h 1890712"/>
              <a:gd name="connsiteX189" fmla="*/ 2514600 w 2543175"/>
              <a:gd name="connsiteY189" fmla="*/ 1850231 h 1890712"/>
              <a:gd name="connsiteX190" fmla="*/ 2519363 w 2543175"/>
              <a:gd name="connsiteY190" fmla="*/ 1857375 h 1890712"/>
              <a:gd name="connsiteX191" fmla="*/ 2540794 w 2543175"/>
              <a:gd name="connsiteY191" fmla="*/ 1883569 h 1890712"/>
              <a:gd name="connsiteX192" fmla="*/ 2543175 w 2543175"/>
              <a:gd name="connsiteY19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26382 w 2543175"/>
              <a:gd name="connsiteY114" fmla="*/ 1085850 h 1890712"/>
              <a:gd name="connsiteX115" fmla="*/ 1531144 w 2543175"/>
              <a:gd name="connsiteY115" fmla="*/ 1095375 h 1890712"/>
              <a:gd name="connsiteX116" fmla="*/ 1559719 w 2543175"/>
              <a:gd name="connsiteY116" fmla="*/ 1121569 h 1890712"/>
              <a:gd name="connsiteX117" fmla="*/ 1569244 w 2543175"/>
              <a:gd name="connsiteY117" fmla="*/ 1131094 h 1890712"/>
              <a:gd name="connsiteX118" fmla="*/ 1597819 w 2543175"/>
              <a:gd name="connsiteY118" fmla="*/ 1154906 h 1890712"/>
              <a:gd name="connsiteX119" fmla="*/ 1604963 w 2543175"/>
              <a:gd name="connsiteY119" fmla="*/ 1162050 h 1890712"/>
              <a:gd name="connsiteX120" fmla="*/ 1612107 w 2543175"/>
              <a:gd name="connsiteY120" fmla="*/ 1166812 h 1890712"/>
              <a:gd name="connsiteX121" fmla="*/ 1628775 w 2543175"/>
              <a:gd name="connsiteY121" fmla="*/ 1183481 h 1890712"/>
              <a:gd name="connsiteX122" fmla="*/ 1662113 w 2543175"/>
              <a:gd name="connsiteY122" fmla="*/ 1209675 h 1890712"/>
              <a:gd name="connsiteX123" fmla="*/ 1678782 w 2543175"/>
              <a:gd name="connsiteY123" fmla="*/ 1226344 h 1890712"/>
              <a:gd name="connsiteX124" fmla="*/ 1700213 w 2543175"/>
              <a:gd name="connsiteY124" fmla="*/ 1247775 h 1890712"/>
              <a:gd name="connsiteX125" fmla="*/ 1712119 w 2543175"/>
              <a:gd name="connsiteY125" fmla="*/ 1259681 h 1890712"/>
              <a:gd name="connsiteX126" fmla="*/ 1733550 w 2543175"/>
              <a:gd name="connsiteY126" fmla="*/ 1273969 h 1890712"/>
              <a:gd name="connsiteX127" fmla="*/ 1743075 w 2543175"/>
              <a:gd name="connsiteY127" fmla="*/ 1283494 h 1890712"/>
              <a:gd name="connsiteX128" fmla="*/ 1754982 w 2543175"/>
              <a:gd name="connsiteY128" fmla="*/ 1290637 h 1890712"/>
              <a:gd name="connsiteX129" fmla="*/ 1766888 w 2543175"/>
              <a:gd name="connsiteY129" fmla="*/ 1300162 h 1890712"/>
              <a:gd name="connsiteX130" fmla="*/ 1783557 w 2543175"/>
              <a:gd name="connsiteY130" fmla="*/ 1307306 h 1890712"/>
              <a:gd name="connsiteX131" fmla="*/ 1790700 w 2543175"/>
              <a:gd name="connsiteY131" fmla="*/ 1312069 h 1890712"/>
              <a:gd name="connsiteX132" fmla="*/ 1800225 w 2543175"/>
              <a:gd name="connsiteY132" fmla="*/ 1319212 h 1890712"/>
              <a:gd name="connsiteX133" fmla="*/ 1807369 w 2543175"/>
              <a:gd name="connsiteY133" fmla="*/ 1321594 h 1890712"/>
              <a:gd name="connsiteX134" fmla="*/ 1824038 w 2543175"/>
              <a:gd name="connsiteY134" fmla="*/ 1333500 h 1890712"/>
              <a:gd name="connsiteX135" fmla="*/ 1843088 w 2543175"/>
              <a:gd name="connsiteY135" fmla="*/ 1352550 h 1890712"/>
              <a:gd name="connsiteX136" fmla="*/ 1852613 w 2543175"/>
              <a:gd name="connsiteY136" fmla="*/ 1359694 h 1890712"/>
              <a:gd name="connsiteX137" fmla="*/ 1859757 w 2543175"/>
              <a:gd name="connsiteY137" fmla="*/ 1366837 h 1890712"/>
              <a:gd name="connsiteX138" fmla="*/ 1869282 w 2543175"/>
              <a:gd name="connsiteY138" fmla="*/ 1371600 h 1890712"/>
              <a:gd name="connsiteX139" fmla="*/ 1883569 w 2543175"/>
              <a:gd name="connsiteY139" fmla="*/ 1388269 h 1890712"/>
              <a:gd name="connsiteX140" fmla="*/ 1893094 w 2543175"/>
              <a:gd name="connsiteY140" fmla="*/ 1395412 h 1890712"/>
              <a:gd name="connsiteX141" fmla="*/ 1902619 w 2543175"/>
              <a:gd name="connsiteY141" fmla="*/ 1404937 h 1890712"/>
              <a:gd name="connsiteX142" fmla="*/ 1912144 w 2543175"/>
              <a:gd name="connsiteY142" fmla="*/ 1409700 h 1890712"/>
              <a:gd name="connsiteX143" fmla="*/ 1931194 w 2543175"/>
              <a:gd name="connsiteY143" fmla="*/ 1421606 h 1890712"/>
              <a:gd name="connsiteX144" fmla="*/ 1935957 w 2543175"/>
              <a:gd name="connsiteY144" fmla="*/ 1428750 h 1890712"/>
              <a:gd name="connsiteX145" fmla="*/ 1952625 w 2543175"/>
              <a:gd name="connsiteY145" fmla="*/ 1438275 h 1890712"/>
              <a:gd name="connsiteX146" fmla="*/ 1971675 w 2543175"/>
              <a:gd name="connsiteY146" fmla="*/ 1450181 h 1890712"/>
              <a:gd name="connsiteX147" fmla="*/ 1981200 w 2543175"/>
              <a:gd name="connsiteY147" fmla="*/ 1454944 h 1890712"/>
              <a:gd name="connsiteX148" fmla="*/ 1997869 w 2543175"/>
              <a:gd name="connsiteY148" fmla="*/ 1471612 h 1890712"/>
              <a:gd name="connsiteX149" fmla="*/ 2007394 w 2543175"/>
              <a:gd name="connsiteY149" fmla="*/ 1478756 h 1890712"/>
              <a:gd name="connsiteX150" fmla="*/ 2016919 w 2543175"/>
              <a:gd name="connsiteY150" fmla="*/ 1483519 h 1890712"/>
              <a:gd name="connsiteX151" fmla="*/ 2024063 w 2543175"/>
              <a:gd name="connsiteY151" fmla="*/ 1490662 h 1890712"/>
              <a:gd name="connsiteX152" fmla="*/ 2033588 w 2543175"/>
              <a:gd name="connsiteY152" fmla="*/ 1495425 h 1890712"/>
              <a:gd name="connsiteX153" fmla="*/ 2040732 w 2543175"/>
              <a:gd name="connsiteY153" fmla="*/ 1502569 h 1890712"/>
              <a:gd name="connsiteX154" fmla="*/ 2047875 w 2543175"/>
              <a:gd name="connsiteY154" fmla="*/ 1507331 h 1890712"/>
              <a:gd name="connsiteX155" fmla="*/ 2057400 w 2543175"/>
              <a:gd name="connsiteY155" fmla="*/ 1514475 h 1890712"/>
              <a:gd name="connsiteX156" fmla="*/ 2064544 w 2543175"/>
              <a:gd name="connsiteY156" fmla="*/ 1519237 h 1890712"/>
              <a:gd name="connsiteX157" fmla="*/ 2071688 w 2543175"/>
              <a:gd name="connsiteY157" fmla="*/ 1526381 h 1890712"/>
              <a:gd name="connsiteX158" fmla="*/ 2081213 w 2543175"/>
              <a:gd name="connsiteY158" fmla="*/ 1531144 h 1890712"/>
              <a:gd name="connsiteX159" fmla="*/ 2090738 w 2543175"/>
              <a:gd name="connsiteY159" fmla="*/ 1538287 h 1890712"/>
              <a:gd name="connsiteX160" fmla="*/ 2109788 w 2543175"/>
              <a:gd name="connsiteY160" fmla="*/ 1547812 h 1890712"/>
              <a:gd name="connsiteX161" fmla="*/ 2131219 w 2543175"/>
              <a:gd name="connsiteY161" fmla="*/ 1562100 h 1890712"/>
              <a:gd name="connsiteX162" fmla="*/ 2140744 w 2543175"/>
              <a:gd name="connsiteY162" fmla="*/ 1566862 h 1890712"/>
              <a:gd name="connsiteX163" fmla="*/ 2152650 w 2543175"/>
              <a:gd name="connsiteY163" fmla="*/ 1576387 h 1890712"/>
              <a:gd name="connsiteX164" fmla="*/ 2181225 w 2543175"/>
              <a:gd name="connsiteY164" fmla="*/ 1590675 h 1890712"/>
              <a:gd name="connsiteX165" fmla="*/ 2200275 w 2543175"/>
              <a:gd name="connsiteY165" fmla="*/ 1607344 h 1890712"/>
              <a:gd name="connsiteX166" fmla="*/ 2207419 w 2543175"/>
              <a:gd name="connsiteY166" fmla="*/ 1612106 h 1890712"/>
              <a:gd name="connsiteX167" fmla="*/ 2216944 w 2543175"/>
              <a:gd name="connsiteY167" fmla="*/ 1619250 h 1890712"/>
              <a:gd name="connsiteX168" fmla="*/ 2224088 w 2543175"/>
              <a:gd name="connsiteY168" fmla="*/ 1624012 h 1890712"/>
              <a:gd name="connsiteX169" fmla="*/ 2247900 w 2543175"/>
              <a:gd name="connsiteY169" fmla="*/ 1643062 h 1890712"/>
              <a:gd name="connsiteX170" fmla="*/ 2255044 w 2543175"/>
              <a:gd name="connsiteY170" fmla="*/ 1650206 h 1890712"/>
              <a:gd name="connsiteX171" fmla="*/ 2281238 w 2543175"/>
              <a:gd name="connsiteY171" fmla="*/ 1664494 h 1890712"/>
              <a:gd name="connsiteX172" fmla="*/ 2297907 w 2543175"/>
              <a:gd name="connsiteY172" fmla="*/ 1674019 h 1890712"/>
              <a:gd name="connsiteX173" fmla="*/ 2305050 w 2543175"/>
              <a:gd name="connsiteY173" fmla="*/ 1678781 h 1890712"/>
              <a:gd name="connsiteX174" fmla="*/ 2312194 w 2543175"/>
              <a:gd name="connsiteY174" fmla="*/ 1685925 h 1890712"/>
              <a:gd name="connsiteX175" fmla="*/ 2321719 w 2543175"/>
              <a:gd name="connsiteY175" fmla="*/ 1690687 h 1890712"/>
              <a:gd name="connsiteX176" fmla="*/ 2328863 w 2543175"/>
              <a:gd name="connsiteY176" fmla="*/ 1697831 h 1890712"/>
              <a:gd name="connsiteX177" fmla="*/ 2350294 w 2543175"/>
              <a:gd name="connsiteY177" fmla="*/ 1712119 h 1890712"/>
              <a:gd name="connsiteX178" fmla="*/ 2359819 w 2543175"/>
              <a:gd name="connsiteY178" fmla="*/ 1719262 h 1890712"/>
              <a:gd name="connsiteX179" fmla="*/ 2369344 w 2543175"/>
              <a:gd name="connsiteY179" fmla="*/ 1724025 h 1890712"/>
              <a:gd name="connsiteX180" fmla="*/ 2376488 w 2543175"/>
              <a:gd name="connsiteY180" fmla="*/ 1731169 h 1890712"/>
              <a:gd name="connsiteX181" fmla="*/ 2402682 w 2543175"/>
              <a:gd name="connsiteY181" fmla="*/ 1747837 h 1890712"/>
              <a:gd name="connsiteX182" fmla="*/ 2450307 w 2543175"/>
              <a:gd name="connsiteY182" fmla="*/ 1769269 h 1890712"/>
              <a:gd name="connsiteX183" fmla="*/ 2466975 w 2543175"/>
              <a:gd name="connsiteY183" fmla="*/ 1783556 h 1890712"/>
              <a:gd name="connsiteX184" fmla="*/ 2481263 w 2543175"/>
              <a:gd name="connsiteY184" fmla="*/ 1795462 h 1890712"/>
              <a:gd name="connsiteX185" fmla="*/ 2486025 w 2543175"/>
              <a:gd name="connsiteY185" fmla="*/ 1802606 h 1890712"/>
              <a:gd name="connsiteX186" fmla="*/ 2493169 w 2543175"/>
              <a:gd name="connsiteY186" fmla="*/ 1807369 h 1890712"/>
              <a:gd name="connsiteX187" fmla="*/ 2495550 w 2543175"/>
              <a:gd name="connsiteY187" fmla="*/ 1816894 h 1890712"/>
              <a:gd name="connsiteX188" fmla="*/ 2497932 w 2543175"/>
              <a:gd name="connsiteY188" fmla="*/ 1824037 h 1890712"/>
              <a:gd name="connsiteX189" fmla="*/ 2514600 w 2543175"/>
              <a:gd name="connsiteY189" fmla="*/ 1850231 h 1890712"/>
              <a:gd name="connsiteX190" fmla="*/ 2519363 w 2543175"/>
              <a:gd name="connsiteY190" fmla="*/ 1857375 h 1890712"/>
              <a:gd name="connsiteX191" fmla="*/ 2540794 w 2543175"/>
              <a:gd name="connsiteY191" fmla="*/ 1883569 h 1890712"/>
              <a:gd name="connsiteX192" fmla="*/ 2543175 w 2543175"/>
              <a:gd name="connsiteY19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26382 w 2543175"/>
              <a:gd name="connsiteY114" fmla="*/ 1085850 h 1890712"/>
              <a:gd name="connsiteX115" fmla="*/ 1559719 w 2543175"/>
              <a:gd name="connsiteY115" fmla="*/ 1121569 h 1890712"/>
              <a:gd name="connsiteX116" fmla="*/ 1569244 w 2543175"/>
              <a:gd name="connsiteY116" fmla="*/ 1131094 h 1890712"/>
              <a:gd name="connsiteX117" fmla="*/ 1597819 w 2543175"/>
              <a:gd name="connsiteY117" fmla="*/ 1154906 h 1890712"/>
              <a:gd name="connsiteX118" fmla="*/ 1604963 w 2543175"/>
              <a:gd name="connsiteY118" fmla="*/ 1162050 h 1890712"/>
              <a:gd name="connsiteX119" fmla="*/ 1612107 w 2543175"/>
              <a:gd name="connsiteY119" fmla="*/ 1166812 h 1890712"/>
              <a:gd name="connsiteX120" fmla="*/ 1628775 w 2543175"/>
              <a:gd name="connsiteY120" fmla="*/ 1183481 h 1890712"/>
              <a:gd name="connsiteX121" fmla="*/ 1662113 w 2543175"/>
              <a:gd name="connsiteY121" fmla="*/ 1209675 h 1890712"/>
              <a:gd name="connsiteX122" fmla="*/ 1678782 w 2543175"/>
              <a:gd name="connsiteY122" fmla="*/ 1226344 h 1890712"/>
              <a:gd name="connsiteX123" fmla="*/ 1700213 w 2543175"/>
              <a:gd name="connsiteY123" fmla="*/ 1247775 h 1890712"/>
              <a:gd name="connsiteX124" fmla="*/ 1712119 w 2543175"/>
              <a:gd name="connsiteY124" fmla="*/ 1259681 h 1890712"/>
              <a:gd name="connsiteX125" fmla="*/ 1733550 w 2543175"/>
              <a:gd name="connsiteY125" fmla="*/ 1273969 h 1890712"/>
              <a:gd name="connsiteX126" fmla="*/ 1743075 w 2543175"/>
              <a:gd name="connsiteY126" fmla="*/ 1283494 h 1890712"/>
              <a:gd name="connsiteX127" fmla="*/ 1754982 w 2543175"/>
              <a:gd name="connsiteY127" fmla="*/ 1290637 h 1890712"/>
              <a:gd name="connsiteX128" fmla="*/ 1766888 w 2543175"/>
              <a:gd name="connsiteY128" fmla="*/ 1300162 h 1890712"/>
              <a:gd name="connsiteX129" fmla="*/ 1783557 w 2543175"/>
              <a:gd name="connsiteY129" fmla="*/ 1307306 h 1890712"/>
              <a:gd name="connsiteX130" fmla="*/ 1790700 w 2543175"/>
              <a:gd name="connsiteY130" fmla="*/ 1312069 h 1890712"/>
              <a:gd name="connsiteX131" fmla="*/ 1800225 w 2543175"/>
              <a:gd name="connsiteY131" fmla="*/ 1319212 h 1890712"/>
              <a:gd name="connsiteX132" fmla="*/ 1807369 w 2543175"/>
              <a:gd name="connsiteY132" fmla="*/ 1321594 h 1890712"/>
              <a:gd name="connsiteX133" fmla="*/ 1824038 w 2543175"/>
              <a:gd name="connsiteY133" fmla="*/ 1333500 h 1890712"/>
              <a:gd name="connsiteX134" fmla="*/ 1843088 w 2543175"/>
              <a:gd name="connsiteY134" fmla="*/ 1352550 h 1890712"/>
              <a:gd name="connsiteX135" fmla="*/ 1852613 w 2543175"/>
              <a:gd name="connsiteY135" fmla="*/ 1359694 h 1890712"/>
              <a:gd name="connsiteX136" fmla="*/ 1859757 w 2543175"/>
              <a:gd name="connsiteY136" fmla="*/ 1366837 h 1890712"/>
              <a:gd name="connsiteX137" fmla="*/ 1869282 w 2543175"/>
              <a:gd name="connsiteY137" fmla="*/ 1371600 h 1890712"/>
              <a:gd name="connsiteX138" fmla="*/ 1883569 w 2543175"/>
              <a:gd name="connsiteY138" fmla="*/ 1388269 h 1890712"/>
              <a:gd name="connsiteX139" fmla="*/ 1893094 w 2543175"/>
              <a:gd name="connsiteY139" fmla="*/ 1395412 h 1890712"/>
              <a:gd name="connsiteX140" fmla="*/ 1902619 w 2543175"/>
              <a:gd name="connsiteY140" fmla="*/ 1404937 h 1890712"/>
              <a:gd name="connsiteX141" fmla="*/ 1912144 w 2543175"/>
              <a:gd name="connsiteY141" fmla="*/ 1409700 h 1890712"/>
              <a:gd name="connsiteX142" fmla="*/ 1931194 w 2543175"/>
              <a:gd name="connsiteY142" fmla="*/ 1421606 h 1890712"/>
              <a:gd name="connsiteX143" fmla="*/ 1935957 w 2543175"/>
              <a:gd name="connsiteY143" fmla="*/ 1428750 h 1890712"/>
              <a:gd name="connsiteX144" fmla="*/ 1952625 w 2543175"/>
              <a:gd name="connsiteY144" fmla="*/ 1438275 h 1890712"/>
              <a:gd name="connsiteX145" fmla="*/ 1971675 w 2543175"/>
              <a:gd name="connsiteY145" fmla="*/ 1450181 h 1890712"/>
              <a:gd name="connsiteX146" fmla="*/ 1981200 w 2543175"/>
              <a:gd name="connsiteY146" fmla="*/ 1454944 h 1890712"/>
              <a:gd name="connsiteX147" fmla="*/ 1997869 w 2543175"/>
              <a:gd name="connsiteY147" fmla="*/ 1471612 h 1890712"/>
              <a:gd name="connsiteX148" fmla="*/ 2007394 w 2543175"/>
              <a:gd name="connsiteY148" fmla="*/ 1478756 h 1890712"/>
              <a:gd name="connsiteX149" fmla="*/ 2016919 w 2543175"/>
              <a:gd name="connsiteY149" fmla="*/ 1483519 h 1890712"/>
              <a:gd name="connsiteX150" fmla="*/ 2024063 w 2543175"/>
              <a:gd name="connsiteY150" fmla="*/ 1490662 h 1890712"/>
              <a:gd name="connsiteX151" fmla="*/ 2033588 w 2543175"/>
              <a:gd name="connsiteY151" fmla="*/ 1495425 h 1890712"/>
              <a:gd name="connsiteX152" fmla="*/ 2040732 w 2543175"/>
              <a:gd name="connsiteY152" fmla="*/ 1502569 h 1890712"/>
              <a:gd name="connsiteX153" fmla="*/ 2047875 w 2543175"/>
              <a:gd name="connsiteY153" fmla="*/ 1507331 h 1890712"/>
              <a:gd name="connsiteX154" fmla="*/ 2057400 w 2543175"/>
              <a:gd name="connsiteY154" fmla="*/ 1514475 h 1890712"/>
              <a:gd name="connsiteX155" fmla="*/ 2064544 w 2543175"/>
              <a:gd name="connsiteY155" fmla="*/ 1519237 h 1890712"/>
              <a:gd name="connsiteX156" fmla="*/ 2071688 w 2543175"/>
              <a:gd name="connsiteY156" fmla="*/ 1526381 h 1890712"/>
              <a:gd name="connsiteX157" fmla="*/ 2081213 w 2543175"/>
              <a:gd name="connsiteY157" fmla="*/ 1531144 h 1890712"/>
              <a:gd name="connsiteX158" fmla="*/ 2090738 w 2543175"/>
              <a:gd name="connsiteY158" fmla="*/ 1538287 h 1890712"/>
              <a:gd name="connsiteX159" fmla="*/ 2109788 w 2543175"/>
              <a:gd name="connsiteY159" fmla="*/ 1547812 h 1890712"/>
              <a:gd name="connsiteX160" fmla="*/ 2131219 w 2543175"/>
              <a:gd name="connsiteY160" fmla="*/ 1562100 h 1890712"/>
              <a:gd name="connsiteX161" fmla="*/ 2140744 w 2543175"/>
              <a:gd name="connsiteY161" fmla="*/ 1566862 h 1890712"/>
              <a:gd name="connsiteX162" fmla="*/ 2152650 w 2543175"/>
              <a:gd name="connsiteY162" fmla="*/ 1576387 h 1890712"/>
              <a:gd name="connsiteX163" fmla="*/ 2181225 w 2543175"/>
              <a:gd name="connsiteY163" fmla="*/ 1590675 h 1890712"/>
              <a:gd name="connsiteX164" fmla="*/ 2200275 w 2543175"/>
              <a:gd name="connsiteY164" fmla="*/ 1607344 h 1890712"/>
              <a:gd name="connsiteX165" fmla="*/ 2207419 w 2543175"/>
              <a:gd name="connsiteY165" fmla="*/ 1612106 h 1890712"/>
              <a:gd name="connsiteX166" fmla="*/ 2216944 w 2543175"/>
              <a:gd name="connsiteY166" fmla="*/ 1619250 h 1890712"/>
              <a:gd name="connsiteX167" fmla="*/ 2224088 w 2543175"/>
              <a:gd name="connsiteY167" fmla="*/ 1624012 h 1890712"/>
              <a:gd name="connsiteX168" fmla="*/ 2247900 w 2543175"/>
              <a:gd name="connsiteY168" fmla="*/ 1643062 h 1890712"/>
              <a:gd name="connsiteX169" fmla="*/ 2255044 w 2543175"/>
              <a:gd name="connsiteY169" fmla="*/ 1650206 h 1890712"/>
              <a:gd name="connsiteX170" fmla="*/ 2281238 w 2543175"/>
              <a:gd name="connsiteY170" fmla="*/ 1664494 h 1890712"/>
              <a:gd name="connsiteX171" fmla="*/ 2297907 w 2543175"/>
              <a:gd name="connsiteY171" fmla="*/ 1674019 h 1890712"/>
              <a:gd name="connsiteX172" fmla="*/ 2305050 w 2543175"/>
              <a:gd name="connsiteY172" fmla="*/ 1678781 h 1890712"/>
              <a:gd name="connsiteX173" fmla="*/ 2312194 w 2543175"/>
              <a:gd name="connsiteY173" fmla="*/ 1685925 h 1890712"/>
              <a:gd name="connsiteX174" fmla="*/ 2321719 w 2543175"/>
              <a:gd name="connsiteY174" fmla="*/ 1690687 h 1890712"/>
              <a:gd name="connsiteX175" fmla="*/ 2328863 w 2543175"/>
              <a:gd name="connsiteY175" fmla="*/ 1697831 h 1890712"/>
              <a:gd name="connsiteX176" fmla="*/ 2350294 w 2543175"/>
              <a:gd name="connsiteY176" fmla="*/ 1712119 h 1890712"/>
              <a:gd name="connsiteX177" fmla="*/ 2359819 w 2543175"/>
              <a:gd name="connsiteY177" fmla="*/ 1719262 h 1890712"/>
              <a:gd name="connsiteX178" fmla="*/ 2369344 w 2543175"/>
              <a:gd name="connsiteY178" fmla="*/ 1724025 h 1890712"/>
              <a:gd name="connsiteX179" fmla="*/ 2376488 w 2543175"/>
              <a:gd name="connsiteY179" fmla="*/ 1731169 h 1890712"/>
              <a:gd name="connsiteX180" fmla="*/ 2402682 w 2543175"/>
              <a:gd name="connsiteY180" fmla="*/ 1747837 h 1890712"/>
              <a:gd name="connsiteX181" fmla="*/ 2450307 w 2543175"/>
              <a:gd name="connsiteY181" fmla="*/ 1769269 h 1890712"/>
              <a:gd name="connsiteX182" fmla="*/ 2466975 w 2543175"/>
              <a:gd name="connsiteY182" fmla="*/ 1783556 h 1890712"/>
              <a:gd name="connsiteX183" fmla="*/ 2481263 w 2543175"/>
              <a:gd name="connsiteY183" fmla="*/ 1795462 h 1890712"/>
              <a:gd name="connsiteX184" fmla="*/ 2486025 w 2543175"/>
              <a:gd name="connsiteY184" fmla="*/ 1802606 h 1890712"/>
              <a:gd name="connsiteX185" fmla="*/ 2493169 w 2543175"/>
              <a:gd name="connsiteY185" fmla="*/ 1807369 h 1890712"/>
              <a:gd name="connsiteX186" fmla="*/ 2495550 w 2543175"/>
              <a:gd name="connsiteY186" fmla="*/ 1816894 h 1890712"/>
              <a:gd name="connsiteX187" fmla="*/ 2497932 w 2543175"/>
              <a:gd name="connsiteY187" fmla="*/ 1824037 h 1890712"/>
              <a:gd name="connsiteX188" fmla="*/ 2514600 w 2543175"/>
              <a:gd name="connsiteY188" fmla="*/ 1850231 h 1890712"/>
              <a:gd name="connsiteX189" fmla="*/ 2519363 w 2543175"/>
              <a:gd name="connsiteY189" fmla="*/ 1857375 h 1890712"/>
              <a:gd name="connsiteX190" fmla="*/ 2540794 w 2543175"/>
              <a:gd name="connsiteY190" fmla="*/ 1883569 h 1890712"/>
              <a:gd name="connsiteX191" fmla="*/ 2543175 w 2543175"/>
              <a:gd name="connsiteY191"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59719 w 2543175"/>
              <a:gd name="connsiteY114" fmla="*/ 1121569 h 1890712"/>
              <a:gd name="connsiteX115" fmla="*/ 1569244 w 2543175"/>
              <a:gd name="connsiteY115" fmla="*/ 1131094 h 1890712"/>
              <a:gd name="connsiteX116" fmla="*/ 1597819 w 2543175"/>
              <a:gd name="connsiteY116" fmla="*/ 1154906 h 1890712"/>
              <a:gd name="connsiteX117" fmla="*/ 1604963 w 2543175"/>
              <a:gd name="connsiteY117" fmla="*/ 1162050 h 1890712"/>
              <a:gd name="connsiteX118" fmla="*/ 1612107 w 2543175"/>
              <a:gd name="connsiteY118" fmla="*/ 1166812 h 1890712"/>
              <a:gd name="connsiteX119" fmla="*/ 1628775 w 2543175"/>
              <a:gd name="connsiteY119" fmla="*/ 1183481 h 1890712"/>
              <a:gd name="connsiteX120" fmla="*/ 1662113 w 2543175"/>
              <a:gd name="connsiteY120" fmla="*/ 1209675 h 1890712"/>
              <a:gd name="connsiteX121" fmla="*/ 1678782 w 2543175"/>
              <a:gd name="connsiteY121" fmla="*/ 1226344 h 1890712"/>
              <a:gd name="connsiteX122" fmla="*/ 1700213 w 2543175"/>
              <a:gd name="connsiteY122" fmla="*/ 1247775 h 1890712"/>
              <a:gd name="connsiteX123" fmla="*/ 1712119 w 2543175"/>
              <a:gd name="connsiteY123" fmla="*/ 1259681 h 1890712"/>
              <a:gd name="connsiteX124" fmla="*/ 1733550 w 2543175"/>
              <a:gd name="connsiteY124" fmla="*/ 1273969 h 1890712"/>
              <a:gd name="connsiteX125" fmla="*/ 1743075 w 2543175"/>
              <a:gd name="connsiteY125" fmla="*/ 1283494 h 1890712"/>
              <a:gd name="connsiteX126" fmla="*/ 1754982 w 2543175"/>
              <a:gd name="connsiteY126" fmla="*/ 1290637 h 1890712"/>
              <a:gd name="connsiteX127" fmla="*/ 1766888 w 2543175"/>
              <a:gd name="connsiteY127" fmla="*/ 1300162 h 1890712"/>
              <a:gd name="connsiteX128" fmla="*/ 1783557 w 2543175"/>
              <a:gd name="connsiteY128" fmla="*/ 1307306 h 1890712"/>
              <a:gd name="connsiteX129" fmla="*/ 1790700 w 2543175"/>
              <a:gd name="connsiteY129" fmla="*/ 1312069 h 1890712"/>
              <a:gd name="connsiteX130" fmla="*/ 1800225 w 2543175"/>
              <a:gd name="connsiteY130" fmla="*/ 1319212 h 1890712"/>
              <a:gd name="connsiteX131" fmla="*/ 1807369 w 2543175"/>
              <a:gd name="connsiteY131" fmla="*/ 1321594 h 1890712"/>
              <a:gd name="connsiteX132" fmla="*/ 1824038 w 2543175"/>
              <a:gd name="connsiteY132" fmla="*/ 1333500 h 1890712"/>
              <a:gd name="connsiteX133" fmla="*/ 1843088 w 2543175"/>
              <a:gd name="connsiteY133" fmla="*/ 1352550 h 1890712"/>
              <a:gd name="connsiteX134" fmla="*/ 1852613 w 2543175"/>
              <a:gd name="connsiteY134" fmla="*/ 1359694 h 1890712"/>
              <a:gd name="connsiteX135" fmla="*/ 1859757 w 2543175"/>
              <a:gd name="connsiteY135" fmla="*/ 1366837 h 1890712"/>
              <a:gd name="connsiteX136" fmla="*/ 1869282 w 2543175"/>
              <a:gd name="connsiteY136" fmla="*/ 1371600 h 1890712"/>
              <a:gd name="connsiteX137" fmla="*/ 1883569 w 2543175"/>
              <a:gd name="connsiteY137" fmla="*/ 1388269 h 1890712"/>
              <a:gd name="connsiteX138" fmla="*/ 1893094 w 2543175"/>
              <a:gd name="connsiteY138" fmla="*/ 1395412 h 1890712"/>
              <a:gd name="connsiteX139" fmla="*/ 1902619 w 2543175"/>
              <a:gd name="connsiteY139" fmla="*/ 1404937 h 1890712"/>
              <a:gd name="connsiteX140" fmla="*/ 1912144 w 2543175"/>
              <a:gd name="connsiteY140" fmla="*/ 1409700 h 1890712"/>
              <a:gd name="connsiteX141" fmla="*/ 1931194 w 2543175"/>
              <a:gd name="connsiteY141" fmla="*/ 1421606 h 1890712"/>
              <a:gd name="connsiteX142" fmla="*/ 1935957 w 2543175"/>
              <a:gd name="connsiteY142" fmla="*/ 1428750 h 1890712"/>
              <a:gd name="connsiteX143" fmla="*/ 1952625 w 2543175"/>
              <a:gd name="connsiteY143" fmla="*/ 1438275 h 1890712"/>
              <a:gd name="connsiteX144" fmla="*/ 1971675 w 2543175"/>
              <a:gd name="connsiteY144" fmla="*/ 1450181 h 1890712"/>
              <a:gd name="connsiteX145" fmla="*/ 1981200 w 2543175"/>
              <a:gd name="connsiteY145" fmla="*/ 1454944 h 1890712"/>
              <a:gd name="connsiteX146" fmla="*/ 1997869 w 2543175"/>
              <a:gd name="connsiteY146" fmla="*/ 1471612 h 1890712"/>
              <a:gd name="connsiteX147" fmla="*/ 2007394 w 2543175"/>
              <a:gd name="connsiteY147" fmla="*/ 1478756 h 1890712"/>
              <a:gd name="connsiteX148" fmla="*/ 2016919 w 2543175"/>
              <a:gd name="connsiteY148" fmla="*/ 1483519 h 1890712"/>
              <a:gd name="connsiteX149" fmla="*/ 2024063 w 2543175"/>
              <a:gd name="connsiteY149" fmla="*/ 1490662 h 1890712"/>
              <a:gd name="connsiteX150" fmla="*/ 2033588 w 2543175"/>
              <a:gd name="connsiteY150" fmla="*/ 1495425 h 1890712"/>
              <a:gd name="connsiteX151" fmla="*/ 2040732 w 2543175"/>
              <a:gd name="connsiteY151" fmla="*/ 1502569 h 1890712"/>
              <a:gd name="connsiteX152" fmla="*/ 2047875 w 2543175"/>
              <a:gd name="connsiteY152" fmla="*/ 1507331 h 1890712"/>
              <a:gd name="connsiteX153" fmla="*/ 2057400 w 2543175"/>
              <a:gd name="connsiteY153" fmla="*/ 1514475 h 1890712"/>
              <a:gd name="connsiteX154" fmla="*/ 2064544 w 2543175"/>
              <a:gd name="connsiteY154" fmla="*/ 1519237 h 1890712"/>
              <a:gd name="connsiteX155" fmla="*/ 2071688 w 2543175"/>
              <a:gd name="connsiteY155" fmla="*/ 1526381 h 1890712"/>
              <a:gd name="connsiteX156" fmla="*/ 2081213 w 2543175"/>
              <a:gd name="connsiteY156" fmla="*/ 1531144 h 1890712"/>
              <a:gd name="connsiteX157" fmla="*/ 2090738 w 2543175"/>
              <a:gd name="connsiteY157" fmla="*/ 1538287 h 1890712"/>
              <a:gd name="connsiteX158" fmla="*/ 2109788 w 2543175"/>
              <a:gd name="connsiteY158" fmla="*/ 1547812 h 1890712"/>
              <a:gd name="connsiteX159" fmla="*/ 2131219 w 2543175"/>
              <a:gd name="connsiteY159" fmla="*/ 1562100 h 1890712"/>
              <a:gd name="connsiteX160" fmla="*/ 2140744 w 2543175"/>
              <a:gd name="connsiteY160" fmla="*/ 1566862 h 1890712"/>
              <a:gd name="connsiteX161" fmla="*/ 2152650 w 2543175"/>
              <a:gd name="connsiteY161" fmla="*/ 1576387 h 1890712"/>
              <a:gd name="connsiteX162" fmla="*/ 2181225 w 2543175"/>
              <a:gd name="connsiteY162" fmla="*/ 1590675 h 1890712"/>
              <a:gd name="connsiteX163" fmla="*/ 2200275 w 2543175"/>
              <a:gd name="connsiteY163" fmla="*/ 1607344 h 1890712"/>
              <a:gd name="connsiteX164" fmla="*/ 2207419 w 2543175"/>
              <a:gd name="connsiteY164" fmla="*/ 1612106 h 1890712"/>
              <a:gd name="connsiteX165" fmla="*/ 2216944 w 2543175"/>
              <a:gd name="connsiteY165" fmla="*/ 1619250 h 1890712"/>
              <a:gd name="connsiteX166" fmla="*/ 2224088 w 2543175"/>
              <a:gd name="connsiteY166" fmla="*/ 1624012 h 1890712"/>
              <a:gd name="connsiteX167" fmla="*/ 2247900 w 2543175"/>
              <a:gd name="connsiteY167" fmla="*/ 1643062 h 1890712"/>
              <a:gd name="connsiteX168" fmla="*/ 2255044 w 2543175"/>
              <a:gd name="connsiteY168" fmla="*/ 1650206 h 1890712"/>
              <a:gd name="connsiteX169" fmla="*/ 2281238 w 2543175"/>
              <a:gd name="connsiteY169" fmla="*/ 1664494 h 1890712"/>
              <a:gd name="connsiteX170" fmla="*/ 2297907 w 2543175"/>
              <a:gd name="connsiteY170" fmla="*/ 1674019 h 1890712"/>
              <a:gd name="connsiteX171" fmla="*/ 2305050 w 2543175"/>
              <a:gd name="connsiteY171" fmla="*/ 1678781 h 1890712"/>
              <a:gd name="connsiteX172" fmla="*/ 2312194 w 2543175"/>
              <a:gd name="connsiteY172" fmla="*/ 1685925 h 1890712"/>
              <a:gd name="connsiteX173" fmla="*/ 2321719 w 2543175"/>
              <a:gd name="connsiteY173" fmla="*/ 1690687 h 1890712"/>
              <a:gd name="connsiteX174" fmla="*/ 2328863 w 2543175"/>
              <a:gd name="connsiteY174" fmla="*/ 1697831 h 1890712"/>
              <a:gd name="connsiteX175" fmla="*/ 2350294 w 2543175"/>
              <a:gd name="connsiteY175" fmla="*/ 1712119 h 1890712"/>
              <a:gd name="connsiteX176" fmla="*/ 2359819 w 2543175"/>
              <a:gd name="connsiteY176" fmla="*/ 1719262 h 1890712"/>
              <a:gd name="connsiteX177" fmla="*/ 2369344 w 2543175"/>
              <a:gd name="connsiteY177" fmla="*/ 1724025 h 1890712"/>
              <a:gd name="connsiteX178" fmla="*/ 2376488 w 2543175"/>
              <a:gd name="connsiteY178" fmla="*/ 1731169 h 1890712"/>
              <a:gd name="connsiteX179" fmla="*/ 2402682 w 2543175"/>
              <a:gd name="connsiteY179" fmla="*/ 1747837 h 1890712"/>
              <a:gd name="connsiteX180" fmla="*/ 2450307 w 2543175"/>
              <a:gd name="connsiteY180" fmla="*/ 1769269 h 1890712"/>
              <a:gd name="connsiteX181" fmla="*/ 2466975 w 2543175"/>
              <a:gd name="connsiteY181" fmla="*/ 1783556 h 1890712"/>
              <a:gd name="connsiteX182" fmla="*/ 2481263 w 2543175"/>
              <a:gd name="connsiteY182" fmla="*/ 1795462 h 1890712"/>
              <a:gd name="connsiteX183" fmla="*/ 2486025 w 2543175"/>
              <a:gd name="connsiteY183" fmla="*/ 1802606 h 1890712"/>
              <a:gd name="connsiteX184" fmla="*/ 2493169 w 2543175"/>
              <a:gd name="connsiteY184" fmla="*/ 1807369 h 1890712"/>
              <a:gd name="connsiteX185" fmla="*/ 2495550 w 2543175"/>
              <a:gd name="connsiteY185" fmla="*/ 1816894 h 1890712"/>
              <a:gd name="connsiteX186" fmla="*/ 2497932 w 2543175"/>
              <a:gd name="connsiteY186" fmla="*/ 1824037 h 1890712"/>
              <a:gd name="connsiteX187" fmla="*/ 2514600 w 2543175"/>
              <a:gd name="connsiteY187" fmla="*/ 1850231 h 1890712"/>
              <a:gd name="connsiteX188" fmla="*/ 2519363 w 2543175"/>
              <a:gd name="connsiteY188" fmla="*/ 1857375 h 1890712"/>
              <a:gd name="connsiteX189" fmla="*/ 2540794 w 2543175"/>
              <a:gd name="connsiteY189" fmla="*/ 1883569 h 1890712"/>
              <a:gd name="connsiteX190" fmla="*/ 2543175 w 2543175"/>
              <a:gd name="connsiteY19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59719 w 2543175"/>
              <a:gd name="connsiteY114" fmla="*/ 1121569 h 1890712"/>
              <a:gd name="connsiteX115" fmla="*/ 1550194 w 2543175"/>
              <a:gd name="connsiteY115" fmla="*/ 1135856 h 1890712"/>
              <a:gd name="connsiteX116" fmla="*/ 1597819 w 2543175"/>
              <a:gd name="connsiteY116" fmla="*/ 1154906 h 1890712"/>
              <a:gd name="connsiteX117" fmla="*/ 1604963 w 2543175"/>
              <a:gd name="connsiteY117" fmla="*/ 1162050 h 1890712"/>
              <a:gd name="connsiteX118" fmla="*/ 1612107 w 2543175"/>
              <a:gd name="connsiteY118" fmla="*/ 1166812 h 1890712"/>
              <a:gd name="connsiteX119" fmla="*/ 1628775 w 2543175"/>
              <a:gd name="connsiteY119" fmla="*/ 1183481 h 1890712"/>
              <a:gd name="connsiteX120" fmla="*/ 1662113 w 2543175"/>
              <a:gd name="connsiteY120" fmla="*/ 1209675 h 1890712"/>
              <a:gd name="connsiteX121" fmla="*/ 1678782 w 2543175"/>
              <a:gd name="connsiteY121" fmla="*/ 1226344 h 1890712"/>
              <a:gd name="connsiteX122" fmla="*/ 1700213 w 2543175"/>
              <a:gd name="connsiteY122" fmla="*/ 1247775 h 1890712"/>
              <a:gd name="connsiteX123" fmla="*/ 1712119 w 2543175"/>
              <a:gd name="connsiteY123" fmla="*/ 1259681 h 1890712"/>
              <a:gd name="connsiteX124" fmla="*/ 1733550 w 2543175"/>
              <a:gd name="connsiteY124" fmla="*/ 1273969 h 1890712"/>
              <a:gd name="connsiteX125" fmla="*/ 1743075 w 2543175"/>
              <a:gd name="connsiteY125" fmla="*/ 1283494 h 1890712"/>
              <a:gd name="connsiteX126" fmla="*/ 1754982 w 2543175"/>
              <a:gd name="connsiteY126" fmla="*/ 1290637 h 1890712"/>
              <a:gd name="connsiteX127" fmla="*/ 1766888 w 2543175"/>
              <a:gd name="connsiteY127" fmla="*/ 1300162 h 1890712"/>
              <a:gd name="connsiteX128" fmla="*/ 1783557 w 2543175"/>
              <a:gd name="connsiteY128" fmla="*/ 1307306 h 1890712"/>
              <a:gd name="connsiteX129" fmla="*/ 1790700 w 2543175"/>
              <a:gd name="connsiteY129" fmla="*/ 1312069 h 1890712"/>
              <a:gd name="connsiteX130" fmla="*/ 1800225 w 2543175"/>
              <a:gd name="connsiteY130" fmla="*/ 1319212 h 1890712"/>
              <a:gd name="connsiteX131" fmla="*/ 1807369 w 2543175"/>
              <a:gd name="connsiteY131" fmla="*/ 1321594 h 1890712"/>
              <a:gd name="connsiteX132" fmla="*/ 1824038 w 2543175"/>
              <a:gd name="connsiteY132" fmla="*/ 1333500 h 1890712"/>
              <a:gd name="connsiteX133" fmla="*/ 1843088 w 2543175"/>
              <a:gd name="connsiteY133" fmla="*/ 1352550 h 1890712"/>
              <a:gd name="connsiteX134" fmla="*/ 1852613 w 2543175"/>
              <a:gd name="connsiteY134" fmla="*/ 1359694 h 1890712"/>
              <a:gd name="connsiteX135" fmla="*/ 1859757 w 2543175"/>
              <a:gd name="connsiteY135" fmla="*/ 1366837 h 1890712"/>
              <a:gd name="connsiteX136" fmla="*/ 1869282 w 2543175"/>
              <a:gd name="connsiteY136" fmla="*/ 1371600 h 1890712"/>
              <a:gd name="connsiteX137" fmla="*/ 1883569 w 2543175"/>
              <a:gd name="connsiteY137" fmla="*/ 1388269 h 1890712"/>
              <a:gd name="connsiteX138" fmla="*/ 1893094 w 2543175"/>
              <a:gd name="connsiteY138" fmla="*/ 1395412 h 1890712"/>
              <a:gd name="connsiteX139" fmla="*/ 1902619 w 2543175"/>
              <a:gd name="connsiteY139" fmla="*/ 1404937 h 1890712"/>
              <a:gd name="connsiteX140" fmla="*/ 1912144 w 2543175"/>
              <a:gd name="connsiteY140" fmla="*/ 1409700 h 1890712"/>
              <a:gd name="connsiteX141" fmla="*/ 1931194 w 2543175"/>
              <a:gd name="connsiteY141" fmla="*/ 1421606 h 1890712"/>
              <a:gd name="connsiteX142" fmla="*/ 1935957 w 2543175"/>
              <a:gd name="connsiteY142" fmla="*/ 1428750 h 1890712"/>
              <a:gd name="connsiteX143" fmla="*/ 1952625 w 2543175"/>
              <a:gd name="connsiteY143" fmla="*/ 1438275 h 1890712"/>
              <a:gd name="connsiteX144" fmla="*/ 1971675 w 2543175"/>
              <a:gd name="connsiteY144" fmla="*/ 1450181 h 1890712"/>
              <a:gd name="connsiteX145" fmla="*/ 1981200 w 2543175"/>
              <a:gd name="connsiteY145" fmla="*/ 1454944 h 1890712"/>
              <a:gd name="connsiteX146" fmla="*/ 1997869 w 2543175"/>
              <a:gd name="connsiteY146" fmla="*/ 1471612 h 1890712"/>
              <a:gd name="connsiteX147" fmla="*/ 2007394 w 2543175"/>
              <a:gd name="connsiteY147" fmla="*/ 1478756 h 1890712"/>
              <a:gd name="connsiteX148" fmla="*/ 2016919 w 2543175"/>
              <a:gd name="connsiteY148" fmla="*/ 1483519 h 1890712"/>
              <a:gd name="connsiteX149" fmla="*/ 2024063 w 2543175"/>
              <a:gd name="connsiteY149" fmla="*/ 1490662 h 1890712"/>
              <a:gd name="connsiteX150" fmla="*/ 2033588 w 2543175"/>
              <a:gd name="connsiteY150" fmla="*/ 1495425 h 1890712"/>
              <a:gd name="connsiteX151" fmla="*/ 2040732 w 2543175"/>
              <a:gd name="connsiteY151" fmla="*/ 1502569 h 1890712"/>
              <a:gd name="connsiteX152" fmla="*/ 2047875 w 2543175"/>
              <a:gd name="connsiteY152" fmla="*/ 1507331 h 1890712"/>
              <a:gd name="connsiteX153" fmla="*/ 2057400 w 2543175"/>
              <a:gd name="connsiteY153" fmla="*/ 1514475 h 1890712"/>
              <a:gd name="connsiteX154" fmla="*/ 2064544 w 2543175"/>
              <a:gd name="connsiteY154" fmla="*/ 1519237 h 1890712"/>
              <a:gd name="connsiteX155" fmla="*/ 2071688 w 2543175"/>
              <a:gd name="connsiteY155" fmla="*/ 1526381 h 1890712"/>
              <a:gd name="connsiteX156" fmla="*/ 2081213 w 2543175"/>
              <a:gd name="connsiteY156" fmla="*/ 1531144 h 1890712"/>
              <a:gd name="connsiteX157" fmla="*/ 2090738 w 2543175"/>
              <a:gd name="connsiteY157" fmla="*/ 1538287 h 1890712"/>
              <a:gd name="connsiteX158" fmla="*/ 2109788 w 2543175"/>
              <a:gd name="connsiteY158" fmla="*/ 1547812 h 1890712"/>
              <a:gd name="connsiteX159" fmla="*/ 2131219 w 2543175"/>
              <a:gd name="connsiteY159" fmla="*/ 1562100 h 1890712"/>
              <a:gd name="connsiteX160" fmla="*/ 2140744 w 2543175"/>
              <a:gd name="connsiteY160" fmla="*/ 1566862 h 1890712"/>
              <a:gd name="connsiteX161" fmla="*/ 2152650 w 2543175"/>
              <a:gd name="connsiteY161" fmla="*/ 1576387 h 1890712"/>
              <a:gd name="connsiteX162" fmla="*/ 2181225 w 2543175"/>
              <a:gd name="connsiteY162" fmla="*/ 1590675 h 1890712"/>
              <a:gd name="connsiteX163" fmla="*/ 2200275 w 2543175"/>
              <a:gd name="connsiteY163" fmla="*/ 1607344 h 1890712"/>
              <a:gd name="connsiteX164" fmla="*/ 2207419 w 2543175"/>
              <a:gd name="connsiteY164" fmla="*/ 1612106 h 1890712"/>
              <a:gd name="connsiteX165" fmla="*/ 2216944 w 2543175"/>
              <a:gd name="connsiteY165" fmla="*/ 1619250 h 1890712"/>
              <a:gd name="connsiteX166" fmla="*/ 2224088 w 2543175"/>
              <a:gd name="connsiteY166" fmla="*/ 1624012 h 1890712"/>
              <a:gd name="connsiteX167" fmla="*/ 2247900 w 2543175"/>
              <a:gd name="connsiteY167" fmla="*/ 1643062 h 1890712"/>
              <a:gd name="connsiteX168" fmla="*/ 2255044 w 2543175"/>
              <a:gd name="connsiteY168" fmla="*/ 1650206 h 1890712"/>
              <a:gd name="connsiteX169" fmla="*/ 2281238 w 2543175"/>
              <a:gd name="connsiteY169" fmla="*/ 1664494 h 1890712"/>
              <a:gd name="connsiteX170" fmla="*/ 2297907 w 2543175"/>
              <a:gd name="connsiteY170" fmla="*/ 1674019 h 1890712"/>
              <a:gd name="connsiteX171" fmla="*/ 2305050 w 2543175"/>
              <a:gd name="connsiteY171" fmla="*/ 1678781 h 1890712"/>
              <a:gd name="connsiteX172" fmla="*/ 2312194 w 2543175"/>
              <a:gd name="connsiteY172" fmla="*/ 1685925 h 1890712"/>
              <a:gd name="connsiteX173" fmla="*/ 2321719 w 2543175"/>
              <a:gd name="connsiteY173" fmla="*/ 1690687 h 1890712"/>
              <a:gd name="connsiteX174" fmla="*/ 2328863 w 2543175"/>
              <a:gd name="connsiteY174" fmla="*/ 1697831 h 1890712"/>
              <a:gd name="connsiteX175" fmla="*/ 2350294 w 2543175"/>
              <a:gd name="connsiteY175" fmla="*/ 1712119 h 1890712"/>
              <a:gd name="connsiteX176" fmla="*/ 2359819 w 2543175"/>
              <a:gd name="connsiteY176" fmla="*/ 1719262 h 1890712"/>
              <a:gd name="connsiteX177" fmla="*/ 2369344 w 2543175"/>
              <a:gd name="connsiteY177" fmla="*/ 1724025 h 1890712"/>
              <a:gd name="connsiteX178" fmla="*/ 2376488 w 2543175"/>
              <a:gd name="connsiteY178" fmla="*/ 1731169 h 1890712"/>
              <a:gd name="connsiteX179" fmla="*/ 2402682 w 2543175"/>
              <a:gd name="connsiteY179" fmla="*/ 1747837 h 1890712"/>
              <a:gd name="connsiteX180" fmla="*/ 2450307 w 2543175"/>
              <a:gd name="connsiteY180" fmla="*/ 1769269 h 1890712"/>
              <a:gd name="connsiteX181" fmla="*/ 2466975 w 2543175"/>
              <a:gd name="connsiteY181" fmla="*/ 1783556 h 1890712"/>
              <a:gd name="connsiteX182" fmla="*/ 2481263 w 2543175"/>
              <a:gd name="connsiteY182" fmla="*/ 1795462 h 1890712"/>
              <a:gd name="connsiteX183" fmla="*/ 2486025 w 2543175"/>
              <a:gd name="connsiteY183" fmla="*/ 1802606 h 1890712"/>
              <a:gd name="connsiteX184" fmla="*/ 2493169 w 2543175"/>
              <a:gd name="connsiteY184" fmla="*/ 1807369 h 1890712"/>
              <a:gd name="connsiteX185" fmla="*/ 2495550 w 2543175"/>
              <a:gd name="connsiteY185" fmla="*/ 1816894 h 1890712"/>
              <a:gd name="connsiteX186" fmla="*/ 2497932 w 2543175"/>
              <a:gd name="connsiteY186" fmla="*/ 1824037 h 1890712"/>
              <a:gd name="connsiteX187" fmla="*/ 2514600 w 2543175"/>
              <a:gd name="connsiteY187" fmla="*/ 1850231 h 1890712"/>
              <a:gd name="connsiteX188" fmla="*/ 2519363 w 2543175"/>
              <a:gd name="connsiteY188" fmla="*/ 1857375 h 1890712"/>
              <a:gd name="connsiteX189" fmla="*/ 2540794 w 2543175"/>
              <a:gd name="connsiteY189" fmla="*/ 1883569 h 1890712"/>
              <a:gd name="connsiteX190" fmla="*/ 2543175 w 2543175"/>
              <a:gd name="connsiteY19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59719 w 2543175"/>
              <a:gd name="connsiteY114" fmla="*/ 1121569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59819 w 2543175"/>
              <a:gd name="connsiteY175" fmla="*/ 1719262 h 1890712"/>
              <a:gd name="connsiteX176" fmla="*/ 2369344 w 2543175"/>
              <a:gd name="connsiteY176" fmla="*/ 1724025 h 1890712"/>
              <a:gd name="connsiteX177" fmla="*/ 2376488 w 2543175"/>
              <a:gd name="connsiteY177" fmla="*/ 1731169 h 1890712"/>
              <a:gd name="connsiteX178" fmla="*/ 2402682 w 2543175"/>
              <a:gd name="connsiteY178" fmla="*/ 1747837 h 1890712"/>
              <a:gd name="connsiteX179" fmla="*/ 2450307 w 2543175"/>
              <a:gd name="connsiteY179" fmla="*/ 1769269 h 1890712"/>
              <a:gd name="connsiteX180" fmla="*/ 2466975 w 2543175"/>
              <a:gd name="connsiteY180" fmla="*/ 1783556 h 1890712"/>
              <a:gd name="connsiteX181" fmla="*/ 2481263 w 2543175"/>
              <a:gd name="connsiteY181" fmla="*/ 1795462 h 1890712"/>
              <a:gd name="connsiteX182" fmla="*/ 2486025 w 2543175"/>
              <a:gd name="connsiteY182" fmla="*/ 1802606 h 1890712"/>
              <a:gd name="connsiteX183" fmla="*/ 2493169 w 2543175"/>
              <a:gd name="connsiteY183" fmla="*/ 1807369 h 1890712"/>
              <a:gd name="connsiteX184" fmla="*/ 2495550 w 2543175"/>
              <a:gd name="connsiteY184" fmla="*/ 1816894 h 1890712"/>
              <a:gd name="connsiteX185" fmla="*/ 2497932 w 2543175"/>
              <a:gd name="connsiteY185" fmla="*/ 1824037 h 1890712"/>
              <a:gd name="connsiteX186" fmla="*/ 2514600 w 2543175"/>
              <a:gd name="connsiteY186" fmla="*/ 1850231 h 1890712"/>
              <a:gd name="connsiteX187" fmla="*/ 2519363 w 2543175"/>
              <a:gd name="connsiteY187" fmla="*/ 1857375 h 1890712"/>
              <a:gd name="connsiteX188" fmla="*/ 2540794 w 2543175"/>
              <a:gd name="connsiteY188" fmla="*/ 1883569 h 1890712"/>
              <a:gd name="connsiteX189" fmla="*/ 2543175 w 2543175"/>
              <a:gd name="connsiteY18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59819 w 2543175"/>
              <a:gd name="connsiteY175" fmla="*/ 1719262 h 1890712"/>
              <a:gd name="connsiteX176" fmla="*/ 2369344 w 2543175"/>
              <a:gd name="connsiteY176" fmla="*/ 1724025 h 1890712"/>
              <a:gd name="connsiteX177" fmla="*/ 2376488 w 2543175"/>
              <a:gd name="connsiteY177" fmla="*/ 1731169 h 1890712"/>
              <a:gd name="connsiteX178" fmla="*/ 2402682 w 2543175"/>
              <a:gd name="connsiteY178" fmla="*/ 1747837 h 1890712"/>
              <a:gd name="connsiteX179" fmla="*/ 2450307 w 2543175"/>
              <a:gd name="connsiteY179" fmla="*/ 1769269 h 1890712"/>
              <a:gd name="connsiteX180" fmla="*/ 2466975 w 2543175"/>
              <a:gd name="connsiteY180" fmla="*/ 1783556 h 1890712"/>
              <a:gd name="connsiteX181" fmla="*/ 2481263 w 2543175"/>
              <a:gd name="connsiteY181" fmla="*/ 1795462 h 1890712"/>
              <a:gd name="connsiteX182" fmla="*/ 2486025 w 2543175"/>
              <a:gd name="connsiteY182" fmla="*/ 1802606 h 1890712"/>
              <a:gd name="connsiteX183" fmla="*/ 2493169 w 2543175"/>
              <a:gd name="connsiteY183" fmla="*/ 1807369 h 1890712"/>
              <a:gd name="connsiteX184" fmla="*/ 2495550 w 2543175"/>
              <a:gd name="connsiteY184" fmla="*/ 1816894 h 1890712"/>
              <a:gd name="connsiteX185" fmla="*/ 2497932 w 2543175"/>
              <a:gd name="connsiteY185" fmla="*/ 1824037 h 1890712"/>
              <a:gd name="connsiteX186" fmla="*/ 2514600 w 2543175"/>
              <a:gd name="connsiteY186" fmla="*/ 1850231 h 1890712"/>
              <a:gd name="connsiteX187" fmla="*/ 2519363 w 2543175"/>
              <a:gd name="connsiteY187" fmla="*/ 1857375 h 1890712"/>
              <a:gd name="connsiteX188" fmla="*/ 2540794 w 2543175"/>
              <a:gd name="connsiteY188" fmla="*/ 1883569 h 1890712"/>
              <a:gd name="connsiteX189" fmla="*/ 2543175 w 2543175"/>
              <a:gd name="connsiteY18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59819 w 2543175"/>
              <a:gd name="connsiteY175" fmla="*/ 1719262 h 1890712"/>
              <a:gd name="connsiteX176" fmla="*/ 2369344 w 2543175"/>
              <a:gd name="connsiteY176" fmla="*/ 1724025 h 1890712"/>
              <a:gd name="connsiteX177" fmla="*/ 2376488 w 2543175"/>
              <a:gd name="connsiteY177" fmla="*/ 1731169 h 1890712"/>
              <a:gd name="connsiteX178" fmla="*/ 2402682 w 2543175"/>
              <a:gd name="connsiteY178" fmla="*/ 1747837 h 1890712"/>
              <a:gd name="connsiteX179" fmla="*/ 2428876 w 2543175"/>
              <a:gd name="connsiteY179" fmla="*/ 1785938 h 1890712"/>
              <a:gd name="connsiteX180" fmla="*/ 2466975 w 2543175"/>
              <a:gd name="connsiteY180" fmla="*/ 1783556 h 1890712"/>
              <a:gd name="connsiteX181" fmla="*/ 2481263 w 2543175"/>
              <a:gd name="connsiteY181" fmla="*/ 1795462 h 1890712"/>
              <a:gd name="connsiteX182" fmla="*/ 2486025 w 2543175"/>
              <a:gd name="connsiteY182" fmla="*/ 1802606 h 1890712"/>
              <a:gd name="connsiteX183" fmla="*/ 2493169 w 2543175"/>
              <a:gd name="connsiteY183" fmla="*/ 1807369 h 1890712"/>
              <a:gd name="connsiteX184" fmla="*/ 2495550 w 2543175"/>
              <a:gd name="connsiteY184" fmla="*/ 1816894 h 1890712"/>
              <a:gd name="connsiteX185" fmla="*/ 2497932 w 2543175"/>
              <a:gd name="connsiteY185" fmla="*/ 1824037 h 1890712"/>
              <a:gd name="connsiteX186" fmla="*/ 2514600 w 2543175"/>
              <a:gd name="connsiteY186" fmla="*/ 1850231 h 1890712"/>
              <a:gd name="connsiteX187" fmla="*/ 2519363 w 2543175"/>
              <a:gd name="connsiteY187" fmla="*/ 1857375 h 1890712"/>
              <a:gd name="connsiteX188" fmla="*/ 2540794 w 2543175"/>
              <a:gd name="connsiteY188" fmla="*/ 1883569 h 1890712"/>
              <a:gd name="connsiteX189" fmla="*/ 2543175 w 2543175"/>
              <a:gd name="connsiteY18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59819 w 2543175"/>
              <a:gd name="connsiteY175" fmla="*/ 1719262 h 1890712"/>
              <a:gd name="connsiteX176" fmla="*/ 2369344 w 2543175"/>
              <a:gd name="connsiteY176" fmla="*/ 1724025 h 1890712"/>
              <a:gd name="connsiteX177" fmla="*/ 2376488 w 2543175"/>
              <a:gd name="connsiteY177" fmla="*/ 1731169 h 1890712"/>
              <a:gd name="connsiteX178" fmla="*/ 2428876 w 2543175"/>
              <a:gd name="connsiteY178" fmla="*/ 1785938 h 1890712"/>
              <a:gd name="connsiteX179" fmla="*/ 2466975 w 2543175"/>
              <a:gd name="connsiteY179" fmla="*/ 1783556 h 1890712"/>
              <a:gd name="connsiteX180" fmla="*/ 2481263 w 2543175"/>
              <a:gd name="connsiteY180" fmla="*/ 1795462 h 1890712"/>
              <a:gd name="connsiteX181" fmla="*/ 2486025 w 2543175"/>
              <a:gd name="connsiteY181" fmla="*/ 1802606 h 1890712"/>
              <a:gd name="connsiteX182" fmla="*/ 2493169 w 2543175"/>
              <a:gd name="connsiteY182" fmla="*/ 1807369 h 1890712"/>
              <a:gd name="connsiteX183" fmla="*/ 2495550 w 2543175"/>
              <a:gd name="connsiteY183" fmla="*/ 1816894 h 1890712"/>
              <a:gd name="connsiteX184" fmla="*/ 2497932 w 2543175"/>
              <a:gd name="connsiteY184" fmla="*/ 1824037 h 1890712"/>
              <a:gd name="connsiteX185" fmla="*/ 2514600 w 2543175"/>
              <a:gd name="connsiteY185" fmla="*/ 1850231 h 1890712"/>
              <a:gd name="connsiteX186" fmla="*/ 2519363 w 2543175"/>
              <a:gd name="connsiteY186" fmla="*/ 1857375 h 1890712"/>
              <a:gd name="connsiteX187" fmla="*/ 2540794 w 2543175"/>
              <a:gd name="connsiteY187" fmla="*/ 1883569 h 1890712"/>
              <a:gd name="connsiteX188" fmla="*/ 2543175 w 2543175"/>
              <a:gd name="connsiteY188"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59819 w 2543175"/>
              <a:gd name="connsiteY175" fmla="*/ 1719262 h 1890712"/>
              <a:gd name="connsiteX176" fmla="*/ 2369344 w 2543175"/>
              <a:gd name="connsiteY176" fmla="*/ 1724025 h 1890712"/>
              <a:gd name="connsiteX177" fmla="*/ 2428876 w 2543175"/>
              <a:gd name="connsiteY177" fmla="*/ 1785938 h 1890712"/>
              <a:gd name="connsiteX178" fmla="*/ 2466975 w 2543175"/>
              <a:gd name="connsiteY178" fmla="*/ 1783556 h 1890712"/>
              <a:gd name="connsiteX179" fmla="*/ 2481263 w 2543175"/>
              <a:gd name="connsiteY179" fmla="*/ 1795462 h 1890712"/>
              <a:gd name="connsiteX180" fmla="*/ 2486025 w 2543175"/>
              <a:gd name="connsiteY180" fmla="*/ 1802606 h 1890712"/>
              <a:gd name="connsiteX181" fmla="*/ 2493169 w 2543175"/>
              <a:gd name="connsiteY181" fmla="*/ 1807369 h 1890712"/>
              <a:gd name="connsiteX182" fmla="*/ 2495550 w 2543175"/>
              <a:gd name="connsiteY182" fmla="*/ 1816894 h 1890712"/>
              <a:gd name="connsiteX183" fmla="*/ 2497932 w 2543175"/>
              <a:gd name="connsiteY183" fmla="*/ 1824037 h 1890712"/>
              <a:gd name="connsiteX184" fmla="*/ 2514600 w 2543175"/>
              <a:gd name="connsiteY184" fmla="*/ 1850231 h 1890712"/>
              <a:gd name="connsiteX185" fmla="*/ 2519363 w 2543175"/>
              <a:gd name="connsiteY185" fmla="*/ 1857375 h 1890712"/>
              <a:gd name="connsiteX186" fmla="*/ 2540794 w 2543175"/>
              <a:gd name="connsiteY186" fmla="*/ 1883569 h 1890712"/>
              <a:gd name="connsiteX187" fmla="*/ 2543175 w 2543175"/>
              <a:gd name="connsiteY187"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69344 w 2543175"/>
              <a:gd name="connsiteY175" fmla="*/ 1724025 h 1890712"/>
              <a:gd name="connsiteX176" fmla="*/ 2428876 w 2543175"/>
              <a:gd name="connsiteY176" fmla="*/ 1785938 h 1890712"/>
              <a:gd name="connsiteX177" fmla="*/ 2466975 w 2543175"/>
              <a:gd name="connsiteY177" fmla="*/ 1783556 h 1890712"/>
              <a:gd name="connsiteX178" fmla="*/ 2481263 w 2543175"/>
              <a:gd name="connsiteY178" fmla="*/ 1795462 h 1890712"/>
              <a:gd name="connsiteX179" fmla="*/ 2486025 w 2543175"/>
              <a:gd name="connsiteY179" fmla="*/ 1802606 h 1890712"/>
              <a:gd name="connsiteX180" fmla="*/ 2493169 w 2543175"/>
              <a:gd name="connsiteY180" fmla="*/ 1807369 h 1890712"/>
              <a:gd name="connsiteX181" fmla="*/ 2495550 w 2543175"/>
              <a:gd name="connsiteY181" fmla="*/ 1816894 h 1890712"/>
              <a:gd name="connsiteX182" fmla="*/ 2497932 w 2543175"/>
              <a:gd name="connsiteY182" fmla="*/ 1824037 h 1890712"/>
              <a:gd name="connsiteX183" fmla="*/ 2514600 w 2543175"/>
              <a:gd name="connsiteY183" fmla="*/ 1850231 h 1890712"/>
              <a:gd name="connsiteX184" fmla="*/ 2519363 w 2543175"/>
              <a:gd name="connsiteY184" fmla="*/ 1857375 h 1890712"/>
              <a:gd name="connsiteX185" fmla="*/ 2540794 w 2543175"/>
              <a:gd name="connsiteY185" fmla="*/ 1883569 h 1890712"/>
              <a:gd name="connsiteX186" fmla="*/ 2543175 w 2543175"/>
              <a:gd name="connsiteY18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8863 w 2543175"/>
              <a:gd name="connsiteY172" fmla="*/ 1697831 h 1890712"/>
              <a:gd name="connsiteX173" fmla="*/ 2350294 w 2543175"/>
              <a:gd name="connsiteY173" fmla="*/ 1712119 h 1890712"/>
              <a:gd name="connsiteX174" fmla="*/ 2369344 w 2543175"/>
              <a:gd name="connsiteY174" fmla="*/ 1724025 h 1890712"/>
              <a:gd name="connsiteX175" fmla="*/ 2428876 w 2543175"/>
              <a:gd name="connsiteY175" fmla="*/ 1785938 h 1890712"/>
              <a:gd name="connsiteX176" fmla="*/ 2466975 w 2543175"/>
              <a:gd name="connsiteY176" fmla="*/ 1783556 h 1890712"/>
              <a:gd name="connsiteX177" fmla="*/ 2481263 w 2543175"/>
              <a:gd name="connsiteY177" fmla="*/ 1795462 h 1890712"/>
              <a:gd name="connsiteX178" fmla="*/ 2486025 w 2543175"/>
              <a:gd name="connsiteY178" fmla="*/ 1802606 h 1890712"/>
              <a:gd name="connsiteX179" fmla="*/ 2493169 w 2543175"/>
              <a:gd name="connsiteY179" fmla="*/ 1807369 h 1890712"/>
              <a:gd name="connsiteX180" fmla="*/ 2495550 w 2543175"/>
              <a:gd name="connsiteY180" fmla="*/ 1816894 h 1890712"/>
              <a:gd name="connsiteX181" fmla="*/ 2497932 w 2543175"/>
              <a:gd name="connsiteY181" fmla="*/ 1824037 h 1890712"/>
              <a:gd name="connsiteX182" fmla="*/ 2514600 w 2543175"/>
              <a:gd name="connsiteY182" fmla="*/ 1850231 h 1890712"/>
              <a:gd name="connsiteX183" fmla="*/ 2519363 w 2543175"/>
              <a:gd name="connsiteY183" fmla="*/ 1857375 h 1890712"/>
              <a:gd name="connsiteX184" fmla="*/ 2540794 w 2543175"/>
              <a:gd name="connsiteY184" fmla="*/ 1883569 h 1890712"/>
              <a:gd name="connsiteX185" fmla="*/ 2543175 w 2543175"/>
              <a:gd name="connsiteY185"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12194 w 2543175"/>
              <a:gd name="connsiteY170" fmla="*/ 1685925 h 1890712"/>
              <a:gd name="connsiteX171" fmla="*/ 2328863 w 2543175"/>
              <a:gd name="connsiteY171" fmla="*/ 1697831 h 1890712"/>
              <a:gd name="connsiteX172" fmla="*/ 2350294 w 2543175"/>
              <a:gd name="connsiteY172" fmla="*/ 1712119 h 1890712"/>
              <a:gd name="connsiteX173" fmla="*/ 2369344 w 2543175"/>
              <a:gd name="connsiteY173" fmla="*/ 1724025 h 1890712"/>
              <a:gd name="connsiteX174" fmla="*/ 2428876 w 2543175"/>
              <a:gd name="connsiteY174" fmla="*/ 1785938 h 1890712"/>
              <a:gd name="connsiteX175" fmla="*/ 2466975 w 2543175"/>
              <a:gd name="connsiteY175" fmla="*/ 1783556 h 1890712"/>
              <a:gd name="connsiteX176" fmla="*/ 2481263 w 2543175"/>
              <a:gd name="connsiteY176" fmla="*/ 1795462 h 1890712"/>
              <a:gd name="connsiteX177" fmla="*/ 2486025 w 2543175"/>
              <a:gd name="connsiteY177" fmla="*/ 1802606 h 1890712"/>
              <a:gd name="connsiteX178" fmla="*/ 2493169 w 2543175"/>
              <a:gd name="connsiteY178" fmla="*/ 1807369 h 1890712"/>
              <a:gd name="connsiteX179" fmla="*/ 2495550 w 2543175"/>
              <a:gd name="connsiteY179" fmla="*/ 1816894 h 1890712"/>
              <a:gd name="connsiteX180" fmla="*/ 2497932 w 2543175"/>
              <a:gd name="connsiteY180" fmla="*/ 1824037 h 1890712"/>
              <a:gd name="connsiteX181" fmla="*/ 2514600 w 2543175"/>
              <a:gd name="connsiteY181" fmla="*/ 1850231 h 1890712"/>
              <a:gd name="connsiteX182" fmla="*/ 2519363 w 2543175"/>
              <a:gd name="connsiteY182" fmla="*/ 1857375 h 1890712"/>
              <a:gd name="connsiteX183" fmla="*/ 2540794 w 2543175"/>
              <a:gd name="connsiteY183" fmla="*/ 1883569 h 1890712"/>
              <a:gd name="connsiteX184" fmla="*/ 2543175 w 2543175"/>
              <a:gd name="connsiteY18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12194 w 2543175"/>
              <a:gd name="connsiteY170" fmla="*/ 1685925 h 1890712"/>
              <a:gd name="connsiteX171" fmla="*/ 2328863 w 2543175"/>
              <a:gd name="connsiteY171" fmla="*/ 1697831 h 1890712"/>
              <a:gd name="connsiteX172" fmla="*/ 2350294 w 2543175"/>
              <a:gd name="connsiteY172" fmla="*/ 1712119 h 1890712"/>
              <a:gd name="connsiteX173" fmla="*/ 2369344 w 2543175"/>
              <a:gd name="connsiteY173" fmla="*/ 1724025 h 1890712"/>
              <a:gd name="connsiteX174" fmla="*/ 2428876 w 2543175"/>
              <a:gd name="connsiteY174" fmla="*/ 1785938 h 1890712"/>
              <a:gd name="connsiteX175" fmla="*/ 2466975 w 2543175"/>
              <a:gd name="connsiteY175" fmla="*/ 1783556 h 1890712"/>
              <a:gd name="connsiteX176" fmla="*/ 2481263 w 2543175"/>
              <a:gd name="connsiteY176" fmla="*/ 1795462 h 1890712"/>
              <a:gd name="connsiteX177" fmla="*/ 2486025 w 2543175"/>
              <a:gd name="connsiteY177" fmla="*/ 1802606 h 1890712"/>
              <a:gd name="connsiteX178" fmla="*/ 2495550 w 2543175"/>
              <a:gd name="connsiteY178" fmla="*/ 1816894 h 1890712"/>
              <a:gd name="connsiteX179" fmla="*/ 2497932 w 2543175"/>
              <a:gd name="connsiteY179" fmla="*/ 1824037 h 1890712"/>
              <a:gd name="connsiteX180" fmla="*/ 2514600 w 2543175"/>
              <a:gd name="connsiteY180" fmla="*/ 1850231 h 1890712"/>
              <a:gd name="connsiteX181" fmla="*/ 2519363 w 2543175"/>
              <a:gd name="connsiteY181" fmla="*/ 1857375 h 1890712"/>
              <a:gd name="connsiteX182" fmla="*/ 2540794 w 2543175"/>
              <a:gd name="connsiteY182" fmla="*/ 1883569 h 1890712"/>
              <a:gd name="connsiteX183" fmla="*/ 2543175 w 2543175"/>
              <a:gd name="connsiteY183"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12194 w 2543175"/>
              <a:gd name="connsiteY170" fmla="*/ 1685925 h 1890712"/>
              <a:gd name="connsiteX171" fmla="*/ 2328863 w 2543175"/>
              <a:gd name="connsiteY171" fmla="*/ 1697831 h 1890712"/>
              <a:gd name="connsiteX172" fmla="*/ 2350294 w 2543175"/>
              <a:gd name="connsiteY172" fmla="*/ 1712119 h 1890712"/>
              <a:gd name="connsiteX173" fmla="*/ 2369344 w 2543175"/>
              <a:gd name="connsiteY173" fmla="*/ 1724025 h 1890712"/>
              <a:gd name="connsiteX174" fmla="*/ 2428876 w 2543175"/>
              <a:gd name="connsiteY174" fmla="*/ 1785938 h 1890712"/>
              <a:gd name="connsiteX175" fmla="*/ 2466975 w 2543175"/>
              <a:gd name="connsiteY175" fmla="*/ 1783556 h 1890712"/>
              <a:gd name="connsiteX176" fmla="*/ 2481263 w 2543175"/>
              <a:gd name="connsiteY176" fmla="*/ 1795462 h 1890712"/>
              <a:gd name="connsiteX177" fmla="*/ 2486025 w 2543175"/>
              <a:gd name="connsiteY177" fmla="*/ 1802606 h 1890712"/>
              <a:gd name="connsiteX178" fmla="*/ 2497932 w 2543175"/>
              <a:gd name="connsiteY178" fmla="*/ 1824037 h 1890712"/>
              <a:gd name="connsiteX179" fmla="*/ 2514600 w 2543175"/>
              <a:gd name="connsiteY179" fmla="*/ 1850231 h 1890712"/>
              <a:gd name="connsiteX180" fmla="*/ 2519363 w 2543175"/>
              <a:gd name="connsiteY180" fmla="*/ 1857375 h 1890712"/>
              <a:gd name="connsiteX181" fmla="*/ 2540794 w 2543175"/>
              <a:gd name="connsiteY181" fmla="*/ 1883569 h 1890712"/>
              <a:gd name="connsiteX182" fmla="*/ 2543175 w 2543175"/>
              <a:gd name="connsiteY18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12194 w 2543175"/>
              <a:gd name="connsiteY170" fmla="*/ 1685925 h 1890712"/>
              <a:gd name="connsiteX171" fmla="*/ 2328863 w 2543175"/>
              <a:gd name="connsiteY171" fmla="*/ 1697831 h 1890712"/>
              <a:gd name="connsiteX172" fmla="*/ 2350294 w 2543175"/>
              <a:gd name="connsiteY172" fmla="*/ 1712119 h 1890712"/>
              <a:gd name="connsiteX173" fmla="*/ 2369344 w 2543175"/>
              <a:gd name="connsiteY173" fmla="*/ 1724025 h 1890712"/>
              <a:gd name="connsiteX174" fmla="*/ 2428876 w 2543175"/>
              <a:gd name="connsiteY174" fmla="*/ 1785938 h 1890712"/>
              <a:gd name="connsiteX175" fmla="*/ 2466975 w 2543175"/>
              <a:gd name="connsiteY175" fmla="*/ 1783556 h 1890712"/>
              <a:gd name="connsiteX176" fmla="*/ 2481263 w 2543175"/>
              <a:gd name="connsiteY176" fmla="*/ 1795462 h 1890712"/>
              <a:gd name="connsiteX177" fmla="*/ 2486025 w 2543175"/>
              <a:gd name="connsiteY177" fmla="*/ 1802606 h 1890712"/>
              <a:gd name="connsiteX178" fmla="*/ 2514600 w 2543175"/>
              <a:gd name="connsiteY178" fmla="*/ 1850231 h 1890712"/>
              <a:gd name="connsiteX179" fmla="*/ 2519363 w 2543175"/>
              <a:gd name="connsiteY179" fmla="*/ 1857375 h 1890712"/>
              <a:gd name="connsiteX180" fmla="*/ 2540794 w 2543175"/>
              <a:gd name="connsiteY180" fmla="*/ 1883569 h 1890712"/>
              <a:gd name="connsiteX181" fmla="*/ 2543175 w 2543175"/>
              <a:gd name="connsiteY181"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302419 w 2543175"/>
              <a:gd name="connsiteY26" fmla="*/ 204787 h 1890712"/>
              <a:gd name="connsiteX27" fmla="*/ 309563 w 2543175"/>
              <a:gd name="connsiteY27" fmla="*/ 209550 h 1890712"/>
              <a:gd name="connsiteX28" fmla="*/ 319088 w 2543175"/>
              <a:gd name="connsiteY28" fmla="*/ 219075 h 1890712"/>
              <a:gd name="connsiteX29" fmla="*/ 333375 w 2543175"/>
              <a:gd name="connsiteY29" fmla="*/ 228600 h 1890712"/>
              <a:gd name="connsiteX30" fmla="*/ 340519 w 2543175"/>
              <a:gd name="connsiteY30" fmla="*/ 233362 h 1890712"/>
              <a:gd name="connsiteX31" fmla="*/ 354807 w 2543175"/>
              <a:gd name="connsiteY31" fmla="*/ 247650 h 1890712"/>
              <a:gd name="connsiteX32" fmla="*/ 366713 w 2543175"/>
              <a:gd name="connsiteY32" fmla="*/ 264319 h 1890712"/>
              <a:gd name="connsiteX33" fmla="*/ 371475 w 2543175"/>
              <a:gd name="connsiteY33" fmla="*/ 271462 h 1890712"/>
              <a:gd name="connsiteX34" fmla="*/ 378619 w 2543175"/>
              <a:gd name="connsiteY34" fmla="*/ 276225 h 1890712"/>
              <a:gd name="connsiteX35" fmla="*/ 385763 w 2543175"/>
              <a:gd name="connsiteY35" fmla="*/ 283369 h 1890712"/>
              <a:gd name="connsiteX36" fmla="*/ 395288 w 2543175"/>
              <a:gd name="connsiteY36" fmla="*/ 288131 h 1890712"/>
              <a:gd name="connsiteX37" fmla="*/ 404813 w 2543175"/>
              <a:gd name="connsiteY37" fmla="*/ 295275 h 1890712"/>
              <a:gd name="connsiteX38" fmla="*/ 411957 w 2543175"/>
              <a:gd name="connsiteY38" fmla="*/ 297656 h 1890712"/>
              <a:gd name="connsiteX39" fmla="*/ 421482 w 2543175"/>
              <a:gd name="connsiteY39" fmla="*/ 302419 h 1890712"/>
              <a:gd name="connsiteX40" fmla="*/ 447675 w 2543175"/>
              <a:gd name="connsiteY40" fmla="*/ 307181 h 1890712"/>
              <a:gd name="connsiteX41" fmla="*/ 461963 w 2543175"/>
              <a:gd name="connsiteY41" fmla="*/ 321469 h 1890712"/>
              <a:gd name="connsiteX42" fmla="*/ 466725 w 2543175"/>
              <a:gd name="connsiteY42" fmla="*/ 328612 h 1890712"/>
              <a:gd name="connsiteX43" fmla="*/ 476250 w 2543175"/>
              <a:gd name="connsiteY43" fmla="*/ 335756 h 1890712"/>
              <a:gd name="connsiteX44" fmla="*/ 481013 w 2543175"/>
              <a:gd name="connsiteY44" fmla="*/ 342900 h 1890712"/>
              <a:gd name="connsiteX45" fmla="*/ 490538 w 2543175"/>
              <a:gd name="connsiteY45" fmla="*/ 352425 h 1890712"/>
              <a:gd name="connsiteX46" fmla="*/ 495300 w 2543175"/>
              <a:gd name="connsiteY46" fmla="*/ 359569 h 1890712"/>
              <a:gd name="connsiteX47" fmla="*/ 509588 w 2543175"/>
              <a:gd name="connsiteY47" fmla="*/ 376237 h 1890712"/>
              <a:gd name="connsiteX48" fmla="*/ 514350 w 2543175"/>
              <a:gd name="connsiteY48" fmla="*/ 383381 h 1890712"/>
              <a:gd name="connsiteX49" fmla="*/ 531019 w 2543175"/>
              <a:gd name="connsiteY49" fmla="*/ 397669 h 1890712"/>
              <a:gd name="connsiteX50" fmla="*/ 538163 w 2543175"/>
              <a:gd name="connsiteY50" fmla="*/ 407194 h 1890712"/>
              <a:gd name="connsiteX51" fmla="*/ 554832 w 2543175"/>
              <a:gd name="connsiteY51" fmla="*/ 421481 h 1890712"/>
              <a:gd name="connsiteX52" fmla="*/ 564357 w 2543175"/>
              <a:gd name="connsiteY52" fmla="*/ 431006 h 1890712"/>
              <a:gd name="connsiteX53" fmla="*/ 573882 w 2543175"/>
              <a:gd name="connsiteY53" fmla="*/ 438150 h 1890712"/>
              <a:gd name="connsiteX54" fmla="*/ 595313 w 2543175"/>
              <a:gd name="connsiteY54" fmla="*/ 454819 h 1890712"/>
              <a:gd name="connsiteX55" fmla="*/ 602457 w 2543175"/>
              <a:gd name="connsiteY55" fmla="*/ 457200 h 1890712"/>
              <a:gd name="connsiteX56" fmla="*/ 628650 w 2543175"/>
              <a:gd name="connsiteY56" fmla="*/ 469106 h 1890712"/>
              <a:gd name="connsiteX57" fmla="*/ 645319 w 2543175"/>
              <a:gd name="connsiteY57" fmla="*/ 483394 h 1890712"/>
              <a:gd name="connsiteX58" fmla="*/ 654844 w 2543175"/>
              <a:gd name="connsiteY58" fmla="*/ 488156 h 1890712"/>
              <a:gd name="connsiteX59" fmla="*/ 661988 w 2543175"/>
              <a:gd name="connsiteY59" fmla="*/ 497681 h 1890712"/>
              <a:gd name="connsiteX60" fmla="*/ 683419 w 2543175"/>
              <a:gd name="connsiteY60" fmla="*/ 514350 h 1890712"/>
              <a:gd name="connsiteX61" fmla="*/ 700088 w 2543175"/>
              <a:gd name="connsiteY61" fmla="*/ 526256 h 1890712"/>
              <a:gd name="connsiteX62" fmla="*/ 709613 w 2543175"/>
              <a:gd name="connsiteY62" fmla="*/ 535781 h 1890712"/>
              <a:gd name="connsiteX63" fmla="*/ 719138 w 2543175"/>
              <a:gd name="connsiteY63" fmla="*/ 542925 h 1890712"/>
              <a:gd name="connsiteX64" fmla="*/ 733425 w 2543175"/>
              <a:gd name="connsiteY64" fmla="*/ 557212 h 1890712"/>
              <a:gd name="connsiteX65" fmla="*/ 750094 w 2543175"/>
              <a:gd name="connsiteY65" fmla="*/ 569119 h 1890712"/>
              <a:gd name="connsiteX66" fmla="*/ 769144 w 2543175"/>
              <a:gd name="connsiteY66" fmla="*/ 581025 h 1890712"/>
              <a:gd name="connsiteX67" fmla="*/ 785813 w 2543175"/>
              <a:gd name="connsiteY67" fmla="*/ 590550 h 1890712"/>
              <a:gd name="connsiteX68" fmla="*/ 792957 w 2543175"/>
              <a:gd name="connsiteY68" fmla="*/ 600075 h 1890712"/>
              <a:gd name="connsiteX69" fmla="*/ 809625 w 2543175"/>
              <a:gd name="connsiteY69" fmla="*/ 611981 h 1890712"/>
              <a:gd name="connsiteX70" fmla="*/ 816769 w 2543175"/>
              <a:gd name="connsiteY70" fmla="*/ 619125 h 1890712"/>
              <a:gd name="connsiteX71" fmla="*/ 826294 w 2543175"/>
              <a:gd name="connsiteY71" fmla="*/ 626269 h 1890712"/>
              <a:gd name="connsiteX72" fmla="*/ 840582 w 2543175"/>
              <a:gd name="connsiteY72" fmla="*/ 638175 h 1890712"/>
              <a:gd name="connsiteX73" fmla="*/ 847725 w 2543175"/>
              <a:gd name="connsiteY73" fmla="*/ 645319 h 1890712"/>
              <a:gd name="connsiteX74" fmla="*/ 857250 w 2543175"/>
              <a:gd name="connsiteY74" fmla="*/ 652462 h 1890712"/>
              <a:gd name="connsiteX75" fmla="*/ 864394 w 2543175"/>
              <a:gd name="connsiteY75" fmla="*/ 657225 h 1890712"/>
              <a:gd name="connsiteX76" fmla="*/ 888207 w 2543175"/>
              <a:gd name="connsiteY76" fmla="*/ 676275 h 1890712"/>
              <a:gd name="connsiteX77" fmla="*/ 895350 w 2543175"/>
              <a:gd name="connsiteY77" fmla="*/ 681037 h 1890712"/>
              <a:gd name="connsiteX78" fmla="*/ 907257 w 2543175"/>
              <a:gd name="connsiteY78" fmla="*/ 683419 h 1890712"/>
              <a:gd name="connsiteX79" fmla="*/ 928688 w 2543175"/>
              <a:gd name="connsiteY79" fmla="*/ 695325 h 1890712"/>
              <a:gd name="connsiteX80" fmla="*/ 942975 w 2543175"/>
              <a:gd name="connsiteY80" fmla="*/ 700087 h 1890712"/>
              <a:gd name="connsiteX81" fmla="*/ 964407 w 2543175"/>
              <a:gd name="connsiteY81" fmla="*/ 716756 h 1890712"/>
              <a:gd name="connsiteX82" fmla="*/ 971550 w 2543175"/>
              <a:gd name="connsiteY82" fmla="*/ 723900 h 1890712"/>
              <a:gd name="connsiteX83" fmla="*/ 983457 w 2543175"/>
              <a:gd name="connsiteY83" fmla="*/ 733425 h 1890712"/>
              <a:gd name="connsiteX84" fmla="*/ 990600 w 2543175"/>
              <a:gd name="connsiteY84" fmla="*/ 738187 h 1890712"/>
              <a:gd name="connsiteX85" fmla="*/ 1007269 w 2543175"/>
              <a:gd name="connsiteY85" fmla="*/ 752475 h 1890712"/>
              <a:gd name="connsiteX86" fmla="*/ 1031082 w 2543175"/>
              <a:gd name="connsiteY86" fmla="*/ 766762 h 1890712"/>
              <a:gd name="connsiteX87" fmla="*/ 1042988 w 2543175"/>
              <a:gd name="connsiteY87" fmla="*/ 773906 h 1890712"/>
              <a:gd name="connsiteX88" fmla="*/ 1071563 w 2543175"/>
              <a:gd name="connsiteY88" fmla="*/ 785812 h 1890712"/>
              <a:gd name="connsiteX89" fmla="*/ 1097757 w 2543175"/>
              <a:gd name="connsiteY89" fmla="*/ 807244 h 1890712"/>
              <a:gd name="connsiteX90" fmla="*/ 1104900 w 2543175"/>
              <a:gd name="connsiteY90" fmla="*/ 814387 h 1890712"/>
              <a:gd name="connsiteX91" fmla="*/ 1121569 w 2543175"/>
              <a:gd name="connsiteY91" fmla="*/ 823912 h 1890712"/>
              <a:gd name="connsiteX92" fmla="*/ 1138238 w 2543175"/>
              <a:gd name="connsiteY92" fmla="*/ 835819 h 1890712"/>
              <a:gd name="connsiteX93" fmla="*/ 1147763 w 2543175"/>
              <a:gd name="connsiteY93" fmla="*/ 842962 h 1890712"/>
              <a:gd name="connsiteX94" fmla="*/ 1157288 w 2543175"/>
              <a:gd name="connsiteY94" fmla="*/ 847725 h 1890712"/>
              <a:gd name="connsiteX95" fmla="*/ 1178719 w 2543175"/>
              <a:gd name="connsiteY95" fmla="*/ 859631 h 1890712"/>
              <a:gd name="connsiteX96" fmla="*/ 1188244 w 2543175"/>
              <a:gd name="connsiteY96" fmla="*/ 866775 h 1890712"/>
              <a:gd name="connsiteX97" fmla="*/ 1195388 w 2543175"/>
              <a:gd name="connsiteY97" fmla="*/ 871537 h 1890712"/>
              <a:gd name="connsiteX98" fmla="*/ 1212057 w 2543175"/>
              <a:gd name="connsiteY98" fmla="*/ 883444 h 1890712"/>
              <a:gd name="connsiteX99" fmla="*/ 1226344 w 2543175"/>
              <a:gd name="connsiteY99" fmla="*/ 895350 h 1890712"/>
              <a:gd name="connsiteX100" fmla="*/ 1245394 w 2543175"/>
              <a:gd name="connsiteY100" fmla="*/ 907256 h 1890712"/>
              <a:gd name="connsiteX101" fmla="*/ 1254919 w 2543175"/>
              <a:gd name="connsiteY101" fmla="*/ 914400 h 1890712"/>
              <a:gd name="connsiteX102" fmla="*/ 1269207 w 2543175"/>
              <a:gd name="connsiteY102" fmla="*/ 921544 h 1890712"/>
              <a:gd name="connsiteX103" fmla="*/ 1290638 w 2543175"/>
              <a:gd name="connsiteY103" fmla="*/ 935831 h 1890712"/>
              <a:gd name="connsiteX104" fmla="*/ 1307307 w 2543175"/>
              <a:gd name="connsiteY104" fmla="*/ 952500 h 1890712"/>
              <a:gd name="connsiteX105" fmla="*/ 1333500 w 2543175"/>
              <a:gd name="connsiteY105" fmla="*/ 971550 h 1890712"/>
              <a:gd name="connsiteX106" fmla="*/ 1359694 w 2543175"/>
              <a:gd name="connsiteY106" fmla="*/ 990600 h 1890712"/>
              <a:gd name="connsiteX107" fmla="*/ 1373982 w 2543175"/>
              <a:gd name="connsiteY107" fmla="*/ 997744 h 1890712"/>
              <a:gd name="connsiteX108" fmla="*/ 1388269 w 2543175"/>
              <a:gd name="connsiteY108" fmla="*/ 1007269 h 1890712"/>
              <a:gd name="connsiteX109" fmla="*/ 1414463 w 2543175"/>
              <a:gd name="connsiteY109" fmla="*/ 1019175 h 1890712"/>
              <a:gd name="connsiteX110" fmla="*/ 1428750 w 2543175"/>
              <a:gd name="connsiteY110" fmla="*/ 1026319 h 1890712"/>
              <a:gd name="connsiteX111" fmla="*/ 1471613 w 2543175"/>
              <a:gd name="connsiteY111" fmla="*/ 1059656 h 1890712"/>
              <a:gd name="connsiteX112" fmla="*/ 1495425 w 2543175"/>
              <a:gd name="connsiteY112" fmla="*/ 1088231 h 1890712"/>
              <a:gd name="connsiteX113" fmla="*/ 1547812 w 2543175"/>
              <a:gd name="connsiteY113" fmla="*/ 1133475 h 1890712"/>
              <a:gd name="connsiteX114" fmla="*/ 1597819 w 2543175"/>
              <a:gd name="connsiteY114" fmla="*/ 1154906 h 1890712"/>
              <a:gd name="connsiteX115" fmla="*/ 1604963 w 2543175"/>
              <a:gd name="connsiteY115" fmla="*/ 1162050 h 1890712"/>
              <a:gd name="connsiteX116" fmla="*/ 1612107 w 2543175"/>
              <a:gd name="connsiteY116" fmla="*/ 1166812 h 1890712"/>
              <a:gd name="connsiteX117" fmla="*/ 1628775 w 2543175"/>
              <a:gd name="connsiteY117" fmla="*/ 1183481 h 1890712"/>
              <a:gd name="connsiteX118" fmla="*/ 1662113 w 2543175"/>
              <a:gd name="connsiteY118" fmla="*/ 1209675 h 1890712"/>
              <a:gd name="connsiteX119" fmla="*/ 1678782 w 2543175"/>
              <a:gd name="connsiteY119" fmla="*/ 1226344 h 1890712"/>
              <a:gd name="connsiteX120" fmla="*/ 1700213 w 2543175"/>
              <a:gd name="connsiteY120" fmla="*/ 1247775 h 1890712"/>
              <a:gd name="connsiteX121" fmla="*/ 1712119 w 2543175"/>
              <a:gd name="connsiteY121" fmla="*/ 1259681 h 1890712"/>
              <a:gd name="connsiteX122" fmla="*/ 1733550 w 2543175"/>
              <a:gd name="connsiteY122" fmla="*/ 1273969 h 1890712"/>
              <a:gd name="connsiteX123" fmla="*/ 1743075 w 2543175"/>
              <a:gd name="connsiteY123" fmla="*/ 1283494 h 1890712"/>
              <a:gd name="connsiteX124" fmla="*/ 1754982 w 2543175"/>
              <a:gd name="connsiteY124" fmla="*/ 1290637 h 1890712"/>
              <a:gd name="connsiteX125" fmla="*/ 1766888 w 2543175"/>
              <a:gd name="connsiteY125" fmla="*/ 1300162 h 1890712"/>
              <a:gd name="connsiteX126" fmla="*/ 1783557 w 2543175"/>
              <a:gd name="connsiteY126" fmla="*/ 1307306 h 1890712"/>
              <a:gd name="connsiteX127" fmla="*/ 1790700 w 2543175"/>
              <a:gd name="connsiteY127" fmla="*/ 1312069 h 1890712"/>
              <a:gd name="connsiteX128" fmla="*/ 1800225 w 2543175"/>
              <a:gd name="connsiteY128" fmla="*/ 1319212 h 1890712"/>
              <a:gd name="connsiteX129" fmla="*/ 1807369 w 2543175"/>
              <a:gd name="connsiteY129" fmla="*/ 1321594 h 1890712"/>
              <a:gd name="connsiteX130" fmla="*/ 1824038 w 2543175"/>
              <a:gd name="connsiteY130" fmla="*/ 1333500 h 1890712"/>
              <a:gd name="connsiteX131" fmla="*/ 1843088 w 2543175"/>
              <a:gd name="connsiteY131" fmla="*/ 1352550 h 1890712"/>
              <a:gd name="connsiteX132" fmla="*/ 1852613 w 2543175"/>
              <a:gd name="connsiteY132" fmla="*/ 1359694 h 1890712"/>
              <a:gd name="connsiteX133" fmla="*/ 1859757 w 2543175"/>
              <a:gd name="connsiteY133" fmla="*/ 1366837 h 1890712"/>
              <a:gd name="connsiteX134" fmla="*/ 1869282 w 2543175"/>
              <a:gd name="connsiteY134" fmla="*/ 1371600 h 1890712"/>
              <a:gd name="connsiteX135" fmla="*/ 1883569 w 2543175"/>
              <a:gd name="connsiteY135" fmla="*/ 1388269 h 1890712"/>
              <a:gd name="connsiteX136" fmla="*/ 1893094 w 2543175"/>
              <a:gd name="connsiteY136" fmla="*/ 1395412 h 1890712"/>
              <a:gd name="connsiteX137" fmla="*/ 1902619 w 2543175"/>
              <a:gd name="connsiteY137" fmla="*/ 1404937 h 1890712"/>
              <a:gd name="connsiteX138" fmla="*/ 1912144 w 2543175"/>
              <a:gd name="connsiteY138" fmla="*/ 1409700 h 1890712"/>
              <a:gd name="connsiteX139" fmla="*/ 1931194 w 2543175"/>
              <a:gd name="connsiteY139" fmla="*/ 1421606 h 1890712"/>
              <a:gd name="connsiteX140" fmla="*/ 1935957 w 2543175"/>
              <a:gd name="connsiteY140" fmla="*/ 1428750 h 1890712"/>
              <a:gd name="connsiteX141" fmla="*/ 1952625 w 2543175"/>
              <a:gd name="connsiteY141" fmla="*/ 1438275 h 1890712"/>
              <a:gd name="connsiteX142" fmla="*/ 1971675 w 2543175"/>
              <a:gd name="connsiteY142" fmla="*/ 1450181 h 1890712"/>
              <a:gd name="connsiteX143" fmla="*/ 1981200 w 2543175"/>
              <a:gd name="connsiteY143" fmla="*/ 1454944 h 1890712"/>
              <a:gd name="connsiteX144" fmla="*/ 1997869 w 2543175"/>
              <a:gd name="connsiteY144" fmla="*/ 1471612 h 1890712"/>
              <a:gd name="connsiteX145" fmla="*/ 2007394 w 2543175"/>
              <a:gd name="connsiteY145" fmla="*/ 1478756 h 1890712"/>
              <a:gd name="connsiteX146" fmla="*/ 2016919 w 2543175"/>
              <a:gd name="connsiteY146" fmla="*/ 1483519 h 1890712"/>
              <a:gd name="connsiteX147" fmla="*/ 2024063 w 2543175"/>
              <a:gd name="connsiteY147" fmla="*/ 1490662 h 1890712"/>
              <a:gd name="connsiteX148" fmla="*/ 2033588 w 2543175"/>
              <a:gd name="connsiteY148" fmla="*/ 1495425 h 1890712"/>
              <a:gd name="connsiteX149" fmla="*/ 2040732 w 2543175"/>
              <a:gd name="connsiteY149" fmla="*/ 1502569 h 1890712"/>
              <a:gd name="connsiteX150" fmla="*/ 2047875 w 2543175"/>
              <a:gd name="connsiteY150" fmla="*/ 1507331 h 1890712"/>
              <a:gd name="connsiteX151" fmla="*/ 2057400 w 2543175"/>
              <a:gd name="connsiteY151" fmla="*/ 1514475 h 1890712"/>
              <a:gd name="connsiteX152" fmla="*/ 2064544 w 2543175"/>
              <a:gd name="connsiteY152" fmla="*/ 1519237 h 1890712"/>
              <a:gd name="connsiteX153" fmla="*/ 2071688 w 2543175"/>
              <a:gd name="connsiteY153" fmla="*/ 1526381 h 1890712"/>
              <a:gd name="connsiteX154" fmla="*/ 2081213 w 2543175"/>
              <a:gd name="connsiteY154" fmla="*/ 1531144 h 1890712"/>
              <a:gd name="connsiteX155" fmla="*/ 2090738 w 2543175"/>
              <a:gd name="connsiteY155" fmla="*/ 1538287 h 1890712"/>
              <a:gd name="connsiteX156" fmla="*/ 2109788 w 2543175"/>
              <a:gd name="connsiteY156" fmla="*/ 1547812 h 1890712"/>
              <a:gd name="connsiteX157" fmla="*/ 2131219 w 2543175"/>
              <a:gd name="connsiteY157" fmla="*/ 1562100 h 1890712"/>
              <a:gd name="connsiteX158" fmla="*/ 2140744 w 2543175"/>
              <a:gd name="connsiteY158" fmla="*/ 1566862 h 1890712"/>
              <a:gd name="connsiteX159" fmla="*/ 2152650 w 2543175"/>
              <a:gd name="connsiteY159" fmla="*/ 1576387 h 1890712"/>
              <a:gd name="connsiteX160" fmla="*/ 2181225 w 2543175"/>
              <a:gd name="connsiteY160" fmla="*/ 1590675 h 1890712"/>
              <a:gd name="connsiteX161" fmla="*/ 2200275 w 2543175"/>
              <a:gd name="connsiteY161" fmla="*/ 1607344 h 1890712"/>
              <a:gd name="connsiteX162" fmla="*/ 2207419 w 2543175"/>
              <a:gd name="connsiteY162" fmla="*/ 1612106 h 1890712"/>
              <a:gd name="connsiteX163" fmla="*/ 2216944 w 2543175"/>
              <a:gd name="connsiteY163" fmla="*/ 1619250 h 1890712"/>
              <a:gd name="connsiteX164" fmla="*/ 2224088 w 2543175"/>
              <a:gd name="connsiteY164" fmla="*/ 1624012 h 1890712"/>
              <a:gd name="connsiteX165" fmla="*/ 2247900 w 2543175"/>
              <a:gd name="connsiteY165" fmla="*/ 1643062 h 1890712"/>
              <a:gd name="connsiteX166" fmla="*/ 2255044 w 2543175"/>
              <a:gd name="connsiteY166" fmla="*/ 1650206 h 1890712"/>
              <a:gd name="connsiteX167" fmla="*/ 2281238 w 2543175"/>
              <a:gd name="connsiteY167" fmla="*/ 1664494 h 1890712"/>
              <a:gd name="connsiteX168" fmla="*/ 2297907 w 2543175"/>
              <a:gd name="connsiteY168" fmla="*/ 1674019 h 1890712"/>
              <a:gd name="connsiteX169" fmla="*/ 2312194 w 2543175"/>
              <a:gd name="connsiteY169" fmla="*/ 1685925 h 1890712"/>
              <a:gd name="connsiteX170" fmla="*/ 2328863 w 2543175"/>
              <a:gd name="connsiteY170" fmla="*/ 1697831 h 1890712"/>
              <a:gd name="connsiteX171" fmla="*/ 2350294 w 2543175"/>
              <a:gd name="connsiteY171" fmla="*/ 1712119 h 1890712"/>
              <a:gd name="connsiteX172" fmla="*/ 2369344 w 2543175"/>
              <a:gd name="connsiteY172" fmla="*/ 1724025 h 1890712"/>
              <a:gd name="connsiteX173" fmla="*/ 2428876 w 2543175"/>
              <a:gd name="connsiteY173" fmla="*/ 1785938 h 1890712"/>
              <a:gd name="connsiteX174" fmla="*/ 2466975 w 2543175"/>
              <a:gd name="connsiteY174" fmla="*/ 1783556 h 1890712"/>
              <a:gd name="connsiteX175" fmla="*/ 2481263 w 2543175"/>
              <a:gd name="connsiteY175" fmla="*/ 1795462 h 1890712"/>
              <a:gd name="connsiteX176" fmla="*/ 2486025 w 2543175"/>
              <a:gd name="connsiteY176" fmla="*/ 1802606 h 1890712"/>
              <a:gd name="connsiteX177" fmla="*/ 2514600 w 2543175"/>
              <a:gd name="connsiteY177" fmla="*/ 1850231 h 1890712"/>
              <a:gd name="connsiteX178" fmla="*/ 2519363 w 2543175"/>
              <a:gd name="connsiteY178" fmla="*/ 1857375 h 1890712"/>
              <a:gd name="connsiteX179" fmla="*/ 2540794 w 2543175"/>
              <a:gd name="connsiteY179" fmla="*/ 1883569 h 1890712"/>
              <a:gd name="connsiteX180" fmla="*/ 2543175 w 2543175"/>
              <a:gd name="connsiteY18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302419 w 2543175"/>
              <a:gd name="connsiteY26" fmla="*/ 204787 h 1890712"/>
              <a:gd name="connsiteX27" fmla="*/ 309563 w 2543175"/>
              <a:gd name="connsiteY27" fmla="*/ 209550 h 1890712"/>
              <a:gd name="connsiteX28" fmla="*/ 333375 w 2543175"/>
              <a:gd name="connsiteY28" fmla="*/ 228600 h 1890712"/>
              <a:gd name="connsiteX29" fmla="*/ 340519 w 2543175"/>
              <a:gd name="connsiteY29" fmla="*/ 233362 h 1890712"/>
              <a:gd name="connsiteX30" fmla="*/ 354807 w 2543175"/>
              <a:gd name="connsiteY30" fmla="*/ 247650 h 1890712"/>
              <a:gd name="connsiteX31" fmla="*/ 366713 w 2543175"/>
              <a:gd name="connsiteY31" fmla="*/ 264319 h 1890712"/>
              <a:gd name="connsiteX32" fmla="*/ 371475 w 2543175"/>
              <a:gd name="connsiteY32" fmla="*/ 271462 h 1890712"/>
              <a:gd name="connsiteX33" fmla="*/ 378619 w 2543175"/>
              <a:gd name="connsiteY33" fmla="*/ 276225 h 1890712"/>
              <a:gd name="connsiteX34" fmla="*/ 385763 w 2543175"/>
              <a:gd name="connsiteY34" fmla="*/ 283369 h 1890712"/>
              <a:gd name="connsiteX35" fmla="*/ 395288 w 2543175"/>
              <a:gd name="connsiteY35" fmla="*/ 288131 h 1890712"/>
              <a:gd name="connsiteX36" fmla="*/ 404813 w 2543175"/>
              <a:gd name="connsiteY36" fmla="*/ 295275 h 1890712"/>
              <a:gd name="connsiteX37" fmla="*/ 411957 w 2543175"/>
              <a:gd name="connsiteY37" fmla="*/ 297656 h 1890712"/>
              <a:gd name="connsiteX38" fmla="*/ 421482 w 2543175"/>
              <a:gd name="connsiteY38" fmla="*/ 302419 h 1890712"/>
              <a:gd name="connsiteX39" fmla="*/ 447675 w 2543175"/>
              <a:gd name="connsiteY39" fmla="*/ 307181 h 1890712"/>
              <a:gd name="connsiteX40" fmla="*/ 461963 w 2543175"/>
              <a:gd name="connsiteY40" fmla="*/ 321469 h 1890712"/>
              <a:gd name="connsiteX41" fmla="*/ 466725 w 2543175"/>
              <a:gd name="connsiteY41" fmla="*/ 328612 h 1890712"/>
              <a:gd name="connsiteX42" fmla="*/ 476250 w 2543175"/>
              <a:gd name="connsiteY42" fmla="*/ 335756 h 1890712"/>
              <a:gd name="connsiteX43" fmla="*/ 481013 w 2543175"/>
              <a:gd name="connsiteY43" fmla="*/ 342900 h 1890712"/>
              <a:gd name="connsiteX44" fmla="*/ 490538 w 2543175"/>
              <a:gd name="connsiteY44" fmla="*/ 352425 h 1890712"/>
              <a:gd name="connsiteX45" fmla="*/ 495300 w 2543175"/>
              <a:gd name="connsiteY45" fmla="*/ 359569 h 1890712"/>
              <a:gd name="connsiteX46" fmla="*/ 509588 w 2543175"/>
              <a:gd name="connsiteY46" fmla="*/ 376237 h 1890712"/>
              <a:gd name="connsiteX47" fmla="*/ 514350 w 2543175"/>
              <a:gd name="connsiteY47" fmla="*/ 383381 h 1890712"/>
              <a:gd name="connsiteX48" fmla="*/ 531019 w 2543175"/>
              <a:gd name="connsiteY48" fmla="*/ 397669 h 1890712"/>
              <a:gd name="connsiteX49" fmla="*/ 538163 w 2543175"/>
              <a:gd name="connsiteY49" fmla="*/ 407194 h 1890712"/>
              <a:gd name="connsiteX50" fmla="*/ 554832 w 2543175"/>
              <a:gd name="connsiteY50" fmla="*/ 421481 h 1890712"/>
              <a:gd name="connsiteX51" fmla="*/ 564357 w 2543175"/>
              <a:gd name="connsiteY51" fmla="*/ 431006 h 1890712"/>
              <a:gd name="connsiteX52" fmla="*/ 573882 w 2543175"/>
              <a:gd name="connsiteY52" fmla="*/ 438150 h 1890712"/>
              <a:gd name="connsiteX53" fmla="*/ 595313 w 2543175"/>
              <a:gd name="connsiteY53" fmla="*/ 454819 h 1890712"/>
              <a:gd name="connsiteX54" fmla="*/ 602457 w 2543175"/>
              <a:gd name="connsiteY54" fmla="*/ 457200 h 1890712"/>
              <a:gd name="connsiteX55" fmla="*/ 628650 w 2543175"/>
              <a:gd name="connsiteY55" fmla="*/ 469106 h 1890712"/>
              <a:gd name="connsiteX56" fmla="*/ 645319 w 2543175"/>
              <a:gd name="connsiteY56" fmla="*/ 483394 h 1890712"/>
              <a:gd name="connsiteX57" fmla="*/ 654844 w 2543175"/>
              <a:gd name="connsiteY57" fmla="*/ 488156 h 1890712"/>
              <a:gd name="connsiteX58" fmla="*/ 661988 w 2543175"/>
              <a:gd name="connsiteY58" fmla="*/ 497681 h 1890712"/>
              <a:gd name="connsiteX59" fmla="*/ 683419 w 2543175"/>
              <a:gd name="connsiteY59" fmla="*/ 514350 h 1890712"/>
              <a:gd name="connsiteX60" fmla="*/ 700088 w 2543175"/>
              <a:gd name="connsiteY60" fmla="*/ 526256 h 1890712"/>
              <a:gd name="connsiteX61" fmla="*/ 709613 w 2543175"/>
              <a:gd name="connsiteY61" fmla="*/ 535781 h 1890712"/>
              <a:gd name="connsiteX62" fmla="*/ 719138 w 2543175"/>
              <a:gd name="connsiteY62" fmla="*/ 542925 h 1890712"/>
              <a:gd name="connsiteX63" fmla="*/ 733425 w 2543175"/>
              <a:gd name="connsiteY63" fmla="*/ 557212 h 1890712"/>
              <a:gd name="connsiteX64" fmla="*/ 750094 w 2543175"/>
              <a:gd name="connsiteY64" fmla="*/ 569119 h 1890712"/>
              <a:gd name="connsiteX65" fmla="*/ 769144 w 2543175"/>
              <a:gd name="connsiteY65" fmla="*/ 581025 h 1890712"/>
              <a:gd name="connsiteX66" fmla="*/ 785813 w 2543175"/>
              <a:gd name="connsiteY66" fmla="*/ 590550 h 1890712"/>
              <a:gd name="connsiteX67" fmla="*/ 792957 w 2543175"/>
              <a:gd name="connsiteY67" fmla="*/ 600075 h 1890712"/>
              <a:gd name="connsiteX68" fmla="*/ 809625 w 2543175"/>
              <a:gd name="connsiteY68" fmla="*/ 611981 h 1890712"/>
              <a:gd name="connsiteX69" fmla="*/ 816769 w 2543175"/>
              <a:gd name="connsiteY69" fmla="*/ 619125 h 1890712"/>
              <a:gd name="connsiteX70" fmla="*/ 826294 w 2543175"/>
              <a:gd name="connsiteY70" fmla="*/ 626269 h 1890712"/>
              <a:gd name="connsiteX71" fmla="*/ 840582 w 2543175"/>
              <a:gd name="connsiteY71" fmla="*/ 638175 h 1890712"/>
              <a:gd name="connsiteX72" fmla="*/ 847725 w 2543175"/>
              <a:gd name="connsiteY72" fmla="*/ 645319 h 1890712"/>
              <a:gd name="connsiteX73" fmla="*/ 857250 w 2543175"/>
              <a:gd name="connsiteY73" fmla="*/ 652462 h 1890712"/>
              <a:gd name="connsiteX74" fmla="*/ 864394 w 2543175"/>
              <a:gd name="connsiteY74" fmla="*/ 657225 h 1890712"/>
              <a:gd name="connsiteX75" fmla="*/ 888207 w 2543175"/>
              <a:gd name="connsiteY75" fmla="*/ 676275 h 1890712"/>
              <a:gd name="connsiteX76" fmla="*/ 895350 w 2543175"/>
              <a:gd name="connsiteY76" fmla="*/ 681037 h 1890712"/>
              <a:gd name="connsiteX77" fmla="*/ 907257 w 2543175"/>
              <a:gd name="connsiteY77" fmla="*/ 683419 h 1890712"/>
              <a:gd name="connsiteX78" fmla="*/ 928688 w 2543175"/>
              <a:gd name="connsiteY78" fmla="*/ 695325 h 1890712"/>
              <a:gd name="connsiteX79" fmla="*/ 942975 w 2543175"/>
              <a:gd name="connsiteY79" fmla="*/ 700087 h 1890712"/>
              <a:gd name="connsiteX80" fmla="*/ 964407 w 2543175"/>
              <a:gd name="connsiteY80" fmla="*/ 716756 h 1890712"/>
              <a:gd name="connsiteX81" fmla="*/ 971550 w 2543175"/>
              <a:gd name="connsiteY81" fmla="*/ 723900 h 1890712"/>
              <a:gd name="connsiteX82" fmla="*/ 983457 w 2543175"/>
              <a:gd name="connsiteY82" fmla="*/ 733425 h 1890712"/>
              <a:gd name="connsiteX83" fmla="*/ 990600 w 2543175"/>
              <a:gd name="connsiteY83" fmla="*/ 738187 h 1890712"/>
              <a:gd name="connsiteX84" fmla="*/ 1007269 w 2543175"/>
              <a:gd name="connsiteY84" fmla="*/ 752475 h 1890712"/>
              <a:gd name="connsiteX85" fmla="*/ 1031082 w 2543175"/>
              <a:gd name="connsiteY85" fmla="*/ 766762 h 1890712"/>
              <a:gd name="connsiteX86" fmla="*/ 1042988 w 2543175"/>
              <a:gd name="connsiteY86" fmla="*/ 773906 h 1890712"/>
              <a:gd name="connsiteX87" fmla="*/ 1071563 w 2543175"/>
              <a:gd name="connsiteY87" fmla="*/ 785812 h 1890712"/>
              <a:gd name="connsiteX88" fmla="*/ 1097757 w 2543175"/>
              <a:gd name="connsiteY88" fmla="*/ 807244 h 1890712"/>
              <a:gd name="connsiteX89" fmla="*/ 1104900 w 2543175"/>
              <a:gd name="connsiteY89" fmla="*/ 814387 h 1890712"/>
              <a:gd name="connsiteX90" fmla="*/ 1121569 w 2543175"/>
              <a:gd name="connsiteY90" fmla="*/ 823912 h 1890712"/>
              <a:gd name="connsiteX91" fmla="*/ 1138238 w 2543175"/>
              <a:gd name="connsiteY91" fmla="*/ 835819 h 1890712"/>
              <a:gd name="connsiteX92" fmla="*/ 1147763 w 2543175"/>
              <a:gd name="connsiteY92" fmla="*/ 842962 h 1890712"/>
              <a:gd name="connsiteX93" fmla="*/ 1157288 w 2543175"/>
              <a:gd name="connsiteY93" fmla="*/ 847725 h 1890712"/>
              <a:gd name="connsiteX94" fmla="*/ 1178719 w 2543175"/>
              <a:gd name="connsiteY94" fmla="*/ 859631 h 1890712"/>
              <a:gd name="connsiteX95" fmla="*/ 1188244 w 2543175"/>
              <a:gd name="connsiteY95" fmla="*/ 866775 h 1890712"/>
              <a:gd name="connsiteX96" fmla="*/ 1195388 w 2543175"/>
              <a:gd name="connsiteY96" fmla="*/ 871537 h 1890712"/>
              <a:gd name="connsiteX97" fmla="*/ 1212057 w 2543175"/>
              <a:gd name="connsiteY97" fmla="*/ 883444 h 1890712"/>
              <a:gd name="connsiteX98" fmla="*/ 1226344 w 2543175"/>
              <a:gd name="connsiteY98" fmla="*/ 895350 h 1890712"/>
              <a:gd name="connsiteX99" fmla="*/ 1245394 w 2543175"/>
              <a:gd name="connsiteY99" fmla="*/ 907256 h 1890712"/>
              <a:gd name="connsiteX100" fmla="*/ 1254919 w 2543175"/>
              <a:gd name="connsiteY100" fmla="*/ 914400 h 1890712"/>
              <a:gd name="connsiteX101" fmla="*/ 1269207 w 2543175"/>
              <a:gd name="connsiteY101" fmla="*/ 921544 h 1890712"/>
              <a:gd name="connsiteX102" fmla="*/ 1290638 w 2543175"/>
              <a:gd name="connsiteY102" fmla="*/ 935831 h 1890712"/>
              <a:gd name="connsiteX103" fmla="*/ 1307307 w 2543175"/>
              <a:gd name="connsiteY103" fmla="*/ 952500 h 1890712"/>
              <a:gd name="connsiteX104" fmla="*/ 1333500 w 2543175"/>
              <a:gd name="connsiteY104" fmla="*/ 971550 h 1890712"/>
              <a:gd name="connsiteX105" fmla="*/ 1359694 w 2543175"/>
              <a:gd name="connsiteY105" fmla="*/ 990600 h 1890712"/>
              <a:gd name="connsiteX106" fmla="*/ 1373982 w 2543175"/>
              <a:gd name="connsiteY106" fmla="*/ 997744 h 1890712"/>
              <a:gd name="connsiteX107" fmla="*/ 1388269 w 2543175"/>
              <a:gd name="connsiteY107" fmla="*/ 1007269 h 1890712"/>
              <a:gd name="connsiteX108" fmla="*/ 1414463 w 2543175"/>
              <a:gd name="connsiteY108" fmla="*/ 1019175 h 1890712"/>
              <a:gd name="connsiteX109" fmla="*/ 1428750 w 2543175"/>
              <a:gd name="connsiteY109" fmla="*/ 1026319 h 1890712"/>
              <a:gd name="connsiteX110" fmla="*/ 1471613 w 2543175"/>
              <a:gd name="connsiteY110" fmla="*/ 1059656 h 1890712"/>
              <a:gd name="connsiteX111" fmla="*/ 1495425 w 2543175"/>
              <a:gd name="connsiteY111" fmla="*/ 1088231 h 1890712"/>
              <a:gd name="connsiteX112" fmla="*/ 1547812 w 2543175"/>
              <a:gd name="connsiteY112" fmla="*/ 1133475 h 1890712"/>
              <a:gd name="connsiteX113" fmla="*/ 1597819 w 2543175"/>
              <a:gd name="connsiteY113" fmla="*/ 1154906 h 1890712"/>
              <a:gd name="connsiteX114" fmla="*/ 1604963 w 2543175"/>
              <a:gd name="connsiteY114" fmla="*/ 1162050 h 1890712"/>
              <a:gd name="connsiteX115" fmla="*/ 1612107 w 2543175"/>
              <a:gd name="connsiteY115" fmla="*/ 1166812 h 1890712"/>
              <a:gd name="connsiteX116" fmla="*/ 1628775 w 2543175"/>
              <a:gd name="connsiteY116" fmla="*/ 1183481 h 1890712"/>
              <a:gd name="connsiteX117" fmla="*/ 1662113 w 2543175"/>
              <a:gd name="connsiteY117" fmla="*/ 1209675 h 1890712"/>
              <a:gd name="connsiteX118" fmla="*/ 1678782 w 2543175"/>
              <a:gd name="connsiteY118" fmla="*/ 1226344 h 1890712"/>
              <a:gd name="connsiteX119" fmla="*/ 1700213 w 2543175"/>
              <a:gd name="connsiteY119" fmla="*/ 1247775 h 1890712"/>
              <a:gd name="connsiteX120" fmla="*/ 1712119 w 2543175"/>
              <a:gd name="connsiteY120" fmla="*/ 1259681 h 1890712"/>
              <a:gd name="connsiteX121" fmla="*/ 1733550 w 2543175"/>
              <a:gd name="connsiteY121" fmla="*/ 1273969 h 1890712"/>
              <a:gd name="connsiteX122" fmla="*/ 1743075 w 2543175"/>
              <a:gd name="connsiteY122" fmla="*/ 1283494 h 1890712"/>
              <a:gd name="connsiteX123" fmla="*/ 1754982 w 2543175"/>
              <a:gd name="connsiteY123" fmla="*/ 1290637 h 1890712"/>
              <a:gd name="connsiteX124" fmla="*/ 1766888 w 2543175"/>
              <a:gd name="connsiteY124" fmla="*/ 1300162 h 1890712"/>
              <a:gd name="connsiteX125" fmla="*/ 1783557 w 2543175"/>
              <a:gd name="connsiteY125" fmla="*/ 1307306 h 1890712"/>
              <a:gd name="connsiteX126" fmla="*/ 1790700 w 2543175"/>
              <a:gd name="connsiteY126" fmla="*/ 1312069 h 1890712"/>
              <a:gd name="connsiteX127" fmla="*/ 1800225 w 2543175"/>
              <a:gd name="connsiteY127" fmla="*/ 1319212 h 1890712"/>
              <a:gd name="connsiteX128" fmla="*/ 1807369 w 2543175"/>
              <a:gd name="connsiteY128" fmla="*/ 1321594 h 1890712"/>
              <a:gd name="connsiteX129" fmla="*/ 1824038 w 2543175"/>
              <a:gd name="connsiteY129" fmla="*/ 1333500 h 1890712"/>
              <a:gd name="connsiteX130" fmla="*/ 1843088 w 2543175"/>
              <a:gd name="connsiteY130" fmla="*/ 1352550 h 1890712"/>
              <a:gd name="connsiteX131" fmla="*/ 1852613 w 2543175"/>
              <a:gd name="connsiteY131" fmla="*/ 1359694 h 1890712"/>
              <a:gd name="connsiteX132" fmla="*/ 1859757 w 2543175"/>
              <a:gd name="connsiteY132" fmla="*/ 1366837 h 1890712"/>
              <a:gd name="connsiteX133" fmla="*/ 1869282 w 2543175"/>
              <a:gd name="connsiteY133" fmla="*/ 1371600 h 1890712"/>
              <a:gd name="connsiteX134" fmla="*/ 1883569 w 2543175"/>
              <a:gd name="connsiteY134" fmla="*/ 1388269 h 1890712"/>
              <a:gd name="connsiteX135" fmla="*/ 1893094 w 2543175"/>
              <a:gd name="connsiteY135" fmla="*/ 1395412 h 1890712"/>
              <a:gd name="connsiteX136" fmla="*/ 1902619 w 2543175"/>
              <a:gd name="connsiteY136" fmla="*/ 1404937 h 1890712"/>
              <a:gd name="connsiteX137" fmla="*/ 1912144 w 2543175"/>
              <a:gd name="connsiteY137" fmla="*/ 1409700 h 1890712"/>
              <a:gd name="connsiteX138" fmla="*/ 1931194 w 2543175"/>
              <a:gd name="connsiteY138" fmla="*/ 1421606 h 1890712"/>
              <a:gd name="connsiteX139" fmla="*/ 1935957 w 2543175"/>
              <a:gd name="connsiteY139" fmla="*/ 1428750 h 1890712"/>
              <a:gd name="connsiteX140" fmla="*/ 1952625 w 2543175"/>
              <a:gd name="connsiteY140" fmla="*/ 1438275 h 1890712"/>
              <a:gd name="connsiteX141" fmla="*/ 1971675 w 2543175"/>
              <a:gd name="connsiteY141" fmla="*/ 1450181 h 1890712"/>
              <a:gd name="connsiteX142" fmla="*/ 1981200 w 2543175"/>
              <a:gd name="connsiteY142" fmla="*/ 1454944 h 1890712"/>
              <a:gd name="connsiteX143" fmla="*/ 1997869 w 2543175"/>
              <a:gd name="connsiteY143" fmla="*/ 1471612 h 1890712"/>
              <a:gd name="connsiteX144" fmla="*/ 2007394 w 2543175"/>
              <a:gd name="connsiteY144" fmla="*/ 1478756 h 1890712"/>
              <a:gd name="connsiteX145" fmla="*/ 2016919 w 2543175"/>
              <a:gd name="connsiteY145" fmla="*/ 1483519 h 1890712"/>
              <a:gd name="connsiteX146" fmla="*/ 2024063 w 2543175"/>
              <a:gd name="connsiteY146" fmla="*/ 1490662 h 1890712"/>
              <a:gd name="connsiteX147" fmla="*/ 2033588 w 2543175"/>
              <a:gd name="connsiteY147" fmla="*/ 1495425 h 1890712"/>
              <a:gd name="connsiteX148" fmla="*/ 2040732 w 2543175"/>
              <a:gd name="connsiteY148" fmla="*/ 1502569 h 1890712"/>
              <a:gd name="connsiteX149" fmla="*/ 2047875 w 2543175"/>
              <a:gd name="connsiteY149" fmla="*/ 1507331 h 1890712"/>
              <a:gd name="connsiteX150" fmla="*/ 2057400 w 2543175"/>
              <a:gd name="connsiteY150" fmla="*/ 1514475 h 1890712"/>
              <a:gd name="connsiteX151" fmla="*/ 2064544 w 2543175"/>
              <a:gd name="connsiteY151" fmla="*/ 1519237 h 1890712"/>
              <a:gd name="connsiteX152" fmla="*/ 2071688 w 2543175"/>
              <a:gd name="connsiteY152" fmla="*/ 1526381 h 1890712"/>
              <a:gd name="connsiteX153" fmla="*/ 2081213 w 2543175"/>
              <a:gd name="connsiteY153" fmla="*/ 1531144 h 1890712"/>
              <a:gd name="connsiteX154" fmla="*/ 2090738 w 2543175"/>
              <a:gd name="connsiteY154" fmla="*/ 1538287 h 1890712"/>
              <a:gd name="connsiteX155" fmla="*/ 2109788 w 2543175"/>
              <a:gd name="connsiteY155" fmla="*/ 1547812 h 1890712"/>
              <a:gd name="connsiteX156" fmla="*/ 2131219 w 2543175"/>
              <a:gd name="connsiteY156" fmla="*/ 1562100 h 1890712"/>
              <a:gd name="connsiteX157" fmla="*/ 2140744 w 2543175"/>
              <a:gd name="connsiteY157" fmla="*/ 1566862 h 1890712"/>
              <a:gd name="connsiteX158" fmla="*/ 2152650 w 2543175"/>
              <a:gd name="connsiteY158" fmla="*/ 1576387 h 1890712"/>
              <a:gd name="connsiteX159" fmla="*/ 2181225 w 2543175"/>
              <a:gd name="connsiteY159" fmla="*/ 1590675 h 1890712"/>
              <a:gd name="connsiteX160" fmla="*/ 2200275 w 2543175"/>
              <a:gd name="connsiteY160" fmla="*/ 1607344 h 1890712"/>
              <a:gd name="connsiteX161" fmla="*/ 2207419 w 2543175"/>
              <a:gd name="connsiteY161" fmla="*/ 1612106 h 1890712"/>
              <a:gd name="connsiteX162" fmla="*/ 2216944 w 2543175"/>
              <a:gd name="connsiteY162" fmla="*/ 1619250 h 1890712"/>
              <a:gd name="connsiteX163" fmla="*/ 2224088 w 2543175"/>
              <a:gd name="connsiteY163" fmla="*/ 1624012 h 1890712"/>
              <a:gd name="connsiteX164" fmla="*/ 2247900 w 2543175"/>
              <a:gd name="connsiteY164" fmla="*/ 1643062 h 1890712"/>
              <a:gd name="connsiteX165" fmla="*/ 2255044 w 2543175"/>
              <a:gd name="connsiteY165" fmla="*/ 1650206 h 1890712"/>
              <a:gd name="connsiteX166" fmla="*/ 2281238 w 2543175"/>
              <a:gd name="connsiteY166" fmla="*/ 1664494 h 1890712"/>
              <a:gd name="connsiteX167" fmla="*/ 2297907 w 2543175"/>
              <a:gd name="connsiteY167" fmla="*/ 1674019 h 1890712"/>
              <a:gd name="connsiteX168" fmla="*/ 2312194 w 2543175"/>
              <a:gd name="connsiteY168" fmla="*/ 1685925 h 1890712"/>
              <a:gd name="connsiteX169" fmla="*/ 2328863 w 2543175"/>
              <a:gd name="connsiteY169" fmla="*/ 1697831 h 1890712"/>
              <a:gd name="connsiteX170" fmla="*/ 2350294 w 2543175"/>
              <a:gd name="connsiteY170" fmla="*/ 1712119 h 1890712"/>
              <a:gd name="connsiteX171" fmla="*/ 2369344 w 2543175"/>
              <a:gd name="connsiteY171" fmla="*/ 1724025 h 1890712"/>
              <a:gd name="connsiteX172" fmla="*/ 2428876 w 2543175"/>
              <a:gd name="connsiteY172" fmla="*/ 1785938 h 1890712"/>
              <a:gd name="connsiteX173" fmla="*/ 2466975 w 2543175"/>
              <a:gd name="connsiteY173" fmla="*/ 1783556 h 1890712"/>
              <a:gd name="connsiteX174" fmla="*/ 2481263 w 2543175"/>
              <a:gd name="connsiteY174" fmla="*/ 1795462 h 1890712"/>
              <a:gd name="connsiteX175" fmla="*/ 2486025 w 2543175"/>
              <a:gd name="connsiteY175" fmla="*/ 1802606 h 1890712"/>
              <a:gd name="connsiteX176" fmla="*/ 2514600 w 2543175"/>
              <a:gd name="connsiteY176" fmla="*/ 1850231 h 1890712"/>
              <a:gd name="connsiteX177" fmla="*/ 2519363 w 2543175"/>
              <a:gd name="connsiteY177" fmla="*/ 1857375 h 1890712"/>
              <a:gd name="connsiteX178" fmla="*/ 2540794 w 2543175"/>
              <a:gd name="connsiteY178" fmla="*/ 1883569 h 1890712"/>
              <a:gd name="connsiteX179" fmla="*/ 2543175 w 2543175"/>
              <a:gd name="connsiteY17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302419 w 2543175"/>
              <a:gd name="connsiteY25" fmla="*/ 204787 h 1890712"/>
              <a:gd name="connsiteX26" fmla="*/ 309563 w 2543175"/>
              <a:gd name="connsiteY26" fmla="*/ 209550 h 1890712"/>
              <a:gd name="connsiteX27" fmla="*/ 333375 w 2543175"/>
              <a:gd name="connsiteY27" fmla="*/ 228600 h 1890712"/>
              <a:gd name="connsiteX28" fmla="*/ 340519 w 2543175"/>
              <a:gd name="connsiteY28" fmla="*/ 233362 h 1890712"/>
              <a:gd name="connsiteX29" fmla="*/ 354807 w 2543175"/>
              <a:gd name="connsiteY29" fmla="*/ 247650 h 1890712"/>
              <a:gd name="connsiteX30" fmla="*/ 366713 w 2543175"/>
              <a:gd name="connsiteY30" fmla="*/ 264319 h 1890712"/>
              <a:gd name="connsiteX31" fmla="*/ 371475 w 2543175"/>
              <a:gd name="connsiteY31" fmla="*/ 271462 h 1890712"/>
              <a:gd name="connsiteX32" fmla="*/ 378619 w 2543175"/>
              <a:gd name="connsiteY32" fmla="*/ 276225 h 1890712"/>
              <a:gd name="connsiteX33" fmla="*/ 385763 w 2543175"/>
              <a:gd name="connsiteY33" fmla="*/ 283369 h 1890712"/>
              <a:gd name="connsiteX34" fmla="*/ 395288 w 2543175"/>
              <a:gd name="connsiteY34" fmla="*/ 288131 h 1890712"/>
              <a:gd name="connsiteX35" fmla="*/ 404813 w 2543175"/>
              <a:gd name="connsiteY35" fmla="*/ 295275 h 1890712"/>
              <a:gd name="connsiteX36" fmla="*/ 411957 w 2543175"/>
              <a:gd name="connsiteY36" fmla="*/ 297656 h 1890712"/>
              <a:gd name="connsiteX37" fmla="*/ 421482 w 2543175"/>
              <a:gd name="connsiteY37" fmla="*/ 302419 h 1890712"/>
              <a:gd name="connsiteX38" fmla="*/ 447675 w 2543175"/>
              <a:gd name="connsiteY38" fmla="*/ 307181 h 1890712"/>
              <a:gd name="connsiteX39" fmla="*/ 461963 w 2543175"/>
              <a:gd name="connsiteY39" fmla="*/ 321469 h 1890712"/>
              <a:gd name="connsiteX40" fmla="*/ 466725 w 2543175"/>
              <a:gd name="connsiteY40" fmla="*/ 328612 h 1890712"/>
              <a:gd name="connsiteX41" fmla="*/ 476250 w 2543175"/>
              <a:gd name="connsiteY41" fmla="*/ 335756 h 1890712"/>
              <a:gd name="connsiteX42" fmla="*/ 481013 w 2543175"/>
              <a:gd name="connsiteY42" fmla="*/ 342900 h 1890712"/>
              <a:gd name="connsiteX43" fmla="*/ 490538 w 2543175"/>
              <a:gd name="connsiteY43" fmla="*/ 352425 h 1890712"/>
              <a:gd name="connsiteX44" fmla="*/ 495300 w 2543175"/>
              <a:gd name="connsiteY44" fmla="*/ 359569 h 1890712"/>
              <a:gd name="connsiteX45" fmla="*/ 509588 w 2543175"/>
              <a:gd name="connsiteY45" fmla="*/ 376237 h 1890712"/>
              <a:gd name="connsiteX46" fmla="*/ 514350 w 2543175"/>
              <a:gd name="connsiteY46" fmla="*/ 383381 h 1890712"/>
              <a:gd name="connsiteX47" fmla="*/ 531019 w 2543175"/>
              <a:gd name="connsiteY47" fmla="*/ 397669 h 1890712"/>
              <a:gd name="connsiteX48" fmla="*/ 538163 w 2543175"/>
              <a:gd name="connsiteY48" fmla="*/ 407194 h 1890712"/>
              <a:gd name="connsiteX49" fmla="*/ 554832 w 2543175"/>
              <a:gd name="connsiteY49" fmla="*/ 421481 h 1890712"/>
              <a:gd name="connsiteX50" fmla="*/ 564357 w 2543175"/>
              <a:gd name="connsiteY50" fmla="*/ 431006 h 1890712"/>
              <a:gd name="connsiteX51" fmla="*/ 573882 w 2543175"/>
              <a:gd name="connsiteY51" fmla="*/ 438150 h 1890712"/>
              <a:gd name="connsiteX52" fmla="*/ 595313 w 2543175"/>
              <a:gd name="connsiteY52" fmla="*/ 454819 h 1890712"/>
              <a:gd name="connsiteX53" fmla="*/ 602457 w 2543175"/>
              <a:gd name="connsiteY53" fmla="*/ 457200 h 1890712"/>
              <a:gd name="connsiteX54" fmla="*/ 628650 w 2543175"/>
              <a:gd name="connsiteY54" fmla="*/ 469106 h 1890712"/>
              <a:gd name="connsiteX55" fmla="*/ 645319 w 2543175"/>
              <a:gd name="connsiteY55" fmla="*/ 483394 h 1890712"/>
              <a:gd name="connsiteX56" fmla="*/ 654844 w 2543175"/>
              <a:gd name="connsiteY56" fmla="*/ 488156 h 1890712"/>
              <a:gd name="connsiteX57" fmla="*/ 661988 w 2543175"/>
              <a:gd name="connsiteY57" fmla="*/ 497681 h 1890712"/>
              <a:gd name="connsiteX58" fmla="*/ 683419 w 2543175"/>
              <a:gd name="connsiteY58" fmla="*/ 514350 h 1890712"/>
              <a:gd name="connsiteX59" fmla="*/ 700088 w 2543175"/>
              <a:gd name="connsiteY59" fmla="*/ 526256 h 1890712"/>
              <a:gd name="connsiteX60" fmla="*/ 709613 w 2543175"/>
              <a:gd name="connsiteY60" fmla="*/ 535781 h 1890712"/>
              <a:gd name="connsiteX61" fmla="*/ 719138 w 2543175"/>
              <a:gd name="connsiteY61" fmla="*/ 542925 h 1890712"/>
              <a:gd name="connsiteX62" fmla="*/ 733425 w 2543175"/>
              <a:gd name="connsiteY62" fmla="*/ 557212 h 1890712"/>
              <a:gd name="connsiteX63" fmla="*/ 750094 w 2543175"/>
              <a:gd name="connsiteY63" fmla="*/ 569119 h 1890712"/>
              <a:gd name="connsiteX64" fmla="*/ 769144 w 2543175"/>
              <a:gd name="connsiteY64" fmla="*/ 581025 h 1890712"/>
              <a:gd name="connsiteX65" fmla="*/ 785813 w 2543175"/>
              <a:gd name="connsiteY65" fmla="*/ 590550 h 1890712"/>
              <a:gd name="connsiteX66" fmla="*/ 792957 w 2543175"/>
              <a:gd name="connsiteY66" fmla="*/ 600075 h 1890712"/>
              <a:gd name="connsiteX67" fmla="*/ 809625 w 2543175"/>
              <a:gd name="connsiteY67" fmla="*/ 611981 h 1890712"/>
              <a:gd name="connsiteX68" fmla="*/ 816769 w 2543175"/>
              <a:gd name="connsiteY68" fmla="*/ 619125 h 1890712"/>
              <a:gd name="connsiteX69" fmla="*/ 826294 w 2543175"/>
              <a:gd name="connsiteY69" fmla="*/ 626269 h 1890712"/>
              <a:gd name="connsiteX70" fmla="*/ 840582 w 2543175"/>
              <a:gd name="connsiteY70" fmla="*/ 638175 h 1890712"/>
              <a:gd name="connsiteX71" fmla="*/ 847725 w 2543175"/>
              <a:gd name="connsiteY71" fmla="*/ 645319 h 1890712"/>
              <a:gd name="connsiteX72" fmla="*/ 857250 w 2543175"/>
              <a:gd name="connsiteY72" fmla="*/ 652462 h 1890712"/>
              <a:gd name="connsiteX73" fmla="*/ 864394 w 2543175"/>
              <a:gd name="connsiteY73" fmla="*/ 657225 h 1890712"/>
              <a:gd name="connsiteX74" fmla="*/ 888207 w 2543175"/>
              <a:gd name="connsiteY74" fmla="*/ 676275 h 1890712"/>
              <a:gd name="connsiteX75" fmla="*/ 895350 w 2543175"/>
              <a:gd name="connsiteY75" fmla="*/ 681037 h 1890712"/>
              <a:gd name="connsiteX76" fmla="*/ 907257 w 2543175"/>
              <a:gd name="connsiteY76" fmla="*/ 683419 h 1890712"/>
              <a:gd name="connsiteX77" fmla="*/ 928688 w 2543175"/>
              <a:gd name="connsiteY77" fmla="*/ 695325 h 1890712"/>
              <a:gd name="connsiteX78" fmla="*/ 942975 w 2543175"/>
              <a:gd name="connsiteY78" fmla="*/ 700087 h 1890712"/>
              <a:gd name="connsiteX79" fmla="*/ 964407 w 2543175"/>
              <a:gd name="connsiteY79" fmla="*/ 716756 h 1890712"/>
              <a:gd name="connsiteX80" fmla="*/ 971550 w 2543175"/>
              <a:gd name="connsiteY80" fmla="*/ 723900 h 1890712"/>
              <a:gd name="connsiteX81" fmla="*/ 983457 w 2543175"/>
              <a:gd name="connsiteY81" fmla="*/ 733425 h 1890712"/>
              <a:gd name="connsiteX82" fmla="*/ 990600 w 2543175"/>
              <a:gd name="connsiteY82" fmla="*/ 738187 h 1890712"/>
              <a:gd name="connsiteX83" fmla="*/ 1007269 w 2543175"/>
              <a:gd name="connsiteY83" fmla="*/ 752475 h 1890712"/>
              <a:gd name="connsiteX84" fmla="*/ 1031082 w 2543175"/>
              <a:gd name="connsiteY84" fmla="*/ 766762 h 1890712"/>
              <a:gd name="connsiteX85" fmla="*/ 1042988 w 2543175"/>
              <a:gd name="connsiteY85" fmla="*/ 773906 h 1890712"/>
              <a:gd name="connsiteX86" fmla="*/ 1071563 w 2543175"/>
              <a:gd name="connsiteY86" fmla="*/ 785812 h 1890712"/>
              <a:gd name="connsiteX87" fmla="*/ 1097757 w 2543175"/>
              <a:gd name="connsiteY87" fmla="*/ 807244 h 1890712"/>
              <a:gd name="connsiteX88" fmla="*/ 1104900 w 2543175"/>
              <a:gd name="connsiteY88" fmla="*/ 814387 h 1890712"/>
              <a:gd name="connsiteX89" fmla="*/ 1121569 w 2543175"/>
              <a:gd name="connsiteY89" fmla="*/ 823912 h 1890712"/>
              <a:gd name="connsiteX90" fmla="*/ 1138238 w 2543175"/>
              <a:gd name="connsiteY90" fmla="*/ 835819 h 1890712"/>
              <a:gd name="connsiteX91" fmla="*/ 1147763 w 2543175"/>
              <a:gd name="connsiteY91" fmla="*/ 842962 h 1890712"/>
              <a:gd name="connsiteX92" fmla="*/ 1157288 w 2543175"/>
              <a:gd name="connsiteY92" fmla="*/ 847725 h 1890712"/>
              <a:gd name="connsiteX93" fmla="*/ 1178719 w 2543175"/>
              <a:gd name="connsiteY93" fmla="*/ 859631 h 1890712"/>
              <a:gd name="connsiteX94" fmla="*/ 1188244 w 2543175"/>
              <a:gd name="connsiteY94" fmla="*/ 866775 h 1890712"/>
              <a:gd name="connsiteX95" fmla="*/ 1195388 w 2543175"/>
              <a:gd name="connsiteY95" fmla="*/ 871537 h 1890712"/>
              <a:gd name="connsiteX96" fmla="*/ 1212057 w 2543175"/>
              <a:gd name="connsiteY96" fmla="*/ 883444 h 1890712"/>
              <a:gd name="connsiteX97" fmla="*/ 1226344 w 2543175"/>
              <a:gd name="connsiteY97" fmla="*/ 895350 h 1890712"/>
              <a:gd name="connsiteX98" fmla="*/ 1245394 w 2543175"/>
              <a:gd name="connsiteY98" fmla="*/ 907256 h 1890712"/>
              <a:gd name="connsiteX99" fmla="*/ 1254919 w 2543175"/>
              <a:gd name="connsiteY99" fmla="*/ 914400 h 1890712"/>
              <a:gd name="connsiteX100" fmla="*/ 1269207 w 2543175"/>
              <a:gd name="connsiteY100" fmla="*/ 921544 h 1890712"/>
              <a:gd name="connsiteX101" fmla="*/ 1290638 w 2543175"/>
              <a:gd name="connsiteY101" fmla="*/ 935831 h 1890712"/>
              <a:gd name="connsiteX102" fmla="*/ 1307307 w 2543175"/>
              <a:gd name="connsiteY102" fmla="*/ 952500 h 1890712"/>
              <a:gd name="connsiteX103" fmla="*/ 1333500 w 2543175"/>
              <a:gd name="connsiteY103" fmla="*/ 971550 h 1890712"/>
              <a:gd name="connsiteX104" fmla="*/ 1359694 w 2543175"/>
              <a:gd name="connsiteY104" fmla="*/ 990600 h 1890712"/>
              <a:gd name="connsiteX105" fmla="*/ 1373982 w 2543175"/>
              <a:gd name="connsiteY105" fmla="*/ 997744 h 1890712"/>
              <a:gd name="connsiteX106" fmla="*/ 1388269 w 2543175"/>
              <a:gd name="connsiteY106" fmla="*/ 1007269 h 1890712"/>
              <a:gd name="connsiteX107" fmla="*/ 1414463 w 2543175"/>
              <a:gd name="connsiteY107" fmla="*/ 1019175 h 1890712"/>
              <a:gd name="connsiteX108" fmla="*/ 1428750 w 2543175"/>
              <a:gd name="connsiteY108" fmla="*/ 1026319 h 1890712"/>
              <a:gd name="connsiteX109" fmla="*/ 1471613 w 2543175"/>
              <a:gd name="connsiteY109" fmla="*/ 1059656 h 1890712"/>
              <a:gd name="connsiteX110" fmla="*/ 1495425 w 2543175"/>
              <a:gd name="connsiteY110" fmla="*/ 1088231 h 1890712"/>
              <a:gd name="connsiteX111" fmla="*/ 1547812 w 2543175"/>
              <a:gd name="connsiteY111" fmla="*/ 1133475 h 1890712"/>
              <a:gd name="connsiteX112" fmla="*/ 1597819 w 2543175"/>
              <a:gd name="connsiteY112" fmla="*/ 1154906 h 1890712"/>
              <a:gd name="connsiteX113" fmla="*/ 1604963 w 2543175"/>
              <a:gd name="connsiteY113" fmla="*/ 1162050 h 1890712"/>
              <a:gd name="connsiteX114" fmla="*/ 1612107 w 2543175"/>
              <a:gd name="connsiteY114" fmla="*/ 1166812 h 1890712"/>
              <a:gd name="connsiteX115" fmla="*/ 1628775 w 2543175"/>
              <a:gd name="connsiteY115" fmla="*/ 1183481 h 1890712"/>
              <a:gd name="connsiteX116" fmla="*/ 1662113 w 2543175"/>
              <a:gd name="connsiteY116" fmla="*/ 1209675 h 1890712"/>
              <a:gd name="connsiteX117" fmla="*/ 1678782 w 2543175"/>
              <a:gd name="connsiteY117" fmla="*/ 1226344 h 1890712"/>
              <a:gd name="connsiteX118" fmla="*/ 1700213 w 2543175"/>
              <a:gd name="connsiteY118" fmla="*/ 1247775 h 1890712"/>
              <a:gd name="connsiteX119" fmla="*/ 1712119 w 2543175"/>
              <a:gd name="connsiteY119" fmla="*/ 1259681 h 1890712"/>
              <a:gd name="connsiteX120" fmla="*/ 1733550 w 2543175"/>
              <a:gd name="connsiteY120" fmla="*/ 1273969 h 1890712"/>
              <a:gd name="connsiteX121" fmla="*/ 1743075 w 2543175"/>
              <a:gd name="connsiteY121" fmla="*/ 1283494 h 1890712"/>
              <a:gd name="connsiteX122" fmla="*/ 1754982 w 2543175"/>
              <a:gd name="connsiteY122" fmla="*/ 1290637 h 1890712"/>
              <a:gd name="connsiteX123" fmla="*/ 1766888 w 2543175"/>
              <a:gd name="connsiteY123" fmla="*/ 1300162 h 1890712"/>
              <a:gd name="connsiteX124" fmla="*/ 1783557 w 2543175"/>
              <a:gd name="connsiteY124" fmla="*/ 1307306 h 1890712"/>
              <a:gd name="connsiteX125" fmla="*/ 1790700 w 2543175"/>
              <a:gd name="connsiteY125" fmla="*/ 1312069 h 1890712"/>
              <a:gd name="connsiteX126" fmla="*/ 1800225 w 2543175"/>
              <a:gd name="connsiteY126" fmla="*/ 1319212 h 1890712"/>
              <a:gd name="connsiteX127" fmla="*/ 1807369 w 2543175"/>
              <a:gd name="connsiteY127" fmla="*/ 1321594 h 1890712"/>
              <a:gd name="connsiteX128" fmla="*/ 1824038 w 2543175"/>
              <a:gd name="connsiteY128" fmla="*/ 1333500 h 1890712"/>
              <a:gd name="connsiteX129" fmla="*/ 1843088 w 2543175"/>
              <a:gd name="connsiteY129" fmla="*/ 1352550 h 1890712"/>
              <a:gd name="connsiteX130" fmla="*/ 1852613 w 2543175"/>
              <a:gd name="connsiteY130" fmla="*/ 1359694 h 1890712"/>
              <a:gd name="connsiteX131" fmla="*/ 1859757 w 2543175"/>
              <a:gd name="connsiteY131" fmla="*/ 1366837 h 1890712"/>
              <a:gd name="connsiteX132" fmla="*/ 1869282 w 2543175"/>
              <a:gd name="connsiteY132" fmla="*/ 1371600 h 1890712"/>
              <a:gd name="connsiteX133" fmla="*/ 1883569 w 2543175"/>
              <a:gd name="connsiteY133" fmla="*/ 1388269 h 1890712"/>
              <a:gd name="connsiteX134" fmla="*/ 1893094 w 2543175"/>
              <a:gd name="connsiteY134" fmla="*/ 1395412 h 1890712"/>
              <a:gd name="connsiteX135" fmla="*/ 1902619 w 2543175"/>
              <a:gd name="connsiteY135" fmla="*/ 1404937 h 1890712"/>
              <a:gd name="connsiteX136" fmla="*/ 1912144 w 2543175"/>
              <a:gd name="connsiteY136" fmla="*/ 1409700 h 1890712"/>
              <a:gd name="connsiteX137" fmla="*/ 1931194 w 2543175"/>
              <a:gd name="connsiteY137" fmla="*/ 1421606 h 1890712"/>
              <a:gd name="connsiteX138" fmla="*/ 1935957 w 2543175"/>
              <a:gd name="connsiteY138" fmla="*/ 1428750 h 1890712"/>
              <a:gd name="connsiteX139" fmla="*/ 1952625 w 2543175"/>
              <a:gd name="connsiteY139" fmla="*/ 1438275 h 1890712"/>
              <a:gd name="connsiteX140" fmla="*/ 1971675 w 2543175"/>
              <a:gd name="connsiteY140" fmla="*/ 1450181 h 1890712"/>
              <a:gd name="connsiteX141" fmla="*/ 1981200 w 2543175"/>
              <a:gd name="connsiteY141" fmla="*/ 1454944 h 1890712"/>
              <a:gd name="connsiteX142" fmla="*/ 1997869 w 2543175"/>
              <a:gd name="connsiteY142" fmla="*/ 1471612 h 1890712"/>
              <a:gd name="connsiteX143" fmla="*/ 2007394 w 2543175"/>
              <a:gd name="connsiteY143" fmla="*/ 1478756 h 1890712"/>
              <a:gd name="connsiteX144" fmla="*/ 2016919 w 2543175"/>
              <a:gd name="connsiteY144" fmla="*/ 1483519 h 1890712"/>
              <a:gd name="connsiteX145" fmla="*/ 2024063 w 2543175"/>
              <a:gd name="connsiteY145" fmla="*/ 1490662 h 1890712"/>
              <a:gd name="connsiteX146" fmla="*/ 2033588 w 2543175"/>
              <a:gd name="connsiteY146" fmla="*/ 1495425 h 1890712"/>
              <a:gd name="connsiteX147" fmla="*/ 2040732 w 2543175"/>
              <a:gd name="connsiteY147" fmla="*/ 1502569 h 1890712"/>
              <a:gd name="connsiteX148" fmla="*/ 2047875 w 2543175"/>
              <a:gd name="connsiteY148" fmla="*/ 1507331 h 1890712"/>
              <a:gd name="connsiteX149" fmla="*/ 2057400 w 2543175"/>
              <a:gd name="connsiteY149" fmla="*/ 1514475 h 1890712"/>
              <a:gd name="connsiteX150" fmla="*/ 2064544 w 2543175"/>
              <a:gd name="connsiteY150" fmla="*/ 1519237 h 1890712"/>
              <a:gd name="connsiteX151" fmla="*/ 2071688 w 2543175"/>
              <a:gd name="connsiteY151" fmla="*/ 1526381 h 1890712"/>
              <a:gd name="connsiteX152" fmla="*/ 2081213 w 2543175"/>
              <a:gd name="connsiteY152" fmla="*/ 1531144 h 1890712"/>
              <a:gd name="connsiteX153" fmla="*/ 2090738 w 2543175"/>
              <a:gd name="connsiteY153" fmla="*/ 1538287 h 1890712"/>
              <a:gd name="connsiteX154" fmla="*/ 2109788 w 2543175"/>
              <a:gd name="connsiteY154" fmla="*/ 1547812 h 1890712"/>
              <a:gd name="connsiteX155" fmla="*/ 2131219 w 2543175"/>
              <a:gd name="connsiteY155" fmla="*/ 1562100 h 1890712"/>
              <a:gd name="connsiteX156" fmla="*/ 2140744 w 2543175"/>
              <a:gd name="connsiteY156" fmla="*/ 1566862 h 1890712"/>
              <a:gd name="connsiteX157" fmla="*/ 2152650 w 2543175"/>
              <a:gd name="connsiteY157" fmla="*/ 1576387 h 1890712"/>
              <a:gd name="connsiteX158" fmla="*/ 2181225 w 2543175"/>
              <a:gd name="connsiteY158" fmla="*/ 1590675 h 1890712"/>
              <a:gd name="connsiteX159" fmla="*/ 2200275 w 2543175"/>
              <a:gd name="connsiteY159" fmla="*/ 1607344 h 1890712"/>
              <a:gd name="connsiteX160" fmla="*/ 2207419 w 2543175"/>
              <a:gd name="connsiteY160" fmla="*/ 1612106 h 1890712"/>
              <a:gd name="connsiteX161" fmla="*/ 2216944 w 2543175"/>
              <a:gd name="connsiteY161" fmla="*/ 1619250 h 1890712"/>
              <a:gd name="connsiteX162" fmla="*/ 2224088 w 2543175"/>
              <a:gd name="connsiteY162" fmla="*/ 1624012 h 1890712"/>
              <a:gd name="connsiteX163" fmla="*/ 2247900 w 2543175"/>
              <a:gd name="connsiteY163" fmla="*/ 1643062 h 1890712"/>
              <a:gd name="connsiteX164" fmla="*/ 2255044 w 2543175"/>
              <a:gd name="connsiteY164" fmla="*/ 1650206 h 1890712"/>
              <a:gd name="connsiteX165" fmla="*/ 2281238 w 2543175"/>
              <a:gd name="connsiteY165" fmla="*/ 1664494 h 1890712"/>
              <a:gd name="connsiteX166" fmla="*/ 2297907 w 2543175"/>
              <a:gd name="connsiteY166" fmla="*/ 1674019 h 1890712"/>
              <a:gd name="connsiteX167" fmla="*/ 2312194 w 2543175"/>
              <a:gd name="connsiteY167" fmla="*/ 1685925 h 1890712"/>
              <a:gd name="connsiteX168" fmla="*/ 2328863 w 2543175"/>
              <a:gd name="connsiteY168" fmla="*/ 1697831 h 1890712"/>
              <a:gd name="connsiteX169" fmla="*/ 2350294 w 2543175"/>
              <a:gd name="connsiteY169" fmla="*/ 1712119 h 1890712"/>
              <a:gd name="connsiteX170" fmla="*/ 2369344 w 2543175"/>
              <a:gd name="connsiteY170" fmla="*/ 1724025 h 1890712"/>
              <a:gd name="connsiteX171" fmla="*/ 2428876 w 2543175"/>
              <a:gd name="connsiteY171" fmla="*/ 1785938 h 1890712"/>
              <a:gd name="connsiteX172" fmla="*/ 2466975 w 2543175"/>
              <a:gd name="connsiteY172" fmla="*/ 1783556 h 1890712"/>
              <a:gd name="connsiteX173" fmla="*/ 2481263 w 2543175"/>
              <a:gd name="connsiteY173" fmla="*/ 1795462 h 1890712"/>
              <a:gd name="connsiteX174" fmla="*/ 2486025 w 2543175"/>
              <a:gd name="connsiteY174" fmla="*/ 1802606 h 1890712"/>
              <a:gd name="connsiteX175" fmla="*/ 2514600 w 2543175"/>
              <a:gd name="connsiteY175" fmla="*/ 1850231 h 1890712"/>
              <a:gd name="connsiteX176" fmla="*/ 2519363 w 2543175"/>
              <a:gd name="connsiteY176" fmla="*/ 1857375 h 1890712"/>
              <a:gd name="connsiteX177" fmla="*/ 2540794 w 2543175"/>
              <a:gd name="connsiteY177" fmla="*/ 1883569 h 1890712"/>
              <a:gd name="connsiteX178" fmla="*/ 2543175 w 2543175"/>
              <a:gd name="connsiteY178"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09563 w 2543175"/>
              <a:gd name="connsiteY25" fmla="*/ 209550 h 1890712"/>
              <a:gd name="connsiteX26" fmla="*/ 333375 w 2543175"/>
              <a:gd name="connsiteY26" fmla="*/ 228600 h 1890712"/>
              <a:gd name="connsiteX27" fmla="*/ 340519 w 2543175"/>
              <a:gd name="connsiteY27" fmla="*/ 233362 h 1890712"/>
              <a:gd name="connsiteX28" fmla="*/ 354807 w 2543175"/>
              <a:gd name="connsiteY28" fmla="*/ 247650 h 1890712"/>
              <a:gd name="connsiteX29" fmla="*/ 366713 w 2543175"/>
              <a:gd name="connsiteY29" fmla="*/ 264319 h 1890712"/>
              <a:gd name="connsiteX30" fmla="*/ 371475 w 2543175"/>
              <a:gd name="connsiteY30" fmla="*/ 271462 h 1890712"/>
              <a:gd name="connsiteX31" fmla="*/ 378619 w 2543175"/>
              <a:gd name="connsiteY31" fmla="*/ 276225 h 1890712"/>
              <a:gd name="connsiteX32" fmla="*/ 385763 w 2543175"/>
              <a:gd name="connsiteY32" fmla="*/ 283369 h 1890712"/>
              <a:gd name="connsiteX33" fmla="*/ 395288 w 2543175"/>
              <a:gd name="connsiteY33" fmla="*/ 288131 h 1890712"/>
              <a:gd name="connsiteX34" fmla="*/ 404813 w 2543175"/>
              <a:gd name="connsiteY34" fmla="*/ 295275 h 1890712"/>
              <a:gd name="connsiteX35" fmla="*/ 411957 w 2543175"/>
              <a:gd name="connsiteY35" fmla="*/ 297656 h 1890712"/>
              <a:gd name="connsiteX36" fmla="*/ 421482 w 2543175"/>
              <a:gd name="connsiteY36" fmla="*/ 302419 h 1890712"/>
              <a:gd name="connsiteX37" fmla="*/ 447675 w 2543175"/>
              <a:gd name="connsiteY37" fmla="*/ 307181 h 1890712"/>
              <a:gd name="connsiteX38" fmla="*/ 461963 w 2543175"/>
              <a:gd name="connsiteY38" fmla="*/ 321469 h 1890712"/>
              <a:gd name="connsiteX39" fmla="*/ 466725 w 2543175"/>
              <a:gd name="connsiteY39" fmla="*/ 328612 h 1890712"/>
              <a:gd name="connsiteX40" fmla="*/ 476250 w 2543175"/>
              <a:gd name="connsiteY40" fmla="*/ 335756 h 1890712"/>
              <a:gd name="connsiteX41" fmla="*/ 481013 w 2543175"/>
              <a:gd name="connsiteY41" fmla="*/ 342900 h 1890712"/>
              <a:gd name="connsiteX42" fmla="*/ 490538 w 2543175"/>
              <a:gd name="connsiteY42" fmla="*/ 352425 h 1890712"/>
              <a:gd name="connsiteX43" fmla="*/ 495300 w 2543175"/>
              <a:gd name="connsiteY43" fmla="*/ 359569 h 1890712"/>
              <a:gd name="connsiteX44" fmla="*/ 509588 w 2543175"/>
              <a:gd name="connsiteY44" fmla="*/ 376237 h 1890712"/>
              <a:gd name="connsiteX45" fmla="*/ 514350 w 2543175"/>
              <a:gd name="connsiteY45" fmla="*/ 383381 h 1890712"/>
              <a:gd name="connsiteX46" fmla="*/ 531019 w 2543175"/>
              <a:gd name="connsiteY46" fmla="*/ 397669 h 1890712"/>
              <a:gd name="connsiteX47" fmla="*/ 538163 w 2543175"/>
              <a:gd name="connsiteY47" fmla="*/ 407194 h 1890712"/>
              <a:gd name="connsiteX48" fmla="*/ 554832 w 2543175"/>
              <a:gd name="connsiteY48" fmla="*/ 421481 h 1890712"/>
              <a:gd name="connsiteX49" fmla="*/ 564357 w 2543175"/>
              <a:gd name="connsiteY49" fmla="*/ 431006 h 1890712"/>
              <a:gd name="connsiteX50" fmla="*/ 573882 w 2543175"/>
              <a:gd name="connsiteY50" fmla="*/ 438150 h 1890712"/>
              <a:gd name="connsiteX51" fmla="*/ 595313 w 2543175"/>
              <a:gd name="connsiteY51" fmla="*/ 454819 h 1890712"/>
              <a:gd name="connsiteX52" fmla="*/ 602457 w 2543175"/>
              <a:gd name="connsiteY52" fmla="*/ 457200 h 1890712"/>
              <a:gd name="connsiteX53" fmla="*/ 628650 w 2543175"/>
              <a:gd name="connsiteY53" fmla="*/ 469106 h 1890712"/>
              <a:gd name="connsiteX54" fmla="*/ 645319 w 2543175"/>
              <a:gd name="connsiteY54" fmla="*/ 483394 h 1890712"/>
              <a:gd name="connsiteX55" fmla="*/ 654844 w 2543175"/>
              <a:gd name="connsiteY55" fmla="*/ 488156 h 1890712"/>
              <a:gd name="connsiteX56" fmla="*/ 661988 w 2543175"/>
              <a:gd name="connsiteY56" fmla="*/ 497681 h 1890712"/>
              <a:gd name="connsiteX57" fmla="*/ 683419 w 2543175"/>
              <a:gd name="connsiteY57" fmla="*/ 514350 h 1890712"/>
              <a:gd name="connsiteX58" fmla="*/ 700088 w 2543175"/>
              <a:gd name="connsiteY58" fmla="*/ 526256 h 1890712"/>
              <a:gd name="connsiteX59" fmla="*/ 709613 w 2543175"/>
              <a:gd name="connsiteY59" fmla="*/ 535781 h 1890712"/>
              <a:gd name="connsiteX60" fmla="*/ 719138 w 2543175"/>
              <a:gd name="connsiteY60" fmla="*/ 542925 h 1890712"/>
              <a:gd name="connsiteX61" fmla="*/ 733425 w 2543175"/>
              <a:gd name="connsiteY61" fmla="*/ 557212 h 1890712"/>
              <a:gd name="connsiteX62" fmla="*/ 750094 w 2543175"/>
              <a:gd name="connsiteY62" fmla="*/ 569119 h 1890712"/>
              <a:gd name="connsiteX63" fmla="*/ 769144 w 2543175"/>
              <a:gd name="connsiteY63" fmla="*/ 581025 h 1890712"/>
              <a:gd name="connsiteX64" fmla="*/ 785813 w 2543175"/>
              <a:gd name="connsiteY64" fmla="*/ 590550 h 1890712"/>
              <a:gd name="connsiteX65" fmla="*/ 792957 w 2543175"/>
              <a:gd name="connsiteY65" fmla="*/ 600075 h 1890712"/>
              <a:gd name="connsiteX66" fmla="*/ 809625 w 2543175"/>
              <a:gd name="connsiteY66" fmla="*/ 611981 h 1890712"/>
              <a:gd name="connsiteX67" fmla="*/ 816769 w 2543175"/>
              <a:gd name="connsiteY67" fmla="*/ 619125 h 1890712"/>
              <a:gd name="connsiteX68" fmla="*/ 826294 w 2543175"/>
              <a:gd name="connsiteY68" fmla="*/ 626269 h 1890712"/>
              <a:gd name="connsiteX69" fmla="*/ 840582 w 2543175"/>
              <a:gd name="connsiteY69" fmla="*/ 638175 h 1890712"/>
              <a:gd name="connsiteX70" fmla="*/ 847725 w 2543175"/>
              <a:gd name="connsiteY70" fmla="*/ 645319 h 1890712"/>
              <a:gd name="connsiteX71" fmla="*/ 857250 w 2543175"/>
              <a:gd name="connsiteY71" fmla="*/ 652462 h 1890712"/>
              <a:gd name="connsiteX72" fmla="*/ 864394 w 2543175"/>
              <a:gd name="connsiteY72" fmla="*/ 657225 h 1890712"/>
              <a:gd name="connsiteX73" fmla="*/ 888207 w 2543175"/>
              <a:gd name="connsiteY73" fmla="*/ 676275 h 1890712"/>
              <a:gd name="connsiteX74" fmla="*/ 895350 w 2543175"/>
              <a:gd name="connsiteY74" fmla="*/ 681037 h 1890712"/>
              <a:gd name="connsiteX75" fmla="*/ 907257 w 2543175"/>
              <a:gd name="connsiteY75" fmla="*/ 683419 h 1890712"/>
              <a:gd name="connsiteX76" fmla="*/ 928688 w 2543175"/>
              <a:gd name="connsiteY76" fmla="*/ 695325 h 1890712"/>
              <a:gd name="connsiteX77" fmla="*/ 942975 w 2543175"/>
              <a:gd name="connsiteY77" fmla="*/ 700087 h 1890712"/>
              <a:gd name="connsiteX78" fmla="*/ 964407 w 2543175"/>
              <a:gd name="connsiteY78" fmla="*/ 716756 h 1890712"/>
              <a:gd name="connsiteX79" fmla="*/ 971550 w 2543175"/>
              <a:gd name="connsiteY79" fmla="*/ 723900 h 1890712"/>
              <a:gd name="connsiteX80" fmla="*/ 983457 w 2543175"/>
              <a:gd name="connsiteY80" fmla="*/ 733425 h 1890712"/>
              <a:gd name="connsiteX81" fmla="*/ 990600 w 2543175"/>
              <a:gd name="connsiteY81" fmla="*/ 738187 h 1890712"/>
              <a:gd name="connsiteX82" fmla="*/ 1007269 w 2543175"/>
              <a:gd name="connsiteY82" fmla="*/ 752475 h 1890712"/>
              <a:gd name="connsiteX83" fmla="*/ 1031082 w 2543175"/>
              <a:gd name="connsiteY83" fmla="*/ 766762 h 1890712"/>
              <a:gd name="connsiteX84" fmla="*/ 1042988 w 2543175"/>
              <a:gd name="connsiteY84" fmla="*/ 773906 h 1890712"/>
              <a:gd name="connsiteX85" fmla="*/ 1071563 w 2543175"/>
              <a:gd name="connsiteY85" fmla="*/ 785812 h 1890712"/>
              <a:gd name="connsiteX86" fmla="*/ 1097757 w 2543175"/>
              <a:gd name="connsiteY86" fmla="*/ 807244 h 1890712"/>
              <a:gd name="connsiteX87" fmla="*/ 1104900 w 2543175"/>
              <a:gd name="connsiteY87" fmla="*/ 814387 h 1890712"/>
              <a:gd name="connsiteX88" fmla="*/ 1121569 w 2543175"/>
              <a:gd name="connsiteY88" fmla="*/ 823912 h 1890712"/>
              <a:gd name="connsiteX89" fmla="*/ 1138238 w 2543175"/>
              <a:gd name="connsiteY89" fmla="*/ 835819 h 1890712"/>
              <a:gd name="connsiteX90" fmla="*/ 1147763 w 2543175"/>
              <a:gd name="connsiteY90" fmla="*/ 842962 h 1890712"/>
              <a:gd name="connsiteX91" fmla="*/ 1157288 w 2543175"/>
              <a:gd name="connsiteY91" fmla="*/ 847725 h 1890712"/>
              <a:gd name="connsiteX92" fmla="*/ 1178719 w 2543175"/>
              <a:gd name="connsiteY92" fmla="*/ 859631 h 1890712"/>
              <a:gd name="connsiteX93" fmla="*/ 1188244 w 2543175"/>
              <a:gd name="connsiteY93" fmla="*/ 866775 h 1890712"/>
              <a:gd name="connsiteX94" fmla="*/ 1195388 w 2543175"/>
              <a:gd name="connsiteY94" fmla="*/ 871537 h 1890712"/>
              <a:gd name="connsiteX95" fmla="*/ 1212057 w 2543175"/>
              <a:gd name="connsiteY95" fmla="*/ 883444 h 1890712"/>
              <a:gd name="connsiteX96" fmla="*/ 1226344 w 2543175"/>
              <a:gd name="connsiteY96" fmla="*/ 895350 h 1890712"/>
              <a:gd name="connsiteX97" fmla="*/ 1245394 w 2543175"/>
              <a:gd name="connsiteY97" fmla="*/ 907256 h 1890712"/>
              <a:gd name="connsiteX98" fmla="*/ 1254919 w 2543175"/>
              <a:gd name="connsiteY98" fmla="*/ 914400 h 1890712"/>
              <a:gd name="connsiteX99" fmla="*/ 1269207 w 2543175"/>
              <a:gd name="connsiteY99" fmla="*/ 921544 h 1890712"/>
              <a:gd name="connsiteX100" fmla="*/ 1290638 w 2543175"/>
              <a:gd name="connsiteY100" fmla="*/ 935831 h 1890712"/>
              <a:gd name="connsiteX101" fmla="*/ 1307307 w 2543175"/>
              <a:gd name="connsiteY101" fmla="*/ 952500 h 1890712"/>
              <a:gd name="connsiteX102" fmla="*/ 1333500 w 2543175"/>
              <a:gd name="connsiteY102" fmla="*/ 971550 h 1890712"/>
              <a:gd name="connsiteX103" fmla="*/ 1359694 w 2543175"/>
              <a:gd name="connsiteY103" fmla="*/ 990600 h 1890712"/>
              <a:gd name="connsiteX104" fmla="*/ 1373982 w 2543175"/>
              <a:gd name="connsiteY104" fmla="*/ 997744 h 1890712"/>
              <a:gd name="connsiteX105" fmla="*/ 1388269 w 2543175"/>
              <a:gd name="connsiteY105" fmla="*/ 1007269 h 1890712"/>
              <a:gd name="connsiteX106" fmla="*/ 1414463 w 2543175"/>
              <a:gd name="connsiteY106" fmla="*/ 1019175 h 1890712"/>
              <a:gd name="connsiteX107" fmla="*/ 1428750 w 2543175"/>
              <a:gd name="connsiteY107" fmla="*/ 1026319 h 1890712"/>
              <a:gd name="connsiteX108" fmla="*/ 1471613 w 2543175"/>
              <a:gd name="connsiteY108" fmla="*/ 1059656 h 1890712"/>
              <a:gd name="connsiteX109" fmla="*/ 1495425 w 2543175"/>
              <a:gd name="connsiteY109" fmla="*/ 1088231 h 1890712"/>
              <a:gd name="connsiteX110" fmla="*/ 1547812 w 2543175"/>
              <a:gd name="connsiteY110" fmla="*/ 1133475 h 1890712"/>
              <a:gd name="connsiteX111" fmla="*/ 1597819 w 2543175"/>
              <a:gd name="connsiteY111" fmla="*/ 1154906 h 1890712"/>
              <a:gd name="connsiteX112" fmla="*/ 1604963 w 2543175"/>
              <a:gd name="connsiteY112" fmla="*/ 1162050 h 1890712"/>
              <a:gd name="connsiteX113" fmla="*/ 1612107 w 2543175"/>
              <a:gd name="connsiteY113" fmla="*/ 1166812 h 1890712"/>
              <a:gd name="connsiteX114" fmla="*/ 1628775 w 2543175"/>
              <a:gd name="connsiteY114" fmla="*/ 1183481 h 1890712"/>
              <a:gd name="connsiteX115" fmla="*/ 1662113 w 2543175"/>
              <a:gd name="connsiteY115" fmla="*/ 1209675 h 1890712"/>
              <a:gd name="connsiteX116" fmla="*/ 1678782 w 2543175"/>
              <a:gd name="connsiteY116" fmla="*/ 1226344 h 1890712"/>
              <a:gd name="connsiteX117" fmla="*/ 1700213 w 2543175"/>
              <a:gd name="connsiteY117" fmla="*/ 1247775 h 1890712"/>
              <a:gd name="connsiteX118" fmla="*/ 1712119 w 2543175"/>
              <a:gd name="connsiteY118" fmla="*/ 1259681 h 1890712"/>
              <a:gd name="connsiteX119" fmla="*/ 1733550 w 2543175"/>
              <a:gd name="connsiteY119" fmla="*/ 1273969 h 1890712"/>
              <a:gd name="connsiteX120" fmla="*/ 1743075 w 2543175"/>
              <a:gd name="connsiteY120" fmla="*/ 1283494 h 1890712"/>
              <a:gd name="connsiteX121" fmla="*/ 1754982 w 2543175"/>
              <a:gd name="connsiteY121" fmla="*/ 1290637 h 1890712"/>
              <a:gd name="connsiteX122" fmla="*/ 1766888 w 2543175"/>
              <a:gd name="connsiteY122" fmla="*/ 1300162 h 1890712"/>
              <a:gd name="connsiteX123" fmla="*/ 1783557 w 2543175"/>
              <a:gd name="connsiteY123" fmla="*/ 1307306 h 1890712"/>
              <a:gd name="connsiteX124" fmla="*/ 1790700 w 2543175"/>
              <a:gd name="connsiteY124" fmla="*/ 1312069 h 1890712"/>
              <a:gd name="connsiteX125" fmla="*/ 1800225 w 2543175"/>
              <a:gd name="connsiteY125" fmla="*/ 1319212 h 1890712"/>
              <a:gd name="connsiteX126" fmla="*/ 1807369 w 2543175"/>
              <a:gd name="connsiteY126" fmla="*/ 1321594 h 1890712"/>
              <a:gd name="connsiteX127" fmla="*/ 1824038 w 2543175"/>
              <a:gd name="connsiteY127" fmla="*/ 1333500 h 1890712"/>
              <a:gd name="connsiteX128" fmla="*/ 1843088 w 2543175"/>
              <a:gd name="connsiteY128" fmla="*/ 1352550 h 1890712"/>
              <a:gd name="connsiteX129" fmla="*/ 1852613 w 2543175"/>
              <a:gd name="connsiteY129" fmla="*/ 1359694 h 1890712"/>
              <a:gd name="connsiteX130" fmla="*/ 1859757 w 2543175"/>
              <a:gd name="connsiteY130" fmla="*/ 1366837 h 1890712"/>
              <a:gd name="connsiteX131" fmla="*/ 1869282 w 2543175"/>
              <a:gd name="connsiteY131" fmla="*/ 1371600 h 1890712"/>
              <a:gd name="connsiteX132" fmla="*/ 1883569 w 2543175"/>
              <a:gd name="connsiteY132" fmla="*/ 1388269 h 1890712"/>
              <a:gd name="connsiteX133" fmla="*/ 1893094 w 2543175"/>
              <a:gd name="connsiteY133" fmla="*/ 1395412 h 1890712"/>
              <a:gd name="connsiteX134" fmla="*/ 1902619 w 2543175"/>
              <a:gd name="connsiteY134" fmla="*/ 1404937 h 1890712"/>
              <a:gd name="connsiteX135" fmla="*/ 1912144 w 2543175"/>
              <a:gd name="connsiteY135" fmla="*/ 1409700 h 1890712"/>
              <a:gd name="connsiteX136" fmla="*/ 1931194 w 2543175"/>
              <a:gd name="connsiteY136" fmla="*/ 1421606 h 1890712"/>
              <a:gd name="connsiteX137" fmla="*/ 1935957 w 2543175"/>
              <a:gd name="connsiteY137" fmla="*/ 1428750 h 1890712"/>
              <a:gd name="connsiteX138" fmla="*/ 1952625 w 2543175"/>
              <a:gd name="connsiteY138" fmla="*/ 1438275 h 1890712"/>
              <a:gd name="connsiteX139" fmla="*/ 1971675 w 2543175"/>
              <a:gd name="connsiteY139" fmla="*/ 1450181 h 1890712"/>
              <a:gd name="connsiteX140" fmla="*/ 1981200 w 2543175"/>
              <a:gd name="connsiteY140" fmla="*/ 1454944 h 1890712"/>
              <a:gd name="connsiteX141" fmla="*/ 1997869 w 2543175"/>
              <a:gd name="connsiteY141" fmla="*/ 1471612 h 1890712"/>
              <a:gd name="connsiteX142" fmla="*/ 2007394 w 2543175"/>
              <a:gd name="connsiteY142" fmla="*/ 1478756 h 1890712"/>
              <a:gd name="connsiteX143" fmla="*/ 2016919 w 2543175"/>
              <a:gd name="connsiteY143" fmla="*/ 1483519 h 1890712"/>
              <a:gd name="connsiteX144" fmla="*/ 2024063 w 2543175"/>
              <a:gd name="connsiteY144" fmla="*/ 1490662 h 1890712"/>
              <a:gd name="connsiteX145" fmla="*/ 2033588 w 2543175"/>
              <a:gd name="connsiteY145" fmla="*/ 1495425 h 1890712"/>
              <a:gd name="connsiteX146" fmla="*/ 2040732 w 2543175"/>
              <a:gd name="connsiteY146" fmla="*/ 1502569 h 1890712"/>
              <a:gd name="connsiteX147" fmla="*/ 2047875 w 2543175"/>
              <a:gd name="connsiteY147" fmla="*/ 1507331 h 1890712"/>
              <a:gd name="connsiteX148" fmla="*/ 2057400 w 2543175"/>
              <a:gd name="connsiteY148" fmla="*/ 1514475 h 1890712"/>
              <a:gd name="connsiteX149" fmla="*/ 2064544 w 2543175"/>
              <a:gd name="connsiteY149" fmla="*/ 1519237 h 1890712"/>
              <a:gd name="connsiteX150" fmla="*/ 2071688 w 2543175"/>
              <a:gd name="connsiteY150" fmla="*/ 1526381 h 1890712"/>
              <a:gd name="connsiteX151" fmla="*/ 2081213 w 2543175"/>
              <a:gd name="connsiteY151" fmla="*/ 1531144 h 1890712"/>
              <a:gd name="connsiteX152" fmla="*/ 2090738 w 2543175"/>
              <a:gd name="connsiteY152" fmla="*/ 1538287 h 1890712"/>
              <a:gd name="connsiteX153" fmla="*/ 2109788 w 2543175"/>
              <a:gd name="connsiteY153" fmla="*/ 1547812 h 1890712"/>
              <a:gd name="connsiteX154" fmla="*/ 2131219 w 2543175"/>
              <a:gd name="connsiteY154" fmla="*/ 1562100 h 1890712"/>
              <a:gd name="connsiteX155" fmla="*/ 2140744 w 2543175"/>
              <a:gd name="connsiteY155" fmla="*/ 1566862 h 1890712"/>
              <a:gd name="connsiteX156" fmla="*/ 2152650 w 2543175"/>
              <a:gd name="connsiteY156" fmla="*/ 1576387 h 1890712"/>
              <a:gd name="connsiteX157" fmla="*/ 2181225 w 2543175"/>
              <a:gd name="connsiteY157" fmla="*/ 1590675 h 1890712"/>
              <a:gd name="connsiteX158" fmla="*/ 2200275 w 2543175"/>
              <a:gd name="connsiteY158" fmla="*/ 1607344 h 1890712"/>
              <a:gd name="connsiteX159" fmla="*/ 2207419 w 2543175"/>
              <a:gd name="connsiteY159" fmla="*/ 1612106 h 1890712"/>
              <a:gd name="connsiteX160" fmla="*/ 2216944 w 2543175"/>
              <a:gd name="connsiteY160" fmla="*/ 1619250 h 1890712"/>
              <a:gd name="connsiteX161" fmla="*/ 2224088 w 2543175"/>
              <a:gd name="connsiteY161" fmla="*/ 1624012 h 1890712"/>
              <a:gd name="connsiteX162" fmla="*/ 2247900 w 2543175"/>
              <a:gd name="connsiteY162" fmla="*/ 1643062 h 1890712"/>
              <a:gd name="connsiteX163" fmla="*/ 2255044 w 2543175"/>
              <a:gd name="connsiteY163" fmla="*/ 1650206 h 1890712"/>
              <a:gd name="connsiteX164" fmla="*/ 2281238 w 2543175"/>
              <a:gd name="connsiteY164" fmla="*/ 1664494 h 1890712"/>
              <a:gd name="connsiteX165" fmla="*/ 2297907 w 2543175"/>
              <a:gd name="connsiteY165" fmla="*/ 1674019 h 1890712"/>
              <a:gd name="connsiteX166" fmla="*/ 2312194 w 2543175"/>
              <a:gd name="connsiteY166" fmla="*/ 1685925 h 1890712"/>
              <a:gd name="connsiteX167" fmla="*/ 2328863 w 2543175"/>
              <a:gd name="connsiteY167" fmla="*/ 1697831 h 1890712"/>
              <a:gd name="connsiteX168" fmla="*/ 2350294 w 2543175"/>
              <a:gd name="connsiteY168" fmla="*/ 1712119 h 1890712"/>
              <a:gd name="connsiteX169" fmla="*/ 2369344 w 2543175"/>
              <a:gd name="connsiteY169" fmla="*/ 1724025 h 1890712"/>
              <a:gd name="connsiteX170" fmla="*/ 2428876 w 2543175"/>
              <a:gd name="connsiteY170" fmla="*/ 1785938 h 1890712"/>
              <a:gd name="connsiteX171" fmla="*/ 2466975 w 2543175"/>
              <a:gd name="connsiteY171" fmla="*/ 1783556 h 1890712"/>
              <a:gd name="connsiteX172" fmla="*/ 2481263 w 2543175"/>
              <a:gd name="connsiteY172" fmla="*/ 1795462 h 1890712"/>
              <a:gd name="connsiteX173" fmla="*/ 2486025 w 2543175"/>
              <a:gd name="connsiteY173" fmla="*/ 1802606 h 1890712"/>
              <a:gd name="connsiteX174" fmla="*/ 2514600 w 2543175"/>
              <a:gd name="connsiteY174" fmla="*/ 1850231 h 1890712"/>
              <a:gd name="connsiteX175" fmla="*/ 2519363 w 2543175"/>
              <a:gd name="connsiteY175" fmla="*/ 1857375 h 1890712"/>
              <a:gd name="connsiteX176" fmla="*/ 2540794 w 2543175"/>
              <a:gd name="connsiteY176" fmla="*/ 1883569 h 1890712"/>
              <a:gd name="connsiteX177" fmla="*/ 2543175 w 2543175"/>
              <a:gd name="connsiteY177"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78619 w 2543175"/>
              <a:gd name="connsiteY30" fmla="*/ 276225 h 1890712"/>
              <a:gd name="connsiteX31" fmla="*/ 385763 w 2543175"/>
              <a:gd name="connsiteY31" fmla="*/ 283369 h 1890712"/>
              <a:gd name="connsiteX32" fmla="*/ 395288 w 2543175"/>
              <a:gd name="connsiteY32" fmla="*/ 288131 h 1890712"/>
              <a:gd name="connsiteX33" fmla="*/ 404813 w 2543175"/>
              <a:gd name="connsiteY33" fmla="*/ 295275 h 1890712"/>
              <a:gd name="connsiteX34" fmla="*/ 411957 w 2543175"/>
              <a:gd name="connsiteY34" fmla="*/ 297656 h 1890712"/>
              <a:gd name="connsiteX35" fmla="*/ 421482 w 2543175"/>
              <a:gd name="connsiteY35" fmla="*/ 302419 h 1890712"/>
              <a:gd name="connsiteX36" fmla="*/ 447675 w 2543175"/>
              <a:gd name="connsiteY36" fmla="*/ 307181 h 1890712"/>
              <a:gd name="connsiteX37" fmla="*/ 461963 w 2543175"/>
              <a:gd name="connsiteY37" fmla="*/ 321469 h 1890712"/>
              <a:gd name="connsiteX38" fmla="*/ 466725 w 2543175"/>
              <a:gd name="connsiteY38" fmla="*/ 328612 h 1890712"/>
              <a:gd name="connsiteX39" fmla="*/ 476250 w 2543175"/>
              <a:gd name="connsiteY39" fmla="*/ 335756 h 1890712"/>
              <a:gd name="connsiteX40" fmla="*/ 481013 w 2543175"/>
              <a:gd name="connsiteY40" fmla="*/ 342900 h 1890712"/>
              <a:gd name="connsiteX41" fmla="*/ 490538 w 2543175"/>
              <a:gd name="connsiteY41" fmla="*/ 352425 h 1890712"/>
              <a:gd name="connsiteX42" fmla="*/ 495300 w 2543175"/>
              <a:gd name="connsiteY42" fmla="*/ 359569 h 1890712"/>
              <a:gd name="connsiteX43" fmla="*/ 509588 w 2543175"/>
              <a:gd name="connsiteY43" fmla="*/ 376237 h 1890712"/>
              <a:gd name="connsiteX44" fmla="*/ 514350 w 2543175"/>
              <a:gd name="connsiteY44" fmla="*/ 383381 h 1890712"/>
              <a:gd name="connsiteX45" fmla="*/ 531019 w 2543175"/>
              <a:gd name="connsiteY45" fmla="*/ 397669 h 1890712"/>
              <a:gd name="connsiteX46" fmla="*/ 538163 w 2543175"/>
              <a:gd name="connsiteY46" fmla="*/ 407194 h 1890712"/>
              <a:gd name="connsiteX47" fmla="*/ 554832 w 2543175"/>
              <a:gd name="connsiteY47" fmla="*/ 421481 h 1890712"/>
              <a:gd name="connsiteX48" fmla="*/ 564357 w 2543175"/>
              <a:gd name="connsiteY48" fmla="*/ 431006 h 1890712"/>
              <a:gd name="connsiteX49" fmla="*/ 573882 w 2543175"/>
              <a:gd name="connsiteY49" fmla="*/ 438150 h 1890712"/>
              <a:gd name="connsiteX50" fmla="*/ 595313 w 2543175"/>
              <a:gd name="connsiteY50" fmla="*/ 454819 h 1890712"/>
              <a:gd name="connsiteX51" fmla="*/ 602457 w 2543175"/>
              <a:gd name="connsiteY51" fmla="*/ 457200 h 1890712"/>
              <a:gd name="connsiteX52" fmla="*/ 628650 w 2543175"/>
              <a:gd name="connsiteY52" fmla="*/ 469106 h 1890712"/>
              <a:gd name="connsiteX53" fmla="*/ 645319 w 2543175"/>
              <a:gd name="connsiteY53" fmla="*/ 483394 h 1890712"/>
              <a:gd name="connsiteX54" fmla="*/ 654844 w 2543175"/>
              <a:gd name="connsiteY54" fmla="*/ 488156 h 1890712"/>
              <a:gd name="connsiteX55" fmla="*/ 661988 w 2543175"/>
              <a:gd name="connsiteY55" fmla="*/ 497681 h 1890712"/>
              <a:gd name="connsiteX56" fmla="*/ 683419 w 2543175"/>
              <a:gd name="connsiteY56" fmla="*/ 514350 h 1890712"/>
              <a:gd name="connsiteX57" fmla="*/ 700088 w 2543175"/>
              <a:gd name="connsiteY57" fmla="*/ 526256 h 1890712"/>
              <a:gd name="connsiteX58" fmla="*/ 709613 w 2543175"/>
              <a:gd name="connsiteY58" fmla="*/ 535781 h 1890712"/>
              <a:gd name="connsiteX59" fmla="*/ 719138 w 2543175"/>
              <a:gd name="connsiteY59" fmla="*/ 542925 h 1890712"/>
              <a:gd name="connsiteX60" fmla="*/ 733425 w 2543175"/>
              <a:gd name="connsiteY60" fmla="*/ 557212 h 1890712"/>
              <a:gd name="connsiteX61" fmla="*/ 750094 w 2543175"/>
              <a:gd name="connsiteY61" fmla="*/ 569119 h 1890712"/>
              <a:gd name="connsiteX62" fmla="*/ 769144 w 2543175"/>
              <a:gd name="connsiteY62" fmla="*/ 581025 h 1890712"/>
              <a:gd name="connsiteX63" fmla="*/ 785813 w 2543175"/>
              <a:gd name="connsiteY63" fmla="*/ 590550 h 1890712"/>
              <a:gd name="connsiteX64" fmla="*/ 792957 w 2543175"/>
              <a:gd name="connsiteY64" fmla="*/ 600075 h 1890712"/>
              <a:gd name="connsiteX65" fmla="*/ 809625 w 2543175"/>
              <a:gd name="connsiteY65" fmla="*/ 611981 h 1890712"/>
              <a:gd name="connsiteX66" fmla="*/ 816769 w 2543175"/>
              <a:gd name="connsiteY66" fmla="*/ 619125 h 1890712"/>
              <a:gd name="connsiteX67" fmla="*/ 826294 w 2543175"/>
              <a:gd name="connsiteY67" fmla="*/ 626269 h 1890712"/>
              <a:gd name="connsiteX68" fmla="*/ 840582 w 2543175"/>
              <a:gd name="connsiteY68" fmla="*/ 638175 h 1890712"/>
              <a:gd name="connsiteX69" fmla="*/ 847725 w 2543175"/>
              <a:gd name="connsiteY69" fmla="*/ 645319 h 1890712"/>
              <a:gd name="connsiteX70" fmla="*/ 857250 w 2543175"/>
              <a:gd name="connsiteY70" fmla="*/ 652462 h 1890712"/>
              <a:gd name="connsiteX71" fmla="*/ 864394 w 2543175"/>
              <a:gd name="connsiteY71" fmla="*/ 657225 h 1890712"/>
              <a:gd name="connsiteX72" fmla="*/ 888207 w 2543175"/>
              <a:gd name="connsiteY72" fmla="*/ 676275 h 1890712"/>
              <a:gd name="connsiteX73" fmla="*/ 895350 w 2543175"/>
              <a:gd name="connsiteY73" fmla="*/ 681037 h 1890712"/>
              <a:gd name="connsiteX74" fmla="*/ 907257 w 2543175"/>
              <a:gd name="connsiteY74" fmla="*/ 683419 h 1890712"/>
              <a:gd name="connsiteX75" fmla="*/ 928688 w 2543175"/>
              <a:gd name="connsiteY75" fmla="*/ 695325 h 1890712"/>
              <a:gd name="connsiteX76" fmla="*/ 942975 w 2543175"/>
              <a:gd name="connsiteY76" fmla="*/ 700087 h 1890712"/>
              <a:gd name="connsiteX77" fmla="*/ 964407 w 2543175"/>
              <a:gd name="connsiteY77" fmla="*/ 716756 h 1890712"/>
              <a:gd name="connsiteX78" fmla="*/ 971550 w 2543175"/>
              <a:gd name="connsiteY78" fmla="*/ 723900 h 1890712"/>
              <a:gd name="connsiteX79" fmla="*/ 983457 w 2543175"/>
              <a:gd name="connsiteY79" fmla="*/ 733425 h 1890712"/>
              <a:gd name="connsiteX80" fmla="*/ 990600 w 2543175"/>
              <a:gd name="connsiteY80" fmla="*/ 738187 h 1890712"/>
              <a:gd name="connsiteX81" fmla="*/ 1007269 w 2543175"/>
              <a:gd name="connsiteY81" fmla="*/ 752475 h 1890712"/>
              <a:gd name="connsiteX82" fmla="*/ 1031082 w 2543175"/>
              <a:gd name="connsiteY82" fmla="*/ 766762 h 1890712"/>
              <a:gd name="connsiteX83" fmla="*/ 1042988 w 2543175"/>
              <a:gd name="connsiteY83" fmla="*/ 773906 h 1890712"/>
              <a:gd name="connsiteX84" fmla="*/ 1071563 w 2543175"/>
              <a:gd name="connsiteY84" fmla="*/ 785812 h 1890712"/>
              <a:gd name="connsiteX85" fmla="*/ 1097757 w 2543175"/>
              <a:gd name="connsiteY85" fmla="*/ 807244 h 1890712"/>
              <a:gd name="connsiteX86" fmla="*/ 1104900 w 2543175"/>
              <a:gd name="connsiteY86" fmla="*/ 814387 h 1890712"/>
              <a:gd name="connsiteX87" fmla="*/ 1121569 w 2543175"/>
              <a:gd name="connsiteY87" fmla="*/ 823912 h 1890712"/>
              <a:gd name="connsiteX88" fmla="*/ 1138238 w 2543175"/>
              <a:gd name="connsiteY88" fmla="*/ 835819 h 1890712"/>
              <a:gd name="connsiteX89" fmla="*/ 1147763 w 2543175"/>
              <a:gd name="connsiteY89" fmla="*/ 842962 h 1890712"/>
              <a:gd name="connsiteX90" fmla="*/ 1157288 w 2543175"/>
              <a:gd name="connsiteY90" fmla="*/ 847725 h 1890712"/>
              <a:gd name="connsiteX91" fmla="*/ 1178719 w 2543175"/>
              <a:gd name="connsiteY91" fmla="*/ 859631 h 1890712"/>
              <a:gd name="connsiteX92" fmla="*/ 1188244 w 2543175"/>
              <a:gd name="connsiteY92" fmla="*/ 866775 h 1890712"/>
              <a:gd name="connsiteX93" fmla="*/ 1195388 w 2543175"/>
              <a:gd name="connsiteY93" fmla="*/ 871537 h 1890712"/>
              <a:gd name="connsiteX94" fmla="*/ 1212057 w 2543175"/>
              <a:gd name="connsiteY94" fmla="*/ 883444 h 1890712"/>
              <a:gd name="connsiteX95" fmla="*/ 1226344 w 2543175"/>
              <a:gd name="connsiteY95" fmla="*/ 895350 h 1890712"/>
              <a:gd name="connsiteX96" fmla="*/ 1245394 w 2543175"/>
              <a:gd name="connsiteY96" fmla="*/ 907256 h 1890712"/>
              <a:gd name="connsiteX97" fmla="*/ 1254919 w 2543175"/>
              <a:gd name="connsiteY97" fmla="*/ 914400 h 1890712"/>
              <a:gd name="connsiteX98" fmla="*/ 1269207 w 2543175"/>
              <a:gd name="connsiteY98" fmla="*/ 921544 h 1890712"/>
              <a:gd name="connsiteX99" fmla="*/ 1290638 w 2543175"/>
              <a:gd name="connsiteY99" fmla="*/ 935831 h 1890712"/>
              <a:gd name="connsiteX100" fmla="*/ 1307307 w 2543175"/>
              <a:gd name="connsiteY100" fmla="*/ 952500 h 1890712"/>
              <a:gd name="connsiteX101" fmla="*/ 1333500 w 2543175"/>
              <a:gd name="connsiteY101" fmla="*/ 971550 h 1890712"/>
              <a:gd name="connsiteX102" fmla="*/ 1359694 w 2543175"/>
              <a:gd name="connsiteY102" fmla="*/ 990600 h 1890712"/>
              <a:gd name="connsiteX103" fmla="*/ 1373982 w 2543175"/>
              <a:gd name="connsiteY103" fmla="*/ 997744 h 1890712"/>
              <a:gd name="connsiteX104" fmla="*/ 1388269 w 2543175"/>
              <a:gd name="connsiteY104" fmla="*/ 1007269 h 1890712"/>
              <a:gd name="connsiteX105" fmla="*/ 1414463 w 2543175"/>
              <a:gd name="connsiteY105" fmla="*/ 1019175 h 1890712"/>
              <a:gd name="connsiteX106" fmla="*/ 1428750 w 2543175"/>
              <a:gd name="connsiteY106" fmla="*/ 1026319 h 1890712"/>
              <a:gd name="connsiteX107" fmla="*/ 1471613 w 2543175"/>
              <a:gd name="connsiteY107" fmla="*/ 1059656 h 1890712"/>
              <a:gd name="connsiteX108" fmla="*/ 1495425 w 2543175"/>
              <a:gd name="connsiteY108" fmla="*/ 1088231 h 1890712"/>
              <a:gd name="connsiteX109" fmla="*/ 1547812 w 2543175"/>
              <a:gd name="connsiteY109" fmla="*/ 1133475 h 1890712"/>
              <a:gd name="connsiteX110" fmla="*/ 1597819 w 2543175"/>
              <a:gd name="connsiteY110" fmla="*/ 1154906 h 1890712"/>
              <a:gd name="connsiteX111" fmla="*/ 1604963 w 2543175"/>
              <a:gd name="connsiteY111" fmla="*/ 1162050 h 1890712"/>
              <a:gd name="connsiteX112" fmla="*/ 1612107 w 2543175"/>
              <a:gd name="connsiteY112" fmla="*/ 1166812 h 1890712"/>
              <a:gd name="connsiteX113" fmla="*/ 1628775 w 2543175"/>
              <a:gd name="connsiteY113" fmla="*/ 1183481 h 1890712"/>
              <a:gd name="connsiteX114" fmla="*/ 1662113 w 2543175"/>
              <a:gd name="connsiteY114" fmla="*/ 1209675 h 1890712"/>
              <a:gd name="connsiteX115" fmla="*/ 1678782 w 2543175"/>
              <a:gd name="connsiteY115" fmla="*/ 1226344 h 1890712"/>
              <a:gd name="connsiteX116" fmla="*/ 1700213 w 2543175"/>
              <a:gd name="connsiteY116" fmla="*/ 1247775 h 1890712"/>
              <a:gd name="connsiteX117" fmla="*/ 1712119 w 2543175"/>
              <a:gd name="connsiteY117" fmla="*/ 1259681 h 1890712"/>
              <a:gd name="connsiteX118" fmla="*/ 1733550 w 2543175"/>
              <a:gd name="connsiteY118" fmla="*/ 1273969 h 1890712"/>
              <a:gd name="connsiteX119" fmla="*/ 1743075 w 2543175"/>
              <a:gd name="connsiteY119" fmla="*/ 1283494 h 1890712"/>
              <a:gd name="connsiteX120" fmla="*/ 1754982 w 2543175"/>
              <a:gd name="connsiteY120" fmla="*/ 1290637 h 1890712"/>
              <a:gd name="connsiteX121" fmla="*/ 1766888 w 2543175"/>
              <a:gd name="connsiteY121" fmla="*/ 1300162 h 1890712"/>
              <a:gd name="connsiteX122" fmla="*/ 1783557 w 2543175"/>
              <a:gd name="connsiteY122" fmla="*/ 1307306 h 1890712"/>
              <a:gd name="connsiteX123" fmla="*/ 1790700 w 2543175"/>
              <a:gd name="connsiteY123" fmla="*/ 1312069 h 1890712"/>
              <a:gd name="connsiteX124" fmla="*/ 1800225 w 2543175"/>
              <a:gd name="connsiteY124" fmla="*/ 1319212 h 1890712"/>
              <a:gd name="connsiteX125" fmla="*/ 1807369 w 2543175"/>
              <a:gd name="connsiteY125" fmla="*/ 1321594 h 1890712"/>
              <a:gd name="connsiteX126" fmla="*/ 1824038 w 2543175"/>
              <a:gd name="connsiteY126" fmla="*/ 1333500 h 1890712"/>
              <a:gd name="connsiteX127" fmla="*/ 1843088 w 2543175"/>
              <a:gd name="connsiteY127" fmla="*/ 1352550 h 1890712"/>
              <a:gd name="connsiteX128" fmla="*/ 1852613 w 2543175"/>
              <a:gd name="connsiteY128" fmla="*/ 1359694 h 1890712"/>
              <a:gd name="connsiteX129" fmla="*/ 1859757 w 2543175"/>
              <a:gd name="connsiteY129" fmla="*/ 1366837 h 1890712"/>
              <a:gd name="connsiteX130" fmla="*/ 1869282 w 2543175"/>
              <a:gd name="connsiteY130" fmla="*/ 1371600 h 1890712"/>
              <a:gd name="connsiteX131" fmla="*/ 1883569 w 2543175"/>
              <a:gd name="connsiteY131" fmla="*/ 1388269 h 1890712"/>
              <a:gd name="connsiteX132" fmla="*/ 1893094 w 2543175"/>
              <a:gd name="connsiteY132" fmla="*/ 1395412 h 1890712"/>
              <a:gd name="connsiteX133" fmla="*/ 1902619 w 2543175"/>
              <a:gd name="connsiteY133" fmla="*/ 1404937 h 1890712"/>
              <a:gd name="connsiteX134" fmla="*/ 1912144 w 2543175"/>
              <a:gd name="connsiteY134" fmla="*/ 1409700 h 1890712"/>
              <a:gd name="connsiteX135" fmla="*/ 1931194 w 2543175"/>
              <a:gd name="connsiteY135" fmla="*/ 1421606 h 1890712"/>
              <a:gd name="connsiteX136" fmla="*/ 1935957 w 2543175"/>
              <a:gd name="connsiteY136" fmla="*/ 1428750 h 1890712"/>
              <a:gd name="connsiteX137" fmla="*/ 1952625 w 2543175"/>
              <a:gd name="connsiteY137" fmla="*/ 1438275 h 1890712"/>
              <a:gd name="connsiteX138" fmla="*/ 1971675 w 2543175"/>
              <a:gd name="connsiteY138" fmla="*/ 1450181 h 1890712"/>
              <a:gd name="connsiteX139" fmla="*/ 1981200 w 2543175"/>
              <a:gd name="connsiteY139" fmla="*/ 1454944 h 1890712"/>
              <a:gd name="connsiteX140" fmla="*/ 1997869 w 2543175"/>
              <a:gd name="connsiteY140" fmla="*/ 1471612 h 1890712"/>
              <a:gd name="connsiteX141" fmla="*/ 2007394 w 2543175"/>
              <a:gd name="connsiteY141" fmla="*/ 1478756 h 1890712"/>
              <a:gd name="connsiteX142" fmla="*/ 2016919 w 2543175"/>
              <a:gd name="connsiteY142" fmla="*/ 1483519 h 1890712"/>
              <a:gd name="connsiteX143" fmla="*/ 2024063 w 2543175"/>
              <a:gd name="connsiteY143" fmla="*/ 1490662 h 1890712"/>
              <a:gd name="connsiteX144" fmla="*/ 2033588 w 2543175"/>
              <a:gd name="connsiteY144" fmla="*/ 1495425 h 1890712"/>
              <a:gd name="connsiteX145" fmla="*/ 2040732 w 2543175"/>
              <a:gd name="connsiteY145" fmla="*/ 1502569 h 1890712"/>
              <a:gd name="connsiteX146" fmla="*/ 2047875 w 2543175"/>
              <a:gd name="connsiteY146" fmla="*/ 1507331 h 1890712"/>
              <a:gd name="connsiteX147" fmla="*/ 2057400 w 2543175"/>
              <a:gd name="connsiteY147" fmla="*/ 1514475 h 1890712"/>
              <a:gd name="connsiteX148" fmla="*/ 2064544 w 2543175"/>
              <a:gd name="connsiteY148" fmla="*/ 1519237 h 1890712"/>
              <a:gd name="connsiteX149" fmla="*/ 2071688 w 2543175"/>
              <a:gd name="connsiteY149" fmla="*/ 1526381 h 1890712"/>
              <a:gd name="connsiteX150" fmla="*/ 2081213 w 2543175"/>
              <a:gd name="connsiteY150" fmla="*/ 1531144 h 1890712"/>
              <a:gd name="connsiteX151" fmla="*/ 2090738 w 2543175"/>
              <a:gd name="connsiteY151" fmla="*/ 1538287 h 1890712"/>
              <a:gd name="connsiteX152" fmla="*/ 2109788 w 2543175"/>
              <a:gd name="connsiteY152" fmla="*/ 1547812 h 1890712"/>
              <a:gd name="connsiteX153" fmla="*/ 2131219 w 2543175"/>
              <a:gd name="connsiteY153" fmla="*/ 1562100 h 1890712"/>
              <a:gd name="connsiteX154" fmla="*/ 2140744 w 2543175"/>
              <a:gd name="connsiteY154" fmla="*/ 1566862 h 1890712"/>
              <a:gd name="connsiteX155" fmla="*/ 2152650 w 2543175"/>
              <a:gd name="connsiteY155" fmla="*/ 1576387 h 1890712"/>
              <a:gd name="connsiteX156" fmla="*/ 2181225 w 2543175"/>
              <a:gd name="connsiteY156" fmla="*/ 1590675 h 1890712"/>
              <a:gd name="connsiteX157" fmla="*/ 2200275 w 2543175"/>
              <a:gd name="connsiteY157" fmla="*/ 1607344 h 1890712"/>
              <a:gd name="connsiteX158" fmla="*/ 2207419 w 2543175"/>
              <a:gd name="connsiteY158" fmla="*/ 1612106 h 1890712"/>
              <a:gd name="connsiteX159" fmla="*/ 2216944 w 2543175"/>
              <a:gd name="connsiteY159" fmla="*/ 1619250 h 1890712"/>
              <a:gd name="connsiteX160" fmla="*/ 2224088 w 2543175"/>
              <a:gd name="connsiteY160" fmla="*/ 1624012 h 1890712"/>
              <a:gd name="connsiteX161" fmla="*/ 2247900 w 2543175"/>
              <a:gd name="connsiteY161" fmla="*/ 1643062 h 1890712"/>
              <a:gd name="connsiteX162" fmla="*/ 2255044 w 2543175"/>
              <a:gd name="connsiteY162" fmla="*/ 1650206 h 1890712"/>
              <a:gd name="connsiteX163" fmla="*/ 2281238 w 2543175"/>
              <a:gd name="connsiteY163" fmla="*/ 1664494 h 1890712"/>
              <a:gd name="connsiteX164" fmla="*/ 2297907 w 2543175"/>
              <a:gd name="connsiteY164" fmla="*/ 1674019 h 1890712"/>
              <a:gd name="connsiteX165" fmla="*/ 2312194 w 2543175"/>
              <a:gd name="connsiteY165" fmla="*/ 1685925 h 1890712"/>
              <a:gd name="connsiteX166" fmla="*/ 2328863 w 2543175"/>
              <a:gd name="connsiteY166" fmla="*/ 1697831 h 1890712"/>
              <a:gd name="connsiteX167" fmla="*/ 2350294 w 2543175"/>
              <a:gd name="connsiteY167" fmla="*/ 1712119 h 1890712"/>
              <a:gd name="connsiteX168" fmla="*/ 2369344 w 2543175"/>
              <a:gd name="connsiteY168" fmla="*/ 1724025 h 1890712"/>
              <a:gd name="connsiteX169" fmla="*/ 2428876 w 2543175"/>
              <a:gd name="connsiteY169" fmla="*/ 1785938 h 1890712"/>
              <a:gd name="connsiteX170" fmla="*/ 2466975 w 2543175"/>
              <a:gd name="connsiteY170" fmla="*/ 1783556 h 1890712"/>
              <a:gd name="connsiteX171" fmla="*/ 2481263 w 2543175"/>
              <a:gd name="connsiteY171" fmla="*/ 1795462 h 1890712"/>
              <a:gd name="connsiteX172" fmla="*/ 2486025 w 2543175"/>
              <a:gd name="connsiteY172" fmla="*/ 1802606 h 1890712"/>
              <a:gd name="connsiteX173" fmla="*/ 2514600 w 2543175"/>
              <a:gd name="connsiteY173" fmla="*/ 1850231 h 1890712"/>
              <a:gd name="connsiteX174" fmla="*/ 2519363 w 2543175"/>
              <a:gd name="connsiteY174" fmla="*/ 1857375 h 1890712"/>
              <a:gd name="connsiteX175" fmla="*/ 2540794 w 2543175"/>
              <a:gd name="connsiteY175" fmla="*/ 1883569 h 1890712"/>
              <a:gd name="connsiteX176" fmla="*/ 2543175 w 2543175"/>
              <a:gd name="connsiteY17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78619 w 2543175"/>
              <a:gd name="connsiteY30" fmla="*/ 276225 h 1890712"/>
              <a:gd name="connsiteX31" fmla="*/ 385763 w 2543175"/>
              <a:gd name="connsiteY31" fmla="*/ 283369 h 1890712"/>
              <a:gd name="connsiteX32" fmla="*/ 395288 w 2543175"/>
              <a:gd name="connsiteY32" fmla="*/ 288131 h 1890712"/>
              <a:gd name="connsiteX33" fmla="*/ 404813 w 2543175"/>
              <a:gd name="connsiteY33" fmla="*/ 295275 h 1890712"/>
              <a:gd name="connsiteX34" fmla="*/ 411957 w 2543175"/>
              <a:gd name="connsiteY34" fmla="*/ 297656 h 1890712"/>
              <a:gd name="connsiteX35" fmla="*/ 421482 w 2543175"/>
              <a:gd name="connsiteY35" fmla="*/ 302419 h 1890712"/>
              <a:gd name="connsiteX36" fmla="*/ 447675 w 2543175"/>
              <a:gd name="connsiteY36" fmla="*/ 307181 h 1890712"/>
              <a:gd name="connsiteX37" fmla="*/ 466725 w 2543175"/>
              <a:gd name="connsiteY37" fmla="*/ 328612 h 1890712"/>
              <a:gd name="connsiteX38" fmla="*/ 476250 w 2543175"/>
              <a:gd name="connsiteY38" fmla="*/ 335756 h 1890712"/>
              <a:gd name="connsiteX39" fmla="*/ 481013 w 2543175"/>
              <a:gd name="connsiteY39" fmla="*/ 342900 h 1890712"/>
              <a:gd name="connsiteX40" fmla="*/ 490538 w 2543175"/>
              <a:gd name="connsiteY40" fmla="*/ 352425 h 1890712"/>
              <a:gd name="connsiteX41" fmla="*/ 495300 w 2543175"/>
              <a:gd name="connsiteY41" fmla="*/ 359569 h 1890712"/>
              <a:gd name="connsiteX42" fmla="*/ 509588 w 2543175"/>
              <a:gd name="connsiteY42" fmla="*/ 376237 h 1890712"/>
              <a:gd name="connsiteX43" fmla="*/ 514350 w 2543175"/>
              <a:gd name="connsiteY43" fmla="*/ 383381 h 1890712"/>
              <a:gd name="connsiteX44" fmla="*/ 531019 w 2543175"/>
              <a:gd name="connsiteY44" fmla="*/ 397669 h 1890712"/>
              <a:gd name="connsiteX45" fmla="*/ 538163 w 2543175"/>
              <a:gd name="connsiteY45" fmla="*/ 407194 h 1890712"/>
              <a:gd name="connsiteX46" fmla="*/ 554832 w 2543175"/>
              <a:gd name="connsiteY46" fmla="*/ 421481 h 1890712"/>
              <a:gd name="connsiteX47" fmla="*/ 564357 w 2543175"/>
              <a:gd name="connsiteY47" fmla="*/ 431006 h 1890712"/>
              <a:gd name="connsiteX48" fmla="*/ 573882 w 2543175"/>
              <a:gd name="connsiteY48" fmla="*/ 438150 h 1890712"/>
              <a:gd name="connsiteX49" fmla="*/ 595313 w 2543175"/>
              <a:gd name="connsiteY49" fmla="*/ 454819 h 1890712"/>
              <a:gd name="connsiteX50" fmla="*/ 602457 w 2543175"/>
              <a:gd name="connsiteY50" fmla="*/ 457200 h 1890712"/>
              <a:gd name="connsiteX51" fmla="*/ 628650 w 2543175"/>
              <a:gd name="connsiteY51" fmla="*/ 469106 h 1890712"/>
              <a:gd name="connsiteX52" fmla="*/ 645319 w 2543175"/>
              <a:gd name="connsiteY52" fmla="*/ 483394 h 1890712"/>
              <a:gd name="connsiteX53" fmla="*/ 654844 w 2543175"/>
              <a:gd name="connsiteY53" fmla="*/ 488156 h 1890712"/>
              <a:gd name="connsiteX54" fmla="*/ 661988 w 2543175"/>
              <a:gd name="connsiteY54" fmla="*/ 497681 h 1890712"/>
              <a:gd name="connsiteX55" fmla="*/ 683419 w 2543175"/>
              <a:gd name="connsiteY55" fmla="*/ 514350 h 1890712"/>
              <a:gd name="connsiteX56" fmla="*/ 700088 w 2543175"/>
              <a:gd name="connsiteY56" fmla="*/ 526256 h 1890712"/>
              <a:gd name="connsiteX57" fmla="*/ 709613 w 2543175"/>
              <a:gd name="connsiteY57" fmla="*/ 535781 h 1890712"/>
              <a:gd name="connsiteX58" fmla="*/ 719138 w 2543175"/>
              <a:gd name="connsiteY58" fmla="*/ 542925 h 1890712"/>
              <a:gd name="connsiteX59" fmla="*/ 733425 w 2543175"/>
              <a:gd name="connsiteY59" fmla="*/ 557212 h 1890712"/>
              <a:gd name="connsiteX60" fmla="*/ 750094 w 2543175"/>
              <a:gd name="connsiteY60" fmla="*/ 569119 h 1890712"/>
              <a:gd name="connsiteX61" fmla="*/ 769144 w 2543175"/>
              <a:gd name="connsiteY61" fmla="*/ 581025 h 1890712"/>
              <a:gd name="connsiteX62" fmla="*/ 785813 w 2543175"/>
              <a:gd name="connsiteY62" fmla="*/ 590550 h 1890712"/>
              <a:gd name="connsiteX63" fmla="*/ 792957 w 2543175"/>
              <a:gd name="connsiteY63" fmla="*/ 600075 h 1890712"/>
              <a:gd name="connsiteX64" fmla="*/ 809625 w 2543175"/>
              <a:gd name="connsiteY64" fmla="*/ 611981 h 1890712"/>
              <a:gd name="connsiteX65" fmla="*/ 816769 w 2543175"/>
              <a:gd name="connsiteY65" fmla="*/ 619125 h 1890712"/>
              <a:gd name="connsiteX66" fmla="*/ 826294 w 2543175"/>
              <a:gd name="connsiteY66" fmla="*/ 626269 h 1890712"/>
              <a:gd name="connsiteX67" fmla="*/ 840582 w 2543175"/>
              <a:gd name="connsiteY67" fmla="*/ 638175 h 1890712"/>
              <a:gd name="connsiteX68" fmla="*/ 847725 w 2543175"/>
              <a:gd name="connsiteY68" fmla="*/ 645319 h 1890712"/>
              <a:gd name="connsiteX69" fmla="*/ 857250 w 2543175"/>
              <a:gd name="connsiteY69" fmla="*/ 652462 h 1890712"/>
              <a:gd name="connsiteX70" fmla="*/ 864394 w 2543175"/>
              <a:gd name="connsiteY70" fmla="*/ 657225 h 1890712"/>
              <a:gd name="connsiteX71" fmla="*/ 888207 w 2543175"/>
              <a:gd name="connsiteY71" fmla="*/ 676275 h 1890712"/>
              <a:gd name="connsiteX72" fmla="*/ 895350 w 2543175"/>
              <a:gd name="connsiteY72" fmla="*/ 681037 h 1890712"/>
              <a:gd name="connsiteX73" fmla="*/ 907257 w 2543175"/>
              <a:gd name="connsiteY73" fmla="*/ 683419 h 1890712"/>
              <a:gd name="connsiteX74" fmla="*/ 928688 w 2543175"/>
              <a:gd name="connsiteY74" fmla="*/ 695325 h 1890712"/>
              <a:gd name="connsiteX75" fmla="*/ 942975 w 2543175"/>
              <a:gd name="connsiteY75" fmla="*/ 700087 h 1890712"/>
              <a:gd name="connsiteX76" fmla="*/ 964407 w 2543175"/>
              <a:gd name="connsiteY76" fmla="*/ 716756 h 1890712"/>
              <a:gd name="connsiteX77" fmla="*/ 971550 w 2543175"/>
              <a:gd name="connsiteY77" fmla="*/ 723900 h 1890712"/>
              <a:gd name="connsiteX78" fmla="*/ 983457 w 2543175"/>
              <a:gd name="connsiteY78" fmla="*/ 733425 h 1890712"/>
              <a:gd name="connsiteX79" fmla="*/ 990600 w 2543175"/>
              <a:gd name="connsiteY79" fmla="*/ 738187 h 1890712"/>
              <a:gd name="connsiteX80" fmla="*/ 1007269 w 2543175"/>
              <a:gd name="connsiteY80" fmla="*/ 752475 h 1890712"/>
              <a:gd name="connsiteX81" fmla="*/ 1031082 w 2543175"/>
              <a:gd name="connsiteY81" fmla="*/ 766762 h 1890712"/>
              <a:gd name="connsiteX82" fmla="*/ 1042988 w 2543175"/>
              <a:gd name="connsiteY82" fmla="*/ 773906 h 1890712"/>
              <a:gd name="connsiteX83" fmla="*/ 1071563 w 2543175"/>
              <a:gd name="connsiteY83" fmla="*/ 785812 h 1890712"/>
              <a:gd name="connsiteX84" fmla="*/ 1097757 w 2543175"/>
              <a:gd name="connsiteY84" fmla="*/ 807244 h 1890712"/>
              <a:gd name="connsiteX85" fmla="*/ 1104900 w 2543175"/>
              <a:gd name="connsiteY85" fmla="*/ 814387 h 1890712"/>
              <a:gd name="connsiteX86" fmla="*/ 1121569 w 2543175"/>
              <a:gd name="connsiteY86" fmla="*/ 823912 h 1890712"/>
              <a:gd name="connsiteX87" fmla="*/ 1138238 w 2543175"/>
              <a:gd name="connsiteY87" fmla="*/ 835819 h 1890712"/>
              <a:gd name="connsiteX88" fmla="*/ 1147763 w 2543175"/>
              <a:gd name="connsiteY88" fmla="*/ 842962 h 1890712"/>
              <a:gd name="connsiteX89" fmla="*/ 1157288 w 2543175"/>
              <a:gd name="connsiteY89" fmla="*/ 847725 h 1890712"/>
              <a:gd name="connsiteX90" fmla="*/ 1178719 w 2543175"/>
              <a:gd name="connsiteY90" fmla="*/ 859631 h 1890712"/>
              <a:gd name="connsiteX91" fmla="*/ 1188244 w 2543175"/>
              <a:gd name="connsiteY91" fmla="*/ 866775 h 1890712"/>
              <a:gd name="connsiteX92" fmla="*/ 1195388 w 2543175"/>
              <a:gd name="connsiteY92" fmla="*/ 871537 h 1890712"/>
              <a:gd name="connsiteX93" fmla="*/ 1212057 w 2543175"/>
              <a:gd name="connsiteY93" fmla="*/ 883444 h 1890712"/>
              <a:gd name="connsiteX94" fmla="*/ 1226344 w 2543175"/>
              <a:gd name="connsiteY94" fmla="*/ 895350 h 1890712"/>
              <a:gd name="connsiteX95" fmla="*/ 1245394 w 2543175"/>
              <a:gd name="connsiteY95" fmla="*/ 907256 h 1890712"/>
              <a:gd name="connsiteX96" fmla="*/ 1254919 w 2543175"/>
              <a:gd name="connsiteY96" fmla="*/ 914400 h 1890712"/>
              <a:gd name="connsiteX97" fmla="*/ 1269207 w 2543175"/>
              <a:gd name="connsiteY97" fmla="*/ 921544 h 1890712"/>
              <a:gd name="connsiteX98" fmla="*/ 1290638 w 2543175"/>
              <a:gd name="connsiteY98" fmla="*/ 935831 h 1890712"/>
              <a:gd name="connsiteX99" fmla="*/ 1307307 w 2543175"/>
              <a:gd name="connsiteY99" fmla="*/ 952500 h 1890712"/>
              <a:gd name="connsiteX100" fmla="*/ 1333500 w 2543175"/>
              <a:gd name="connsiteY100" fmla="*/ 971550 h 1890712"/>
              <a:gd name="connsiteX101" fmla="*/ 1359694 w 2543175"/>
              <a:gd name="connsiteY101" fmla="*/ 990600 h 1890712"/>
              <a:gd name="connsiteX102" fmla="*/ 1373982 w 2543175"/>
              <a:gd name="connsiteY102" fmla="*/ 997744 h 1890712"/>
              <a:gd name="connsiteX103" fmla="*/ 1388269 w 2543175"/>
              <a:gd name="connsiteY103" fmla="*/ 1007269 h 1890712"/>
              <a:gd name="connsiteX104" fmla="*/ 1414463 w 2543175"/>
              <a:gd name="connsiteY104" fmla="*/ 1019175 h 1890712"/>
              <a:gd name="connsiteX105" fmla="*/ 1428750 w 2543175"/>
              <a:gd name="connsiteY105" fmla="*/ 1026319 h 1890712"/>
              <a:gd name="connsiteX106" fmla="*/ 1471613 w 2543175"/>
              <a:gd name="connsiteY106" fmla="*/ 1059656 h 1890712"/>
              <a:gd name="connsiteX107" fmla="*/ 1495425 w 2543175"/>
              <a:gd name="connsiteY107" fmla="*/ 1088231 h 1890712"/>
              <a:gd name="connsiteX108" fmla="*/ 1547812 w 2543175"/>
              <a:gd name="connsiteY108" fmla="*/ 1133475 h 1890712"/>
              <a:gd name="connsiteX109" fmla="*/ 1597819 w 2543175"/>
              <a:gd name="connsiteY109" fmla="*/ 1154906 h 1890712"/>
              <a:gd name="connsiteX110" fmla="*/ 1604963 w 2543175"/>
              <a:gd name="connsiteY110" fmla="*/ 1162050 h 1890712"/>
              <a:gd name="connsiteX111" fmla="*/ 1612107 w 2543175"/>
              <a:gd name="connsiteY111" fmla="*/ 1166812 h 1890712"/>
              <a:gd name="connsiteX112" fmla="*/ 1628775 w 2543175"/>
              <a:gd name="connsiteY112" fmla="*/ 1183481 h 1890712"/>
              <a:gd name="connsiteX113" fmla="*/ 1662113 w 2543175"/>
              <a:gd name="connsiteY113" fmla="*/ 1209675 h 1890712"/>
              <a:gd name="connsiteX114" fmla="*/ 1678782 w 2543175"/>
              <a:gd name="connsiteY114" fmla="*/ 1226344 h 1890712"/>
              <a:gd name="connsiteX115" fmla="*/ 1700213 w 2543175"/>
              <a:gd name="connsiteY115" fmla="*/ 1247775 h 1890712"/>
              <a:gd name="connsiteX116" fmla="*/ 1712119 w 2543175"/>
              <a:gd name="connsiteY116" fmla="*/ 1259681 h 1890712"/>
              <a:gd name="connsiteX117" fmla="*/ 1733550 w 2543175"/>
              <a:gd name="connsiteY117" fmla="*/ 1273969 h 1890712"/>
              <a:gd name="connsiteX118" fmla="*/ 1743075 w 2543175"/>
              <a:gd name="connsiteY118" fmla="*/ 1283494 h 1890712"/>
              <a:gd name="connsiteX119" fmla="*/ 1754982 w 2543175"/>
              <a:gd name="connsiteY119" fmla="*/ 1290637 h 1890712"/>
              <a:gd name="connsiteX120" fmla="*/ 1766888 w 2543175"/>
              <a:gd name="connsiteY120" fmla="*/ 1300162 h 1890712"/>
              <a:gd name="connsiteX121" fmla="*/ 1783557 w 2543175"/>
              <a:gd name="connsiteY121" fmla="*/ 1307306 h 1890712"/>
              <a:gd name="connsiteX122" fmla="*/ 1790700 w 2543175"/>
              <a:gd name="connsiteY122" fmla="*/ 1312069 h 1890712"/>
              <a:gd name="connsiteX123" fmla="*/ 1800225 w 2543175"/>
              <a:gd name="connsiteY123" fmla="*/ 1319212 h 1890712"/>
              <a:gd name="connsiteX124" fmla="*/ 1807369 w 2543175"/>
              <a:gd name="connsiteY124" fmla="*/ 1321594 h 1890712"/>
              <a:gd name="connsiteX125" fmla="*/ 1824038 w 2543175"/>
              <a:gd name="connsiteY125" fmla="*/ 1333500 h 1890712"/>
              <a:gd name="connsiteX126" fmla="*/ 1843088 w 2543175"/>
              <a:gd name="connsiteY126" fmla="*/ 1352550 h 1890712"/>
              <a:gd name="connsiteX127" fmla="*/ 1852613 w 2543175"/>
              <a:gd name="connsiteY127" fmla="*/ 1359694 h 1890712"/>
              <a:gd name="connsiteX128" fmla="*/ 1859757 w 2543175"/>
              <a:gd name="connsiteY128" fmla="*/ 1366837 h 1890712"/>
              <a:gd name="connsiteX129" fmla="*/ 1869282 w 2543175"/>
              <a:gd name="connsiteY129" fmla="*/ 1371600 h 1890712"/>
              <a:gd name="connsiteX130" fmla="*/ 1883569 w 2543175"/>
              <a:gd name="connsiteY130" fmla="*/ 1388269 h 1890712"/>
              <a:gd name="connsiteX131" fmla="*/ 1893094 w 2543175"/>
              <a:gd name="connsiteY131" fmla="*/ 1395412 h 1890712"/>
              <a:gd name="connsiteX132" fmla="*/ 1902619 w 2543175"/>
              <a:gd name="connsiteY132" fmla="*/ 1404937 h 1890712"/>
              <a:gd name="connsiteX133" fmla="*/ 1912144 w 2543175"/>
              <a:gd name="connsiteY133" fmla="*/ 1409700 h 1890712"/>
              <a:gd name="connsiteX134" fmla="*/ 1931194 w 2543175"/>
              <a:gd name="connsiteY134" fmla="*/ 1421606 h 1890712"/>
              <a:gd name="connsiteX135" fmla="*/ 1935957 w 2543175"/>
              <a:gd name="connsiteY135" fmla="*/ 1428750 h 1890712"/>
              <a:gd name="connsiteX136" fmla="*/ 1952625 w 2543175"/>
              <a:gd name="connsiteY136" fmla="*/ 1438275 h 1890712"/>
              <a:gd name="connsiteX137" fmla="*/ 1971675 w 2543175"/>
              <a:gd name="connsiteY137" fmla="*/ 1450181 h 1890712"/>
              <a:gd name="connsiteX138" fmla="*/ 1981200 w 2543175"/>
              <a:gd name="connsiteY138" fmla="*/ 1454944 h 1890712"/>
              <a:gd name="connsiteX139" fmla="*/ 1997869 w 2543175"/>
              <a:gd name="connsiteY139" fmla="*/ 1471612 h 1890712"/>
              <a:gd name="connsiteX140" fmla="*/ 2007394 w 2543175"/>
              <a:gd name="connsiteY140" fmla="*/ 1478756 h 1890712"/>
              <a:gd name="connsiteX141" fmla="*/ 2016919 w 2543175"/>
              <a:gd name="connsiteY141" fmla="*/ 1483519 h 1890712"/>
              <a:gd name="connsiteX142" fmla="*/ 2024063 w 2543175"/>
              <a:gd name="connsiteY142" fmla="*/ 1490662 h 1890712"/>
              <a:gd name="connsiteX143" fmla="*/ 2033588 w 2543175"/>
              <a:gd name="connsiteY143" fmla="*/ 1495425 h 1890712"/>
              <a:gd name="connsiteX144" fmla="*/ 2040732 w 2543175"/>
              <a:gd name="connsiteY144" fmla="*/ 1502569 h 1890712"/>
              <a:gd name="connsiteX145" fmla="*/ 2047875 w 2543175"/>
              <a:gd name="connsiteY145" fmla="*/ 1507331 h 1890712"/>
              <a:gd name="connsiteX146" fmla="*/ 2057400 w 2543175"/>
              <a:gd name="connsiteY146" fmla="*/ 1514475 h 1890712"/>
              <a:gd name="connsiteX147" fmla="*/ 2064544 w 2543175"/>
              <a:gd name="connsiteY147" fmla="*/ 1519237 h 1890712"/>
              <a:gd name="connsiteX148" fmla="*/ 2071688 w 2543175"/>
              <a:gd name="connsiteY148" fmla="*/ 1526381 h 1890712"/>
              <a:gd name="connsiteX149" fmla="*/ 2081213 w 2543175"/>
              <a:gd name="connsiteY149" fmla="*/ 1531144 h 1890712"/>
              <a:gd name="connsiteX150" fmla="*/ 2090738 w 2543175"/>
              <a:gd name="connsiteY150" fmla="*/ 1538287 h 1890712"/>
              <a:gd name="connsiteX151" fmla="*/ 2109788 w 2543175"/>
              <a:gd name="connsiteY151" fmla="*/ 1547812 h 1890712"/>
              <a:gd name="connsiteX152" fmla="*/ 2131219 w 2543175"/>
              <a:gd name="connsiteY152" fmla="*/ 1562100 h 1890712"/>
              <a:gd name="connsiteX153" fmla="*/ 2140744 w 2543175"/>
              <a:gd name="connsiteY153" fmla="*/ 1566862 h 1890712"/>
              <a:gd name="connsiteX154" fmla="*/ 2152650 w 2543175"/>
              <a:gd name="connsiteY154" fmla="*/ 1576387 h 1890712"/>
              <a:gd name="connsiteX155" fmla="*/ 2181225 w 2543175"/>
              <a:gd name="connsiteY155" fmla="*/ 1590675 h 1890712"/>
              <a:gd name="connsiteX156" fmla="*/ 2200275 w 2543175"/>
              <a:gd name="connsiteY156" fmla="*/ 1607344 h 1890712"/>
              <a:gd name="connsiteX157" fmla="*/ 2207419 w 2543175"/>
              <a:gd name="connsiteY157" fmla="*/ 1612106 h 1890712"/>
              <a:gd name="connsiteX158" fmla="*/ 2216944 w 2543175"/>
              <a:gd name="connsiteY158" fmla="*/ 1619250 h 1890712"/>
              <a:gd name="connsiteX159" fmla="*/ 2224088 w 2543175"/>
              <a:gd name="connsiteY159" fmla="*/ 1624012 h 1890712"/>
              <a:gd name="connsiteX160" fmla="*/ 2247900 w 2543175"/>
              <a:gd name="connsiteY160" fmla="*/ 1643062 h 1890712"/>
              <a:gd name="connsiteX161" fmla="*/ 2255044 w 2543175"/>
              <a:gd name="connsiteY161" fmla="*/ 1650206 h 1890712"/>
              <a:gd name="connsiteX162" fmla="*/ 2281238 w 2543175"/>
              <a:gd name="connsiteY162" fmla="*/ 1664494 h 1890712"/>
              <a:gd name="connsiteX163" fmla="*/ 2297907 w 2543175"/>
              <a:gd name="connsiteY163" fmla="*/ 1674019 h 1890712"/>
              <a:gd name="connsiteX164" fmla="*/ 2312194 w 2543175"/>
              <a:gd name="connsiteY164" fmla="*/ 1685925 h 1890712"/>
              <a:gd name="connsiteX165" fmla="*/ 2328863 w 2543175"/>
              <a:gd name="connsiteY165" fmla="*/ 1697831 h 1890712"/>
              <a:gd name="connsiteX166" fmla="*/ 2350294 w 2543175"/>
              <a:gd name="connsiteY166" fmla="*/ 1712119 h 1890712"/>
              <a:gd name="connsiteX167" fmla="*/ 2369344 w 2543175"/>
              <a:gd name="connsiteY167" fmla="*/ 1724025 h 1890712"/>
              <a:gd name="connsiteX168" fmla="*/ 2428876 w 2543175"/>
              <a:gd name="connsiteY168" fmla="*/ 1785938 h 1890712"/>
              <a:gd name="connsiteX169" fmla="*/ 2466975 w 2543175"/>
              <a:gd name="connsiteY169" fmla="*/ 1783556 h 1890712"/>
              <a:gd name="connsiteX170" fmla="*/ 2481263 w 2543175"/>
              <a:gd name="connsiteY170" fmla="*/ 1795462 h 1890712"/>
              <a:gd name="connsiteX171" fmla="*/ 2486025 w 2543175"/>
              <a:gd name="connsiteY171" fmla="*/ 1802606 h 1890712"/>
              <a:gd name="connsiteX172" fmla="*/ 2514600 w 2543175"/>
              <a:gd name="connsiteY172" fmla="*/ 1850231 h 1890712"/>
              <a:gd name="connsiteX173" fmla="*/ 2519363 w 2543175"/>
              <a:gd name="connsiteY173" fmla="*/ 1857375 h 1890712"/>
              <a:gd name="connsiteX174" fmla="*/ 2540794 w 2543175"/>
              <a:gd name="connsiteY174" fmla="*/ 1883569 h 1890712"/>
              <a:gd name="connsiteX175" fmla="*/ 2543175 w 2543175"/>
              <a:gd name="connsiteY175"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78619 w 2543175"/>
              <a:gd name="connsiteY30" fmla="*/ 276225 h 1890712"/>
              <a:gd name="connsiteX31" fmla="*/ 385763 w 2543175"/>
              <a:gd name="connsiteY31" fmla="*/ 283369 h 1890712"/>
              <a:gd name="connsiteX32" fmla="*/ 395288 w 2543175"/>
              <a:gd name="connsiteY32" fmla="*/ 288131 h 1890712"/>
              <a:gd name="connsiteX33" fmla="*/ 404813 w 2543175"/>
              <a:gd name="connsiteY33" fmla="*/ 295275 h 1890712"/>
              <a:gd name="connsiteX34" fmla="*/ 411957 w 2543175"/>
              <a:gd name="connsiteY34" fmla="*/ 297656 h 1890712"/>
              <a:gd name="connsiteX35" fmla="*/ 421482 w 2543175"/>
              <a:gd name="connsiteY35" fmla="*/ 302419 h 1890712"/>
              <a:gd name="connsiteX36" fmla="*/ 466725 w 2543175"/>
              <a:gd name="connsiteY36" fmla="*/ 328612 h 1890712"/>
              <a:gd name="connsiteX37" fmla="*/ 476250 w 2543175"/>
              <a:gd name="connsiteY37" fmla="*/ 335756 h 1890712"/>
              <a:gd name="connsiteX38" fmla="*/ 481013 w 2543175"/>
              <a:gd name="connsiteY38" fmla="*/ 342900 h 1890712"/>
              <a:gd name="connsiteX39" fmla="*/ 490538 w 2543175"/>
              <a:gd name="connsiteY39" fmla="*/ 352425 h 1890712"/>
              <a:gd name="connsiteX40" fmla="*/ 495300 w 2543175"/>
              <a:gd name="connsiteY40" fmla="*/ 359569 h 1890712"/>
              <a:gd name="connsiteX41" fmla="*/ 509588 w 2543175"/>
              <a:gd name="connsiteY41" fmla="*/ 376237 h 1890712"/>
              <a:gd name="connsiteX42" fmla="*/ 514350 w 2543175"/>
              <a:gd name="connsiteY42" fmla="*/ 383381 h 1890712"/>
              <a:gd name="connsiteX43" fmla="*/ 531019 w 2543175"/>
              <a:gd name="connsiteY43" fmla="*/ 397669 h 1890712"/>
              <a:gd name="connsiteX44" fmla="*/ 538163 w 2543175"/>
              <a:gd name="connsiteY44" fmla="*/ 407194 h 1890712"/>
              <a:gd name="connsiteX45" fmla="*/ 554832 w 2543175"/>
              <a:gd name="connsiteY45" fmla="*/ 421481 h 1890712"/>
              <a:gd name="connsiteX46" fmla="*/ 564357 w 2543175"/>
              <a:gd name="connsiteY46" fmla="*/ 431006 h 1890712"/>
              <a:gd name="connsiteX47" fmla="*/ 573882 w 2543175"/>
              <a:gd name="connsiteY47" fmla="*/ 438150 h 1890712"/>
              <a:gd name="connsiteX48" fmla="*/ 595313 w 2543175"/>
              <a:gd name="connsiteY48" fmla="*/ 454819 h 1890712"/>
              <a:gd name="connsiteX49" fmla="*/ 602457 w 2543175"/>
              <a:gd name="connsiteY49" fmla="*/ 457200 h 1890712"/>
              <a:gd name="connsiteX50" fmla="*/ 628650 w 2543175"/>
              <a:gd name="connsiteY50" fmla="*/ 469106 h 1890712"/>
              <a:gd name="connsiteX51" fmla="*/ 645319 w 2543175"/>
              <a:gd name="connsiteY51" fmla="*/ 483394 h 1890712"/>
              <a:gd name="connsiteX52" fmla="*/ 654844 w 2543175"/>
              <a:gd name="connsiteY52" fmla="*/ 488156 h 1890712"/>
              <a:gd name="connsiteX53" fmla="*/ 661988 w 2543175"/>
              <a:gd name="connsiteY53" fmla="*/ 497681 h 1890712"/>
              <a:gd name="connsiteX54" fmla="*/ 683419 w 2543175"/>
              <a:gd name="connsiteY54" fmla="*/ 514350 h 1890712"/>
              <a:gd name="connsiteX55" fmla="*/ 700088 w 2543175"/>
              <a:gd name="connsiteY55" fmla="*/ 526256 h 1890712"/>
              <a:gd name="connsiteX56" fmla="*/ 709613 w 2543175"/>
              <a:gd name="connsiteY56" fmla="*/ 535781 h 1890712"/>
              <a:gd name="connsiteX57" fmla="*/ 719138 w 2543175"/>
              <a:gd name="connsiteY57" fmla="*/ 542925 h 1890712"/>
              <a:gd name="connsiteX58" fmla="*/ 733425 w 2543175"/>
              <a:gd name="connsiteY58" fmla="*/ 557212 h 1890712"/>
              <a:gd name="connsiteX59" fmla="*/ 750094 w 2543175"/>
              <a:gd name="connsiteY59" fmla="*/ 569119 h 1890712"/>
              <a:gd name="connsiteX60" fmla="*/ 769144 w 2543175"/>
              <a:gd name="connsiteY60" fmla="*/ 581025 h 1890712"/>
              <a:gd name="connsiteX61" fmla="*/ 785813 w 2543175"/>
              <a:gd name="connsiteY61" fmla="*/ 590550 h 1890712"/>
              <a:gd name="connsiteX62" fmla="*/ 792957 w 2543175"/>
              <a:gd name="connsiteY62" fmla="*/ 600075 h 1890712"/>
              <a:gd name="connsiteX63" fmla="*/ 809625 w 2543175"/>
              <a:gd name="connsiteY63" fmla="*/ 611981 h 1890712"/>
              <a:gd name="connsiteX64" fmla="*/ 816769 w 2543175"/>
              <a:gd name="connsiteY64" fmla="*/ 619125 h 1890712"/>
              <a:gd name="connsiteX65" fmla="*/ 826294 w 2543175"/>
              <a:gd name="connsiteY65" fmla="*/ 626269 h 1890712"/>
              <a:gd name="connsiteX66" fmla="*/ 840582 w 2543175"/>
              <a:gd name="connsiteY66" fmla="*/ 638175 h 1890712"/>
              <a:gd name="connsiteX67" fmla="*/ 847725 w 2543175"/>
              <a:gd name="connsiteY67" fmla="*/ 645319 h 1890712"/>
              <a:gd name="connsiteX68" fmla="*/ 857250 w 2543175"/>
              <a:gd name="connsiteY68" fmla="*/ 652462 h 1890712"/>
              <a:gd name="connsiteX69" fmla="*/ 864394 w 2543175"/>
              <a:gd name="connsiteY69" fmla="*/ 657225 h 1890712"/>
              <a:gd name="connsiteX70" fmla="*/ 888207 w 2543175"/>
              <a:gd name="connsiteY70" fmla="*/ 676275 h 1890712"/>
              <a:gd name="connsiteX71" fmla="*/ 895350 w 2543175"/>
              <a:gd name="connsiteY71" fmla="*/ 681037 h 1890712"/>
              <a:gd name="connsiteX72" fmla="*/ 907257 w 2543175"/>
              <a:gd name="connsiteY72" fmla="*/ 683419 h 1890712"/>
              <a:gd name="connsiteX73" fmla="*/ 928688 w 2543175"/>
              <a:gd name="connsiteY73" fmla="*/ 695325 h 1890712"/>
              <a:gd name="connsiteX74" fmla="*/ 942975 w 2543175"/>
              <a:gd name="connsiteY74" fmla="*/ 700087 h 1890712"/>
              <a:gd name="connsiteX75" fmla="*/ 964407 w 2543175"/>
              <a:gd name="connsiteY75" fmla="*/ 716756 h 1890712"/>
              <a:gd name="connsiteX76" fmla="*/ 971550 w 2543175"/>
              <a:gd name="connsiteY76" fmla="*/ 723900 h 1890712"/>
              <a:gd name="connsiteX77" fmla="*/ 983457 w 2543175"/>
              <a:gd name="connsiteY77" fmla="*/ 733425 h 1890712"/>
              <a:gd name="connsiteX78" fmla="*/ 990600 w 2543175"/>
              <a:gd name="connsiteY78" fmla="*/ 738187 h 1890712"/>
              <a:gd name="connsiteX79" fmla="*/ 1007269 w 2543175"/>
              <a:gd name="connsiteY79" fmla="*/ 752475 h 1890712"/>
              <a:gd name="connsiteX80" fmla="*/ 1031082 w 2543175"/>
              <a:gd name="connsiteY80" fmla="*/ 766762 h 1890712"/>
              <a:gd name="connsiteX81" fmla="*/ 1042988 w 2543175"/>
              <a:gd name="connsiteY81" fmla="*/ 773906 h 1890712"/>
              <a:gd name="connsiteX82" fmla="*/ 1071563 w 2543175"/>
              <a:gd name="connsiteY82" fmla="*/ 785812 h 1890712"/>
              <a:gd name="connsiteX83" fmla="*/ 1097757 w 2543175"/>
              <a:gd name="connsiteY83" fmla="*/ 807244 h 1890712"/>
              <a:gd name="connsiteX84" fmla="*/ 1104900 w 2543175"/>
              <a:gd name="connsiteY84" fmla="*/ 814387 h 1890712"/>
              <a:gd name="connsiteX85" fmla="*/ 1121569 w 2543175"/>
              <a:gd name="connsiteY85" fmla="*/ 823912 h 1890712"/>
              <a:gd name="connsiteX86" fmla="*/ 1138238 w 2543175"/>
              <a:gd name="connsiteY86" fmla="*/ 835819 h 1890712"/>
              <a:gd name="connsiteX87" fmla="*/ 1147763 w 2543175"/>
              <a:gd name="connsiteY87" fmla="*/ 842962 h 1890712"/>
              <a:gd name="connsiteX88" fmla="*/ 1157288 w 2543175"/>
              <a:gd name="connsiteY88" fmla="*/ 847725 h 1890712"/>
              <a:gd name="connsiteX89" fmla="*/ 1178719 w 2543175"/>
              <a:gd name="connsiteY89" fmla="*/ 859631 h 1890712"/>
              <a:gd name="connsiteX90" fmla="*/ 1188244 w 2543175"/>
              <a:gd name="connsiteY90" fmla="*/ 866775 h 1890712"/>
              <a:gd name="connsiteX91" fmla="*/ 1195388 w 2543175"/>
              <a:gd name="connsiteY91" fmla="*/ 871537 h 1890712"/>
              <a:gd name="connsiteX92" fmla="*/ 1212057 w 2543175"/>
              <a:gd name="connsiteY92" fmla="*/ 883444 h 1890712"/>
              <a:gd name="connsiteX93" fmla="*/ 1226344 w 2543175"/>
              <a:gd name="connsiteY93" fmla="*/ 895350 h 1890712"/>
              <a:gd name="connsiteX94" fmla="*/ 1245394 w 2543175"/>
              <a:gd name="connsiteY94" fmla="*/ 907256 h 1890712"/>
              <a:gd name="connsiteX95" fmla="*/ 1254919 w 2543175"/>
              <a:gd name="connsiteY95" fmla="*/ 914400 h 1890712"/>
              <a:gd name="connsiteX96" fmla="*/ 1269207 w 2543175"/>
              <a:gd name="connsiteY96" fmla="*/ 921544 h 1890712"/>
              <a:gd name="connsiteX97" fmla="*/ 1290638 w 2543175"/>
              <a:gd name="connsiteY97" fmla="*/ 935831 h 1890712"/>
              <a:gd name="connsiteX98" fmla="*/ 1307307 w 2543175"/>
              <a:gd name="connsiteY98" fmla="*/ 952500 h 1890712"/>
              <a:gd name="connsiteX99" fmla="*/ 1333500 w 2543175"/>
              <a:gd name="connsiteY99" fmla="*/ 971550 h 1890712"/>
              <a:gd name="connsiteX100" fmla="*/ 1359694 w 2543175"/>
              <a:gd name="connsiteY100" fmla="*/ 990600 h 1890712"/>
              <a:gd name="connsiteX101" fmla="*/ 1373982 w 2543175"/>
              <a:gd name="connsiteY101" fmla="*/ 997744 h 1890712"/>
              <a:gd name="connsiteX102" fmla="*/ 1388269 w 2543175"/>
              <a:gd name="connsiteY102" fmla="*/ 1007269 h 1890712"/>
              <a:gd name="connsiteX103" fmla="*/ 1414463 w 2543175"/>
              <a:gd name="connsiteY103" fmla="*/ 1019175 h 1890712"/>
              <a:gd name="connsiteX104" fmla="*/ 1428750 w 2543175"/>
              <a:gd name="connsiteY104" fmla="*/ 1026319 h 1890712"/>
              <a:gd name="connsiteX105" fmla="*/ 1471613 w 2543175"/>
              <a:gd name="connsiteY105" fmla="*/ 1059656 h 1890712"/>
              <a:gd name="connsiteX106" fmla="*/ 1495425 w 2543175"/>
              <a:gd name="connsiteY106" fmla="*/ 1088231 h 1890712"/>
              <a:gd name="connsiteX107" fmla="*/ 1547812 w 2543175"/>
              <a:gd name="connsiteY107" fmla="*/ 1133475 h 1890712"/>
              <a:gd name="connsiteX108" fmla="*/ 1597819 w 2543175"/>
              <a:gd name="connsiteY108" fmla="*/ 1154906 h 1890712"/>
              <a:gd name="connsiteX109" fmla="*/ 1604963 w 2543175"/>
              <a:gd name="connsiteY109" fmla="*/ 1162050 h 1890712"/>
              <a:gd name="connsiteX110" fmla="*/ 1612107 w 2543175"/>
              <a:gd name="connsiteY110" fmla="*/ 1166812 h 1890712"/>
              <a:gd name="connsiteX111" fmla="*/ 1628775 w 2543175"/>
              <a:gd name="connsiteY111" fmla="*/ 1183481 h 1890712"/>
              <a:gd name="connsiteX112" fmla="*/ 1662113 w 2543175"/>
              <a:gd name="connsiteY112" fmla="*/ 1209675 h 1890712"/>
              <a:gd name="connsiteX113" fmla="*/ 1678782 w 2543175"/>
              <a:gd name="connsiteY113" fmla="*/ 1226344 h 1890712"/>
              <a:gd name="connsiteX114" fmla="*/ 1700213 w 2543175"/>
              <a:gd name="connsiteY114" fmla="*/ 1247775 h 1890712"/>
              <a:gd name="connsiteX115" fmla="*/ 1712119 w 2543175"/>
              <a:gd name="connsiteY115" fmla="*/ 1259681 h 1890712"/>
              <a:gd name="connsiteX116" fmla="*/ 1733550 w 2543175"/>
              <a:gd name="connsiteY116" fmla="*/ 1273969 h 1890712"/>
              <a:gd name="connsiteX117" fmla="*/ 1743075 w 2543175"/>
              <a:gd name="connsiteY117" fmla="*/ 1283494 h 1890712"/>
              <a:gd name="connsiteX118" fmla="*/ 1754982 w 2543175"/>
              <a:gd name="connsiteY118" fmla="*/ 1290637 h 1890712"/>
              <a:gd name="connsiteX119" fmla="*/ 1766888 w 2543175"/>
              <a:gd name="connsiteY119" fmla="*/ 1300162 h 1890712"/>
              <a:gd name="connsiteX120" fmla="*/ 1783557 w 2543175"/>
              <a:gd name="connsiteY120" fmla="*/ 1307306 h 1890712"/>
              <a:gd name="connsiteX121" fmla="*/ 1790700 w 2543175"/>
              <a:gd name="connsiteY121" fmla="*/ 1312069 h 1890712"/>
              <a:gd name="connsiteX122" fmla="*/ 1800225 w 2543175"/>
              <a:gd name="connsiteY122" fmla="*/ 1319212 h 1890712"/>
              <a:gd name="connsiteX123" fmla="*/ 1807369 w 2543175"/>
              <a:gd name="connsiteY123" fmla="*/ 1321594 h 1890712"/>
              <a:gd name="connsiteX124" fmla="*/ 1824038 w 2543175"/>
              <a:gd name="connsiteY124" fmla="*/ 1333500 h 1890712"/>
              <a:gd name="connsiteX125" fmla="*/ 1843088 w 2543175"/>
              <a:gd name="connsiteY125" fmla="*/ 1352550 h 1890712"/>
              <a:gd name="connsiteX126" fmla="*/ 1852613 w 2543175"/>
              <a:gd name="connsiteY126" fmla="*/ 1359694 h 1890712"/>
              <a:gd name="connsiteX127" fmla="*/ 1859757 w 2543175"/>
              <a:gd name="connsiteY127" fmla="*/ 1366837 h 1890712"/>
              <a:gd name="connsiteX128" fmla="*/ 1869282 w 2543175"/>
              <a:gd name="connsiteY128" fmla="*/ 1371600 h 1890712"/>
              <a:gd name="connsiteX129" fmla="*/ 1883569 w 2543175"/>
              <a:gd name="connsiteY129" fmla="*/ 1388269 h 1890712"/>
              <a:gd name="connsiteX130" fmla="*/ 1893094 w 2543175"/>
              <a:gd name="connsiteY130" fmla="*/ 1395412 h 1890712"/>
              <a:gd name="connsiteX131" fmla="*/ 1902619 w 2543175"/>
              <a:gd name="connsiteY131" fmla="*/ 1404937 h 1890712"/>
              <a:gd name="connsiteX132" fmla="*/ 1912144 w 2543175"/>
              <a:gd name="connsiteY132" fmla="*/ 1409700 h 1890712"/>
              <a:gd name="connsiteX133" fmla="*/ 1931194 w 2543175"/>
              <a:gd name="connsiteY133" fmla="*/ 1421606 h 1890712"/>
              <a:gd name="connsiteX134" fmla="*/ 1935957 w 2543175"/>
              <a:gd name="connsiteY134" fmla="*/ 1428750 h 1890712"/>
              <a:gd name="connsiteX135" fmla="*/ 1952625 w 2543175"/>
              <a:gd name="connsiteY135" fmla="*/ 1438275 h 1890712"/>
              <a:gd name="connsiteX136" fmla="*/ 1971675 w 2543175"/>
              <a:gd name="connsiteY136" fmla="*/ 1450181 h 1890712"/>
              <a:gd name="connsiteX137" fmla="*/ 1981200 w 2543175"/>
              <a:gd name="connsiteY137" fmla="*/ 1454944 h 1890712"/>
              <a:gd name="connsiteX138" fmla="*/ 1997869 w 2543175"/>
              <a:gd name="connsiteY138" fmla="*/ 1471612 h 1890712"/>
              <a:gd name="connsiteX139" fmla="*/ 2007394 w 2543175"/>
              <a:gd name="connsiteY139" fmla="*/ 1478756 h 1890712"/>
              <a:gd name="connsiteX140" fmla="*/ 2016919 w 2543175"/>
              <a:gd name="connsiteY140" fmla="*/ 1483519 h 1890712"/>
              <a:gd name="connsiteX141" fmla="*/ 2024063 w 2543175"/>
              <a:gd name="connsiteY141" fmla="*/ 1490662 h 1890712"/>
              <a:gd name="connsiteX142" fmla="*/ 2033588 w 2543175"/>
              <a:gd name="connsiteY142" fmla="*/ 1495425 h 1890712"/>
              <a:gd name="connsiteX143" fmla="*/ 2040732 w 2543175"/>
              <a:gd name="connsiteY143" fmla="*/ 1502569 h 1890712"/>
              <a:gd name="connsiteX144" fmla="*/ 2047875 w 2543175"/>
              <a:gd name="connsiteY144" fmla="*/ 1507331 h 1890712"/>
              <a:gd name="connsiteX145" fmla="*/ 2057400 w 2543175"/>
              <a:gd name="connsiteY145" fmla="*/ 1514475 h 1890712"/>
              <a:gd name="connsiteX146" fmla="*/ 2064544 w 2543175"/>
              <a:gd name="connsiteY146" fmla="*/ 1519237 h 1890712"/>
              <a:gd name="connsiteX147" fmla="*/ 2071688 w 2543175"/>
              <a:gd name="connsiteY147" fmla="*/ 1526381 h 1890712"/>
              <a:gd name="connsiteX148" fmla="*/ 2081213 w 2543175"/>
              <a:gd name="connsiteY148" fmla="*/ 1531144 h 1890712"/>
              <a:gd name="connsiteX149" fmla="*/ 2090738 w 2543175"/>
              <a:gd name="connsiteY149" fmla="*/ 1538287 h 1890712"/>
              <a:gd name="connsiteX150" fmla="*/ 2109788 w 2543175"/>
              <a:gd name="connsiteY150" fmla="*/ 1547812 h 1890712"/>
              <a:gd name="connsiteX151" fmla="*/ 2131219 w 2543175"/>
              <a:gd name="connsiteY151" fmla="*/ 1562100 h 1890712"/>
              <a:gd name="connsiteX152" fmla="*/ 2140744 w 2543175"/>
              <a:gd name="connsiteY152" fmla="*/ 1566862 h 1890712"/>
              <a:gd name="connsiteX153" fmla="*/ 2152650 w 2543175"/>
              <a:gd name="connsiteY153" fmla="*/ 1576387 h 1890712"/>
              <a:gd name="connsiteX154" fmla="*/ 2181225 w 2543175"/>
              <a:gd name="connsiteY154" fmla="*/ 1590675 h 1890712"/>
              <a:gd name="connsiteX155" fmla="*/ 2200275 w 2543175"/>
              <a:gd name="connsiteY155" fmla="*/ 1607344 h 1890712"/>
              <a:gd name="connsiteX156" fmla="*/ 2207419 w 2543175"/>
              <a:gd name="connsiteY156" fmla="*/ 1612106 h 1890712"/>
              <a:gd name="connsiteX157" fmla="*/ 2216944 w 2543175"/>
              <a:gd name="connsiteY157" fmla="*/ 1619250 h 1890712"/>
              <a:gd name="connsiteX158" fmla="*/ 2224088 w 2543175"/>
              <a:gd name="connsiteY158" fmla="*/ 1624012 h 1890712"/>
              <a:gd name="connsiteX159" fmla="*/ 2247900 w 2543175"/>
              <a:gd name="connsiteY159" fmla="*/ 1643062 h 1890712"/>
              <a:gd name="connsiteX160" fmla="*/ 2255044 w 2543175"/>
              <a:gd name="connsiteY160" fmla="*/ 1650206 h 1890712"/>
              <a:gd name="connsiteX161" fmla="*/ 2281238 w 2543175"/>
              <a:gd name="connsiteY161" fmla="*/ 1664494 h 1890712"/>
              <a:gd name="connsiteX162" fmla="*/ 2297907 w 2543175"/>
              <a:gd name="connsiteY162" fmla="*/ 1674019 h 1890712"/>
              <a:gd name="connsiteX163" fmla="*/ 2312194 w 2543175"/>
              <a:gd name="connsiteY163" fmla="*/ 1685925 h 1890712"/>
              <a:gd name="connsiteX164" fmla="*/ 2328863 w 2543175"/>
              <a:gd name="connsiteY164" fmla="*/ 1697831 h 1890712"/>
              <a:gd name="connsiteX165" fmla="*/ 2350294 w 2543175"/>
              <a:gd name="connsiteY165" fmla="*/ 1712119 h 1890712"/>
              <a:gd name="connsiteX166" fmla="*/ 2369344 w 2543175"/>
              <a:gd name="connsiteY166" fmla="*/ 1724025 h 1890712"/>
              <a:gd name="connsiteX167" fmla="*/ 2428876 w 2543175"/>
              <a:gd name="connsiteY167" fmla="*/ 1785938 h 1890712"/>
              <a:gd name="connsiteX168" fmla="*/ 2466975 w 2543175"/>
              <a:gd name="connsiteY168" fmla="*/ 1783556 h 1890712"/>
              <a:gd name="connsiteX169" fmla="*/ 2481263 w 2543175"/>
              <a:gd name="connsiteY169" fmla="*/ 1795462 h 1890712"/>
              <a:gd name="connsiteX170" fmla="*/ 2486025 w 2543175"/>
              <a:gd name="connsiteY170" fmla="*/ 1802606 h 1890712"/>
              <a:gd name="connsiteX171" fmla="*/ 2514600 w 2543175"/>
              <a:gd name="connsiteY171" fmla="*/ 1850231 h 1890712"/>
              <a:gd name="connsiteX172" fmla="*/ 2519363 w 2543175"/>
              <a:gd name="connsiteY172" fmla="*/ 1857375 h 1890712"/>
              <a:gd name="connsiteX173" fmla="*/ 2540794 w 2543175"/>
              <a:gd name="connsiteY173" fmla="*/ 1883569 h 1890712"/>
              <a:gd name="connsiteX174" fmla="*/ 2543175 w 2543175"/>
              <a:gd name="connsiteY17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78619 w 2543175"/>
              <a:gd name="connsiteY30" fmla="*/ 276225 h 1890712"/>
              <a:gd name="connsiteX31" fmla="*/ 385763 w 2543175"/>
              <a:gd name="connsiteY31" fmla="*/ 283369 h 1890712"/>
              <a:gd name="connsiteX32" fmla="*/ 395288 w 2543175"/>
              <a:gd name="connsiteY32" fmla="*/ 288131 h 1890712"/>
              <a:gd name="connsiteX33" fmla="*/ 404813 w 2543175"/>
              <a:gd name="connsiteY33" fmla="*/ 295275 h 1890712"/>
              <a:gd name="connsiteX34" fmla="*/ 411957 w 2543175"/>
              <a:gd name="connsiteY34" fmla="*/ 297656 h 1890712"/>
              <a:gd name="connsiteX35" fmla="*/ 466725 w 2543175"/>
              <a:gd name="connsiteY35" fmla="*/ 328612 h 1890712"/>
              <a:gd name="connsiteX36" fmla="*/ 476250 w 2543175"/>
              <a:gd name="connsiteY36" fmla="*/ 335756 h 1890712"/>
              <a:gd name="connsiteX37" fmla="*/ 481013 w 2543175"/>
              <a:gd name="connsiteY37" fmla="*/ 342900 h 1890712"/>
              <a:gd name="connsiteX38" fmla="*/ 490538 w 2543175"/>
              <a:gd name="connsiteY38" fmla="*/ 352425 h 1890712"/>
              <a:gd name="connsiteX39" fmla="*/ 495300 w 2543175"/>
              <a:gd name="connsiteY39" fmla="*/ 359569 h 1890712"/>
              <a:gd name="connsiteX40" fmla="*/ 509588 w 2543175"/>
              <a:gd name="connsiteY40" fmla="*/ 376237 h 1890712"/>
              <a:gd name="connsiteX41" fmla="*/ 514350 w 2543175"/>
              <a:gd name="connsiteY41" fmla="*/ 383381 h 1890712"/>
              <a:gd name="connsiteX42" fmla="*/ 531019 w 2543175"/>
              <a:gd name="connsiteY42" fmla="*/ 397669 h 1890712"/>
              <a:gd name="connsiteX43" fmla="*/ 538163 w 2543175"/>
              <a:gd name="connsiteY43" fmla="*/ 407194 h 1890712"/>
              <a:gd name="connsiteX44" fmla="*/ 554832 w 2543175"/>
              <a:gd name="connsiteY44" fmla="*/ 421481 h 1890712"/>
              <a:gd name="connsiteX45" fmla="*/ 564357 w 2543175"/>
              <a:gd name="connsiteY45" fmla="*/ 431006 h 1890712"/>
              <a:gd name="connsiteX46" fmla="*/ 573882 w 2543175"/>
              <a:gd name="connsiteY46" fmla="*/ 438150 h 1890712"/>
              <a:gd name="connsiteX47" fmla="*/ 595313 w 2543175"/>
              <a:gd name="connsiteY47" fmla="*/ 454819 h 1890712"/>
              <a:gd name="connsiteX48" fmla="*/ 602457 w 2543175"/>
              <a:gd name="connsiteY48" fmla="*/ 457200 h 1890712"/>
              <a:gd name="connsiteX49" fmla="*/ 628650 w 2543175"/>
              <a:gd name="connsiteY49" fmla="*/ 469106 h 1890712"/>
              <a:gd name="connsiteX50" fmla="*/ 645319 w 2543175"/>
              <a:gd name="connsiteY50" fmla="*/ 483394 h 1890712"/>
              <a:gd name="connsiteX51" fmla="*/ 654844 w 2543175"/>
              <a:gd name="connsiteY51" fmla="*/ 488156 h 1890712"/>
              <a:gd name="connsiteX52" fmla="*/ 661988 w 2543175"/>
              <a:gd name="connsiteY52" fmla="*/ 497681 h 1890712"/>
              <a:gd name="connsiteX53" fmla="*/ 683419 w 2543175"/>
              <a:gd name="connsiteY53" fmla="*/ 514350 h 1890712"/>
              <a:gd name="connsiteX54" fmla="*/ 700088 w 2543175"/>
              <a:gd name="connsiteY54" fmla="*/ 526256 h 1890712"/>
              <a:gd name="connsiteX55" fmla="*/ 709613 w 2543175"/>
              <a:gd name="connsiteY55" fmla="*/ 535781 h 1890712"/>
              <a:gd name="connsiteX56" fmla="*/ 719138 w 2543175"/>
              <a:gd name="connsiteY56" fmla="*/ 542925 h 1890712"/>
              <a:gd name="connsiteX57" fmla="*/ 733425 w 2543175"/>
              <a:gd name="connsiteY57" fmla="*/ 557212 h 1890712"/>
              <a:gd name="connsiteX58" fmla="*/ 750094 w 2543175"/>
              <a:gd name="connsiteY58" fmla="*/ 569119 h 1890712"/>
              <a:gd name="connsiteX59" fmla="*/ 769144 w 2543175"/>
              <a:gd name="connsiteY59" fmla="*/ 581025 h 1890712"/>
              <a:gd name="connsiteX60" fmla="*/ 785813 w 2543175"/>
              <a:gd name="connsiteY60" fmla="*/ 590550 h 1890712"/>
              <a:gd name="connsiteX61" fmla="*/ 792957 w 2543175"/>
              <a:gd name="connsiteY61" fmla="*/ 600075 h 1890712"/>
              <a:gd name="connsiteX62" fmla="*/ 809625 w 2543175"/>
              <a:gd name="connsiteY62" fmla="*/ 611981 h 1890712"/>
              <a:gd name="connsiteX63" fmla="*/ 816769 w 2543175"/>
              <a:gd name="connsiteY63" fmla="*/ 619125 h 1890712"/>
              <a:gd name="connsiteX64" fmla="*/ 826294 w 2543175"/>
              <a:gd name="connsiteY64" fmla="*/ 626269 h 1890712"/>
              <a:gd name="connsiteX65" fmla="*/ 840582 w 2543175"/>
              <a:gd name="connsiteY65" fmla="*/ 638175 h 1890712"/>
              <a:gd name="connsiteX66" fmla="*/ 847725 w 2543175"/>
              <a:gd name="connsiteY66" fmla="*/ 645319 h 1890712"/>
              <a:gd name="connsiteX67" fmla="*/ 857250 w 2543175"/>
              <a:gd name="connsiteY67" fmla="*/ 652462 h 1890712"/>
              <a:gd name="connsiteX68" fmla="*/ 864394 w 2543175"/>
              <a:gd name="connsiteY68" fmla="*/ 657225 h 1890712"/>
              <a:gd name="connsiteX69" fmla="*/ 888207 w 2543175"/>
              <a:gd name="connsiteY69" fmla="*/ 676275 h 1890712"/>
              <a:gd name="connsiteX70" fmla="*/ 895350 w 2543175"/>
              <a:gd name="connsiteY70" fmla="*/ 681037 h 1890712"/>
              <a:gd name="connsiteX71" fmla="*/ 907257 w 2543175"/>
              <a:gd name="connsiteY71" fmla="*/ 683419 h 1890712"/>
              <a:gd name="connsiteX72" fmla="*/ 928688 w 2543175"/>
              <a:gd name="connsiteY72" fmla="*/ 695325 h 1890712"/>
              <a:gd name="connsiteX73" fmla="*/ 942975 w 2543175"/>
              <a:gd name="connsiteY73" fmla="*/ 700087 h 1890712"/>
              <a:gd name="connsiteX74" fmla="*/ 964407 w 2543175"/>
              <a:gd name="connsiteY74" fmla="*/ 716756 h 1890712"/>
              <a:gd name="connsiteX75" fmla="*/ 971550 w 2543175"/>
              <a:gd name="connsiteY75" fmla="*/ 723900 h 1890712"/>
              <a:gd name="connsiteX76" fmla="*/ 983457 w 2543175"/>
              <a:gd name="connsiteY76" fmla="*/ 733425 h 1890712"/>
              <a:gd name="connsiteX77" fmla="*/ 990600 w 2543175"/>
              <a:gd name="connsiteY77" fmla="*/ 738187 h 1890712"/>
              <a:gd name="connsiteX78" fmla="*/ 1007269 w 2543175"/>
              <a:gd name="connsiteY78" fmla="*/ 752475 h 1890712"/>
              <a:gd name="connsiteX79" fmla="*/ 1031082 w 2543175"/>
              <a:gd name="connsiteY79" fmla="*/ 766762 h 1890712"/>
              <a:gd name="connsiteX80" fmla="*/ 1042988 w 2543175"/>
              <a:gd name="connsiteY80" fmla="*/ 773906 h 1890712"/>
              <a:gd name="connsiteX81" fmla="*/ 1071563 w 2543175"/>
              <a:gd name="connsiteY81" fmla="*/ 785812 h 1890712"/>
              <a:gd name="connsiteX82" fmla="*/ 1097757 w 2543175"/>
              <a:gd name="connsiteY82" fmla="*/ 807244 h 1890712"/>
              <a:gd name="connsiteX83" fmla="*/ 1104900 w 2543175"/>
              <a:gd name="connsiteY83" fmla="*/ 814387 h 1890712"/>
              <a:gd name="connsiteX84" fmla="*/ 1121569 w 2543175"/>
              <a:gd name="connsiteY84" fmla="*/ 823912 h 1890712"/>
              <a:gd name="connsiteX85" fmla="*/ 1138238 w 2543175"/>
              <a:gd name="connsiteY85" fmla="*/ 835819 h 1890712"/>
              <a:gd name="connsiteX86" fmla="*/ 1147763 w 2543175"/>
              <a:gd name="connsiteY86" fmla="*/ 842962 h 1890712"/>
              <a:gd name="connsiteX87" fmla="*/ 1157288 w 2543175"/>
              <a:gd name="connsiteY87" fmla="*/ 847725 h 1890712"/>
              <a:gd name="connsiteX88" fmla="*/ 1178719 w 2543175"/>
              <a:gd name="connsiteY88" fmla="*/ 859631 h 1890712"/>
              <a:gd name="connsiteX89" fmla="*/ 1188244 w 2543175"/>
              <a:gd name="connsiteY89" fmla="*/ 866775 h 1890712"/>
              <a:gd name="connsiteX90" fmla="*/ 1195388 w 2543175"/>
              <a:gd name="connsiteY90" fmla="*/ 871537 h 1890712"/>
              <a:gd name="connsiteX91" fmla="*/ 1212057 w 2543175"/>
              <a:gd name="connsiteY91" fmla="*/ 883444 h 1890712"/>
              <a:gd name="connsiteX92" fmla="*/ 1226344 w 2543175"/>
              <a:gd name="connsiteY92" fmla="*/ 895350 h 1890712"/>
              <a:gd name="connsiteX93" fmla="*/ 1245394 w 2543175"/>
              <a:gd name="connsiteY93" fmla="*/ 907256 h 1890712"/>
              <a:gd name="connsiteX94" fmla="*/ 1254919 w 2543175"/>
              <a:gd name="connsiteY94" fmla="*/ 914400 h 1890712"/>
              <a:gd name="connsiteX95" fmla="*/ 1269207 w 2543175"/>
              <a:gd name="connsiteY95" fmla="*/ 921544 h 1890712"/>
              <a:gd name="connsiteX96" fmla="*/ 1290638 w 2543175"/>
              <a:gd name="connsiteY96" fmla="*/ 935831 h 1890712"/>
              <a:gd name="connsiteX97" fmla="*/ 1307307 w 2543175"/>
              <a:gd name="connsiteY97" fmla="*/ 952500 h 1890712"/>
              <a:gd name="connsiteX98" fmla="*/ 1333500 w 2543175"/>
              <a:gd name="connsiteY98" fmla="*/ 971550 h 1890712"/>
              <a:gd name="connsiteX99" fmla="*/ 1359694 w 2543175"/>
              <a:gd name="connsiteY99" fmla="*/ 990600 h 1890712"/>
              <a:gd name="connsiteX100" fmla="*/ 1373982 w 2543175"/>
              <a:gd name="connsiteY100" fmla="*/ 997744 h 1890712"/>
              <a:gd name="connsiteX101" fmla="*/ 1388269 w 2543175"/>
              <a:gd name="connsiteY101" fmla="*/ 1007269 h 1890712"/>
              <a:gd name="connsiteX102" fmla="*/ 1414463 w 2543175"/>
              <a:gd name="connsiteY102" fmla="*/ 1019175 h 1890712"/>
              <a:gd name="connsiteX103" fmla="*/ 1428750 w 2543175"/>
              <a:gd name="connsiteY103" fmla="*/ 1026319 h 1890712"/>
              <a:gd name="connsiteX104" fmla="*/ 1471613 w 2543175"/>
              <a:gd name="connsiteY104" fmla="*/ 1059656 h 1890712"/>
              <a:gd name="connsiteX105" fmla="*/ 1495425 w 2543175"/>
              <a:gd name="connsiteY105" fmla="*/ 1088231 h 1890712"/>
              <a:gd name="connsiteX106" fmla="*/ 1547812 w 2543175"/>
              <a:gd name="connsiteY106" fmla="*/ 1133475 h 1890712"/>
              <a:gd name="connsiteX107" fmla="*/ 1597819 w 2543175"/>
              <a:gd name="connsiteY107" fmla="*/ 1154906 h 1890712"/>
              <a:gd name="connsiteX108" fmla="*/ 1604963 w 2543175"/>
              <a:gd name="connsiteY108" fmla="*/ 1162050 h 1890712"/>
              <a:gd name="connsiteX109" fmla="*/ 1612107 w 2543175"/>
              <a:gd name="connsiteY109" fmla="*/ 1166812 h 1890712"/>
              <a:gd name="connsiteX110" fmla="*/ 1628775 w 2543175"/>
              <a:gd name="connsiteY110" fmla="*/ 1183481 h 1890712"/>
              <a:gd name="connsiteX111" fmla="*/ 1662113 w 2543175"/>
              <a:gd name="connsiteY111" fmla="*/ 1209675 h 1890712"/>
              <a:gd name="connsiteX112" fmla="*/ 1678782 w 2543175"/>
              <a:gd name="connsiteY112" fmla="*/ 1226344 h 1890712"/>
              <a:gd name="connsiteX113" fmla="*/ 1700213 w 2543175"/>
              <a:gd name="connsiteY113" fmla="*/ 1247775 h 1890712"/>
              <a:gd name="connsiteX114" fmla="*/ 1712119 w 2543175"/>
              <a:gd name="connsiteY114" fmla="*/ 1259681 h 1890712"/>
              <a:gd name="connsiteX115" fmla="*/ 1733550 w 2543175"/>
              <a:gd name="connsiteY115" fmla="*/ 1273969 h 1890712"/>
              <a:gd name="connsiteX116" fmla="*/ 1743075 w 2543175"/>
              <a:gd name="connsiteY116" fmla="*/ 1283494 h 1890712"/>
              <a:gd name="connsiteX117" fmla="*/ 1754982 w 2543175"/>
              <a:gd name="connsiteY117" fmla="*/ 1290637 h 1890712"/>
              <a:gd name="connsiteX118" fmla="*/ 1766888 w 2543175"/>
              <a:gd name="connsiteY118" fmla="*/ 1300162 h 1890712"/>
              <a:gd name="connsiteX119" fmla="*/ 1783557 w 2543175"/>
              <a:gd name="connsiteY119" fmla="*/ 1307306 h 1890712"/>
              <a:gd name="connsiteX120" fmla="*/ 1790700 w 2543175"/>
              <a:gd name="connsiteY120" fmla="*/ 1312069 h 1890712"/>
              <a:gd name="connsiteX121" fmla="*/ 1800225 w 2543175"/>
              <a:gd name="connsiteY121" fmla="*/ 1319212 h 1890712"/>
              <a:gd name="connsiteX122" fmla="*/ 1807369 w 2543175"/>
              <a:gd name="connsiteY122" fmla="*/ 1321594 h 1890712"/>
              <a:gd name="connsiteX123" fmla="*/ 1824038 w 2543175"/>
              <a:gd name="connsiteY123" fmla="*/ 1333500 h 1890712"/>
              <a:gd name="connsiteX124" fmla="*/ 1843088 w 2543175"/>
              <a:gd name="connsiteY124" fmla="*/ 1352550 h 1890712"/>
              <a:gd name="connsiteX125" fmla="*/ 1852613 w 2543175"/>
              <a:gd name="connsiteY125" fmla="*/ 1359694 h 1890712"/>
              <a:gd name="connsiteX126" fmla="*/ 1859757 w 2543175"/>
              <a:gd name="connsiteY126" fmla="*/ 1366837 h 1890712"/>
              <a:gd name="connsiteX127" fmla="*/ 1869282 w 2543175"/>
              <a:gd name="connsiteY127" fmla="*/ 1371600 h 1890712"/>
              <a:gd name="connsiteX128" fmla="*/ 1883569 w 2543175"/>
              <a:gd name="connsiteY128" fmla="*/ 1388269 h 1890712"/>
              <a:gd name="connsiteX129" fmla="*/ 1893094 w 2543175"/>
              <a:gd name="connsiteY129" fmla="*/ 1395412 h 1890712"/>
              <a:gd name="connsiteX130" fmla="*/ 1902619 w 2543175"/>
              <a:gd name="connsiteY130" fmla="*/ 1404937 h 1890712"/>
              <a:gd name="connsiteX131" fmla="*/ 1912144 w 2543175"/>
              <a:gd name="connsiteY131" fmla="*/ 1409700 h 1890712"/>
              <a:gd name="connsiteX132" fmla="*/ 1931194 w 2543175"/>
              <a:gd name="connsiteY132" fmla="*/ 1421606 h 1890712"/>
              <a:gd name="connsiteX133" fmla="*/ 1935957 w 2543175"/>
              <a:gd name="connsiteY133" fmla="*/ 1428750 h 1890712"/>
              <a:gd name="connsiteX134" fmla="*/ 1952625 w 2543175"/>
              <a:gd name="connsiteY134" fmla="*/ 1438275 h 1890712"/>
              <a:gd name="connsiteX135" fmla="*/ 1971675 w 2543175"/>
              <a:gd name="connsiteY135" fmla="*/ 1450181 h 1890712"/>
              <a:gd name="connsiteX136" fmla="*/ 1981200 w 2543175"/>
              <a:gd name="connsiteY136" fmla="*/ 1454944 h 1890712"/>
              <a:gd name="connsiteX137" fmla="*/ 1997869 w 2543175"/>
              <a:gd name="connsiteY137" fmla="*/ 1471612 h 1890712"/>
              <a:gd name="connsiteX138" fmla="*/ 2007394 w 2543175"/>
              <a:gd name="connsiteY138" fmla="*/ 1478756 h 1890712"/>
              <a:gd name="connsiteX139" fmla="*/ 2016919 w 2543175"/>
              <a:gd name="connsiteY139" fmla="*/ 1483519 h 1890712"/>
              <a:gd name="connsiteX140" fmla="*/ 2024063 w 2543175"/>
              <a:gd name="connsiteY140" fmla="*/ 1490662 h 1890712"/>
              <a:gd name="connsiteX141" fmla="*/ 2033588 w 2543175"/>
              <a:gd name="connsiteY141" fmla="*/ 1495425 h 1890712"/>
              <a:gd name="connsiteX142" fmla="*/ 2040732 w 2543175"/>
              <a:gd name="connsiteY142" fmla="*/ 1502569 h 1890712"/>
              <a:gd name="connsiteX143" fmla="*/ 2047875 w 2543175"/>
              <a:gd name="connsiteY143" fmla="*/ 1507331 h 1890712"/>
              <a:gd name="connsiteX144" fmla="*/ 2057400 w 2543175"/>
              <a:gd name="connsiteY144" fmla="*/ 1514475 h 1890712"/>
              <a:gd name="connsiteX145" fmla="*/ 2064544 w 2543175"/>
              <a:gd name="connsiteY145" fmla="*/ 1519237 h 1890712"/>
              <a:gd name="connsiteX146" fmla="*/ 2071688 w 2543175"/>
              <a:gd name="connsiteY146" fmla="*/ 1526381 h 1890712"/>
              <a:gd name="connsiteX147" fmla="*/ 2081213 w 2543175"/>
              <a:gd name="connsiteY147" fmla="*/ 1531144 h 1890712"/>
              <a:gd name="connsiteX148" fmla="*/ 2090738 w 2543175"/>
              <a:gd name="connsiteY148" fmla="*/ 1538287 h 1890712"/>
              <a:gd name="connsiteX149" fmla="*/ 2109788 w 2543175"/>
              <a:gd name="connsiteY149" fmla="*/ 1547812 h 1890712"/>
              <a:gd name="connsiteX150" fmla="*/ 2131219 w 2543175"/>
              <a:gd name="connsiteY150" fmla="*/ 1562100 h 1890712"/>
              <a:gd name="connsiteX151" fmla="*/ 2140744 w 2543175"/>
              <a:gd name="connsiteY151" fmla="*/ 1566862 h 1890712"/>
              <a:gd name="connsiteX152" fmla="*/ 2152650 w 2543175"/>
              <a:gd name="connsiteY152" fmla="*/ 1576387 h 1890712"/>
              <a:gd name="connsiteX153" fmla="*/ 2181225 w 2543175"/>
              <a:gd name="connsiteY153" fmla="*/ 1590675 h 1890712"/>
              <a:gd name="connsiteX154" fmla="*/ 2200275 w 2543175"/>
              <a:gd name="connsiteY154" fmla="*/ 1607344 h 1890712"/>
              <a:gd name="connsiteX155" fmla="*/ 2207419 w 2543175"/>
              <a:gd name="connsiteY155" fmla="*/ 1612106 h 1890712"/>
              <a:gd name="connsiteX156" fmla="*/ 2216944 w 2543175"/>
              <a:gd name="connsiteY156" fmla="*/ 1619250 h 1890712"/>
              <a:gd name="connsiteX157" fmla="*/ 2224088 w 2543175"/>
              <a:gd name="connsiteY157" fmla="*/ 1624012 h 1890712"/>
              <a:gd name="connsiteX158" fmla="*/ 2247900 w 2543175"/>
              <a:gd name="connsiteY158" fmla="*/ 1643062 h 1890712"/>
              <a:gd name="connsiteX159" fmla="*/ 2255044 w 2543175"/>
              <a:gd name="connsiteY159" fmla="*/ 1650206 h 1890712"/>
              <a:gd name="connsiteX160" fmla="*/ 2281238 w 2543175"/>
              <a:gd name="connsiteY160" fmla="*/ 1664494 h 1890712"/>
              <a:gd name="connsiteX161" fmla="*/ 2297907 w 2543175"/>
              <a:gd name="connsiteY161" fmla="*/ 1674019 h 1890712"/>
              <a:gd name="connsiteX162" fmla="*/ 2312194 w 2543175"/>
              <a:gd name="connsiteY162" fmla="*/ 1685925 h 1890712"/>
              <a:gd name="connsiteX163" fmla="*/ 2328863 w 2543175"/>
              <a:gd name="connsiteY163" fmla="*/ 1697831 h 1890712"/>
              <a:gd name="connsiteX164" fmla="*/ 2350294 w 2543175"/>
              <a:gd name="connsiteY164" fmla="*/ 1712119 h 1890712"/>
              <a:gd name="connsiteX165" fmla="*/ 2369344 w 2543175"/>
              <a:gd name="connsiteY165" fmla="*/ 1724025 h 1890712"/>
              <a:gd name="connsiteX166" fmla="*/ 2428876 w 2543175"/>
              <a:gd name="connsiteY166" fmla="*/ 1785938 h 1890712"/>
              <a:gd name="connsiteX167" fmla="*/ 2466975 w 2543175"/>
              <a:gd name="connsiteY167" fmla="*/ 1783556 h 1890712"/>
              <a:gd name="connsiteX168" fmla="*/ 2481263 w 2543175"/>
              <a:gd name="connsiteY168" fmla="*/ 1795462 h 1890712"/>
              <a:gd name="connsiteX169" fmla="*/ 2486025 w 2543175"/>
              <a:gd name="connsiteY169" fmla="*/ 1802606 h 1890712"/>
              <a:gd name="connsiteX170" fmla="*/ 2514600 w 2543175"/>
              <a:gd name="connsiteY170" fmla="*/ 1850231 h 1890712"/>
              <a:gd name="connsiteX171" fmla="*/ 2519363 w 2543175"/>
              <a:gd name="connsiteY171" fmla="*/ 1857375 h 1890712"/>
              <a:gd name="connsiteX172" fmla="*/ 2540794 w 2543175"/>
              <a:gd name="connsiteY172" fmla="*/ 1883569 h 1890712"/>
              <a:gd name="connsiteX173" fmla="*/ 2543175 w 2543175"/>
              <a:gd name="connsiteY173"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78619 w 2543175"/>
              <a:gd name="connsiteY30" fmla="*/ 276225 h 1890712"/>
              <a:gd name="connsiteX31" fmla="*/ 385763 w 2543175"/>
              <a:gd name="connsiteY31" fmla="*/ 283369 h 1890712"/>
              <a:gd name="connsiteX32" fmla="*/ 404813 w 2543175"/>
              <a:gd name="connsiteY32" fmla="*/ 295275 h 1890712"/>
              <a:gd name="connsiteX33" fmla="*/ 411957 w 2543175"/>
              <a:gd name="connsiteY33" fmla="*/ 297656 h 1890712"/>
              <a:gd name="connsiteX34" fmla="*/ 466725 w 2543175"/>
              <a:gd name="connsiteY34" fmla="*/ 328612 h 1890712"/>
              <a:gd name="connsiteX35" fmla="*/ 476250 w 2543175"/>
              <a:gd name="connsiteY35" fmla="*/ 335756 h 1890712"/>
              <a:gd name="connsiteX36" fmla="*/ 481013 w 2543175"/>
              <a:gd name="connsiteY36" fmla="*/ 342900 h 1890712"/>
              <a:gd name="connsiteX37" fmla="*/ 490538 w 2543175"/>
              <a:gd name="connsiteY37" fmla="*/ 352425 h 1890712"/>
              <a:gd name="connsiteX38" fmla="*/ 495300 w 2543175"/>
              <a:gd name="connsiteY38" fmla="*/ 359569 h 1890712"/>
              <a:gd name="connsiteX39" fmla="*/ 509588 w 2543175"/>
              <a:gd name="connsiteY39" fmla="*/ 376237 h 1890712"/>
              <a:gd name="connsiteX40" fmla="*/ 514350 w 2543175"/>
              <a:gd name="connsiteY40" fmla="*/ 383381 h 1890712"/>
              <a:gd name="connsiteX41" fmla="*/ 531019 w 2543175"/>
              <a:gd name="connsiteY41" fmla="*/ 397669 h 1890712"/>
              <a:gd name="connsiteX42" fmla="*/ 538163 w 2543175"/>
              <a:gd name="connsiteY42" fmla="*/ 407194 h 1890712"/>
              <a:gd name="connsiteX43" fmla="*/ 554832 w 2543175"/>
              <a:gd name="connsiteY43" fmla="*/ 421481 h 1890712"/>
              <a:gd name="connsiteX44" fmla="*/ 564357 w 2543175"/>
              <a:gd name="connsiteY44" fmla="*/ 431006 h 1890712"/>
              <a:gd name="connsiteX45" fmla="*/ 573882 w 2543175"/>
              <a:gd name="connsiteY45" fmla="*/ 438150 h 1890712"/>
              <a:gd name="connsiteX46" fmla="*/ 595313 w 2543175"/>
              <a:gd name="connsiteY46" fmla="*/ 454819 h 1890712"/>
              <a:gd name="connsiteX47" fmla="*/ 602457 w 2543175"/>
              <a:gd name="connsiteY47" fmla="*/ 457200 h 1890712"/>
              <a:gd name="connsiteX48" fmla="*/ 628650 w 2543175"/>
              <a:gd name="connsiteY48" fmla="*/ 469106 h 1890712"/>
              <a:gd name="connsiteX49" fmla="*/ 645319 w 2543175"/>
              <a:gd name="connsiteY49" fmla="*/ 483394 h 1890712"/>
              <a:gd name="connsiteX50" fmla="*/ 654844 w 2543175"/>
              <a:gd name="connsiteY50" fmla="*/ 488156 h 1890712"/>
              <a:gd name="connsiteX51" fmla="*/ 661988 w 2543175"/>
              <a:gd name="connsiteY51" fmla="*/ 497681 h 1890712"/>
              <a:gd name="connsiteX52" fmla="*/ 683419 w 2543175"/>
              <a:gd name="connsiteY52" fmla="*/ 514350 h 1890712"/>
              <a:gd name="connsiteX53" fmla="*/ 700088 w 2543175"/>
              <a:gd name="connsiteY53" fmla="*/ 526256 h 1890712"/>
              <a:gd name="connsiteX54" fmla="*/ 709613 w 2543175"/>
              <a:gd name="connsiteY54" fmla="*/ 535781 h 1890712"/>
              <a:gd name="connsiteX55" fmla="*/ 719138 w 2543175"/>
              <a:gd name="connsiteY55" fmla="*/ 542925 h 1890712"/>
              <a:gd name="connsiteX56" fmla="*/ 733425 w 2543175"/>
              <a:gd name="connsiteY56" fmla="*/ 557212 h 1890712"/>
              <a:gd name="connsiteX57" fmla="*/ 750094 w 2543175"/>
              <a:gd name="connsiteY57" fmla="*/ 569119 h 1890712"/>
              <a:gd name="connsiteX58" fmla="*/ 769144 w 2543175"/>
              <a:gd name="connsiteY58" fmla="*/ 581025 h 1890712"/>
              <a:gd name="connsiteX59" fmla="*/ 785813 w 2543175"/>
              <a:gd name="connsiteY59" fmla="*/ 590550 h 1890712"/>
              <a:gd name="connsiteX60" fmla="*/ 792957 w 2543175"/>
              <a:gd name="connsiteY60" fmla="*/ 600075 h 1890712"/>
              <a:gd name="connsiteX61" fmla="*/ 809625 w 2543175"/>
              <a:gd name="connsiteY61" fmla="*/ 611981 h 1890712"/>
              <a:gd name="connsiteX62" fmla="*/ 816769 w 2543175"/>
              <a:gd name="connsiteY62" fmla="*/ 619125 h 1890712"/>
              <a:gd name="connsiteX63" fmla="*/ 826294 w 2543175"/>
              <a:gd name="connsiteY63" fmla="*/ 626269 h 1890712"/>
              <a:gd name="connsiteX64" fmla="*/ 840582 w 2543175"/>
              <a:gd name="connsiteY64" fmla="*/ 638175 h 1890712"/>
              <a:gd name="connsiteX65" fmla="*/ 847725 w 2543175"/>
              <a:gd name="connsiteY65" fmla="*/ 645319 h 1890712"/>
              <a:gd name="connsiteX66" fmla="*/ 857250 w 2543175"/>
              <a:gd name="connsiteY66" fmla="*/ 652462 h 1890712"/>
              <a:gd name="connsiteX67" fmla="*/ 864394 w 2543175"/>
              <a:gd name="connsiteY67" fmla="*/ 657225 h 1890712"/>
              <a:gd name="connsiteX68" fmla="*/ 888207 w 2543175"/>
              <a:gd name="connsiteY68" fmla="*/ 676275 h 1890712"/>
              <a:gd name="connsiteX69" fmla="*/ 895350 w 2543175"/>
              <a:gd name="connsiteY69" fmla="*/ 681037 h 1890712"/>
              <a:gd name="connsiteX70" fmla="*/ 907257 w 2543175"/>
              <a:gd name="connsiteY70" fmla="*/ 683419 h 1890712"/>
              <a:gd name="connsiteX71" fmla="*/ 928688 w 2543175"/>
              <a:gd name="connsiteY71" fmla="*/ 695325 h 1890712"/>
              <a:gd name="connsiteX72" fmla="*/ 942975 w 2543175"/>
              <a:gd name="connsiteY72" fmla="*/ 700087 h 1890712"/>
              <a:gd name="connsiteX73" fmla="*/ 964407 w 2543175"/>
              <a:gd name="connsiteY73" fmla="*/ 716756 h 1890712"/>
              <a:gd name="connsiteX74" fmla="*/ 971550 w 2543175"/>
              <a:gd name="connsiteY74" fmla="*/ 723900 h 1890712"/>
              <a:gd name="connsiteX75" fmla="*/ 983457 w 2543175"/>
              <a:gd name="connsiteY75" fmla="*/ 733425 h 1890712"/>
              <a:gd name="connsiteX76" fmla="*/ 990600 w 2543175"/>
              <a:gd name="connsiteY76" fmla="*/ 738187 h 1890712"/>
              <a:gd name="connsiteX77" fmla="*/ 1007269 w 2543175"/>
              <a:gd name="connsiteY77" fmla="*/ 752475 h 1890712"/>
              <a:gd name="connsiteX78" fmla="*/ 1031082 w 2543175"/>
              <a:gd name="connsiteY78" fmla="*/ 766762 h 1890712"/>
              <a:gd name="connsiteX79" fmla="*/ 1042988 w 2543175"/>
              <a:gd name="connsiteY79" fmla="*/ 773906 h 1890712"/>
              <a:gd name="connsiteX80" fmla="*/ 1071563 w 2543175"/>
              <a:gd name="connsiteY80" fmla="*/ 785812 h 1890712"/>
              <a:gd name="connsiteX81" fmla="*/ 1097757 w 2543175"/>
              <a:gd name="connsiteY81" fmla="*/ 807244 h 1890712"/>
              <a:gd name="connsiteX82" fmla="*/ 1104900 w 2543175"/>
              <a:gd name="connsiteY82" fmla="*/ 814387 h 1890712"/>
              <a:gd name="connsiteX83" fmla="*/ 1121569 w 2543175"/>
              <a:gd name="connsiteY83" fmla="*/ 823912 h 1890712"/>
              <a:gd name="connsiteX84" fmla="*/ 1138238 w 2543175"/>
              <a:gd name="connsiteY84" fmla="*/ 835819 h 1890712"/>
              <a:gd name="connsiteX85" fmla="*/ 1147763 w 2543175"/>
              <a:gd name="connsiteY85" fmla="*/ 842962 h 1890712"/>
              <a:gd name="connsiteX86" fmla="*/ 1157288 w 2543175"/>
              <a:gd name="connsiteY86" fmla="*/ 847725 h 1890712"/>
              <a:gd name="connsiteX87" fmla="*/ 1178719 w 2543175"/>
              <a:gd name="connsiteY87" fmla="*/ 859631 h 1890712"/>
              <a:gd name="connsiteX88" fmla="*/ 1188244 w 2543175"/>
              <a:gd name="connsiteY88" fmla="*/ 866775 h 1890712"/>
              <a:gd name="connsiteX89" fmla="*/ 1195388 w 2543175"/>
              <a:gd name="connsiteY89" fmla="*/ 871537 h 1890712"/>
              <a:gd name="connsiteX90" fmla="*/ 1212057 w 2543175"/>
              <a:gd name="connsiteY90" fmla="*/ 883444 h 1890712"/>
              <a:gd name="connsiteX91" fmla="*/ 1226344 w 2543175"/>
              <a:gd name="connsiteY91" fmla="*/ 895350 h 1890712"/>
              <a:gd name="connsiteX92" fmla="*/ 1245394 w 2543175"/>
              <a:gd name="connsiteY92" fmla="*/ 907256 h 1890712"/>
              <a:gd name="connsiteX93" fmla="*/ 1254919 w 2543175"/>
              <a:gd name="connsiteY93" fmla="*/ 914400 h 1890712"/>
              <a:gd name="connsiteX94" fmla="*/ 1269207 w 2543175"/>
              <a:gd name="connsiteY94" fmla="*/ 921544 h 1890712"/>
              <a:gd name="connsiteX95" fmla="*/ 1290638 w 2543175"/>
              <a:gd name="connsiteY95" fmla="*/ 935831 h 1890712"/>
              <a:gd name="connsiteX96" fmla="*/ 1307307 w 2543175"/>
              <a:gd name="connsiteY96" fmla="*/ 952500 h 1890712"/>
              <a:gd name="connsiteX97" fmla="*/ 1333500 w 2543175"/>
              <a:gd name="connsiteY97" fmla="*/ 971550 h 1890712"/>
              <a:gd name="connsiteX98" fmla="*/ 1359694 w 2543175"/>
              <a:gd name="connsiteY98" fmla="*/ 990600 h 1890712"/>
              <a:gd name="connsiteX99" fmla="*/ 1373982 w 2543175"/>
              <a:gd name="connsiteY99" fmla="*/ 997744 h 1890712"/>
              <a:gd name="connsiteX100" fmla="*/ 1388269 w 2543175"/>
              <a:gd name="connsiteY100" fmla="*/ 1007269 h 1890712"/>
              <a:gd name="connsiteX101" fmla="*/ 1414463 w 2543175"/>
              <a:gd name="connsiteY101" fmla="*/ 1019175 h 1890712"/>
              <a:gd name="connsiteX102" fmla="*/ 1428750 w 2543175"/>
              <a:gd name="connsiteY102" fmla="*/ 1026319 h 1890712"/>
              <a:gd name="connsiteX103" fmla="*/ 1471613 w 2543175"/>
              <a:gd name="connsiteY103" fmla="*/ 1059656 h 1890712"/>
              <a:gd name="connsiteX104" fmla="*/ 1495425 w 2543175"/>
              <a:gd name="connsiteY104" fmla="*/ 1088231 h 1890712"/>
              <a:gd name="connsiteX105" fmla="*/ 1547812 w 2543175"/>
              <a:gd name="connsiteY105" fmla="*/ 1133475 h 1890712"/>
              <a:gd name="connsiteX106" fmla="*/ 1597819 w 2543175"/>
              <a:gd name="connsiteY106" fmla="*/ 1154906 h 1890712"/>
              <a:gd name="connsiteX107" fmla="*/ 1604963 w 2543175"/>
              <a:gd name="connsiteY107" fmla="*/ 1162050 h 1890712"/>
              <a:gd name="connsiteX108" fmla="*/ 1612107 w 2543175"/>
              <a:gd name="connsiteY108" fmla="*/ 1166812 h 1890712"/>
              <a:gd name="connsiteX109" fmla="*/ 1628775 w 2543175"/>
              <a:gd name="connsiteY109" fmla="*/ 1183481 h 1890712"/>
              <a:gd name="connsiteX110" fmla="*/ 1662113 w 2543175"/>
              <a:gd name="connsiteY110" fmla="*/ 1209675 h 1890712"/>
              <a:gd name="connsiteX111" fmla="*/ 1678782 w 2543175"/>
              <a:gd name="connsiteY111" fmla="*/ 1226344 h 1890712"/>
              <a:gd name="connsiteX112" fmla="*/ 1700213 w 2543175"/>
              <a:gd name="connsiteY112" fmla="*/ 1247775 h 1890712"/>
              <a:gd name="connsiteX113" fmla="*/ 1712119 w 2543175"/>
              <a:gd name="connsiteY113" fmla="*/ 1259681 h 1890712"/>
              <a:gd name="connsiteX114" fmla="*/ 1733550 w 2543175"/>
              <a:gd name="connsiteY114" fmla="*/ 1273969 h 1890712"/>
              <a:gd name="connsiteX115" fmla="*/ 1743075 w 2543175"/>
              <a:gd name="connsiteY115" fmla="*/ 1283494 h 1890712"/>
              <a:gd name="connsiteX116" fmla="*/ 1754982 w 2543175"/>
              <a:gd name="connsiteY116" fmla="*/ 1290637 h 1890712"/>
              <a:gd name="connsiteX117" fmla="*/ 1766888 w 2543175"/>
              <a:gd name="connsiteY117" fmla="*/ 1300162 h 1890712"/>
              <a:gd name="connsiteX118" fmla="*/ 1783557 w 2543175"/>
              <a:gd name="connsiteY118" fmla="*/ 1307306 h 1890712"/>
              <a:gd name="connsiteX119" fmla="*/ 1790700 w 2543175"/>
              <a:gd name="connsiteY119" fmla="*/ 1312069 h 1890712"/>
              <a:gd name="connsiteX120" fmla="*/ 1800225 w 2543175"/>
              <a:gd name="connsiteY120" fmla="*/ 1319212 h 1890712"/>
              <a:gd name="connsiteX121" fmla="*/ 1807369 w 2543175"/>
              <a:gd name="connsiteY121" fmla="*/ 1321594 h 1890712"/>
              <a:gd name="connsiteX122" fmla="*/ 1824038 w 2543175"/>
              <a:gd name="connsiteY122" fmla="*/ 1333500 h 1890712"/>
              <a:gd name="connsiteX123" fmla="*/ 1843088 w 2543175"/>
              <a:gd name="connsiteY123" fmla="*/ 1352550 h 1890712"/>
              <a:gd name="connsiteX124" fmla="*/ 1852613 w 2543175"/>
              <a:gd name="connsiteY124" fmla="*/ 1359694 h 1890712"/>
              <a:gd name="connsiteX125" fmla="*/ 1859757 w 2543175"/>
              <a:gd name="connsiteY125" fmla="*/ 1366837 h 1890712"/>
              <a:gd name="connsiteX126" fmla="*/ 1869282 w 2543175"/>
              <a:gd name="connsiteY126" fmla="*/ 1371600 h 1890712"/>
              <a:gd name="connsiteX127" fmla="*/ 1883569 w 2543175"/>
              <a:gd name="connsiteY127" fmla="*/ 1388269 h 1890712"/>
              <a:gd name="connsiteX128" fmla="*/ 1893094 w 2543175"/>
              <a:gd name="connsiteY128" fmla="*/ 1395412 h 1890712"/>
              <a:gd name="connsiteX129" fmla="*/ 1902619 w 2543175"/>
              <a:gd name="connsiteY129" fmla="*/ 1404937 h 1890712"/>
              <a:gd name="connsiteX130" fmla="*/ 1912144 w 2543175"/>
              <a:gd name="connsiteY130" fmla="*/ 1409700 h 1890712"/>
              <a:gd name="connsiteX131" fmla="*/ 1931194 w 2543175"/>
              <a:gd name="connsiteY131" fmla="*/ 1421606 h 1890712"/>
              <a:gd name="connsiteX132" fmla="*/ 1935957 w 2543175"/>
              <a:gd name="connsiteY132" fmla="*/ 1428750 h 1890712"/>
              <a:gd name="connsiteX133" fmla="*/ 1952625 w 2543175"/>
              <a:gd name="connsiteY133" fmla="*/ 1438275 h 1890712"/>
              <a:gd name="connsiteX134" fmla="*/ 1971675 w 2543175"/>
              <a:gd name="connsiteY134" fmla="*/ 1450181 h 1890712"/>
              <a:gd name="connsiteX135" fmla="*/ 1981200 w 2543175"/>
              <a:gd name="connsiteY135" fmla="*/ 1454944 h 1890712"/>
              <a:gd name="connsiteX136" fmla="*/ 1997869 w 2543175"/>
              <a:gd name="connsiteY136" fmla="*/ 1471612 h 1890712"/>
              <a:gd name="connsiteX137" fmla="*/ 2007394 w 2543175"/>
              <a:gd name="connsiteY137" fmla="*/ 1478756 h 1890712"/>
              <a:gd name="connsiteX138" fmla="*/ 2016919 w 2543175"/>
              <a:gd name="connsiteY138" fmla="*/ 1483519 h 1890712"/>
              <a:gd name="connsiteX139" fmla="*/ 2024063 w 2543175"/>
              <a:gd name="connsiteY139" fmla="*/ 1490662 h 1890712"/>
              <a:gd name="connsiteX140" fmla="*/ 2033588 w 2543175"/>
              <a:gd name="connsiteY140" fmla="*/ 1495425 h 1890712"/>
              <a:gd name="connsiteX141" fmla="*/ 2040732 w 2543175"/>
              <a:gd name="connsiteY141" fmla="*/ 1502569 h 1890712"/>
              <a:gd name="connsiteX142" fmla="*/ 2047875 w 2543175"/>
              <a:gd name="connsiteY142" fmla="*/ 1507331 h 1890712"/>
              <a:gd name="connsiteX143" fmla="*/ 2057400 w 2543175"/>
              <a:gd name="connsiteY143" fmla="*/ 1514475 h 1890712"/>
              <a:gd name="connsiteX144" fmla="*/ 2064544 w 2543175"/>
              <a:gd name="connsiteY144" fmla="*/ 1519237 h 1890712"/>
              <a:gd name="connsiteX145" fmla="*/ 2071688 w 2543175"/>
              <a:gd name="connsiteY145" fmla="*/ 1526381 h 1890712"/>
              <a:gd name="connsiteX146" fmla="*/ 2081213 w 2543175"/>
              <a:gd name="connsiteY146" fmla="*/ 1531144 h 1890712"/>
              <a:gd name="connsiteX147" fmla="*/ 2090738 w 2543175"/>
              <a:gd name="connsiteY147" fmla="*/ 1538287 h 1890712"/>
              <a:gd name="connsiteX148" fmla="*/ 2109788 w 2543175"/>
              <a:gd name="connsiteY148" fmla="*/ 1547812 h 1890712"/>
              <a:gd name="connsiteX149" fmla="*/ 2131219 w 2543175"/>
              <a:gd name="connsiteY149" fmla="*/ 1562100 h 1890712"/>
              <a:gd name="connsiteX150" fmla="*/ 2140744 w 2543175"/>
              <a:gd name="connsiteY150" fmla="*/ 1566862 h 1890712"/>
              <a:gd name="connsiteX151" fmla="*/ 2152650 w 2543175"/>
              <a:gd name="connsiteY151" fmla="*/ 1576387 h 1890712"/>
              <a:gd name="connsiteX152" fmla="*/ 2181225 w 2543175"/>
              <a:gd name="connsiteY152" fmla="*/ 1590675 h 1890712"/>
              <a:gd name="connsiteX153" fmla="*/ 2200275 w 2543175"/>
              <a:gd name="connsiteY153" fmla="*/ 1607344 h 1890712"/>
              <a:gd name="connsiteX154" fmla="*/ 2207419 w 2543175"/>
              <a:gd name="connsiteY154" fmla="*/ 1612106 h 1890712"/>
              <a:gd name="connsiteX155" fmla="*/ 2216944 w 2543175"/>
              <a:gd name="connsiteY155" fmla="*/ 1619250 h 1890712"/>
              <a:gd name="connsiteX156" fmla="*/ 2224088 w 2543175"/>
              <a:gd name="connsiteY156" fmla="*/ 1624012 h 1890712"/>
              <a:gd name="connsiteX157" fmla="*/ 2247900 w 2543175"/>
              <a:gd name="connsiteY157" fmla="*/ 1643062 h 1890712"/>
              <a:gd name="connsiteX158" fmla="*/ 2255044 w 2543175"/>
              <a:gd name="connsiteY158" fmla="*/ 1650206 h 1890712"/>
              <a:gd name="connsiteX159" fmla="*/ 2281238 w 2543175"/>
              <a:gd name="connsiteY159" fmla="*/ 1664494 h 1890712"/>
              <a:gd name="connsiteX160" fmla="*/ 2297907 w 2543175"/>
              <a:gd name="connsiteY160" fmla="*/ 1674019 h 1890712"/>
              <a:gd name="connsiteX161" fmla="*/ 2312194 w 2543175"/>
              <a:gd name="connsiteY161" fmla="*/ 1685925 h 1890712"/>
              <a:gd name="connsiteX162" fmla="*/ 2328863 w 2543175"/>
              <a:gd name="connsiteY162" fmla="*/ 1697831 h 1890712"/>
              <a:gd name="connsiteX163" fmla="*/ 2350294 w 2543175"/>
              <a:gd name="connsiteY163" fmla="*/ 1712119 h 1890712"/>
              <a:gd name="connsiteX164" fmla="*/ 2369344 w 2543175"/>
              <a:gd name="connsiteY164" fmla="*/ 1724025 h 1890712"/>
              <a:gd name="connsiteX165" fmla="*/ 2428876 w 2543175"/>
              <a:gd name="connsiteY165" fmla="*/ 1785938 h 1890712"/>
              <a:gd name="connsiteX166" fmla="*/ 2466975 w 2543175"/>
              <a:gd name="connsiteY166" fmla="*/ 1783556 h 1890712"/>
              <a:gd name="connsiteX167" fmla="*/ 2481263 w 2543175"/>
              <a:gd name="connsiteY167" fmla="*/ 1795462 h 1890712"/>
              <a:gd name="connsiteX168" fmla="*/ 2486025 w 2543175"/>
              <a:gd name="connsiteY168" fmla="*/ 1802606 h 1890712"/>
              <a:gd name="connsiteX169" fmla="*/ 2514600 w 2543175"/>
              <a:gd name="connsiteY169" fmla="*/ 1850231 h 1890712"/>
              <a:gd name="connsiteX170" fmla="*/ 2519363 w 2543175"/>
              <a:gd name="connsiteY170" fmla="*/ 1857375 h 1890712"/>
              <a:gd name="connsiteX171" fmla="*/ 2540794 w 2543175"/>
              <a:gd name="connsiteY171" fmla="*/ 1883569 h 1890712"/>
              <a:gd name="connsiteX172" fmla="*/ 2543175 w 2543175"/>
              <a:gd name="connsiteY17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85763 w 2543175"/>
              <a:gd name="connsiteY30" fmla="*/ 283369 h 1890712"/>
              <a:gd name="connsiteX31" fmla="*/ 404813 w 2543175"/>
              <a:gd name="connsiteY31" fmla="*/ 295275 h 1890712"/>
              <a:gd name="connsiteX32" fmla="*/ 411957 w 2543175"/>
              <a:gd name="connsiteY32" fmla="*/ 297656 h 1890712"/>
              <a:gd name="connsiteX33" fmla="*/ 466725 w 2543175"/>
              <a:gd name="connsiteY33" fmla="*/ 328612 h 1890712"/>
              <a:gd name="connsiteX34" fmla="*/ 476250 w 2543175"/>
              <a:gd name="connsiteY34" fmla="*/ 335756 h 1890712"/>
              <a:gd name="connsiteX35" fmla="*/ 481013 w 2543175"/>
              <a:gd name="connsiteY35" fmla="*/ 342900 h 1890712"/>
              <a:gd name="connsiteX36" fmla="*/ 490538 w 2543175"/>
              <a:gd name="connsiteY36" fmla="*/ 352425 h 1890712"/>
              <a:gd name="connsiteX37" fmla="*/ 495300 w 2543175"/>
              <a:gd name="connsiteY37" fmla="*/ 359569 h 1890712"/>
              <a:gd name="connsiteX38" fmla="*/ 509588 w 2543175"/>
              <a:gd name="connsiteY38" fmla="*/ 376237 h 1890712"/>
              <a:gd name="connsiteX39" fmla="*/ 514350 w 2543175"/>
              <a:gd name="connsiteY39" fmla="*/ 383381 h 1890712"/>
              <a:gd name="connsiteX40" fmla="*/ 531019 w 2543175"/>
              <a:gd name="connsiteY40" fmla="*/ 397669 h 1890712"/>
              <a:gd name="connsiteX41" fmla="*/ 538163 w 2543175"/>
              <a:gd name="connsiteY41" fmla="*/ 407194 h 1890712"/>
              <a:gd name="connsiteX42" fmla="*/ 554832 w 2543175"/>
              <a:gd name="connsiteY42" fmla="*/ 421481 h 1890712"/>
              <a:gd name="connsiteX43" fmla="*/ 564357 w 2543175"/>
              <a:gd name="connsiteY43" fmla="*/ 431006 h 1890712"/>
              <a:gd name="connsiteX44" fmla="*/ 573882 w 2543175"/>
              <a:gd name="connsiteY44" fmla="*/ 438150 h 1890712"/>
              <a:gd name="connsiteX45" fmla="*/ 595313 w 2543175"/>
              <a:gd name="connsiteY45" fmla="*/ 454819 h 1890712"/>
              <a:gd name="connsiteX46" fmla="*/ 602457 w 2543175"/>
              <a:gd name="connsiteY46" fmla="*/ 457200 h 1890712"/>
              <a:gd name="connsiteX47" fmla="*/ 628650 w 2543175"/>
              <a:gd name="connsiteY47" fmla="*/ 469106 h 1890712"/>
              <a:gd name="connsiteX48" fmla="*/ 645319 w 2543175"/>
              <a:gd name="connsiteY48" fmla="*/ 483394 h 1890712"/>
              <a:gd name="connsiteX49" fmla="*/ 654844 w 2543175"/>
              <a:gd name="connsiteY49" fmla="*/ 488156 h 1890712"/>
              <a:gd name="connsiteX50" fmla="*/ 661988 w 2543175"/>
              <a:gd name="connsiteY50" fmla="*/ 497681 h 1890712"/>
              <a:gd name="connsiteX51" fmla="*/ 683419 w 2543175"/>
              <a:gd name="connsiteY51" fmla="*/ 514350 h 1890712"/>
              <a:gd name="connsiteX52" fmla="*/ 700088 w 2543175"/>
              <a:gd name="connsiteY52" fmla="*/ 526256 h 1890712"/>
              <a:gd name="connsiteX53" fmla="*/ 709613 w 2543175"/>
              <a:gd name="connsiteY53" fmla="*/ 535781 h 1890712"/>
              <a:gd name="connsiteX54" fmla="*/ 719138 w 2543175"/>
              <a:gd name="connsiteY54" fmla="*/ 542925 h 1890712"/>
              <a:gd name="connsiteX55" fmla="*/ 733425 w 2543175"/>
              <a:gd name="connsiteY55" fmla="*/ 557212 h 1890712"/>
              <a:gd name="connsiteX56" fmla="*/ 750094 w 2543175"/>
              <a:gd name="connsiteY56" fmla="*/ 569119 h 1890712"/>
              <a:gd name="connsiteX57" fmla="*/ 769144 w 2543175"/>
              <a:gd name="connsiteY57" fmla="*/ 581025 h 1890712"/>
              <a:gd name="connsiteX58" fmla="*/ 785813 w 2543175"/>
              <a:gd name="connsiteY58" fmla="*/ 590550 h 1890712"/>
              <a:gd name="connsiteX59" fmla="*/ 792957 w 2543175"/>
              <a:gd name="connsiteY59" fmla="*/ 600075 h 1890712"/>
              <a:gd name="connsiteX60" fmla="*/ 809625 w 2543175"/>
              <a:gd name="connsiteY60" fmla="*/ 611981 h 1890712"/>
              <a:gd name="connsiteX61" fmla="*/ 816769 w 2543175"/>
              <a:gd name="connsiteY61" fmla="*/ 619125 h 1890712"/>
              <a:gd name="connsiteX62" fmla="*/ 826294 w 2543175"/>
              <a:gd name="connsiteY62" fmla="*/ 626269 h 1890712"/>
              <a:gd name="connsiteX63" fmla="*/ 840582 w 2543175"/>
              <a:gd name="connsiteY63" fmla="*/ 638175 h 1890712"/>
              <a:gd name="connsiteX64" fmla="*/ 847725 w 2543175"/>
              <a:gd name="connsiteY64" fmla="*/ 645319 h 1890712"/>
              <a:gd name="connsiteX65" fmla="*/ 857250 w 2543175"/>
              <a:gd name="connsiteY65" fmla="*/ 652462 h 1890712"/>
              <a:gd name="connsiteX66" fmla="*/ 864394 w 2543175"/>
              <a:gd name="connsiteY66" fmla="*/ 657225 h 1890712"/>
              <a:gd name="connsiteX67" fmla="*/ 888207 w 2543175"/>
              <a:gd name="connsiteY67" fmla="*/ 676275 h 1890712"/>
              <a:gd name="connsiteX68" fmla="*/ 895350 w 2543175"/>
              <a:gd name="connsiteY68" fmla="*/ 681037 h 1890712"/>
              <a:gd name="connsiteX69" fmla="*/ 907257 w 2543175"/>
              <a:gd name="connsiteY69" fmla="*/ 683419 h 1890712"/>
              <a:gd name="connsiteX70" fmla="*/ 928688 w 2543175"/>
              <a:gd name="connsiteY70" fmla="*/ 695325 h 1890712"/>
              <a:gd name="connsiteX71" fmla="*/ 942975 w 2543175"/>
              <a:gd name="connsiteY71" fmla="*/ 700087 h 1890712"/>
              <a:gd name="connsiteX72" fmla="*/ 964407 w 2543175"/>
              <a:gd name="connsiteY72" fmla="*/ 716756 h 1890712"/>
              <a:gd name="connsiteX73" fmla="*/ 971550 w 2543175"/>
              <a:gd name="connsiteY73" fmla="*/ 723900 h 1890712"/>
              <a:gd name="connsiteX74" fmla="*/ 983457 w 2543175"/>
              <a:gd name="connsiteY74" fmla="*/ 733425 h 1890712"/>
              <a:gd name="connsiteX75" fmla="*/ 990600 w 2543175"/>
              <a:gd name="connsiteY75" fmla="*/ 738187 h 1890712"/>
              <a:gd name="connsiteX76" fmla="*/ 1007269 w 2543175"/>
              <a:gd name="connsiteY76" fmla="*/ 752475 h 1890712"/>
              <a:gd name="connsiteX77" fmla="*/ 1031082 w 2543175"/>
              <a:gd name="connsiteY77" fmla="*/ 766762 h 1890712"/>
              <a:gd name="connsiteX78" fmla="*/ 1042988 w 2543175"/>
              <a:gd name="connsiteY78" fmla="*/ 773906 h 1890712"/>
              <a:gd name="connsiteX79" fmla="*/ 1071563 w 2543175"/>
              <a:gd name="connsiteY79" fmla="*/ 785812 h 1890712"/>
              <a:gd name="connsiteX80" fmla="*/ 1097757 w 2543175"/>
              <a:gd name="connsiteY80" fmla="*/ 807244 h 1890712"/>
              <a:gd name="connsiteX81" fmla="*/ 1104900 w 2543175"/>
              <a:gd name="connsiteY81" fmla="*/ 814387 h 1890712"/>
              <a:gd name="connsiteX82" fmla="*/ 1121569 w 2543175"/>
              <a:gd name="connsiteY82" fmla="*/ 823912 h 1890712"/>
              <a:gd name="connsiteX83" fmla="*/ 1138238 w 2543175"/>
              <a:gd name="connsiteY83" fmla="*/ 835819 h 1890712"/>
              <a:gd name="connsiteX84" fmla="*/ 1147763 w 2543175"/>
              <a:gd name="connsiteY84" fmla="*/ 842962 h 1890712"/>
              <a:gd name="connsiteX85" fmla="*/ 1157288 w 2543175"/>
              <a:gd name="connsiteY85" fmla="*/ 847725 h 1890712"/>
              <a:gd name="connsiteX86" fmla="*/ 1178719 w 2543175"/>
              <a:gd name="connsiteY86" fmla="*/ 859631 h 1890712"/>
              <a:gd name="connsiteX87" fmla="*/ 1188244 w 2543175"/>
              <a:gd name="connsiteY87" fmla="*/ 866775 h 1890712"/>
              <a:gd name="connsiteX88" fmla="*/ 1195388 w 2543175"/>
              <a:gd name="connsiteY88" fmla="*/ 871537 h 1890712"/>
              <a:gd name="connsiteX89" fmla="*/ 1212057 w 2543175"/>
              <a:gd name="connsiteY89" fmla="*/ 883444 h 1890712"/>
              <a:gd name="connsiteX90" fmla="*/ 1226344 w 2543175"/>
              <a:gd name="connsiteY90" fmla="*/ 895350 h 1890712"/>
              <a:gd name="connsiteX91" fmla="*/ 1245394 w 2543175"/>
              <a:gd name="connsiteY91" fmla="*/ 907256 h 1890712"/>
              <a:gd name="connsiteX92" fmla="*/ 1254919 w 2543175"/>
              <a:gd name="connsiteY92" fmla="*/ 914400 h 1890712"/>
              <a:gd name="connsiteX93" fmla="*/ 1269207 w 2543175"/>
              <a:gd name="connsiteY93" fmla="*/ 921544 h 1890712"/>
              <a:gd name="connsiteX94" fmla="*/ 1290638 w 2543175"/>
              <a:gd name="connsiteY94" fmla="*/ 935831 h 1890712"/>
              <a:gd name="connsiteX95" fmla="*/ 1307307 w 2543175"/>
              <a:gd name="connsiteY95" fmla="*/ 952500 h 1890712"/>
              <a:gd name="connsiteX96" fmla="*/ 1333500 w 2543175"/>
              <a:gd name="connsiteY96" fmla="*/ 971550 h 1890712"/>
              <a:gd name="connsiteX97" fmla="*/ 1359694 w 2543175"/>
              <a:gd name="connsiteY97" fmla="*/ 990600 h 1890712"/>
              <a:gd name="connsiteX98" fmla="*/ 1373982 w 2543175"/>
              <a:gd name="connsiteY98" fmla="*/ 997744 h 1890712"/>
              <a:gd name="connsiteX99" fmla="*/ 1388269 w 2543175"/>
              <a:gd name="connsiteY99" fmla="*/ 1007269 h 1890712"/>
              <a:gd name="connsiteX100" fmla="*/ 1414463 w 2543175"/>
              <a:gd name="connsiteY100" fmla="*/ 1019175 h 1890712"/>
              <a:gd name="connsiteX101" fmla="*/ 1428750 w 2543175"/>
              <a:gd name="connsiteY101" fmla="*/ 1026319 h 1890712"/>
              <a:gd name="connsiteX102" fmla="*/ 1471613 w 2543175"/>
              <a:gd name="connsiteY102" fmla="*/ 1059656 h 1890712"/>
              <a:gd name="connsiteX103" fmla="*/ 1495425 w 2543175"/>
              <a:gd name="connsiteY103" fmla="*/ 1088231 h 1890712"/>
              <a:gd name="connsiteX104" fmla="*/ 1547812 w 2543175"/>
              <a:gd name="connsiteY104" fmla="*/ 1133475 h 1890712"/>
              <a:gd name="connsiteX105" fmla="*/ 1597819 w 2543175"/>
              <a:gd name="connsiteY105" fmla="*/ 1154906 h 1890712"/>
              <a:gd name="connsiteX106" fmla="*/ 1604963 w 2543175"/>
              <a:gd name="connsiteY106" fmla="*/ 1162050 h 1890712"/>
              <a:gd name="connsiteX107" fmla="*/ 1612107 w 2543175"/>
              <a:gd name="connsiteY107" fmla="*/ 1166812 h 1890712"/>
              <a:gd name="connsiteX108" fmla="*/ 1628775 w 2543175"/>
              <a:gd name="connsiteY108" fmla="*/ 1183481 h 1890712"/>
              <a:gd name="connsiteX109" fmla="*/ 1662113 w 2543175"/>
              <a:gd name="connsiteY109" fmla="*/ 1209675 h 1890712"/>
              <a:gd name="connsiteX110" fmla="*/ 1678782 w 2543175"/>
              <a:gd name="connsiteY110" fmla="*/ 1226344 h 1890712"/>
              <a:gd name="connsiteX111" fmla="*/ 1700213 w 2543175"/>
              <a:gd name="connsiteY111" fmla="*/ 1247775 h 1890712"/>
              <a:gd name="connsiteX112" fmla="*/ 1712119 w 2543175"/>
              <a:gd name="connsiteY112" fmla="*/ 1259681 h 1890712"/>
              <a:gd name="connsiteX113" fmla="*/ 1733550 w 2543175"/>
              <a:gd name="connsiteY113" fmla="*/ 1273969 h 1890712"/>
              <a:gd name="connsiteX114" fmla="*/ 1743075 w 2543175"/>
              <a:gd name="connsiteY114" fmla="*/ 1283494 h 1890712"/>
              <a:gd name="connsiteX115" fmla="*/ 1754982 w 2543175"/>
              <a:gd name="connsiteY115" fmla="*/ 1290637 h 1890712"/>
              <a:gd name="connsiteX116" fmla="*/ 1766888 w 2543175"/>
              <a:gd name="connsiteY116" fmla="*/ 1300162 h 1890712"/>
              <a:gd name="connsiteX117" fmla="*/ 1783557 w 2543175"/>
              <a:gd name="connsiteY117" fmla="*/ 1307306 h 1890712"/>
              <a:gd name="connsiteX118" fmla="*/ 1790700 w 2543175"/>
              <a:gd name="connsiteY118" fmla="*/ 1312069 h 1890712"/>
              <a:gd name="connsiteX119" fmla="*/ 1800225 w 2543175"/>
              <a:gd name="connsiteY119" fmla="*/ 1319212 h 1890712"/>
              <a:gd name="connsiteX120" fmla="*/ 1807369 w 2543175"/>
              <a:gd name="connsiteY120" fmla="*/ 1321594 h 1890712"/>
              <a:gd name="connsiteX121" fmla="*/ 1824038 w 2543175"/>
              <a:gd name="connsiteY121" fmla="*/ 1333500 h 1890712"/>
              <a:gd name="connsiteX122" fmla="*/ 1843088 w 2543175"/>
              <a:gd name="connsiteY122" fmla="*/ 1352550 h 1890712"/>
              <a:gd name="connsiteX123" fmla="*/ 1852613 w 2543175"/>
              <a:gd name="connsiteY123" fmla="*/ 1359694 h 1890712"/>
              <a:gd name="connsiteX124" fmla="*/ 1859757 w 2543175"/>
              <a:gd name="connsiteY124" fmla="*/ 1366837 h 1890712"/>
              <a:gd name="connsiteX125" fmla="*/ 1869282 w 2543175"/>
              <a:gd name="connsiteY125" fmla="*/ 1371600 h 1890712"/>
              <a:gd name="connsiteX126" fmla="*/ 1883569 w 2543175"/>
              <a:gd name="connsiteY126" fmla="*/ 1388269 h 1890712"/>
              <a:gd name="connsiteX127" fmla="*/ 1893094 w 2543175"/>
              <a:gd name="connsiteY127" fmla="*/ 1395412 h 1890712"/>
              <a:gd name="connsiteX128" fmla="*/ 1902619 w 2543175"/>
              <a:gd name="connsiteY128" fmla="*/ 1404937 h 1890712"/>
              <a:gd name="connsiteX129" fmla="*/ 1912144 w 2543175"/>
              <a:gd name="connsiteY129" fmla="*/ 1409700 h 1890712"/>
              <a:gd name="connsiteX130" fmla="*/ 1931194 w 2543175"/>
              <a:gd name="connsiteY130" fmla="*/ 1421606 h 1890712"/>
              <a:gd name="connsiteX131" fmla="*/ 1935957 w 2543175"/>
              <a:gd name="connsiteY131" fmla="*/ 1428750 h 1890712"/>
              <a:gd name="connsiteX132" fmla="*/ 1952625 w 2543175"/>
              <a:gd name="connsiteY132" fmla="*/ 1438275 h 1890712"/>
              <a:gd name="connsiteX133" fmla="*/ 1971675 w 2543175"/>
              <a:gd name="connsiteY133" fmla="*/ 1450181 h 1890712"/>
              <a:gd name="connsiteX134" fmla="*/ 1981200 w 2543175"/>
              <a:gd name="connsiteY134" fmla="*/ 1454944 h 1890712"/>
              <a:gd name="connsiteX135" fmla="*/ 1997869 w 2543175"/>
              <a:gd name="connsiteY135" fmla="*/ 1471612 h 1890712"/>
              <a:gd name="connsiteX136" fmla="*/ 2007394 w 2543175"/>
              <a:gd name="connsiteY136" fmla="*/ 1478756 h 1890712"/>
              <a:gd name="connsiteX137" fmla="*/ 2016919 w 2543175"/>
              <a:gd name="connsiteY137" fmla="*/ 1483519 h 1890712"/>
              <a:gd name="connsiteX138" fmla="*/ 2024063 w 2543175"/>
              <a:gd name="connsiteY138" fmla="*/ 1490662 h 1890712"/>
              <a:gd name="connsiteX139" fmla="*/ 2033588 w 2543175"/>
              <a:gd name="connsiteY139" fmla="*/ 1495425 h 1890712"/>
              <a:gd name="connsiteX140" fmla="*/ 2040732 w 2543175"/>
              <a:gd name="connsiteY140" fmla="*/ 1502569 h 1890712"/>
              <a:gd name="connsiteX141" fmla="*/ 2047875 w 2543175"/>
              <a:gd name="connsiteY141" fmla="*/ 1507331 h 1890712"/>
              <a:gd name="connsiteX142" fmla="*/ 2057400 w 2543175"/>
              <a:gd name="connsiteY142" fmla="*/ 1514475 h 1890712"/>
              <a:gd name="connsiteX143" fmla="*/ 2064544 w 2543175"/>
              <a:gd name="connsiteY143" fmla="*/ 1519237 h 1890712"/>
              <a:gd name="connsiteX144" fmla="*/ 2071688 w 2543175"/>
              <a:gd name="connsiteY144" fmla="*/ 1526381 h 1890712"/>
              <a:gd name="connsiteX145" fmla="*/ 2081213 w 2543175"/>
              <a:gd name="connsiteY145" fmla="*/ 1531144 h 1890712"/>
              <a:gd name="connsiteX146" fmla="*/ 2090738 w 2543175"/>
              <a:gd name="connsiteY146" fmla="*/ 1538287 h 1890712"/>
              <a:gd name="connsiteX147" fmla="*/ 2109788 w 2543175"/>
              <a:gd name="connsiteY147" fmla="*/ 1547812 h 1890712"/>
              <a:gd name="connsiteX148" fmla="*/ 2131219 w 2543175"/>
              <a:gd name="connsiteY148" fmla="*/ 1562100 h 1890712"/>
              <a:gd name="connsiteX149" fmla="*/ 2140744 w 2543175"/>
              <a:gd name="connsiteY149" fmla="*/ 1566862 h 1890712"/>
              <a:gd name="connsiteX150" fmla="*/ 2152650 w 2543175"/>
              <a:gd name="connsiteY150" fmla="*/ 1576387 h 1890712"/>
              <a:gd name="connsiteX151" fmla="*/ 2181225 w 2543175"/>
              <a:gd name="connsiteY151" fmla="*/ 1590675 h 1890712"/>
              <a:gd name="connsiteX152" fmla="*/ 2200275 w 2543175"/>
              <a:gd name="connsiteY152" fmla="*/ 1607344 h 1890712"/>
              <a:gd name="connsiteX153" fmla="*/ 2207419 w 2543175"/>
              <a:gd name="connsiteY153" fmla="*/ 1612106 h 1890712"/>
              <a:gd name="connsiteX154" fmla="*/ 2216944 w 2543175"/>
              <a:gd name="connsiteY154" fmla="*/ 1619250 h 1890712"/>
              <a:gd name="connsiteX155" fmla="*/ 2224088 w 2543175"/>
              <a:gd name="connsiteY155" fmla="*/ 1624012 h 1890712"/>
              <a:gd name="connsiteX156" fmla="*/ 2247900 w 2543175"/>
              <a:gd name="connsiteY156" fmla="*/ 1643062 h 1890712"/>
              <a:gd name="connsiteX157" fmla="*/ 2255044 w 2543175"/>
              <a:gd name="connsiteY157" fmla="*/ 1650206 h 1890712"/>
              <a:gd name="connsiteX158" fmla="*/ 2281238 w 2543175"/>
              <a:gd name="connsiteY158" fmla="*/ 1664494 h 1890712"/>
              <a:gd name="connsiteX159" fmla="*/ 2297907 w 2543175"/>
              <a:gd name="connsiteY159" fmla="*/ 1674019 h 1890712"/>
              <a:gd name="connsiteX160" fmla="*/ 2312194 w 2543175"/>
              <a:gd name="connsiteY160" fmla="*/ 1685925 h 1890712"/>
              <a:gd name="connsiteX161" fmla="*/ 2328863 w 2543175"/>
              <a:gd name="connsiteY161" fmla="*/ 1697831 h 1890712"/>
              <a:gd name="connsiteX162" fmla="*/ 2350294 w 2543175"/>
              <a:gd name="connsiteY162" fmla="*/ 1712119 h 1890712"/>
              <a:gd name="connsiteX163" fmla="*/ 2369344 w 2543175"/>
              <a:gd name="connsiteY163" fmla="*/ 1724025 h 1890712"/>
              <a:gd name="connsiteX164" fmla="*/ 2428876 w 2543175"/>
              <a:gd name="connsiteY164" fmla="*/ 1785938 h 1890712"/>
              <a:gd name="connsiteX165" fmla="*/ 2466975 w 2543175"/>
              <a:gd name="connsiteY165" fmla="*/ 1783556 h 1890712"/>
              <a:gd name="connsiteX166" fmla="*/ 2481263 w 2543175"/>
              <a:gd name="connsiteY166" fmla="*/ 1795462 h 1890712"/>
              <a:gd name="connsiteX167" fmla="*/ 2486025 w 2543175"/>
              <a:gd name="connsiteY167" fmla="*/ 1802606 h 1890712"/>
              <a:gd name="connsiteX168" fmla="*/ 2514600 w 2543175"/>
              <a:gd name="connsiteY168" fmla="*/ 1850231 h 1890712"/>
              <a:gd name="connsiteX169" fmla="*/ 2519363 w 2543175"/>
              <a:gd name="connsiteY169" fmla="*/ 1857375 h 1890712"/>
              <a:gd name="connsiteX170" fmla="*/ 2540794 w 2543175"/>
              <a:gd name="connsiteY170" fmla="*/ 1883569 h 1890712"/>
              <a:gd name="connsiteX171" fmla="*/ 2543175 w 2543175"/>
              <a:gd name="connsiteY171"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54807 w 2543175"/>
              <a:gd name="connsiteY26" fmla="*/ 247650 h 1890712"/>
              <a:gd name="connsiteX27" fmla="*/ 366713 w 2543175"/>
              <a:gd name="connsiteY27" fmla="*/ 264319 h 1890712"/>
              <a:gd name="connsiteX28" fmla="*/ 371475 w 2543175"/>
              <a:gd name="connsiteY28" fmla="*/ 271462 h 1890712"/>
              <a:gd name="connsiteX29" fmla="*/ 385763 w 2543175"/>
              <a:gd name="connsiteY29" fmla="*/ 283369 h 1890712"/>
              <a:gd name="connsiteX30" fmla="*/ 404813 w 2543175"/>
              <a:gd name="connsiteY30" fmla="*/ 295275 h 1890712"/>
              <a:gd name="connsiteX31" fmla="*/ 411957 w 2543175"/>
              <a:gd name="connsiteY31" fmla="*/ 297656 h 1890712"/>
              <a:gd name="connsiteX32" fmla="*/ 466725 w 2543175"/>
              <a:gd name="connsiteY32" fmla="*/ 328612 h 1890712"/>
              <a:gd name="connsiteX33" fmla="*/ 476250 w 2543175"/>
              <a:gd name="connsiteY33" fmla="*/ 335756 h 1890712"/>
              <a:gd name="connsiteX34" fmla="*/ 481013 w 2543175"/>
              <a:gd name="connsiteY34" fmla="*/ 342900 h 1890712"/>
              <a:gd name="connsiteX35" fmla="*/ 490538 w 2543175"/>
              <a:gd name="connsiteY35" fmla="*/ 352425 h 1890712"/>
              <a:gd name="connsiteX36" fmla="*/ 495300 w 2543175"/>
              <a:gd name="connsiteY36" fmla="*/ 359569 h 1890712"/>
              <a:gd name="connsiteX37" fmla="*/ 509588 w 2543175"/>
              <a:gd name="connsiteY37" fmla="*/ 376237 h 1890712"/>
              <a:gd name="connsiteX38" fmla="*/ 514350 w 2543175"/>
              <a:gd name="connsiteY38" fmla="*/ 383381 h 1890712"/>
              <a:gd name="connsiteX39" fmla="*/ 531019 w 2543175"/>
              <a:gd name="connsiteY39" fmla="*/ 397669 h 1890712"/>
              <a:gd name="connsiteX40" fmla="*/ 538163 w 2543175"/>
              <a:gd name="connsiteY40" fmla="*/ 407194 h 1890712"/>
              <a:gd name="connsiteX41" fmla="*/ 554832 w 2543175"/>
              <a:gd name="connsiteY41" fmla="*/ 421481 h 1890712"/>
              <a:gd name="connsiteX42" fmla="*/ 564357 w 2543175"/>
              <a:gd name="connsiteY42" fmla="*/ 431006 h 1890712"/>
              <a:gd name="connsiteX43" fmla="*/ 573882 w 2543175"/>
              <a:gd name="connsiteY43" fmla="*/ 438150 h 1890712"/>
              <a:gd name="connsiteX44" fmla="*/ 595313 w 2543175"/>
              <a:gd name="connsiteY44" fmla="*/ 454819 h 1890712"/>
              <a:gd name="connsiteX45" fmla="*/ 602457 w 2543175"/>
              <a:gd name="connsiteY45" fmla="*/ 457200 h 1890712"/>
              <a:gd name="connsiteX46" fmla="*/ 628650 w 2543175"/>
              <a:gd name="connsiteY46" fmla="*/ 469106 h 1890712"/>
              <a:gd name="connsiteX47" fmla="*/ 645319 w 2543175"/>
              <a:gd name="connsiteY47" fmla="*/ 483394 h 1890712"/>
              <a:gd name="connsiteX48" fmla="*/ 654844 w 2543175"/>
              <a:gd name="connsiteY48" fmla="*/ 488156 h 1890712"/>
              <a:gd name="connsiteX49" fmla="*/ 661988 w 2543175"/>
              <a:gd name="connsiteY49" fmla="*/ 497681 h 1890712"/>
              <a:gd name="connsiteX50" fmla="*/ 683419 w 2543175"/>
              <a:gd name="connsiteY50" fmla="*/ 514350 h 1890712"/>
              <a:gd name="connsiteX51" fmla="*/ 700088 w 2543175"/>
              <a:gd name="connsiteY51" fmla="*/ 526256 h 1890712"/>
              <a:gd name="connsiteX52" fmla="*/ 709613 w 2543175"/>
              <a:gd name="connsiteY52" fmla="*/ 535781 h 1890712"/>
              <a:gd name="connsiteX53" fmla="*/ 719138 w 2543175"/>
              <a:gd name="connsiteY53" fmla="*/ 542925 h 1890712"/>
              <a:gd name="connsiteX54" fmla="*/ 733425 w 2543175"/>
              <a:gd name="connsiteY54" fmla="*/ 557212 h 1890712"/>
              <a:gd name="connsiteX55" fmla="*/ 750094 w 2543175"/>
              <a:gd name="connsiteY55" fmla="*/ 569119 h 1890712"/>
              <a:gd name="connsiteX56" fmla="*/ 769144 w 2543175"/>
              <a:gd name="connsiteY56" fmla="*/ 581025 h 1890712"/>
              <a:gd name="connsiteX57" fmla="*/ 785813 w 2543175"/>
              <a:gd name="connsiteY57" fmla="*/ 590550 h 1890712"/>
              <a:gd name="connsiteX58" fmla="*/ 792957 w 2543175"/>
              <a:gd name="connsiteY58" fmla="*/ 600075 h 1890712"/>
              <a:gd name="connsiteX59" fmla="*/ 809625 w 2543175"/>
              <a:gd name="connsiteY59" fmla="*/ 611981 h 1890712"/>
              <a:gd name="connsiteX60" fmla="*/ 816769 w 2543175"/>
              <a:gd name="connsiteY60" fmla="*/ 619125 h 1890712"/>
              <a:gd name="connsiteX61" fmla="*/ 826294 w 2543175"/>
              <a:gd name="connsiteY61" fmla="*/ 626269 h 1890712"/>
              <a:gd name="connsiteX62" fmla="*/ 840582 w 2543175"/>
              <a:gd name="connsiteY62" fmla="*/ 638175 h 1890712"/>
              <a:gd name="connsiteX63" fmla="*/ 847725 w 2543175"/>
              <a:gd name="connsiteY63" fmla="*/ 645319 h 1890712"/>
              <a:gd name="connsiteX64" fmla="*/ 857250 w 2543175"/>
              <a:gd name="connsiteY64" fmla="*/ 652462 h 1890712"/>
              <a:gd name="connsiteX65" fmla="*/ 864394 w 2543175"/>
              <a:gd name="connsiteY65" fmla="*/ 657225 h 1890712"/>
              <a:gd name="connsiteX66" fmla="*/ 888207 w 2543175"/>
              <a:gd name="connsiteY66" fmla="*/ 676275 h 1890712"/>
              <a:gd name="connsiteX67" fmla="*/ 895350 w 2543175"/>
              <a:gd name="connsiteY67" fmla="*/ 681037 h 1890712"/>
              <a:gd name="connsiteX68" fmla="*/ 907257 w 2543175"/>
              <a:gd name="connsiteY68" fmla="*/ 683419 h 1890712"/>
              <a:gd name="connsiteX69" fmla="*/ 928688 w 2543175"/>
              <a:gd name="connsiteY69" fmla="*/ 695325 h 1890712"/>
              <a:gd name="connsiteX70" fmla="*/ 942975 w 2543175"/>
              <a:gd name="connsiteY70" fmla="*/ 700087 h 1890712"/>
              <a:gd name="connsiteX71" fmla="*/ 964407 w 2543175"/>
              <a:gd name="connsiteY71" fmla="*/ 716756 h 1890712"/>
              <a:gd name="connsiteX72" fmla="*/ 971550 w 2543175"/>
              <a:gd name="connsiteY72" fmla="*/ 723900 h 1890712"/>
              <a:gd name="connsiteX73" fmla="*/ 983457 w 2543175"/>
              <a:gd name="connsiteY73" fmla="*/ 733425 h 1890712"/>
              <a:gd name="connsiteX74" fmla="*/ 990600 w 2543175"/>
              <a:gd name="connsiteY74" fmla="*/ 738187 h 1890712"/>
              <a:gd name="connsiteX75" fmla="*/ 1007269 w 2543175"/>
              <a:gd name="connsiteY75" fmla="*/ 752475 h 1890712"/>
              <a:gd name="connsiteX76" fmla="*/ 1031082 w 2543175"/>
              <a:gd name="connsiteY76" fmla="*/ 766762 h 1890712"/>
              <a:gd name="connsiteX77" fmla="*/ 1042988 w 2543175"/>
              <a:gd name="connsiteY77" fmla="*/ 773906 h 1890712"/>
              <a:gd name="connsiteX78" fmla="*/ 1071563 w 2543175"/>
              <a:gd name="connsiteY78" fmla="*/ 785812 h 1890712"/>
              <a:gd name="connsiteX79" fmla="*/ 1097757 w 2543175"/>
              <a:gd name="connsiteY79" fmla="*/ 807244 h 1890712"/>
              <a:gd name="connsiteX80" fmla="*/ 1104900 w 2543175"/>
              <a:gd name="connsiteY80" fmla="*/ 814387 h 1890712"/>
              <a:gd name="connsiteX81" fmla="*/ 1121569 w 2543175"/>
              <a:gd name="connsiteY81" fmla="*/ 823912 h 1890712"/>
              <a:gd name="connsiteX82" fmla="*/ 1138238 w 2543175"/>
              <a:gd name="connsiteY82" fmla="*/ 835819 h 1890712"/>
              <a:gd name="connsiteX83" fmla="*/ 1147763 w 2543175"/>
              <a:gd name="connsiteY83" fmla="*/ 842962 h 1890712"/>
              <a:gd name="connsiteX84" fmla="*/ 1157288 w 2543175"/>
              <a:gd name="connsiteY84" fmla="*/ 847725 h 1890712"/>
              <a:gd name="connsiteX85" fmla="*/ 1178719 w 2543175"/>
              <a:gd name="connsiteY85" fmla="*/ 859631 h 1890712"/>
              <a:gd name="connsiteX86" fmla="*/ 1188244 w 2543175"/>
              <a:gd name="connsiteY86" fmla="*/ 866775 h 1890712"/>
              <a:gd name="connsiteX87" fmla="*/ 1195388 w 2543175"/>
              <a:gd name="connsiteY87" fmla="*/ 871537 h 1890712"/>
              <a:gd name="connsiteX88" fmla="*/ 1212057 w 2543175"/>
              <a:gd name="connsiteY88" fmla="*/ 883444 h 1890712"/>
              <a:gd name="connsiteX89" fmla="*/ 1226344 w 2543175"/>
              <a:gd name="connsiteY89" fmla="*/ 895350 h 1890712"/>
              <a:gd name="connsiteX90" fmla="*/ 1245394 w 2543175"/>
              <a:gd name="connsiteY90" fmla="*/ 907256 h 1890712"/>
              <a:gd name="connsiteX91" fmla="*/ 1254919 w 2543175"/>
              <a:gd name="connsiteY91" fmla="*/ 914400 h 1890712"/>
              <a:gd name="connsiteX92" fmla="*/ 1269207 w 2543175"/>
              <a:gd name="connsiteY92" fmla="*/ 921544 h 1890712"/>
              <a:gd name="connsiteX93" fmla="*/ 1290638 w 2543175"/>
              <a:gd name="connsiteY93" fmla="*/ 935831 h 1890712"/>
              <a:gd name="connsiteX94" fmla="*/ 1307307 w 2543175"/>
              <a:gd name="connsiteY94" fmla="*/ 952500 h 1890712"/>
              <a:gd name="connsiteX95" fmla="*/ 1333500 w 2543175"/>
              <a:gd name="connsiteY95" fmla="*/ 971550 h 1890712"/>
              <a:gd name="connsiteX96" fmla="*/ 1359694 w 2543175"/>
              <a:gd name="connsiteY96" fmla="*/ 990600 h 1890712"/>
              <a:gd name="connsiteX97" fmla="*/ 1373982 w 2543175"/>
              <a:gd name="connsiteY97" fmla="*/ 997744 h 1890712"/>
              <a:gd name="connsiteX98" fmla="*/ 1388269 w 2543175"/>
              <a:gd name="connsiteY98" fmla="*/ 1007269 h 1890712"/>
              <a:gd name="connsiteX99" fmla="*/ 1414463 w 2543175"/>
              <a:gd name="connsiteY99" fmla="*/ 1019175 h 1890712"/>
              <a:gd name="connsiteX100" fmla="*/ 1428750 w 2543175"/>
              <a:gd name="connsiteY100" fmla="*/ 1026319 h 1890712"/>
              <a:gd name="connsiteX101" fmla="*/ 1471613 w 2543175"/>
              <a:gd name="connsiteY101" fmla="*/ 1059656 h 1890712"/>
              <a:gd name="connsiteX102" fmla="*/ 1495425 w 2543175"/>
              <a:gd name="connsiteY102" fmla="*/ 1088231 h 1890712"/>
              <a:gd name="connsiteX103" fmla="*/ 1547812 w 2543175"/>
              <a:gd name="connsiteY103" fmla="*/ 1133475 h 1890712"/>
              <a:gd name="connsiteX104" fmla="*/ 1597819 w 2543175"/>
              <a:gd name="connsiteY104" fmla="*/ 1154906 h 1890712"/>
              <a:gd name="connsiteX105" fmla="*/ 1604963 w 2543175"/>
              <a:gd name="connsiteY105" fmla="*/ 1162050 h 1890712"/>
              <a:gd name="connsiteX106" fmla="*/ 1612107 w 2543175"/>
              <a:gd name="connsiteY106" fmla="*/ 1166812 h 1890712"/>
              <a:gd name="connsiteX107" fmla="*/ 1628775 w 2543175"/>
              <a:gd name="connsiteY107" fmla="*/ 1183481 h 1890712"/>
              <a:gd name="connsiteX108" fmla="*/ 1662113 w 2543175"/>
              <a:gd name="connsiteY108" fmla="*/ 1209675 h 1890712"/>
              <a:gd name="connsiteX109" fmla="*/ 1678782 w 2543175"/>
              <a:gd name="connsiteY109" fmla="*/ 1226344 h 1890712"/>
              <a:gd name="connsiteX110" fmla="*/ 1700213 w 2543175"/>
              <a:gd name="connsiteY110" fmla="*/ 1247775 h 1890712"/>
              <a:gd name="connsiteX111" fmla="*/ 1712119 w 2543175"/>
              <a:gd name="connsiteY111" fmla="*/ 1259681 h 1890712"/>
              <a:gd name="connsiteX112" fmla="*/ 1733550 w 2543175"/>
              <a:gd name="connsiteY112" fmla="*/ 1273969 h 1890712"/>
              <a:gd name="connsiteX113" fmla="*/ 1743075 w 2543175"/>
              <a:gd name="connsiteY113" fmla="*/ 1283494 h 1890712"/>
              <a:gd name="connsiteX114" fmla="*/ 1754982 w 2543175"/>
              <a:gd name="connsiteY114" fmla="*/ 1290637 h 1890712"/>
              <a:gd name="connsiteX115" fmla="*/ 1766888 w 2543175"/>
              <a:gd name="connsiteY115" fmla="*/ 1300162 h 1890712"/>
              <a:gd name="connsiteX116" fmla="*/ 1783557 w 2543175"/>
              <a:gd name="connsiteY116" fmla="*/ 1307306 h 1890712"/>
              <a:gd name="connsiteX117" fmla="*/ 1790700 w 2543175"/>
              <a:gd name="connsiteY117" fmla="*/ 1312069 h 1890712"/>
              <a:gd name="connsiteX118" fmla="*/ 1800225 w 2543175"/>
              <a:gd name="connsiteY118" fmla="*/ 1319212 h 1890712"/>
              <a:gd name="connsiteX119" fmla="*/ 1807369 w 2543175"/>
              <a:gd name="connsiteY119" fmla="*/ 1321594 h 1890712"/>
              <a:gd name="connsiteX120" fmla="*/ 1824038 w 2543175"/>
              <a:gd name="connsiteY120" fmla="*/ 1333500 h 1890712"/>
              <a:gd name="connsiteX121" fmla="*/ 1843088 w 2543175"/>
              <a:gd name="connsiteY121" fmla="*/ 1352550 h 1890712"/>
              <a:gd name="connsiteX122" fmla="*/ 1852613 w 2543175"/>
              <a:gd name="connsiteY122" fmla="*/ 1359694 h 1890712"/>
              <a:gd name="connsiteX123" fmla="*/ 1859757 w 2543175"/>
              <a:gd name="connsiteY123" fmla="*/ 1366837 h 1890712"/>
              <a:gd name="connsiteX124" fmla="*/ 1869282 w 2543175"/>
              <a:gd name="connsiteY124" fmla="*/ 1371600 h 1890712"/>
              <a:gd name="connsiteX125" fmla="*/ 1883569 w 2543175"/>
              <a:gd name="connsiteY125" fmla="*/ 1388269 h 1890712"/>
              <a:gd name="connsiteX126" fmla="*/ 1893094 w 2543175"/>
              <a:gd name="connsiteY126" fmla="*/ 1395412 h 1890712"/>
              <a:gd name="connsiteX127" fmla="*/ 1902619 w 2543175"/>
              <a:gd name="connsiteY127" fmla="*/ 1404937 h 1890712"/>
              <a:gd name="connsiteX128" fmla="*/ 1912144 w 2543175"/>
              <a:gd name="connsiteY128" fmla="*/ 1409700 h 1890712"/>
              <a:gd name="connsiteX129" fmla="*/ 1931194 w 2543175"/>
              <a:gd name="connsiteY129" fmla="*/ 1421606 h 1890712"/>
              <a:gd name="connsiteX130" fmla="*/ 1935957 w 2543175"/>
              <a:gd name="connsiteY130" fmla="*/ 1428750 h 1890712"/>
              <a:gd name="connsiteX131" fmla="*/ 1952625 w 2543175"/>
              <a:gd name="connsiteY131" fmla="*/ 1438275 h 1890712"/>
              <a:gd name="connsiteX132" fmla="*/ 1971675 w 2543175"/>
              <a:gd name="connsiteY132" fmla="*/ 1450181 h 1890712"/>
              <a:gd name="connsiteX133" fmla="*/ 1981200 w 2543175"/>
              <a:gd name="connsiteY133" fmla="*/ 1454944 h 1890712"/>
              <a:gd name="connsiteX134" fmla="*/ 1997869 w 2543175"/>
              <a:gd name="connsiteY134" fmla="*/ 1471612 h 1890712"/>
              <a:gd name="connsiteX135" fmla="*/ 2007394 w 2543175"/>
              <a:gd name="connsiteY135" fmla="*/ 1478756 h 1890712"/>
              <a:gd name="connsiteX136" fmla="*/ 2016919 w 2543175"/>
              <a:gd name="connsiteY136" fmla="*/ 1483519 h 1890712"/>
              <a:gd name="connsiteX137" fmla="*/ 2024063 w 2543175"/>
              <a:gd name="connsiteY137" fmla="*/ 1490662 h 1890712"/>
              <a:gd name="connsiteX138" fmla="*/ 2033588 w 2543175"/>
              <a:gd name="connsiteY138" fmla="*/ 1495425 h 1890712"/>
              <a:gd name="connsiteX139" fmla="*/ 2040732 w 2543175"/>
              <a:gd name="connsiteY139" fmla="*/ 1502569 h 1890712"/>
              <a:gd name="connsiteX140" fmla="*/ 2047875 w 2543175"/>
              <a:gd name="connsiteY140" fmla="*/ 1507331 h 1890712"/>
              <a:gd name="connsiteX141" fmla="*/ 2057400 w 2543175"/>
              <a:gd name="connsiteY141" fmla="*/ 1514475 h 1890712"/>
              <a:gd name="connsiteX142" fmla="*/ 2064544 w 2543175"/>
              <a:gd name="connsiteY142" fmla="*/ 1519237 h 1890712"/>
              <a:gd name="connsiteX143" fmla="*/ 2071688 w 2543175"/>
              <a:gd name="connsiteY143" fmla="*/ 1526381 h 1890712"/>
              <a:gd name="connsiteX144" fmla="*/ 2081213 w 2543175"/>
              <a:gd name="connsiteY144" fmla="*/ 1531144 h 1890712"/>
              <a:gd name="connsiteX145" fmla="*/ 2090738 w 2543175"/>
              <a:gd name="connsiteY145" fmla="*/ 1538287 h 1890712"/>
              <a:gd name="connsiteX146" fmla="*/ 2109788 w 2543175"/>
              <a:gd name="connsiteY146" fmla="*/ 1547812 h 1890712"/>
              <a:gd name="connsiteX147" fmla="*/ 2131219 w 2543175"/>
              <a:gd name="connsiteY147" fmla="*/ 1562100 h 1890712"/>
              <a:gd name="connsiteX148" fmla="*/ 2140744 w 2543175"/>
              <a:gd name="connsiteY148" fmla="*/ 1566862 h 1890712"/>
              <a:gd name="connsiteX149" fmla="*/ 2152650 w 2543175"/>
              <a:gd name="connsiteY149" fmla="*/ 1576387 h 1890712"/>
              <a:gd name="connsiteX150" fmla="*/ 2181225 w 2543175"/>
              <a:gd name="connsiteY150" fmla="*/ 1590675 h 1890712"/>
              <a:gd name="connsiteX151" fmla="*/ 2200275 w 2543175"/>
              <a:gd name="connsiteY151" fmla="*/ 1607344 h 1890712"/>
              <a:gd name="connsiteX152" fmla="*/ 2207419 w 2543175"/>
              <a:gd name="connsiteY152" fmla="*/ 1612106 h 1890712"/>
              <a:gd name="connsiteX153" fmla="*/ 2216944 w 2543175"/>
              <a:gd name="connsiteY153" fmla="*/ 1619250 h 1890712"/>
              <a:gd name="connsiteX154" fmla="*/ 2224088 w 2543175"/>
              <a:gd name="connsiteY154" fmla="*/ 1624012 h 1890712"/>
              <a:gd name="connsiteX155" fmla="*/ 2247900 w 2543175"/>
              <a:gd name="connsiteY155" fmla="*/ 1643062 h 1890712"/>
              <a:gd name="connsiteX156" fmla="*/ 2255044 w 2543175"/>
              <a:gd name="connsiteY156" fmla="*/ 1650206 h 1890712"/>
              <a:gd name="connsiteX157" fmla="*/ 2281238 w 2543175"/>
              <a:gd name="connsiteY157" fmla="*/ 1664494 h 1890712"/>
              <a:gd name="connsiteX158" fmla="*/ 2297907 w 2543175"/>
              <a:gd name="connsiteY158" fmla="*/ 1674019 h 1890712"/>
              <a:gd name="connsiteX159" fmla="*/ 2312194 w 2543175"/>
              <a:gd name="connsiteY159" fmla="*/ 1685925 h 1890712"/>
              <a:gd name="connsiteX160" fmla="*/ 2328863 w 2543175"/>
              <a:gd name="connsiteY160" fmla="*/ 1697831 h 1890712"/>
              <a:gd name="connsiteX161" fmla="*/ 2350294 w 2543175"/>
              <a:gd name="connsiteY161" fmla="*/ 1712119 h 1890712"/>
              <a:gd name="connsiteX162" fmla="*/ 2369344 w 2543175"/>
              <a:gd name="connsiteY162" fmla="*/ 1724025 h 1890712"/>
              <a:gd name="connsiteX163" fmla="*/ 2428876 w 2543175"/>
              <a:gd name="connsiteY163" fmla="*/ 1785938 h 1890712"/>
              <a:gd name="connsiteX164" fmla="*/ 2466975 w 2543175"/>
              <a:gd name="connsiteY164" fmla="*/ 1783556 h 1890712"/>
              <a:gd name="connsiteX165" fmla="*/ 2481263 w 2543175"/>
              <a:gd name="connsiteY165" fmla="*/ 1795462 h 1890712"/>
              <a:gd name="connsiteX166" fmla="*/ 2486025 w 2543175"/>
              <a:gd name="connsiteY166" fmla="*/ 1802606 h 1890712"/>
              <a:gd name="connsiteX167" fmla="*/ 2514600 w 2543175"/>
              <a:gd name="connsiteY167" fmla="*/ 1850231 h 1890712"/>
              <a:gd name="connsiteX168" fmla="*/ 2519363 w 2543175"/>
              <a:gd name="connsiteY168" fmla="*/ 1857375 h 1890712"/>
              <a:gd name="connsiteX169" fmla="*/ 2540794 w 2543175"/>
              <a:gd name="connsiteY169" fmla="*/ 1883569 h 1890712"/>
              <a:gd name="connsiteX170" fmla="*/ 2543175 w 2543175"/>
              <a:gd name="connsiteY17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33375 w 2543175"/>
              <a:gd name="connsiteY25" fmla="*/ 228600 h 1890712"/>
              <a:gd name="connsiteX26" fmla="*/ 354807 w 2543175"/>
              <a:gd name="connsiteY26" fmla="*/ 247650 h 1890712"/>
              <a:gd name="connsiteX27" fmla="*/ 366713 w 2543175"/>
              <a:gd name="connsiteY27" fmla="*/ 264319 h 1890712"/>
              <a:gd name="connsiteX28" fmla="*/ 371475 w 2543175"/>
              <a:gd name="connsiteY28" fmla="*/ 271462 h 1890712"/>
              <a:gd name="connsiteX29" fmla="*/ 385763 w 2543175"/>
              <a:gd name="connsiteY29" fmla="*/ 283369 h 1890712"/>
              <a:gd name="connsiteX30" fmla="*/ 404813 w 2543175"/>
              <a:gd name="connsiteY30" fmla="*/ 295275 h 1890712"/>
              <a:gd name="connsiteX31" fmla="*/ 411957 w 2543175"/>
              <a:gd name="connsiteY31" fmla="*/ 297656 h 1890712"/>
              <a:gd name="connsiteX32" fmla="*/ 466725 w 2543175"/>
              <a:gd name="connsiteY32" fmla="*/ 328612 h 1890712"/>
              <a:gd name="connsiteX33" fmla="*/ 476250 w 2543175"/>
              <a:gd name="connsiteY33" fmla="*/ 335756 h 1890712"/>
              <a:gd name="connsiteX34" fmla="*/ 481013 w 2543175"/>
              <a:gd name="connsiteY34" fmla="*/ 342900 h 1890712"/>
              <a:gd name="connsiteX35" fmla="*/ 490538 w 2543175"/>
              <a:gd name="connsiteY35" fmla="*/ 352425 h 1890712"/>
              <a:gd name="connsiteX36" fmla="*/ 495300 w 2543175"/>
              <a:gd name="connsiteY36" fmla="*/ 359569 h 1890712"/>
              <a:gd name="connsiteX37" fmla="*/ 509588 w 2543175"/>
              <a:gd name="connsiteY37" fmla="*/ 376237 h 1890712"/>
              <a:gd name="connsiteX38" fmla="*/ 514350 w 2543175"/>
              <a:gd name="connsiteY38" fmla="*/ 383381 h 1890712"/>
              <a:gd name="connsiteX39" fmla="*/ 531019 w 2543175"/>
              <a:gd name="connsiteY39" fmla="*/ 397669 h 1890712"/>
              <a:gd name="connsiteX40" fmla="*/ 538163 w 2543175"/>
              <a:gd name="connsiteY40" fmla="*/ 407194 h 1890712"/>
              <a:gd name="connsiteX41" fmla="*/ 554832 w 2543175"/>
              <a:gd name="connsiteY41" fmla="*/ 421481 h 1890712"/>
              <a:gd name="connsiteX42" fmla="*/ 564357 w 2543175"/>
              <a:gd name="connsiteY42" fmla="*/ 431006 h 1890712"/>
              <a:gd name="connsiteX43" fmla="*/ 573882 w 2543175"/>
              <a:gd name="connsiteY43" fmla="*/ 438150 h 1890712"/>
              <a:gd name="connsiteX44" fmla="*/ 595313 w 2543175"/>
              <a:gd name="connsiteY44" fmla="*/ 454819 h 1890712"/>
              <a:gd name="connsiteX45" fmla="*/ 602457 w 2543175"/>
              <a:gd name="connsiteY45" fmla="*/ 457200 h 1890712"/>
              <a:gd name="connsiteX46" fmla="*/ 628650 w 2543175"/>
              <a:gd name="connsiteY46" fmla="*/ 469106 h 1890712"/>
              <a:gd name="connsiteX47" fmla="*/ 645319 w 2543175"/>
              <a:gd name="connsiteY47" fmla="*/ 483394 h 1890712"/>
              <a:gd name="connsiteX48" fmla="*/ 654844 w 2543175"/>
              <a:gd name="connsiteY48" fmla="*/ 488156 h 1890712"/>
              <a:gd name="connsiteX49" fmla="*/ 661988 w 2543175"/>
              <a:gd name="connsiteY49" fmla="*/ 497681 h 1890712"/>
              <a:gd name="connsiteX50" fmla="*/ 683419 w 2543175"/>
              <a:gd name="connsiteY50" fmla="*/ 514350 h 1890712"/>
              <a:gd name="connsiteX51" fmla="*/ 700088 w 2543175"/>
              <a:gd name="connsiteY51" fmla="*/ 526256 h 1890712"/>
              <a:gd name="connsiteX52" fmla="*/ 709613 w 2543175"/>
              <a:gd name="connsiteY52" fmla="*/ 535781 h 1890712"/>
              <a:gd name="connsiteX53" fmla="*/ 719138 w 2543175"/>
              <a:gd name="connsiteY53" fmla="*/ 542925 h 1890712"/>
              <a:gd name="connsiteX54" fmla="*/ 733425 w 2543175"/>
              <a:gd name="connsiteY54" fmla="*/ 557212 h 1890712"/>
              <a:gd name="connsiteX55" fmla="*/ 750094 w 2543175"/>
              <a:gd name="connsiteY55" fmla="*/ 569119 h 1890712"/>
              <a:gd name="connsiteX56" fmla="*/ 769144 w 2543175"/>
              <a:gd name="connsiteY56" fmla="*/ 581025 h 1890712"/>
              <a:gd name="connsiteX57" fmla="*/ 785813 w 2543175"/>
              <a:gd name="connsiteY57" fmla="*/ 590550 h 1890712"/>
              <a:gd name="connsiteX58" fmla="*/ 792957 w 2543175"/>
              <a:gd name="connsiteY58" fmla="*/ 600075 h 1890712"/>
              <a:gd name="connsiteX59" fmla="*/ 809625 w 2543175"/>
              <a:gd name="connsiteY59" fmla="*/ 611981 h 1890712"/>
              <a:gd name="connsiteX60" fmla="*/ 816769 w 2543175"/>
              <a:gd name="connsiteY60" fmla="*/ 619125 h 1890712"/>
              <a:gd name="connsiteX61" fmla="*/ 826294 w 2543175"/>
              <a:gd name="connsiteY61" fmla="*/ 626269 h 1890712"/>
              <a:gd name="connsiteX62" fmla="*/ 840582 w 2543175"/>
              <a:gd name="connsiteY62" fmla="*/ 638175 h 1890712"/>
              <a:gd name="connsiteX63" fmla="*/ 847725 w 2543175"/>
              <a:gd name="connsiteY63" fmla="*/ 645319 h 1890712"/>
              <a:gd name="connsiteX64" fmla="*/ 857250 w 2543175"/>
              <a:gd name="connsiteY64" fmla="*/ 652462 h 1890712"/>
              <a:gd name="connsiteX65" fmla="*/ 864394 w 2543175"/>
              <a:gd name="connsiteY65" fmla="*/ 657225 h 1890712"/>
              <a:gd name="connsiteX66" fmla="*/ 888207 w 2543175"/>
              <a:gd name="connsiteY66" fmla="*/ 676275 h 1890712"/>
              <a:gd name="connsiteX67" fmla="*/ 895350 w 2543175"/>
              <a:gd name="connsiteY67" fmla="*/ 681037 h 1890712"/>
              <a:gd name="connsiteX68" fmla="*/ 907257 w 2543175"/>
              <a:gd name="connsiteY68" fmla="*/ 683419 h 1890712"/>
              <a:gd name="connsiteX69" fmla="*/ 928688 w 2543175"/>
              <a:gd name="connsiteY69" fmla="*/ 695325 h 1890712"/>
              <a:gd name="connsiteX70" fmla="*/ 942975 w 2543175"/>
              <a:gd name="connsiteY70" fmla="*/ 700087 h 1890712"/>
              <a:gd name="connsiteX71" fmla="*/ 964407 w 2543175"/>
              <a:gd name="connsiteY71" fmla="*/ 716756 h 1890712"/>
              <a:gd name="connsiteX72" fmla="*/ 971550 w 2543175"/>
              <a:gd name="connsiteY72" fmla="*/ 723900 h 1890712"/>
              <a:gd name="connsiteX73" fmla="*/ 983457 w 2543175"/>
              <a:gd name="connsiteY73" fmla="*/ 733425 h 1890712"/>
              <a:gd name="connsiteX74" fmla="*/ 990600 w 2543175"/>
              <a:gd name="connsiteY74" fmla="*/ 738187 h 1890712"/>
              <a:gd name="connsiteX75" fmla="*/ 1007269 w 2543175"/>
              <a:gd name="connsiteY75" fmla="*/ 752475 h 1890712"/>
              <a:gd name="connsiteX76" fmla="*/ 1031082 w 2543175"/>
              <a:gd name="connsiteY76" fmla="*/ 766762 h 1890712"/>
              <a:gd name="connsiteX77" fmla="*/ 1042988 w 2543175"/>
              <a:gd name="connsiteY77" fmla="*/ 773906 h 1890712"/>
              <a:gd name="connsiteX78" fmla="*/ 1071563 w 2543175"/>
              <a:gd name="connsiteY78" fmla="*/ 785812 h 1890712"/>
              <a:gd name="connsiteX79" fmla="*/ 1097757 w 2543175"/>
              <a:gd name="connsiteY79" fmla="*/ 807244 h 1890712"/>
              <a:gd name="connsiteX80" fmla="*/ 1104900 w 2543175"/>
              <a:gd name="connsiteY80" fmla="*/ 814387 h 1890712"/>
              <a:gd name="connsiteX81" fmla="*/ 1121569 w 2543175"/>
              <a:gd name="connsiteY81" fmla="*/ 823912 h 1890712"/>
              <a:gd name="connsiteX82" fmla="*/ 1138238 w 2543175"/>
              <a:gd name="connsiteY82" fmla="*/ 835819 h 1890712"/>
              <a:gd name="connsiteX83" fmla="*/ 1147763 w 2543175"/>
              <a:gd name="connsiteY83" fmla="*/ 842962 h 1890712"/>
              <a:gd name="connsiteX84" fmla="*/ 1157288 w 2543175"/>
              <a:gd name="connsiteY84" fmla="*/ 847725 h 1890712"/>
              <a:gd name="connsiteX85" fmla="*/ 1178719 w 2543175"/>
              <a:gd name="connsiteY85" fmla="*/ 859631 h 1890712"/>
              <a:gd name="connsiteX86" fmla="*/ 1188244 w 2543175"/>
              <a:gd name="connsiteY86" fmla="*/ 866775 h 1890712"/>
              <a:gd name="connsiteX87" fmla="*/ 1195388 w 2543175"/>
              <a:gd name="connsiteY87" fmla="*/ 871537 h 1890712"/>
              <a:gd name="connsiteX88" fmla="*/ 1212057 w 2543175"/>
              <a:gd name="connsiteY88" fmla="*/ 883444 h 1890712"/>
              <a:gd name="connsiteX89" fmla="*/ 1226344 w 2543175"/>
              <a:gd name="connsiteY89" fmla="*/ 895350 h 1890712"/>
              <a:gd name="connsiteX90" fmla="*/ 1245394 w 2543175"/>
              <a:gd name="connsiteY90" fmla="*/ 907256 h 1890712"/>
              <a:gd name="connsiteX91" fmla="*/ 1254919 w 2543175"/>
              <a:gd name="connsiteY91" fmla="*/ 914400 h 1890712"/>
              <a:gd name="connsiteX92" fmla="*/ 1269207 w 2543175"/>
              <a:gd name="connsiteY92" fmla="*/ 921544 h 1890712"/>
              <a:gd name="connsiteX93" fmla="*/ 1290638 w 2543175"/>
              <a:gd name="connsiteY93" fmla="*/ 935831 h 1890712"/>
              <a:gd name="connsiteX94" fmla="*/ 1307307 w 2543175"/>
              <a:gd name="connsiteY94" fmla="*/ 952500 h 1890712"/>
              <a:gd name="connsiteX95" fmla="*/ 1333500 w 2543175"/>
              <a:gd name="connsiteY95" fmla="*/ 971550 h 1890712"/>
              <a:gd name="connsiteX96" fmla="*/ 1359694 w 2543175"/>
              <a:gd name="connsiteY96" fmla="*/ 990600 h 1890712"/>
              <a:gd name="connsiteX97" fmla="*/ 1373982 w 2543175"/>
              <a:gd name="connsiteY97" fmla="*/ 997744 h 1890712"/>
              <a:gd name="connsiteX98" fmla="*/ 1388269 w 2543175"/>
              <a:gd name="connsiteY98" fmla="*/ 1007269 h 1890712"/>
              <a:gd name="connsiteX99" fmla="*/ 1414463 w 2543175"/>
              <a:gd name="connsiteY99" fmla="*/ 1019175 h 1890712"/>
              <a:gd name="connsiteX100" fmla="*/ 1428750 w 2543175"/>
              <a:gd name="connsiteY100" fmla="*/ 1026319 h 1890712"/>
              <a:gd name="connsiteX101" fmla="*/ 1471613 w 2543175"/>
              <a:gd name="connsiteY101" fmla="*/ 1059656 h 1890712"/>
              <a:gd name="connsiteX102" fmla="*/ 1495425 w 2543175"/>
              <a:gd name="connsiteY102" fmla="*/ 1088231 h 1890712"/>
              <a:gd name="connsiteX103" fmla="*/ 1547812 w 2543175"/>
              <a:gd name="connsiteY103" fmla="*/ 1133475 h 1890712"/>
              <a:gd name="connsiteX104" fmla="*/ 1597819 w 2543175"/>
              <a:gd name="connsiteY104" fmla="*/ 1154906 h 1890712"/>
              <a:gd name="connsiteX105" fmla="*/ 1604963 w 2543175"/>
              <a:gd name="connsiteY105" fmla="*/ 1162050 h 1890712"/>
              <a:gd name="connsiteX106" fmla="*/ 1612107 w 2543175"/>
              <a:gd name="connsiteY106" fmla="*/ 1166812 h 1890712"/>
              <a:gd name="connsiteX107" fmla="*/ 1628775 w 2543175"/>
              <a:gd name="connsiteY107" fmla="*/ 1183481 h 1890712"/>
              <a:gd name="connsiteX108" fmla="*/ 1662113 w 2543175"/>
              <a:gd name="connsiteY108" fmla="*/ 1209675 h 1890712"/>
              <a:gd name="connsiteX109" fmla="*/ 1678782 w 2543175"/>
              <a:gd name="connsiteY109" fmla="*/ 1226344 h 1890712"/>
              <a:gd name="connsiteX110" fmla="*/ 1700213 w 2543175"/>
              <a:gd name="connsiteY110" fmla="*/ 1247775 h 1890712"/>
              <a:gd name="connsiteX111" fmla="*/ 1712119 w 2543175"/>
              <a:gd name="connsiteY111" fmla="*/ 1259681 h 1890712"/>
              <a:gd name="connsiteX112" fmla="*/ 1733550 w 2543175"/>
              <a:gd name="connsiteY112" fmla="*/ 1273969 h 1890712"/>
              <a:gd name="connsiteX113" fmla="*/ 1743075 w 2543175"/>
              <a:gd name="connsiteY113" fmla="*/ 1283494 h 1890712"/>
              <a:gd name="connsiteX114" fmla="*/ 1754982 w 2543175"/>
              <a:gd name="connsiteY114" fmla="*/ 1290637 h 1890712"/>
              <a:gd name="connsiteX115" fmla="*/ 1766888 w 2543175"/>
              <a:gd name="connsiteY115" fmla="*/ 1300162 h 1890712"/>
              <a:gd name="connsiteX116" fmla="*/ 1783557 w 2543175"/>
              <a:gd name="connsiteY116" fmla="*/ 1307306 h 1890712"/>
              <a:gd name="connsiteX117" fmla="*/ 1790700 w 2543175"/>
              <a:gd name="connsiteY117" fmla="*/ 1312069 h 1890712"/>
              <a:gd name="connsiteX118" fmla="*/ 1800225 w 2543175"/>
              <a:gd name="connsiteY118" fmla="*/ 1319212 h 1890712"/>
              <a:gd name="connsiteX119" fmla="*/ 1807369 w 2543175"/>
              <a:gd name="connsiteY119" fmla="*/ 1321594 h 1890712"/>
              <a:gd name="connsiteX120" fmla="*/ 1824038 w 2543175"/>
              <a:gd name="connsiteY120" fmla="*/ 1333500 h 1890712"/>
              <a:gd name="connsiteX121" fmla="*/ 1843088 w 2543175"/>
              <a:gd name="connsiteY121" fmla="*/ 1352550 h 1890712"/>
              <a:gd name="connsiteX122" fmla="*/ 1852613 w 2543175"/>
              <a:gd name="connsiteY122" fmla="*/ 1359694 h 1890712"/>
              <a:gd name="connsiteX123" fmla="*/ 1859757 w 2543175"/>
              <a:gd name="connsiteY123" fmla="*/ 1366837 h 1890712"/>
              <a:gd name="connsiteX124" fmla="*/ 1869282 w 2543175"/>
              <a:gd name="connsiteY124" fmla="*/ 1371600 h 1890712"/>
              <a:gd name="connsiteX125" fmla="*/ 1883569 w 2543175"/>
              <a:gd name="connsiteY125" fmla="*/ 1388269 h 1890712"/>
              <a:gd name="connsiteX126" fmla="*/ 1893094 w 2543175"/>
              <a:gd name="connsiteY126" fmla="*/ 1395412 h 1890712"/>
              <a:gd name="connsiteX127" fmla="*/ 1902619 w 2543175"/>
              <a:gd name="connsiteY127" fmla="*/ 1404937 h 1890712"/>
              <a:gd name="connsiteX128" fmla="*/ 1912144 w 2543175"/>
              <a:gd name="connsiteY128" fmla="*/ 1409700 h 1890712"/>
              <a:gd name="connsiteX129" fmla="*/ 1931194 w 2543175"/>
              <a:gd name="connsiteY129" fmla="*/ 1421606 h 1890712"/>
              <a:gd name="connsiteX130" fmla="*/ 1935957 w 2543175"/>
              <a:gd name="connsiteY130" fmla="*/ 1428750 h 1890712"/>
              <a:gd name="connsiteX131" fmla="*/ 1952625 w 2543175"/>
              <a:gd name="connsiteY131" fmla="*/ 1438275 h 1890712"/>
              <a:gd name="connsiteX132" fmla="*/ 1971675 w 2543175"/>
              <a:gd name="connsiteY132" fmla="*/ 1450181 h 1890712"/>
              <a:gd name="connsiteX133" fmla="*/ 1981200 w 2543175"/>
              <a:gd name="connsiteY133" fmla="*/ 1454944 h 1890712"/>
              <a:gd name="connsiteX134" fmla="*/ 1997869 w 2543175"/>
              <a:gd name="connsiteY134" fmla="*/ 1471612 h 1890712"/>
              <a:gd name="connsiteX135" fmla="*/ 2007394 w 2543175"/>
              <a:gd name="connsiteY135" fmla="*/ 1478756 h 1890712"/>
              <a:gd name="connsiteX136" fmla="*/ 2016919 w 2543175"/>
              <a:gd name="connsiteY136" fmla="*/ 1483519 h 1890712"/>
              <a:gd name="connsiteX137" fmla="*/ 2024063 w 2543175"/>
              <a:gd name="connsiteY137" fmla="*/ 1490662 h 1890712"/>
              <a:gd name="connsiteX138" fmla="*/ 2033588 w 2543175"/>
              <a:gd name="connsiteY138" fmla="*/ 1495425 h 1890712"/>
              <a:gd name="connsiteX139" fmla="*/ 2040732 w 2543175"/>
              <a:gd name="connsiteY139" fmla="*/ 1502569 h 1890712"/>
              <a:gd name="connsiteX140" fmla="*/ 2047875 w 2543175"/>
              <a:gd name="connsiteY140" fmla="*/ 1507331 h 1890712"/>
              <a:gd name="connsiteX141" fmla="*/ 2057400 w 2543175"/>
              <a:gd name="connsiteY141" fmla="*/ 1514475 h 1890712"/>
              <a:gd name="connsiteX142" fmla="*/ 2064544 w 2543175"/>
              <a:gd name="connsiteY142" fmla="*/ 1519237 h 1890712"/>
              <a:gd name="connsiteX143" fmla="*/ 2071688 w 2543175"/>
              <a:gd name="connsiteY143" fmla="*/ 1526381 h 1890712"/>
              <a:gd name="connsiteX144" fmla="*/ 2081213 w 2543175"/>
              <a:gd name="connsiteY144" fmla="*/ 1531144 h 1890712"/>
              <a:gd name="connsiteX145" fmla="*/ 2090738 w 2543175"/>
              <a:gd name="connsiteY145" fmla="*/ 1538287 h 1890712"/>
              <a:gd name="connsiteX146" fmla="*/ 2109788 w 2543175"/>
              <a:gd name="connsiteY146" fmla="*/ 1547812 h 1890712"/>
              <a:gd name="connsiteX147" fmla="*/ 2131219 w 2543175"/>
              <a:gd name="connsiteY147" fmla="*/ 1562100 h 1890712"/>
              <a:gd name="connsiteX148" fmla="*/ 2140744 w 2543175"/>
              <a:gd name="connsiteY148" fmla="*/ 1566862 h 1890712"/>
              <a:gd name="connsiteX149" fmla="*/ 2152650 w 2543175"/>
              <a:gd name="connsiteY149" fmla="*/ 1576387 h 1890712"/>
              <a:gd name="connsiteX150" fmla="*/ 2181225 w 2543175"/>
              <a:gd name="connsiteY150" fmla="*/ 1590675 h 1890712"/>
              <a:gd name="connsiteX151" fmla="*/ 2200275 w 2543175"/>
              <a:gd name="connsiteY151" fmla="*/ 1607344 h 1890712"/>
              <a:gd name="connsiteX152" fmla="*/ 2207419 w 2543175"/>
              <a:gd name="connsiteY152" fmla="*/ 1612106 h 1890712"/>
              <a:gd name="connsiteX153" fmla="*/ 2216944 w 2543175"/>
              <a:gd name="connsiteY153" fmla="*/ 1619250 h 1890712"/>
              <a:gd name="connsiteX154" fmla="*/ 2224088 w 2543175"/>
              <a:gd name="connsiteY154" fmla="*/ 1624012 h 1890712"/>
              <a:gd name="connsiteX155" fmla="*/ 2247900 w 2543175"/>
              <a:gd name="connsiteY155" fmla="*/ 1643062 h 1890712"/>
              <a:gd name="connsiteX156" fmla="*/ 2255044 w 2543175"/>
              <a:gd name="connsiteY156" fmla="*/ 1650206 h 1890712"/>
              <a:gd name="connsiteX157" fmla="*/ 2281238 w 2543175"/>
              <a:gd name="connsiteY157" fmla="*/ 1664494 h 1890712"/>
              <a:gd name="connsiteX158" fmla="*/ 2297907 w 2543175"/>
              <a:gd name="connsiteY158" fmla="*/ 1674019 h 1890712"/>
              <a:gd name="connsiteX159" fmla="*/ 2312194 w 2543175"/>
              <a:gd name="connsiteY159" fmla="*/ 1685925 h 1890712"/>
              <a:gd name="connsiteX160" fmla="*/ 2328863 w 2543175"/>
              <a:gd name="connsiteY160" fmla="*/ 1697831 h 1890712"/>
              <a:gd name="connsiteX161" fmla="*/ 2350294 w 2543175"/>
              <a:gd name="connsiteY161" fmla="*/ 1712119 h 1890712"/>
              <a:gd name="connsiteX162" fmla="*/ 2369344 w 2543175"/>
              <a:gd name="connsiteY162" fmla="*/ 1724025 h 1890712"/>
              <a:gd name="connsiteX163" fmla="*/ 2428876 w 2543175"/>
              <a:gd name="connsiteY163" fmla="*/ 1785938 h 1890712"/>
              <a:gd name="connsiteX164" fmla="*/ 2466975 w 2543175"/>
              <a:gd name="connsiteY164" fmla="*/ 1783556 h 1890712"/>
              <a:gd name="connsiteX165" fmla="*/ 2481263 w 2543175"/>
              <a:gd name="connsiteY165" fmla="*/ 1795462 h 1890712"/>
              <a:gd name="connsiteX166" fmla="*/ 2486025 w 2543175"/>
              <a:gd name="connsiteY166" fmla="*/ 1802606 h 1890712"/>
              <a:gd name="connsiteX167" fmla="*/ 2514600 w 2543175"/>
              <a:gd name="connsiteY167" fmla="*/ 1850231 h 1890712"/>
              <a:gd name="connsiteX168" fmla="*/ 2519363 w 2543175"/>
              <a:gd name="connsiteY168" fmla="*/ 1857375 h 1890712"/>
              <a:gd name="connsiteX169" fmla="*/ 2540794 w 2543175"/>
              <a:gd name="connsiteY169" fmla="*/ 1883569 h 1890712"/>
              <a:gd name="connsiteX170" fmla="*/ 2543175 w 2543175"/>
              <a:gd name="connsiteY17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54807 w 2543175"/>
              <a:gd name="connsiteY25" fmla="*/ 247650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73982 w 2543175"/>
              <a:gd name="connsiteY96" fmla="*/ 997744 h 1890712"/>
              <a:gd name="connsiteX97" fmla="*/ 1388269 w 2543175"/>
              <a:gd name="connsiteY97" fmla="*/ 1007269 h 1890712"/>
              <a:gd name="connsiteX98" fmla="*/ 1414463 w 2543175"/>
              <a:gd name="connsiteY98" fmla="*/ 1019175 h 1890712"/>
              <a:gd name="connsiteX99" fmla="*/ 1428750 w 2543175"/>
              <a:gd name="connsiteY99" fmla="*/ 1026319 h 1890712"/>
              <a:gd name="connsiteX100" fmla="*/ 1471613 w 2543175"/>
              <a:gd name="connsiteY100" fmla="*/ 1059656 h 1890712"/>
              <a:gd name="connsiteX101" fmla="*/ 1495425 w 2543175"/>
              <a:gd name="connsiteY101" fmla="*/ 1088231 h 1890712"/>
              <a:gd name="connsiteX102" fmla="*/ 1547812 w 2543175"/>
              <a:gd name="connsiteY102" fmla="*/ 1133475 h 1890712"/>
              <a:gd name="connsiteX103" fmla="*/ 1597819 w 2543175"/>
              <a:gd name="connsiteY103" fmla="*/ 1154906 h 1890712"/>
              <a:gd name="connsiteX104" fmla="*/ 1604963 w 2543175"/>
              <a:gd name="connsiteY104" fmla="*/ 1162050 h 1890712"/>
              <a:gd name="connsiteX105" fmla="*/ 1612107 w 2543175"/>
              <a:gd name="connsiteY105" fmla="*/ 1166812 h 1890712"/>
              <a:gd name="connsiteX106" fmla="*/ 1628775 w 2543175"/>
              <a:gd name="connsiteY106" fmla="*/ 1183481 h 1890712"/>
              <a:gd name="connsiteX107" fmla="*/ 1662113 w 2543175"/>
              <a:gd name="connsiteY107" fmla="*/ 1209675 h 1890712"/>
              <a:gd name="connsiteX108" fmla="*/ 1678782 w 2543175"/>
              <a:gd name="connsiteY108" fmla="*/ 1226344 h 1890712"/>
              <a:gd name="connsiteX109" fmla="*/ 1700213 w 2543175"/>
              <a:gd name="connsiteY109" fmla="*/ 1247775 h 1890712"/>
              <a:gd name="connsiteX110" fmla="*/ 1712119 w 2543175"/>
              <a:gd name="connsiteY110" fmla="*/ 1259681 h 1890712"/>
              <a:gd name="connsiteX111" fmla="*/ 1733550 w 2543175"/>
              <a:gd name="connsiteY111" fmla="*/ 1273969 h 1890712"/>
              <a:gd name="connsiteX112" fmla="*/ 1743075 w 2543175"/>
              <a:gd name="connsiteY112" fmla="*/ 1283494 h 1890712"/>
              <a:gd name="connsiteX113" fmla="*/ 1754982 w 2543175"/>
              <a:gd name="connsiteY113" fmla="*/ 1290637 h 1890712"/>
              <a:gd name="connsiteX114" fmla="*/ 1766888 w 2543175"/>
              <a:gd name="connsiteY114" fmla="*/ 1300162 h 1890712"/>
              <a:gd name="connsiteX115" fmla="*/ 1783557 w 2543175"/>
              <a:gd name="connsiteY115" fmla="*/ 1307306 h 1890712"/>
              <a:gd name="connsiteX116" fmla="*/ 1790700 w 2543175"/>
              <a:gd name="connsiteY116" fmla="*/ 1312069 h 1890712"/>
              <a:gd name="connsiteX117" fmla="*/ 1800225 w 2543175"/>
              <a:gd name="connsiteY117" fmla="*/ 1319212 h 1890712"/>
              <a:gd name="connsiteX118" fmla="*/ 1807369 w 2543175"/>
              <a:gd name="connsiteY118" fmla="*/ 1321594 h 1890712"/>
              <a:gd name="connsiteX119" fmla="*/ 1824038 w 2543175"/>
              <a:gd name="connsiteY119" fmla="*/ 1333500 h 1890712"/>
              <a:gd name="connsiteX120" fmla="*/ 1843088 w 2543175"/>
              <a:gd name="connsiteY120" fmla="*/ 1352550 h 1890712"/>
              <a:gd name="connsiteX121" fmla="*/ 1852613 w 2543175"/>
              <a:gd name="connsiteY121" fmla="*/ 1359694 h 1890712"/>
              <a:gd name="connsiteX122" fmla="*/ 1859757 w 2543175"/>
              <a:gd name="connsiteY122" fmla="*/ 1366837 h 1890712"/>
              <a:gd name="connsiteX123" fmla="*/ 1869282 w 2543175"/>
              <a:gd name="connsiteY123" fmla="*/ 1371600 h 1890712"/>
              <a:gd name="connsiteX124" fmla="*/ 1883569 w 2543175"/>
              <a:gd name="connsiteY124" fmla="*/ 1388269 h 1890712"/>
              <a:gd name="connsiteX125" fmla="*/ 1893094 w 2543175"/>
              <a:gd name="connsiteY125" fmla="*/ 1395412 h 1890712"/>
              <a:gd name="connsiteX126" fmla="*/ 1902619 w 2543175"/>
              <a:gd name="connsiteY126" fmla="*/ 1404937 h 1890712"/>
              <a:gd name="connsiteX127" fmla="*/ 1912144 w 2543175"/>
              <a:gd name="connsiteY127" fmla="*/ 1409700 h 1890712"/>
              <a:gd name="connsiteX128" fmla="*/ 1931194 w 2543175"/>
              <a:gd name="connsiteY128" fmla="*/ 1421606 h 1890712"/>
              <a:gd name="connsiteX129" fmla="*/ 1935957 w 2543175"/>
              <a:gd name="connsiteY129" fmla="*/ 1428750 h 1890712"/>
              <a:gd name="connsiteX130" fmla="*/ 1952625 w 2543175"/>
              <a:gd name="connsiteY130" fmla="*/ 1438275 h 1890712"/>
              <a:gd name="connsiteX131" fmla="*/ 1971675 w 2543175"/>
              <a:gd name="connsiteY131" fmla="*/ 1450181 h 1890712"/>
              <a:gd name="connsiteX132" fmla="*/ 1981200 w 2543175"/>
              <a:gd name="connsiteY132" fmla="*/ 1454944 h 1890712"/>
              <a:gd name="connsiteX133" fmla="*/ 1997869 w 2543175"/>
              <a:gd name="connsiteY133" fmla="*/ 1471612 h 1890712"/>
              <a:gd name="connsiteX134" fmla="*/ 2007394 w 2543175"/>
              <a:gd name="connsiteY134" fmla="*/ 1478756 h 1890712"/>
              <a:gd name="connsiteX135" fmla="*/ 2016919 w 2543175"/>
              <a:gd name="connsiteY135" fmla="*/ 1483519 h 1890712"/>
              <a:gd name="connsiteX136" fmla="*/ 2024063 w 2543175"/>
              <a:gd name="connsiteY136" fmla="*/ 1490662 h 1890712"/>
              <a:gd name="connsiteX137" fmla="*/ 2033588 w 2543175"/>
              <a:gd name="connsiteY137" fmla="*/ 1495425 h 1890712"/>
              <a:gd name="connsiteX138" fmla="*/ 2040732 w 2543175"/>
              <a:gd name="connsiteY138" fmla="*/ 1502569 h 1890712"/>
              <a:gd name="connsiteX139" fmla="*/ 2047875 w 2543175"/>
              <a:gd name="connsiteY139" fmla="*/ 1507331 h 1890712"/>
              <a:gd name="connsiteX140" fmla="*/ 2057400 w 2543175"/>
              <a:gd name="connsiteY140" fmla="*/ 1514475 h 1890712"/>
              <a:gd name="connsiteX141" fmla="*/ 2064544 w 2543175"/>
              <a:gd name="connsiteY141" fmla="*/ 1519237 h 1890712"/>
              <a:gd name="connsiteX142" fmla="*/ 2071688 w 2543175"/>
              <a:gd name="connsiteY142" fmla="*/ 1526381 h 1890712"/>
              <a:gd name="connsiteX143" fmla="*/ 2081213 w 2543175"/>
              <a:gd name="connsiteY143" fmla="*/ 1531144 h 1890712"/>
              <a:gd name="connsiteX144" fmla="*/ 2090738 w 2543175"/>
              <a:gd name="connsiteY144" fmla="*/ 1538287 h 1890712"/>
              <a:gd name="connsiteX145" fmla="*/ 2109788 w 2543175"/>
              <a:gd name="connsiteY145" fmla="*/ 1547812 h 1890712"/>
              <a:gd name="connsiteX146" fmla="*/ 2131219 w 2543175"/>
              <a:gd name="connsiteY146" fmla="*/ 1562100 h 1890712"/>
              <a:gd name="connsiteX147" fmla="*/ 2140744 w 2543175"/>
              <a:gd name="connsiteY147" fmla="*/ 1566862 h 1890712"/>
              <a:gd name="connsiteX148" fmla="*/ 2152650 w 2543175"/>
              <a:gd name="connsiteY148" fmla="*/ 1576387 h 1890712"/>
              <a:gd name="connsiteX149" fmla="*/ 2181225 w 2543175"/>
              <a:gd name="connsiteY149" fmla="*/ 1590675 h 1890712"/>
              <a:gd name="connsiteX150" fmla="*/ 2200275 w 2543175"/>
              <a:gd name="connsiteY150" fmla="*/ 1607344 h 1890712"/>
              <a:gd name="connsiteX151" fmla="*/ 2207419 w 2543175"/>
              <a:gd name="connsiteY151" fmla="*/ 1612106 h 1890712"/>
              <a:gd name="connsiteX152" fmla="*/ 2216944 w 2543175"/>
              <a:gd name="connsiteY152" fmla="*/ 1619250 h 1890712"/>
              <a:gd name="connsiteX153" fmla="*/ 2224088 w 2543175"/>
              <a:gd name="connsiteY153" fmla="*/ 1624012 h 1890712"/>
              <a:gd name="connsiteX154" fmla="*/ 2247900 w 2543175"/>
              <a:gd name="connsiteY154" fmla="*/ 1643062 h 1890712"/>
              <a:gd name="connsiteX155" fmla="*/ 2255044 w 2543175"/>
              <a:gd name="connsiteY155" fmla="*/ 1650206 h 1890712"/>
              <a:gd name="connsiteX156" fmla="*/ 2281238 w 2543175"/>
              <a:gd name="connsiteY156" fmla="*/ 1664494 h 1890712"/>
              <a:gd name="connsiteX157" fmla="*/ 2297907 w 2543175"/>
              <a:gd name="connsiteY157" fmla="*/ 1674019 h 1890712"/>
              <a:gd name="connsiteX158" fmla="*/ 2312194 w 2543175"/>
              <a:gd name="connsiteY158" fmla="*/ 1685925 h 1890712"/>
              <a:gd name="connsiteX159" fmla="*/ 2328863 w 2543175"/>
              <a:gd name="connsiteY159" fmla="*/ 1697831 h 1890712"/>
              <a:gd name="connsiteX160" fmla="*/ 2350294 w 2543175"/>
              <a:gd name="connsiteY160" fmla="*/ 1712119 h 1890712"/>
              <a:gd name="connsiteX161" fmla="*/ 2369344 w 2543175"/>
              <a:gd name="connsiteY161" fmla="*/ 1724025 h 1890712"/>
              <a:gd name="connsiteX162" fmla="*/ 2428876 w 2543175"/>
              <a:gd name="connsiteY162" fmla="*/ 1785938 h 1890712"/>
              <a:gd name="connsiteX163" fmla="*/ 2466975 w 2543175"/>
              <a:gd name="connsiteY163" fmla="*/ 1783556 h 1890712"/>
              <a:gd name="connsiteX164" fmla="*/ 2481263 w 2543175"/>
              <a:gd name="connsiteY164" fmla="*/ 1795462 h 1890712"/>
              <a:gd name="connsiteX165" fmla="*/ 2486025 w 2543175"/>
              <a:gd name="connsiteY165" fmla="*/ 1802606 h 1890712"/>
              <a:gd name="connsiteX166" fmla="*/ 2514600 w 2543175"/>
              <a:gd name="connsiteY166" fmla="*/ 1850231 h 1890712"/>
              <a:gd name="connsiteX167" fmla="*/ 2519363 w 2543175"/>
              <a:gd name="connsiteY167" fmla="*/ 1857375 h 1890712"/>
              <a:gd name="connsiteX168" fmla="*/ 2540794 w 2543175"/>
              <a:gd name="connsiteY168" fmla="*/ 1883569 h 1890712"/>
              <a:gd name="connsiteX169" fmla="*/ 2543175 w 2543175"/>
              <a:gd name="connsiteY16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73982 w 2543175"/>
              <a:gd name="connsiteY96" fmla="*/ 997744 h 1890712"/>
              <a:gd name="connsiteX97" fmla="*/ 1388269 w 2543175"/>
              <a:gd name="connsiteY97" fmla="*/ 1007269 h 1890712"/>
              <a:gd name="connsiteX98" fmla="*/ 1414463 w 2543175"/>
              <a:gd name="connsiteY98" fmla="*/ 1019175 h 1890712"/>
              <a:gd name="connsiteX99" fmla="*/ 1428750 w 2543175"/>
              <a:gd name="connsiteY99" fmla="*/ 1026319 h 1890712"/>
              <a:gd name="connsiteX100" fmla="*/ 1471613 w 2543175"/>
              <a:gd name="connsiteY100" fmla="*/ 1059656 h 1890712"/>
              <a:gd name="connsiteX101" fmla="*/ 1495425 w 2543175"/>
              <a:gd name="connsiteY101" fmla="*/ 1088231 h 1890712"/>
              <a:gd name="connsiteX102" fmla="*/ 1547812 w 2543175"/>
              <a:gd name="connsiteY102" fmla="*/ 1133475 h 1890712"/>
              <a:gd name="connsiteX103" fmla="*/ 1597819 w 2543175"/>
              <a:gd name="connsiteY103" fmla="*/ 1154906 h 1890712"/>
              <a:gd name="connsiteX104" fmla="*/ 1604963 w 2543175"/>
              <a:gd name="connsiteY104" fmla="*/ 1162050 h 1890712"/>
              <a:gd name="connsiteX105" fmla="*/ 1612107 w 2543175"/>
              <a:gd name="connsiteY105" fmla="*/ 1166812 h 1890712"/>
              <a:gd name="connsiteX106" fmla="*/ 1628775 w 2543175"/>
              <a:gd name="connsiteY106" fmla="*/ 1183481 h 1890712"/>
              <a:gd name="connsiteX107" fmla="*/ 1662113 w 2543175"/>
              <a:gd name="connsiteY107" fmla="*/ 1209675 h 1890712"/>
              <a:gd name="connsiteX108" fmla="*/ 1678782 w 2543175"/>
              <a:gd name="connsiteY108" fmla="*/ 1226344 h 1890712"/>
              <a:gd name="connsiteX109" fmla="*/ 1700213 w 2543175"/>
              <a:gd name="connsiteY109" fmla="*/ 1247775 h 1890712"/>
              <a:gd name="connsiteX110" fmla="*/ 1712119 w 2543175"/>
              <a:gd name="connsiteY110" fmla="*/ 1259681 h 1890712"/>
              <a:gd name="connsiteX111" fmla="*/ 1733550 w 2543175"/>
              <a:gd name="connsiteY111" fmla="*/ 1273969 h 1890712"/>
              <a:gd name="connsiteX112" fmla="*/ 1743075 w 2543175"/>
              <a:gd name="connsiteY112" fmla="*/ 1283494 h 1890712"/>
              <a:gd name="connsiteX113" fmla="*/ 1754982 w 2543175"/>
              <a:gd name="connsiteY113" fmla="*/ 1290637 h 1890712"/>
              <a:gd name="connsiteX114" fmla="*/ 1766888 w 2543175"/>
              <a:gd name="connsiteY114" fmla="*/ 1300162 h 1890712"/>
              <a:gd name="connsiteX115" fmla="*/ 1783557 w 2543175"/>
              <a:gd name="connsiteY115" fmla="*/ 1307306 h 1890712"/>
              <a:gd name="connsiteX116" fmla="*/ 1790700 w 2543175"/>
              <a:gd name="connsiteY116" fmla="*/ 1312069 h 1890712"/>
              <a:gd name="connsiteX117" fmla="*/ 1800225 w 2543175"/>
              <a:gd name="connsiteY117" fmla="*/ 1319212 h 1890712"/>
              <a:gd name="connsiteX118" fmla="*/ 1807369 w 2543175"/>
              <a:gd name="connsiteY118" fmla="*/ 1321594 h 1890712"/>
              <a:gd name="connsiteX119" fmla="*/ 1824038 w 2543175"/>
              <a:gd name="connsiteY119" fmla="*/ 1333500 h 1890712"/>
              <a:gd name="connsiteX120" fmla="*/ 1843088 w 2543175"/>
              <a:gd name="connsiteY120" fmla="*/ 1352550 h 1890712"/>
              <a:gd name="connsiteX121" fmla="*/ 1852613 w 2543175"/>
              <a:gd name="connsiteY121" fmla="*/ 1359694 h 1890712"/>
              <a:gd name="connsiteX122" fmla="*/ 1859757 w 2543175"/>
              <a:gd name="connsiteY122" fmla="*/ 1366837 h 1890712"/>
              <a:gd name="connsiteX123" fmla="*/ 1869282 w 2543175"/>
              <a:gd name="connsiteY123" fmla="*/ 1371600 h 1890712"/>
              <a:gd name="connsiteX124" fmla="*/ 1883569 w 2543175"/>
              <a:gd name="connsiteY124" fmla="*/ 1388269 h 1890712"/>
              <a:gd name="connsiteX125" fmla="*/ 1893094 w 2543175"/>
              <a:gd name="connsiteY125" fmla="*/ 1395412 h 1890712"/>
              <a:gd name="connsiteX126" fmla="*/ 1902619 w 2543175"/>
              <a:gd name="connsiteY126" fmla="*/ 1404937 h 1890712"/>
              <a:gd name="connsiteX127" fmla="*/ 1912144 w 2543175"/>
              <a:gd name="connsiteY127" fmla="*/ 1409700 h 1890712"/>
              <a:gd name="connsiteX128" fmla="*/ 1931194 w 2543175"/>
              <a:gd name="connsiteY128" fmla="*/ 1421606 h 1890712"/>
              <a:gd name="connsiteX129" fmla="*/ 1935957 w 2543175"/>
              <a:gd name="connsiteY129" fmla="*/ 1428750 h 1890712"/>
              <a:gd name="connsiteX130" fmla="*/ 1952625 w 2543175"/>
              <a:gd name="connsiteY130" fmla="*/ 1438275 h 1890712"/>
              <a:gd name="connsiteX131" fmla="*/ 1971675 w 2543175"/>
              <a:gd name="connsiteY131" fmla="*/ 1450181 h 1890712"/>
              <a:gd name="connsiteX132" fmla="*/ 1981200 w 2543175"/>
              <a:gd name="connsiteY132" fmla="*/ 1454944 h 1890712"/>
              <a:gd name="connsiteX133" fmla="*/ 1997869 w 2543175"/>
              <a:gd name="connsiteY133" fmla="*/ 1471612 h 1890712"/>
              <a:gd name="connsiteX134" fmla="*/ 2007394 w 2543175"/>
              <a:gd name="connsiteY134" fmla="*/ 1478756 h 1890712"/>
              <a:gd name="connsiteX135" fmla="*/ 2016919 w 2543175"/>
              <a:gd name="connsiteY135" fmla="*/ 1483519 h 1890712"/>
              <a:gd name="connsiteX136" fmla="*/ 2024063 w 2543175"/>
              <a:gd name="connsiteY136" fmla="*/ 1490662 h 1890712"/>
              <a:gd name="connsiteX137" fmla="*/ 2033588 w 2543175"/>
              <a:gd name="connsiteY137" fmla="*/ 1495425 h 1890712"/>
              <a:gd name="connsiteX138" fmla="*/ 2040732 w 2543175"/>
              <a:gd name="connsiteY138" fmla="*/ 1502569 h 1890712"/>
              <a:gd name="connsiteX139" fmla="*/ 2047875 w 2543175"/>
              <a:gd name="connsiteY139" fmla="*/ 1507331 h 1890712"/>
              <a:gd name="connsiteX140" fmla="*/ 2057400 w 2543175"/>
              <a:gd name="connsiteY140" fmla="*/ 1514475 h 1890712"/>
              <a:gd name="connsiteX141" fmla="*/ 2064544 w 2543175"/>
              <a:gd name="connsiteY141" fmla="*/ 1519237 h 1890712"/>
              <a:gd name="connsiteX142" fmla="*/ 2071688 w 2543175"/>
              <a:gd name="connsiteY142" fmla="*/ 1526381 h 1890712"/>
              <a:gd name="connsiteX143" fmla="*/ 2081213 w 2543175"/>
              <a:gd name="connsiteY143" fmla="*/ 1531144 h 1890712"/>
              <a:gd name="connsiteX144" fmla="*/ 2090738 w 2543175"/>
              <a:gd name="connsiteY144" fmla="*/ 1538287 h 1890712"/>
              <a:gd name="connsiteX145" fmla="*/ 2109788 w 2543175"/>
              <a:gd name="connsiteY145" fmla="*/ 1547812 h 1890712"/>
              <a:gd name="connsiteX146" fmla="*/ 2131219 w 2543175"/>
              <a:gd name="connsiteY146" fmla="*/ 1562100 h 1890712"/>
              <a:gd name="connsiteX147" fmla="*/ 2140744 w 2543175"/>
              <a:gd name="connsiteY147" fmla="*/ 1566862 h 1890712"/>
              <a:gd name="connsiteX148" fmla="*/ 2152650 w 2543175"/>
              <a:gd name="connsiteY148" fmla="*/ 1576387 h 1890712"/>
              <a:gd name="connsiteX149" fmla="*/ 2181225 w 2543175"/>
              <a:gd name="connsiteY149" fmla="*/ 1590675 h 1890712"/>
              <a:gd name="connsiteX150" fmla="*/ 2200275 w 2543175"/>
              <a:gd name="connsiteY150" fmla="*/ 1607344 h 1890712"/>
              <a:gd name="connsiteX151" fmla="*/ 2207419 w 2543175"/>
              <a:gd name="connsiteY151" fmla="*/ 1612106 h 1890712"/>
              <a:gd name="connsiteX152" fmla="*/ 2216944 w 2543175"/>
              <a:gd name="connsiteY152" fmla="*/ 1619250 h 1890712"/>
              <a:gd name="connsiteX153" fmla="*/ 2224088 w 2543175"/>
              <a:gd name="connsiteY153" fmla="*/ 1624012 h 1890712"/>
              <a:gd name="connsiteX154" fmla="*/ 2247900 w 2543175"/>
              <a:gd name="connsiteY154" fmla="*/ 1643062 h 1890712"/>
              <a:gd name="connsiteX155" fmla="*/ 2255044 w 2543175"/>
              <a:gd name="connsiteY155" fmla="*/ 1650206 h 1890712"/>
              <a:gd name="connsiteX156" fmla="*/ 2281238 w 2543175"/>
              <a:gd name="connsiteY156" fmla="*/ 1664494 h 1890712"/>
              <a:gd name="connsiteX157" fmla="*/ 2297907 w 2543175"/>
              <a:gd name="connsiteY157" fmla="*/ 1674019 h 1890712"/>
              <a:gd name="connsiteX158" fmla="*/ 2312194 w 2543175"/>
              <a:gd name="connsiteY158" fmla="*/ 1685925 h 1890712"/>
              <a:gd name="connsiteX159" fmla="*/ 2328863 w 2543175"/>
              <a:gd name="connsiteY159" fmla="*/ 1697831 h 1890712"/>
              <a:gd name="connsiteX160" fmla="*/ 2350294 w 2543175"/>
              <a:gd name="connsiteY160" fmla="*/ 1712119 h 1890712"/>
              <a:gd name="connsiteX161" fmla="*/ 2369344 w 2543175"/>
              <a:gd name="connsiteY161" fmla="*/ 1724025 h 1890712"/>
              <a:gd name="connsiteX162" fmla="*/ 2428876 w 2543175"/>
              <a:gd name="connsiteY162" fmla="*/ 1785938 h 1890712"/>
              <a:gd name="connsiteX163" fmla="*/ 2466975 w 2543175"/>
              <a:gd name="connsiteY163" fmla="*/ 1783556 h 1890712"/>
              <a:gd name="connsiteX164" fmla="*/ 2481263 w 2543175"/>
              <a:gd name="connsiteY164" fmla="*/ 1795462 h 1890712"/>
              <a:gd name="connsiteX165" fmla="*/ 2486025 w 2543175"/>
              <a:gd name="connsiteY165" fmla="*/ 1802606 h 1890712"/>
              <a:gd name="connsiteX166" fmla="*/ 2514600 w 2543175"/>
              <a:gd name="connsiteY166" fmla="*/ 1850231 h 1890712"/>
              <a:gd name="connsiteX167" fmla="*/ 2519363 w 2543175"/>
              <a:gd name="connsiteY167" fmla="*/ 1857375 h 1890712"/>
              <a:gd name="connsiteX168" fmla="*/ 2540794 w 2543175"/>
              <a:gd name="connsiteY168" fmla="*/ 1883569 h 1890712"/>
              <a:gd name="connsiteX169" fmla="*/ 2543175 w 2543175"/>
              <a:gd name="connsiteY16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73982 w 2543175"/>
              <a:gd name="connsiteY96" fmla="*/ 997744 h 1890712"/>
              <a:gd name="connsiteX97" fmla="*/ 1388269 w 2543175"/>
              <a:gd name="connsiteY97" fmla="*/ 1007269 h 1890712"/>
              <a:gd name="connsiteX98" fmla="*/ 1414463 w 2543175"/>
              <a:gd name="connsiteY98" fmla="*/ 1019175 h 1890712"/>
              <a:gd name="connsiteX99" fmla="*/ 1435894 w 2543175"/>
              <a:gd name="connsiteY99" fmla="*/ 1054894 h 1890712"/>
              <a:gd name="connsiteX100" fmla="*/ 1471613 w 2543175"/>
              <a:gd name="connsiteY100" fmla="*/ 1059656 h 1890712"/>
              <a:gd name="connsiteX101" fmla="*/ 1495425 w 2543175"/>
              <a:gd name="connsiteY101" fmla="*/ 1088231 h 1890712"/>
              <a:gd name="connsiteX102" fmla="*/ 1547812 w 2543175"/>
              <a:gd name="connsiteY102" fmla="*/ 1133475 h 1890712"/>
              <a:gd name="connsiteX103" fmla="*/ 1597819 w 2543175"/>
              <a:gd name="connsiteY103" fmla="*/ 1154906 h 1890712"/>
              <a:gd name="connsiteX104" fmla="*/ 1604963 w 2543175"/>
              <a:gd name="connsiteY104" fmla="*/ 1162050 h 1890712"/>
              <a:gd name="connsiteX105" fmla="*/ 1612107 w 2543175"/>
              <a:gd name="connsiteY105" fmla="*/ 1166812 h 1890712"/>
              <a:gd name="connsiteX106" fmla="*/ 1628775 w 2543175"/>
              <a:gd name="connsiteY106" fmla="*/ 1183481 h 1890712"/>
              <a:gd name="connsiteX107" fmla="*/ 1662113 w 2543175"/>
              <a:gd name="connsiteY107" fmla="*/ 1209675 h 1890712"/>
              <a:gd name="connsiteX108" fmla="*/ 1678782 w 2543175"/>
              <a:gd name="connsiteY108" fmla="*/ 1226344 h 1890712"/>
              <a:gd name="connsiteX109" fmla="*/ 1700213 w 2543175"/>
              <a:gd name="connsiteY109" fmla="*/ 1247775 h 1890712"/>
              <a:gd name="connsiteX110" fmla="*/ 1712119 w 2543175"/>
              <a:gd name="connsiteY110" fmla="*/ 1259681 h 1890712"/>
              <a:gd name="connsiteX111" fmla="*/ 1733550 w 2543175"/>
              <a:gd name="connsiteY111" fmla="*/ 1273969 h 1890712"/>
              <a:gd name="connsiteX112" fmla="*/ 1743075 w 2543175"/>
              <a:gd name="connsiteY112" fmla="*/ 1283494 h 1890712"/>
              <a:gd name="connsiteX113" fmla="*/ 1754982 w 2543175"/>
              <a:gd name="connsiteY113" fmla="*/ 1290637 h 1890712"/>
              <a:gd name="connsiteX114" fmla="*/ 1766888 w 2543175"/>
              <a:gd name="connsiteY114" fmla="*/ 1300162 h 1890712"/>
              <a:gd name="connsiteX115" fmla="*/ 1783557 w 2543175"/>
              <a:gd name="connsiteY115" fmla="*/ 1307306 h 1890712"/>
              <a:gd name="connsiteX116" fmla="*/ 1790700 w 2543175"/>
              <a:gd name="connsiteY116" fmla="*/ 1312069 h 1890712"/>
              <a:gd name="connsiteX117" fmla="*/ 1800225 w 2543175"/>
              <a:gd name="connsiteY117" fmla="*/ 1319212 h 1890712"/>
              <a:gd name="connsiteX118" fmla="*/ 1807369 w 2543175"/>
              <a:gd name="connsiteY118" fmla="*/ 1321594 h 1890712"/>
              <a:gd name="connsiteX119" fmla="*/ 1824038 w 2543175"/>
              <a:gd name="connsiteY119" fmla="*/ 1333500 h 1890712"/>
              <a:gd name="connsiteX120" fmla="*/ 1843088 w 2543175"/>
              <a:gd name="connsiteY120" fmla="*/ 1352550 h 1890712"/>
              <a:gd name="connsiteX121" fmla="*/ 1852613 w 2543175"/>
              <a:gd name="connsiteY121" fmla="*/ 1359694 h 1890712"/>
              <a:gd name="connsiteX122" fmla="*/ 1859757 w 2543175"/>
              <a:gd name="connsiteY122" fmla="*/ 1366837 h 1890712"/>
              <a:gd name="connsiteX123" fmla="*/ 1869282 w 2543175"/>
              <a:gd name="connsiteY123" fmla="*/ 1371600 h 1890712"/>
              <a:gd name="connsiteX124" fmla="*/ 1883569 w 2543175"/>
              <a:gd name="connsiteY124" fmla="*/ 1388269 h 1890712"/>
              <a:gd name="connsiteX125" fmla="*/ 1893094 w 2543175"/>
              <a:gd name="connsiteY125" fmla="*/ 1395412 h 1890712"/>
              <a:gd name="connsiteX126" fmla="*/ 1902619 w 2543175"/>
              <a:gd name="connsiteY126" fmla="*/ 1404937 h 1890712"/>
              <a:gd name="connsiteX127" fmla="*/ 1912144 w 2543175"/>
              <a:gd name="connsiteY127" fmla="*/ 1409700 h 1890712"/>
              <a:gd name="connsiteX128" fmla="*/ 1931194 w 2543175"/>
              <a:gd name="connsiteY128" fmla="*/ 1421606 h 1890712"/>
              <a:gd name="connsiteX129" fmla="*/ 1935957 w 2543175"/>
              <a:gd name="connsiteY129" fmla="*/ 1428750 h 1890712"/>
              <a:gd name="connsiteX130" fmla="*/ 1952625 w 2543175"/>
              <a:gd name="connsiteY130" fmla="*/ 1438275 h 1890712"/>
              <a:gd name="connsiteX131" fmla="*/ 1971675 w 2543175"/>
              <a:gd name="connsiteY131" fmla="*/ 1450181 h 1890712"/>
              <a:gd name="connsiteX132" fmla="*/ 1981200 w 2543175"/>
              <a:gd name="connsiteY132" fmla="*/ 1454944 h 1890712"/>
              <a:gd name="connsiteX133" fmla="*/ 1997869 w 2543175"/>
              <a:gd name="connsiteY133" fmla="*/ 1471612 h 1890712"/>
              <a:gd name="connsiteX134" fmla="*/ 2007394 w 2543175"/>
              <a:gd name="connsiteY134" fmla="*/ 1478756 h 1890712"/>
              <a:gd name="connsiteX135" fmla="*/ 2016919 w 2543175"/>
              <a:gd name="connsiteY135" fmla="*/ 1483519 h 1890712"/>
              <a:gd name="connsiteX136" fmla="*/ 2024063 w 2543175"/>
              <a:gd name="connsiteY136" fmla="*/ 1490662 h 1890712"/>
              <a:gd name="connsiteX137" fmla="*/ 2033588 w 2543175"/>
              <a:gd name="connsiteY137" fmla="*/ 1495425 h 1890712"/>
              <a:gd name="connsiteX138" fmla="*/ 2040732 w 2543175"/>
              <a:gd name="connsiteY138" fmla="*/ 1502569 h 1890712"/>
              <a:gd name="connsiteX139" fmla="*/ 2047875 w 2543175"/>
              <a:gd name="connsiteY139" fmla="*/ 1507331 h 1890712"/>
              <a:gd name="connsiteX140" fmla="*/ 2057400 w 2543175"/>
              <a:gd name="connsiteY140" fmla="*/ 1514475 h 1890712"/>
              <a:gd name="connsiteX141" fmla="*/ 2064544 w 2543175"/>
              <a:gd name="connsiteY141" fmla="*/ 1519237 h 1890712"/>
              <a:gd name="connsiteX142" fmla="*/ 2071688 w 2543175"/>
              <a:gd name="connsiteY142" fmla="*/ 1526381 h 1890712"/>
              <a:gd name="connsiteX143" fmla="*/ 2081213 w 2543175"/>
              <a:gd name="connsiteY143" fmla="*/ 1531144 h 1890712"/>
              <a:gd name="connsiteX144" fmla="*/ 2090738 w 2543175"/>
              <a:gd name="connsiteY144" fmla="*/ 1538287 h 1890712"/>
              <a:gd name="connsiteX145" fmla="*/ 2109788 w 2543175"/>
              <a:gd name="connsiteY145" fmla="*/ 1547812 h 1890712"/>
              <a:gd name="connsiteX146" fmla="*/ 2131219 w 2543175"/>
              <a:gd name="connsiteY146" fmla="*/ 1562100 h 1890712"/>
              <a:gd name="connsiteX147" fmla="*/ 2140744 w 2543175"/>
              <a:gd name="connsiteY147" fmla="*/ 1566862 h 1890712"/>
              <a:gd name="connsiteX148" fmla="*/ 2152650 w 2543175"/>
              <a:gd name="connsiteY148" fmla="*/ 1576387 h 1890712"/>
              <a:gd name="connsiteX149" fmla="*/ 2181225 w 2543175"/>
              <a:gd name="connsiteY149" fmla="*/ 1590675 h 1890712"/>
              <a:gd name="connsiteX150" fmla="*/ 2200275 w 2543175"/>
              <a:gd name="connsiteY150" fmla="*/ 1607344 h 1890712"/>
              <a:gd name="connsiteX151" fmla="*/ 2207419 w 2543175"/>
              <a:gd name="connsiteY151" fmla="*/ 1612106 h 1890712"/>
              <a:gd name="connsiteX152" fmla="*/ 2216944 w 2543175"/>
              <a:gd name="connsiteY152" fmla="*/ 1619250 h 1890712"/>
              <a:gd name="connsiteX153" fmla="*/ 2224088 w 2543175"/>
              <a:gd name="connsiteY153" fmla="*/ 1624012 h 1890712"/>
              <a:gd name="connsiteX154" fmla="*/ 2247900 w 2543175"/>
              <a:gd name="connsiteY154" fmla="*/ 1643062 h 1890712"/>
              <a:gd name="connsiteX155" fmla="*/ 2255044 w 2543175"/>
              <a:gd name="connsiteY155" fmla="*/ 1650206 h 1890712"/>
              <a:gd name="connsiteX156" fmla="*/ 2281238 w 2543175"/>
              <a:gd name="connsiteY156" fmla="*/ 1664494 h 1890712"/>
              <a:gd name="connsiteX157" fmla="*/ 2297907 w 2543175"/>
              <a:gd name="connsiteY157" fmla="*/ 1674019 h 1890712"/>
              <a:gd name="connsiteX158" fmla="*/ 2312194 w 2543175"/>
              <a:gd name="connsiteY158" fmla="*/ 1685925 h 1890712"/>
              <a:gd name="connsiteX159" fmla="*/ 2328863 w 2543175"/>
              <a:gd name="connsiteY159" fmla="*/ 1697831 h 1890712"/>
              <a:gd name="connsiteX160" fmla="*/ 2350294 w 2543175"/>
              <a:gd name="connsiteY160" fmla="*/ 1712119 h 1890712"/>
              <a:gd name="connsiteX161" fmla="*/ 2369344 w 2543175"/>
              <a:gd name="connsiteY161" fmla="*/ 1724025 h 1890712"/>
              <a:gd name="connsiteX162" fmla="*/ 2428876 w 2543175"/>
              <a:gd name="connsiteY162" fmla="*/ 1785938 h 1890712"/>
              <a:gd name="connsiteX163" fmla="*/ 2466975 w 2543175"/>
              <a:gd name="connsiteY163" fmla="*/ 1783556 h 1890712"/>
              <a:gd name="connsiteX164" fmla="*/ 2481263 w 2543175"/>
              <a:gd name="connsiteY164" fmla="*/ 1795462 h 1890712"/>
              <a:gd name="connsiteX165" fmla="*/ 2486025 w 2543175"/>
              <a:gd name="connsiteY165" fmla="*/ 1802606 h 1890712"/>
              <a:gd name="connsiteX166" fmla="*/ 2514600 w 2543175"/>
              <a:gd name="connsiteY166" fmla="*/ 1850231 h 1890712"/>
              <a:gd name="connsiteX167" fmla="*/ 2519363 w 2543175"/>
              <a:gd name="connsiteY167" fmla="*/ 1857375 h 1890712"/>
              <a:gd name="connsiteX168" fmla="*/ 2540794 w 2543175"/>
              <a:gd name="connsiteY168" fmla="*/ 1883569 h 1890712"/>
              <a:gd name="connsiteX169" fmla="*/ 2543175 w 2543175"/>
              <a:gd name="connsiteY16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73982 w 2543175"/>
              <a:gd name="connsiteY96" fmla="*/ 997744 h 1890712"/>
              <a:gd name="connsiteX97" fmla="*/ 1388269 w 2543175"/>
              <a:gd name="connsiteY97" fmla="*/ 1007269 h 1890712"/>
              <a:gd name="connsiteX98" fmla="*/ 1435894 w 2543175"/>
              <a:gd name="connsiteY98" fmla="*/ 1054894 h 1890712"/>
              <a:gd name="connsiteX99" fmla="*/ 1471613 w 2543175"/>
              <a:gd name="connsiteY99" fmla="*/ 1059656 h 1890712"/>
              <a:gd name="connsiteX100" fmla="*/ 1495425 w 2543175"/>
              <a:gd name="connsiteY100" fmla="*/ 1088231 h 1890712"/>
              <a:gd name="connsiteX101" fmla="*/ 1547812 w 2543175"/>
              <a:gd name="connsiteY101" fmla="*/ 1133475 h 1890712"/>
              <a:gd name="connsiteX102" fmla="*/ 1597819 w 2543175"/>
              <a:gd name="connsiteY102" fmla="*/ 1154906 h 1890712"/>
              <a:gd name="connsiteX103" fmla="*/ 1604963 w 2543175"/>
              <a:gd name="connsiteY103" fmla="*/ 1162050 h 1890712"/>
              <a:gd name="connsiteX104" fmla="*/ 1612107 w 2543175"/>
              <a:gd name="connsiteY104" fmla="*/ 1166812 h 1890712"/>
              <a:gd name="connsiteX105" fmla="*/ 1628775 w 2543175"/>
              <a:gd name="connsiteY105" fmla="*/ 1183481 h 1890712"/>
              <a:gd name="connsiteX106" fmla="*/ 1662113 w 2543175"/>
              <a:gd name="connsiteY106" fmla="*/ 1209675 h 1890712"/>
              <a:gd name="connsiteX107" fmla="*/ 1678782 w 2543175"/>
              <a:gd name="connsiteY107" fmla="*/ 1226344 h 1890712"/>
              <a:gd name="connsiteX108" fmla="*/ 1700213 w 2543175"/>
              <a:gd name="connsiteY108" fmla="*/ 1247775 h 1890712"/>
              <a:gd name="connsiteX109" fmla="*/ 1712119 w 2543175"/>
              <a:gd name="connsiteY109" fmla="*/ 1259681 h 1890712"/>
              <a:gd name="connsiteX110" fmla="*/ 1733550 w 2543175"/>
              <a:gd name="connsiteY110" fmla="*/ 1273969 h 1890712"/>
              <a:gd name="connsiteX111" fmla="*/ 1743075 w 2543175"/>
              <a:gd name="connsiteY111" fmla="*/ 1283494 h 1890712"/>
              <a:gd name="connsiteX112" fmla="*/ 1754982 w 2543175"/>
              <a:gd name="connsiteY112" fmla="*/ 1290637 h 1890712"/>
              <a:gd name="connsiteX113" fmla="*/ 1766888 w 2543175"/>
              <a:gd name="connsiteY113" fmla="*/ 1300162 h 1890712"/>
              <a:gd name="connsiteX114" fmla="*/ 1783557 w 2543175"/>
              <a:gd name="connsiteY114" fmla="*/ 1307306 h 1890712"/>
              <a:gd name="connsiteX115" fmla="*/ 1790700 w 2543175"/>
              <a:gd name="connsiteY115" fmla="*/ 1312069 h 1890712"/>
              <a:gd name="connsiteX116" fmla="*/ 1800225 w 2543175"/>
              <a:gd name="connsiteY116" fmla="*/ 1319212 h 1890712"/>
              <a:gd name="connsiteX117" fmla="*/ 1807369 w 2543175"/>
              <a:gd name="connsiteY117" fmla="*/ 1321594 h 1890712"/>
              <a:gd name="connsiteX118" fmla="*/ 1824038 w 2543175"/>
              <a:gd name="connsiteY118" fmla="*/ 1333500 h 1890712"/>
              <a:gd name="connsiteX119" fmla="*/ 1843088 w 2543175"/>
              <a:gd name="connsiteY119" fmla="*/ 1352550 h 1890712"/>
              <a:gd name="connsiteX120" fmla="*/ 1852613 w 2543175"/>
              <a:gd name="connsiteY120" fmla="*/ 1359694 h 1890712"/>
              <a:gd name="connsiteX121" fmla="*/ 1859757 w 2543175"/>
              <a:gd name="connsiteY121" fmla="*/ 1366837 h 1890712"/>
              <a:gd name="connsiteX122" fmla="*/ 1869282 w 2543175"/>
              <a:gd name="connsiteY122" fmla="*/ 1371600 h 1890712"/>
              <a:gd name="connsiteX123" fmla="*/ 1883569 w 2543175"/>
              <a:gd name="connsiteY123" fmla="*/ 1388269 h 1890712"/>
              <a:gd name="connsiteX124" fmla="*/ 1893094 w 2543175"/>
              <a:gd name="connsiteY124" fmla="*/ 1395412 h 1890712"/>
              <a:gd name="connsiteX125" fmla="*/ 1902619 w 2543175"/>
              <a:gd name="connsiteY125" fmla="*/ 1404937 h 1890712"/>
              <a:gd name="connsiteX126" fmla="*/ 1912144 w 2543175"/>
              <a:gd name="connsiteY126" fmla="*/ 1409700 h 1890712"/>
              <a:gd name="connsiteX127" fmla="*/ 1931194 w 2543175"/>
              <a:gd name="connsiteY127" fmla="*/ 1421606 h 1890712"/>
              <a:gd name="connsiteX128" fmla="*/ 1935957 w 2543175"/>
              <a:gd name="connsiteY128" fmla="*/ 1428750 h 1890712"/>
              <a:gd name="connsiteX129" fmla="*/ 1952625 w 2543175"/>
              <a:gd name="connsiteY129" fmla="*/ 1438275 h 1890712"/>
              <a:gd name="connsiteX130" fmla="*/ 1971675 w 2543175"/>
              <a:gd name="connsiteY130" fmla="*/ 1450181 h 1890712"/>
              <a:gd name="connsiteX131" fmla="*/ 1981200 w 2543175"/>
              <a:gd name="connsiteY131" fmla="*/ 1454944 h 1890712"/>
              <a:gd name="connsiteX132" fmla="*/ 1997869 w 2543175"/>
              <a:gd name="connsiteY132" fmla="*/ 1471612 h 1890712"/>
              <a:gd name="connsiteX133" fmla="*/ 2007394 w 2543175"/>
              <a:gd name="connsiteY133" fmla="*/ 1478756 h 1890712"/>
              <a:gd name="connsiteX134" fmla="*/ 2016919 w 2543175"/>
              <a:gd name="connsiteY134" fmla="*/ 1483519 h 1890712"/>
              <a:gd name="connsiteX135" fmla="*/ 2024063 w 2543175"/>
              <a:gd name="connsiteY135" fmla="*/ 1490662 h 1890712"/>
              <a:gd name="connsiteX136" fmla="*/ 2033588 w 2543175"/>
              <a:gd name="connsiteY136" fmla="*/ 1495425 h 1890712"/>
              <a:gd name="connsiteX137" fmla="*/ 2040732 w 2543175"/>
              <a:gd name="connsiteY137" fmla="*/ 1502569 h 1890712"/>
              <a:gd name="connsiteX138" fmla="*/ 2047875 w 2543175"/>
              <a:gd name="connsiteY138" fmla="*/ 1507331 h 1890712"/>
              <a:gd name="connsiteX139" fmla="*/ 2057400 w 2543175"/>
              <a:gd name="connsiteY139" fmla="*/ 1514475 h 1890712"/>
              <a:gd name="connsiteX140" fmla="*/ 2064544 w 2543175"/>
              <a:gd name="connsiteY140" fmla="*/ 1519237 h 1890712"/>
              <a:gd name="connsiteX141" fmla="*/ 2071688 w 2543175"/>
              <a:gd name="connsiteY141" fmla="*/ 1526381 h 1890712"/>
              <a:gd name="connsiteX142" fmla="*/ 2081213 w 2543175"/>
              <a:gd name="connsiteY142" fmla="*/ 1531144 h 1890712"/>
              <a:gd name="connsiteX143" fmla="*/ 2090738 w 2543175"/>
              <a:gd name="connsiteY143" fmla="*/ 1538287 h 1890712"/>
              <a:gd name="connsiteX144" fmla="*/ 2109788 w 2543175"/>
              <a:gd name="connsiteY144" fmla="*/ 1547812 h 1890712"/>
              <a:gd name="connsiteX145" fmla="*/ 2131219 w 2543175"/>
              <a:gd name="connsiteY145" fmla="*/ 1562100 h 1890712"/>
              <a:gd name="connsiteX146" fmla="*/ 2140744 w 2543175"/>
              <a:gd name="connsiteY146" fmla="*/ 1566862 h 1890712"/>
              <a:gd name="connsiteX147" fmla="*/ 2152650 w 2543175"/>
              <a:gd name="connsiteY147" fmla="*/ 1576387 h 1890712"/>
              <a:gd name="connsiteX148" fmla="*/ 2181225 w 2543175"/>
              <a:gd name="connsiteY148" fmla="*/ 1590675 h 1890712"/>
              <a:gd name="connsiteX149" fmla="*/ 2200275 w 2543175"/>
              <a:gd name="connsiteY149" fmla="*/ 1607344 h 1890712"/>
              <a:gd name="connsiteX150" fmla="*/ 2207419 w 2543175"/>
              <a:gd name="connsiteY150" fmla="*/ 1612106 h 1890712"/>
              <a:gd name="connsiteX151" fmla="*/ 2216944 w 2543175"/>
              <a:gd name="connsiteY151" fmla="*/ 1619250 h 1890712"/>
              <a:gd name="connsiteX152" fmla="*/ 2224088 w 2543175"/>
              <a:gd name="connsiteY152" fmla="*/ 1624012 h 1890712"/>
              <a:gd name="connsiteX153" fmla="*/ 2247900 w 2543175"/>
              <a:gd name="connsiteY153" fmla="*/ 1643062 h 1890712"/>
              <a:gd name="connsiteX154" fmla="*/ 2255044 w 2543175"/>
              <a:gd name="connsiteY154" fmla="*/ 1650206 h 1890712"/>
              <a:gd name="connsiteX155" fmla="*/ 2281238 w 2543175"/>
              <a:gd name="connsiteY155" fmla="*/ 1664494 h 1890712"/>
              <a:gd name="connsiteX156" fmla="*/ 2297907 w 2543175"/>
              <a:gd name="connsiteY156" fmla="*/ 1674019 h 1890712"/>
              <a:gd name="connsiteX157" fmla="*/ 2312194 w 2543175"/>
              <a:gd name="connsiteY157" fmla="*/ 1685925 h 1890712"/>
              <a:gd name="connsiteX158" fmla="*/ 2328863 w 2543175"/>
              <a:gd name="connsiteY158" fmla="*/ 1697831 h 1890712"/>
              <a:gd name="connsiteX159" fmla="*/ 2350294 w 2543175"/>
              <a:gd name="connsiteY159" fmla="*/ 1712119 h 1890712"/>
              <a:gd name="connsiteX160" fmla="*/ 2369344 w 2543175"/>
              <a:gd name="connsiteY160" fmla="*/ 1724025 h 1890712"/>
              <a:gd name="connsiteX161" fmla="*/ 2428876 w 2543175"/>
              <a:gd name="connsiteY161" fmla="*/ 1785938 h 1890712"/>
              <a:gd name="connsiteX162" fmla="*/ 2466975 w 2543175"/>
              <a:gd name="connsiteY162" fmla="*/ 1783556 h 1890712"/>
              <a:gd name="connsiteX163" fmla="*/ 2481263 w 2543175"/>
              <a:gd name="connsiteY163" fmla="*/ 1795462 h 1890712"/>
              <a:gd name="connsiteX164" fmla="*/ 2486025 w 2543175"/>
              <a:gd name="connsiteY164" fmla="*/ 1802606 h 1890712"/>
              <a:gd name="connsiteX165" fmla="*/ 2514600 w 2543175"/>
              <a:gd name="connsiteY165" fmla="*/ 1850231 h 1890712"/>
              <a:gd name="connsiteX166" fmla="*/ 2519363 w 2543175"/>
              <a:gd name="connsiteY166" fmla="*/ 1857375 h 1890712"/>
              <a:gd name="connsiteX167" fmla="*/ 2540794 w 2543175"/>
              <a:gd name="connsiteY167" fmla="*/ 1883569 h 1890712"/>
              <a:gd name="connsiteX168" fmla="*/ 2543175 w 2543175"/>
              <a:gd name="connsiteY168"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73982 w 2543175"/>
              <a:gd name="connsiteY96" fmla="*/ 997744 h 1890712"/>
              <a:gd name="connsiteX97" fmla="*/ 1435894 w 2543175"/>
              <a:gd name="connsiteY97" fmla="*/ 1054894 h 1890712"/>
              <a:gd name="connsiteX98" fmla="*/ 1471613 w 2543175"/>
              <a:gd name="connsiteY98" fmla="*/ 1059656 h 1890712"/>
              <a:gd name="connsiteX99" fmla="*/ 1495425 w 2543175"/>
              <a:gd name="connsiteY99" fmla="*/ 1088231 h 1890712"/>
              <a:gd name="connsiteX100" fmla="*/ 1547812 w 2543175"/>
              <a:gd name="connsiteY100" fmla="*/ 1133475 h 1890712"/>
              <a:gd name="connsiteX101" fmla="*/ 1597819 w 2543175"/>
              <a:gd name="connsiteY101" fmla="*/ 1154906 h 1890712"/>
              <a:gd name="connsiteX102" fmla="*/ 1604963 w 2543175"/>
              <a:gd name="connsiteY102" fmla="*/ 1162050 h 1890712"/>
              <a:gd name="connsiteX103" fmla="*/ 1612107 w 2543175"/>
              <a:gd name="connsiteY103" fmla="*/ 1166812 h 1890712"/>
              <a:gd name="connsiteX104" fmla="*/ 1628775 w 2543175"/>
              <a:gd name="connsiteY104" fmla="*/ 1183481 h 1890712"/>
              <a:gd name="connsiteX105" fmla="*/ 1662113 w 2543175"/>
              <a:gd name="connsiteY105" fmla="*/ 1209675 h 1890712"/>
              <a:gd name="connsiteX106" fmla="*/ 1678782 w 2543175"/>
              <a:gd name="connsiteY106" fmla="*/ 1226344 h 1890712"/>
              <a:gd name="connsiteX107" fmla="*/ 1700213 w 2543175"/>
              <a:gd name="connsiteY107" fmla="*/ 1247775 h 1890712"/>
              <a:gd name="connsiteX108" fmla="*/ 1712119 w 2543175"/>
              <a:gd name="connsiteY108" fmla="*/ 1259681 h 1890712"/>
              <a:gd name="connsiteX109" fmla="*/ 1733550 w 2543175"/>
              <a:gd name="connsiteY109" fmla="*/ 1273969 h 1890712"/>
              <a:gd name="connsiteX110" fmla="*/ 1743075 w 2543175"/>
              <a:gd name="connsiteY110" fmla="*/ 1283494 h 1890712"/>
              <a:gd name="connsiteX111" fmla="*/ 1754982 w 2543175"/>
              <a:gd name="connsiteY111" fmla="*/ 1290637 h 1890712"/>
              <a:gd name="connsiteX112" fmla="*/ 1766888 w 2543175"/>
              <a:gd name="connsiteY112" fmla="*/ 1300162 h 1890712"/>
              <a:gd name="connsiteX113" fmla="*/ 1783557 w 2543175"/>
              <a:gd name="connsiteY113" fmla="*/ 1307306 h 1890712"/>
              <a:gd name="connsiteX114" fmla="*/ 1790700 w 2543175"/>
              <a:gd name="connsiteY114" fmla="*/ 1312069 h 1890712"/>
              <a:gd name="connsiteX115" fmla="*/ 1800225 w 2543175"/>
              <a:gd name="connsiteY115" fmla="*/ 1319212 h 1890712"/>
              <a:gd name="connsiteX116" fmla="*/ 1807369 w 2543175"/>
              <a:gd name="connsiteY116" fmla="*/ 1321594 h 1890712"/>
              <a:gd name="connsiteX117" fmla="*/ 1824038 w 2543175"/>
              <a:gd name="connsiteY117" fmla="*/ 1333500 h 1890712"/>
              <a:gd name="connsiteX118" fmla="*/ 1843088 w 2543175"/>
              <a:gd name="connsiteY118" fmla="*/ 1352550 h 1890712"/>
              <a:gd name="connsiteX119" fmla="*/ 1852613 w 2543175"/>
              <a:gd name="connsiteY119" fmla="*/ 1359694 h 1890712"/>
              <a:gd name="connsiteX120" fmla="*/ 1859757 w 2543175"/>
              <a:gd name="connsiteY120" fmla="*/ 1366837 h 1890712"/>
              <a:gd name="connsiteX121" fmla="*/ 1869282 w 2543175"/>
              <a:gd name="connsiteY121" fmla="*/ 1371600 h 1890712"/>
              <a:gd name="connsiteX122" fmla="*/ 1883569 w 2543175"/>
              <a:gd name="connsiteY122" fmla="*/ 1388269 h 1890712"/>
              <a:gd name="connsiteX123" fmla="*/ 1893094 w 2543175"/>
              <a:gd name="connsiteY123" fmla="*/ 1395412 h 1890712"/>
              <a:gd name="connsiteX124" fmla="*/ 1902619 w 2543175"/>
              <a:gd name="connsiteY124" fmla="*/ 1404937 h 1890712"/>
              <a:gd name="connsiteX125" fmla="*/ 1912144 w 2543175"/>
              <a:gd name="connsiteY125" fmla="*/ 1409700 h 1890712"/>
              <a:gd name="connsiteX126" fmla="*/ 1931194 w 2543175"/>
              <a:gd name="connsiteY126" fmla="*/ 1421606 h 1890712"/>
              <a:gd name="connsiteX127" fmla="*/ 1935957 w 2543175"/>
              <a:gd name="connsiteY127" fmla="*/ 1428750 h 1890712"/>
              <a:gd name="connsiteX128" fmla="*/ 1952625 w 2543175"/>
              <a:gd name="connsiteY128" fmla="*/ 1438275 h 1890712"/>
              <a:gd name="connsiteX129" fmla="*/ 1971675 w 2543175"/>
              <a:gd name="connsiteY129" fmla="*/ 1450181 h 1890712"/>
              <a:gd name="connsiteX130" fmla="*/ 1981200 w 2543175"/>
              <a:gd name="connsiteY130" fmla="*/ 1454944 h 1890712"/>
              <a:gd name="connsiteX131" fmla="*/ 1997869 w 2543175"/>
              <a:gd name="connsiteY131" fmla="*/ 1471612 h 1890712"/>
              <a:gd name="connsiteX132" fmla="*/ 2007394 w 2543175"/>
              <a:gd name="connsiteY132" fmla="*/ 1478756 h 1890712"/>
              <a:gd name="connsiteX133" fmla="*/ 2016919 w 2543175"/>
              <a:gd name="connsiteY133" fmla="*/ 1483519 h 1890712"/>
              <a:gd name="connsiteX134" fmla="*/ 2024063 w 2543175"/>
              <a:gd name="connsiteY134" fmla="*/ 1490662 h 1890712"/>
              <a:gd name="connsiteX135" fmla="*/ 2033588 w 2543175"/>
              <a:gd name="connsiteY135" fmla="*/ 1495425 h 1890712"/>
              <a:gd name="connsiteX136" fmla="*/ 2040732 w 2543175"/>
              <a:gd name="connsiteY136" fmla="*/ 1502569 h 1890712"/>
              <a:gd name="connsiteX137" fmla="*/ 2047875 w 2543175"/>
              <a:gd name="connsiteY137" fmla="*/ 1507331 h 1890712"/>
              <a:gd name="connsiteX138" fmla="*/ 2057400 w 2543175"/>
              <a:gd name="connsiteY138" fmla="*/ 1514475 h 1890712"/>
              <a:gd name="connsiteX139" fmla="*/ 2064544 w 2543175"/>
              <a:gd name="connsiteY139" fmla="*/ 1519237 h 1890712"/>
              <a:gd name="connsiteX140" fmla="*/ 2071688 w 2543175"/>
              <a:gd name="connsiteY140" fmla="*/ 1526381 h 1890712"/>
              <a:gd name="connsiteX141" fmla="*/ 2081213 w 2543175"/>
              <a:gd name="connsiteY141" fmla="*/ 1531144 h 1890712"/>
              <a:gd name="connsiteX142" fmla="*/ 2090738 w 2543175"/>
              <a:gd name="connsiteY142" fmla="*/ 1538287 h 1890712"/>
              <a:gd name="connsiteX143" fmla="*/ 2109788 w 2543175"/>
              <a:gd name="connsiteY143" fmla="*/ 1547812 h 1890712"/>
              <a:gd name="connsiteX144" fmla="*/ 2131219 w 2543175"/>
              <a:gd name="connsiteY144" fmla="*/ 1562100 h 1890712"/>
              <a:gd name="connsiteX145" fmla="*/ 2140744 w 2543175"/>
              <a:gd name="connsiteY145" fmla="*/ 1566862 h 1890712"/>
              <a:gd name="connsiteX146" fmla="*/ 2152650 w 2543175"/>
              <a:gd name="connsiteY146" fmla="*/ 1576387 h 1890712"/>
              <a:gd name="connsiteX147" fmla="*/ 2181225 w 2543175"/>
              <a:gd name="connsiteY147" fmla="*/ 1590675 h 1890712"/>
              <a:gd name="connsiteX148" fmla="*/ 2200275 w 2543175"/>
              <a:gd name="connsiteY148" fmla="*/ 1607344 h 1890712"/>
              <a:gd name="connsiteX149" fmla="*/ 2207419 w 2543175"/>
              <a:gd name="connsiteY149" fmla="*/ 1612106 h 1890712"/>
              <a:gd name="connsiteX150" fmla="*/ 2216944 w 2543175"/>
              <a:gd name="connsiteY150" fmla="*/ 1619250 h 1890712"/>
              <a:gd name="connsiteX151" fmla="*/ 2224088 w 2543175"/>
              <a:gd name="connsiteY151" fmla="*/ 1624012 h 1890712"/>
              <a:gd name="connsiteX152" fmla="*/ 2247900 w 2543175"/>
              <a:gd name="connsiteY152" fmla="*/ 1643062 h 1890712"/>
              <a:gd name="connsiteX153" fmla="*/ 2255044 w 2543175"/>
              <a:gd name="connsiteY153" fmla="*/ 1650206 h 1890712"/>
              <a:gd name="connsiteX154" fmla="*/ 2281238 w 2543175"/>
              <a:gd name="connsiteY154" fmla="*/ 1664494 h 1890712"/>
              <a:gd name="connsiteX155" fmla="*/ 2297907 w 2543175"/>
              <a:gd name="connsiteY155" fmla="*/ 1674019 h 1890712"/>
              <a:gd name="connsiteX156" fmla="*/ 2312194 w 2543175"/>
              <a:gd name="connsiteY156" fmla="*/ 1685925 h 1890712"/>
              <a:gd name="connsiteX157" fmla="*/ 2328863 w 2543175"/>
              <a:gd name="connsiteY157" fmla="*/ 1697831 h 1890712"/>
              <a:gd name="connsiteX158" fmla="*/ 2350294 w 2543175"/>
              <a:gd name="connsiteY158" fmla="*/ 1712119 h 1890712"/>
              <a:gd name="connsiteX159" fmla="*/ 2369344 w 2543175"/>
              <a:gd name="connsiteY159" fmla="*/ 1724025 h 1890712"/>
              <a:gd name="connsiteX160" fmla="*/ 2428876 w 2543175"/>
              <a:gd name="connsiteY160" fmla="*/ 1785938 h 1890712"/>
              <a:gd name="connsiteX161" fmla="*/ 2466975 w 2543175"/>
              <a:gd name="connsiteY161" fmla="*/ 1783556 h 1890712"/>
              <a:gd name="connsiteX162" fmla="*/ 2481263 w 2543175"/>
              <a:gd name="connsiteY162" fmla="*/ 1795462 h 1890712"/>
              <a:gd name="connsiteX163" fmla="*/ 2486025 w 2543175"/>
              <a:gd name="connsiteY163" fmla="*/ 1802606 h 1890712"/>
              <a:gd name="connsiteX164" fmla="*/ 2514600 w 2543175"/>
              <a:gd name="connsiteY164" fmla="*/ 1850231 h 1890712"/>
              <a:gd name="connsiteX165" fmla="*/ 2519363 w 2543175"/>
              <a:gd name="connsiteY165" fmla="*/ 1857375 h 1890712"/>
              <a:gd name="connsiteX166" fmla="*/ 2540794 w 2543175"/>
              <a:gd name="connsiteY166" fmla="*/ 1883569 h 1890712"/>
              <a:gd name="connsiteX167" fmla="*/ 2543175 w 2543175"/>
              <a:gd name="connsiteY167"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71613 w 2543175"/>
              <a:gd name="connsiteY98" fmla="*/ 1059656 h 1890712"/>
              <a:gd name="connsiteX99" fmla="*/ 1495425 w 2543175"/>
              <a:gd name="connsiteY99" fmla="*/ 1088231 h 1890712"/>
              <a:gd name="connsiteX100" fmla="*/ 1547812 w 2543175"/>
              <a:gd name="connsiteY100" fmla="*/ 1133475 h 1890712"/>
              <a:gd name="connsiteX101" fmla="*/ 1597819 w 2543175"/>
              <a:gd name="connsiteY101" fmla="*/ 1154906 h 1890712"/>
              <a:gd name="connsiteX102" fmla="*/ 1604963 w 2543175"/>
              <a:gd name="connsiteY102" fmla="*/ 1162050 h 1890712"/>
              <a:gd name="connsiteX103" fmla="*/ 1612107 w 2543175"/>
              <a:gd name="connsiteY103" fmla="*/ 1166812 h 1890712"/>
              <a:gd name="connsiteX104" fmla="*/ 1628775 w 2543175"/>
              <a:gd name="connsiteY104" fmla="*/ 1183481 h 1890712"/>
              <a:gd name="connsiteX105" fmla="*/ 1662113 w 2543175"/>
              <a:gd name="connsiteY105" fmla="*/ 1209675 h 1890712"/>
              <a:gd name="connsiteX106" fmla="*/ 1678782 w 2543175"/>
              <a:gd name="connsiteY106" fmla="*/ 1226344 h 1890712"/>
              <a:gd name="connsiteX107" fmla="*/ 1700213 w 2543175"/>
              <a:gd name="connsiteY107" fmla="*/ 1247775 h 1890712"/>
              <a:gd name="connsiteX108" fmla="*/ 1712119 w 2543175"/>
              <a:gd name="connsiteY108" fmla="*/ 1259681 h 1890712"/>
              <a:gd name="connsiteX109" fmla="*/ 1733550 w 2543175"/>
              <a:gd name="connsiteY109" fmla="*/ 1273969 h 1890712"/>
              <a:gd name="connsiteX110" fmla="*/ 1743075 w 2543175"/>
              <a:gd name="connsiteY110" fmla="*/ 1283494 h 1890712"/>
              <a:gd name="connsiteX111" fmla="*/ 1754982 w 2543175"/>
              <a:gd name="connsiteY111" fmla="*/ 1290637 h 1890712"/>
              <a:gd name="connsiteX112" fmla="*/ 1766888 w 2543175"/>
              <a:gd name="connsiteY112" fmla="*/ 1300162 h 1890712"/>
              <a:gd name="connsiteX113" fmla="*/ 1783557 w 2543175"/>
              <a:gd name="connsiteY113" fmla="*/ 1307306 h 1890712"/>
              <a:gd name="connsiteX114" fmla="*/ 1790700 w 2543175"/>
              <a:gd name="connsiteY114" fmla="*/ 1312069 h 1890712"/>
              <a:gd name="connsiteX115" fmla="*/ 1800225 w 2543175"/>
              <a:gd name="connsiteY115" fmla="*/ 1319212 h 1890712"/>
              <a:gd name="connsiteX116" fmla="*/ 1807369 w 2543175"/>
              <a:gd name="connsiteY116" fmla="*/ 1321594 h 1890712"/>
              <a:gd name="connsiteX117" fmla="*/ 1824038 w 2543175"/>
              <a:gd name="connsiteY117" fmla="*/ 1333500 h 1890712"/>
              <a:gd name="connsiteX118" fmla="*/ 1843088 w 2543175"/>
              <a:gd name="connsiteY118" fmla="*/ 1352550 h 1890712"/>
              <a:gd name="connsiteX119" fmla="*/ 1852613 w 2543175"/>
              <a:gd name="connsiteY119" fmla="*/ 1359694 h 1890712"/>
              <a:gd name="connsiteX120" fmla="*/ 1859757 w 2543175"/>
              <a:gd name="connsiteY120" fmla="*/ 1366837 h 1890712"/>
              <a:gd name="connsiteX121" fmla="*/ 1869282 w 2543175"/>
              <a:gd name="connsiteY121" fmla="*/ 1371600 h 1890712"/>
              <a:gd name="connsiteX122" fmla="*/ 1883569 w 2543175"/>
              <a:gd name="connsiteY122" fmla="*/ 1388269 h 1890712"/>
              <a:gd name="connsiteX123" fmla="*/ 1893094 w 2543175"/>
              <a:gd name="connsiteY123" fmla="*/ 1395412 h 1890712"/>
              <a:gd name="connsiteX124" fmla="*/ 1902619 w 2543175"/>
              <a:gd name="connsiteY124" fmla="*/ 1404937 h 1890712"/>
              <a:gd name="connsiteX125" fmla="*/ 1912144 w 2543175"/>
              <a:gd name="connsiteY125" fmla="*/ 1409700 h 1890712"/>
              <a:gd name="connsiteX126" fmla="*/ 1931194 w 2543175"/>
              <a:gd name="connsiteY126" fmla="*/ 1421606 h 1890712"/>
              <a:gd name="connsiteX127" fmla="*/ 1935957 w 2543175"/>
              <a:gd name="connsiteY127" fmla="*/ 1428750 h 1890712"/>
              <a:gd name="connsiteX128" fmla="*/ 1952625 w 2543175"/>
              <a:gd name="connsiteY128" fmla="*/ 1438275 h 1890712"/>
              <a:gd name="connsiteX129" fmla="*/ 1971675 w 2543175"/>
              <a:gd name="connsiteY129" fmla="*/ 1450181 h 1890712"/>
              <a:gd name="connsiteX130" fmla="*/ 1981200 w 2543175"/>
              <a:gd name="connsiteY130" fmla="*/ 1454944 h 1890712"/>
              <a:gd name="connsiteX131" fmla="*/ 1997869 w 2543175"/>
              <a:gd name="connsiteY131" fmla="*/ 1471612 h 1890712"/>
              <a:gd name="connsiteX132" fmla="*/ 2007394 w 2543175"/>
              <a:gd name="connsiteY132" fmla="*/ 1478756 h 1890712"/>
              <a:gd name="connsiteX133" fmla="*/ 2016919 w 2543175"/>
              <a:gd name="connsiteY133" fmla="*/ 1483519 h 1890712"/>
              <a:gd name="connsiteX134" fmla="*/ 2024063 w 2543175"/>
              <a:gd name="connsiteY134" fmla="*/ 1490662 h 1890712"/>
              <a:gd name="connsiteX135" fmla="*/ 2033588 w 2543175"/>
              <a:gd name="connsiteY135" fmla="*/ 1495425 h 1890712"/>
              <a:gd name="connsiteX136" fmla="*/ 2040732 w 2543175"/>
              <a:gd name="connsiteY136" fmla="*/ 1502569 h 1890712"/>
              <a:gd name="connsiteX137" fmla="*/ 2047875 w 2543175"/>
              <a:gd name="connsiteY137" fmla="*/ 1507331 h 1890712"/>
              <a:gd name="connsiteX138" fmla="*/ 2057400 w 2543175"/>
              <a:gd name="connsiteY138" fmla="*/ 1514475 h 1890712"/>
              <a:gd name="connsiteX139" fmla="*/ 2064544 w 2543175"/>
              <a:gd name="connsiteY139" fmla="*/ 1519237 h 1890712"/>
              <a:gd name="connsiteX140" fmla="*/ 2071688 w 2543175"/>
              <a:gd name="connsiteY140" fmla="*/ 1526381 h 1890712"/>
              <a:gd name="connsiteX141" fmla="*/ 2081213 w 2543175"/>
              <a:gd name="connsiteY141" fmla="*/ 1531144 h 1890712"/>
              <a:gd name="connsiteX142" fmla="*/ 2090738 w 2543175"/>
              <a:gd name="connsiteY142" fmla="*/ 1538287 h 1890712"/>
              <a:gd name="connsiteX143" fmla="*/ 2109788 w 2543175"/>
              <a:gd name="connsiteY143" fmla="*/ 1547812 h 1890712"/>
              <a:gd name="connsiteX144" fmla="*/ 2131219 w 2543175"/>
              <a:gd name="connsiteY144" fmla="*/ 1562100 h 1890712"/>
              <a:gd name="connsiteX145" fmla="*/ 2140744 w 2543175"/>
              <a:gd name="connsiteY145" fmla="*/ 1566862 h 1890712"/>
              <a:gd name="connsiteX146" fmla="*/ 2152650 w 2543175"/>
              <a:gd name="connsiteY146" fmla="*/ 1576387 h 1890712"/>
              <a:gd name="connsiteX147" fmla="*/ 2181225 w 2543175"/>
              <a:gd name="connsiteY147" fmla="*/ 1590675 h 1890712"/>
              <a:gd name="connsiteX148" fmla="*/ 2200275 w 2543175"/>
              <a:gd name="connsiteY148" fmla="*/ 1607344 h 1890712"/>
              <a:gd name="connsiteX149" fmla="*/ 2207419 w 2543175"/>
              <a:gd name="connsiteY149" fmla="*/ 1612106 h 1890712"/>
              <a:gd name="connsiteX150" fmla="*/ 2216944 w 2543175"/>
              <a:gd name="connsiteY150" fmla="*/ 1619250 h 1890712"/>
              <a:gd name="connsiteX151" fmla="*/ 2224088 w 2543175"/>
              <a:gd name="connsiteY151" fmla="*/ 1624012 h 1890712"/>
              <a:gd name="connsiteX152" fmla="*/ 2247900 w 2543175"/>
              <a:gd name="connsiteY152" fmla="*/ 1643062 h 1890712"/>
              <a:gd name="connsiteX153" fmla="*/ 2255044 w 2543175"/>
              <a:gd name="connsiteY153" fmla="*/ 1650206 h 1890712"/>
              <a:gd name="connsiteX154" fmla="*/ 2281238 w 2543175"/>
              <a:gd name="connsiteY154" fmla="*/ 1664494 h 1890712"/>
              <a:gd name="connsiteX155" fmla="*/ 2297907 w 2543175"/>
              <a:gd name="connsiteY155" fmla="*/ 1674019 h 1890712"/>
              <a:gd name="connsiteX156" fmla="*/ 2312194 w 2543175"/>
              <a:gd name="connsiteY156" fmla="*/ 1685925 h 1890712"/>
              <a:gd name="connsiteX157" fmla="*/ 2328863 w 2543175"/>
              <a:gd name="connsiteY157" fmla="*/ 1697831 h 1890712"/>
              <a:gd name="connsiteX158" fmla="*/ 2350294 w 2543175"/>
              <a:gd name="connsiteY158" fmla="*/ 1712119 h 1890712"/>
              <a:gd name="connsiteX159" fmla="*/ 2369344 w 2543175"/>
              <a:gd name="connsiteY159" fmla="*/ 1724025 h 1890712"/>
              <a:gd name="connsiteX160" fmla="*/ 2428876 w 2543175"/>
              <a:gd name="connsiteY160" fmla="*/ 1785938 h 1890712"/>
              <a:gd name="connsiteX161" fmla="*/ 2466975 w 2543175"/>
              <a:gd name="connsiteY161" fmla="*/ 1783556 h 1890712"/>
              <a:gd name="connsiteX162" fmla="*/ 2481263 w 2543175"/>
              <a:gd name="connsiteY162" fmla="*/ 1795462 h 1890712"/>
              <a:gd name="connsiteX163" fmla="*/ 2486025 w 2543175"/>
              <a:gd name="connsiteY163" fmla="*/ 1802606 h 1890712"/>
              <a:gd name="connsiteX164" fmla="*/ 2514600 w 2543175"/>
              <a:gd name="connsiteY164" fmla="*/ 1850231 h 1890712"/>
              <a:gd name="connsiteX165" fmla="*/ 2519363 w 2543175"/>
              <a:gd name="connsiteY165" fmla="*/ 1857375 h 1890712"/>
              <a:gd name="connsiteX166" fmla="*/ 2540794 w 2543175"/>
              <a:gd name="connsiteY166" fmla="*/ 1883569 h 1890712"/>
              <a:gd name="connsiteX167" fmla="*/ 2543175 w 2543175"/>
              <a:gd name="connsiteY167"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5425 w 2543175"/>
              <a:gd name="connsiteY98" fmla="*/ 1088231 h 1890712"/>
              <a:gd name="connsiteX99" fmla="*/ 1547812 w 2543175"/>
              <a:gd name="connsiteY99" fmla="*/ 1133475 h 1890712"/>
              <a:gd name="connsiteX100" fmla="*/ 1597819 w 2543175"/>
              <a:gd name="connsiteY100" fmla="*/ 1154906 h 1890712"/>
              <a:gd name="connsiteX101" fmla="*/ 1604963 w 2543175"/>
              <a:gd name="connsiteY101" fmla="*/ 1162050 h 1890712"/>
              <a:gd name="connsiteX102" fmla="*/ 1612107 w 2543175"/>
              <a:gd name="connsiteY102" fmla="*/ 1166812 h 1890712"/>
              <a:gd name="connsiteX103" fmla="*/ 1628775 w 2543175"/>
              <a:gd name="connsiteY103" fmla="*/ 1183481 h 1890712"/>
              <a:gd name="connsiteX104" fmla="*/ 1662113 w 2543175"/>
              <a:gd name="connsiteY104" fmla="*/ 1209675 h 1890712"/>
              <a:gd name="connsiteX105" fmla="*/ 1678782 w 2543175"/>
              <a:gd name="connsiteY105" fmla="*/ 1226344 h 1890712"/>
              <a:gd name="connsiteX106" fmla="*/ 1700213 w 2543175"/>
              <a:gd name="connsiteY106" fmla="*/ 1247775 h 1890712"/>
              <a:gd name="connsiteX107" fmla="*/ 1712119 w 2543175"/>
              <a:gd name="connsiteY107" fmla="*/ 1259681 h 1890712"/>
              <a:gd name="connsiteX108" fmla="*/ 1733550 w 2543175"/>
              <a:gd name="connsiteY108" fmla="*/ 1273969 h 1890712"/>
              <a:gd name="connsiteX109" fmla="*/ 1743075 w 2543175"/>
              <a:gd name="connsiteY109" fmla="*/ 1283494 h 1890712"/>
              <a:gd name="connsiteX110" fmla="*/ 1754982 w 2543175"/>
              <a:gd name="connsiteY110" fmla="*/ 1290637 h 1890712"/>
              <a:gd name="connsiteX111" fmla="*/ 1766888 w 2543175"/>
              <a:gd name="connsiteY111" fmla="*/ 1300162 h 1890712"/>
              <a:gd name="connsiteX112" fmla="*/ 1783557 w 2543175"/>
              <a:gd name="connsiteY112" fmla="*/ 1307306 h 1890712"/>
              <a:gd name="connsiteX113" fmla="*/ 1790700 w 2543175"/>
              <a:gd name="connsiteY113" fmla="*/ 1312069 h 1890712"/>
              <a:gd name="connsiteX114" fmla="*/ 1800225 w 2543175"/>
              <a:gd name="connsiteY114" fmla="*/ 1319212 h 1890712"/>
              <a:gd name="connsiteX115" fmla="*/ 1807369 w 2543175"/>
              <a:gd name="connsiteY115" fmla="*/ 1321594 h 1890712"/>
              <a:gd name="connsiteX116" fmla="*/ 1824038 w 2543175"/>
              <a:gd name="connsiteY116" fmla="*/ 1333500 h 1890712"/>
              <a:gd name="connsiteX117" fmla="*/ 1843088 w 2543175"/>
              <a:gd name="connsiteY117" fmla="*/ 1352550 h 1890712"/>
              <a:gd name="connsiteX118" fmla="*/ 1852613 w 2543175"/>
              <a:gd name="connsiteY118" fmla="*/ 1359694 h 1890712"/>
              <a:gd name="connsiteX119" fmla="*/ 1859757 w 2543175"/>
              <a:gd name="connsiteY119" fmla="*/ 1366837 h 1890712"/>
              <a:gd name="connsiteX120" fmla="*/ 1869282 w 2543175"/>
              <a:gd name="connsiteY120" fmla="*/ 1371600 h 1890712"/>
              <a:gd name="connsiteX121" fmla="*/ 1883569 w 2543175"/>
              <a:gd name="connsiteY121" fmla="*/ 1388269 h 1890712"/>
              <a:gd name="connsiteX122" fmla="*/ 1893094 w 2543175"/>
              <a:gd name="connsiteY122" fmla="*/ 1395412 h 1890712"/>
              <a:gd name="connsiteX123" fmla="*/ 1902619 w 2543175"/>
              <a:gd name="connsiteY123" fmla="*/ 1404937 h 1890712"/>
              <a:gd name="connsiteX124" fmla="*/ 1912144 w 2543175"/>
              <a:gd name="connsiteY124" fmla="*/ 1409700 h 1890712"/>
              <a:gd name="connsiteX125" fmla="*/ 1931194 w 2543175"/>
              <a:gd name="connsiteY125" fmla="*/ 1421606 h 1890712"/>
              <a:gd name="connsiteX126" fmla="*/ 1935957 w 2543175"/>
              <a:gd name="connsiteY126" fmla="*/ 1428750 h 1890712"/>
              <a:gd name="connsiteX127" fmla="*/ 1952625 w 2543175"/>
              <a:gd name="connsiteY127" fmla="*/ 1438275 h 1890712"/>
              <a:gd name="connsiteX128" fmla="*/ 1971675 w 2543175"/>
              <a:gd name="connsiteY128" fmla="*/ 1450181 h 1890712"/>
              <a:gd name="connsiteX129" fmla="*/ 1981200 w 2543175"/>
              <a:gd name="connsiteY129" fmla="*/ 1454944 h 1890712"/>
              <a:gd name="connsiteX130" fmla="*/ 1997869 w 2543175"/>
              <a:gd name="connsiteY130" fmla="*/ 1471612 h 1890712"/>
              <a:gd name="connsiteX131" fmla="*/ 2007394 w 2543175"/>
              <a:gd name="connsiteY131" fmla="*/ 1478756 h 1890712"/>
              <a:gd name="connsiteX132" fmla="*/ 2016919 w 2543175"/>
              <a:gd name="connsiteY132" fmla="*/ 1483519 h 1890712"/>
              <a:gd name="connsiteX133" fmla="*/ 2024063 w 2543175"/>
              <a:gd name="connsiteY133" fmla="*/ 1490662 h 1890712"/>
              <a:gd name="connsiteX134" fmla="*/ 2033588 w 2543175"/>
              <a:gd name="connsiteY134" fmla="*/ 1495425 h 1890712"/>
              <a:gd name="connsiteX135" fmla="*/ 2040732 w 2543175"/>
              <a:gd name="connsiteY135" fmla="*/ 1502569 h 1890712"/>
              <a:gd name="connsiteX136" fmla="*/ 2047875 w 2543175"/>
              <a:gd name="connsiteY136" fmla="*/ 1507331 h 1890712"/>
              <a:gd name="connsiteX137" fmla="*/ 2057400 w 2543175"/>
              <a:gd name="connsiteY137" fmla="*/ 1514475 h 1890712"/>
              <a:gd name="connsiteX138" fmla="*/ 2064544 w 2543175"/>
              <a:gd name="connsiteY138" fmla="*/ 1519237 h 1890712"/>
              <a:gd name="connsiteX139" fmla="*/ 2071688 w 2543175"/>
              <a:gd name="connsiteY139" fmla="*/ 1526381 h 1890712"/>
              <a:gd name="connsiteX140" fmla="*/ 2081213 w 2543175"/>
              <a:gd name="connsiteY140" fmla="*/ 1531144 h 1890712"/>
              <a:gd name="connsiteX141" fmla="*/ 2090738 w 2543175"/>
              <a:gd name="connsiteY141" fmla="*/ 1538287 h 1890712"/>
              <a:gd name="connsiteX142" fmla="*/ 2109788 w 2543175"/>
              <a:gd name="connsiteY142" fmla="*/ 1547812 h 1890712"/>
              <a:gd name="connsiteX143" fmla="*/ 2131219 w 2543175"/>
              <a:gd name="connsiteY143" fmla="*/ 1562100 h 1890712"/>
              <a:gd name="connsiteX144" fmla="*/ 2140744 w 2543175"/>
              <a:gd name="connsiteY144" fmla="*/ 1566862 h 1890712"/>
              <a:gd name="connsiteX145" fmla="*/ 2152650 w 2543175"/>
              <a:gd name="connsiteY145" fmla="*/ 1576387 h 1890712"/>
              <a:gd name="connsiteX146" fmla="*/ 2181225 w 2543175"/>
              <a:gd name="connsiteY146" fmla="*/ 1590675 h 1890712"/>
              <a:gd name="connsiteX147" fmla="*/ 2200275 w 2543175"/>
              <a:gd name="connsiteY147" fmla="*/ 1607344 h 1890712"/>
              <a:gd name="connsiteX148" fmla="*/ 2207419 w 2543175"/>
              <a:gd name="connsiteY148" fmla="*/ 1612106 h 1890712"/>
              <a:gd name="connsiteX149" fmla="*/ 2216944 w 2543175"/>
              <a:gd name="connsiteY149" fmla="*/ 1619250 h 1890712"/>
              <a:gd name="connsiteX150" fmla="*/ 2224088 w 2543175"/>
              <a:gd name="connsiteY150" fmla="*/ 1624012 h 1890712"/>
              <a:gd name="connsiteX151" fmla="*/ 2247900 w 2543175"/>
              <a:gd name="connsiteY151" fmla="*/ 1643062 h 1890712"/>
              <a:gd name="connsiteX152" fmla="*/ 2255044 w 2543175"/>
              <a:gd name="connsiteY152" fmla="*/ 1650206 h 1890712"/>
              <a:gd name="connsiteX153" fmla="*/ 2281238 w 2543175"/>
              <a:gd name="connsiteY153" fmla="*/ 1664494 h 1890712"/>
              <a:gd name="connsiteX154" fmla="*/ 2297907 w 2543175"/>
              <a:gd name="connsiteY154" fmla="*/ 1674019 h 1890712"/>
              <a:gd name="connsiteX155" fmla="*/ 2312194 w 2543175"/>
              <a:gd name="connsiteY155" fmla="*/ 1685925 h 1890712"/>
              <a:gd name="connsiteX156" fmla="*/ 2328863 w 2543175"/>
              <a:gd name="connsiteY156" fmla="*/ 1697831 h 1890712"/>
              <a:gd name="connsiteX157" fmla="*/ 2350294 w 2543175"/>
              <a:gd name="connsiteY157" fmla="*/ 1712119 h 1890712"/>
              <a:gd name="connsiteX158" fmla="*/ 2369344 w 2543175"/>
              <a:gd name="connsiteY158" fmla="*/ 1724025 h 1890712"/>
              <a:gd name="connsiteX159" fmla="*/ 2428876 w 2543175"/>
              <a:gd name="connsiteY159" fmla="*/ 1785938 h 1890712"/>
              <a:gd name="connsiteX160" fmla="*/ 2466975 w 2543175"/>
              <a:gd name="connsiteY160" fmla="*/ 1783556 h 1890712"/>
              <a:gd name="connsiteX161" fmla="*/ 2481263 w 2543175"/>
              <a:gd name="connsiteY161" fmla="*/ 1795462 h 1890712"/>
              <a:gd name="connsiteX162" fmla="*/ 2486025 w 2543175"/>
              <a:gd name="connsiteY162" fmla="*/ 1802606 h 1890712"/>
              <a:gd name="connsiteX163" fmla="*/ 2514600 w 2543175"/>
              <a:gd name="connsiteY163" fmla="*/ 1850231 h 1890712"/>
              <a:gd name="connsiteX164" fmla="*/ 2519363 w 2543175"/>
              <a:gd name="connsiteY164" fmla="*/ 1857375 h 1890712"/>
              <a:gd name="connsiteX165" fmla="*/ 2540794 w 2543175"/>
              <a:gd name="connsiteY165" fmla="*/ 1883569 h 1890712"/>
              <a:gd name="connsiteX166" fmla="*/ 2543175 w 2543175"/>
              <a:gd name="connsiteY16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47812 w 2543175"/>
              <a:gd name="connsiteY99" fmla="*/ 1133475 h 1890712"/>
              <a:gd name="connsiteX100" fmla="*/ 1597819 w 2543175"/>
              <a:gd name="connsiteY100" fmla="*/ 1154906 h 1890712"/>
              <a:gd name="connsiteX101" fmla="*/ 1604963 w 2543175"/>
              <a:gd name="connsiteY101" fmla="*/ 1162050 h 1890712"/>
              <a:gd name="connsiteX102" fmla="*/ 1612107 w 2543175"/>
              <a:gd name="connsiteY102" fmla="*/ 1166812 h 1890712"/>
              <a:gd name="connsiteX103" fmla="*/ 1628775 w 2543175"/>
              <a:gd name="connsiteY103" fmla="*/ 1183481 h 1890712"/>
              <a:gd name="connsiteX104" fmla="*/ 1662113 w 2543175"/>
              <a:gd name="connsiteY104" fmla="*/ 1209675 h 1890712"/>
              <a:gd name="connsiteX105" fmla="*/ 1678782 w 2543175"/>
              <a:gd name="connsiteY105" fmla="*/ 1226344 h 1890712"/>
              <a:gd name="connsiteX106" fmla="*/ 1700213 w 2543175"/>
              <a:gd name="connsiteY106" fmla="*/ 1247775 h 1890712"/>
              <a:gd name="connsiteX107" fmla="*/ 1712119 w 2543175"/>
              <a:gd name="connsiteY107" fmla="*/ 1259681 h 1890712"/>
              <a:gd name="connsiteX108" fmla="*/ 1733550 w 2543175"/>
              <a:gd name="connsiteY108" fmla="*/ 1273969 h 1890712"/>
              <a:gd name="connsiteX109" fmla="*/ 1743075 w 2543175"/>
              <a:gd name="connsiteY109" fmla="*/ 1283494 h 1890712"/>
              <a:gd name="connsiteX110" fmla="*/ 1754982 w 2543175"/>
              <a:gd name="connsiteY110" fmla="*/ 1290637 h 1890712"/>
              <a:gd name="connsiteX111" fmla="*/ 1766888 w 2543175"/>
              <a:gd name="connsiteY111" fmla="*/ 1300162 h 1890712"/>
              <a:gd name="connsiteX112" fmla="*/ 1783557 w 2543175"/>
              <a:gd name="connsiteY112" fmla="*/ 1307306 h 1890712"/>
              <a:gd name="connsiteX113" fmla="*/ 1790700 w 2543175"/>
              <a:gd name="connsiteY113" fmla="*/ 1312069 h 1890712"/>
              <a:gd name="connsiteX114" fmla="*/ 1800225 w 2543175"/>
              <a:gd name="connsiteY114" fmla="*/ 1319212 h 1890712"/>
              <a:gd name="connsiteX115" fmla="*/ 1807369 w 2543175"/>
              <a:gd name="connsiteY115" fmla="*/ 1321594 h 1890712"/>
              <a:gd name="connsiteX116" fmla="*/ 1824038 w 2543175"/>
              <a:gd name="connsiteY116" fmla="*/ 1333500 h 1890712"/>
              <a:gd name="connsiteX117" fmla="*/ 1843088 w 2543175"/>
              <a:gd name="connsiteY117" fmla="*/ 1352550 h 1890712"/>
              <a:gd name="connsiteX118" fmla="*/ 1852613 w 2543175"/>
              <a:gd name="connsiteY118" fmla="*/ 1359694 h 1890712"/>
              <a:gd name="connsiteX119" fmla="*/ 1859757 w 2543175"/>
              <a:gd name="connsiteY119" fmla="*/ 1366837 h 1890712"/>
              <a:gd name="connsiteX120" fmla="*/ 1869282 w 2543175"/>
              <a:gd name="connsiteY120" fmla="*/ 1371600 h 1890712"/>
              <a:gd name="connsiteX121" fmla="*/ 1883569 w 2543175"/>
              <a:gd name="connsiteY121" fmla="*/ 1388269 h 1890712"/>
              <a:gd name="connsiteX122" fmla="*/ 1893094 w 2543175"/>
              <a:gd name="connsiteY122" fmla="*/ 1395412 h 1890712"/>
              <a:gd name="connsiteX123" fmla="*/ 1902619 w 2543175"/>
              <a:gd name="connsiteY123" fmla="*/ 1404937 h 1890712"/>
              <a:gd name="connsiteX124" fmla="*/ 1912144 w 2543175"/>
              <a:gd name="connsiteY124" fmla="*/ 1409700 h 1890712"/>
              <a:gd name="connsiteX125" fmla="*/ 1931194 w 2543175"/>
              <a:gd name="connsiteY125" fmla="*/ 1421606 h 1890712"/>
              <a:gd name="connsiteX126" fmla="*/ 1935957 w 2543175"/>
              <a:gd name="connsiteY126" fmla="*/ 1428750 h 1890712"/>
              <a:gd name="connsiteX127" fmla="*/ 1952625 w 2543175"/>
              <a:gd name="connsiteY127" fmla="*/ 1438275 h 1890712"/>
              <a:gd name="connsiteX128" fmla="*/ 1971675 w 2543175"/>
              <a:gd name="connsiteY128" fmla="*/ 1450181 h 1890712"/>
              <a:gd name="connsiteX129" fmla="*/ 1981200 w 2543175"/>
              <a:gd name="connsiteY129" fmla="*/ 1454944 h 1890712"/>
              <a:gd name="connsiteX130" fmla="*/ 1997869 w 2543175"/>
              <a:gd name="connsiteY130" fmla="*/ 1471612 h 1890712"/>
              <a:gd name="connsiteX131" fmla="*/ 2007394 w 2543175"/>
              <a:gd name="connsiteY131" fmla="*/ 1478756 h 1890712"/>
              <a:gd name="connsiteX132" fmla="*/ 2016919 w 2543175"/>
              <a:gd name="connsiteY132" fmla="*/ 1483519 h 1890712"/>
              <a:gd name="connsiteX133" fmla="*/ 2024063 w 2543175"/>
              <a:gd name="connsiteY133" fmla="*/ 1490662 h 1890712"/>
              <a:gd name="connsiteX134" fmla="*/ 2033588 w 2543175"/>
              <a:gd name="connsiteY134" fmla="*/ 1495425 h 1890712"/>
              <a:gd name="connsiteX135" fmla="*/ 2040732 w 2543175"/>
              <a:gd name="connsiteY135" fmla="*/ 1502569 h 1890712"/>
              <a:gd name="connsiteX136" fmla="*/ 2047875 w 2543175"/>
              <a:gd name="connsiteY136" fmla="*/ 1507331 h 1890712"/>
              <a:gd name="connsiteX137" fmla="*/ 2057400 w 2543175"/>
              <a:gd name="connsiteY137" fmla="*/ 1514475 h 1890712"/>
              <a:gd name="connsiteX138" fmla="*/ 2064544 w 2543175"/>
              <a:gd name="connsiteY138" fmla="*/ 1519237 h 1890712"/>
              <a:gd name="connsiteX139" fmla="*/ 2071688 w 2543175"/>
              <a:gd name="connsiteY139" fmla="*/ 1526381 h 1890712"/>
              <a:gd name="connsiteX140" fmla="*/ 2081213 w 2543175"/>
              <a:gd name="connsiteY140" fmla="*/ 1531144 h 1890712"/>
              <a:gd name="connsiteX141" fmla="*/ 2090738 w 2543175"/>
              <a:gd name="connsiteY141" fmla="*/ 1538287 h 1890712"/>
              <a:gd name="connsiteX142" fmla="*/ 2109788 w 2543175"/>
              <a:gd name="connsiteY142" fmla="*/ 1547812 h 1890712"/>
              <a:gd name="connsiteX143" fmla="*/ 2131219 w 2543175"/>
              <a:gd name="connsiteY143" fmla="*/ 1562100 h 1890712"/>
              <a:gd name="connsiteX144" fmla="*/ 2140744 w 2543175"/>
              <a:gd name="connsiteY144" fmla="*/ 1566862 h 1890712"/>
              <a:gd name="connsiteX145" fmla="*/ 2152650 w 2543175"/>
              <a:gd name="connsiteY145" fmla="*/ 1576387 h 1890712"/>
              <a:gd name="connsiteX146" fmla="*/ 2181225 w 2543175"/>
              <a:gd name="connsiteY146" fmla="*/ 1590675 h 1890712"/>
              <a:gd name="connsiteX147" fmla="*/ 2200275 w 2543175"/>
              <a:gd name="connsiteY147" fmla="*/ 1607344 h 1890712"/>
              <a:gd name="connsiteX148" fmla="*/ 2207419 w 2543175"/>
              <a:gd name="connsiteY148" fmla="*/ 1612106 h 1890712"/>
              <a:gd name="connsiteX149" fmla="*/ 2216944 w 2543175"/>
              <a:gd name="connsiteY149" fmla="*/ 1619250 h 1890712"/>
              <a:gd name="connsiteX150" fmla="*/ 2224088 w 2543175"/>
              <a:gd name="connsiteY150" fmla="*/ 1624012 h 1890712"/>
              <a:gd name="connsiteX151" fmla="*/ 2247900 w 2543175"/>
              <a:gd name="connsiteY151" fmla="*/ 1643062 h 1890712"/>
              <a:gd name="connsiteX152" fmla="*/ 2255044 w 2543175"/>
              <a:gd name="connsiteY152" fmla="*/ 1650206 h 1890712"/>
              <a:gd name="connsiteX153" fmla="*/ 2281238 w 2543175"/>
              <a:gd name="connsiteY153" fmla="*/ 1664494 h 1890712"/>
              <a:gd name="connsiteX154" fmla="*/ 2297907 w 2543175"/>
              <a:gd name="connsiteY154" fmla="*/ 1674019 h 1890712"/>
              <a:gd name="connsiteX155" fmla="*/ 2312194 w 2543175"/>
              <a:gd name="connsiteY155" fmla="*/ 1685925 h 1890712"/>
              <a:gd name="connsiteX156" fmla="*/ 2328863 w 2543175"/>
              <a:gd name="connsiteY156" fmla="*/ 1697831 h 1890712"/>
              <a:gd name="connsiteX157" fmla="*/ 2350294 w 2543175"/>
              <a:gd name="connsiteY157" fmla="*/ 1712119 h 1890712"/>
              <a:gd name="connsiteX158" fmla="*/ 2369344 w 2543175"/>
              <a:gd name="connsiteY158" fmla="*/ 1724025 h 1890712"/>
              <a:gd name="connsiteX159" fmla="*/ 2428876 w 2543175"/>
              <a:gd name="connsiteY159" fmla="*/ 1785938 h 1890712"/>
              <a:gd name="connsiteX160" fmla="*/ 2466975 w 2543175"/>
              <a:gd name="connsiteY160" fmla="*/ 1783556 h 1890712"/>
              <a:gd name="connsiteX161" fmla="*/ 2481263 w 2543175"/>
              <a:gd name="connsiteY161" fmla="*/ 1795462 h 1890712"/>
              <a:gd name="connsiteX162" fmla="*/ 2486025 w 2543175"/>
              <a:gd name="connsiteY162" fmla="*/ 1802606 h 1890712"/>
              <a:gd name="connsiteX163" fmla="*/ 2514600 w 2543175"/>
              <a:gd name="connsiteY163" fmla="*/ 1850231 h 1890712"/>
              <a:gd name="connsiteX164" fmla="*/ 2519363 w 2543175"/>
              <a:gd name="connsiteY164" fmla="*/ 1857375 h 1890712"/>
              <a:gd name="connsiteX165" fmla="*/ 2540794 w 2543175"/>
              <a:gd name="connsiteY165" fmla="*/ 1883569 h 1890712"/>
              <a:gd name="connsiteX166" fmla="*/ 2543175 w 2543175"/>
              <a:gd name="connsiteY16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7819 w 2543175"/>
              <a:gd name="connsiteY100" fmla="*/ 1154906 h 1890712"/>
              <a:gd name="connsiteX101" fmla="*/ 1604963 w 2543175"/>
              <a:gd name="connsiteY101" fmla="*/ 1162050 h 1890712"/>
              <a:gd name="connsiteX102" fmla="*/ 1612107 w 2543175"/>
              <a:gd name="connsiteY102" fmla="*/ 1166812 h 1890712"/>
              <a:gd name="connsiteX103" fmla="*/ 1628775 w 2543175"/>
              <a:gd name="connsiteY103" fmla="*/ 1183481 h 1890712"/>
              <a:gd name="connsiteX104" fmla="*/ 1662113 w 2543175"/>
              <a:gd name="connsiteY104" fmla="*/ 1209675 h 1890712"/>
              <a:gd name="connsiteX105" fmla="*/ 1678782 w 2543175"/>
              <a:gd name="connsiteY105" fmla="*/ 1226344 h 1890712"/>
              <a:gd name="connsiteX106" fmla="*/ 1700213 w 2543175"/>
              <a:gd name="connsiteY106" fmla="*/ 1247775 h 1890712"/>
              <a:gd name="connsiteX107" fmla="*/ 1712119 w 2543175"/>
              <a:gd name="connsiteY107" fmla="*/ 1259681 h 1890712"/>
              <a:gd name="connsiteX108" fmla="*/ 1733550 w 2543175"/>
              <a:gd name="connsiteY108" fmla="*/ 1273969 h 1890712"/>
              <a:gd name="connsiteX109" fmla="*/ 1743075 w 2543175"/>
              <a:gd name="connsiteY109" fmla="*/ 1283494 h 1890712"/>
              <a:gd name="connsiteX110" fmla="*/ 1754982 w 2543175"/>
              <a:gd name="connsiteY110" fmla="*/ 1290637 h 1890712"/>
              <a:gd name="connsiteX111" fmla="*/ 1766888 w 2543175"/>
              <a:gd name="connsiteY111" fmla="*/ 1300162 h 1890712"/>
              <a:gd name="connsiteX112" fmla="*/ 1783557 w 2543175"/>
              <a:gd name="connsiteY112" fmla="*/ 1307306 h 1890712"/>
              <a:gd name="connsiteX113" fmla="*/ 1790700 w 2543175"/>
              <a:gd name="connsiteY113" fmla="*/ 1312069 h 1890712"/>
              <a:gd name="connsiteX114" fmla="*/ 1800225 w 2543175"/>
              <a:gd name="connsiteY114" fmla="*/ 1319212 h 1890712"/>
              <a:gd name="connsiteX115" fmla="*/ 1807369 w 2543175"/>
              <a:gd name="connsiteY115" fmla="*/ 1321594 h 1890712"/>
              <a:gd name="connsiteX116" fmla="*/ 1824038 w 2543175"/>
              <a:gd name="connsiteY116" fmla="*/ 1333500 h 1890712"/>
              <a:gd name="connsiteX117" fmla="*/ 1843088 w 2543175"/>
              <a:gd name="connsiteY117" fmla="*/ 1352550 h 1890712"/>
              <a:gd name="connsiteX118" fmla="*/ 1852613 w 2543175"/>
              <a:gd name="connsiteY118" fmla="*/ 1359694 h 1890712"/>
              <a:gd name="connsiteX119" fmla="*/ 1859757 w 2543175"/>
              <a:gd name="connsiteY119" fmla="*/ 1366837 h 1890712"/>
              <a:gd name="connsiteX120" fmla="*/ 1869282 w 2543175"/>
              <a:gd name="connsiteY120" fmla="*/ 1371600 h 1890712"/>
              <a:gd name="connsiteX121" fmla="*/ 1883569 w 2543175"/>
              <a:gd name="connsiteY121" fmla="*/ 1388269 h 1890712"/>
              <a:gd name="connsiteX122" fmla="*/ 1893094 w 2543175"/>
              <a:gd name="connsiteY122" fmla="*/ 1395412 h 1890712"/>
              <a:gd name="connsiteX123" fmla="*/ 1902619 w 2543175"/>
              <a:gd name="connsiteY123" fmla="*/ 1404937 h 1890712"/>
              <a:gd name="connsiteX124" fmla="*/ 1912144 w 2543175"/>
              <a:gd name="connsiteY124" fmla="*/ 1409700 h 1890712"/>
              <a:gd name="connsiteX125" fmla="*/ 1931194 w 2543175"/>
              <a:gd name="connsiteY125" fmla="*/ 1421606 h 1890712"/>
              <a:gd name="connsiteX126" fmla="*/ 1935957 w 2543175"/>
              <a:gd name="connsiteY126" fmla="*/ 1428750 h 1890712"/>
              <a:gd name="connsiteX127" fmla="*/ 1952625 w 2543175"/>
              <a:gd name="connsiteY127" fmla="*/ 1438275 h 1890712"/>
              <a:gd name="connsiteX128" fmla="*/ 1971675 w 2543175"/>
              <a:gd name="connsiteY128" fmla="*/ 1450181 h 1890712"/>
              <a:gd name="connsiteX129" fmla="*/ 1981200 w 2543175"/>
              <a:gd name="connsiteY129" fmla="*/ 1454944 h 1890712"/>
              <a:gd name="connsiteX130" fmla="*/ 1997869 w 2543175"/>
              <a:gd name="connsiteY130" fmla="*/ 1471612 h 1890712"/>
              <a:gd name="connsiteX131" fmla="*/ 2007394 w 2543175"/>
              <a:gd name="connsiteY131" fmla="*/ 1478756 h 1890712"/>
              <a:gd name="connsiteX132" fmla="*/ 2016919 w 2543175"/>
              <a:gd name="connsiteY132" fmla="*/ 1483519 h 1890712"/>
              <a:gd name="connsiteX133" fmla="*/ 2024063 w 2543175"/>
              <a:gd name="connsiteY133" fmla="*/ 1490662 h 1890712"/>
              <a:gd name="connsiteX134" fmla="*/ 2033588 w 2543175"/>
              <a:gd name="connsiteY134" fmla="*/ 1495425 h 1890712"/>
              <a:gd name="connsiteX135" fmla="*/ 2040732 w 2543175"/>
              <a:gd name="connsiteY135" fmla="*/ 1502569 h 1890712"/>
              <a:gd name="connsiteX136" fmla="*/ 2047875 w 2543175"/>
              <a:gd name="connsiteY136" fmla="*/ 1507331 h 1890712"/>
              <a:gd name="connsiteX137" fmla="*/ 2057400 w 2543175"/>
              <a:gd name="connsiteY137" fmla="*/ 1514475 h 1890712"/>
              <a:gd name="connsiteX138" fmla="*/ 2064544 w 2543175"/>
              <a:gd name="connsiteY138" fmla="*/ 1519237 h 1890712"/>
              <a:gd name="connsiteX139" fmla="*/ 2071688 w 2543175"/>
              <a:gd name="connsiteY139" fmla="*/ 1526381 h 1890712"/>
              <a:gd name="connsiteX140" fmla="*/ 2081213 w 2543175"/>
              <a:gd name="connsiteY140" fmla="*/ 1531144 h 1890712"/>
              <a:gd name="connsiteX141" fmla="*/ 2090738 w 2543175"/>
              <a:gd name="connsiteY141" fmla="*/ 1538287 h 1890712"/>
              <a:gd name="connsiteX142" fmla="*/ 2109788 w 2543175"/>
              <a:gd name="connsiteY142" fmla="*/ 1547812 h 1890712"/>
              <a:gd name="connsiteX143" fmla="*/ 2131219 w 2543175"/>
              <a:gd name="connsiteY143" fmla="*/ 1562100 h 1890712"/>
              <a:gd name="connsiteX144" fmla="*/ 2140744 w 2543175"/>
              <a:gd name="connsiteY144" fmla="*/ 1566862 h 1890712"/>
              <a:gd name="connsiteX145" fmla="*/ 2152650 w 2543175"/>
              <a:gd name="connsiteY145" fmla="*/ 1576387 h 1890712"/>
              <a:gd name="connsiteX146" fmla="*/ 2181225 w 2543175"/>
              <a:gd name="connsiteY146" fmla="*/ 1590675 h 1890712"/>
              <a:gd name="connsiteX147" fmla="*/ 2200275 w 2543175"/>
              <a:gd name="connsiteY147" fmla="*/ 1607344 h 1890712"/>
              <a:gd name="connsiteX148" fmla="*/ 2207419 w 2543175"/>
              <a:gd name="connsiteY148" fmla="*/ 1612106 h 1890712"/>
              <a:gd name="connsiteX149" fmla="*/ 2216944 w 2543175"/>
              <a:gd name="connsiteY149" fmla="*/ 1619250 h 1890712"/>
              <a:gd name="connsiteX150" fmla="*/ 2224088 w 2543175"/>
              <a:gd name="connsiteY150" fmla="*/ 1624012 h 1890712"/>
              <a:gd name="connsiteX151" fmla="*/ 2247900 w 2543175"/>
              <a:gd name="connsiteY151" fmla="*/ 1643062 h 1890712"/>
              <a:gd name="connsiteX152" fmla="*/ 2255044 w 2543175"/>
              <a:gd name="connsiteY152" fmla="*/ 1650206 h 1890712"/>
              <a:gd name="connsiteX153" fmla="*/ 2281238 w 2543175"/>
              <a:gd name="connsiteY153" fmla="*/ 1664494 h 1890712"/>
              <a:gd name="connsiteX154" fmla="*/ 2297907 w 2543175"/>
              <a:gd name="connsiteY154" fmla="*/ 1674019 h 1890712"/>
              <a:gd name="connsiteX155" fmla="*/ 2312194 w 2543175"/>
              <a:gd name="connsiteY155" fmla="*/ 1685925 h 1890712"/>
              <a:gd name="connsiteX156" fmla="*/ 2328863 w 2543175"/>
              <a:gd name="connsiteY156" fmla="*/ 1697831 h 1890712"/>
              <a:gd name="connsiteX157" fmla="*/ 2350294 w 2543175"/>
              <a:gd name="connsiteY157" fmla="*/ 1712119 h 1890712"/>
              <a:gd name="connsiteX158" fmla="*/ 2369344 w 2543175"/>
              <a:gd name="connsiteY158" fmla="*/ 1724025 h 1890712"/>
              <a:gd name="connsiteX159" fmla="*/ 2428876 w 2543175"/>
              <a:gd name="connsiteY159" fmla="*/ 1785938 h 1890712"/>
              <a:gd name="connsiteX160" fmla="*/ 2466975 w 2543175"/>
              <a:gd name="connsiteY160" fmla="*/ 1783556 h 1890712"/>
              <a:gd name="connsiteX161" fmla="*/ 2481263 w 2543175"/>
              <a:gd name="connsiteY161" fmla="*/ 1795462 h 1890712"/>
              <a:gd name="connsiteX162" fmla="*/ 2486025 w 2543175"/>
              <a:gd name="connsiteY162" fmla="*/ 1802606 h 1890712"/>
              <a:gd name="connsiteX163" fmla="*/ 2514600 w 2543175"/>
              <a:gd name="connsiteY163" fmla="*/ 1850231 h 1890712"/>
              <a:gd name="connsiteX164" fmla="*/ 2519363 w 2543175"/>
              <a:gd name="connsiteY164" fmla="*/ 1857375 h 1890712"/>
              <a:gd name="connsiteX165" fmla="*/ 2540794 w 2543175"/>
              <a:gd name="connsiteY165" fmla="*/ 1883569 h 1890712"/>
              <a:gd name="connsiteX166" fmla="*/ 2543175 w 2543175"/>
              <a:gd name="connsiteY16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7819 w 2543175"/>
              <a:gd name="connsiteY100" fmla="*/ 1154906 h 1890712"/>
              <a:gd name="connsiteX101" fmla="*/ 1604963 w 2543175"/>
              <a:gd name="connsiteY101" fmla="*/ 1162050 h 1890712"/>
              <a:gd name="connsiteX102" fmla="*/ 1628775 w 2543175"/>
              <a:gd name="connsiteY102" fmla="*/ 1183481 h 1890712"/>
              <a:gd name="connsiteX103" fmla="*/ 1662113 w 2543175"/>
              <a:gd name="connsiteY103" fmla="*/ 1209675 h 1890712"/>
              <a:gd name="connsiteX104" fmla="*/ 1678782 w 2543175"/>
              <a:gd name="connsiteY104" fmla="*/ 1226344 h 1890712"/>
              <a:gd name="connsiteX105" fmla="*/ 1700213 w 2543175"/>
              <a:gd name="connsiteY105" fmla="*/ 1247775 h 1890712"/>
              <a:gd name="connsiteX106" fmla="*/ 1712119 w 2543175"/>
              <a:gd name="connsiteY106" fmla="*/ 1259681 h 1890712"/>
              <a:gd name="connsiteX107" fmla="*/ 1733550 w 2543175"/>
              <a:gd name="connsiteY107" fmla="*/ 1273969 h 1890712"/>
              <a:gd name="connsiteX108" fmla="*/ 1743075 w 2543175"/>
              <a:gd name="connsiteY108" fmla="*/ 1283494 h 1890712"/>
              <a:gd name="connsiteX109" fmla="*/ 1754982 w 2543175"/>
              <a:gd name="connsiteY109" fmla="*/ 1290637 h 1890712"/>
              <a:gd name="connsiteX110" fmla="*/ 1766888 w 2543175"/>
              <a:gd name="connsiteY110" fmla="*/ 1300162 h 1890712"/>
              <a:gd name="connsiteX111" fmla="*/ 1783557 w 2543175"/>
              <a:gd name="connsiteY111" fmla="*/ 1307306 h 1890712"/>
              <a:gd name="connsiteX112" fmla="*/ 1790700 w 2543175"/>
              <a:gd name="connsiteY112" fmla="*/ 1312069 h 1890712"/>
              <a:gd name="connsiteX113" fmla="*/ 1800225 w 2543175"/>
              <a:gd name="connsiteY113" fmla="*/ 1319212 h 1890712"/>
              <a:gd name="connsiteX114" fmla="*/ 1807369 w 2543175"/>
              <a:gd name="connsiteY114" fmla="*/ 1321594 h 1890712"/>
              <a:gd name="connsiteX115" fmla="*/ 1824038 w 2543175"/>
              <a:gd name="connsiteY115" fmla="*/ 1333500 h 1890712"/>
              <a:gd name="connsiteX116" fmla="*/ 1843088 w 2543175"/>
              <a:gd name="connsiteY116" fmla="*/ 1352550 h 1890712"/>
              <a:gd name="connsiteX117" fmla="*/ 1852613 w 2543175"/>
              <a:gd name="connsiteY117" fmla="*/ 1359694 h 1890712"/>
              <a:gd name="connsiteX118" fmla="*/ 1859757 w 2543175"/>
              <a:gd name="connsiteY118" fmla="*/ 1366837 h 1890712"/>
              <a:gd name="connsiteX119" fmla="*/ 1869282 w 2543175"/>
              <a:gd name="connsiteY119" fmla="*/ 1371600 h 1890712"/>
              <a:gd name="connsiteX120" fmla="*/ 1883569 w 2543175"/>
              <a:gd name="connsiteY120" fmla="*/ 1388269 h 1890712"/>
              <a:gd name="connsiteX121" fmla="*/ 1893094 w 2543175"/>
              <a:gd name="connsiteY121" fmla="*/ 1395412 h 1890712"/>
              <a:gd name="connsiteX122" fmla="*/ 1902619 w 2543175"/>
              <a:gd name="connsiteY122" fmla="*/ 1404937 h 1890712"/>
              <a:gd name="connsiteX123" fmla="*/ 1912144 w 2543175"/>
              <a:gd name="connsiteY123" fmla="*/ 1409700 h 1890712"/>
              <a:gd name="connsiteX124" fmla="*/ 1931194 w 2543175"/>
              <a:gd name="connsiteY124" fmla="*/ 1421606 h 1890712"/>
              <a:gd name="connsiteX125" fmla="*/ 1935957 w 2543175"/>
              <a:gd name="connsiteY125" fmla="*/ 1428750 h 1890712"/>
              <a:gd name="connsiteX126" fmla="*/ 1952625 w 2543175"/>
              <a:gd name="connsiteY126" fmla="*/ 1438275 h 1890712"/>
              <a:gd name="connsiteX127" fmla="*/ 1971675 w 2543175"/>
              <a:gd name="connsiteY127" fmla="*/ 1450181 h 1890712"/>
              <a:gd name="connsiteX128" fmla="*/ 1981200 w 2543175"/>
              <a:gd name="connsiteY128" fmla="*/ 1454944 h 1890712"/>
              <a:gd name="connsiteX129" fmla="*/ 1997869 w 2543175"/>
              <a:gd name="connsiteY129" fmla="*/ 1471612 h 1890712"/>
              <a:gd name="connsiteX130" fmla="*/ 2007394 w 2543175"/>
              <a:gd name="connsiteY130" fmla="*/ 1478756 h 1890712"/>
              <a:gd name="connsiteX131" fmla="*/ 2016919 w 2543175"/>
              <a:gd name="connsiteY131" fmla="*/ 1483519 h 1890712"/>
              <a:gd name="connsiteX132" fmla="*/ 2024063 w 2543175"/>
              <a:gd name="connsiteY132" fmla="*/ 1490662 h 1890712"/>
              <a:gd name="connsiteX133" fmla="*/ 2033588 w 2543175"/>
              <a:gd name="connsiteY133" fmla="*/ 1495425 h 1890712"/>
              <a:gd name="connsiteX134" fmla="*/ 2040732 w 2543175"/>
              <a:gd name="connsiteY134" fmla="*/ 1502569 h 1890712"/>
              <a:gd name="connsiteX135" fmla="*/ 2047875 w 2543175"/>
              <a:gd name="connsiteY135" fmla="*/ 1507331 h 1890712"/>
              <a:gd name="connsiteX136" fmla="*/ 2057400 w 2543175"/>
              <a:gd name="connsiteY136" fmla="*/ 1514475 h 1890712"/>
              <a:gd name="connsiteX137" fmla="*/ 2064544 w 2543175"/>
              <a:gd name="connsiteY137" fmla="*/ 1519237 h 1890712"/>
              <a:gd name="connsiteX138" fmla="*/ 2071688 w 2543175"/>
              <a:gd name="connsiteY138" fmla="*/ 1526381 h 1890712"/>
              <a:gd name="connsiteX139" fmla="*/ 2081213 w 2543175"/>
              <a:gd name="connsiteY139" fmla="*/ 1531144 h 1890712"/>
              <a:gd name="connsiteX140" fmla="*/ 2090738 w 2543175"/>
              <a:gd name="connsiteY140" fmla="*/ 1538287 h 1890712"/>
              <a:gd name="connsiteX141" fmla="*/ 2109788 w 2543175"/>
              <a:gd name="connsiteY141" fmla="*/ 1547812 h 1890712"/>
              <a:gd name="connsiteX142" fmla="*/ 2131219 w 2543175"/>
              <a:gd name="connsiteY142" fmla="*/ 1562100 h 1890712"/>
              <a:gd name="connsiteX143" fmla="*/ 2140744 w 2543175"/>
              <a:gd name="connsiteY143" fmla="*/ 1566862 h 1890712"/>
              <a:gd name="connsiteX144" fmla="*/ 2152650 w 2543175"/>
              <a:gd name="connsiteY144" fmla="*/ 1576387 h 1890712"/>
              <a:gd name="connsiteX145" fmla="*/ 2181225 w 2543175"/>
              <a:gd name="connsiteY145" fmla="*/ 1590675 h 1890712"/>
              <a:gd name="connsiteX146" fmla="*/ 2200275 w 2543175"/>
              <a:gd name="connsiteY146" fmla="*/ 1607344 h 1890712"/>
              <a:gd name="connsiteX147" fmla="*/ 2207419 w 2543175"/>
              <a:gd name="connsiteY147" fmla="*/ 1612106 h 1890712"/>
              <a:gd name="connsiteX148" fmla="*/ 2216944 w 2543175"/>
              <a:gd name="connsiteY148" fmla="*/ 1619250 h 1890712"/>
              <a:gd name="connsiteX149" fmla="*/ 2224088 w 2543175"/>
              <a:gd name="connsiteY149" fmla="*/ 1624012 h 1890712"/>
              <a:gd name="connsiteX150" fmla="*/ 2247900 w 2543175"/>
              <a:gd name="connsiteY150" fmla="*/ 1643062 h 1890712"/>
              <a:gd name="connsiteX151" fmla="*/ 2255044 w 2543175"/>
              <a:gd name="connsiteY151" fmla="*/ 1650206 h 1890712"/>
              <a:gd name="connsiteX152" fmla="*/ 2281238 w 2543175"/>
              <a:gd name="connsiteY152" fmla="*/ 1664494 h 1890712"/>
              <a:gd name="connsiteX153" fmla="*/ 2297907 w 2543175"/>
              <a:gd name="connsiteY153" fmla="*/ 1674019 h 1890712"/>
              <a:gd name="connsiteX154" fmla="*/ 2312194 w 2543175"/>
              <a:gd name="connsiteY154" fmla="*/ 1685925 h 1890712"/>
              <a:gd name="connsiteX155" fmla="*/ 2328863 w 2543175"/>
              <a:gd name="connsiteY155" fmla="*/ 1697831 h 1890712"/>
              <a:gd name="connsiteX156" fmla="*/ 2350294 w 2543175"/>
              <a:gd name="connsiteY156" fmla="*/ 1712119 h 1890712"/>
              <a:gd name="connsiteX157" fmla="*/ 2369344 w 2543175"/>
              <a:gd name="connsiteY157" fmla="*/ 1724025 h 1890712"/>
              <a:gd name="connsiteX158" fmla="*/ 2428876 w 2543175"/>
              <a:gd name="connsiteY158" fmla="*/ 1785938 h 1890712"/>
              <a:gd name="connsiteX159" fmla="*/ 2466975 w 2543175"/>
              <a:gd name="connsiteY159" fmla="*/ 1783556 h 1890712"/>
              <a:gd name="connsiteX160" fmla="*/ 2481263 w 2543175"/>
              <a:gd name="connsiteY160" fmla="*/ 1795462 h 1890712"/>
              <a:gd name="connsiteX161" fmla="*/ 2486025 w 2543175"/>
              <a:gd name="connsiteY161" fmla="*/ 1802606 h 1890712"/>
              <a:gd name="connsiteX162" fmla="*/ 2514600 w 2543175"/>
              <a:gd name="connsiteY162" fmla="*/ 1850231 h 1890712"/>
              <a:gd name="connsiteX163" fmla="*/ 2519363 w 2543175"/>
              <a:gd name="connsiteY163" fmla="*/ 1857375 h 1890712"/>
              <a:gd name="connsiteX164" fmla="*/ 2540794 w 2543175"/>
              <a:gd name="connsiteY164" fmla="*/ 1883569 h 1890712"/>
              <a:gd name="connsiteX165" fmla="*/ 2543175 w 2543175"/>
              <a:gd name="connsiteY165"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7819 w 2543175"/>
              <a:gd name="connsiteY100" fmla="*/ 1154906 h 1890712"/>
              <a:gd name="connsiteX101" fmla="*/ 1628775 w 2543175"/>
              <a:gd name="connsiteY101" fmla="*/ 1183481 h 1890712"/>
              <a:gd name="connsiteX102" fmla="*/ 1662113 w 2543175"/>
              <a:gd name="connsiteY102" fmla="*/ 1209675 h 1890712"/>
              <a:gd name="connsiteX103" fmla="*/ 1678782 w 2543175"/>
              <a:gd name="connsiteY103" fmla="*/ 1226344 h 1890712"/>
              <a:gd name="connsiteX104" fmla="*/ 1700213 w 2543175"/>
              <a:gd name="connsiteY104" fmla="*/ 1247775 h 1890712"/>
              <a:gd name="connsiteX105" fmla="*/ 1712119 w 2543175"/>
              <a:gd name="connsiteY105" fmla="*/ 1259681 h 1890712"/>
              <a:gd name="connsiteX106" fmla="*/ 1733550 w 2543175"/>
              <a:gd name="connsiteY106" fmla="*/ 1273969 h 1890712"/>
              <a:gd name="connsiteX107" fmla="*/ 1743075 w 2543175"/>
              <a:gd name="connsiteY107" fmla="*/ 1283494 h 1890712"/>
              <a:gd name="connsiteX108" fmla="*/ 1754982 w 2543175"/>
              <a:gd name="connsiteY108" fmla="*/ 1290637 h 1890712"/>
              <a:gd name="connsiteX109" fmla="*/ 1766888 w 2543175"/>
              <a:gd name="connsiteY109" fmla="*/ 1300162 h 1890712"/>
              <a:gd name="connsiteX110" fmla="*/ 1783557 w 2543175"/>
              <a:gd name="connsiteY110" fmla="*/ 1307306 h 1890712"/>
              <a:gd name="connsiteX111" fmla="*/ 1790700 w 2543175"/>
              <a:gd name="connsiteY111" fmla="*/ 1312069 h 1890712"/>
              <a:gd name="connsiteX112" fmla="*/ 1800225 w 2543175"/>
              <a:gd name="connsiteY112" fmla="*/ 1319212 h 1890712"/>
              <a:gd name="connsiteX113" fmla="*/ 1807369 w 2543175"/>
              <a:gd name="connsiteY113" fmla="*/ 1321594 h 1890712"/>
              <a:gd name="connsiteX114" fmla="*/ 1824038 w 2543175"/>
              <a:gd name="connsiteY114" fmla="*/ 1333500 h 1890712"/>
              <a:gd name="connsiteX115" fmla="*/ 1843088 w 2543175"/>
              <a:gd name="connsiteY115" fmla="*/ 1352550 h 1890712"/>
              <a:gd name="connsiteX116" fmla="*/ 1852613 w 2543175"/>
              <a:gd name="connsiteY116" fmla="*/ 1359694 h 1890712"/>
              <a:gd name="connsiteX117" fmla="*/ 1859757 w 2543175"/>
              <a:gd name="connsiteY117" fmla="*/ 1366837 h 1890712"/>
              <a:gd name="connsiteX118" fmla="*/ 1869282 w 2543175"/>
              <a:gd name="connsiteY118" fmla="*/ 1371600 h 1890712"/>
              <a:gd name="connsiteX119" fmla="*/ 1883569 w 2543175"/>
              <a:gd name="connsiteY119" fmla="*/ 1388269 h 1890712"/>
              <a:gd name="connsiteX120" fmla="*/ 1893094 w 2543175"/>
              <a:gd name="connsiteY120" fmla="*/ 1395412 h 1890712"/>
              <a:gd name="connsiteX121" fmla="*/ 1902619 w 2543175"/>
              <a:gd name="connsiteY121" fmla="*/ 1404937 h 1890712"/>
              <a:gd name="connsiteX122" fmla="*/ 1912144 w 2543175"/>
              <a:gd name="connsiteY122" fmla="*/ 1409700 h 1890712"/>
              <a:gd name="connsiteX123" fmla="*/ 1931194 w 2543175"/>
              <a:gd name="connsiteY123" fmla="*/ 1421606 h 1890712"/>
              <a:gd name="connsiteX124" fmla="*/ 1935957 w 2543175"/>
              <a:gd name="connsiteY124" fmla="*/ 1428750 h 1890712"/>
              <a:gd name="connsiteX125" fmla="*/ 1952625 w 2543175"/>
              <a:gd name="connsiteY125" fmla="*/ 1438275 h 1890712"/>
              <a:gd name="connsiteX126" fmla="*/ 1971675 w 2543175"/>
              <a:gd name="connsiteY126" fmla="*/ 1450181 h 1890712"/>
              <a:gd name="connsiteX127" fmla="*/ 1981200 w 2543175"/>
              <a:gd name="connsiteY127" fmla="*/ 1454944 h 1890712"/>
              <a:gd name="connsiteX128" fmla="*/ 1997869 w 2543175"/>
              <a:gd name="connsiteY128" fmla="*/ 1471612 h 1890712"/>
              <a:gd name="connsiteX129" fmla="*/ 2007394 w 2543175"/>
              <a:gd name="connsiteY129" fmla="*/ 1478756 h 1890712"/>
              <a:gd name="connsiteX130" fmla="*/ 2016919 w 2543175"/>
              <a:gd name="connsiteY130" fmla="*/ 1483519 h 1890712"/>
              <a:gd name="connsiteX131" fmla="*/ 2024063 w 2543175"/>
              <a:gd name="connsiteY131" fmla="*/ 1490662 h 1890712"/>
              <a:gd name="connsiteX132" fmla="*/ 2033588 w 2543175"/>
              <a:gd name="connsiteY132" fmla="*/ 1495425 h 1890712"/>
              <a:gd name="connsiteX133" fmla="*/ 2040732 w 2543175"/>
              <a:gd name="connsiteY133" fmla="*/ 1502569 h 1890712"/>
              <a:gd name="connsiteX134" fmla="*/ 2047875 w 2543175"/>
              <a:gd name="connsiteY134" fmla="*/ 1507331 h 1890712"/>
              <a:gd name="connsiteX135" fmla="*/ 2057400 w 2543175"/>
              <a:gd name="connsiteY135" fmla="*/ 1514475 h 1890712"/>
              <a:gd name="connsiteX136" fmla="*/ 2064544 w 2543175"/>
              <a:gd name="connsiteY136" fmla="*/ 1519237 h 1890712"/>
              <a:gd name="connsiteX137" fmla="*/ 2071688 w 2543175"/>
              <a:gd name="connsiteY137" fmla="*/ 1526381 h 1890712"/>
              <a:gd name="connsiteX138" fmla="*/ 2081213 w 2543175"/>
              <a:gd name="connsiteY138" fmla="*/ 1531144 h 1890712"/>
              <a:gd name="connsiteX139" fmla="*/ 2090738 w 2543175"/>
              <a:gd name="connsiteY139" fmla="*/ 1538287 h 1890712"/>
              <a:gd name="connsiteX140" fmla="*/ 2109788 w 2543175"/>
              <a:gd name="connsiteY140" fmla="*/ 1547812 h 1890712"/>
              <a:gd name="connsiteX141" fmla="*/ 2131219 w 2543175"/>
              <a:gd name="connsiteY141" fmla="*/ 1562100 h 1890712"/>
              <a:gd name="connsiteX142" fmla="*/ 2140744 w 2543175"/>
              <a:gd name="connsiteY142" fmla="*/ 1566862 h 1890712"/>
              <a:gd name="connsiteX143" fmla="*/ 2152650 w 2543175"/>
              <a:gd name="connsiteY143" fmla="*/ 1576387 h 1890712"/>
              <a:gd name="connsiteX144" fmla="*/ 2181225 w 2543175"/>
              <a:gd name="connsiteY144" fmla="*/ 1590675 h 1890712"/>
              <a:gd name="connsiteX145" fmla="*/ 2200275 w 2543175"/>
              <a:gd name="connsiteY145" fmla="*/ 1607344 h 1890712"/>
              <a:gd name="connsiteX146" fmla="*/ 2207419 w 2543175"/>
              <a:gd name="connsiteY146" fmla="*/ 1612106 h 1890712"/>
              <a:gd name="connsiteX147" fmla="*/ 2216944 w 2543175"/>
              <a:gd name="connsiteY147" fmla="*/ 1619250 h 1890712"/>
              <a:gd name="connsiteX148" fmla="*/ 2224088 w 2543175"/>
              <a:gd name="connsiteY148" fmla="*/ 1624012 h 1890712"/>
              <a:gd name="connsiteX149" fmla="*/ 2247900 w 2543175"/>
              <a:gd name="connsiteY149" fmla="*/ 1643062 h 1890712"/>
              <a:gd name="connsiteX150" fmla="*/ 2255044 w 2543175"/>
              <a:gd name="connsiteY150" fmla="*/ 1650206 h 1890712"/>
              <a:gd name="connsiteX151" fmla="*/ 2281238 w 2543175"/>
              <a:gd name="connsiteY151" fmla="*/ 1664494 h 1890712"/>
              <a:gd name="connsiteX152" fmla="*/ 2297907 w 2543175"/>
              <a:gd name="connsiteY152" fmla="*/ 1674019 h 1890712"/>
              <a:gd name="connsiteX153" fmla="*/ 2312194 w 2543175"/>
              <a:gd name="connsiteY153" fmla="*/ 1685925 h 1890712"/>
              <a:gd name="connsiteX154" fmla="*/ 2328863 w 2543175"/>
              <a:gd name="connsiteY154" fmla="*/ 1697831 h 1890712"/>
              <a:gd name="connsiteX155" fmla="*/ 2350294 w 2543175"/>
              <a:gd name="connsiteY155" fmla="*/ 1712119 h 1890712"/>
              <a:gd name="connsiteX156" fmla="*/ 2369344 w 2543175"/>
              <a:gd name="connsiteY156" fmla="*/ 1724025 h 1890712"/>
              <a:gd name="connsiteX157" fmla="*/ 2428876 w 2543175"/>
              <a:gd name="connsiteY157" fmla="*/ 1785938 h 1890712"/>
              <a:gd name="connsiteX158" fmla="*/ 2466975 w 2543175"/>
              <a:gd name="connsiteY158" fmla="*/ 1783556 h 1890712"/>
              <a:gd name="connsiteX159" fmla="*/ 2481263 w 2543175"/>
              <a:gd name="connsiteY159" fmla="*/ 1795462 h 1890712"/>
              <a:gd name="connsiteX160" fmla="*/ 2486025 w 2543175"/>
              <a:gd name="connsiteY160" fmla="*/ 1802606 h 1890712"/>
              <a:gd name="connsiteX161" fmla="*/ 2514600 w 2543175"/>
              <a:gd name="connsiteY161" fmla="*/ 1850231 h 1890712"/>
              <a:gd name="connsiteX162" fmla="*/ 2519363 w 2543175"/>
              <a:gd name="connsiteY162" fmla="*/ 1857375 h 1890712"/>
              <a:gd name="connsiteX163" fmla="*/ 2540794 w 2543175"/>
              <a:gd name="connsiteY163" fmla="*/ 1883569 h 1890712"/>
              <a:gd name="connsiteX164" fmla="*/ 2543175 w 2543175"/>
              <a:gd name="connsiteY16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183481 h 1890712"/>
              <a:gd name="connsiteX102" fmla="*/ 1662113 w 2543175"/>
              <a:gd name="connsiteY102" fmla="*/ 1209675 h 1890712"/>
              <a:gd name="connsiteX103" fmla="*/ 1678782 w 2543175"/>
              <a:gd name="connsiteY103" fmla="*/ 1226344 h 1890712"/>
              <a:gd name="connsiteX104" fmla="*/ 1700213 w 2543175"/>
              <a:gd name="connsiteY104" fmla="*/ 1247775 h 1890712"/>
              <a:gd name="connsiteX105" fmla="*/ 1712119 w 2543175"/>
              <a:gd name="connsiteY105" fmla="*/ 1259681 h 1890712"/>
              <a:gd name="connsiteX106" fmla="*/ 1733550 w 2543175"/>
              <a:gd name="connsiteY106" fmla="*/ 1273969 h 1890712"/>
              <a:gd name="connsiteX107" fmla="*/ 1743075 w 2543175"/>
              <a:gd name="connsiteY107" fmla="*/ 1283494 h 1890712"/>
              <a:gd name="connsiteX108" fmla="*/ 1754982 w 2543175"/>
              <a:gd name="connsiteY108" fmla="*/ 1290637 h 1890712"/>
              <a:gd name="connsiteX109" fmla="*/ 1766888 w 2543175"/>
              <a:gd name="connsiteY109" fmla="*/ 1300162 h 1890712"/>
              <a:gd name="connsiteX110" fmla="*/ 1783557 w 2543175"/>
              <a:gd name="connsiteY110" fmla="*/ 1307306 h 1890712"/>
              <a:gd name="connsiteX111" fmla="*/ 1790700 w 2543175"/>
              <a:gd name="connsiteY111" fmla="*/ 1312069 h 1890712"/>
              <a:gd name="connsiteX112" fmla="*/ 1800225 w 2543175"/>
              <a:gd name="connsiteY112" fmla="*/ 1319212 h 1890712"/>
              <a:gd name="connsiteX113" fmla="*/ 1807369 w 2543175"/>
              <a:gd name="connsiteY113" fmla="*/ 1321594 h 1890712"/>
              <a:gd name="connsiteX114" fmla="*/ 1824038 w 2543175"/>
              <a:gd name="connsiteY114" fmla="*/ 1333500 h 1890712"/>
              <a:gd name="connsiteX115" fmla="*/ 1843088 w 2543175"/>
              <a:gd name="connsiteY115" fmla="*/ 1352550 h 1890712"/>
              <a:gd name="connsiteX116" fmla="*/ 1852613 w 2543175"/>
              <a:gd name="connsiteY116" fmla="*/ 1359694 h 1890712"/>
              <a:gd name="connsiteX117" fmla="*/ 1859757 w 2543175"/>
              <a:gd name="connsiteY117" fmla="*/ 1366837 h 1890712"/>
              <a:gd name="connsiteX118" fmla="*/ 1869282 w 2543175"/>
              <a:gd name="connsiteY118" fmla="*/ 1371600 h 1890712"/>
              <a:gd name="connsiteX119" fmla="*/ 1883569 w 2543175"/>
              <a:gd name="connsiteY119" fmla="*/ 1388269 h 1890712"/>
              <a:gd name="connsiteX120" fmla="*/ 1893094 w 2543175"/>
              <a:gd name="connsiteY120" fmla="*/ 1395412 h 1890712"/>
              <a:gd name="connsiteX121" fmla="*/ 1902619 w 2543175"/>
              <a:gd name="connsiteY121" fmla="*/ 1404937 h 1890712"/>
              <a:gd name="connsiteX122" fmla="*/ 1912144 w 2543175"/>
              <a:gd name="connsiteY122" fmla="*/ 1409700 h 1890712"/>
              <a:gd name="connsiteX123" fmla="*/ 1931194 w 2543175"/>
              <a:gd name="connsiteY123" fmla="*/ 1421606 h 1890712"/>
              <a:gd name="connsiteX124" fmla="*/ 1935957 w 2543175"/>
              <a:gd name="connsiteY124" fmla="*/ 1428750 h 1890712"/>
              <a:gd name="connsiteX125" fmla="*/ 1952625 w 2543175"/>
              <a:gd name="connsiteY125" fmla="*/ 1438275 h 1890712"/>
              <a:gd name="connsiteX126" fmla="*/ 1971675 w 2543175"/>
              <a:gd name="connsiteY126" fmla="*/ 1450181 h 1890712"/>
              <a:gd name="connsiteX127" fmla="*/ 1981200 w 2543175"/>
              <a:gd name="connsiteY127" fmla="*/ 1454944 h 1890712"/>
              <a:gd name="connsiteX128" fmla="*/ 1997869 w 2543175"/>
              <a:gd name="connsiteY128" fmla="*/ 1471612 h 1890712"/>
              <a:gd name="connsiteX129" fmla="*/ 2007394 w 2543175"/>
              <a:gd name="connsiteY129" fmla="*/ 1478756 h 1890712"/>
              <a:gd name="connsiteX130" fmla="*/ 2016919 w 2543175"/>
              <a:gd name="connsiteY130" fmla="*/ 1483519 h 1890712"/>
              <a:gd name="connsiteX131" fmla="*/ 2024063 w 2543175"/>
              <a:gd name="connsiteY131" fmla="*/ 1490662 h 1890712"/>
              <a:gd name="connsiteX132" fmla="*/ 2033588 w 2543175"/>
              <a:gd name="connsiteY132" fmla="*/ 1495425 h 1890712"/>
              <a:gd name="connsiteX133" fmla="*/ 2040732 w 2543175"/>
              <a:gd name="connsiteY133" fmla="*/ 1502569 h 1890712"/>
              <a:gd name="connsiteX134" fmla="*/ 2047875 w 2543175"/>
              <a:gd name="connsiteY134" fmla="*/ 1507331 h 1890712"/>
              <a:gd name="connsiteX135" fmla="*/ 2057400 w 2543175"/>
              <a:gd name="connsiteY135" fmla="*/ 1514475 h 1890712"/>
              <a:gd name="connsiteX136" fmla="*/ 2064544 w 2543175"/>
              <a:gd name="connsiteY136" fmla="*/ 1519237 h 1890712"/>
              <a:gd name="connsiteX137" fmla="*/ 2071688 w 2543175"/>
              <a:gd name="connsiteY137" fmla="*/ 1526381 h 1890712"/>
              <a:gd name="connsiteX138" fmla="*/ 2081213 w 2543175"/>
              <a:gd name="connsiteY138" fmla="*/ 1531144 h 1890712"/>
              <a:gd name="connsiteX139" fmla="*/ 2090738 w 2543175"/>
              <a:gd name="connsiteY139" fmla="*/ 1538287 h 1890712"/>
              <a:gd name="connsiteX140" fmla="*/ 2109788 w 2543175"/>
              <a:gd name="connsiteY140" fmla="*/ 1547812 h 1890712"/>
              <a:gd name="connsiteX141" fmla="*/ 2131219 w 2543175"/>
              <a:gd name="connsiteY141" fmla="*/ 1562100 h 1890712"/>
              <a:gd name="connsiteX142" fmla="*/ 2140744 w 2543175"/>
              <a:gd name="connsiteY142" fmla="*/ 1566862 h 1890712"/>
              <a:gd name="connsiteX143" fmla="*/ 2152650 w 2543175"/>
              <a:gd name="connsiteY143" fmla="*/ 1576387 h 1890712"/>
              <a:gd name="connsiteX144" fmla="*/ 2181225 w 2543175"/>
              <a:gd name="connsiteY144" fmla="*/ 1590675 h 1890712"/>
              <a:gd name="connsiteX145" fmla="*/ 2200275 w 2543175"/>
              <a:gd name="connsiteY145" fmla="*/ 1607344 h 1890712"/>
              <a:gd name="connsiteX146" fmla="*/ 2207419 w 2543175"/>
              <a:gd name="connsiteY146" fmla="*/ 1612106 h 1890712"/>
              <a:gd name="connsiteX147" fmla="*/ 2216944 w 2543175"/>
              <a:gd name="connsiteY147" fmla="*/ 1619250 h 1890712"/>
              <a:gd name="connsiteX148" fmla="*/ 2224088 w 2543175"/>
              <a:gd name="connsiteY148" fmla="*/ 1624012 h 1890712"/>
              <a:gd name="connsiteX149" fmla="*/ 2247900 w 2543175"/>
              <a:gd name="connsiteY149" fmla="*/ 1643062 h 1890712"/>
              <a:gd name="connsiteX150" fmla="*/ 2255044 w 2543175"/>
              <a:gd name="connsiteY150" fmla="*/ 1650206 h 1890712"/>
              <a:gd name="connsiteX151" fmla="*/ 2281238 w 2543175"/>
              <a:gd name="connsiteY151" fmla="*/ 1664494 h 1890712"/>
              <a:gd name="connsiteX152" fmla="*/ 2297907 w 2543175"/>
              <a:gd name="connsiteY152" fmla="*/ 1674019 h 1890712"/>
              <a:gd name="connsiteX153" fmla="*/ 2312194 w 2543175"/>
              <a:gd name="connsiteY153" fmla="*/ 1685925 h 1890712"/>
              <a:gd name="connsiteX154" fmla="*/ 2328863 w 2543175"/>
              <a:gd name="connsiteY154" fmla="*/ 1697831 h 1890712"/>
              <a:gd name="connsiteX155" fmla="*/ 2350294 w 2543175"/>
              <a:gd name="connsiteY155" fmla="*/ 1712119 h 1890712"/>
              <a:gd name="connsiteX156" fmla="*/ 2369344 w 2543175"/>
              <a:gd name="connsiteY156" fmla="*/ 1724025 h 1890712"/>
              <a:gd name="connsiteX157" fmla="*/ 2428876 w 2543175"/>
              <a:gd name="connsiteY157" fmla="*/ 1785938 h 1890712"/>
              <a:gd name="connsiteX158" fmla="*/ 2466975 w 2543175"/>
              <a:gd name="connsiteY158" fmla="*/ 1783556 h 1890712"/>
              <a:gd name="connsiteX159" fmla="*/ 2481263 w 2543175"/>
              <a:gd name="connsiteY159" fmla="*/ 1795462 h 1890712"/>
              <a:gd name="connsiteX160" fmla="*/ 2486025 w 2543175"/>
              <a:gd name="connsiteY160" fmla="*/ 1802606 h 1890712"/>
              <a:gd name="connsiteX161" fmla="*/ 2514600 w 2543175"/>
              <a:gd name="connsiteY161" fmla="*/ 1850231 h 1890712"/>
              <a:gd name="connsiteX162" fmla="*/ 2519363 w 2543175"/>
              <a:gd name="connsiteY162" fmla="*/ 1857375 h 1890712"/>
              <a:gd name="connsiteX163" fmla="*/ 2540794 w 2543175"/>
              <a:gd name="connsiteY163" fmla="*/ 1883569 h 1890712"/>
              <a:gd name="connsiteX164" fmla="*/ 2543175 w 2543175"/>
              <a:gd name="connsiteY16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09675 h 1890712"/>
              <a:gd name="connsiteX103" fmla="*/ 1678782 w 2543175"/>
              <a:gd name="connsiteY103" fmla="*/ 1226344 h 1890712"/>
              <a:gd name="connsiteX104" fmla="*/ 1700213 w 2543175"/>
              <a:gd name="connsiteY104" fmla="*/ 1247775 h 1890712"/>
              <a:gd name="connsiteX105" fmla="*/ 1712119 w 2543175"/>
              <a:gd name="connsiteY105" fmla="*/ 1259681 h 1890712"/>
              <a:gd name="connsiteX106" fmla="*/ 1733550 w 2543175"/>
              <a:gd name="connsiteY106" fmla="*/ 1273969 h 1890712"/>
              <a:gd name="connsiteX107" fmla="*/ 1743075 w 2543175"/>
              <a:gd name="connsiteY107" fmla="*/ 1283494 h 1890712"/>
              <a:gd name="connsiteX108" fmla="*/ 1754982 w 2543175"/>
              <a:gd name="connsiteY108" fmla="*/ 1290637 h 1890712"/>
              <a:gd name="connsiteX109" fmla="*/ 1766888 w 2543175"/>
              <a:gd name="connsiteY109" fmla="*/ 1300162 h 1890712"/>
              <a:gd name="connsiteX110" fmla="*/ 1783557 w 2543175"/>
              <a:gd name="connsiteY110" fmla="*/ 1307306 h 1890712"/>
              <a:gd name="connsiteX111" fmla="*/ 1790700 w 2543175"/>
              <a:gd name="connsiteY111" fmla="*/ 1312069 h 1890712"/>
              <a:gd name="connsiteX112" fmla="*/ 1800225 w 2543175"/>
              <a:gd name="connsiteY112" fmla="*/ 1319212 h 1890712"/>
              <a:gd name="connsiteX113" fmla="*/ 1807369 w 2543175"/>
              <a:gd name="connsiteY113" fmla="*/ 1321594 h 1890712"/>
              <a:gd name="connsiteX114" fmla="*/ 1824038 w 2543175"/>
              <a:gd name="connsiteY114" fmla="*/ 1333500 h 1890712"/>
              <a:gd name="connsiteX115" fmla="*/ 1843088 w 2543175"/>
              <a:gd name="connsiteY115" fmla="*/ 1352550 h 1890712"/>
              <a:gd name="connsiteX116" fmla="*/ 1852613 w 2543175"/>
              <a:gd name="connsiteY116" fmla="*/ 1359694 h 1890712"/>
              <a:gd name="connsiteX117" fmla="*/ 1859757 w 2543175"/>
              <a:gd name="connsiteY117" fmla="*/ 1366837 h 1890712"/>
              <a:gd name="connsiteX118" fmla="*/ 1869282 w 2543175"/>
              <a:gd name="connsiteY118" fmla="*/ 1371600 h 1890712"/>
              <a:gd name="connsiteX119" fmla="*/ 1883569 w 2543175"/>
              <a:gd name="connsiteY119" fmla="*/ 1388269 h 1890712"/>
              <a:gd name="connsiteX120" fmla="*/ 1893094 w 2543175"/>
              <a:gd name="connsiteY120" fmla="*/ 1395412 h 1890712"/>
              <a:gd name="connsiteX121" fmla="*/ 1902619 w 2543175"/>
              <a:gd name="connsiteY121" fmla="*/ 1404937 h 1890712"/>
              <a:gd name="connsiteX122" fmla="*/ 1912144 w 2543175"/>
              <a:gd name="connsiteY122" fmla="*/ 1409700 h 1890712"/>
              <a:gd name="connsiteX123" fmla="*/ 1931194 w 2543175"/>
              <a:gd name="connsiteY123" fmla="*/ 1421606 h 1890712"/>
              <a:gd name="connsiteX124" fmla="*/ 1935957 w 2543175"/>
              <a:gd name="connsiteY124" fmla="*/ 1428750 h 1890712"/>
              <a:gd name="connsiteX125" fmla="*/ 1952625 w 2543175"/>
              <a:gd name="connsiteY125" fmla="*/ 1438275 h 1890712"/>
              <a:gd name="connsiteX126" fmla="*/ 1971675 w 2543175"/>
              <a:gd name="connsiteY126" fmla="*/ 1450181 h 1890712"/>
              <a:gd name="connsiteX127" fmla="*/ 1981200 w 2543175"/>
              <a:gd name="connsiteY127" fmla="*/ 1454944 h 1890712"/>
              <a:gd name="connsiteX128" fmla="*/ 1997869 w 2543175"/>
              <a:gd name="connsiteY128" fmla="*/ 1471612 h 1890712"/>
              <a:gd name="connsiteX129" fmla="*/ 2007394 w 2543175"/>
              <a:gd name="connsiteY129" fmla="*/ 1478756 h 1890712"/>
              <a:gd name="connsiteX130" fmla="*/ 2016919 w 2543175"/>
              <a:gd name="connsiteY130" fmla="*/ 1483519 h 1890712"/>
              <a:gd name="connsiteX131" fmla="*/ 2024063 w 2543175"/>
              <a:gd name="connsiteY131" fmla="*/ 1490662 h 1890712"/>
              <a:gd name="connsiteX132" fmla="*/ 2033588 w 2543175"/>
              <a:gd name="connsiteY132" fmla="*/ 1495425 h 1890712"/>
              <a:gd name="connsiteX133" fmla="*/ 2040732 w 2543175"/>
              <a:gd name="connsiteY133" fmla="*/ 1502569 h 1890712"/>
              <a:gd name="connsiteX134" fmla="*/ 2047875 w 2543175"/>
              <a:gd name="connsiteY134" fmla="*/ 1507331 h 1890712"/>
              <a:gd name="connsiteX135" fmla="*/ 2057400 w 2543175"/>
              <a:gd name="connsiteY135" fmla="*/ 1514475 h 1890712"/>
              <a:gd name="connsiteX136" fmla="*/ 2064544 w 2543175"/>
              <a:gd name="connsiteY136" fmla="*/ 1519237 h 1890712"/>
              <a:gd name="connsiteX137" fmla="*/ 2071688 w 2543175"/>
              <a:gd name="connsiteY137" fmla="*/ 1526381 h 1890712"/>
              <a:gd name="connsiteX138" fmla="*/ 2081213 w 2543175"/>
              <a:gd name="connsiteY138" fmla="*/ 1531144 h 1890712"/>
              <a:gd name="connsiteX139" fmla="*/ 2090738 w 2543175"/>
              <a:gd name="connsiteY139" fmla="*/ 1538287 h 1890712"/>
              <a:gd name="connsiteX140" fmla="*/ 2109788 w 2543175"/>
              <a:gd name="connsiteY140" fmla="*/ 1547812 h 1890712"/>
              <a:gd name="connsiteX141" fmla="*/ 2131219 w 2543175"/>
              <a:gd name="connsiteY141" fmla="*/ 1562100 h 1890712"/>
              <a:gd name="connsiteX142" fmla="*/ 2140744 w 2543175"/>
              <a:gd name="connsiteY142" fmla="*/ 1566862 h 1890712"/>
              <a:gd name="connsiteX143" fmla="*/ 2152650 w 2543175"/>
              <a:gd name="connsiteY143" fmla="*/ 1576387 h 1890712"/>
              <a:gd name="connsiteX144" fmla="*/ 2181225 w 2543175"/>
              <a:gd name="connsiteY144" fmla="*/ 1590675 h 1890712"/>
              <a:gd name="connsiteX145" fmla="*/ 2200275 w 2543175"/>
              <a:gd name="connsiteY145" fmla="*/ 1607344 h 1890712"/>
              <a:gd name="connsiteX146" fmla="*/ 2207419 w 2543175"/>
              <a:gd name="connsiteY146" fmla="*/ 1612106 h 1890712"/>
              <a:gd name="connsiteX147" fmla="*/ 2216944 w 2543175"/>
              <a:gd name="connsiteY147" fmla="*/ 1619250 h 1890712"/>
              <a:gd name="connsiteX148" fmla="*/ 2224088 w 2543175"/>
              <a:gd name="connsiteY148" fmla="*/ 1624012 h 1890712"/>
              <a:gd name="connsiteX149" fmla="*/ 2247900 w 2543175"/>
              <a:gd name="connsiteY149" fmla="*/ 1643062 h 1890712"/>
              <a:gd name="connsiteX150" fmla="*/ 2255044 w 2543175"/>
              <a:gd name="connsiteY150" fmla="*/ 1650206 h 1890712"/>
              <a:gd name="connsiteX151" fmla="*/ 2281238 w 2543175"/>
              <a:gd name="connsiteY151" fmla="*/ 1664494 h 1890712"/>
              <a:gd name="connsiteX152" fmla="*/ 2297907 w 2543175"/>
              <a:gd name="connsiteY152" fmla="*/ 1674019 h 1890712"/>
              <a:gd name="connsiteX153" fmla="*/ 2312194 w 2543175"/>
              <a:gd name="connsiteY153" fmla="*/ 1685925 h 1890712"/>
              <a:gd name="connsiteX154" fmla="*/ 2328863 w 2543175"/>
              <a:gd name="connsiteY154" fmla="*/ 1697831 h 1890712"/>
              <a:gd name="connsiteX155" fmla="*/ 2350294 w 2543175"/>
              <a:gd name="connsiteY155" fmla="*/ 1712119 h 1890712"/>
              <a:gd name="connsiteX156" fmla="*/ 2369344 w 2543175"/>
              <a:gd name="connsiteY156" fmla="*/ 1724025 h 1890712"/>
              <a:gd name="connsiteX157" fmla="*/ 2428876 w 2543175"/>
              <a:gd name="connsiteY157" fmla="*/ 1785938 h 1890712"/>
              <a:gd name="connsiteX158" fmla="*/ 2466975 w 2543175"/>
              <a:gd name="connsiteY158" fmla="*/ 1783556 h 1890712"/>
              <a:gd name="connsiteX159" fmla="*/ 2481263 w 2543175"/>
              <a:gd name="connsiteY159" fmla="*/ 1795462 h 1890712"/>
              <a:gd name="connsiteX160" fmla="*/ 2486025 w 2543175"/>
              <a:gd name="connsiteY160" fmla="*/ 1802606 h 1890712"/>
              <a:gd name="connsiteX161" fmla="*/ 2514600 w 2543175"/>
              <a:gd name="connsiteY161" fmla="*/ 1850231 h 1890712"/>
              <a:gd name="connsiteX162" fmla="*/ 2519363 w 2543175"/>
              <a:gd name="connsiteY162" fmla="*/ 1857375 h 1890712"/>
              <a:gd name="connsiteX163" fmla="*/ 2540794 w 2543175"/>
              <a:gd name="connsiteY163" fmla="*/ 1883569 h 1890712"/>
              <a:gd name="connsiteX164" fmla="*/ 2543175 w 2543175"/>
              <a:gd name="connsiteY16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678782 w 2543175"/>
              <a:gd name="connsiteY103" fmla="*/ 1226344 h 1890712"/>
              <a:gd name="connsiteX104" fmla="*/ 1700213 w 2543175"/>
              <a:gd name="connsiteY104" fmla="*/ 1247775 h 1890712"/>
              <a:gd name="connsiteX105" fmla="*/ 1712119 w 2543175"/>
              <a:gd name="connsiteY105" fmla="*/ 1259681 h 1890712"/>
              <a:gd name="connsiteX106" fmla="*/ 1733550 w 2543175"/>
              <a:gd name="connsiteY106" fmla="*/ 1273969 h 1890712"/>
              <a:gd name="connsiteX107" fmla="*/ 1743075 w 2543175"/>
              <a:gd name="connsiteY107" fmla="*/ 1283494 h 1890712"/>
              <a:gd name="connsiteX108" fmla="*/ 1754982 w 2543175"/>
              <a:gd name="connsiteY108" fmla="*/ 1290637 h 1890712"/>
              <a:gd name="connsiteX109" fmla="*/ 1766888 w 2543175"/>
              <a:gd name="connsiteY109" fmla="*/ 1300162 h 1890712"/>
              <a:gd name="connsiteX110" fmla="*/ 1783557 w 2543175"/>
              <a:gd name="connsiteY110" fmla="*/ 1307306 h 1890712"/>
              <a:gd name="connsiteX111" fmla="*/ 1790700 w 2543175"/>
              <a:gd name="connsiteY111" fmla="*/ 1312069 h 1890712"/>
              <a:gd name="connsiteX112" fmla="*/ 1800225 w 2543175"/>
              <a:gd name="connsiteY112" fmla="*/ 1319212 h 1890712"/>
              <a:gd name="connsiteX113" fmla="*/ 1807369 w 2543175"/>
              <a:gd name="connsiteY113" fmla="*/ 1321594 h 1890712"/>
              <a:gd name="connsiteX114" fmla="*/ 1824038 w 2543175"/>
              <a:gd name="connsiteY114" fmla="*/ 1333500 h 1890712"/>
              <a:gd name="connsiteX115" fmla="*/ 1843088 w 2543175"/>
              <a:gd name="connsiteY115" fmla="*/ 1352550 h 1890712"/>
              <a:gd name="connsiteX116" fmla="*/ 1852613 w 2543175"/>
              <a:gd name="connsiteY116" fmla="*/ 1359694 h 1890712"/>
              <a:gd name="connsiteX117" fmla="*/ 1859757 w 2543175"/>
              <a:gd name="connsiteY117" fmla="*/ 1366837 h 1890712"/>
              <a:gd name="connsiteX118" fmla="*/ 1869282 w 2543175"/>
              <a:gd name="connsiteY118" fmla="*/ 1371600 h 1890712"/>
              <a:gd name="connsiteX119" fmla="*/ 1883569 w 2543175"/>
              <a:gd name="connsiteY119" fmla="*/ 1388269 h 1890712"/>
              <a:gd name="connsiteX120" fmla="*/ 1893094 w 2543175"/>
              <a:gd name="connsiteY120" fmla="*/ 1395412 h 1890712"/>
              <a:gd name="connsiteX121" fmla="*/ 1902619 w 2543175"/>
              <a:gd name="connsiteY121" fmla="*/ 1404937 h 1890712"/>
              <a:gd name="connsiteX122" fmla="*/ 1912144 w 2543175"/>
              <a:gd name="connsiteY122" fmla="*/ 1409700 h 1890712"/>
              <a:gd name="connsiteX123" fmla="*/ 1931194 w 2543175"/>
              <a:gd name="connsiteY123" fmla="*/ 1421606 h 1890712"/>
              <a:gd name="connsiteX124" fmla="*/ 1935957 w 2543175"/>
              <a:gd name="connsiteY124" fmla="*/ 1428750 h 1890712"/>
              <a:gd name="connsiteX125" fmla="*/ 1952625 w 2543175"/>
              <a:gd name="connsiteY125" fmla="*/ 1438275 h 1890712"/>
              <a:gd name="connsiteX126" fmla="*/ 1971675 w 2543175"/>
              <a:gd name="connsiteY126" fmla="*/ 1450181 h 1890712"/>
              <a:gd name="connsiteX127" fmla="*/ 1981200 w 2543175"/>
              <a:gd name="connsiteY127" fmla="*/ 1454944 h 1890712"/>
              <a:gd name="connsiteX128" fmla="*/ 1997869 w 2543175"/>
              <a:gd name="connsiteY128" fmla="*/ 1471612 h 1890712"/>
              <a:gd name="connsiteX129" fmla="*/ 2007394 w 2543175"/>
              <a:gd name="connsiteY129" fmla="*/ 1478756 h 1890712"/>
              <a:gd name="connsiteX130" fmla="*/ 2016919 w 2543175"/>
              <a:gd name="connsiteY130" fmla="*/ 1483519 h 1890712"/>
              <a:gd name="connsiteX131" fmla="*/ 2024063 w 2543175"/>
              <a:gd name="connsiteY131" fmla="*/ 1490662 h 1890712"/>
              <a:gd name="connsiteX132" fmla="*/ 2033588 w 2543175"/>
              <a:gd name="connsiteY132" fmla="*/ 1495425 h 1890712"/>
              <a:gd name="connsiteX133" fmla="*/ 2040732 w 2543175"/>
              <a:gd name="connsiteY133" fmla="*/ 1502569 h 1890712"/>
              <a:gd name="connsiteX134" fmla="*/ 2047875 w 2543175"/>
              <a:gd name="connsiteY134" fmla="*/ 1507331 h 1890712"/>
              <a:gd name="connsiteX135" fmla="*/ 2057400 w 2543175"/>
              <a:gd name="connsiteY135" fmla="*/ 1514475 h 1890712"/>
              <a:gd name="connsiteX136" fmla="*/ 2064544 w 2543175"/>
              <a:gd name="connsiteY136" fmla="*/ 1519237 h 1890712"/>
              <a:gd name="connsiteX137" fmla="*/ 2071688 w 2543175"/>
              <a:gd name="connsiteY137" fmla="*/ 1526381 h 1890712"/>
              <a:gd name="connsiteX138" fmla="*/ 2081213 w 2543175"/>
              <a:gd name="connsiteY138" fmla="*/ 1531144 h 1890712"/>
              <a:gd name="connsiteX139" fmla="*/ 2090738 w 2543175"/>
              <a:gd name="connsiteY139" fmla="*/ 1538287 h 1890712"/>
              <a:gd name="connsiteX140" fmla="*/ 2109788 w 2543175"/>
              <a:gd name="connsiteY140" fmla="*/ 1547812 h 1890712"/>
              <a:gd name="connsiteX141" fmla="*/ 2131219 w 2543175"/>
              <a:gd name="connsiteY141" fmla="*/ 1562100 h 1890712"/>
              <a:gd name="connsiteX142" fmla="*/ 2140744 w 2543175"/>
              <a:gd name="connsiteY142" fmla="*/ 1566862 h 1890712"/>
              <a:gd name="connsiteX143" fmla="*/ 2152650 w 2543175"/>
              <a:gd name="connsiteY143" fmla="*/ 1576387 h 1890712"/>
              <a:gd name="connsiteX144" fmla="*/ 2181225 w 2543175"/>
              <a:gd name="connsiteY144" fmla="*/ 1590675 h 1890712"/>
              <a:gd name="connsiteX145" fmla="*/ 2200275 w 2543175"/>
              <a:gd name="connsiteY145" fmla="*/ 1607344 h 1890712"/>
              <a:gd name="connsiteX146" fmla="*/ 2207419 w 2543175"/>
              <a:gd name="connsiteY146" fmla="*/ 1612106 h 1890712"/>
              <a:gd name="connsiteX147" fmla="*/ 2216944 w 2543175"/>
              <a:gd name="connsiteY147" fmla="*/ 1619250 h 1890712"/>
              <a:gd name="connsiteX148" fmla="*/ 2224088 w 2543175"/>
              <a:gd name="connsiteY148" fmla="*/ 1624012 h 1890712"/>
              <a:gd name="connsiteX149" fmla="*/ 2247900 w 2543175"/>
              <a:gd name="connsiteY149" fmla="*/ 1643062 h 1890712"/>
              <a:gd name="connsiteX150" fmla="*/ 2255044 w 2543175"/>
              <a:gd name="connsiteY150" fmla="*/ 1650206 h 1890712"/>
              <a:gd name="connsiteX151" fmla="*/ 2281238 w 2543175"/>
              <a:gd name="connsiteY151" fmla="*/ 1664494 h 1890712"/>
              <a:gd name="connsiteX152" fmla="*/ 2297907 w 2543175"/>
              <a:gd name="connsiteY152" fmla="*/ 1674019 h 1890712"/>
              <a:gd name="connsiteX153" fmla="*/ 2312194 w 2543175"/>
              <a:gd name="connsiteY153" fmla="*/ 1685925 h 1890712"/>
              <a:gd name="connsiteX154" fmla="*/ 2328863 w 2543175"/>
              <a:gd name="connsiteY154" fmla="*/ 1697831 h 1890712"/>
              <a:gd name="connsiteX155" fmla="*/ 2350294 w 2543175"/>
              <a:gd name="connsiteY155" fmla="*/ 1712119 h 1890712"/>
              <a:gd name="connsiteX156" fmla="*/ 2369344 w 2543175"/>
              <a:gd name="connsiteY156" fmla="*/ 1724025 h 1890712"/>
              <a:gd name="connsiteX157" fmla="*/ 2428876 w 2543175"/>
              <a:gd name="connsiteY157" fmla="*/ 1785938 h 1890712"/>
              <a:gd name="connsiteX158" fmla="*/ 2466975 w 2543175"/>
              <a:gd name="connsiteY158" fmla="*/ 1783556 h 1890712"/>
              <a:gd name="connsiteX159" fmla="*/ 2481263 w 2543175"/>
              <a:gd name="connsiteY159" fmla="*/ 1795462 h 1890712"/>
              <a:gd name="connsiteX160" fmla="*/ 2486025 w 2543175"/>
              <a:gd name="connsiteY160" fmla="*/ 1802606 h 1890712"/>
              <a:gd name="connsiteX161" fmla="*/ 2514600 w 2543175"/>
              <a:gd name="connsiteY161" fmla="*/ 1850231 h 1890712"/>
              <a:gd name="connsiteX162" fmla="*/ 2519363 w 2543175"/>
              <a:gd name="connsiteY162" fmla="*/ 1857375 h 1890712"/>
              <a:gd name="connsiteX163" fmla="*/ 2540794 w 2543175"/>
              <a:gd name="connsiteY163" fmla="*/ 1883569 h 1890712"/>
              <a:gd name="connsiteX164" fmla="*/ 2543175 w 2543175"/>
              <a:gd name="connsiteY16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24088 w 2543175"/>
              <a:gd name="connsiteY147" fmla="*/ 1624012 h 1890712"/>
              <a:gd name="connsiteX148" fmla="*/ 2247900 w 2543175"/>
              <a:gd name="connsiteY148" fmla="*/ 1643062 h 1890712"/>
              <a:gd name="connsiteX149" fmla="*/ 2255044 w 2543175"/>
              <a:gd name="connsiteY149" fmla="*/ 1650206 h 1890712"/>
              <a:gd name="connsiteX150" fmla="*/ 2281238 w 2543175"/>
              <a:gd name="connsiteY150" fmla="*/ 1664494 h 1890712"/>
              <a:gd name="connsiteX151" fmla="*/ 2297907 w 2543175"/>
              <a:gd name="connsiteY151" fmla="*/ 1674019 h 1890712"/>
              <a:gd name="connsiteX152" fmla="*/ 2312194 w 2543175"/>
              <a:gd name="connsiteY152" fmla="*/ 1685925 h 1890712"/>
              <a:gd name="connsiteX153" fmla="*/ 2328863 w 2543175"/>
              <a:gd name="connsiteY153" fmla="*/ 1697831 h 1890712"/>
              <a:gd name="connsiteX154" fmla="*/ 2350294 w 2543175"/>
              <a:gd name="connsiteY154" fmla="*/ 1712119 h 1890712"/>
              <a:gd name="connsiteX155" fmla="*/ 2369344 w 2543175"/>
              <a:gd name="connsiteY155" fmla="*/ 1724025 h 1890712"/>
              <a:gd name="connsiteX156" fmla="*/ 2428876 w 2543175"/>
              <a:gd name="connsiteY156" fmla="*/ 1785938 h 1890712"/>
              <a:gd name="connsiteX157" fmla="*/ 2466975 w 2543175"/>
              <a:gd name="connsiteY157" fmla="*/ 1783556 h 1890712"/>
              <a:gd name="connsiteX158" fmla="*/ 2481263 w 2543175"/>
              <a:gd name="connsiteY158" fmla="*/ 1795462 h 1890712"/>
              <a:gd name="connsiteX159" fmla="*/ 2486025 w 2543175"/>
              <a:gd name="connsiteY159" fmla="*/ 1802606 h 1890712"/>
              <a:gd name="connsiteX160" fmla="*/ 2514600 w 2543175"/>
              <a:gd name="connsiteY160" fmla="*/ 1850231 h 1890712"/>
              <a:gd name="connsiteX161" fmla="*/ 2519363 w 2543175"/>
              <a:gd name="connsiteY161" fmla="*/ 1857375 h 1890712"/>
              <a:gd name="connsiteX162" fmla="*/ 2540794 w 2543175"/>
              <a:gd name="connsiteY162" fmla="*/ 1883569 h 1890712"/>
              <a:gd name="connsiteX163" fmla="*/ 2543175 w 2543175"/>
              <a:gd name="connsiteY163"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24088 w 2543175"/>
              <a:gd name="connsiteY147" fmla="*/ 1624012 h 1890712"/>
              <a:gd name="connsiteX148" fmla="*/ 2247900 w 2543175"/>
              <a:gd name="connsiteY148" fmla="*/ 1643062 h 1890712"/>
              <a:gd name="connsiteX149" fmla="*/ 2255044 w 2543175"/>
              <a:gd name="connsiteY149" fmla="*/ 1650206 h 1890712"/>
              <a:gd name="connsiteX150" fmla="*/ 2281238 w 2543175"/>
              <a:gd name="connsiteY150" fmla="*/ 1664494 h 1890712"/>
              <a:gd name="connsiteX151" fmla="*/ 2297907 w 2543175"/>
              <a:gd name="connsiteY151" fmla="*/ 1674019 h 1890712"/>
              <a:gd name="connsiteX152" fmla="*/ 2312194 w 2543175"/>
              <a:gd name="connsiteY152" fmla="*/ 1685925 h 1890712"/>
              <a:gd name="connsiteX153" fmla="*/ 2328863 w 2543175"/>
              <a:gd name="connsiteY153" fmla="*/ 1697831 h 1890712"/>
              <a:gd name="connsiteX154" fmla="*/ 2350294 w 2543175"/>
              <a:gd name="connsiteY154" fmla="*/ 1712119 h 1890712"/>
              <a:gd name="connsiteX155" fmla="*/ 2428876 w 2543175"/>
              <a:gd name="connsiteY155" fmla="*/ 1785938 h 1890712"/>
              <a:gd name="connsiteX156" fmla="*/ 2466975 w 2543175"/>
              <a:gd name="connsiteY156" fmla="*/ 1783556 h 1890712"/>
              <a:gd name="connsiteX157" fmla="*/ 2481263 w 2543175"/>
              <a:gd name="connsiteY157" fmla="*/ 1795462 h 1890712"/>
              <a:gd name="connsiteX158" fmla="*/ 2486025 w 2543175"/>
              <a:gd name="connsiteY158" fmla="*/ 1802606 h 1890712"/>
              <a:gd name="connsiteX159" fmla="*/ 2514600 w 2543175"/>
              <a:gd name="connsiteY159" fmla="*/ 1850231 h 1890712"/>
              <a:gd name="connsiteX160" fmla="*/ 2519363 w 2543175"/>
              <a:gd name="connsiteY160" fmla="*/ 1857375 h 1890712"/>
              <a:gd name="connsiteX161" fmla="*/ 2540794 w 2543175"/>
              <a:gd name="connsiteY161" fmla="*/ 1883569 h 1890712"/>
              <a:gd name="connsiteX162" fmla="*/ 2543175 w 2543175"/>
              <a:gd name="connsiteY16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297907 w 2543175"/>
              <a:gd name="connsiteY150" fmla="*/ 1674019 h 1890712"/>
              <a:gd name="connsiteX151" fmla="*/ 2312194 w 2543175"/>
              <a:gd name="connsiteY151" fmla="*/ 1685925 h 1890712"/>
              <a:gd name="connsiteX152" fmla="*/ 2328863 w 2543175"/>
              <a:gd name="connsiteY152" fmla="*/ 1697831 h 1890712"/>
              <a:gd name="connsiteX153" fmla="*/ 2350294 w 2543175"/>
              <a:gd name="connsiteY153" fmla="*/ 1712119 h 1890712"/>
              <a:gd name="connsiteX154" fmla="*/ 2428876 w 2543175"/>
              <a:gd name="connsiteY154" fmla="*/ 1785938 h 1890712"/>
              <a:gd name="connsiteX155" fmla="*/ 2466975 w 2543175"/>
              <a:gd name="connsiteY155" fmla="*/ 1783556 h 1890712"/>
              <a:gd name="connsiteX156" fmla="*/ 2481263 w 2543175"/>
              <a:gd name="connsiteY156" fmla="*/ 1795462 h 1890712"/>
              <a:gd name="connsiteX157" fmla="*/ 2486025 w 2543175"/>
              <a:gd name="connsiteY157" fmla="*/ 1802606 h 1890712"/>
              <a:gd name="connsiteX158" fmla="*/ 2514600 w 2543175"/>
              <a:gd name="connsiteY158" fmla="*/ 1850231 h 1890712"/>
              <a:gd name="connsiteX159" fmla="*/ 2519363 w 2543175"/>
              <a:gd name="connsiteY159" fmla="*/ 1857375 h 1890712"/>
              <a:gd name="connsiteX160" fmla="*/ 2540794 w 2543175"/>
              <a:gd name="connsiteY160" fmla="*/ 1883569 h 1890712"/>
              <a:gd name="connsiteX161" fmla="*/ 2543175 w 2543175"/>
              <a:gd name="connsiteY161"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297907 w 2543175"/>
              <a:gd name="connsiteY150" fmla="*/ 1674019 h 1890712"/>
              <a:gd name="connsiteX151" fmla="*/ 2312194 w 2543175"/>
              <a:gd name="connsiteY151" fmla="*/ 1685925 h 1890712"/>
              <a:gd name="connsiteX152" fmla="*/ 2328863 w 2543175"/>
              <a:gd name="connsiteY152" fmla="*/ 1697831 h 1890712"/>
              <a:gd name="connsiteX153" fmla="*/ 2350294 w 2543175"/>
              <a:gd name="connsiteY153" fmla="*/ 1712119 h 1890712"/>
              <a:gd name="connsiteX154" fmla="*/ 2428876 w 2543175"/>
              <a:gd name="connsiteY154" fmla="*/ 1785938 h 1890712"/>
              <a:gd name="connsiteX155" fmla="*/ 2481263 w 2543175"/>
              <a:gd name="connsiteY155" fmla="*/ 1795462 h 1890712"/>
              <a:gd name="connsiteX156" fmla="*/ 2486025 w 2543175"/>
              <a:gd name="connsiteY156" fmla="*/ 1802606 h 1890712"/>
              <a:gd name="connsiteX157" fmla="*/ 2514600 w 2543175"/>
              <a:gd name="connsiteY157" fmla="*/ 1850231 h 1890712"/>
              <a:gd name="connsiteX158" fmla="*/ 2519363 w 2543175"/>
              <a:gd name="connsiteY158" fmla="*/ 1857375 h 1890712"/>
              <a:gd name="connsiteX159" fmla="*/ 2540794 w 2543175"/>
              <a:gd name="connsiteY159" fmla="*/ 1883569 h 1890712"/>
              <a:gd name="connsiteX160" fmla="*/ 2543175 w 2543175"/>
              <a:gd name="connsiteY16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297907 w 2543175"/>
              <a:gd name="connsiteY150" fmla="*/ 1674019 h 1890712"/>
              <a:gd name="connsiteX151" fmla="*/ 2312194 w 2543175"/>
              <a:gd name="connsiteY151" fmla="*/ 1685925 h 1890712"/>
              <a:gd name="connsiteX152" fmla="*/ 2328863 w 2543175"/>
              <a:gd name="connsiteY152" fmla="*/ 1697831 h 1890712"/>
              <a:gd name="connsiteX153" fmla="*/ 2350294 w 2543175"/>
              <a:gd name="connsiteY153" fmla="*/ 1712119 h 1890712"/>
              <a:gd name="connsiteX154" fmla="*/ 2428876 w 2543175"/>
              <a:gd name="connsiteY154" fmla="*/ 1785938 h 1890712"/>
              <a:gd name="connsiteX155" fmla="*/ 2481263 w 2543175"/>
              <a:gd name="connsiteY155" fmla="*/ 1795462 h 1890712"/>
              <a:gd name="connsiteX156" fmla="*/ 2514600 w 2543175"/>
              <a:gd name="connsiteY156" fmla="*/ 1850231 h 1890712"/>
              <a:gd name="connsiteX157" fmla="*/ 2519363 w 2543175"/>
              <a:gd name="connsiteY157" fmla="*/ 1857375 h 1890712"/>
              <a:gd name="connsiteX158" fmla="*/ 2540794 w 2543175"/>
              <a:gd name="connsiteY158" fmla="*/ 1883569 h 1890712"/>
              <a:gd name="connsiteX159" fmla="*/ 2543175 w 2543175"/>
              <a:gd name="connsiteY15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297907 w 2543175"/>
              <a:gd name="connsiteY150" fmla="*/ 1674019 h 1890712"/>
              <a:gd name="connsiteX151" fmla="*/ 2312194 w 2543175"/>
              <a:gd name="connsiteY151" fmla="*/ 1685925 h 1890712"/>
              <a:gd name="connsiteX152" fmla="*/ 2328863 w 2543175"/>
              <a:gd name="connsiteY152" fmla="*/ 1697831 h 1890712"/>
              <a:gd name="connsiteX153" fmla="*/ 2350294 w 2543175"/>
              <a:gd name="connsiteY153" fmla="*/ 1712119 h 1890712"/>
              <a:gd name="connsiteX154" fmla="*/ 2428876 w 2543175"/>
              <a:gd name="connsiteY154" fmla="*/ 1785938 h 1890712"/>
              <a:gd name="connsiteX155" fmla="*/ 2469356 w 2543175"/>
              <a:gd name="connsiteY155" fmla="*/ 1816894 h 1890712"/>
              <a:gd name="connsiteX156" fmla="*/ 2514600 w 2543175"/>
              <a:gd name="connsiteY156" fmla="*/ 1850231 h 1890712"/>
              <a:gd name="connsiteX157" fmla="*/ 2519363 w 2543175"/>
              <a:gd name="connsiteY157" fmla="*/ 1857375 h 1890712"/>
              <a:gd name="connsiteX158" fmla="*/ 2540794 w 2543175"/>
              <a:gd name="connsiteY158" fmla="*/ 1883569 h 1890712"/>
              <a:gd name="connsiteX159" fmla="*/ 2543175 w 2543175"/>
              <a:gd name="connsiteY15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297907 w 2543175"/>
              <a:gd name="connsiteY150" fmla="*/ 1674019 h 1890712"/>
              <a:gd name="connsiteX151" fmla="*/ 2312194 w 2543175"/>
              <a:gd name="connsiteY151" fmla="*/ 1685925 h 1890712"/>
              <a:gd name="connsiteX152" fmla="*/ 2350294 w 2543175"/>
              <a:gd name="connsiteY152" fmla="*/ 1712119 h 1890712"/>
              <a:gd name="connsiteX153" fmla="*/ 2428876 w 2543175"/>
              <a:gd name="connsiteY153" fmla="*/ 1785938 h 1890712"/>
              <a:gd name="connsiteX154" fmla="*/ 2469356 w 2543175"/>
              <a:gd name="connsiteY154" fmla="*/ 1816894 h 1890712"/>
              <a:gd name="connsiteX155" fmla="*/ 2514600 w 2543175"/>
              <a:gd name="connsiteY155" fmla="*/ 1850231 h 1890712"/>
              <a:gd name="connsiteX156" fmla="*/ 2519363 w 2543175"/>
              <a:gd name="connsiteY156" fmla="*/ 1857375 h 1890712"/>
              <a:gd name="connsiteX157" fmla="*/ 2540794 w 2543175"/>
              <a:gd name="connsiteY157" fmla="*/ 1883569 h 1890712"/>
              <a:gd name="connsiteX158" fmla="*/ 2543175 w 2543175"/>
              <a:gd name="connsiteY158"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312194 w 2543175"/>
              <a:gd name="connsiteY150" fmla="*/ 1685925 h 1890712"/>
              <a:gd name="connsiteX151" fmla="*/ 2350294 w 2543175"/>
              <a:gd name="connsiteY151" fmla="*/ 1712119 h 1890712"/>
              <a:gd name="connsiteX152" fmla="*/ 2428876 w 2543175"/>
              <a:gd name="connsiteY152" fmla="*/ 1785938 h 1890712"/>
              <a:gd name="connsiteX153" fmla="*/ 2469356 w 2543175"/>
              <a:gd name="connsiteY153" fmla="*/ 1816894 h 1890712"/>
              <a:gd name="connsiteX154" fmla="*/ 2514600 w 2543175"/>
              <a:gd name="connsiteY154" fmla="*/ 1850231 h 1890712"/>
              <a:gd name="connsiteX155" fmla="*/ 2519363 w 2543175"/>
              <a:gd name="connsiteY155" fmla="*/ 1857375 h 1890712"/>
              <a:gd name="connsiteX156" fmla="*/ 2540794 w 2543175"/>
              <a:gd name="connsiteY156" fmla="*/ 1883569 h 1890712"/>
              <a:gd name="connsiteX157" fmla="*/ 2543175 w 2543175"/>
              <a:gd name="connsiteY157"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81238 w 2543175"/>
              <a:gd name="connsiteY148" fmla="*/ 1664494 h 1890712"/>
              <a:gd name="connsiteX149" fmla="*/ 2312194 w 2543175"/>
              <a:gd name="connsiteY149" fmla="*/ 1685925 h 1890712"/>
              <a:gd name="connsiteX150" fmla="*/ 2350294 w 2543175"/>
              <a:gd name="connsiteY150" fmla="*/ 1712119 h 1890712"/>
              <a:gd name="connsiteX151" fmla="*/ 2428876 w 2543175"/>
              <a:gd name="connsiteY151" fmla="*/ 1785938 h 1890712"/>
              <a:gd name="connsiteX152" fmla="*/ 2469356 w 2543175"/>
              <a:gd name="connsiteY152" fmla="*/ 1816894 h 1890712"/>
              <a:gd name="connsiteX153" fmla="*/ 2514600 w 2543175"/>
              <a:gd name="connsiteY153" fmla="*/ 1850231 h 1890712"/>
              <a:gd name="connsiteX154" fmla="*/ 2519363 w 2543175"/>
              <a:gd name="connsiteY154" fmla="*/ 1857375 h 1890712"/>
              <a:gd name="connsiteX155" fmla="*/ 2540794 w 2543175"/>
              <a:gd name="connsiteY155" fmla="*/ 1883569 h 1890712"/>
              <a:gd name="connsiteX156" fmla="*/ 2543175 w 2543175"/>
              <a:gd name="connsiteY15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81238 w 2543175"/>
              <a:gd name="connsiteY148" fmla="*/ 1674019 h 1890712"/>
              <a:gd name="connsiteX149" fmla="*/ 2312194 w 2543175"/>
              <a:gd name="connsiteY149" fmla="*/ 1685925 h 1890712"/>
              <a:gd name="connsiteX150" fmla="*/ 2350294 w 2543175"/>
              <a:gd name="connsiteY150" fmla="*/ 1712119 h 1890712"/>
              <a:gd name="connsiteX151" fmla="*/ 2428876 w 2543175"/>
              <a:gd name="connsiteY151" fmla="*/ 1785938 h 1890712"/>
              <a:gd name="connsiteX152" fmla="*/ 2469356 w 2543175"/>
              <a:gd name="connsiteY152" fmla="*/ 1816894 h 1890712"/>
              <a:gd name="connsiteX153" fmla="*/ 2514600 w 2543175"/>
              <a:gd name="connsiteY153" fmla="*/ 1850231 h 1890712"/>
              <a:gd name="connsiteX154" fmla="*/ 2519363 w 2543175"/>
              <a:gd name="connsiteY154" fmla="*/ 1857375 h 1890712"/>
              <a:gd name="connsiteX155" fmla="*/ 2540794 w 2543175"/>
              <a:gd name="connsiteY155" fmla="*/ 1883569 h 1890712"/>
              <a:gd name="connsiteX156" fmla="*/ 2543175 w 2543175"/>
              <a:gd name="connsiteY15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81238 w 2543175"/>
              <a:gd name="connsiteY148" fmla="*/ 1674019 h 1890712"/>
              <a:gd name="connsiteX149" fmla="*/ 2312194 w 2543175"/>
              <a:gd name="connsiteY149" fmla="*/ 1702594 h 1890712"/>
              <a:gd name="connsiteX150" fmla="*/ 2350294 w 2543175"/>
              <a:gd name="connsiteY150" fmla="*/ 1712119 h 1890712"/>
              <a:gd name="connsiteX151" fmla="*/ 2428876 w 2543175"/>
              <a:gd name="connsiteY151" fmla="*/ 1785938 h 1890712"/>
              <a:gd name="connsiteX152" fmla="*/ 2469356 w 2543175"/>
              <a:gd name="connsiteY152" fmla="*/ 1816894 h 1890712"/>
              <a:gd name="connsiteX153" fmla="*/ 2514600 w 2543175"/>
              <a:gd name="connsiteY153" fmla="*/ 1850231 h 1890712"/>
              <a:gd name="connsiteX154" fmla="*/ 2519363 w 2543175"/>
              <a:gd name="connsiteY154" fmla="*/ 1857375 h 1890712"/>
              <a:gd name="connsiteX155" fmla="*/ 2540794 w 2543175"/>
              <a:gd name="connsiteY155" fmla="*/ 1883569 h 1890712"/>
              <a:gd name="connsiteX156" fmla="*/ 2543175 w 2543175"/>
              <a:gd name="connsiteY15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81238 w 2543175"/>
              <a:gd name="connsiteY148" fmla="*/ 1674019 h 1890712"/>
              <a:gd name="connsiteX149" fmla="*/ 2312194 w 2543175"/>
              <a:gd name="connsiteY149" fmla="*/ 1702594 h 1890712"/>
              <a:gd name="connsiteX150" fmla="*/ 2369344 w 2543175"/>
              <a:gd name="connsiteY150" fmla="*/ 1757363 h 1890712"/>
              <a:gd name="connsiteX151" fmla="*/ 2428876 w 2543175"/>
              <a:gd name="connsiteY151" fmla="*/ 1785938 h 1890712"/>
              <a:gd name="connsiteX152" fmla="*/ 2469356 w 2543175"/>
              <a:gd name="connsiteY152" fmla="*/ 1816894 h 1890712"/>
              <a:gd name="connsiteX153" fmla="*/ 2514600 w 2543175"/>
              <a:gd name="connsiteY153" fmla="*/ 1850231 h 1890712"/>
              <a:gd name="connsiteX154" fmla="*/ 2519363 w 2543175"/>
              <a:gd name="connsiteY154" fmla="*/ 1857375 h 1890712"/>
              <a:gd name="connsiteX155" fmla="*/ 2540794 w 2543175"/>
              <a:gd name="connsiteY155" fmla="*/ 1883569 h 1890712"/>
              <a:gd name="connsiteX156" fmla="*/ 2543175 w 2543175"/>
              <a:gd name="connsiteY15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907257 w 2543175"/>
              <a:gd name="connsiteY66" fmla="*/ 683419 h 1890712"/>
              <a:gd name="connsiteX67" fmla="*/ 928688 w 2543175"/>
              <a:gd name="connsiteY67" fmla="*/ 695325 h 1890712"/>
              <a:gd name="connsiteX68" fmla="*/ 942975 w 2543175"/>
              <a:gd name="connsiteY68" fmla="*/ 700087 h 1890712"/>
              <a:gd name="connsiteX69" fmla="*/ 964407 w 2543175"/>
              <a:gd name="connsiteY69" fmla="*/ 716756 h 1890712"/>
              <a:gd name="connsiteX70" fmla="*/ 971550 w 2543175"/>
              <a:gd name="connsiteY70" fmla="*/ 723900 h 1890712"/>
              <a:gd name="connsiteX71" fmla="*/ 983457 w 2543175"/>
              <a:gd name="connsiteY71" fmla="*/ 733425 h 1890712"/>
              <a:gd name="connsiteX72" fmla="*/ 990600 w 2543175"/>
              <a:gd name="connsiteY72" fmla="*/ 738187 h 1890712"/>
              <a:gd name="connsiteX73" fmla="*/ 1007269 w 2543175"/>
              <a:gd name="connsiteY73" fmla="*/ 752475 h 1890712"/>
              <a:gd name="connsiteX74" fmla="*/ 1031082 w 2543175"/>
              <a:gd name="connsiteY74" fmla="*/ 766762 h 1890712"/>
              <a:gd name="connsiteX75" fmla="*/ 1042988 w 2543175"/>
              <a:gd name="connsiteY75" fmla="*/ 773906 h 1890712"/>
              <a:gd name="connsiteX76" fmla="*/ 1071563 w 2543175"/>
              <a:gd name="connsiteY76" fmla="*/ 785812 h 1890712"/>
              <a:gd name="connsiteX77" fmla="*/ 1097757 w 2543175"/>
              <a:gd name="connsiteY77" fmla="*/ 807244 h 1890712"/>
              <a:gd name="connsiteX78" fmla="*/ 1104900 w 2543175"/>
              <a:gd name="connsiteY78" fmla="*/ 814387 h 1890712"/>
              <a:gd name="connsiteX79" fmla="*/ 1121569 w 2543175"/>
              <a:gd name="connsiteY79" fmla="*/ 823912 h 1890712"/>
              <a:gd name="connsiteX80" fmla="*/ 1138238 w 2543175"/>
              <a:gd name="connsiteY80" fmla="*/ 835819 h 1890712"/>
              <a:gd name="connsiteX81" fmla="*/ 1147763 w 2543175"/>
              <a:gd name="connsiteY81" fmla="*/ 842962 h 1890712"/>
              <a:gd name="connsiteX82" fmla="*/ 1157288 w 2543175"/>
              <a:gd name="connsiteY82" fmla="*/ 847725 h 1890712"/>
              <a:gd name="connsiteX83" fmla="*/ 1178719 w 2543175"/>
              <a:gd name="connsiteY83" fmla="*/ 859631 h 1890712"/>
              <a:gd name="connsiteX84" fmla="*/ 1188244 w 2543175"/>
              <a:gd name="connsiteY84" fmla="*/ 866775 h 1890712"/>
              <a:gd name="connsiteX85" fmla="*/ 1195388 w 2543175"/>
              <a:gd name="connsiteY85" fmla="*/ 871537 h 1890712"/>
              <a:gd name="connsiteX86" fmla="*/ 1212057 w 2543175"/>
              <a:gd name="connsiteY86" fmla="*/ 883444 h 1890712"/>
              <a:gd name="connsiteX87" fmla="*/ 1226344 w 2543175"/>
              <a:gd name="connsiteY87" fmla="*/ 895350 h 1890712"/>
              <a:gd name="connsiteX88" fmla="*/ 1245394 w 2543175"/>
              <a:gd name="connsiteY88" fmla="*/ 907256 h 1890712"/>
              <a:gd name="connsiteX89" fmla="*/ 1254919 w 2543175"/>
              <a:gd name="connsiteY89" fmla="*/ 914400 h 1890712"/>
              <a:gd name="connsiteX90" fmla="*/ 1269207 w 2543175"/>
              <a:gd name="connsiteY90" fmla="*/ 921544 h 1890712"/>
              <a:gd name="connsiteX91" fmla="*/ 1290638 w 2543175"/>
              <a:gd name="connsiteY91" fmla="*/ 935831 h 1890712"/>
              <a:gd name="connsiteX92" fmla="*/ 1307307 w 2543175"/>
              <a:gd name="connsiteY92" fmla="*/ 952500 h 1890712"/>
              <a:gd name="connsiteX93" fmla="*/ 1333500 w 2543175"/>
              <a:gd name="connsiteY93" fmla="*/ 971550 h 1890712"/>
              <a:gd name="connsiteX94" fmla="*/ 1359694 w 2543175"/>
              <a:gd name="connsiteY94" fmla="*/ 990600 h 1890712"/>
              <a:gd name="connsiteX95" fmla="*/ 1385888 w 2543175"/>
              <a:gd name="connsiteY95" fmla="*/ 1021557 h 1890712"/>
              <a:gd name="connsiteX96" fmla="*/ 1435894 w 2543175"/>
              <a:gd name="connsiteY96" fmla="*/ 1054894 h 1890712"/>
              <a:gd name="connsiteX97" fmla="*/ 1497806 w 2543175"/>
              <a:gd name="connsiteY97" fmla="*/ 1104900 h 1890712"/>
              <a:gd name="connsiteX98" fmla="*/ 1559718 w 2543175"/>
              <a:gd name="connsiteY98" fmla="*/ 1154906 h 1890712"/>
              <a:gd name="connsiteX99" fmla="*/ 1595438 w 2543175"/>
              <a:gd name="connsiteY99" fmla="*/ 1181100 h 1890712"/>
              <a:gd name="connsiteX100" fmla="*/ 1628775 w 2543175"/>
              <a:gd name="connsiteY100" fmla="*/ 1207294 h 1890712"/>
              <a:gd name="connsiteX101" fmla="*/ 1662113 w 2543175"/>
              <a:gd name="connsiteY101" fmla="*/ 1231107 h 1890712"/>
              <a:gd name="connsiteX102" fmla="*/ 1700213 w 2543175"/>
              <a:gd name="connsiteY102" fmla="*/ 1247775 h 1890712"/>
              <a:gd name="connsiteX103" fmla="*/ 1712119 w 2543175"/>
              <a:gd name="connsiteY103" fmla="*/ 1259681 h 1890712"/>
              <a:gd name="connsiteX104" fmla="*/ 1733550 w 2543175"/>
              <a:gd name="connsiteY104" fmla="*/ 1273969 h 1890712"/>
              <a:gd name="connsiteX105" fmla="*/ 1743075 w 2543175"/>
              <a:gd name="connsiteY105" fmla="*/ 1283494 h 1890712"/>
              <a:gd name="connsiteX106" fmla="*/ 1754982 w 2543175"/>
              <a:gd name="connsiteY106" fmla="*/ 1290637 h 1890712"/>
              <a:gd name="connsiteX107" fmla="*/ 1766888 w 2543175"/>
              <a:gd name="connsiteY107" fmla="*/ 1300162 h 1890712"/>
              <a:gd name="connsiteX108" fmla="*/ 1783557 w 2543175"/>
              <a:gd name="connsiteY108" fmla="*/ 1307306 h 1890712"/>
              <a:gd name="connsiteX109" fmla="*/ 1790700 w 2543175"/>
              <a:gd name="connsiteY109" fmla="*/ 1312069 h 1890712"/>
              <a:gd name="connsiteX110" fmla="*/ 1800225 w 2543175"/>
              <a:gd name="connsiteY110" fmla="*/ 1319212 h 1890712"/>
              <a:gd name="connsiteX111" fmla="*/ 1807369 w 2543175"/>
              <a:gd name="connsiteY111" fmla="*/ 1321594 h 1890712"/>
              <a:gd name="connsiteX112" fmla="*/ 1824038 w 2543175"/>
              <a:gd name="connsiteY112" fmla="*/ 1333500 h 1890712"/>
              <a:gd name="connsiteX113" fmla="*/ 1843088 w 2543175"/>
              <a:gd name="connsiteY113" fmla="*/ 1352550 h 1890712"/>
              <a:gd name="connsiteX114" fmla="*/ 1852613 w 2543175"/>
              <a:gd name="connsiteY114" fmla="*/ 1359694 h 1890712"/>
              <a:gd name="connsiteX115" fmla="*/ 1859757 w 2543175"/>
              <a:gd name="connsiteY115" fmla="*/ 1366837 h 1890712"/>
              <a:gd name="connsiteX116" fmla="*/ 1869282 w 2543175"/>
              <a:gd name="connsiteY116" fmla="*/ 1371600 h 1890712"/>
              <a:gd name="connsiteX117" fmla="*/ 1883569 w 2543175"/>
              <a:gd name="connsiteY117" fmla="*/ 1388269 h 1890712"/>
              <a:gd name="connsiteX118" fmla="*/ 1893094 w 2543175"/>
              <a:gd name="connsiteY118" fmla="*/ 1395412 h 1890712"/>
              <a:gd name="connsiteX119" fmla="*/ 1902619 w 2543175"/>
              <a:gd name="connsiteY119" fmla="*/ 1404937 h 1890712"/>
              <a:gd name="connsiteX120" fmla="*/ 1912144 w 2543175"/>
              <a:gd name="connsiteY120" fmla="*/ 1409700 h 1890712"/>
              <a:gd name="connsiteX121" fmla="*/ 1931194 w 2543175"/>
              <a:gd name="connsiteY121" fmla="*/ 1421606 h 1890712"/>
              <a:gd name="connsiteX122" fmla="*/ 1935957 w 2543175"/>
              <a:gd name="connsiteY122" fmla="*/ 1428750 h 1890712"/>
              <a:gd name="connsiteX123" fmla="*/ 1952625 w 2543175"/>
              <a:gd name="connsiteY123" fmla="*/ 1438275 h 1890712"/>
              <a:gd name="connsiteX124" fmla="*/ 1971675 w 2543175"/>
              <a:gd name="connsiteY124" fmla="*/ 1450181 h 1890712"/>
              <a:gd name="connsiteX125" fmla="*/ 1981200 w 2543175"/>
              <a:gd name="connsiteY125" fmla="*/ 1454944 h 1890712"/>
              <a:gd name="connsiteX126" fmla="*/ 1997869 w 2543175"/>
              <a:gd name="connsiteY126" fmla="*/ 1471612 h 1890712"/>
              <a:gd name="connsiteX127" fmla="*/ 2007394 w 2543175"/>
              <a:gd name="connsiteY127" fmla="*/ 1478756 h 1890712"/>
              <a:gd name="connsiteX128" fmla="*/ 2016919 w 2543175"/>
              <a:gd name="connsiteY128" fmla="*/ 1483519 h 1890712"/>
              <a:gd name="connsiteX129" fmla="*/ 2024063 w 2543175"/>
              <a:gd name="connsiteY129" fmla="*/ 1490662 h 1890712"/>
              <a:gd name="connsiteX130" fmla="*/ 2033588 w 2543175"/>
              <a:gd name="connsiteY130" fmla="*/ 1495425 h 1890712"/>
              <a:gd name="connsiteX131" fmla="*/ 2040732 w 2543175"/>
              <a:gd name="connsiteY131" fmla="*/ 1502569 h 1890712"/>
              <a:gd name="connsiteX132" fmla="*/ 2047875 w 2543175"/>
              <a:gd name="connsiteY132" fmla="*/ 1507331 h 1890712"/>
              <a:gd name="connsiteX133" fmla="*/ 2057400 w 2543175"/>
              <a:gd name="connsiteY133" fmla="*/ 1514475 h 1890712"/>
              <a:gd name="connsiteX134" fmla="*/ 2064544 w 2543175"/>
              <a:gd name="connsiteY134" fmla="*/ 1519237 h 1890712"/>
              <a:gd name="connsiteX135" fmla="*/ 2071688 w 2543175"/>
              <a:gd name="connsiteY135" fmla="*/ 1526381 h 1890712"/>
              <a:gd name="connsiteX136" fmla="*/ 2081213 w 2543175"/>
              <a:gd name="connsiteY136" fmla="*/ 1531144 h 1890712"/>
              <a:gd name="connsiteX137" fmla="*/ 2090738 w 2543175"/>
              <a:gd name="connsiteY137" fmla="*/ 1538287 h 1890712"/>
              <a:gd name="connsiteX138" fmla="*/ 2109788 w 2543175"/>
              <a:gd name="connsiteY138" fmla="*/ 1547812 h 1890712"/>
              <a:gd name="connsiteX139" fmla="*/ 2131219 w 2543175"/>
              <a:gd name="connsiteY139" fmla="*/ 1562100 h 1890712"/>
              <a:gd name="connsiteX140" fmla="*/ 2140744 w 2543175"/>
              <a:gd name="connsiteY140" fmla="*/ 1566862 h 1890712"/>
              <a:gd name="connsiteX141" fmla="*/ 2152650 w 2543175"/>
              <a:gd name="connsiteY141" fmla="*/ 1576387 h 1890712"/>
              <a:gd name="connsiteX142" fmla="*/ 2181225 w 2543175"/>
              <a:gd name="connsiteY142" fmla="*/ 1590675 h 1890712"/>
              <a:gd name="connsiteX143" fmla="*/ 2200275 w 2543175"/>
              <a:gd name="connsiteY143" fmla="*/ 1607344 h 1890712"/>
              <a:gd name="connsiteX144" fmla="*/ 2207419 w 2543175"/>
              <a:gd name="connsiteY144" fmla="*/ 1612106 h 1890712"/>
              <a:gd name="connsiteX145" fmla="*/ 2216944 w 2543175"/>
              <a:gd name="connsiteY145" fmla="*/ 1619250 h 1890712"/>
              <a:gd name="connsiteX146" fmla="*/ 2247900 w 2543175"/>
              <a:gd name="connsiteY146" fmla="*/ 1643062 h 1890712"/>
              <a:gd name="connsiteX147" fmla="*/ 2281238 w 2543175"/>
              <a:gd name="connsiteY147" fmla="*/ 1674019 h 1890712"/>
              <a:gd name="connsiteX148" fmla="*/ 2312194 w 2543175"/>
              <a:gd name="connsiteY148" fmla="*/ 1702594 h 1890712"/>
              <a:gd name="connsiteX149" fmla="*/ 2369344 w 2543175"/>
              <a:gd name="connsiteY149" fmla="*/ 1757363 h 1890712"/>
              <a:gd name="connsiteX150" fmla="*/ 2428876 w 2543175"/>
              <a:gd name="connsiteY150" fmla="*/ 1785938 h 1890712"/>
              <a:gd name="connsiteX151" fmla="*/ 2469356 w 2543175"/>
              <a:gd name="connsiteY151" fmla="*/ 1816894 h 1890712"/>
              <a:gd name="connsiteX152" fmla="*/ 2514600 w 2543175"/>
              <a:gd name="connsiteY152" fmla="*/ 1850231 h 1890712"/>
              <a:gd name="connsiteX153" fmla="*/ 2519363 w 2543175"/>
              <a:gd name="connsiteY153" fmla="*/ 1857375 h 1890712"/>
              <a:gd name="connsiteX154" fmla="*/ 2540794 w 2543175"/>
              <a:gd name="connsiteY154" fmla="*/ 1883569 h 1890712"/>
              <a:gd name="connsiteX155" fmla="*/ 2543175 w 2543175"/>
              <a:gd name="connsiteY155"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88207 w 2543175"/>
              <a:gd name="connsiteY64" fmla="*/ 676275 h 1890712"/>
              <a:gd name="connsiteX65" fmla="*/ 907257 w 2543175"/>
              <a:gd name="connsiteY65" fmla="*/ 683419 h 1890712"/>
              <a:gd name="connsiteX66" fmla="*/ 928688 w 2543175"/>
              <a:gd name="connsiteY66" fmla="*/ 695325 h 1890712"/>
              <a:gd name="connsiteX67" fmla="*/ 942975 w 2543175"/>
              <a:gd name="connsiteY67" fmla="*/ 700087 h 1890712"/>
              <a:gd name="connsiteX68" fmla="*/ 964407 w 2543175"/>
              <a:gd name="connsiteY68" fmla="*/ 716756 h 1890712"/>
              <a:gd name="connsiteX69" fmla="*/ 971550 w 2543175"/>
              <a:gd name="connsiteY69" fmla="*/ 723900 h 1890712"/>
              <a:gd name="connsiteX70" fmla="*/ 983457 w 2543175"/>
              <a:gd name="connsiteY70" fmla="*/ 733425 h 1890712"/>
              <a:gd name="connsiteX71" fmla="*/ 990600 w 2543175"/>
              <a:gd name="connsiteY71" fmla="*/ 738187 h 1890712"/>
              <a:gd name="connsiteX72" fmla="*/ 1007269 w 2543175"/>
              <a:gd name="connsiteY72" fmla="*/ 752475 h 1890712"/>
              <a:gd name="connsiteX73" fmla="*/ 1031082 w 2543175"/>
              <a:gd name="connsiteY73" fmla="*/ 766762 h 1890712"/>
              <a:gd name="connsiteX74" fmla="*/ 1042988 w 2543175"/>
              <a:gd name="connsiteY74" fmla="*/ 773906 h 1890712"/>
              <a:gd name="connsiteX75" fmla="*/ 1071563 w 2543175"/>
              <a:gd name="connsiteY75" fmla="*/ 785812 h 1890712"/>
              <a:gd name="connsiteX76" fmla="*/ 1097757 w 2543175"/>
              <a:gd name="connsiteY76" fmla="*/ 807244 h 1890712"/>
              <a:gd name="connsiteX77" fmla="*/ 1104900 w 2543175"/>
              <a:gd name="connsiteY77" fmla="*/ 814387 h 1890712"/>
              <a:gd name="connsiteX78" fmla="*/ 1121569 w 2543175"/>
              <a:gd name="connsiteY78" fmla="*/ 823912 h 1890712"/>
              <a:gd name="connsiteX79" fmla="*/ 1138238 w 2543175"/>
              <a:gd name="connsiteY79" fmla="*/ 835819 h 1890712"/>
              <a:gd name="connsiteX80" fmla="*/ 1147763 w 2543175"/>
              <a:gd name="connsiteY80" fmla="*/ 842962 h 1890712"/>
              <a:gd name="connsiteX81" fmla="*/ 1157288 w 2543175"/>
              <a:gd name="connsiteY81" fmla="*/ 847725 h 1890712"/>
              <a:gd name="connsiteX82" fmla="*/ 1178719 w 2543175"/>
              <a:gd name="connsiteY82" fmla="*/ 859631 h 1890712"/>
              <a:gd name="connsiteX83" fmla="*/ 1188244 w 2543175"/>
              <a:gd name="connsiteY83" fmla="*/ 866775 h 1890712"/>
              <a:gd name="connsiteX84" fmla="*/ 1195388 w 2543175"/>
              <a:gd name="connsiteY84" fmla="*/ 871537 h 1890712"/>
              <a:gd name="connsiteX85" fmla="*/ 1212057 w 2543175"/>
              <a:gd name="connsiteY85" fmla="*/ 883444 h 1890712"/>
              <a:gd name="connsiteX86" fmla="*/ 1226344 w 2543175"/>
              <a:gd name="connsiteY86" fmla="*/ 895350 h 1890712"/>
              <a:gd name="connsiteX87" fmla="*/ 1245394 w 2543175"/>
              <a:gd name="connsiteY87" fmla="*/ 907256 h 1890712"/>
              <a:gd name="connsiteX88" fmla="*/ 1254919 w 2543175"/>
              <a:gd name="connsiteY88" fmla="*/ 914400 h 1890712"/>
              <a:gd name="connsiteX89" fmla="*/ 1269207 w 2543175"/>
              <a:gd name="connsiteY89" fmla="*/ 921544 h 1890712"/>
              <a:gd name="connsiteX90" fmla="*/ 1290638 w 2543175"/>
              <a:gd name="connsiteY90" fmla="*/ 935831 h 1890712"/>
              <a:gd name="connsiteX91" fmla="*/ 1307307 w 2543175"/>
              <a:gd name="connsiteY91" fmla="*/ 952500 h 1890712"/>
              <a:gd name="connsiteX92" fmla="*/ 1333500 w 2543175"/>
              <a:gd name="connsiteY92" fmla="*/ 971550 h 1890712"/>
              <a:gd name="connsiteX93" fmla="*/ 1359694 w 2543175"/>
              <a:gd name="connsiteY93" fmla="*/ 990600 h 1890712"/>
              <a:gd name="connsiteX94" fmla="*/ 1385888 w 2543175"/>
              <a:gd name="connsiteY94" fmla="*/ 1021557 h 1890712"/>
              <a:gd name="connsiteX95" fmla="*/ 1435894 w 2543175"/>
              <a:gd name="connsiteY95" fmla="*/ 1054894 h 1890712"/>
              <a:gd name="connsiteX96" fmla="*/ 1497806 w 2543175"/>
              <a:gd name="connsiteY96" fmla="*/ 1104900 h 1890712"/>
              <a:gd name="connsiteX97" fmla="*/ 1559718 w 2543175"/>
              <a:gd name="connsiteY97" fmla="*/ 1154906 h 1890712"/>
              <a:gd name="connsiteX98" fmla="*/ 1595438 w 2543175"/>
              <a:gd name="connsiteY98" fmla="*/ 1181100 h 1890712"/>
              <a:gd name="connsiteX99" fmla="*/ 1628775 w 2543175"/>
              <a:gd name="connsiteY99" fmla="*/ 1207294 h 1890712"/>
              <a:gd name="connsiteX100" fmla="*/ 1662113 w 2543175"/>
              <a:gd name="connsiteY100" fmla="*/ 1231107 h 1890712"/>
              <a:gd name="connsiteX101" fmla="*/ 1700213 w 2543175"/>
              <a:gd name="connsiteY101" fmla="*/ 1247775 h 1890712"/>
              <a:gd name="connsiteX102" fmla="*/ 1712119 w 2543175"/>
              <a:gd name="connsiteY102" fmla="*/ 1259681 h 1890712"/>
              <a:gd name="connsiteX103" fmla="*/ 1733550 w 2543175"/>
              <a:gd name="connsiteY103" fmla="*/ 1273969 h 1890712"/>
              <a:gd name="connsiteX104" fmla="*/ 1743075 w 2543175"/>
              <a:gd name="connsiteY104" fmla="*/ 1283494 h 1890712"/>
              <a:gd name="connsiteX105" fmla="*/ 1754982 w 2543175"/>
              <a:gd name="connsiteY105" fmla="*/ 1290637 h 1890712"/>
              <a:gd name="connsiteX106" fmla="*/ 1766888 w 2543175"/>
              <a:gd name="connsiteY106" fmla="*/ 1300162 h 1890712"/>
              <a:gd name="connsiteX107" fmla="*/ 1783557 w 2543175"/>
              <a:gd name="connsiteY107" fmla="*/ 1307306 h 1890712"/>
              <a:gd name="connsiteX108" fmla="*/ 1790700 w 2543175"/>
              <a:gd name="connsiteY108" fmla="*/ 1312069 h 1890712"/>
              <a:gd name="connsiteX109" fmla="*/ 1800225 w 2543175"/>
              <a:gd name="connsiteY109" fmla="*/ 1319212 h 1890712"/>
              <a:gd name="connsiteX110" fmla="*/ 1807369 w 2543175"/>
              <a:gd name="connsiteY110" fmla="*/ 1321594 h 1890712"/>
              <a:gd name="connsiteX111" fmla="*/ 1824038 w 2543175"/>
              <a:gd name="connsiteY111" fmla="*/ 1333500 h 1890712"/>
              <a:gd name="connsiteX112" fmla="*/ 1843088 w 2543175"/>
              <a:gd name="connsiteY112" fmla="*/ 1352550 h 1890712"/>
              <a:gd name="connsiteX113" fmla="*/ 1852613 w 2543175"/>
              <a:gd name="connsiteY113" fmla="*/ 1359694 h 1890712"/>
              <a:gd name="connsiteX114" fmla="*/ 1859757 w 2543175"/>
              <a:gd name="connsiteY114" fmla="*/ 1366837 h 1890712"/>
              <a:gd name="connsiteX115" fmla="*/ 1869282 w 2543175"/>
              <a:gd name="connsiteY115" fmla="*/ 1371600 h 1890712"/>
              <a:gd name="connsiteX116" fmla="*/ 1883569 w 2543175"/>
              <a:gd name="connsiteY116" fmla="*/ 1388269 h 1890712"/>
              <a:gd name="connsiteX117" fmla="*/ 1893094 w 2543175"/>
              <a:gd name="connsiteY117" fmla="*/ 1395412 h 1890712"/>
              <a:gd name="connsiteX118" fmla="*/ 1902619 w 2543175"/>
              <a:gd name="connsiteY118" fmla="*/ 1404937 h 1890712"/>
              <a:gd name="connsiteX119" fmla="*/ 1912144 w 2543175"/>
              <a:gd name="connsiteY119" fmla="*/ 1409700 h 1890712"/>
              <a:gd name="connsiteX120" fmla="*/ 1931194 w 2543175"/>
              <a:gd name="connsiteY120" fmla="*/ 1421606 h 1890712"/>
              <a:gd name="connsiteX121" fmla="*/ 1935957 w 2543175"/>
              <a:gd name="connsiteY121" fmla="*/ 1428750 h 1890712"/>
              <a:gd name="connsiteX122" fmla="*/ 1952625 w 2543175"/>
              <a:gd name="connsiteY122" fmla="*/ 1438275 h 1890712"/>
              <a:gd name="connsiteX123" fmla="*/ 1971675 w 2543175"/>
              <a:gd name="connsiteY123" fmla="*/ 1450181 h 1890712"/>
              <a:gd name="connsiteX124" fmla="*/ 1981200 w 2543175"/>
              <a:gd name="connsiteY124" fmla="*/ 1454944 h 1890712"/>
              <a:gd name="connsiteX125" fmla="*/ 1997869 w 2543175"/>
              <a:gd name="connsiteY125" fmla="*/ 1471612 h 1890712"/>
              <a:gd name="connsiteX126" fmla="*/ 2007394 w 2543175"/>
              <a:gd name="connsiteY126" fmla="*/ 1478756 h 1890712"/>
              <a:gd name="connsiteX127" fmla="*/ 2016919 w 2543175"/>
              <a:gd name="connsiteY127" fmla="*/ 1483519 h 1890712"/>
              <a:gd name="connsiteX128" fmla="*/ 2024063 w 2543175"/>
              <a:gd name="connsiteY128" fmla="*/ 1490662 h 1890712"/>
              <a:gd name="connsiteX129" fmla="*/ 2033588 w 2543175"/>
              <a:gd name="connsiteY129" fmla="*/ 1495425 h 1890712"/>
              <a:gd name="connsiteX130" fmla="*/ 2040732 w 2543175"/>
              <a:gd name="connsiteY130" fmla="*/ 1502569 h 1890712"/>
              <a:gd name="connsiteX131" fmla="*/ 2047875 w 2543175"/>
              <a:gd name="connsiteY131" fmla="*/ 1507331 h 1890712"/>
              <a:gd name="connsiteX132" fmla="*/ 2057400 w 2543175"/>
              <a:gd name="connsiteY132" fmla="*/ 1514475 h 1890712"/>
              <a:gd name="connsiteX133" fmla="*/ 2064544 w 2543175"/>
              <a:gd name="connsiteY133" fmla="*/ 1519237 h 1890712"/>
              <a:gd name="connsiteX134" fmla="*/ 2071688 w 2543175"/>
              <a:gd name="connsiteY134" fmla="*/ 1526381 h 1890712"/>
              <a:gd name="connsiteX135" fmla="*/ 2081213 w 2543175"/>
              <a:gd name="connsiteY135" fmla="*/ 1531144 h 1890712"/>
              <a:gd name="connsiteX136" fmla="*/ 2090738 w 2543175"/>
              <a:gd name="connsiteY136" fmla="*/ 1538287 h 1890712"/>
              <a:gd name="connsiteX137" fmla="*/ 2109788 w 2543175"/>
              <a:gd name="connsiteY137" fmla="*/ 1547812 h 1890712"/>
              <a:gd name="connsiteX138" fmla="*/ 2131219 w 2543175"/>
              <a:gd name="connsiteY138" fmla="*/ 1562100 h 1890712"/>
              <a:gd name="connsiteX139" fmla="*/ 2140744 w 2543175"/>
              <a:gd name="connsiteY139" fmla="*/ 1566862 h 1890712"/>
              <a:gd name="connsiteX140" fmla="*/ 2152650 w 2543175"/>
              <a:gd name="connsiteY140" fmla="*/ 1576387 h 1890712"/>
              <a:gd name="connsiteX141" fmla="*/ 2181225 w 2543175"/>
              <a:gd name="connsiteY141" fmla="*/ 1590675 h 1890712"/>
              <a:gd name="connsiteX142" fmla="*/ 2200275 w 2543175"/>
              <a:gd name="connsiteY142" fmla="*/ 1607344 h 1890712"/>
              <a:gd name="connsiteX143" fmla="*/ 2207419 w 2543175"/>
              <a:gd name="connsiteY143" fmla="*/ 1612106 h 1890712"/>
              <a:gd name="connsiteX144" fmla="*/ 2216944 w 2543175"/>
              <a:gd name="connsiteY144" fmla="*/ 1619250 h 1890712"/>
              <a:gd name="connsiteX145" fmla="*/ 2247900 w 2543175"/>
              <a:gd name="connsiteY145" fmla="*/ 1643062 h 1890712"/>
              <a:gd name="connsiteX146" fmla="*/ 2281238 w 2543175"/>
              <a:gd name="connsiteY146" fmla="*/ 1674019 h 1890712"/>
              <a:gd name="connsiteX147" fmla="*/ 2312194 w 2543175"/>
              <a:gd name="connsiteY147" fmla="*/ 1702594 h 1890712"/>
              <a:gd name="connsiteX148" fmla="*/ 2369344 w 2543175"/>
              <a:gd name="connsiteY148" fmla="*/ 1757363 h 1890712"/>
              <a:gd name="connsiteX149" fmla="*/ 2428876 w 2543175"/>
              <a:gd name="connsiteY149" fmla="*/ 1785938 h 1890712"/>
              <a:gd name="connsiteX150" fmla="*/ 2469356 w 2543175"/>
              <a:gd name="connsiteY150" fmla="*/ 1816894 h 1890712"/>
              <a:gd name="connsiteX151" fmla="*/ 2514600 w 2543175"/>
              <a:gd name="connsiteY151" fmla="*/ 1850231 h 1890712"/>
              <a:gd name="connsiteX152" fmla="*/ 2519363 w 2543175"/>
              <a:gd name="connsiteY152" fmla="*/ 1857375 h 1890712"/>
              <a:gd name="connsiteX153" fmla="*/ 2540794 w 2543175"/>
              <a:gd name="connsiteY153" fmla="*/ 1883569 h 1890712"/>
              <a:gd name="connsiteX154" fmla="*/ 2543175 w 2543175"/>
              <a:gd name="connsiteY154" fmla="*/ 1890712 h 1890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2543175" h="1890712">
                <a:moveTo>
                  <a:pt x="0" y="0"/>
                </a:moveTo>
                <a:cubicBezTo>
                  <a:pt x="3969" y="3969"/>
                  <a:pt x="7477" y="8460"/>
                  <a:pt x="11907" y="11906"/>
                </a:cubicBezTo>
                <a:cubicBezTo>
                  <a:pt x="14709" y="14085"/>
                  <a:pt x="18922" y="14159"/>
                  <a:pt x="21432" y="16669"/>
                </a:cubicBezTo>
                <a:cubicBezTo>
                  <a:pt x="23207" y="18444"/>
                  <a:pt x="22354" y="21770"/>
                  <a:pt x="23813" y="23812"/>
                </a:cubicBezTo>
                <a:cubicBezTo>
                  <a:pt x="26423" y="27466"/>
                  <a:pt x="30381" y="29958"/>
                  <a:pt x="33338" y="33337"/>
                </a:cubicBezTo>
                <a:cubicBezTo>
                  <a:pt x="35951" y="36324"/>
                  <a:pt x="37676" y="40056"/>
                  <a:pt x="40482" y="42862"/>
                </a:cubicBezTo>
                <a:cubicBezTo>
                  <a:pt x="42506" y="44886"/>
                  <a:pt x="45296" y="45961"/>
                  <a:pt x="47625" y="47625"/>
                </a:cubicBezTo>
                <a:cubicBezTo>
                  <a:pt x="50854" y="49932"/>
                  <a:pt x="53920" y="52462"/>
                  <a:pt x="57150" y="54769"/>
                </a:cubicBezTo>
                <a:cubicBezTo>
                  <a:pt x="59479" y="56432"/>
                  <a:pt x="62004" y="57814"/>
                  <a:pt x="64294" y="59531"/>
                </a:cubicBezTo>
                <a:cubicBezTo>
                  <a:pt x="70526" y="64205"/>
                  <a:pt x="76425" y="69975"/>
                  <a:pt x="83344" y="73819"/>
                </a:cubicBezTo>
                <a:cubicBezTo>
                  <a:pt x="87999" y="76405"/>
                  <a:pt x="92977" y="78376"/>
                  <a:pt x="97632" y="80962"/>
                </a:cubicBezTo>
                <a:cubicBezTo>
                  <a:pt x="100134" y="82352"/>
                  <a:pt x="102602" y="83862"/>
                  <a:pt x="104775" y="85725"/>
                </a:cubicBezTo>
                <a:cubicBezTo>
                  <a:pt x="108184" y="88647"/>
                  <a:pt x="110492" y="92870"/>
                  <a:pt x="114300" y="95250"/>
                </a:cubicBezTo>
                <a:cubicBezTo>
                  <a:pt x="117075" y="96984"/>
                  <a:pt x="120650" y="96837"/>
                  <a:pt x="123825" y="97631"/>
                </a:cubicBezTo>
                <a:cubicBezTo>
                  <a:pt x="126206" y="100012"/>
                  <a:pt x="128412" y="102583"/>
                  <a:pt x="130969" y="104775"/>
                </a:cubicBezTo>
                <a:cubicBezTo>
                  <a:pt x="133982" y="107358"/>
                  <a:pt x="137264" y="109612"/>
                  <a:pt x="140494" y="111919"/>
                </a:cubicBezTo>
                <a:cubicBezTo>
                  <a:pt x="142823" y="113582"/>
                  <a:pt x="145439" y="114849"/>
                  <a:pt x="147638" y="116681"/>
                </a:cubicBezTo>
                <a:cubicBezTo>
                  <a:pt x="162120" y="128749"/>
                  <a:pt x="146681" y="119775"/>
                  <a:pt x="164307" y="128587"/>
                </a:cubicBezTo>
                <a:cubicBezTo>
                  <a:pt x="175940" y="140221"/>
                  <a:pt x="166351" y="132138"/>
                  <a:pt x="180975" y="140494"/>
                </a:cubicBezTo>
                <a:cubicBezTo>
                  <a:pt x="186596" y="143706"/>
                  <a:pt x="192522" y="148741"/>
                  <a:pt x="197644" y="152400"/>
                </a:cubicBezTo>
                <a:cubicBezTo>
                  <a:pt x="199973" y="154063"/>
                  <a:pt x="202459" y="155499"/>
                  <a:pt x="204788" y="157162"/>
                </a:cubicBezTo>
                <a:cubicBezTo>
                  <a:pt x="208018" y="159469"/>
                  <a:pt x="211507" y="161500"/>
                  <a:pt x="214313" y="164306"/>
                </a:cubicBezTo>
                <a:cubicBezTo>
                  <a:pt x="225954" y="175947"/>
                  <a:pt x="216166" y="172508"/>
                  <a:pt x="230982" y="180975"/>
                </a:cubicBezTo>
                <a:cubicBezTo>
                  <a:pt x="233514" y="182422"/>
                  <a:pt x="236141" y="179387"/>
                  <a:pt x="247650" y="185737"/>
                </a:cubicBezTo>
                <a:cubicBezTo>
                  <a:pt x="259159" y="192087"/>
                  <a:pt x="284163" y="207566"/>
                  <a:pt x="300038" y="219075"/>
                </a:cubicBezTo>
                <a:cubicBezTo>
                  <a:pt x="315913" y="230584"/>
                  <a:pt x="331788" y="247253"/>
                  <a:pt x="342900" y="254794"/>
                </a:cubicBezTo>
                <a:cubicBezTo>
                  <a:pt x="351711" y="272418"/>
                  <a:pt x="361951" y="261541"/>
                  <a:pt x="366713" y="264319"/>
                </a:cubicBezTo>
                <a:cubicBezTo>
                  <a:pt x="371475" y="267097"/>
                  <a:pt x="368300" y="268287"/>
                  <a:pt x="371475" y="271462"/>
                </a:cubicBezTo>
                <a:cubicBezTo>
                  <a:pt x="374650" y="274637"/>
                  <a:pt x="380207" y="279400"/>
                  <a:pt x="385763" y="283369"/>
                </a:cubicBezTo>
                <a:cubicBezTo>
                  <a:pt x="391319" y="287338"/>
                  <a:pt x="400447" y="292894"/>
                  <a:pt x="404813" y="295275"/>
                </a:cubicBezTo>
                <a:cubicBezTo>
                  <a:pt x="409179" y="297656"/>
                  <a:pt x="401638" y="292100"/>
                  <a:pt x="411957" y="297656"/>
                </a:cubicBezTo>
                <a:cubicBezTo>
                  <a:pt x="422276" y="303212"/>
                  <a:pt x="456010" y="322262"/>
                  <a:pt x="466725" y="328612"/>
                </a:cubicBezTo>
                <a:cubicBezTo>
                  <a:pt x="477440" y="334962"/>
                  <a:pt x="473444" y="332950"/>
                  <a:pt x="476250" y="335756"/>
                </a:cubicBezTo>
                <a:cubicBezTo>
                  <a:pt x="478274" y="337780"/>
                  <a:pt x="479150" y="340727"/>
                  <a:pt x="481013" y="342900"/>
                </a:cubicBezTo>
                <a:cubicBezTo>
                  <a:pt x="483935" y="346309"/>
                  <a:pt x="487616" y="349016"/>
                  <a:pt x="490538" y="352425"/>
                </a:cubicBezTo>
                <a:cubicBezTo>
                  <a:pt x="492400" y="354598"/>
                  <a:pt x="493637" y="357240"/>
                  <a:pt x="495300" y="359569"/>
                </a:cubicBezTo>
                <a:cubicBezTo>
                  <a:pt x="513137" y="384542"/>
                  <a:pt x="492279" y="355466"/>
                  <a:pt x="509588" y="376237"/>
                </a:cubicBezTo>
                <a:cubicBezTo>
                  <a:pt x="511420" y="378436"/>
                  <a:pt x="512518" y="381182"/>
                  <a:pt x="514350" y="383381"/>
                </a:cubicBezTo>
                <a:cubicBezTo>
                  <a:pt x="527305" y="398928"/>
                  <a:pt x="515259" y="381909"/>
                  <a:pt x="531019" y="397669"/>
                </a:cubicBezTo>
                <a:cubicBezTo>
                  <a:pt x="533825" y="400475"/>
                  <a:pt x="535550" y="404207"/>
                  <a:pt x="538163" y="407194"/>
                </a:cubicBezTo>
                <a:cubicBezTo>
                  <a:pt x="555321" y="426803"/>
                  <a:pt x="540377" y="409091"/>
                  <a:pt x="554832" y="421481"/>
                </a:cubicBezTo>
                <a:cubicBezTo>
                  <a:pt x="558241" y="424403"/>
                  <a:pt x="560978" y="428049"/>
                  <a:pt x="564357" y="431006"/>
                </a:cubicBezTo>
                <a:cubicBezTo>
                  <a:pt x="567344" y="433619"/>
                  <a:pt x="570783" y="435671"/>
                  <a:pt x="573882" y="438150"/>
                </a:cubicBezTo>
                <a:cubicBezTo>
                  <a:pt x="577392" y="440958"/>
                  <a:pt x="589001" y="451663"/>
                  <a:pt x="595313" y="454819"/>
                </a:cubicBezTo>
                <a:cubicBezTo>
                  <a:pt x="597558" y="455942"/>
                  <a:pt x="600212" y="456077"/>
                  <a:pt x="602457" y="457200"/>
                </a:cubicBezTo>
                <a:cubicBezTo>
                  <a:pt x="627542" y="469743"/>
                  <a:pt x="610065" y="464460"/>
                  <a:pt x="628650" y="469106"/>
                </a:cubicBezTo>
                <a:cubicBezTo>
                  <a:pt x="634206" y="473869"/>
                  <a:pt x="639401" y="479090"/>
                  <a:pt x="645319" y="483394"/>
                </a:cubicBezTo>
                <a:cubicBezTo>
                  <a:pt x="648190" y="485482"/>
                  <a:pt x="652149" y="485846"/>
                  <a:pt x="654844" y="488156"/>
                </a:cubicBezTo>
                <a:cubicBezTo>
                  <a:pt x="657857" y="490739"/>
                  <a:pt x="659062" y="494999"/>
                  <a:pt x="661988" y="497681"/>
                </a:cubicBezTo>
                <a:cubicBezTo>
                  <a:pt x="668659" y="503796"/>
                  <a:pt x="675889" y="509330"/>
                  <a:pt x="683419" y="514350"/>
                </a:cubicBezTo>
                <a:cubicBezTo>
                  <a:pt x="688757" y="517908"/>
                  <a:pt x="695358" y="522117"/>
                  <a:pt x="700088" y="526256"/>
                </a:cubicBezTo>
                <a:cubicBezTo>
                  <a:pt x="703467" y="529213"/>
                  <a:pt x="706234" y="532824"/>
                  <a:pt x="709613" y="535781"/>
                </a:cubicBezTo>
                <a:cubicBezTo>
                  <a:pt x="712600" y="538394"/>
                  <a:pt x="716188" y="540270"/>
                  <a:pt x="719138" y="542925"/>
                </a:cubicBezTo>
                <a:cubicBezTo>
                  <a:pt x="724144" y="547430"/>
                  <a:pt x="727401" y="554200"/>
                  <a:pt x="733425" y="557212"/>
                </a:cubicBezTo>
                <a:cubicBezTo>
                  <a:pt x="758177" y="569589"/>
                  <a:pt x="728852" y="553670"/>
                  <a:pt x="750094" y="569119"/>
                </a:cubicBezTo>
                <a:cubicBezTo>
                  <a:pt x="756150" y="573523"/>
                  <a:pt x="762723" y="577172"/>
                  <a:pt x="769144" y="581025"/>
                </a:cubicBezTo>
                <a:cubicBezTo>
                  <a:pt x="774632" y="584317"/>
                  <a:pt x="785813" y="590550"/>
                  <a:pt x="785813" y="590550"/>
                </a:cubicBezTo>
                <a:cubicBezTo>
                  <a:pt x="788194" y="593725"/>
                  <a:pt x="790151" y="597269"/>
                  <a:pt x="792957" y="600075"/>
                </a:cubicBezTo>
                <a:cubicBezTo>
                  <a:pt x="801539" y="608657"/>
                  <a:pt x="801510" y="605219"/>
                  <a:pt x="809625" y="611981"/>
                </a:cubicBezTo>
                <a:cubicBezTo>
                  <a:pt x="812212" y="614137"/>
                  <a:pt x="814212" y="616933"/>
                  <a:pt x="816769" y="619125"/>
                </a:cubicBezTo>
                <a:cubicBezTo>
                  <a:pt x="819782" y="621708"/>
                  <a:pt x="823195" y="623790"/>
                  <a:pt x="826294" y="626269"/>
                </a:cubicBezTo>
                <a:cubicBezTo>
                  <a:pt x="831135" y="630142"/>
                  <a:pt x="835948" y="634056"/>
                  <a:pt x="840582" y="638175"/>
                </a:cubicBezTo>
                <a:cubicBezTo>
                  <a:pt x="843099" y="640412"/>
                  <a:pt x="845168" y="643127"/>
                  <a:pt x="847725" y="645319"/>
                </a:cubicBezTo>
                <a:cubicBezTo>
                  <a:pt x="850738" y="647902"/>
                  <a:pt x="850503" y="647303"/>
                  <a:pt x="857250" y="652462"/>
                </a:cubicBezTo>
                <a:cubicBezTo>
                  <a:pt x="863997" y="657621"/>
                  <a:pt x="879873" y="671116"/>
                  <a:pt x="888207" y="676275"/>
                </a:cubicBezTo>
                <a:cubicBezTo>
                  <a:pt x="896541" y="681434"/>
                  <a:pt x="900510" y="680244"/>
                  <a:pt x="907257" y="683419"/>
                </a:cubicBezTo>
                <a:cubicBezTo>
                  <a:pt x="913293" y="687040"/>
                  <a:pt x="921861" y="692594"/>
                  <a:pt x="928688" y="695325"/>
                </a:cubicBezTo>
                <a:cubicBezTo>
                  <a:pt x="933349" y="697189"/>
                  <a:pt x="938213" y="698500"/>
                  <a:pt x="942975" y="700087"/>
                </a:cubicBezTo>
                <a:cubicBezTo>
                  <a:pt x="950119" y="705643"/>
                  <a:pt x="958008" y="710356"/>
                  <a:pt x="964407" y="716756"/>
                </a:cubicBezTo>
                <a:cubicBezTo>
                  <a:pt x="966788" y="719137"/>
                  <a:pt x="969016" y="721682"/>
                  <a:pt x="971550" y="723900"/>
                </a:cubicBezTo>
                <a:cubicBezTo>
                  <a:pt x="975375" y="727247"/>
                  <a:pt x="979391" y="730375"/>
                  <a:pt x="983457" y="733425"/>
                </a:cubicBezTo>
                <a:cubicBezTo>
                  <a:pt x="985746" y="735142"/>
                  <a:pt x="988402" y="736355"/>
                  <a:pt x="990600" y="738187"/>
                </a:cubicBezTo>
                <a:cubicBezTo>
                  <a:pt x="1003421" y="748872"/>
                  <a:pt x="991667" y="742445"/>
                  <a:pt x="1007269" y="752475"/>
                </a:cubicBezTo>
                <a:cubicBezTo>
                  <a:pt x="1015056" y="757481"/>
                  <a:pt x="1023144" y="762000"/>
                  <a:pt x="1031082" y="766762"/>
                </a:cubicBezTo>
                <a:cubicBezTo>
                  <a:pt x="1035051" y="769143"/>
                  <a:pt x="1038597" y="772442"/>
                  <a:pt x="1042988" y="773906"/>
                </a:cubicBezTo>
                <a:cubicBezTo>
                  <a:pt x="1062326" y="780353"/>
                  <a:pt x="1052785" y="776424"/>
                  <a:pt x="1071563" y="785812"/>
                </a:cubicBezTo>
                <a:cubicBezTo>
                  <a:pt x="1104554" y="818805"/>
                  <a:pt x="1069470" y="786029"/>
                  <a:pt x="1097757" y="807244"/>
                </a:cubicBezTo>
                <a:cubicBezTo>
                  <a:pt x="1100451" y="809264"/>
                  <a:pt x="1102343" y="812196"/>
                  <a:pt x="1104900" y="814387"/>
                </a:cubicBezTo>
                <a:cubicBezTo>
                  <a:pt x="1114075" y="822251"/>
                  <a:pt x="1112151" y="820773"/>
                  <a:pt x="1121569" y="823912"/>
                </a:cubicBezTo>
                <a:cubicBezTo>
                  <a:pt x="1135186" y="837529"/>
                  <a:pt x="1121524" y="825373"/>
                  <a:pt x="1138238" y="835819"/>
                </a:cubicBezTo>
                <a:cubicBezTo>
                  <a:pt x="1141603" y="837922"/>
                  <a:pt x="1144398" y="840859"/>
                  <a:pt x="1147763" y="842962"/>
                </a:cubicBezTo>
                <a:cubicBezTo>
                  <a:pt x="1150773" y="844843"/>
                  <a:pt x="1154334" y="845756"/>
                  <a:pt x="1157288" y="847725"/>
                </a:cubicBezTo>
                <a:cubicBezTo>
                  <a:pt x="1176376" y="860451"/>
                  <a:pt x="1161284" y="855273"/>
                  <a:pt x="1178719" y="859631"/>
                </a:cubicBezTo>
                <a:cubicBezTo>
                  <a:pt x="1181894" y="862012"/>
                  <a:pt x="1185014" y="864468"/>
                  <a:pt x="1188244" y="866775"/>
                </a:cubicBezTo>
                <a:cubicBezTo>
                  <a:pt x="1190573" y="868438"/>
                  <a:pt x="1193364" y="869513"/>
                  <a:pt x="1195388" y="871537"/>
                </a:cubicBezTo>
                <a:cubicBezTo>
                  <a:pt x="1208545" y="884693"/>
                  <a:pt x="1195343" y="879264"/>
                  <a:pt x="1212057" y="883444"/>
                </a:cubicBezTo>
                <a:cubicBezTo>
                  <a:pt x="1227843" y="893968"/>
                  <a:pt x="1210302" y="881600"/>
                  <a:pt x="1226344" y="895350"/>
                </a:cubicBezTo>
                <a:cubicBezTo>
                  <a:pt x="1240876" y="907806"/>
                  <a:pt x="1230381" y="897873"/>
                  <a:pt x="1245394" y="907256"/>
                </a:cubicBezTo>
                <a:cubicBezTo>
                  <a:pt x="1248760" y="909359"/>
                  <a:pt x="1251516" y="912358"/>
                  <a:pt x="1254919" y="914400"/>
                </a:cubicBezTo>
                <a:cubicBezTo>
                  <a:pt x="1259485" y="917140"/>
                  <a:pt x="1264532" y="918994"/>
                  <a:pt x="1269207" y="921544"/>
                </a:cubicBezTo>
                <a:cubicBezTo>
                  <a:pt x="1275474" y="924962"/>
                  <a:pt x="1285165" y="930855"/>
                  <a:pt x="1290638" y="935831"/>
                </a:cubicBezTo>
                <a:cubicBezTo>
                  <a:pt x="1296452" y="941117"/>
                  <a:pt x="1300769" y="948141"/>
                  <a:pt x="1307307" y="952500"/>
                </a:cubicBezTo>
                <a:cubicBezTo>
                  <a:pt x="1319614" y="960705"/>
                  <a:pt x="1316156" y="958208"/>
                  <a:pt x="1333500" y="971550"/>
                </a:cubicBezTo>
                <a:cubicBezTo>
                  <a:pt x="1345211" y="980558"/>
                  <a:pt x="1350963" y="982266"/>
                  <a:pt x="1359694" y="990600"/>
                </a:cubicBezTo>
                <a:cubicBezTo>
                  <a:pt x="1368425" y="998934"/>
                  <a:pt x="1373188" y="1010841"/>
                  <a:pt x="1385888" y="1021557"/>
                </a:cubicBezTo>
                <a:cubicBezTo>
                  <a:pt x="1398588" y="1032273"/>
                  <a:pt x="1417241" y="1041004"/>
                  <a:pt x="1435894" y="1054894"/>
                </a:cubicBezTo>
                <a:cubicBezTo>
                  <a:pt x="1454547" y="1068784"/>
                  <a:pt x="1477169" y="1088231"/>
                  <a:pt x="1497806" y="1104900"/>
                </a:cubicBezTo>
                <a:lnTo>
                  <a:pt x="1559718" y="1154906"/>
                </a:lnTo>
                <a:cubicBezTo>
                  <a:pt x="1575990" y="1167606"/>
                  <a:pt x="1583929" y="1172369"/>
                  <a:pt x="1595438" y="1181100"/>
                </a:cubicBezTo>
                <a:cubicBezTo>
                  <a:pt x="1606947" y="1189831"/>
                  <a:pt x="1617663" y="1198960"/>
                  <a:pt x="1628775" y="1207294"/>
                </a:cubicBezTo>
                <a:cubicBezTo>
                  <a:pt x="1639887" y="1215628"/>
                  <a:pt x="1650207" y="1224360"/>
                  <a:pt x="1662113" y="1231107"/>
                </a:cubicBezTo>
                <a:cubicBezTo>
                  <a:pt x="1674019" y="1237854"/>
                  <a:pt x="1691879" y="1243013"/>
                  <a:pt x="1700213" y="1247775"/>
                </a:cubicBezTo>
                <a:cubicBezTo>
                  <a:pt x="1704182" y="1251744"/>
                  <a:pt x="1707306" y="1256793"/>
                  <a:pt x="1712119" y="1259681"/>
                </a:cubicBezTo>
                <a:cubicBezTo>
                  <a:pt x="1720417" y="1264660"/>
                  <a:pt x="1726335" y="1267656"/>
                  <a:pt x="1733550" y="1273969"/>
                </a:cubicBezTo>
                <a:cubicBezTo>
                  <a:pt x="1736929" y="1276926"/>
                  <a:pt x="1739531" y="1280737"/>
                  <a:pt x="1743075" y="1283494"/>
                </a:cubicBezTo>
                <a:cubicBezTo>
                  <a:pt x="1746729" y="1286335"/>
                  <a:pt x="1751190" y="1287983"/>
                  <a:pt x="1754982" y="1290637"/>
                </a:cubicBezTo>
                <a:cubicBezTo>
                  <a:pt x="1759146" y="1293551"/>
                  <a:pt x="1762659" y="1297343"/>
                  <a:pt x="1766888" y="1300162"/>
                </a:cubicBezTo>
                <a:cubicBezTo>
                  <a:pt x="1772775" y="1304087"/>
                  <a:pt x="1777205" y="1305189"/>
                  <a:pt x="1783557" y="1307306"/>
                </a:cubicBezTo>
                <a:cubicBezTo>
                  <a:pt x="1785938" y="1308894"/>
                  <a:pt x="1788371" y="1310406"/>
                  <a:pt x="1790700" y="1312069"/>
                </a:cubicBezTo>
                <a:cubicBezTo>
                  <a:pt x="1793929" y="1314376"/>
                  <a:pt x="1796779" y="1317243"/>
                  <a:pt x="1800225" y="1319212"/>
                </a:cubicBezTo>
                <a:cubicBezTo>
                  <a:pt x="1802404" y="1320457"/>
                  <a:pt x="1804988" y="1320800"/>
                  <a:pt x="1807369" y="1321594"/>
                </a:cubicBezTo>
                <a:cubicBezTo>
                  <a:pt x="1812925" y="1325563"/>
                  <a:pt x="1818878" y="1329028"/>
                  <a:pt x="1824038" y="1333500"/>
                </a:cubicBezTo>
                <a:cubicBezTo>
                  <a:pt x="1830824" y="1339381"/>
                  <a:pt x="1835904" y="1347162"/>
                  <a:pt x="1843088" y="1352550"/>
                </a:cubicBezTo>
                <a:cubicBezTo>
                  <a:pt x="1846263" y="1354931"/>
                  <a:pt x="1849600" y="1357111"/>
                  <a:pt x="1852613" y="1359694"/>
                </a:cubicBezTo>
                <a:cubicBezTo>
                  <a:pt x="1855170" y="1361885"/>
                  <a:pt x="1857017" y="1364880"/>
                  <a:pt x="1859757" y="1366837"/>
                </a:cubicBezTo>
                <a:cubicBezTo>
                  <a:pt x="1862646" y="1368900"/>
                  <a:pt x="1866107" y="1370012"/>
                  <a:pt x="1869282" y="1371600"/>
                </a:cubicBezTo>
                <a:cubicBezTo>
                  <a:pt x="1874928" y="1379129"/>
                  <a:pt x="1876604" y="1382299"/>
                  <a:pt x="1883569" y="1388269"/>
                </a:cubicBezTo>
                <a:cubicBezTo>
                  <a:pt x="1886582" y="1390852"/>
                  <a:pt x="1890107" y="1392799"/>
                  <a:pt x="1893094" y="1395412"/>
                </a:cubicBezTo>
                <a:cubicBezTo>
                  <a:pt x="1896473" y="1398369"/>
                  <a:pt x="1899027" y="1402243"/>
                  <a:pt x="1902619" y="1404937"/>
                </a:cubicBezTo>
                <a:cubicBezTo>
                  <a:pt x="1905459" y="1407067"/>
                  <a:pt x="1909078" y="1407911"/>
                  <a:pt x="1912144" y="1409700"/>
                </a:cubicBezTo>
                <a:cubicBezTo>
                  <a:pt x="1918612" y="1413473"/>
                  <a:pt x="1931194" y="1421606"/>
                  <a:pt x="1931194" y="1421606"/>
                </a:cubicBezTo>
                <a:cubicBezTo>
                  <a:pt x="1932782" y="1423987"/>
                  <a:pt x="1933933" y="1426726"/>
                  <a:pt x="1935957" y="1428750"/>
                </a:cubicBezTo>
                <a:cubicBezTo>
                  <a:pt x="1939923" y="1432716"/>
                  <a:pt x="1948145" y="1435662"/>
                  <a:pt x="1952625" y="1438275"/>
                </a:cubicBezTo>
                <a:cubicBezTo>
                  <a:pt x="1959093" y="1442048"/>
                  <a:pt x="1964978" y="1446832"/>
                  <a:pt x="1971675" y="1450181"/>
                </a:cubicBezTo>
                <a:cubicBezTo>
                  <a:pt x="1974850" y="1451769"/>
                  <a:pt x="1978453" y="1452696"/>
                  <a:pt x="1981200" y="1454944"/>
                </a:cubicBezTo>
                <a:cubicBezTo>
                  <a:pt x="1987282" y="1459920"/>
                  <a:pt x="1991583" y="1466897"/>
                  <a:pt x="1997869" y="1471612"/>
                </a:cubicBezTo>
                <a:cubicBezTo>
                  <a:pt x="2001044" y="1473993"/>
                  <a:pt x="2004029" y="1476652"/>
                  <a:pt x="2007394" y="1478756"/>
                </a:cubicBezTo>
                <a:cubicBezTo>
                  <a:pt x="2010404" y="1480637"/>
                  <a:pt x="2014030" y="1481456"/>
                  <a:pt x="2016919" y="1483519"/>
                </a:cubicBezTo>
                <a:cubicBezTo>
                  <a:pt x="2019659" y="1485476"/>
                  <a:pt x="2021323" y="1488705"/>
                  <a:pt x="2024063" y="1490662"/>
                </a:cubicBezTo>
                <a:cubicBezTo>
                  <a:pt x="2026952" y="1492725"/>
                  <a:pt x="2030699" y="1493362"/>
                  <a:pt x="2033588" y="1495425"/>
                </a:cubicBezTo>
                <a:cubicBezTo>
                  <a:pt x="2036328" y="1497383"/>
                  <a:pt x="2038145" y="1500413"/>
                  <a:pt x="2040732" y="1502569"/>
                </a:cubicBezTo>
                <a:cubicBezTo>
                  <a:pt x="2042930" y="1504401"/>
                  <a:pt x="2045546" y="1505668"/>
                  <a:pt x="2047875" y="1507331"/>
                </a:cubicBezTo>
                <a:cubicBezTo>
                  <a:pt x="2051105" y="1509638"/>
                  <a:pt x="2054170" y="1512168"/>
                  <a:pt x="2057400" y="1514475"/>
                </a:cubicBezTo>
                <a:cubicBezTo>
                  <a:pt x="2059729" y="1516138"/>
                  <a:pt x="2062345" y="1517405"/>
                  <a:pt x="2064544" y="1519237"/>
                </a:cubicBezTo>
                <a:cubicBezTo>
                  <a:pt x="2067131" y="1521393"/>
                  <a:pt x="2068948" y="1524423"/>
                  <a:pt x="2071688" y="1526381"/>
                </a:cubicBezTo>
                <a:cubicBezTo>
                  <a:pt x="2074577" y="1528444"/>
                  <a:pt x="2078203" y="1529263"/>
                  <a:pt x="2081213" y="1531144"/>
                </a:cubicBezTo>
                <a:cubicBezTo>
                  <a:pt x="2084578" y="1533247"/>
                  <a:pt x="2087310" y="1536287"/>
                  <a:pt x="2090738" y="1538287"/>
                </a:cubicBezTo>
                <a:cubicBezTo>
                  <a:pt x="2096870" y="1541864"/>
                  <a:pt x="2103537" y="1544446"/>
                  <a:pt x="2109788" y="1547812"/>
                </a:cubicBezTo>
                <a:cubicBezTo>
                  <a:pt x="2136499" y="1562195"/>
                  <a:pt x="2108214" y="1547722"/>
                  <a:pt x="2131219" y="1562100"/>
                </a:cubicBezTo>
                <a:cubicBezTo>
                  <a:pt x="2134229" y="1563981"/>
                  <a:pt x="2137790" y="1564893"/>
                  <a:pt x="2140744" y="1566862"/>
                </a:cubicBezTo>
                <a:cubicBezTo>
                  <a:pt x="2144973" y="1569681"/>
                  <a:pt x="2148188" y="1573953"/>
                  <a:pt x="2152650" y="1576387"/>
                </a:cubicBezTo>
                <a:cubicBezTo>
                  <a:pt x="2180316" y="1591478"/>
                  <a:pt x="2153699" y="1568654"/>
                  <a:pt x="2181225" y="1590675"/>
                </a:cubicBezTo>
                <a:cubicBezTo>
                  <a:pt x="2216124" y="1618594"/>
                  <a:pt x="2167211" y="1583728"/>
                  <a:pt x="2200275" y="1607344"/>
                </a:cubicBezTo>
                <a:cubicBezTo>
                  <a:pt x="2202604" y="1609007"/>
                  <a:pt x="2205090" y="1610443"/>
                  <a:pt x="2207419" y="1612106"/>
                </a:cubicBezTo>
                <a:cubicBezTo>
                  <a:pt x="2210649" y="1614413"/>
                  <a:pt x="2210197" y="1614091"/>
                  <a:pt x="2216944" y="1619250"/>
                </a:cubicBezTo>
                <a:cubicBezTo>
                  <a:pt x="2223691" y="1624409"/>
                  <a:pt x="2241550" y="1637903"/>
                  <a:pt x="2247900" y="1643062"/>
                </a:cubicBezTo>
                <a:cubicBezTo>
                  <a:pt x="2258616" y="1650603"/>
                  <a:pt x="2270522" y="1664097"/>
                  <a:pt x="2281238" y="1674019"/>
                </a:cubicBezTo>
                <a:cubicBezTo>
                  <a:pt x="2291954" y="1683941"/>
                  <a:pt x="2297510" y="1688703"/>
                  <a:pt x="2312194" y="1702594"/>
                </a:cubicBezTo>
                <a:cubicBezTo>
                  <a:pt x="2326878" y="1716485"/>
                  <a:pt x="2349897" y="1743472"/>
                  <a:pt x="2369344" y="1757363"/>
                </a:cubicBezTo>
                <a:cubicBezTo>
                  <a:pt x="2388791" y="1771254"/>
                  <a:pt x="2412207" y="1776016"/>
                  <a:pt x="2428876" y="1785938"/>
                </a:cubicBezTo>
                <a:cubicBezTo>
                  <a:pt x="2445545" y="1795860"/>
                  <a:pt x="2459831" y="1814116"/>
                  <a:pt x="2469356" y="1816894"/>
                </a:cubicBezTo>
                <a:cubicBezTo>
                  <a:pt x="2484437" y="1828006"/>
                  <a:pt x="2506266" y="1843484"/>
                  <a:pt x="2514600" y="1850231"/>
                </a:cubicBezTo>
                <a:cubicBezTo>
                  <a:pt x="2522934" y="1856978"/>
                  <a:pt x="2517478" y="1855221"/>
                  <a:pt x="2519363" y="1857375"/>
                </a:cubicBezTo>
                <a:cubicBezTo>
                  <a:pt x="2526535" y="1865571"/>
                  <a:pt x="2537112" y="1872522"/>
                  <a:pt x="2540794" y="1883569"/>
                </a:cubicBezTo>
                <a:lnTo>
                  <a:pt x="2543175" y="1890712"/>
                </a:lnTo>
              </a:path>
            </a:pathLst>
          </a:cu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2" name="Freeform: Shape 51">
            <a:extLst>
              <a:ext uri="{FF2B5EF4-FFF2-40B4-BE49-F238E27FC236}">
                <a16:creationId xmlns:a16="http://schemas.microsoft.com/office/drawing/2014/main" id="{A3EE08BF-4703-E311-0D82-2D28F5917F53}"/>
              </a:ext>
            </a:extLst>
          </p:cNvPr>
          <p:cNvSpPr/>
          <p:nvPr/>
        </p:nvSpPr>
        <p:spPr>
          <a:xfrm rot="267086" flipH="1">
            <a:off x="682458" y="2645605"/>
            <a:ext cx="2310408" cy="1598126"/>
          </a:xfrm>
          <a:custGeom>
            <a:avLst/>
            <a:gdLst>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3994 w 2543175"/>
              <a:gd name="connsiteY112" fmla="*/ 1047750 h 1890712"/>
              <a:gd name="connsiteX113" fmla="*/ 1502569 w 2543175"/>
              <a:gd name="connsiteY113" fmla="*/ 1066800 h 1890712"/>
              <a:gd name="connsiteX114" fmla="*/ 1526382 w 2543175"/>
              <a:gd name="connsiteY114" fmla="*/ 1085850 h 1890712"/>
              <a:gd name="connsiteX115" fmla="*/ 1531144 w 2543175"/>
              <a:gd name="connsiteY115" fmla="*/ 1095375 h 1890712"/>
              <a:gd name="connsiteX116" fmla="*/ 1559719 w 2543175"/>
              <a:gd name="connsiteY116" fmla="*/ 1121569 h 1890712"/>
              <a:gd name="connsiteX117" fmla="*/ 1569244 w 2543175"/>
              <a:gd name="connsiteY117" fmla="*/ 1131094 h 1890712"/>
              <a:gd name="connsiteX118" fmla="*/ 1597819 w 2543175"/>
              <a:gd name="connsiteY118" fmla="*/ 1154906 h 1890712"/>
              <a:gd name="connsiteX119" fmla="*/ 1604963 w 2543175"/>
              <a:gd name="connsiteY119" fmla="*/ 1162050 h 1890712"/>
              <a:gd name="connsiteX120" fmla="*/ 1612107 w 2543175"/>
              <a:gd name="connsiteY120" fmla="*/ 1166812 h 1890712"/>
              <a:gd name="connsiteX121" fmla="*/ 1628775 w 2543175"/>
              <a:gd name="connsiteY121" fmla="*/ 1183481 h 1890712"/>
              <a:gd name="connsiteX122" fmla="*/ 1662113 w 2543175"/>
              <a:gd name="connsiteY122" fmla="*/ 1209675 h 1890712"/>
              <a:gd name="connsiteX123" fmla="*/ 1678782 w 2543175"/>
              <a:gd name="connsiteY123" fmla="*/ 1226344 h 1890712"/>
              <a:gd name="connsiteX124" fmla="*/ 1700213 w 2543175"/>
              <a:gd name="connsiteY124" fmla="*/ 1247775 h 1890712"/>
              <a:gd name="connsiteX125" fmla="*/ 1712119 w 2543175"/>
              <a:gd name="connsiteY125" fmla="*/ 1259681 h 1890712"/>
              <a:gd name="connsiteX126" fmla="*/ 1733550 w 2543175"/>
              <a:gd name="connsiteY126" fmla="*/ 1273969 h 1890712"/>
              <a:gd name="connsiteX127" fmla="*/ 1743075 w 2543175"/>
              <a:gd name="connsiteY127" fmla="*/ 1283494 h 1890712"/>
              <a:gd name="connsiteX128" fmla="*/ 1754982 w 2543175"/>
              <a:gd name="connsiteY128" fmla="*/ 1290637 h 1890712"/>
              <a:gd name="connsiteX129" fmla="*/ 1766888 w 2543175"/>
              <a:gd name="connsiteY129" fmla="*/ 1300162 h 1890712"/>
              <a:gd name="connsiteX130" fmla="*/ 1783557 w 2543175"/>
              <a:gd name="connsiteY130" fmla="*/ 1307306 h 1890712"/>
              <a:gd name="connsiteX131" fmla="*/ 1790700 w 2543175"/>
              <a:gd name="connsiteY131" fmla="*/ 1312069 h 1890712"/>
              <a:gd name="connsiteX132" fmla="*/ 1800225 w 2543175"/>
              <a:gd name="connsiteY132" fmla="*/ 1319212 h 1890712"/>
              <a:gd name="connsiteX133" fmla="*/ 1807369 w 2543175"/>
              <a:gd name="connsiteY133" fmla="*/ 1321594 h 1890712"/>
              <a:gd name="connsiteX134" fmla="*/ 1824038 w 2543175"/>
              <a:gd name="connsiteY134" fmla="*/ 1333500 h 1890712"/>
              <a:gd name="connsiteX135" fmla="*/ 1843088 w 2543175"/>
              <a:gd name="connsiteY135" fmla="*/ 1352550 h 1890712"/>
              <a:gd name="connsiteX136" fmla="*/ 1852613 w 2543175"/>
              <a:gd name="connsiteY136" fmla="*/ 1359694 h 1890712"/>
              <a:gd name="connsiteX137" fmla="*/ 1859757 w 2543175"/>
              <a:gd name="connsiteY137" fmla="*/ 1366837 h 1890712"/>
              <a:gd name="connsiteX138" fmla="*/ 1869282 w 2543175"/>
              <a:gd name="connsiteY138" fmla="*/ 1371600 h 1890712"/>
              <a:gd name="connsiteX139" fmla="*/ 1883569 w 2543175"/>
              <a:gd name="connsiteY139" fmla="*/ 1388269 h 1890712"/>
              <a:gd name="connsiteX140" fmla="*/ 1893094 w 2543175"/>
              <a:gd name="connsiteY140" fmla="*/ 1395412 h 1890712"/>
              <a:gd name="connsiteX141" fmla="*/ 1902619 w 2543175"/>
              <a:gd name="connsiteY141" fmla="*/ 1404937 h 1890712"/>
              <a:gd name="connsiteX142" fmla="*/ 1912144 w 2543175"/>
              <a:gd name="connsiteY142" fmla="*/ 1409700 h 1890712"/>
              <a:gd name="connsiteX143" fmla="*/ 1931194 w 2543175"/>
              <a:gd name="connsiteY143" fmla="*/ 1421606 h 1890712"/>
              <a:gd name="connsiteX144" fmla="*/ 1935957 w 2543175"/>
              <a:gd name="connsiteY144" fmla="*/ 1428750 h 1890712"/>
              <a:gd name="connsiteX145" fmla="*/ 1952625 w 2543175"/>
              <a:gd name="connsiteY145" fmla="*/ 1438275 h 1890712"/>
              <a:gd name="connsiteX146" fmla="*/ 1971675 w 2543175"/>
              <a:gd name="connsiteY146" fmla="*/ 1450181 h 1890712"/>
              <a:gd name="connsiteX147" fmla="*/ 1981200 w 2543175"/>
              <a:gd name="connsiteY147" fmla="*/ 1454944 h 1890712"/>
              <a:gd name="connsiteX148" fmla="*/ 1997869 w 2543175"/>
              <a:gd name="connsiteY148" fmla="*/ 1471612 h 1890712"/>
              <a:gd name="connsiteX149" fmla="*/ 2007394 w 2543175"/>
              <a:gd name="connsiteY149" fmla="*/ 1478756 h 1890712"/>
              <a:gd name="connsiteX150" fmla="*/ 2016919 w 2543175"/>
              <a:gd name="connsiteY150" fmla="*/ 1483519 h 1890712"/>
              <a:gd name="connsiteX151" fmla="*/ 2024063 w 2543175"/>
              <a:gd name="connsiteY151" fmla="*/ 1490662 h 1890712"/>
              <a:gd name="connsiteX152" fmla="*/ 2033588 w 2543175"/>
              <a:gd name="connsiteY152" fmla="*/ 1495425 h 1890712"/>
              <a:gd name="connsiteX153" fmla="*/ 2040732 w 2543175"/>
              <a:gd name="connsiteY153" fmla="*/ 1502569 h 1890712"/>
              <a:gd name="connsiteX154" fmla="*/ 2047875 w 2543175"/>
              <a:gd name="connsiteY154" fmla="*/ 1507331 h 1890712"/>
              <a:gd name="connsiteX155" fmla="*/ 2057400 w 2543175"/>
              <a:gd name="connsiteY155" fmla="*/ 1514475 h 1890712"/>
              <a:gd name="connsiteX156" fmla="*/ 2064544 w 2543175"/>
              <a:gd name="connsiteY156" fmla="*/ 1519237 h 1890712"/>
              <a:gd name="connsiteX157" fmla="*/ 2071688 w 2543175"/>
              <a:gd name="connsiteY157" fmla="*/ 1526381 h 1890712"/>
              <a:gd name="connsiteX158" fmla="*/ 2081213 w 2543175"/>
              <a:gd name="connsiteY158" fmla="*/ 1531144 h 1890712"/>
              <a:gd name="connsiteX159" fmla="*/ 2090738 w 2543175"/>
              <a:gd name="connsiteY159" fmla="*/ 1538287 h 1890712"/>
              <a:gd name="connsiteX160" fmla="*/ 2109788 w 2543175"/>
              <a:gd name="connsiteY160" fmla="*/ 1547812 h 1890712"/>
              <a:gd name="connsiteX161" fmla="*/ 2131219 w 2543175"/>
              <a:gd name="connsiteY161" fmla="*/ 1562100 h 1890712"/>
              <a:gd name="connsiteX162" fmla="*/ 2140744 w 2543175"/>
              <a:gd name="connsiteY162" fmla="*/ 1566862 h 1890712"/>
              <a:gd name="connsiteX163" fmla="*/ 2152650 w 2543175"/>
              <a:gd name="connsiteY163" fmla="*/ 1576387 h 1890712"/>
              <a:gd name="connsiteX164" fmla="*/ 2181225 w 2543175"/>
              <a:gd name="connsiteY164" fmla="*/ 1590675 h 1890712"/>
              <a:gd name="connsiteX165" fmla="*/ 2200275 w 2543175"/>
              <a:gd name="connsiteY165" fmla="*/ 1607344 h 1890712"/>
              <a:gd name="connsiteX166" fmla="*/ 2207419 w 2543175"/>
              <a:gd name="connsiteY166" fmla="*/ 1612106 h 1890712"/>
              <a:gd name="connsiteX167" fmla="*/ 2216944 w 2543175"/>
              <a:gd name="connsiteY167" fmla="*/ 1619250 h 1890712"/>
              <a:gd name="connsiteX168" fmla="*/ 2224088 w 2543175"/>
              <a:gd name="connsiteY168" fmla="*/ 1624012 h 1890712"/>
              <a:gd name="connsiteX169" fmla="*/ 2247900 w 2543175"/>
              <a:gd name="connsiteY169" fmla="*/ 1643062 h 1890712"/>
              <a:gd name="connsiteX170" fmla="*/ 2255044 w 2543175"/>
              <a:gd name="connsiteY170" fmla="*/ 1650206 h 1890712"/>
              <a:gd name="connsiteX171" fmla="*/ 2281238 w 2543175"/>
              <a:gd name="connsiteY171" fmla="*/ 1664494 h 1890712"/>
              <a:gd name="connsiteX172" fmla="*/ 2297907 w 2543175"/>
              <a:gd name="connsiteY172" fmla="*/ 1674019 h 1890712"/>
              <a:gd name="connsiteX173" fmla="*/ 2305050 w 2543175"/>
              <a:gd name="connsiteY173" fmla="*/ 1678781 h 1890712"/>
              <a:gd name="connsiteX174" fmla="*/ 2312194 w 2543175"/>
              <a:gd name="connsiteY174" fmla="*/ 1685925 h 1890712"/>
              <a:gd name="connsiteX175" fmla="*/ 2321719 w 2543175"/>
              <a:gd name="connsiteY175" fmla="*/ 1690687 h 1890712"/>
              <a:gd name="connsiteX176" fmla="*/ 2328863 w 2543175"/>
              <a:gd name="connsiteY176" fmla="*/ 1697831 h 1890712"/>
              <a:gd name="connsiteX177" fmla="*/ 2350294 w 2543175"/>
              <a:gd name="connsiteY177" fmla="*/ 1712119 h 1890712"/>
              <a:gd name="connsiteX178" fmla="*/ 2359819 w 2543175"/>
              <a:gd name="connsiteY178" fmla="*/ 1719262 h 1890712"/>
              <a:gd name="connsiteX179" fmla="*/ 2369344 w 2543175"/>
              <a:gd name="connsiteY179" fmla="*/ 1724025 h 1890712"/>
              <a:gd name="connsiteX180" fmla="*/ 2376488 w 2543175"/>
              <a:gd name="connsiteY180" fmla="*/ 1731169 h 1890712"/>
              <a:gd name="connsiteX181" fmla="*/ 2402682 w 2543175"/>
              <a:gd name="connsiteY181" fmla="*/ 1747837 h 1890712"/>
              <a:gd name="connsiteX182" fmla="*/ 2450307 w 2543175"/>
              <a:gd name="connsiteY182" fmla="*/ 1769269 h 1890712"/>
              <a:gd name="connsiteX183" fmla="*/ 2466975 w 2543175"/>
              <a:gd name="connsiteY183" fmla="*/ 1783556 h 1890712"/>
              <a:gd name="connsiteX184" fmla="*/ 2481263 w 2543175"/>
              <a:gd name="connsiteY184" fmla="*/ 1795462 h 1890712"/>
              <a:gd name="connsiteX185" fmla="*/ 2486025 w 2543175"/>
              <a:gd name="connsiteY185" fmla="*/ 1802606 h 1890712"/>
              <a:gd name="connsiteX186" fmla="*/ 2493169 w 2543175"/>
              <a:gd name="connsiteY186" fmla="*/ 1807369 h 1890712"/>
              <a:gd name="connsiteX187" fmla="*/ 2495550 w 2543175"/>
              <a:gd name="connsiteY187" fmla="*/ 1816894 h 1890712"/>
              <a:gd name="connsiteX188" fmla="*/ 2497932 w 2543175"/>
              <a:gd name="connsiteY188" fmla="*/ 1824037 h 1890712"/>
              <a:gd name="connsiteX189" fmla="*/ 2514600 w 2543175"/>
              <a:gd name="connsiteY189" fmla="*/ 1850231 h 1890712"/>
              <a:gd name="connsiteX190" fmla="*/ 2519363 w 2543175"/>
              <a:gd name="connsiteY190" fmla="*/ 1857375 h 1890712"/>
              <a:gd name="connsiteX191" fmla="*/ 2540794 w 2543175"/>
              <a:gd name="connsiteY191" fmla="*/ 1883569 h 1890712"/>
              <a:gd name="connsiteX192" fmla="*/ 2543175 w 2543175"/>
              <a:gd name="connsiteY19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502569 w 2543175"/>
              <a:gd name="connsiteY113" fmla="*/ 1066800 h 1890712"/>
              <a:gd name="connsiteX114" fmla="*/ 1526382 w 2543175"/>
              <a:gd name="connsiteY114" fmla="*/ 1085850 h 1890712"/>
              <a:gd name="connsiteX115" fmla="*/ 1531144 w 2543175"/>
              <a:gd name="connsiteY115" fmla="*/ 1095375 h 1890712"/>
              <a:gd name="connsiteX116" fmla="*/ 1559719 w 2543175"/>
              <a:gd name="connsiteY116" fmla="*/ 1121569 h 1890712"/>
              <a:gd name="connsiteX117" fmla="*/ 1569244 w 2543175"/>
              <a:gd name="connsiteY117" fmla="*/ 1131094 h 1890712"/>
              <a:gd name="connsiteX118" fmla="*/ 1597819 w 2543175"/>
              <a:gd name="connsiteY118" fmla="*/ 1154906 h 1890712"/>
              <a:gd name="connsiteX119" fmla="*/ 1604963 w 2543175"/>
              <a:gd name="connsiteY119" fmla="*/ 1162050 h 1890712"/>
              <a:gd name="connsiteX120" fmla="*/ 1612107 w 2543175"/>
              <a:gd name="connsiteY120" fmla="*/ 1166812 h 1890712"/>
              <a:gd name="connsiteX121" fmla="*/ 1628775 w 2543175"/>
              <a:gd name="connsiteY121" fmla="*/ 1183481 h 1890712"/>
              <a:gd name="connsiteX122" fmla="*/ 1662113 w 2543175"/>
              <a:gd name="connsiteY122" fmla="*/ 1209675 h 1890712"/>
              <a:gd name="connsiteX123" fmla="*/ 1678782 w 2543175"/>
              <a:gd name="connsiteY123" fmla="*/ 1226344 h 1890712"/>
              <a:gd name="connsiteX124" fmla="*/ 1700213 w 2543175"/>
              <a:gd name="connsiteY124" fmla="*/ 1247775 h 1890712"/>
              <a:gd name="connsiteX125" fmla="*/ 1712119 w 2543175"/>
              <a:gd name="connsiteY125" fmla="*/ 1259681 h 1890712"/>
              <a:gd name="connsiteX126" fmla="*/ 1733550 w 2543175"/>
              <a:gd name="connsiteY126" fmla="*/ 1273969 h 1890712"/>
              <a:gd name="connsiteX127" fmla="*/ 1743075 w 2543175"/>
              <a:gd name="connsiteY127" fmla="*/ 1283494 h 1890712"/>
              <a:gd name="connsiteX128" fmla="*/ 1754982 w 2543175"/>
              <a:gd name="connsiteY128" fmla="*/ 1290637 h 1890712"/>
              <a:gd name="connsiteX129" fmla="*/ 1766888 w 2543175"/>
              <a:gd name="connsiteY129" fmla="*/ 1300162 h 1890712"/>
              <a:gd name="connsiteX130" fmla="*/ 1783557 w 2543175"/>
              <a:gd name="connsiteY130" fmla="*/ 1307306 h 1890712"/>
              <a:gd name="connsiteX131" fmla="*/ 1790700 w 2543175"/>
              <a:gd name="connsiteY131" fmla="*/ 1312069 h 1890712"/>
              <a:gd name="connsiteX132" fmla="*/ 1800225 w 2543175"/>
              <a:gd name="connsiteY132" fmla="*/ 1319212 h 1890712"/>
              <a:gd name="connsiteX133" fmla="*/ 1807369 w 2543175"/>
              <a:gd name="connsiteY133" fmla="*/ 1321594 h 1890712"/>
              <a:gd name="connsiteX134" fmla="*/ 1824038 w 2543175"/>
              <a:gd name="connsiteY134" fmla="*/ 1333500 h 1890712"/>
              <a:gd name="connsiteX135" fmla="*/ 1843088 w 2543175"/>
              <a:gd name="connsiteY135" fmla="*/ 1352550 h 1890712"/>
              <a:gd name="connsiteX136" fmla="*/ 1852613 w 2543175"/>
              <a:gd name="connsiteY136" fmla="*/ 1359694 h 1890712"/>
              <a:gd name="connsiteX137" fmla="*/ 1859757 w 2543175"/>
              <a:gd name="connsiteY137" fmla="*/ 1366837 h 1890712"/>
              <a:gd name="connsiteX138" fmla="*/ 1869282 w 2543175"/>
              <a:gd name="connsiteY138" fmla="*/ 1371600 h 1890712"/>
              <a:gd name="connsiteX139" fmla="*/ 1883569 w 2543175"/>
              <a:gd name="connsiteY139" fmla="*/ 1388269 h 1890712"/>
              <a:gd name="connsiteX140" fmla="*/ 1893094 w 2543175"/>
              <a:gd name="connsiteY140" fmla="*/ 1395412 h 1890712"/>
              <a:gd name="connsiteX141" fmla="*/ 1902619 w 2543175"/>
              <a:gd name="connsiteY141" fmla="*/ 1404937 h 1890712"/>
              <a:gd name="connsiteX142" fmla="*/ 1912144 w 2543175"/>
              <a:gd name="connsiteY142" fmla="*/ 1409700 h 1890712"/>
              <a:gd name="connsiteX143" fmla="*/ 1931194 w 2543175"/>
              <a:gd name="connsiteY143" fmla="*/ 1421606 h 1890712"/>
              <a:gd name="connsiteX144" fmla="*/ 1935957 w 2543175"/>
              <a:gd name="connsiteY144" fmla="*/ 1428750 h 1890712"/>
              <a:gd name="connsiteX145" fmla="*/ 1952625 w 2543175"/>
              <a:gd name="connsiteY145" fmla="*/ 1438275 h 1890712"/>
              <a:gd name="connsiteX146" fmla="*/ 1971675 w 2543175"/>
              <a:gd name="connsiteY146" fmla="*/ 1450181 h 1890712"/>
              <a:gd name="connsiteX147" fmla="*/ 1981200 w 2543175"/>
              <a:gd name="connsiteY147" fmla="*/ 1454944 h 1890712"/>
              <a:gd name="connsiteX148" fmla="*/ 1997869 w 2543175"/>
              <a:gd name="connsiteY148" fmla="*/ 1471612 h 1890712"/>
              <a:gd name="connsiteX149" fmla="*/ 2007394 w 2543175"/>
              <a:gd name="connsiteY149" fmla="*/ 1478756 h 1890712"/>
              <a:gd name="connsiteX150" fmla="*/ 2016919 w 2543175"/>
              <a:gd name="connsiteY150" fmla="*/ 1483519 h 1890712"/>
              <a:gd name="connsiteX151" fmla="*/ 2024063 w 2543175"/>
              <a:gd name="connsiteY151" fmla="*/ 1490662 h 1890712"/>
              <a:gd name="connsiteX152" fmla="*/ 2033588 w 2543175"/>
              <a:gd name="connsiteY152" fmla="*/ 1495425 h 1890712"/>
              <a:gd name="connsiteX153" fmla="*/ 2040732 w 2543175"/>
              <a:gd name="connsiteY153" fmla="*/ 1502569 h 1890712"/>
              <a:gd name="connsiteX154" fmla="*/ 2047875 w 2543175"/>
              <a:gd name="connsiteY154" fmla="*/ 1507331 h 1890712"/>
              <a:gd name="connsiteX155" fmla="*/ 2057400 w 2543175"/>
              <a:gd name="connsiteY155" fmla="*/ 1514475 h 1890712"/>
              <a:gd name="connsiteX156" fmla="*/ 2064544 w 2543175"/>
              <a:gd name="connsiteY156" fmla="*/ 1519237 h 1890712"/>
              <a:gd name="connsiteX157" fmla="*/ 2071688 w 2543175"/>
              <a:gd name="connsiteY157" fmla="*/ 1526381 h 1890712"/>
              <a:gd name="connsiteX158" fmla="*/ 2081213 w 2543175"/>
              <a:gd name="connsiteY158" fmla="*/ 1531144 h 1890712"/>
              <a:gd name="connsiteX159" fmla="*/ 2090738 w 2543175"/>
              <a:gd name="connsiteY159" fmla="*/ 1538287 h 1890712"/>
              <a:gd name="connsiteX160" fmla="*/ 2109788 w 2543175"/>
              <a:gd name="connsiteY160" fmla="*/ 1547812 h 1890712"/>
              <a:gd name="connsiteX161" fmla="*/ 2131219 w 2543175"/>
              <a:gd name="connsiteY161" fmla="*/ 1562100 h 1890712"/>
              <a:gd name="connsiteX162" fmla="*/ 2140744 w 2543175"/>
              <a:gd name="connsiteY162" fmla="*/ 1566862 h 1890712"/>
              <a:gd name="connsiteX163" fmla="*/ 2152650 w 2543175"/>
              <a:gd name="connsiteY163" fmla="*/ 1576387 h 1890712"/>
              <a:gd name="connsiteX164" fmla="*/ 2181225 w 2543175"/>
              <a:gd name="connsiteY164" fmla="*/ 1590675 h 1890712"/>
              <a:gd name="connsiteX165" fmla="*/ 2200275 w 2543175"/>
              <a:gd name="connsiteY165" fmla="*/ 1607344 h 1890712"/>
              <a:gd name="connsiteX166" fmla="*/ 2207419 w 2543175"/>
              <a:gd name="connsiteY166" fmla="*/ 1612106 h 1890712"/>
              <a:gd name="connsiteX167" fmla="*/ 2216944 w 2543175"/>
              <a:gd name="connsiteY167" fmla="*/ 1619250 h 1890712"/>
              <a:gd name="connsiteX168" fmla="*/ 2224088 w 2543175"/>
              <a:gd name="connsiteY168" fmla="*/ 1624012 h 1890712"/>
              <a:gd name="connsiteX169" fmla="*/ 2247900 w 2543175"/>
              <a:gd name="connsiteY169" fmla="*/ 1643062 h 1890712"/>
              <a:gd name="connsiteX170" fmla="*/ 2255044 w 2543175"/>
              <a:gd name="connsiteY170" fmla="*/ 1650206 h 1890712"/>
              <a:gd name="connsiteX171" fmla="*/ 2281238 w 2543175"/>
              <a:gd name="connsiteY171" fmla="*/ 1664494 h 1890712"/>
              <a:gd name="connsiteX172" fmla="*/ 2297907 w 2543175"/>
              <a:gd name="connsiteY172" fmla="*/ 1674019 h 1890712"/>
              <a:gd name="connsiteX173" fmla="*/ 2305050 w 2543175"/>
              <a:gd name="connsiteY173" fmla="*/ 1678781 h 1890712"/>
              <a:gd name="connsiteX174" fmla="*/ 2312194 w 2543175"/>
              <a:gd name="connsiteY174" fmla="*/ 1685925 h 1890712"/>
              <a:gd name="connsiteX175" fmla="*/ 2321719 w 2543175"/>
              <a:gd name="connsiteY175" fmla="*/ 1690687 h 1890712"/>
              <a:gd name="connsiteX176" fmla="*/ 2328863 w 2543175"/>
              <a:gd name="connsiteY176" fmla="*/ 1697831 h 1890712"/>
              <a:gd name="connsiteX177" fmla="*/ 2350294 w 2543175"/>
              <a:gd name="connsiteY177" fmla="*/ 1712119 h 1890712"/>
              <a:gd name="connsiteX178" fmla="*/ 2359819 w 2543175"/>
              <a:gd name="connsiteY178" fmla="*/ 1719262 h 1890712"/>
              <a:gd name="connsiteX179" fmla="*/ 2369344 w 2543175"/>
              <a:gd name="connsiteY179" fmla="*/ 1724025 h 1890712"/>
              <a:gd name="connsiteX180" fmla="*/ 2376488 w 2543175"/>
              <a:gd name="connsiteY180" fmla="*/ 1731169 h 1890712"/>
              <a:gd name="connsiteX181" fmla="*/ 2402682 w 2543175"/>
              <a:gd name="connsiteY181" fmla="*/ 1747837 h 1890712"/>
              <a:gd name="connsiteX182" fmla="*/ 2450307 w 2543175"/>
              <a:gd name="connsiteY182" fmla="*/ 1769269 h 1890712"/>
              <a:gd name="connsiteX183" fmla="*/ 2466975 w 2543175"/>
              <a:gd name="connsiteY183" fmla="*/ 1783556 h 1890712"/>
              <a:gd name="connsiteX184" fmla="*/ 2481263 w 2543175"/>
              <a:gd name="connsiteY184" fmla="*/ 1795462 h 1890712"/>
              <a:gd name="connsiteX185" fmla="*/ 2486025 w 2543175"/>
              <a:gd name="connsiteY185" fmla="*/ 1802606 h 1890712"/>
              <a:gd name="connsiteX186" fmla="*/ 2493169 w 2543175"/>
              <a:gd name="connsiteY186" fmla="*/ 1807369 h 1890712"/>
              <a:gd name="connsiteX187" fmla="*/ 2495550 w 2543175"/>
              <a:gd name="connsiteY187" fmla="*/ 1816894 h 1890712"/>
              <a:gd name="connsiteX188" fmla="*/ 2497932 w 2543175"/>
              <a:gd name="connsiteY188" fmla="*/ 1824037 h 1890712"/>
              <a:gd name="connsiteX189" fmla="*/ 2514600 w 2543175"/>
              <a:gd name="connsiteY189" fmla="*/ 1850231 h 1890712"/>
              <a:gd name="connsiteX190" fmla="*/ 2519363 w 2543175"/>
              <a:gd name="connsiteY190" fmla="*/ 1857375 h 1890712"/>
              <a:gd name="connsiteX191" fmla="*/ 2540794 w 2543175"/>
              <a:gd name="connsiteY191" fmla="*/ 1883569 h 1890712"/>
              <a:gd name="connsiteX192" fmla="*/ 2543175 w 2543175"/>
              <a:gd name="connsiteY19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26382 w 2543175"/>
              <a:gd name="connsiteY114" fmla="*/ 1085850 h 1890712"/>
              <a:gd name="connsiteX115" fmla="*/ 1531144 w 2543175"/>
              <a:gd name="connsiteY115" fmla="*/ 1095375 h 1890712"/>
              <a:gd name="connsiteX116" fmla="*/ 1559719 w 2543175"/>
              <a:gd name="connsiteY116" fmla="*/ 1121569 h 1890712"/>
              <a:gd name="connsiteX117" fmla="*/ 1569244 w 2543175"/>
              <a:gd name="connsiteY117" fmla="*/ 1131094 h 1890712"/>
              <a:gd name="connsiteX118" fmla="*/ 1597819 w 2543175"/>
              <a:gd name="connsiteY118" fmla="*/ 1154906 h 1890712"/>
              <a:gd name="connsiteX119" fmla="*/ 1604963 w 2543175"/>
              <a:gd name="connsiteY119" fmla="*/ 1162050 h 1890712"/>
              <a:gd name="connsiteX120" fmla="*/ 1612107 w 2543175"/>
              <a:gd name="connsiteY120" fmla="*/ 1166812 h 1890712"/>
              <a:gd name="connsiteX121" fmla="*/ 1628775 w 2543175"/>
              <a:gd name="connsiteY121" fmla="*/ 1183481 h 1890712"/>
              <a:gd name="connsiteX122" fmla="*/ 1662113 w 2543175"/>
              <a:gd name="connsiteY122" fmla="*/ 1209675 h 1890712"/>
              <a:gd name="connsiteX123" fmla="*/ 1678782 w 2543175"/>
              <a:gd name="connsiteY123" fmla="*/ 1226344 h 1890712"/>
              <a:gd name="connsiteX124" fmla="*/ 1700213 w 2543175"/>
              <a:gd name="connsiteY124" fmla="*/ 1247775 h 1890712"/>
              <a:gd name="connsiteX125" fmla="*/ 1712119 w 2543175"/>
              <a:gd name="connsiteY125" fmla="*/ 1259681 h 1890712"/>
              <a:gd name="connsiteX126" fmla="*/ 1733550 w 2543175"/>
              <a:gd name="connsiteY126" fmla="*/ 1273969 h 1890712"/>
              <a:gd name="connsiteX127" fmla="*/ 1743075 w 2543175"/>
              <a:gd name="connsiteY127" fmla="*/ 1283494 h 1890712"/>
              <a:gd name="connsiteX128" fmla="*/ 1754982 w 2543175"/>
              <a:gd name="connsiteY128" fmla="*/ 1290637 h 1890712"/>
              <a:gd name="connsiteX129" fmla="*/ 1766888 w 2543175"/>
              <a:gd name="connsiteY129" fmla="*/ 1300162 h 1890712"/>
              <a:gd name="connsiteX130" fmla="*/ 1783557 w 2543175"/>
              <a:gd name="connsiteY130" fmla="*/ 1307306 h 1890712"/>
              <a:gd name="connsiteX131" fmla="*/ 1790700 w 2543175"/>
              <a:gd name="connsiteY131" fmla="*/ 1312069 h 1890712"/>
              <a:gd name="connsiteX132" fmla="*/ 1800225 w 2543175"/>
              <a:gd name="connsiteY132" fmla="*/ 1319212 h 1890712"/>
              <a:gd name="connsiteX133" fmla="*/ 1807369 w 2543175"/>
              <a:gd name="connsiteY133" fmla="*/ 1321594 h 1890712"/>
              <a:gd name="connsiteX134" fmla="*/ 1824038 w 2543175"/>
              <a:gd name="connsiteY134" fmla="*/ 1333500 h 1890712"/>
              <a:gd name="connsiteX135" fmla="*/ 1843088 w 2543175"/>
              <a:gd name="connsiteY135" fmla="*/ 1352550 h 1890712"/>
              <a:gd name="connsiteX136" fmla="*/ 1852613 w 2543175"/>
              <a:gd name="connsiteY136" fmla="*/ 1359694 h 1890712"/>
              <a:gd name="connsiteX137" fmla="*/ 1859757 w 2543175"/>
              <a:gd name="connsiteY137" fmla="*/ 1366837 h 1890712"/>
              <a:gd name="connsiteX138" fmla="*/ 1869282 w 2543175"/>
              <a:gd name="connsiteY138" fmla="*/ 1371600 h 1890712"/>
              <a:gd name="connsiteX139" fmla="*/ 1883569 w 2543175"/>
              <a:gd name="connsiteY139" fmla="*/ 1388269 h 1890712"/>
              <a:gd name="connsiteX140" fmla="*/ 1893094 w 2543175"/>
              <a:gd name="connsiteY140" fmla="*/ 1395412 h 1890712"/>
              <a:gd name="connsiteX141" fmla="*/ 1902619 w 2543175"/>
              <a:gd name="connsiteY141" fmla="*/ 1404937 h 1890712"/>
              <a:gd name="connsiteX142" fmla="*/ 1912144 w 2543175"/>
              <a:gd name="connsiteY142" fmla="*/ 1409700 h 1890712"/>
              <a:gd name="connsiteX143" fmla="*/ 1931194 w 2543175"/>
              <a:gd name="connsiteY143" fmla="*/ 1421606 h 1890712"/>
              <a:gd name="connsiteX144" fmla="*/ 1935957 w 2543175"/>
              <a:gd name="connsiteY144" fmla="*/ 1428750 h 1890712"/>
              <a:gd name="connsiteX145" fmla="*/ 1952625 w 2543175"/>
              <a:gd name="connsiteY145" fmla="*/ 1438275 h 1890712"/>
              <a:gd name="connsiteX146" fmla="*/ 1971675 w 2543175"/>
              <a:gd name="connsiteY146" fmla="*/ 1450181 h 1890712"/>
              <a:gd name="connsiteX147" fmla="*/ 1981200 w 2543175"/>
              <a:gd name="connsiteY147" fmla="*/ 1454944 h 1890712"/>
              <a:gd name="connsiteX148" fmla="*/ 1997869 w 2543175"/>
              <a:gd name="connsiteY148" fmla="*/ 1471612 h 1890712"/>
              <a:gd name="connsiteX149" fmla="*/ 2007394 w 2543175"/>
              <a:gd name="connsiteY149" fmla="*/ 1478756 h 1890712"/>
              <a:gd name="connsiteX150" fmla="*/ 2016919 w 2543175"/>
              <a:gd name="connsiteY150" fmla="*/ 1483519 h 1890712"/>
              <a:gd name="connsiteX151" fmla="*/ 2024063 w 2543175"/>
              <a:gd name="connsiteY151" fmla="*/ 1490662 h 1890712"/>
              <a:gd name="connsiteX152" fmla="*/ 2033588 w 2543175"/>
              <a:gd name="connsiteY152" fmla="*/ 1495425 h 1890712"/>
              <a:gd name="connsiteX153" fmla="*/ 2040732 w 2543175"/>
              <a:gd name="connsiteY153" fmla="*/ 1502569 h 1890712"/>
              <a:gd name="connsiteX154" fmla="*/ 2047875 w 2543175"/>
              <a:gd name="connsiteY154" fmla="*/ 1507331 h 1890712"/>
              <a:gd name="connsiteX155" fmla="*/ 2057400 w 2543175"/>
              <a:gd name="connsiteY155" fmla="*/ 1514475 h 1890712"/>
              <a:gd name="connsiteX156" fmla="*/ 2064544 w 2543175"/>
              <a:gd name="connsiteY156" fmla="*/ 1519237 h 1890712"/>
              <a:gd name="connsiteX157" fmla="*/ 2071688 w 2543175"/>
              <a:gd name="connsiteY157" fmla="*/ 1526381 h 1890712"/>
              <a:gd name="connsiteX158" fmla="*/ 2081213 w 2543175"/>
              <a:gd name="connsiteY158" fmla="*/ 1531144 h 1890712"/>
              <a:gd name="connsiteX159" fmla="*/ 2090738 w 2543175"/>
              <a:gd name="connsiteY159" fmla="*/ 1538287 h 1890712"/>
              <a:gd name="connsiteX160" fmla="*/ 2109788 w 2543175"/>
              <a:gd name="connsiteY160" fmla="*/ 1547812 h 1890712"/>
              <a:gd name="connsiteX161" fmla="*/ 2131219 w 2543175"/>
              <a:gd name="connsiteY161" fmla="*/ 1562100 h 1890712"/>
              <a:gd name="connsiteX162" fmla="*/ 2140744 w 2543175"/>
              <a:gd name="connsiteY162" fmla="*/ 1566862 h 1890712"/>
              <a:gd name="connsiteX163" fmla="*/ 2152650 w 2543175"/>
              <a:gd name="connsiteY163" fmla="*/ 1576387 h 1890712"/>
              <a:gd name="connsiteX164" fmla="*/ 2181225 w 2543175"/>
              <a:gd name="connsiteY164" fmla="*/ 1590675 h 1890712"/>
              <a:gd name="connsiteX165" fmla="*/ 2200275 w 2543175"/>
              <a:gd name="connsiteY165" fmla="*/ 1607344 h 1890712"/>
              <a:gd name="connsiteX166" fmla="*/ 2207419 w 2543175"/>
              <a:gd name="connsiteY166" fmla="*/ 1612106 h 1890712"/>
              <a:gd name="connsiteX167" fmla="*/ 2216944 w 2543175"/>
              <a:gd name="connsiteY167" fmla="*/ 1619250 h 1890712"/>
              <a:gd name="connsiteX168" fmla="*/ 2224088 w 2543175"/>
              <a:gd name="connsiteY168" fmla="*/ 1624012 h 1890712"/>
              <a:gd name="connsiteX169" fmla="*/ 2247900 w 2543175"/>
              <a:gd name="connsiteY169" fmla="*/ 1643062 h 1890712"/>
              <a:gd name="connsiteX170" fmla="*/ 2255044 w 2543175"/>
              <a:gd name="connsiteY170" fmla="*/ 1650206 h 1890712"/>
              <a:gd name="connsiteX171" fmla="*/ 2281238 w 2543175"/>
              <a:gd name="connsiteY171" fmla="*/ 1664494 h 1890712"/>
              <a:gd name="connsiteX172" fmla="*/ 2297907 w 2543175"/>
              <a:gd name="connsiteY172" fmla="*/ 1674019 h 1890712"/>
              <a:gd name="connsiteX173" fmla="*/ 2305050 w 2543175"/>
              <a:gd name="connsiteY173" fmla="*/ 1678781 h 1890712"/>
              <a:gd name="connsiteX174" fmla="*/ 2312194 w 2543175"/>
              <a:gd name="connsiteY174" fmla="*/ 1685925 h 1890712"/>
              <a:gd name="connsiteX175" fmla="*/ 2321719 w 2543175"/>
              <a:gd name="connsiteY175" fmla="*/ 1690687 h 1890712"/>
              <a:gd name="connsiteX176" fmla="*/ 2328863 w 2543175"/>
              <a:gd name="connsiteY176" fmla="*/ 1697831 h 1890712"/>
              <a:gd name="connsiteX177" fmla="*/ 2350294 w 2543175"/>
              <a:gd name="connsiteY177" fmla="*/ 1712119 h 1890712"/>
              <a:gd name="connsiteX178" fmla="*/ 2359819 w 2543175"/>
              <a:gd name="connsiteY178" fmla="*/ 1719262 h 1890712"/>
              <a:gd name="connsiteX179" fmla="*/ 2369344 w 2543175"/>
              <a:gd name="connsiteY179" fmla="*/ 1724025 h 1890712"/>
              <a:gd name="connsiteX180" fmla="*/ 2376488 w 2543175"/>
              <a:gd name="connsiteY180" fmla="*/ 1731169 h 1890712"/>
              <a:gd name="connsiteX181" fmla="*/ 2402682 w 2543175"/>
              <a:gd name="connsiteY181" fmla="*/ 1747837 h 1890712"/>
              <a:gd name="connsiteX182" fmla="*/ 2450307 w 2543175"/>
              <a:gd name="connsiteY182" fmla="*/ 1769269 h 1890712"/>
              <a:gd name="connsiteX183" fmla="*/ 2466975 w 2543175"/>
              <a:gd name="connsiteY183" fmla="*/ 1783556 h 1890712"/>
              <a:gd name="connsiteX184" fmla="*/ 2481263 w 2543175"/>
              <a:gd name="connsiteY184" fmla="*/ 1795462 h 1890712"/>
              <a:gd name="connsiteX185" fmla="*/ 2486025 w 2543175"/>
              <a:gd name="connsiteY185" fmla="*/ 1802606 h 1890712"/>
              <a:gd name="connsiteX186" fmla="*/ 2493169 w 2543175"/>
              <a:gd name="connsiteY186" fmla="*/ 1807369 h 1890712"/>
              <a:gd name="connsiteX187" fmla="*/ 2495550 w 2543175"/>
              <a:gd name="connsiteY187" fmla="*/ 1816894 h 1890712"/>
              <a:gd name="connsiteX188" fmla="*/ 2497932 w 2543175"/>
              <a:gd name="connsiteY188" fmla="*/ 1824037 h 1890712"/>
              <a:gd name="connsiteX189" fmla="*/ 2514600 w 2543175"/>
              <a:gd name="connsiteY189" fmla="*/ 1850231 h 1890712"/>
              <a:gd name="connsiteX190" fmla="*/ 2519363 w 2543175"/>
              <a:gd name="connsiteY190" fmla="*/ 1857375 h 1890712"/>
              <a:gd name="connsiteX191" fmla="*/ 2540794 w 2543175"/>
              <a:gd name="connsiteY191" fmla="*/ 1883569 h 1890712"/>
              <a:gd name="connsiteX192" fmla="*/ 2543175 w 2543175"/>
              <a:gd name="connsiteY19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26382 w 2543175"/>
              <a:gd name="connsiteY114" fmla="*/ 1085850 h 1890712"/>
              <a:gd name="connsiteX115" fmla="*/ 1559719 w 2543175"/>
              <a:gd name="connsiteY115" fmla="*/ 1121569 h 1890712"/>
              <a:gd name="connsiteX116" fmla="*/ 1569244 w 2543175"/>
              <a:gd name="connsiteY116" fmla="*/ 1131094 h 1890712"/>
              <a:gd name="connsiteX117" fmla="*/ 1597819 w 2543175"/>
              <a:gd name="connsiteY117" fmla="*/ 1154906 h 1890712"/>
              <a:gd name="connsiteX118" fmla="*/ 1604963 w 2543175"/>
              <a:gd name="connsiteY118" fmla="*/ 1162050 h 1890712"/>
              <a:gd name="connsiteX119" fmla="*/ 1612107 w 2543175"/>
              <a:gd name="connsiteY119" fmla="*/ 1166812 h 1890712"/>
              <a:gd name="connsiteX120" fmla="*/ 1628775 w 2543175"/>
              <a:gd name="connsiteY120" fmla="*/ 1183481 h 1890712"/>
              <a:gd name="connsiteX121" fmla="*/ 1662113 w 2543175"/>
              <a:gd name="connsiteY121" fmla="*/ 1209675 h 1890712"/>
              <a:gd name="connsiteX122" fmla="*/ 1678782 w 2543175"/>
              <a:gd name="connsiteY122" fmla="*/ 1226344 h 1890712"/>
              <a:gd name="connsiteX123" fmla="*/ 1700213 w 2543175"/>
              <a:gd name="connsiteY123" fmla="*/ 1247775 h 1890712"/>
              <a:gd name="connsiteX124" fmla="*/ 1712119 w 2543175"/>
              <a:gd name="connsiteY124" fmla="*/ 1259681 h 1890712"/>
              <a:gd name="connsiteX125" fmla="*/ 1733550 w 2543175"/>
              <a:gd name="connsiteY125" fmla="*/ 1273969 h 1890712"/>
              <a:gd name="connsiteX126" fmla="*/ 1743075 w 2543175"/>
              <a:gd name="connsiteY126" fmla="*/ 1283494 h 1890712"/>
              <a:gd name="connsiteX127" fmla="*/ 1754982 w 2543175"/>
              <a:gd name="connsiteY127" fmla="*/ 1290637 h 1890712"/>
              <a:gd name="connsiteX128" fmla="*/ 1766888 w 2543175"/>
              <a:gd name="connsiteY128" fmla="*/ 1300162 h 1890712"/>
              <a:gd name="connsiteX129" fmla="*/ 1783557 w 2543175"/>
              <a:gd name="connsiteY129" fmla="*/ 1307306 h 1890712"/>
              <a:gd name="connsiteX130" fmla="*/ 1790700 w 2543175"/>
              <a:gd name="connsiteY130" fmla="*/ 1312069 h 1890712"/>
              <a:gd name="connsiteX131" fmla="*/ 1800225 w 2543175"/>
              <a:gd name="connsiteY131" fmla="*/ 1319212 h 1890712"/>
              <a:gd name="connsiteX132" fmla="*/ 1807369 w 2543175"/>
              <a:gd name="connsiteY132" fmla="*/ 1321594 h 1890712"/>
              <a:gd name="connsiteX133" fmla="*/ 1824038 w 2543175"/>
              <a:gd name="connsiteY133" fmla="*/ 1333500 h 1890712"/>
              <a:gd name="connsiteX134" fmla="*/ 1843088 w 2543175"/>
              <a:gd name="connsiteY134" fmla="*/ 1352550 h 1890712"/>
              <a:gd name="connsiteX135" fmla="*/ 1852613 w 2543175"/>
              <a:gd name="connsiteY135" fmla="*/ 1359694 h 1890712"/>
              <a:gd name="connsiteX136" fmla="*/ 1859757 w 2543175"/>
              <a:gd name="connsiteY136" fmla="*/ 1366837 h 1890712"/>
              <a:gd name="connsiteX137" fmla="*/ 1869282 w 2543175"/>
              <a:gd name="connsiteY137" fmla="*/ 1371600 h 1890712"/>
              <a:gd name="connsiteX138" fmla="*/ 1883569 w 2543175"/>
              <a:gd name="connsiteY138" fmla="*/ 1388269 h 1890712"/>
              <a:gd name="connsiteX139" fmla="*/ 1893094 w 2543175"/>
              <a:gd name="connsiteY139" fmla="*/ 1395412 h 1890712"/>
              <a:gd name="connsiteX140" fmla="*/ 1902619 w 2543175"/>
              <a:gd name="connsiteY140" fmla="*/ 1404937 h 1890712"/>
              <a:gd name="connsiteX141" fmla="*/ 1912144 w 2543175"/>
              <a:gd name="connsiteY141" fmla="*/ 1409700 h 1890712"/>
              <a:gd name="connsiteX142" fmla="*/ 1931194 w 2543175"/>
              <a:gd name="connsiteY142" fmla="*/ 1421606 h 1890712"/>
              <a:gd name="connsiteX143" fmla="*/ 1935957 w 2543175"/>
              <a:gd name="connsiteY143" fmla="*/ 1428750 h 1890712"/>
              <a:gd name="connsiteX144" fmla="*/ 1952625 w 2543175"/>
              <a:gd name="connsiteY144" fmla="*/ 1438275 h 1890712"/>
              <a:gd name="connsiteX145" fmla="*/ 1971675 w 2543175"/>
              <a:gd name="connsiteY145" fmla="*/ 1450181 h 1890712"/>
              <a:gd name="connsiteX146" fmla="*/ 1981200 w 2543175"/>
              <a:gd name="connsiteY146" fmla="*/ 1454944 h 1890712"/>
              <a:gd name="connsiteX147" fmla="*/ 1997869 w 2543175"/>
              <a:gd name="connsiteY147" fmla="*/ 1471612 h 1890712"/>
              <a:gd name="connsiteX148" fmla="*/ 2007394 w 2543175"/>
              <a:gd name="connsiteY148" fmla="*/ 1478756 h 1890712"/>
              <a:gd name="connsiteX149" fmla="*/ 2016919 w 2543175"/>
              <a:gd name="connsiteY149" fmla="*/ 1483519 h 1890712"/>
              <a:gd name="connsiteX150" fmla="*/ 2024063 w 2543175"/>
              <a:gd name="connsiteY150" fmla="*/ 1490662 h 1890712"/>
              <a:gd name="connsiteX151" fmla="*/ 2033588 w 2543175"/>
              <a:gd name="connsiteY151" fmla="*/ 1495425 h 1890712"/>
              <a:gd name="connsiteX152" fmla="*/ 2040732 w 2543175"/>
              <a:gd name="connsiteY152" fmla="*/ 1502569 h 1890712"/>
              <a:gd name="connsiteX153" fmla="*/ 2047875 w 2543175"/>
              <a:gd name="connsiteY153" fmla="*/ 1507331 h 1890712"/>
              <a:gd name="connsiteX154" fmla="*/ 2057400 w 2543175"/>
              <a:gd name="connsiteY154" fmla="*/ 1514475 h 1890712"/>
              <a:gd name="connsiteX155" fmla="*/ 2064544 w 2543175"/>
              <a:gd name="connsiteY155" fmla="*/ 1519237 h 1890712"/>
              <a:gd name="connsiteX156" fmla="*/ 2071688 w 2543175"/>
              <a:gd name="connsiteY156" fmla="*/ 1526381 h 1890712"/>
              <a:gd name="connsiteX157" fmla="*/ 2081213 w 2543175"/>
              <a:gd name="connsiteY157" fmla="*/ 1531144 h 1890712"/>
              <a:gd name="connsiteX158" fmla="*/ 2090738 w 2543175"/>
              <a:gd name="connsiteY158" fmla="*/ 1538287 h 1890712"/>
              <a:gd name="connsiteX159" fmla="*/ 2109788 w 2543175"/>
              <a:gd name="connsiteY159" fmla="*/ 1547812 h 1890712"/>
              <a:gd name="connsiteX160" fmla="*/ 2131219 w 2543175"/>
              <a:gd name="connsiteY160" fmla="*/ 1562100 h 1890712"/>
              <a:gd name="connsiteX161" fmla="*/ 2140744 w 2543175"/>
              <a:gd name="connsiteY161" fmla="*/ 1566862 h 1890712"/>
              <a:gd name="connsiteX162" fmla="*/ 2152650 w 2543175"/>
              <a:gd name="connsiteY162" fmla="*/ 1576387 h 1890712"/>
              <a:gd name="connsiteX163" fmla="*/ 2181225 w 2543175"/>
              <a:gd name="connsiteY163" fmla="*/ 1590675 h 1890712"/>
              <a:gd name="connsiteX164" fmla="*/ 2200275 w 2543175"/>
              <a:gd name="connsiteY164" fmla="*/ 1607344 h 1890712"/>
              <a:gd name="connsiteX165" fmla="*/ 2207419 w 2543175"/>
              <a:gd name="connsiteY165" fmla="*/ 1612106 h 1890712"/>
              <a:gd name="connsiteX166" fmla="*/ 2216944 w 2543175"/>
              <a:gd name="connsiteY166" fmla="*/ 1619250 h 1890712"/>
              <a:gd name="connsiteX167" fmla="*/ 2224088 w 2543175"/>
              <a:gd name="connsiteY167" fmla="*/ 1624012 h 1890712"/>
              <a:gd name="connsiteX168" fmla="*/ 2247900 w 2543175"/>
              <a:gd name="connsiteY168" fmla="*/ 1643062 h 1890712"/>
              <a:gd name="connsiteX169" fmla="*/ 2255044 w 2543175"/>
              <a:gd name="connsiteY169" fmla="*/ 1650206 h 1890712"/>
              <a:gd name="connsiteX170" fmla="*/ 2281238 w 2543175"/>
              <a:gd name="connsiteY170" fmla="*/ 1664494 h 1890712"/>
              <a:gd name="connsiteX171" fmla="*/ 2297907 w 2543175"/>
              <a:gd name="connsiteY171" fmla="*/ 1674019 h 1890712"/>
              <a:gd name="connsiteX172" fmla="*/ 2305050 w 2543175"/>
              <a:gd name="connsiteY172" fmla="*/ 1678781 h 1890712"/>
              <a:gd name="connsiteX173" fmla="*/ 2312194 w 2543175"/>
              <a:gd name="connsiteY173" fmla="*/ 1685925 h 1890712"/>
              <a:gd name="connsiteX174" fmla="*/ 2321719 w 2543175"/>
              <a:gd name="connsiteY174" fmla="*/ 1690687 h 1890712"/>
              <a:gd name="connsiteX175" fmla="*/ 2328863 w 2543175"/>
              <a:gd name="connsiteY175" fmla="*/ 1697831 h 1890712"/>
              <a:gd name="connsiteX176" fmla="*/ 2350294 w 2543175"/>
              <a:gd name="connsiteY176" fmla="*/ 1712119 h 1890712"/>
              <a:gd name="connsiteX177" fmla="*/ 2359819 w 2543175"/>
              <a:gd name="connsiteY177" fmla="*/ 1719262 h 1890712"/>
              <a:gd name="connsiteX178" fmla="*/ 2369344 w 2543175"/>
              <a:gd name="connsiteY178" fmla="*/ 1724025 h 1890712"/>
              <a:gd name="connsiteX179" fmla="*/ 2376488 w 2543175"/>
              <a:gd name="connsiteY179" fmla="*/ 1731169 h 1890712"/>
              <a:gd name="connsiteX180" fmla="*/ 2402682 w 2543175"/>
              <a:gd name="connsiteY180" fmla="*/ 1747837 h 1890712"/>
              <a:gd name="connsiteX181" fmla="*/ 2450307 w 2543175"/>
              <a:gd name="connsiteY181" fmla="*/ 1769269 h 1890712"/>
              <a:gd name="connsiteX182" fmla="*/ 2466975 w 2543175"/>
              <a:gd name="connsiteY182" fmla="*/ 1783556 h 1890712"/>
              <a:gd name="connsiteX183" fmla="*/ 2481263 w 2543175"/>
              <a:gd name="connsiteY183" fmla="*/ 1795462 h 1890712"/>
              <a:gd name="connsiteX184" fmla="*/ 2486025 w 2543175"/>
              <a:gd name="connsiteY184" fmla="*/ 1802606 h 1890712"/>
              <a:gd name="connsiteX185" fmla="*/ 2493169 w 2543175"/>
              <a:gd name="connsiteY185" fmla="*/ 1807369 h 1890712"/>
              <a:gd name="connsiteX186" fmla="*/ 2495550 w 2543175"/>
              <a:gd name="connsiteY186" fmla="*/ 1816894 h 1890712"/>
              <a:gd name="connsiteX187" fmla="*/ 2497932 w 2543175"/>
              <a:gd name="connsiteY187" fmla="*/ 1824037 h 1890712"/>
              <a:gd name="connsiteX188" fmla="*/ 2514600 w 2543175"/>
              <a:gd name="connsiteY188" fmla="*/ 1850231 h 1890712"/>
              <a:gd name="connsiteX189" fmla="*/ 2519363 w 2543175"/>
              <a:gd name="connsiteY189" fmla="*/ 1857375 h 1890712"/>
              <a:gd name="connsiteX190" fmla="*/ 2540794 w 2543175"/>
              <a:gd name="connsiteY190" fmla="*/ 1883569 h 1890712"/>
              <a:gd name="connsiteX191" fmla="*/ 2543175 w 2543175"/>
              <a:gd name="connsiteY191"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59719 w 2543175"/>
              <a:gd name="connsiteY114" fmla="*/ 1121569 h 1890712"/>
              <a:gd name="connsiteX115" fmla="*/ 1569244 w 2543175"/>
              <a:gd name="connsiteY115" fmla="*/ 1131094 h 1890712"/>
              <a:gd name="connsiteX116" fmla="*/ 1597819 w 2543175"/>
              <a:gd name="connsiteY116" fmla="*/ 1154906 h 1890712"/>
              <a:gd name="connsiteX117" fmla="*/ 1604963 w 2543175"/>
              <a:gd name="connsiteY117" fmla="*/ 1162050 h 1890712"/>
              <a:gd name="connsiteX118" fmla="*/ 1612107 w 2543175"/>
              <a:gd name="connsiteY118" fmla="*/ 1166812 h 1890712"/>
              <a:gd name="connsiteX119" fmla="*/ 1628775 w 2543175"/>
              <a:gd name="connsiteY119" fmla="*/ 1183481 h 1890712"/>
              <a:gd name="connsiteX120" fmla="*/ 1662113 w 2543175"/>
              <a:gd name="connsiteY120" fmla="*/ 1209675 h 1890712"/>
              <a:gd name="connsiteX121" fmla="*/ 1678782 w 2543175"/>
              <a:gd name="connsiteY121" fmla="*/ 1226344 h 1890712"/>
              <a:gd name="connsiteX122" fmla="*/ 1700213 w 2543175"/>
              <a:gd name="connsiteY122" fmla="*/ 1247775 h 1890712"/>
              <a:gd name="connsiteX123" fmla="*/ 1712119 w 2543175"/>
              <a:gd name="connsiteY123" fmla="*/ 1259681 h 1890712"/>
              <a:gd name="connsiteX124" fmla="*/ 1733550 w 2543175"/>
              <a:gd name="connsiteY124" fmla="*/ 1273969 h 1890712"/>
              <a:gd name="connsiteX125" fmla="*/ 1743075 w 2543175"/>
              <a:gd name="connsiteY125" fmla="*/ 1283494 h 1890712"/>
              <a:gd name="connsiteX126" fmla="*/ 1754982 w 2543175"/>
              <a:gd name="connsiteY126" fmla="*/ 1290637 h 1890712"/>
              <a:gd name="connsiteX127" fmla="*/ 1766888 w 2543175"/>
              <a:gd name="connsiteY127" fmla="*/ 1300162 h 1890712"/>
              <a:gd name="connsiteX128" fmla="*/ 1783557 w 2543175"/>
              <a:gd name="connsiteY128" fmla="*/ 1307306 h 1890712"/>
              <a:gd name="connsiteX129" fmla="*/ 1790700 w 2543175"/>
              <a:gd name="connsiteY129" fmla="*/ 1312069 h 1890712"/>
              <a:gd name="connsiteX130" fmla="*/ 1800225 w 2543175"/>
              <a:gd name="connsiteY130" fmla="*/ 1319212 h 1890712"/>
              <a:gd name="connsiteX131" fmla="*/ 1807369 w 2543175"/>
              <a:gd name="connsiteY131" fmla="*/ 1321594 h 1890712"/>
              <a:gd name="connsiteX132" fmla="*/ 1824038 w 2543175"/>
              <a:gd name="connsiteY132" fmla="*/ 1333500 h 1890712"/>
              <a:gd name="connsiteX133" fmla="*/ 1843088 w 2543175"/>
              <a:gd name="connsiteY133" fmla="*/ 1352550 h 1890712"/>
              <a:gd name="connsiteX134" fmla="*/ 1852613 w 2543175"/>
              <a:gd name="connsiteY134" fmla="*/ 1359694 h 1890712"/>
              <a:gd name="connsiteX135" fmla="*/ 1859757 w 2543175"/>
              <a:gd name="connsiteY135" fmla="*/ 1366837 h 1890712"/>
              <a:gd name="connsiteX136" fmla="*/ 1869282 w 2543175"/>
              <a:gd name="connsiteY136" fmla="*/ 1371600 h 1890712"/>
              <a:gd name="connsiteX137" fmla="*/ 1883569 w 2543175"/>
              <a:gd name="connsiteY137" fmla="*/ 1388269 h 1890712"/>
              <a:gd name="connsiteX138" fmla="*/ 1893094 w 2543175"/>
              <a:gd name="connsiteY138" fmla="*/ 1395412 h 1890712"/>
              <a:gd name="connsiteX139" fmla="*/ 1902619 w 2543175"/>
              <a:gd name="connsiteY139" fmla="*/ 1404937 h 1890712"/>
              <a:gd name="connsiteX140" fmla="*/ 1912144 w 2543175"/>
              <a:gd name="connsiteY140" fmla="*/ 1409700 h 1890712"/>
              <a:gd name="connsiteX141" fmla="*/ 1931194 w 2543175"/>
              <a:gd name="connsiteY141" fmla="*/ 1421606 h 1890712"/>
              <a:gd name="connsiteX142" fmla="*/ 1935957 w 2543175"/>
              <a:gd name="connsiteY142" fmla="*/ 1428750 h 1890712"/>
              <a:gd name="connsiteX143" fmla="*/ 1952625 w 2543175"/>
              <a:gd name="connsiteY143" fmla="*/ 1438275 h 1890712"/>
              <a:gd name="connsiteX144" fmla="*/ 1971675 w 2543175"/>
              <a:gd name="connsiteY144" fmla="*/ 1450181 h 1890712"/>
              <a:gd name="connsiteX145" fmla="*/ 1981200 w 2543175"/>
              <a:gd name="connsiteY145" fmla="*/ 1454944 h 1890712"/>
              <a:gd name="connsiteX146" fmla="*/ 1997869 w 2543175"/>
              <a:gd name="connsiteY146" fmla="*/ 1471612 h 1890712"/>
              <a:gd name="connsiteX147" fmla="*/ 2007394 w 2543175"/>
              <a:gd name="connsiteY147" fmla="*/ 1478756 h 1890712"/>
              <a:gd name="connsiteX148" fmla="*/ 2016919 w 2543175"/>
              <a:gd name="connsiteY148" fmla="*/ 1483519 h 1890712"/>
              <a:gd name="connsiteX149" fmla="*/ 2024063 w 2543175"/>
              <a:gd name="connsiteY149" fmla="*/ 1490662 h 1890712"/>
              <a:gd name="connsiteX150" fmla="*/ 2033588 w 2543175"/>
              <a:gd name="connsiteY150" fmla="*/ 1495425 h 1890712"/>
              <a:gd name="connsiteX151" fmla="*/ 2040732 w 2543175"/>
              <a:gd name="connsiteY151" fmla="*/ 1502569 h 1890712"/>
              <a:gd name="connsiteX152" fmla="*/ 2047875 w 2543175"/>
              <a:gd name="connsiteY152" fmla="*/ 1507331 h 1890712"/>
              <a:gd name="connsiteX153" fmla="*/ 2057400 w 2543175"/>
              <a:gd name="connsiteY153" fmla="*/ 1514475 h 1890712"/>
              <a:gd name="connsiteX154" fmla="*/ 2064544 w 2543175"/>
              <a:gd name="connsiteY154" fmla="*/ 1519237 h 1890712"/>
              <a:gd name="connsiteX155" fmla="*/ 2071688 w 2543175"/>
              <a:gd name="connsiteY155" fmla="*/ 1526381 h 1890712"/>
              <a:gd name="connsiteX156" fmla="*/ 2081213 w 2543175"/>
              <a:gd name="connsiteY156" fmla="*/ 1531144 h 1890712"/>
              <a:gd name="connsiteX157" fmla="*/ 2090738 w 2543175"/>
              <a:gd name="connsiteY157" fmla="*/ 1538287 h 1890712"/>
              <a:gd name="connsiteX158" fmla="*/ 2109788 w 2543175"/>
              <a:gd name="connsiteY158" fmla="*/ 1547812 h 1890712"/>
              <a:gd name="connsiteX159" fmla="*/ 2131219 w 2543175"/>
              <a:gd name="connsiteY159" fmla="*/ 1562100 h 1890712"/>
              <a:gd name="connsiteX160" fmla="*/ 2140744 w 2543175"/>
              <a:gd name="connsiteY160" fmla="*/ 1566862 h 1890712"/>
              <a:gd name="connsiteX161" fmla="*/ 2152650 w 2543175"/>
              <a:gd name="connsiteY161" fmla="*/ 1576387 h 1890712"/>
              <a:gd name="connsiteX162" fmla="*/ 2181225 w 2543175"/>
              <a:gd name="connsiteY162" fmla="*/ 1590675 h 1890712"/>
              <a:gd name="connsiteX163" fmla="*/ 2200275 w 2543175"/>
              <a:gd name="connsiteY163" fmla="*/ 1607344 h 1890712"/>
              <a:gd name="connsiteX164" fmla="*/ 2207419 w 2543175"/>
              <a:gd name="connsiteY164" fmla="*/ 1612106 h 1890712"/>
              <a:gd name="connsiteX165" fmla="*/ 2216944 w 2543175"/>
              <a:gd name="connsiteY165" fmla="*/ 1619250 h 1890712"/>
              <a:gd name="connsiteX166" fmla="*/ 2224088 w 2543175"/>
              <a:gd name="connsiteY166" fmla="*/ 1624012 h 1890712"/>
              <a:gd name="connsiteX167" fmla="*/ 2247900 w 2543175"/>
              <a:gd name="connsiteY167" fmla="*/ 1643062 h 1890712"/>
              <a:gd name="connsiteX168" fmla="*/ 2255044 w 2543175"/>
              <a:gd name="connsiteY168" fmla="*/ 1650206 h 1890712"/>
              <a:gd name="connsiteX169" fmla="*/ 2281238 w 2543175"/>
              <a:gd name="connsiteY169" fmla="*/ 1664494 h 1890712"/>
              <a:gd name="connsiteX170" fmla="*/ 2297907 w 2543175"/>
              <a:gd name="connsiteY170" fmla="*/ 1674019 h 1890712"/>
              <a:gd name="connsiteX171" fmla="*/ 2305050 w 2543175"/>
              <a:gd name="connsiteY171" fmla="*/ 1678781 h 1890712"/>
              <a:gd name="connsiteX172" fmla="*/ 2312194 w 2543175"/>
              <a:gd name="connsiteY172" fmla="*/ 1685925 h 1890712"/>
              <a:gd name="connsiteX173" fmla="*/ 2321719 w 2543175"/>
              <a:gd name="connsiteY173" fmla="*/ 1690687 h 1890712"/>
              <a:gd name="connsiteX174" fmla="*/ 2328863 w 2543175"/>
              <a:gd name="connsiteY174" fmla="*/ 1697831 h 1890712"/>
              <a:gd name="connsiteX175" fmla="*/ 2350294 w 2543175"/>
              <a:gd name="connsiteY175" fmla="*/ 1712119 h 1890712"/>
              <a:gd name="connsiteX176" fmla="*/ 2359819 w 2543175"/>
              <a:gd name="connsiteY176" fmla="*/ 1719262 h 1890712"/>
              <a:gd name="connsiteX177" fmla="*/ 2369344 w 2543175"/>
              <a:gd name="connsiteY177" fmla="*/ 1724025 h 1890712"/>
              <a:gd name="connsiteX178" fmla="*/ 2376488 w 2543175"/>
              <a:gd name="connsiteY178" fmla="*/ 1731169 h 1890712"/>
              <a:gd name="connsiteX179" fmla="*/ 2402682 w 2543175"/>
              <a:gd name="connsiteY179" fmla="*/ 1747837 h 1890712"/>
              <a:gd name="connsiteX180" fmla="*/ 2450307 w 2543175"/>
              <a:gd name="connsiteY180" fmla="*/ 1769269 h 1890712"/>
              <a:gd name="connsiteX181" fmla="*/ 2466975 w 2543175"/>
              <a:gd name="connsiteY181" fmla="*/ 1783556 h 1890712"/>
              <a:gd name="connsiteX182" fmla="*/ 2481263 w 2543175"/>
              <a:gd name="connsiteY182" fmla="*/ 1795462 h 1890712"/>
              <a:gd name="connsiteX183" fmla="*/ 2486025 w 2543175"/>
              <a:gd name="connsiteY183" fmla="*/ 1802606 h 1890712"/>
              <a:gd name="connsiteX184" fmla="*/ 2493169 w 2543175"/>
              <a:gd name="connsiteY184" fmla="*/ 1807369 h 1890712"/>
              <a:gd name="connsiteX185" fmla="*/ 2495550 w 2543175"/>
              <a:gd name="connsiteY185" fmla="*/ 1816894 h 1890712"/>
              <a:gd name="connsiteX186" fmla="*/ 2497932 w 2543175"/>
              <a:gd name="connsiteY186" fmla="*/ 1824037 h 1890712"/>
              <a:gd name="connsiteX187" fmla="*/ 2514600 w 2543175"/>
              <a:gd name="connsiteY187" fmla="*/ 1850231 h 1890712"/>
              <a:gd name="connsiteX188" fmla="*/ 2519363 w 2543175"/>
              <a:gd name="connsiteY188" fmla="*/ 1857375 h 1890712"/>
              <a:gd name="connsiteX189" fmla="*/ 2540794 w 2543175"/>
              <a:gd name="connsiteY189" fmla="*/ 1883569 h 1890712"/>
              <a:gd name="connsiteX190" fmla="*/ 2543175 w 2543175"/>
              <a:gd name="connsiteY19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59719 w 2543175"/>
              <a:gd name="connsiteY114" fmla="*/ 1121569 h 1890712"/>
              <a:gd name="connsiteX115" fmla="*/ 1550194 w 2543175"/>
              <a:gd name="connsiteY115" fmla="*/ 1135856 h 1890712"/>
              <a:gd name="connsiteX116" fmla="*/ 1597819 w 2543175"/>
              <a:gd name="connsiteY116" fmla="*/ 1154906 h 1890712"/>
              <a:gd name="connsiteX117" fmla="*/ 1604963 w 2543175"/>
              <a:gd name="connsiteY117" fmla="*/ 1162050 h 1890712"/>
              <a:gd name="connsiteX118" fmla="*/ 1612107 w 2543175"/>
              <a:gd name="connsiteY118" fmla="*/ 1166812 h 1890712"/>
              <a:gd name="connsiteX119" fmla="*/ 1628775 w 2543175"/>
              <a:gd name="connsiteY119" fmla="*/ 1183481 h 1890712"/>
              <a:gd name="connsiteX120" fmla="*/ 1662113 w 2543175"/>
              <a:gd name="connsiteY120" fmla="*/ 1209675 h 1890712"/>
              <a:gd name="connsiteX121" fmla="*/ 1678782 w 2543175"/>
              <a:gd name="connsiteY121" fmla="*/ 1226344 h 1890712"/>
              <a:gd name="connsiteX122" fmla="*/ 1700213 w 2543175"/>
              <a:gd name="connsiteY122" fmla="*/ 1247775 h 1890712"/>
              <a:gd name="connsiteX123" fmla="*/ 1712119 w 2543175"/>
              <a:gd name="connsiteY123" fmla="*/ 1259681 h 1890712"/>
              <a:gd name="connsiteX124" fmla="*/ 1733550 w 2543175"/>
              <a:gd name="connsiteY124" fmla="*/ 1273969 h 1890712"/>
              <a:gd name="connsiteX125" fmla="*/ 1743075 w 2543175"/>
              <a:gd name="connsiteY125" fmla="*/ 1283494 h 1890712"/>
              <a:gd name="connsiteX126" fmla="*/ 1754982 w 2543175"/>
              <a:gd name="connsiteY126" fmla="*/ 1290637 h 1890712"/>
              <a:gd name="connsiteX127" fmla="*/ 1766888 w 2543175"/>
              <a:gd name="connsiteY127" fmla="*/ 1300162 h 1890712"/>
              <a:gd name="connsiteX128" fmla="*/ 1783557 w 2543175"/>
              <a:gd name="connsiteY128" fmla="*/ 1307306 h 1890712"/>
              <a:gd name="connsiteX129" fmla="*/ 1790700 w 2543175"/>
              <a:gd name="connsiteY129" fmla="*/ 1312069 h 1890712"/>
              <a:gd name="connsiteX130" fmla="*/ 1800225 w 2543175"/>
              <a:gd name="connsiteY130" fmla="*/ 1319212 h 1890712"/>
              <a:gd name="connsiteX131" fmla="*/ 1807369 w 2543175"/>
              <a:gd name="connsiteY131" fmla="*/ 1321594 h 1890712"/>
              <a:gd name="connsiteX132" fmla="*/ 1824038 w 2543175"/>
              <a:gd name="connsiteY132" fmla="*/ 1333500 h 1890712"/>
              <a:gd name="connsiteX133" fmla="*/ 1843088 w 2543175"/>
              <a:gd name="connsiteY133" fmla="*/ 1352550 h 1890712"/>
              <a:gd name="connsiteX134" fmla="*/ 1852613 w 2543175"/>
              <a:gd name="connsiteY134" fmla="*/ 1359694 h 1890712"/>
              <a:gd name="connsiteX135" fmla="*/ 1859757 w 2543175"/>
              <a:gd name="connsiteY135" fmla="*/ 1366837 h 1890712"/>
              <a:gd name="connsiteX136" fmla="*/ 1869282 w 2543175"/>
              <a:gd name="connsiteY136" fmla="*/ 1371600 h 1890712"/>
              <a:gd name="connsiteX137" fmla="*/ 1883569 w 2543175"/>
              <a:gd name="connsiteY137" fmla="*/ 1388269 h 1890712"/>
              <a:gd name="connsiteX138" fmla="*/ 1893094 w 2543175"/>
              <a:gd name="connsiteY138" fmla="*/ 1395412 h 1890712"/>
              <a:gd name="connsiteX139" fmla="*/ 1902619 w 2543175"/>
              <a:gd name="connsiteY139" fmla="*/ 1404937 h 1890712"/>
              <a:gd name="connsiteX140" fmla="*/ 1912144 w 2543175"/>
              <a:gd name="connsiteY140" fmla="*/ 1409700 h 1890712"/>
              <a:gd name="connsiteX141" fmla="*/ 1931194 w 2543175"/>
              <a:gd name="connsiteY141" fmla="*/ 1421606 h 1890712"/>
              <a:gd name="connsiteX142" fmla="*/ 1935957 w 2543175"/>
              <a:gd name="connsiteY142" fmla="*/ 1428750 h 1890712"/>
              <a:gd name="connsiteX143" fmla="*/ 1952625 w 2543175"/>
              <a:gd name="connsiteY143" fmla="*/ 1438275 h 1890712"/>
              <a:gd name="connsiteX144" fmla="*/ 1971675 w 2543175"/>
              <a:gd name="connsiteY144" fmla="*/ 1450181 h 1890712"/>
              <a:gd name="connsiteX145" fmla="*/ 1981200 w 2543175"/>
              <a:gd name="connsiteY145" fmla="*/ 1454944 h 1890712"/>
              <a:gd name="connsiteX146" fmla="*/ 1997869 w 2543175"/>
              <a:gd name="connsiteY146" fmla="*/ 1471612 h 1890712"/>
              <a:gd name="connsiteX147" fmla="*/ 2007394 w 2543175"/>
              <a:gd name="connsiteY147" fmla="*/ 1478756 h 1890712"/>
              <a:gd name="connsiteX148" fmla="*/ 2016919 w 2543175"/>
              <a:gd name="connsiteY148" fmla="*/ 1483519 h 1890712"/>
              <a:gd name="connsiteX149" fmla="*/ 2024063 w 2543175"/>
              <a:gd name="connsiteY149" fmla="*/ 1490662 h 1890712"/>
              <a:gd name="connsiteX150" fmla="*/ 2033588 w 2543175"/>
              <a:gd name="connsiteY150" fmla="*/ 1495425 h 1890712"/>
              <a:gd name="connsiteX151" fmla="*/ 2040732 w 2543175"/>
              <a:gd name="connsiteY151" fmla="*/ 1502569 h 1890712"/>
              <a:gd name="connsiteX152" fmla="*/ 2047875 w 2543175"/>
              <a:gd name="connsiteY152" fmla="*/ 1507331 h 1890712"/>
              <a:gd name="connsiteX153" fmla="*/ 2057400 w 2543175"/>
              <a:gd name="connsiteY153" fmla="*/ 1514475 h 1890712"/>
              <a:gd name="connsiteX154" fmla="*/ 2064544 w 2543175"/>
              <a:gd name="connsiteY154" fmla="*/ 1519237 h 1890712"/>
              <a:gd name="connsiteX155" fmla="*/ 2071688 w 2543175"/>
              <a:gd name="connsiteY155" fmla="*/ 1526381 h 1890712"/>
              <a:gd name="connsiteX156" fmla="*/ 2081213 w 2543175"/>
              <a:gd name="connsiteY156" fmla="*/ 1531144 h 1890712"/>
              <a:gd name="connsiteX157" fmla="*/ 2090738 w 2543175"/>
              <a:gd name="connsiteY157" fmla="*/ 1538287 h 1890712"/>
              <a:gd name="connsiteX158" fmla="*/ 2109788 w 2543175"/>
              <a:gd name="connsiteY158" fmla="*/ 1547812 h 1890712"/>
              <a:gd name="connsiteX159" fmla="*/ 2131219 w 2543175"/>
              <a:gd name="connsiteY159" fmla="*/ 1562100 h 1890712"/>
              <a:gd name="connsiteX160" fmla="*/ 2140744 w 2543175"/>
              <a:gd name="connsiteY160" fmla="*/ 1566862 h 1890712"/>
              <a:gd name="connsiteX161" fmla="*/ 2152650 w 2543175"/>
              <a:gd name="connsiteY161" fmla="*/ 1576387 h 1890712"/>
              <a:gd name="connsiteX162" fmla="*/ 2181225 w 2543175"/>
              <a:gd name="connsiteY162" fmla="*/ 1590675 h 1890712"/>
              <a:gd name="connsiteX163" fmla="*/ 2200275 w 2543175"/>
              <a:gd name="connsiteY163" fmla="*/ 1607344 h 1890712"/>
              <a:gd name="connsiteX164" fmla="*/ 2207419 w 2543175"/>
              <a:gd name="connsiteY164" fmla="*/ 1612106 h 1890712"/>
              <a:gd name="connsiteX165" fmla="*/ 2216944 w 2543175"/>
              <a:gd name="connsiteY165" fmla="*/ 1619250 h 1890712"/>
              <a:gd name="connsiteX166" fmla="*/ 2224088 w 2543175"/>
              <a:gd name="connsiteY166" fmla="*/ 1624012 h 1890712"/>
              <a:gd name="connsiteX167" fmla="*/ 2247900 w 2543175"/>
              <a:gd name="connsiteY167" fmla="*/ 1643062 h 1890712"/>
              <a:gd name="connsiteX168" fmla="*/ 2255044 w 2543175"/>
              <a:gd name="connsiteY168" fmla="*/ 1650206 h 1890712"/>
              <a:gd name="connsiteX169" fmla="*/ 2281238 w 2543175"/>
              <a:gd name="connsiteY169" fmla="*/ 1664494 h 1890712"/>
              <a:gd name="connsiteX170" fmla="*/ 2297907 w 2543175"/>
              <a:gd name="connsiteY170" fmla="*/ 1674019 h 1890712"/>
              <a:gd name="connsiteX171" fmla="*/ 2305050 w 2543175"/>
              <a:gd name="connsiteY171" fmla="*/ 1678781 h 1890712"/>
              <a:gd name="connsiteX172" fmla="*/ 2312194 w 2543175"/>
              <a:gd name="connsiteY172" fmla="*/ 1685925 h 1890712"/>
              <a:gd name="connsiteX173" fmla="*/ 2321719 w 2543175"/>
              <a:gd name="connsiteY173" fmla="*/ 1690687 h 1890712"/>
              <a:gd name="connsiteX174" fmla="*/ 2328863 w 2543175"/>
              <a:gd name="connsiteY174" fmla="*/ 1697831 h 1890712"/>
              <a:gd name="connsiteX175" fmla="*/ 2350294 w 2543175"/>
              <a:gd name="connsiteY175" fmla="*/ 1712119 h 1890712"/>
              <a:gd name="connsiteX176" fmla="*/ 2359819 w 2543175"/>
              <a:gd name="connsiteY176" fmla="*/ 1719262 h 1890712"/>
              <a:gd name="connsiteX177" fmla="*/ 2369344 w 2543175"/>
              <a:gd name="connsiteY177" fmla="*/ 1724025 h 1890712"/>
              <a:gd name="connsiteX178" fmla="*/ 2376488 w 2543175"/>
              <a:gd name="connsiteY178" fmla="*/ 1731169 h 1890712"/>
              <a:gd name="connsiteX179" fmla="*/ 2402682 w 2543175"/>
              <a:gd name="connsiteY179" fmla="*/ 1747837 h 1890712"/>
              <a:gd name="connsiteX180" fmla="*/ 2450307 w 2543175"/>
              <a:gd name="connsiteY180" fmla="*/ 1769269 h 1890712"/>
              <a:gd name="connsiteX181" fmla="*/ 2466975 w 2543175"/>
              <a:gd name="connsiteY181" fmla="*/ 1783556 h 1890712"/>
              <a:gd name="connsiteX182" fmla="*/ 2481263 w 2543175"/>
              <a:gd name="connsiteY182" fmla="*/ 1795462 h 1890712"/>
              <a:gd name="connsiteX183" fmla="*/ 2486025 w 2543175"/>
              <a:gd name="connsiteY183" fmla="*/ 1802606 h 1890712"/>
              <a:gd name="connsiteX184" fmla="*/ 2493169 w 2543175"/>
              <a:gd name="connsiteY184" fmla="*/ 1807369 h 1890712"/>
              <a:gd name="connsiteX185" fmla="*/ 2495550 w 2543175"/>
              <a:gd name="connsiteY185" fmla="*/ 1816894 h 1890712"/>
              <a:gd name="connsiteX186" fmla="*/ 2497932 w 2543175"/>
              <a:gd name="connsiteY186" fmla="*/ 1824037 h 1890712"/>
              <a:gd name="connsiteX187" fmla="*/ 2514600 w 2543175"/>
              <a:gd name="connsiteY187" fmla="*/ 1850231 h 1890712"/>
              <a:gd name="connsiteX188" fmla="*/ 2519363 w 2543175"/>
              <a:gd name="connsiteY188" fmla="*/ 1857375 h 1890712"/>
              <a:gd name="connsiteX189" fmla="*/ 2540794 w 2543175"/>
              <a:gd name="connsiteY189" fmla="*/ 1883569 h 1890712"/>
              <a:gd name="connsiteX190" fmla="*/ 2543175 w 2543175"/>
              <a:gd name="connsiteY19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59719 w 2543175"/>
              <a:gd name="connsiteY114" fmla="*/ 1121569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59819 w 2543175"/>
              <a:gd name="connsiteY175" fmla="*/ 1719262 h 1890712"/>
              <a:gd name="connsiteX176" fmla="*/ 2369344 w 2543175"/>
              <a:gd name="connsiteY176" fmla="*/ 1724025 h 1890712"/>
              <a:gd name="connsiteX177" fmla="*/ 2376488 w 2543175"/>
              <a:gd name="connsiteY177" fmla="*/ 1731169 h 1890712"/>
              <a:gd name="connsiteX178" fmla="*/ 2402682 w 2543175"/>
              <a:gd name="connsiteY178" fmla="*/ 1747837 h 1890712"/>
              <a:gd name="connsiteX179" fmla="*/ 2450307 w 2543175"/>
              <a:gd name="connsiteY179" fmla="*/ 1769269 h 1890712"/>
              <a:gd name="connsiteX180" fmla="*/ 2466975 w 2543175"/>
              <a:gd name="connsiteY180" fmla="*/ 1783556 h 1890712"/>
              <a:gd name="connsiteX181" fmla="*/ 2481263 w 2543175"/>
              <a:gd name="connsiteY181" fmla="*/ 1795462 h 1890712"/>
              <a:gd name="connsiteX182" fmla="*/ 2486025 w 2543175"/>
              <a:gd name="connsiteY182" fmla="*/ 1802606 h 1890712"/>
              <a:gd name="connsiteX183" fmla="*/ 2493169 w 2543175"/>
              <a:gd name="connsiteY183" fmla="*/ 1807369 h 1890712"/>
              <a:gd name="connsiteX184" fmla="*/ 2495550 w 2543175"/>
              <a:gd name="connsiteY184" fmla="*/ 1816894 h 1890712"/>
              <a:gd name="connsiteX185" fmla="*/ 2497932 w 2543175"/>
              <a:gd name="connsiteY185" fmla="*/ 1824037 h 1890712"/>
              <a:gd name="connsiteX186" fmla="*/ 2514600 w 2543175"/>
              <a:gd name="connsiteY186" fmla="*/ 1850231 h 1890712"/>
              <a:gd name="connsiteX187" fmla="*/ 2519363 w 2543175"/>
              <a:gd name="connsiteY187" fmla="*/ 1857375 h 1890712"/>
              <a:gd name="connsiteX188" fmla="*/ 2540794 w 2543175"/>
              <a:gd name="connsiteY188" fmla="*/ 1883569 h 1890712"/>
              <a:gd name="connsiteX189" fmla="*/ 2543175 w 2543175"/>
              <a:gd name="connsiteY18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59819 w 2543175"/>
              <a:gd name="connsiteY175" fmla="*/ 1719262 h 1890712"/>
              <a:gd name="connsiteX176" fmla="*/ 2369344 w 2543175"/>
              <a:gd name="connsiteY176" fmla="*/ 1724025 h 1890712"/>
              <a:gd name="connsiteX177" fmla="*/ 2376488 w 2543175"/>
              <a:gd name="connsiteY177" fmla="*/ 1731169 h 1890712"/>
              <a:gd name="connsiteX178" fmla="*/ 2402682 w 2543175"/>
              <a:gd name="connsiteY178" fmla="*/ 1747837 h 1890712"/>
              <a:gd name="connsiteX179" fmla="*/ 2450307 w 2543175"/>
              <a:gd name="connsiteY179" fmla="*/ 1769269 h 1890712"/>
              <a:gd name="connsiteX180" fmla="*/ 2466975 w 2543175"/>
              <a:gd name="connsiteY180" fmla="*/ 1783556 h 1890712"/>
              <a:gd name="connsiteX181" fmla="*/ 2481263 w 2543175"/>
              <a:gd name="connsiteY181" fmla="*/ 1795462 h 1890712"/>
              <a:gd name="connsiteX182" fmla="*/ 2486025 w 2543175"/>
              <a:gd name="connsiteY182" fmla="*/ 1802606 h 1890712"/>
              <a:gd name="connsiteX183" fmla="*/ 2493169 w 2543175"/>
              <a:gd name="connsiteY183" fmla="*/ 1807369 h 1890712"/>
              <a:gd name="connsiteX184" fmla="*/ 2495550 w 2543175"/>
              <a:gd name="connsiteY184" fmla="*/ 1816894 h 1890712"/>
              <a:gd name="connsiteX185" fmla="*/ 2497932 w 2543175"/>
              <a:gd name="connsiteY185" fmla="*/ 1824037 h 1890712"/>
              <a:gd name="connsiteX186" fmla="*/ 2514600 w 2543175"/>
              <a:gd name="connsiteY186" fmla="*/ 1850231 h 1890712"/>
              <a:gd name="connsiteX187" fmla="*/ 2519363 w 2543175"/>
              <a:gd name="connsiteY187" fmla="*/ 1857375 h 1890712"/>
              <a:gd name="connsiteX188" fmla="*/ 2540794 w 2543175"/>
              <a:gd name="connsiteY188" fmla="*/ 1883569 h 1890712"/>
              <a:gd name="connsiteX189" fmla="*/ 2543175 w 2543175"/>
              <a:gd name="connsiteY18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59819 w 2543175"/>
              <a:gd name="connsiteY175" fmla="*/ 1719262 h 1890712"/>
              <a:gd name="connsiteX176" fmla="*/ 2369344 w 2543175"/>
              <a:gd name="connsiteY176" fmla="*/ 1724025 h 1890712"/>
              <a:gd name="connsiteX177" fmla="*/ 2376488 w 2543175"/>
              <a:gd name="connsiteY177" fmla="*/ 1731169 h 1890712"/>
              <a:gd name="connsiteX178" fmla="*/ 2402682 w 2543175"/>
              <a:gd name="connsiteY178" fmla="*/ 1747837 h 1890712"/>
              <a:gd name="connsiteX179" fmla="*/ 2428876 w 2543175"/>
              <a:gd name="connsiteY179" fmla="*/ 1785938 h 1890712"/>
              <a:gd name="connsiteX180" fmla="*/ 2466975 w 2543175"/>
              <a:gd name="connsiteY180" fmla="*/ 1783556 h 1890712"/>
              <a:gd name="connsiteX181" fmla="*/ 2481263 w 2543175"/>
              <a:gd name="connsiteY181" fmla="*/ 1795462 h 1890712"/>
              <a:gd name="connsiteX182" fmla="*/ 2486025 w 2543175"/>
              <a:gd name="connsiteY182" fmla="*/ 1802606 h 1890712"/>
              <a:gd name="connsiteX183" fmla="*/ 2493169 w 2543175"/>
              <a:gd name="connsiteY183" fmla="*/ 1807369 h 1890712"/>
              <a:gd name="connsiteX184" fmla="*/ 2495550 w 2543175"/>
              <a:gd name="connsiteY184" fmla="*/ 1816894 h 1890712"/>
              <a:gd name="connsiteX185" fmla="*/ 2497932 w 2543175"/>
              <a:gd name="connsiteY185" fmla="*/ 1824037 h 1890712"/>
              <a:gd name="connsiteX186" fmla="*/ 2514600 w 2543175"/>
              <a:gd name="connsiteY186" fmla="*/ 1850231 h 1890712"/>
              <a:gd name="connsiteX187" fmla="*/ 2519363 w 2543175"/>
              <a:gd name="connsiteY187" fmla="*/ 1857375 h 1890712"/>
              <a:gd name="connsiteX188" fmla="*/ 2540794 w 2543175"/>
              <a:gd name="connsiteY188" fmla="*/ 1883569 h 1890712"/>
              <a:gd name="connsiteX189" fmla="*/ 2543175 w 2543175"/>
              <a:gd name="connsiteY18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59819 w 2543175"/>
              <a:gd name="connsiteY175" fmla="*/ 1719262 h 1890712"/>
              <a:gd name="connsiteX176" fmla="*/ 2369344 w 2543175"/>
              <a:gd name="connsiteY176" fmla="*/ 1724025 h 1890712"/>
              <a:gd name="connsiteX177" fmla="*/ 2376488 w 2543175"/>
              <a:gd name="connsiteY177" fmla="*/ 1731169 h 1890712"/>
              <a:gd name="connsiteX178" fmla="*/ 2428876 w 2543175"/>
              <a:gd name="connsiteY178" fmla="*/ 1785938 h 1890712"/>
              <a:gd name="connsiteX179" fmla="*/ 2466975 w 2543175"/>
              <a:gd name="connsiteY179" fmla="*/ 1783556 h 1890712"/>
              <a:gd name="connsiteX180" fmla="*/ 2481263 w 2543175"/>
              <a:gd name="connsiteY180" fmla="*/ 1795462 h 1890712"/>
              <a:gd name="connsiteX181" fmla="*/ 2486025 w 2543175"/>
              <a:gd name="connsiteY181" fmla="*/ 1802606 h 1890712"/>
              <a:gd name="connsiteX182" fmla="*/ 2493169 w 2543175"/>
              <a:gd name="connsiteY182" fmla="*/ 1807369 h 1890712"/>
              <a:gd name="connsiteX183" fmla="*/ 2495550 w 2543175"/>
              <a:gd name="connsiteY183" fmla="*/ 1816894 h 1890712"/>
              <a:gd name="connsiteX184" fmla="*/ 2497932 w 2543175"/>
              <a:gd name="connsiteY184" fmla="*/ 1824037 h 1890712"/>
              <a:gd name="connsiteX185" fmla="*/ 2514600 w 2543175"/>
              <a:gd name="connsiteY185" fmla="*/ 1850231 h 1890712"/>
              <a:gd name="connsiteX186" fmla="*/ 2519363 w 2543175"/>
              <a:gd name="connsiteY186" fmla="*/ 1857375 h 1890712"/>
              <a:gd name="connsiteX187" fmla="*/ 2540794 w 2543175"/>
              <a:gd name="connsiteY187" fmla="*/ 1883569 h 1890712"/>
              <a:gd name="connsiteX188" fmla="*/ 2543175 w 2543175"/>
              <a:gd name="connsiteY188"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59819 w 2543175"/>
              <a:gd name="connsiteY175" fmla="*/ 1719262 h 1890712"/>
              <a:gd name="connsiteX176" fmla="*/ 2369344 w 2543175"/>
              <a:gd name="connsiteY176" fmla="*/ 1724025 h 1890712"/>
              <a:gd name="connsiteX177" fmla="*/ 2428876 w 2543175"/>
              <a:gd name="connsiteY177" fmla="*/ 1785938 h 1890712"/>
              <a:gd name="connsiteX178" fmla="*/ 2466975 w 2543175"/>
              <a:gd name="connsiteY178" fmla="*/ 1783556 h 1890712"/>
              <a:gd name="connsiteX179" fmla="*/ 2481263 w 2543175"/>
              <a:gd name="connsiteY179" fmla="*/ 1795462 h 1890712"/>
              <a:gd name="connsiteX180" fmla="*/ 2486025 w 2543175"/>
              <a:gd name="connsiteY180" fmla="*/ 1802606 h 1890712"/>
              <a:gd name="connsiteX181" fmla="*/ 2493169 w 2543175"/>
              <a:gd name="connsiteY181" fmla="*/ 1807369 h 1890712"/>
              <a:gd name="connsiteX182" fmla="*/ 2495550 w 2543175"/>
              <a:gd name="connsiteY182" fmla="*/ 1816894 h 1890712"/>
              <a:gd name="connsiteX183" fmla="*/ 2497932 w 2543175"/>
              <a:gd name="connsiteY183" fmla="*/ 1824037 h 1890712"/>
              <a:gd name="connsiteX184" fmla="*/ 2514600 w 2543175"/>
              <a:gd name="connsiteY184" fmla="*/ 1850231 h 1890712"/>
              <a:gd name="connsiteX185" fmla="*/ 2519363 w 2543175"/>
              <a:gd name="connsiteY185" fmla="*/ 1857375 h 1890712"/>
              <a:gd name="connsiteX186" fmla="*/ 2540794 w 2543175"/>
              <a:gd name="connsiteY186" fmla="*/ 1883569 h 1890712"/>
              <a:gd name="connsiteX187" fmla="*/ 2543175 w 2543175"/>
              <a:gd name="connsiteY187"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69344 w 2543175"/>
              <a:gd name="connsiteY175" fmla="*/ 1724025 h 1890712"/>
              <a:gd name="connsiteX176" fmla="*/ 2428876 w 2543175"/>
              <a:gd name="connsiteY176" fmla="*/ 1785938 h 1890712"/>
              <a:gd name="connsiteX177" fmla="*/ 2466975 w 2543175"/>
              <a:gd name="connsiteY177" fmla="*/ 1783556 h 1890712"/>
              <a:gd name="connsiteX178" fmla="*/ 2481263 w 2543175"/>
              <a:gd name="connsiteY178" fmla="*/ 1795462 h 1890712"/>
              <a:gd name="connsiteX179" fmla="*/ 2486025 w 2543175"/>
              <a:gd name="connsiteY179" fmla="*/ 1802606 h 1890712"/>
              <a:gd name="connsiteX180" fmla="*/ 2493169 w 2543175"/>
              <a:gd name="connsiteY180" fmla="*/ 1807369 h 1890712"/>
              <a:gd name="connsiteX181" fmla="*/ 2495550 w 2543175"/>
              <a:gd name="connsiteY181" fmla="*/ 1816894 h 1890712"/>
              <a:gd name="connsiteX182" fmla="*/ 2497932 w 2543175"/>
              <a:gd name="connsiteY182" fmla="*/ 1824037 h 1890712"/>
              <a:gd name="connsiteX183" fmla="*/ 2514600 w 2543175"/>
              <a:gd name="connsiteY183" fmla="*/ 1850231 h 1890712"/>
              <a:gd name="connsiteX184" fmla="*/ 2519363 w 2543175"/>
              <a:gd name="connsiteY184" fmla="*/ 1857375 h 1890712"/>
              <a:gd name="connsiteX185" fmla="*/ 2540794 w 2543175"/>
              <a:gd name="connsiteY185" fmla="*/ 1883569 h 1890712"/>
              <a:gd name="connsiteX186" fmla="*/ 2543175 w 2543175"/>
              <a:gd name="connsiteY18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8863 w 2543175"/>
              <a:gd name="connsiteY172" fmla="*/ 1697831 h 1890712"/>
              <a:gd name="connsiteX173" fmla="*/ 2350294 w 2543175"/>
              <a:gd name="connsiteY173" fmla="*/ 1712119 h 1890712"/>
              <a:gd name="connsiteX174" fmla="*/ 2369344 w 2543175"/>
              <a:gd name="connsiteY174" fmla="*/ 1724025 h 1890712"/>
              <a:gd name="connsiteX175" fmla="*/ 2428876 w 2543175"/>
              <a:gd name="connsiteY175" fmla="*/ 1785938 h 1890712"/>
              <a:gd name="connsiteX176" fmla="*/ 2466975 w 2543175"/>
              <a:gd name="connsiteY176" fmla="*/ 1783556 h 1890712"/>
              <a:gd name="connsiteX177" fmla="*/ 2481263 w 2543175"/>
              <a:gd name="connsiteY177" fmla="*/ 1795462 h 1890712"/>
              <a:gd name="connsiteX178" fmla="*/ 2486025 w 2543175"/>
              <a:gd name="connsiteY178" fmla="*/ 1802606 h 1890712"/>
              <a:gd name="connsiteX179" fmla="*/ 2493169 w 2543175"/>
              <a:gd name="connsiteY179" fmla="*/ 1807369 h 1890712"/>
              <a:gd name="connsiteX180" fmla="*/ 2495550 w 2543175"/>
              <a:gd name="connsiteY180" fmla="*/ 1816894 h 1890712"/>
              <a:gd name="connsiteX181" fmla="*/ 2497932 w 2543175"/>
              <a:gd name="connsiteY181" fmla="*/ 1824037 h 1890712"/>
              <a:gd name="connsiteX182" fmla="*/ 2514600 w 2543175"/>
              <a:gd name="connsiteY182" fmla="*/ 1850231 h 1890712"/>
              <a:gd name="connsiteX183" fmla="*/ 2519363 w 2543175"/>
              <a:gd name="connsiteY183" fmla="*/ 1857375 h 1890712"/>
              <a:gd name="connsiteX184" fmla="*/ 2540794 w 2543175"/>
              <a:gd name="connsiteY184" fmla="*/ 1883569 h 1890712"/>
              <a:gd name="connsiteX185" fmla="*/ 2543175 w 2543175"/>
              <a:gd name="connsiteY185"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12194 w 2543175"/>
              <a:gd name="connsiteY170" fmla="*/ 1685925 h 1890712"/>
              <a:gd name="connsiteX171" fmla="*/ 2328863 w 2543175"/>
              <a:gd name="connsiteY171" fmla="*/ 1697831 h 1890712"/>
              <a:gd name="connsiteX172" fmla="*/ 2350294 w 2543175"/>
              <a:gd name="connsiteY172" fmla="*/ 1712119 h 1890712"/>
              <a:gd name="connsiteX173" fmla="*/ 2369344 w 2543175"/>
              <a:gd name="connsiteY173" fmla="*/ 1724025 h 1890712"/>
              <a:gd name="connsiteX174" fmla="*/ 2428876 w 2543175"/>
              <a:gd name="connsiteY174" fmla="*/ 1785938 h 1890712"/>
              <a:gd name="connsiteX175" fmla="*/ 2466975 w 2543175"/>
              <a:gd name="connsiteY175" fmla="*/ 1783556 h 1890712"/>
              <a:gd name="connsiteX176" fmla="*/ 2481263 w 2543175"/>
              <a:gd name="connsiteY176" fmla="*/ 1795462 h 1890712"/>
              <a:gd name="connsiteX177" fmla="*/ 2486025 w 2543175"/>
              <a:gd name="connsiteY177" fmla="*/ 1802606 h 1890712"/>
              <a:gd name="connsiteX178" fmla="*/ 2493169 w 2543175"/>
              <a:gd name="connsiteY178" fmla="*/ 1807369 h 1890712"/>
              <a:gd name="connsiteX179" fmla="*/ 2495550 w 2543175"/>
              <a:gd name="connsiteY179" fmla="*/ 1816894 h 1890712"/>
              <a:gd name="connsiteX180" fmla="*/ 2497932 w 2543175"/>
              <a:gd name="connsiteY180" fmla="*/ 1824037 h 1890712"/>
              <a:gd name="connsiteX181" fmla="*/ 2514600 w 2543175"/>
              <a:gd name="connsiteY181" fmla="*/ 1850231 h 1890712"/>
              <a:gd name="connsiteX182" fmla="*/ 2519363 w 2543175"/>
              <a:gd name="connsiteY182" fmla="*/ 1857375 h 1890712"/>
              <a:gd name="connsiteX183" fmla="*/ 2540794 w 2543175"/>
              <a:gd name="connsiteY183" fmla="*/ 1883569 h 1890712"/>
              <a:gd name="connsiteX184" fmla="*/ 2543175 w 2543175"/>
              <a:gd name="connsiteY18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12194 w 2543175"/>
              <a:gd name="connsiteY170" fmla="*/ 1685925 h 1890712"/>
              <a:gd name="connsiteX171" fmla="*/ 2328863 w 2543175"/>
              <a:gd name="connsiteY171" fmla="*/ 1697831 h 1890712"/>
              <a:gd name="connsiteX172" fmla="*/ 2350294 w 2543175"/>
              <a:gd name="connsiteY172" fmla="*/ 1712119 h 1890712"/>
              <a:gd name="connsiteX173" fmla="*/ 2369344 w 2543175"/>
              <a:gd name="connsiteY173" fmla="*/ 1724025 h 1890712"/>
              <a:gd name="connsiteX174" fmla="*/ 2428876 w 2543175"/>
              <a:gd name="connsiteY174" fmla="*/ 1785938 h 1890712"/>
              <a:gd name="connsiteX175" fmla="*/ 2466975 w 2543175"/>
              <a:gd name="connsiteY175" fmla="*/ 1783556 h 1890712"/>
              <a:gd name="connsiteX176" fmla="*/ 2481263 w 2543175"/>
              <a:gd name="connsiteY176" fmla="*/ 1795462 h 1890712"/>
              <a:gd name="connsiteX177" fmla="*/ 2486025 w 2543175"/>
              <a:gd name="connsiteY177" fmla="*/ 1802606 h 1890712"/>
              <a:gd name="connsiteX178" fmla="*/ 2495550 w 2543175"/>
              <a:gd name="connsiteY178" fmla="*/ 1816894 h 1890712"/>
              <a:gd name="connsiteX179" fmla="*/ 2497932 w 2543175"/>
              <a:gd name="connsiteY179" fmla="*/ 1824037 h 1890712"/>
              <a:gd name="connsiteX180" fmla="*/ 2514600 w 2543175"/>
              <a:gd name="connsiteY180" fmla="*/ 1850231 h 1890712"/>
              <a:gd name="connsiteX181" fmla="*/ 2519363 w 2543175"/>
              <a:gd name="connsiteY181" fmla="*/ 1857375 h 1890712"/>
              <a:gd name="connsiteX182" fmla="*/ 2540794 w 2543175"/>
              <a:gd name="connsiteY182" fmla="*/ 1883569 h 1890712"/>
              <a:gd name="connsiteX183" fmla="*/ 2543175 w 2543175"/>
              <a:gd name="connsiteY183"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12194 w 2543175"/>
              <a:gd name="connsiteY170" fmla="*/ 1685925 h 1890712"/>
              <a:gd name="connsiteX171" fmla="*/ 2328863 w 2543175"/>
              <a:gd name="connsiteY171" fmla="*/ 1697831 h 1890712"/>
              <a:gd name="connsiteX172" fmla="*/ 2350294 w 2543175"/>
              <a:gd name="connsiteY172" fmla="*/ 1712119 h 1890712"/>
              <a:gd name="connsiteX173" fmla="*/ 2369344 w 2543175"/>
              <a:gd name="connsiteY173" fmla="*/ 1724025 h 1890712"/>
              <a:gd name="connsiteX174" fmla="*/ 2428876 w 2543175"/>
              <a:gd name="connsiteY174" fmla="*/ 1785938 h 1890712"/>
              <a:gd name="connsiteX175" fmla="*/ 2466975 w 2543175"/>
              <a:gd name="connsiteY175" fmla="*/ 1783556 h 1890712"/>
              <a:gd name="connsiteX176" fmla="*/ 2481263 w 2543175"/>
              <a:gd name="connsiteY176" fmla="*/ 1795462 h 1890712"/>
              <a:gd name="connsiteX177" fmla="*/ 2486025 w 2543175"/>
              <a:gd name="connsiteY177" fmla="*/ 1802606 h 1890712"/>
              <a:gd name="connsiteX178" fmla="*/ 2497932 w 2543175"/>
              <a:gd name="connsiteY178" fmla="*/ 1824037 h 1890712"/>
              <a:gd name="connsiteX179" fmla="*/ 2514600 w 2543175"/>
              <a:gd name="connsiteY179" fmla="*/ 1850231 h 1890712"/>
              <a:gd name="connsiteX180" fmla="*/ 2519363 w 2543175"/>
              <a:gd name="connsiteY180" fmla="*/ 1857375 h 1890712"/>
              <a:gd name="connsiteX181" fmla="*/ 2540794 w 2543175"/>
              <a:gd name="connsiteY181" fmla="*/ 1883569 h 1890712"/>
              <a:gd name="connsiteX182" fmla="*/ 2543175 w 2543175"/>
              <a:gd name="connsiteY18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12194 w 2543175"/>
              <a:gd name="connsiteY170" fmla="*/ 1685925 h 1890712"/>
              <a:gd name="connsiteX171" fmla="*/ 2328863 w 2543175"/>
              <a:gd name="connsiteY171" fmla="*/ 1697831 h 1890712"/>
              <a:gd name="connsiteX172" fmla="*/ 2350294 w 2543175"/>
              <a:gd name="connsiteY172" fmla="*/ 1712119 h 1890712"/>
              <a:gd name="connsiteX173" fmla="*/ 2369344 w 2543175"/>
              <a:gd name="connsiteY173" fmla="*/ 1724025 h 1890712"/>
              <a:gd name="connsiteX174" fmla="*/ 2428876 w 2543175"/>
              <a:gd name="connsiteY174" fmla="*/ 1785938 h 1890712"/>
              <a:gd name="connsiteX175" fmla="*/ 2466975 w 2543175"/>
              <a:gd name="connsiteY175" fmla="*/ 1783556 h 1890712"/>
              <a:gd name="connsiteX176" fmla="*/ 2481263 w 2543175"/>
              <a:gd name="connsiteY176" fmla="*/ 1795462 h 1890712"/>
              <a:gd name="connsiteX177" fmla="*/ 2486025 w 2543175"/>
              <a:gd name="connsiteY177" fmla="*/ 1802606 h 1890712"/>
              <a:gd name="connsiteX178" fmla="*/ 2514600 w 2543175"/>
              <a:gd name="connsiteY178" fmla="*/ 1850231 h 1890712"/>
              <a:gd name="connsiteX179" fmla="*/ 2519363 w 2543175"/>
              <a:gd name="connsiteY179" fmla="*/ 1857375 h 1890712"/>
              <a:gd name="connsiteX180" fmla="*/ 2540794 w 2543175"/>
              <a:gd name="connsiteY180" fmla="*/ 1883569 h 1890712"/>
              <a:gd name="connsiteX181" fmla="*/ 2543175 w 2543175"/>
              <a:gd name="connsiteY181"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302419 w 2543175"/>
              <a:gd name="connsiteY26" fmla="*/ 204787 h 1890712"/>
              <a:gd name="connsiteX27" fmla="*/ 309563 w 2543175"/>
              <a:gd name="connsiteY27" fmla="*/ 209550 h 1890712"/>
              <a:gd name="connsiteX28" fmla="*/ 319088 w 2543175"/>
              <a:gd name="connsiteY28" fmla="*/ 219075 h 1890712"/>
              <a:gd name="connsiteX29" fmla="*/ 333375 w 2543175"/>
              <a:gd name="connsiteY29" fmla="*/ 228600 h 1890712"/>
              <a:gd name="connsiteX30" fmla="*/ 340519 w 2543175"/>
              <a:gd name="connsiteY30" fmla="*/ 233362 h 1890712"/>
              <a:gd name="connsiteX31" fmla="*/ 354807 w 2543175"/>
              <a:gd name="connsiteY31" fmla="*/ 247650 h 1890712"/>
              <a:gd name="connsiteX32" fmla="*/ 366713 w 2543175"/>
              <a:gd name="connsiteY32" fmla="*/ 264319 h 1890712"/>
              <a:gd name="connsiteX33" fmla="*/ 371475 w 2543175"/>
              <a:gd name="connsiteY33" fmla="*/ 271462 h 1890712"/>
              <a:gd name="connsiteX34" fmla="*/ 378619 w 2543175"/>
              <a:gd name="connsiteY34" fmla="*/ 276225 h 1890712"/>
              <a:gd name="connsiteX35" fmla="*/ 385763 w 2543175"/>
              <a:gd name="connsiteY35" fmla="*/ 283369 h 1890712"/>
              <a:gd name="connsiteX36" fmla="*/ 395288 w 2543175"/>
              <a:gd name="connsiteY36" fmla="*/ 288131 h 1890712"/>
              <a:gd name="connsiteX37" fmla="*/ 404813 w 2543175"/>
              <a:gd name="connsiteY37" fmla="*/ 295275 h 1890712"/>
              <a:gd name="connsiteX38" fmla="*/ 411957 w 2543175"/>
              <a:gd name="connsiteY38" fmla="*/ 297656 h 1890712"/>
              <a:gd name="connsiteX39" fmla="*/ 421482 w 2543175"/>
              <a:gd name="connsiteY39" fmla="*/ 302419 h 1890712"/>
              <a:gd name="connsiteX40" fmla="*/ 447675 w 2543175"/>
              <a:gd name="connsiteY40" fmla="*/ 307181 h 1890712"/>
              <a:gd name="connsiteX41" fmla="*/ 461963 w 2543175"/>
              <a:gd name="connsiteY41" fmla="*/ 321469 h 1890712"/>
              <a:gd name="connsiteX42" fmla="*/ 466725 w 2543175"/>
              <a:gd name="connsiteY42" fmla="*/ 328612 h 1890712"/>
              <a:gd name="connsiteX43" fmla="*/ 476250 w 2543175"/>
              <a:gd name="connsiteY43" fmla="*/ 335756 h 1890712"/>
              <a:gd name="connsiteX44" fmla="*/ 481013 w 2543175"/>
              <a:gd name="connsiteY44" fmla="*/ 342900 h 1890712"/>
              <a:gd name="connsiteX45" fmla="*/ 490538 w 2543175"/>
              <a:gd name="connsiteY45" fmla="*/ 352425 h 1890712"/>
              <a:gd name="connsiteX46" fmla="*/ 495300 w 2543175"/>
              <a:gd name="connsiteY46" fmla="*/ 359569 h 1890712"/>
              <a:gd name="connsiteX47" fmla="*/ 509588 w 2543175"/>
              <a:gd name="connsiteY47" fmla="*/ 376237 h 1890712"/>
              <a:gd name="connsiteX48" fmla="*/ 514350 w 2543175"/>
              <a:gd name="connsiteY48" fmla="*/ 383381 h 1890712"/>
              <a:gd name="connsiteX49" fmla="*/ 531019 w 2543175"/>
              <a:gd name="connsiteY49" fmla="*/ 397669 h 1890712"/>
              <a:gd name="connsiteX50" fmla="*/ 538163 w 2543175"/>
              <a:gd name="connsiteY50" fmla="*/ 407194 h 1890712"/>
              <a:gd name="connsiteX51" fmla="*/ 554832 w 2543175"/>
              <a:gd name="connsiteY51" fmla="*/ 421481 h 1890712"/>
              <a:gd name="connsiteX52" fmla="*/ 564357 w 2543175"/>
              <a:gd name="connsiteY52" fmla="*/ 431006 h 1890712"/>
              <a:gd name="connsiteX53" fmla="*/ 573882 w 2543175"/>
              <a:gd name="connsiteY53" fmla="*/ 438150 h 1890712"/>
              <a:gd name="connsiteX54" fmla="*/ 595313 w 2543175"/>
              <a:gd name="connsiteY54" fmla="*/ 454819 h 1890712"/>
              <a:gd name="connsiteX55" fmla="*/ 602457 w 2543175"/>
              <a:gd name="connsiteY55" fmla="*/ 457200 h 1890712"/>
              <a:gd name="connsiteX56" fmla="*/ 628650 w 2543175"/>
              <a:gd name="connsiteY56" fmla="*/ 469106 h 1890712"/>
              <a:gd name="connsiteX57" fmla="*/ 645319 w 2543175"/>
              <a:gd name="connsiteY57" fmla="*/ 483394 h 1890712"/>
              <a:gd name="connsiteX58" fmla="*/ 654844 w 2543175"/>
              <a:gd name="connsiteY58" fmla="*/ 488156 h 1890712"/>
              <a:gd name="connsiteX59" fmla="*/ 661988 w 2543175"/>
              <a:gd name="connsiteY59" fmla="*/ 497681 h 1890712"/>
              <a:gd name="connsiteX60" fmla="*/ 683419 w 2543175"/>
              <a:gd name="connsiteY60" fmla="*/ 514350 h 1890712"/>
              <a:gd name="connsiteX61" fmla="*/ 700088 w 2543175"/>
              <a:gd name="connsiteY61" fmla="*/ 526256 h 1890712"/>
              <a:gd name="connsiteX62" fmla="*/ 709613 w 2543175"/>
              <a:gd name="connsiteY62" fmla="*/ 535781 h 1890712"/>
              <a:gd name="connsiteX63" fmla="*/ 719138 w 2543175"/>
              <a:gd name="connsiteY63" fmla="*/ 542925 h 1890712"/>
              <a:gd name="connsiteX64" fmla="*/ 733425 w 2543175"/>
              <a:gd name="connsiteY64" fmla="*/ 557212 h 1890712"/>
              <a:gd name="connsiteX65" fmla="*/ 750094 w 2543175"/>
              <a:gd name="connsiteY65" fmla="*/ 569119 h 1890712"/>
              <a:gd name="connsiteX66" fmla="*/ 769144 w 2543175"/>
              <a:gd name="connsiteY66" fmla="*/ 581025 h 1890712"/>
              <a:gd name="connsiteX67" fmla="*/ 785813 w 2543175"/>
              <a:gd name="connsiteY67" fmla="*/ 590550 h 1890712"/>
              <a:gd name="connsiteX68" fmla="*/ 792957 w 2543175"/>
              <a:gd name="connsiteY68" fmla="*/ 600075 h 1890712"/>
              <a:gd name="connsiteX69" fmla="*/ 809625 w 2543175"/>
              <a:gd name="connsiteY69" fmla="*/ 611981 h 1890712"/>
              <a:gd name="connsiteX70" fmla="*/ 816769 w 2543175"/>
              <a:gd name="connsiteY70" fmla="*/ 619125 h 1890712"/>
              <a:gd name="connsiteX71" fmla="*/ 826294 w 2543175"/>
              <a:gd name="connsiteY71" fmla="*/ 626269 h 1890712"/>
              <a:gd name="connsiteX72" fmla="*/ 840582 w 2543175"/>
              <a:gd name="connsiteY72" fmla="*/ 638175 h 1890712"/>
              <a:gd name="connsiteX73" fmla="*/ 847725 w 2543175"/>
              <a:gd name="connsiteY73" fmla="*/ 645319 h 1890712"/>
              <a:gd name="connsiteX74" fmla="*/ 857250 w 2543175"/>
              <a:gd name="connsiteY74" fmla="*/ 652462 h 1890712"/>
              <a:gd name="connsiteX75" fmla="*/ 864394 w 2543175"/>
              <a:gd name="connsiteY75" fmla="*/ 657225 h 1890712"/>
              <a:gd name="connsiteX76" fmla="*/ 888207 w 2543175"/>
              <a:gd name="connsiteY76" fmla="*/ 676275 h 1890712"/>
              <a:gd name="connsiteX77" fmla="*/ 895350 w 2543175"/>
              <a:gd name="connsiteY77" fmla="*/ 681037 h 1890712"/>
              <a:gd name="connsiteX78" fmla="*/ 907257 w 2543175"/>
              <a:gd name="connsiteY78" fmla="*/ 683419 h 1890712"/>
              <a:gd name="connsiteX79" fmla="*/ 928688 w 2543175"/>
              <a:gd name="connsiteY79" fmla="*/ 695325 h 1890712"/>
              <a:gd name="connsiteX80" fmla="*/ 942975 w 2543175"/>
              <a:gd name="connsiteY80" fmla="*/ 700087 h 1890712"/>
              <a:gd name="connsiteX81" fmla="*/ 964407 w 2543175"/>
              <a:gd name="connsiteY81" fmla="*/ 716756 h 1890712"/>
              <a:gd name="connsiteX82" fmla="*/ 971550 w 2543175"/>
              <a:gd name="connsiteY82" fmla="*/ 723900 h 1890712"/>
              <a:gd name="connsiteX83" fmla="*/ 983457 w 2543175"/>
              <a:gd name="connsiteY83" fmla="*/ 733425 h 1890712"/>
              <a:gd name="connsiteX84" fmla="*/ 990600 w 2543175"/>
              <a:gd name="connsiteY84" fmla="*/ 738187 h 1890712"/>
              <a:gd name="connsiteX85" fmla="*/ 1007269 w 2543175"/>
              <a:gd name="connsiteY85" fmla="*/ 752475 h 1890712"/>
              <a:gd name="connsiteX86" fmla="*/ 1031082 w 2543175"/>
              <a:gd name="connsiteY86" fmla="*/ 766762 h 1890712"/>
              <a:gd name="connsiteX87" fmla="*/ 1042988 w 2543175"/>
              <a:gd name="connsiteY87" fmla="*/ 773906 h 1890712"/>
              <a:gd name="connsiteX88" fmla="*/ 1071563 w 2543175"/>
              <a:gd name="connsiteY88" fmla="*/ 785812 h 1890712"/>
              <a:gd name="connsiteX89" fmla="*/ 1097757 w 2543175"/>
              <a:gd name="connsiteY89" fmla="*/ 807244 h 1890712"/>
              <a:gd name="connsiteX90" fmla="*/ 1104900 w 2543175"/>
              <a:gd name="connsiteY90" fmla="*/ 814387 h 1890712"/>
              <a:gd name="connsiteX91" fmla="*/ 1121569 w 2543175"/>
              <a:gd name="connsiteY91" fmla="*/ 823912 h 1890712"/>
              <a:gd name="connsiteX92" fmla="*/ 1138238 w 2543175"/>
              <a:gd name="connsiteY92" fmla="*/ 835819 h 1890712"/>
              <a:gd name="connsiteX93" fmla="*/ 1147763 w 2543175"/>
              <a:gd name="connsiteY93" fmla="*/ 842962 h 1890712"/>
              <a:gd name="connsiteX94" fmla="*/ 1157288 w 2543175"/>
              <a:gd name="connsiteY94" fmla="*/ 847725 h 1890712"/>
              <a:gd name="connsiteX95" fmla="*/ 1178719 w 2543175"/>
              <a:gd name="connsiteY95" fmla="*/ 859631 h 1890712"/>
              <a:gd name="connsiteX96" fmla="*/ 1188244 w 2543175"/>
              <a:gd name="connsiteY96" fmla="*/ 866775 h 1890712"/>
              <a:gd name="connsiteX97" fmla="*/ 1195388 w 2543175"/>
              <a:gd name="connsiteY97" fmla="*/ 871537 h 1890712"/>
              <a:gd name="connsiteX98" fmla="*/ 1212057 w 2543175"/>
              <a:gd name="connsiteY98" fmla="*/ 883444 h 1890712"/>
              <a:gd name="connsiteX99" fmla="*/ 1226344 w 2543175"/>
              <a:gd name="connsiteY99" fmla="*/ 895350 h 1890712"/>
              <a:gd name="connsiteX100" fmla="*/ 1245394 w 2543175"/>
              <a:gd name="connsiteY100" fmla="*/ 907256 h 1890712"/>
              <a:gd name="connsiteX101" fmla="*/ 1254919 w 2543175"/>
              <a:gd name="connsiteY101" fmla="*/ 914400 h 1890712"/>
              <a:gd name="connsiteX102" fmla="*/ 1269207 w 2543175"/>
              <a:gd name="connsiteY102" fmla="*/ 921544 h 1890712"/>
              <a:gd name="connsiteX103" fmla="*/ 1290638 w 2543175"/>
              <a:gd name="connsiteY103" fmla="*/ 935831 h 1890712"/>
              <a:gd name="connsiteX104" fmla="*/ 1307307 w 2543175"/>
              <a:gd name="connsiteY104" fmla="*/ 952500 h 1890712"/>
              <a:gd name="connsiteX105" fmla="*/ 1333500 w 2543175"/>
              <a:gd name="connsiteY105" fmla="*/ 971550 h 1890712"/>
              <a:gd name="connsiteX106" fmla="*/ 1359694 w 2543175"/>
              <a:gd name="connsiteY106" fmla="*/ 990600 h 1890712"/>
              <a:gd name="connsiteX107" fmla="*/ 1373982 w 2543175"/>
              <a:gd name="connsiteY107" fmla="*/ 997744 h 1890712"/>
              <a:gd name="connsiteX108" fmla="*/ 1388269 w 2543175"/>
              <a:gd name="connsiteY108" fmla="*/ 1007269 h 1890712"/>
              <a:gd name="connsiteX109" fmla="*/ 1414463 w 2543175"/>
              <a:gd name="connsiteY109" fmla="*/ 1019175 h 1890712"/>
              <a:gd name="connsiteX110" fmla="*/ 1428750 w 2543175"/>
              <a:gd name="connsiteY110" fmla="*/ 1026319 h 1890712"/>
              <a:gd name="connsiteX111" fmla="*/ 1471613 w 2543175"/>
              <a:gd name="connsiteY111" fmla="*/ 1059656 h 1890712"/>
              <a:gd name="connsiteX112" fmla="*/ 1495425 w 2543175"/>
              <a:gd name="connsiteY112" fmla="*/ 1088231 h 1890712"/>
              <a:gd name="connsiteX113" fmla="*/ 1547812 w 2543175"/>
              <a:gd name="connsiteY113" fmla="*/ 1133475 h 1890712"/>
              <a:gd name="connsiteX114" fmla="*/ 1597819 w 2543175"/>
              <a:gd name="connsiteY114" fmla="*/ 1154906 h 1890712"/>
              <a:gd name="connsiteX115" fmla="*/ 1604963 w 2543175"/>
              <a:gd name="connsiteY115" fmla="*/ 1162050 h 1890712"/>
              <a:gd name="connsiteX116" fmla="*/ 1612107 w 2543175"/>
              <a:gd name="connsiteY116" fmla="*/ 1166812 h 1890712"/>
              <a:gd name="connsiteX117" fmla="*/ 1628775 w 2543175"/>
              <a:gd name="connsiteY117" fmla="*/ 1183481 h 1890712"/>
              <a:gd name="connsiteX118" fmla="*/ 1662113 w 2543175"/>
              <a:gd name="connsiteY118" fmla="*/ 1209675 h 1890712"/>
              <a:gd name="connsiteX119" fmla="*/ 1678782 w 2543175"/>
              <a:gd name="connsiteY119" fmla="*/ 1226344 h 1890712"/>
              <a:gd name="connsiteX120" fmla="*/ 1700213 w 2543175"/>
              <a:gd name="connsiteY120" fmla="*/ 1247775 h 1890712"/>
              <a:gd name="connsiteX121" fmla="*/ 1712119 w 2543175"/>
              <a:gd name="connsiteY121" fmla="*/ 1259681 h 1890712"/>
              <a:gd name="connsiteX122" fmla="*/ 1733550 w 2543175"/>
              <a:gd name="connsiteY122" fmla="*/ 1273969 h 1890712"/>
              <a:gd name="connsiteX123" fmla="*/ 1743075 w 2543175"/>
              <a:gd name="connsiteY123" fmla="*/ 1283494 h 1890712"/>
              <a:gd name="connsiteX124" fmla="*/ 1754982 w 2543175"/>
              <a:gd name="connsiteY124" fmla="*/ 1290637 h 1890712"/>
              <a:gd name="connsiteX125" fmla="*/ 1766888 w 2543175"/>
              <a:gd name="connsiteY125" fmla="*/ 1300162 h 1890712"/>
              <a:gd name="connsiteX126" fmla="*/ 1783557 w 2543175"/>
              <a:gd name="connsiteY126" fmla="*/ 1307306 h 1890712"/>
              <a:gd name="connsiteX127" fmla="*/ 1790700 w 2543175"/>
              <a:gd name="connsiteY127" fmla="*/ 1312069 h 1890712"/>
              <a:gd name="connsiteX128" fmla="*/ 1800225 w 2543175"/>
              <a:gd name="connsiteY128" fmla="*/ 1319212 h 1890712"/>
              <a:gd name="connsiteX129" fmla="*/ 1807369 w 2543175"/>
              <a:gd name="connsiteY129" fmla="*/ 1321594 h 1890712"/>
              <a:gd name="connsiteX130" fmla="*/ 1824038 w 2543175"/>
              <a:gd name="connsiteY130" fmla="*/ 1333500 h 1890712"/>
              <a:gd name="connsiteX131" fmla="*/ 1843088 w 2543175"/>
              <a:gd name="connsiteY131" fmla="*/ 1352550 h 1890712"/>
              <a:gd name="connsiteX132" fmla="*/ 1852613 w 2543175"/>
              <a:gd name="connsiteY132" fmla="*/ 1359694 h 1890712"/>
              <a:gd name="connsiteX133" fmla="*/ 1859757 w 2543175"/>
              <a:gd name="connsiteY133" fmla="*/ 1366837 h 1890712"/>
              <a:gd name="connsiteX134" fmla="*/ 1869282 w 2543175"/>
              <a:gd name="connsiteY134" fmla="*/ 1371600 h 1890712"/>
              <a:gd name="connsiteX135" fmla="*/ 1883569 w 2543175"/>
              <a:gd name="connsiteY135" fmla="*/ 1388269 h 1890712"/>
              <a:gd name="connsiteX136" fmla="*/ 1893094 w 2543175"/>
              <a:gd name="connsiteY136" fmla="*/ 1395412 h 1890712"/>
              <a:gd name="connsiteX137" fmla="*/ 1902619 w 2543175"/>
              <a:gd name="connsiteY137" fmla="*/ 1404937 h 1890712"/>
              <a:gd name="connsiteX138" fmla="*/ 1912144 w 2543175"/>
              <a:gd name="connsiteY138" fmla="*/ 1409700 h 1890712"/>
              <a:gd name="connsiteX139" fmla="*/ 1931194 w 2543175"/>
              <a:gd name="connsiteY139" fmla="*/ 1421606 h 1890712"/>
              <a:gd name="connsiteX140" fmla="*/ 1935957 w 2543175"/>
              <a:gd name="connsiteY140" fmla="*/ 1428750 h 1890712"/>
              <a:gd name="connsiteX141" fmla="*/ 1952625 w 2543175"/>
              <a:gd name="connsiteY141" fmla="*/ 1438275 h 1890712"/>
              <a:gd name="connsiteX142" fmla="*/ 1971675 w 2543175"/>
              <a:gd name="connsiteY142" fmla="*/ 1450181 h 1890712"/>
              <a:gd name="connsiteX143" fmla="*/ 1981200 w 2543175"/>
              <a:gd name="connsiteY143" fmla="*/ 1454944 h 1890712"/>
              <a:gd name="connsiteX144" fmla="*/ 1997869 w 2543175"/>
              <a:gd name="connsiteY144" fmla="*/ 1471612 h 1890712"/>
              <a:gd name="connsiteX145" fmla="*/ 2007394 w 2543175"/>
              <a:gd name="connsiteY145" fmla="*/ 1478756 h 1890712"/>
              <a:gd name="connsiteX146" fmla="*/ 2016919 w 2543175"/>
              <a:gd name="connsiteY146" fmla="*/ 1483519 h 1890712"/>
              <a:gd name="connsiteX147" fmla="*/ 2024063 w 2543175"/>
              <a:gd name="connsiteY147" fmla="*/ 1490662 h 1890712"/>
              <a:gd name="connsiteX148" fmla="*/ 2033588 w 2543175"/>
              <a:gd name="connsiteY148" fmla="*/ 1495425 h 1890712"/>
              <a:gd name="connsiteX149" fmla="*/ 2040732 w 2543175"/>
              <a:gd name="connsiteY149" fmla="*/ 1502569 h 1890712"/>
              <a:gd name="connsiteX150" fmla="*/ 2047875 w 2543175"/>
              <a:gd name="connsiteY150" fmla="*/ 1507331 h 1890712"/>
              <a:gd name="connsiteX151" fmla="*/ 2057400 w 2543175"/>
              <a:gd name="connsiteY151" fmla="*/ 1514475 h 1890712"/>
              <a:gd name="connsiteX152" fmla="*/ 2064544 w 2543175"/>
              <a:gd name="connsiteY152" fmla="*/ 1519237 h 1890712"/>
              <a:gd name="connsiteX153" fmla="*/ 2071688 w 2543175"/>
              <a:gd name="connsiteY153" fmla="*/ 1526381 h 1890712"/>
              <a:gd name="connsiteX154" fmla="*/ 2081213 w 2543175"/>
              <a:gd name="connsiteY154" fmla="*/ 1531144 h 1890712"/>
              <a:gd name="connsiteX155" fmla="*/ 2090738 w 2543175"/>
              <a:gd name="connsiteY155" fmla="*/ 1538287 h 1890712"/>
              <a:gd name="connsiteX156" fmla="*/ 2109788 w 2543175"/>
              <a:gd name="connsiteY156" fmla="*/ 1547812 h 1890712"/>
              <a:gd name="connsiteX157" fmla="*/ 2131219 w 2543175"/>
              <a:gd name="connsiteY157" fmla="*/ 1562100 h 1890712"/>
              <a:gd name="connsiteX158" fmla="*/ 2140744 w 2543175"/>
              <a:gd name="connsiteY158" fmla="*/ 1566862 h 1890712"/>
              <a:gd name="connsiteX159" fmla="*/ 2152650 w 2543175"/>
              <a:gd name="connsiteY159" fmla="*/ 1576387 h 1890712"/>
              <a:gd name="connsiteX160" fmla="*/ 2181225 w 2543175"/>
              <a:gd name="connsiteY160" fmla="*/ 1590675 h 1890712"/>
              <a:gd name="connsiteX161" fmla="*/ 2200275 w 2543175"/>
              <a:gd name="connsiteY161" fmla="*/ 1607344 h 1890712"/>
              <a:gd name="connsiteX162" fmla="*/ 2207419 w 2543175"/>
              <a:gd name="connsiteY162" fmla="*/ 1612106 h 1890712"/>
              <a:gd name="connsiteX163" fmla="*/ 2216944 w 2543175"/>
              <a:gd name="connsiteY163" fmla="*/ 1619250 h 1890712"/>
              <a:gd name="connsiteX164" fmla="*/ 2224088 w 2543175"/>
              <a:gd name="connsiteY164" fmla="*/ 1624012 h 1890712"/>
              <a:gd name="connsiteX165" fmla="*/ 2247900 w 2543175"/>
              <a:gd name="connsiteY165" fmla="*/ 1643062 h 1890712"/>
              <a:gd name="connsiteX166" fmla="*/ 2255044 w 2543175"/>
              <a:gd name="connsiteY166" fmla="*/ 1650206 h 1890712"/>
              <a:gd name="connsiteX167" fmla="*/ 2281238 w 2543175"/>
              <a:gd name="connsiteY167" fmla="*/ 1664494 h 1890712"/>
              <a:gd name="connsiteX168" fmla="*/ 2297907 w 2543175"/>
              <a:gd name="connsiteY168" fmla="*/ 1674019 h 1890712"/>
              <a:gd name="connsiteX169" fmla="*/ 2312194 w 2543175"/>
              <a:gd name="connsiteY169" fmla="*/ 1685925 h 1890712"/>
              <a:gd name="connsiteX170" fmla="*/ 2328863 w 2543175"/>
              <a:gd name="connsiteY170" fmla="*/ 1697831 h 1890712"/>
              <a:gd name="connsiteX171" fmla="*/ 2350294 w 2543175"/>
              <a:gd name="connsiteY171" fmla="*/ 1712119 h 1890712"/>
              <a:gd name="connsiteX172" fmla="*/ 2369344 w 2543175"/>
              <a:gd name="connsiteY172" fmla="*/ 1724025 h 1890712"/>
              <a:gd name="connsiteX173" fmla="*/ 2428876 w 2543175"/>
              <a:gd name="connsiteY173" fmla="*/ 1785938 h 1890712"/>
              <a:gd name="connsiteX174" fmla="*/ 2466975 w 2543175"/>
              <a:gd name="connsiteY174" fmla="*/ 1783556 h 1890712"/>
              <a:gd name="connsiteX175" fmla="*/ 2481263 w 2543175"/>
              <a:gd name="connsiteY175" fmla="*/ 1795462 h 1890712"/>
              <a:gd name="connsiteX176" fmla="*/ 2486025 w 2543175"/>
              <a:gd name="connsiteY176" fmla="*/ 1802606 h 1890712"/>
              <a:gd name="connsiteX177" fmla="*/ 2514600 w 2543175"/>
              <a:gd name="connsiteY177" fmla="*/ 1850231 h 1890712"/>
              <a:gd name="connsiteX178" fmla="*/ 2519363 w 2543175"/>
              <a:gd name="connsiteY178" fmla="*/ 1857375 h 1890712"/>
              <a:gd name="connsiteX179" fmla="*/ 2540794 w 2543175"/>
              <a:gd name="connsiteY179" fmla="*/ 1883569 h 1890712"/>
              <a:gd name="connsiteX180" fmla="*/ 2543175 w 2543175"/>
              <a:gd name="connsiteY18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302419 w 2543175"/>
              <a:gd name="connsiteY26" fmla="*/ 204787 h 1890712"/>
              <a:gd name="connsiteX27" fmla="*/ 309563 w 2543175"/>
              <a:gd name="connsiteY27" fmla="*/ 209550 h 1890712"/>
              <a:gd name="connsiteX28" fmla="*/ 333375 w 2543175"/>
              <a:gd name="connsiteY28" fmla="*/ 228600 h 1890712"/>
              <a:gd name="connsiteX29" fmla="*/ 340519 w 2543175"/>
              <a:gd name="connsiteY29" fmla="*/ 233362 h 1890712"/>
              <a:gd name="connsiteX30" fmla="*/ 354807 w 2543175"/>
              <a:gd name="connsiteY30" fmla="*/ 247650 h 1890712"/>
              <a:gd name="connsiteX31" fmla="*/ 366713 w 2543175"/>
              <a:gd name="connsiteY31" fmla="*/ 264319 h 1890712"/>
              <a:gd name="connsiteX32" fmla="*/ 371475 w 2543175"/>
              <a:gd name="connsiteY32" fmla="*/ 271462 h 1890712"/>
              <a:gd name="connsiteX33" fmla="*/ 378619 w 2543175"/>
              <a:gd name="connsiteY33" fmla="*/ 276225 h 1890712"/>
              <a:gd name="connsiteX34" fmla="*/ 385763 w 2543175"/>
              <a:gd name="connsiteY34" fmla="*/ 283369 h 1890712"/>
              <a:gd name="connsiteX35" fmla="*/ 395288 w 2543175"/>
              <a:gd name="connsiteY35" fmla="*/ 288131 h 1890712"/>
              <a:gd name="connsiteX36" fmla="*/ 404813 w 2543175"/>
              <a:gd name="connsiteY36" fmla="*/ 295275 h 1890712"/>
              <a:gd name="connsiteX37" fmla="*/ 411957 w 2543175"/>
              <a:gd name="connsiteY37" fmla="*/ 297656 h 1890712"/>
              <a:gd name="connsiteX38" fmla="*/ 421482 w 2543175"/>
              <a:gd name="connsiteY38" fmla="*/ 302419 h 1890712"/>
              <a:gd name="connsiteX39" fmla="*/ 447675 w 2543175"/>
              <a:gd name="connsiteY39" fmla="*/ 307181 h 1890712"/>
              <a:gd name="connsiteX40" fmla="*/ 461963 w 2543175"/>
              <a:gd name="connsiteY40" fmla="*/ 321469 h 1890712"/>
              <a:gd name="connsiteX41" fmla="*/ 466725 w 2543175"/>
              <a:gd name="connsiteY41" fmla="*/ 328612 h 1890712"/>
              <a:gd name="connsiteX42" fmla="*/ 476250 w 2543175"/>
              <a:gd name="connsiteY42" fmla="*/ 335756 h 1890712"/>
              <a:gd name="connsiteX43" fmla="*/ 481013 w 2543175"/>
              <a:gd name="connsiteY43" fmla="*/ 342900 h 1890712"/>
              <a:gd name="connsiteX44" fmla="*/ 490538 w 2543175"/>
              <a:gd name="connsiteY44" fmla="*/ 352425 h 1890712"/>
              <a:gd name="connsiteX45" fmla="*/ 495300 w 2543175"/>
              <a:gd name="connsiteY45" fmla="*/ 359569 h 1890712"/>
              <a:gd name="connsiteX46" fmla="*/ 509588 w 2543175"/>
              <a:gd name="connsiteY46" fmla="*/ 376237 h 1890712"/>
              <a:gd name="connsiteX47" fmla="*/ 514350 w 2543175"/>
              <a:gd name="connsiteY47" fmla="*/ 383381 h 1890712"/>
              <a:gd name="connsiteX48" fmla="*/ 531019 w 2543175"/>
              <a:gd name="connsiteY48" fmla="*/ 397669 h 1890712"/>
              <a:gd name="connsiteX49" fmla="*/ 538163 w 2543175"/>
              <a:gd name="connsiteY49" fmla="*/ 407194 h 1890712"/>
              <a:gd name="connsiteX50" fmla="*/ 554832 w 2543175"/>
              <a:gd name="connsiteY50" fmla="*/ 421481 h 1890712"/>
              <a:gd name="connsiteX51" fmla="*/ 564357 w 2543175"/>
              <a:gd name="connsiteY51" fmla="*/ 431006 h 1890712"/>
              <a:gd name="connsiteX52" fmla="*/ 573882 w 2543175"/>
              <a:gd name="connsiteY52" fmla="*/ 438150 h 1890712"/>
              <a:gd name="connsiteX53" fmla="*/ 595313 w 2543175"/>
              <a:gd name="connsiteY53" fmla="*/ 454819 h 1890712"/>
              <a:gd name="connsiteX54" fmla="*/ 602457 w 2543175"/>
              <a:gd name="connsiteY54" fmla="*/ 457200 h 1890712"/>
              <a:gd name="connsiteX55" fmla="*/ 628650 w 2543175"/>
              <a:gd name="connsiteY55" fmla="*/ 469106 h 1890712"/>
              <a:gd name="connsiteX56" fmla="*/ 645319 w 2543175"/>
              <a:gd name="connsiteY56" fmla="*/ 483394 h 1890712"/>
              <a:gd name="connsiteX57" fmla="*/ 654844 w 2543175"/>
              <a:gd name="connsiteY57" fmla="*/ 488156 h 1890712"/>
              <a:gd name="connsiteX58" fmla="*/ 661988 w 2543175"/>
              <a:gd name="connsiteY58" fmla="*/ 497681 h 1890712"/>
              <a:gd name="connsiteX59" fmla="*/ 683419 w 2543175"/>
              <a:gd name="connsiteY59" fmla="*/ 514350 h 1890712"/>
              <a:gd name="connsiteX60" fmla="*/ 700088 w 2543175"/>
              <a:gd name="connsiteY60" fmla="*/ 526256 h 1890712"/>
              <a:gd name="connsiteX61" fmla="*/ 709613 w 2543175"/>
              <a:gd name="connsiteY61" fmla="*/ 535781 h 1890712"/>
              <a:gd name="connsiteX62" fmla="*/ 719138 w 2543175"/>
              <a:gd name="connsiteY62" fmla="*/ 542925 h 1890712"/>
              <a:gd name="connsiteX63" fmla="*/ 733425 w 2543175"/>
              <a:gd name="connsiteY63" fmla="*/ 557212 h 1890712"/>
              <a:gd name="connsiteX64" fmla="*/ 750094 w 2543175"/>
              <a:gd name="connsiteY64" fmla="*/ 569119 h 1890712"/>
              <a:gd name="connsiteX65" fmla="*/ 769144 w 2543175"/>
              <a:gd name="connsiteY65" fmla="*/ 581025 h 1890712"/>
              <a:gd name="connsiteX66" fmla="*/ 785813 w 2543175"/>
              <a:gd name="connsiteY66" fmla="*/ 590550 h 1890712"/>
              <a:gd name="connsiteX67" fmla="*/ 792957 w 2543175"/>
              <a:gd name="connsiteY67" fmla="*/ 600075 h 1890712"/>
              <a:gd name="connsiteX68" fmla="*/ 809625 w 2543175"/>
              <a:gd name="connsiteY68" fmla="*/ 611981 h 1890712"/>
              <a:gd name="connsiteX69" fmla="*/ 816769 w 2543175"/>
              <a:gd name="connsiteY69" fmla="*/ 619125 h 1890712"/>
              <a:gd name="connsiteX70" fmla="*/ 826294 w 2543175"/>
              <a:gd name="connsiteY70" fmla="*/ 626269 h 1890712"/>
              <a:gd name="connsiteX71" fmla="*/ 840582 w 2543175"/>
              <a:gd name="connsiteY71" fmla="*/ 638175 h 1890712"/>
              <a:gd name="connsiteX72" fmla="*/ 847725 w 2543175"/>
              <a:gd name="connsiteY72" fmla="*/ 645319 h 1890712"/>
              <a:gd name="connsiteX73" fmla="*/ 857250 w 2543175"/>
              <a:gd name="connsiteY73" fmla="*/ 652462 h 1890712"/>
              <a:gd name="connsiteX74" fmla="*/ 864394 w 2543175"/>
              <a:gd name="connsiteY74" fmla="*/ 657225 h 1890712"/>
              <a:gd name="connsiteX75" fmla="*/ 888207 w 2543175"/>
              <a:gd name="connsiteY75" fmla="*/ 676275 h 1890712"/>
              <a:gd name="connsiteX76" fmla="*/ 895350 w 2543175"/>
              <a:gd name="connsiteY76" fmla="*/ 681037 h 1890712"/>
              <a:gd name="connsiteX77" fmla="*/ 907257 w 2543175"/>
              <a:gd name="connsiteY77" fmla="*/ 683419 h 1890712"/>
              <a:gd name="connsiteX78" fmla="*/ 928688 w 2543175"/>
              <a:gd name="connsiteY78" fmla="*/ 695325 h 1890712"/>
              <a:gd name="connsiteX79" fmla="*/ 942975 w 2543175"/>
              <a:gd name="connsiteY79" fmla="*/ 700087 h 1890712"/>
              <a:gd name="connsiteX80" fmla="*/ 964407 w 2543175"/>
              <a:gd name="connsiteY80" fmla="*/ 716756 h 1890712"/>
              <a:gd name="connsiteX81" fmla="*/ 971550 w 2543175"/>
              <a:gd name="connsiteY81" fmla="*/ 723900 h 1890712"/>
              <a:gd name="connsiteX82" fmla="*/ 983457 w 2543175"/>
              <a:gd name="connsiteY82" fmla="*/ 733425 h 1890712"/>
              <a:gd name="connsiteX83" fmla="*/ 990600 w 2543175"/>
              <a:gd name="connsiteY83" fmla="*/ 738187 h 1890712"/>
              <a:gd name="connsiteX84" fmla="*/ 1007269 w 2543175"/>
              <a:gd name="connsiteY84" fmla="*/ 752475 h 1890712"/>
              <a:gd name="connsiteX85" fmla="*/ 1031082 w 2543175"/>
              <a:gd name="connsiteY85" fmla="*/ 766762 h 1890712"/>
              <a:gd name="connsiteX86" fmla="*/ 1042988 w 2543175"/>
              <a:gd name="connsiteY86" fmla="*/ 773906 h 1890712"/>
              <a:gd name="connsiteX87" fmla="*/ 1071563 w 2543175"/>
              <a:gd name="connsiteY87" fmla="*/ 785812 h 1890712"/>
              <a:gd name="connsiteX88" fmla="*/ 1097757 w 2543175"/>
              <a:gd name="connsiteY88" fmla="*/ 807244 h 1890712"/>
              <a:gd name="connsiteX89" fmla="*/ 1104900 w 2543175"/>
              <a:gd name="connsiteY89" fmla="*/ 814387 h 1890712"/>
              <a:gd name="connsiteX90" fmla="*/ 1121569 w 2543175"/>
              <a:gd name="connsiteY90" fmla="*/ 823912 h 1890712"/>
              <a:gd name="connsiteX91" fmla="*/ 1138238 w 2543175"/>
              <a:gd name="connsiteY91" fmla="*/ 835819 h 1890712"/>
              <a:gd name="connsiteX92" fmla="*/ 1147763 w 2543175"/>
              <a:gd name="connsiteY92" fmla="*/ 842962 h 1890712"/>
              <a:gd name="connsiteX93" fmla="*/ 1157288 w 2543175"/>
              <a:gd name="connsiteY93" fmla="*/ 847725 h 1890712"/>
              <a:gd name="connsiteX94" fmla="*/ 1178719 w 2543175"/>
              <a:gd name="connsiteY94" fmla="*/ 859631 h 1890712"/>
              <a:gd name="connsiteX95" fmla="*/ 1188244 w 2543175"/>
              <a:gd name="connsiteY95" fmla="*/ 866775 h 1890712"/>
              <a:gd name="connsiteX96" fmla="*/ 1195388 w 2543175"/>
              <a:gd name="connsiteY96" fmla="*/ 871537 h 1890712"/>
              <a:gd name="connsiteX97" fmla="*/ 1212057 w 2543175"/>
              <a:gd name="connsiteY97" fmla="*/ 883444 h 1890712"/>
              <a:gd name="connsiteX98" fmla="*/ 1226344 w 2543175"/>
              <a:gd name="connsiteY98" fmla="*/ 895350 h 1890712"/>
              <a:gd name="connsiteX99" fmla="*/ 1245394 w 2543175"/>
              <a:gd name="connsiteY99" fmla="*/ 907256 h 1890712"/>
              <a:gd name="connsiteX100" fmla="*/ 1254919 w 2543175"/>
              <a:gd name="connsiteY100" fmla="*/ 914400 h 1890712"/>
              <a:gd name="connsiteX101" fmla="*/ 1269207 w 2543175"/>
              <a:gd name="connsiteY101" fmla="*/ 921544 h 1890712"/>
              <a:gd name="connsiteX102" fmla="*/ 1290638 w 2543175"/>
              <a:gd name="connsiteY102" fmla="*/ 935831 h 1890712"/>
              <a:gd name="connsiteX103" fmla="*/ 1307307 w 2543175"/>
              <a:gd name="connsiteY103" fmla="*/ 952500 h 1890712"/>
              <a:gd name="connsiteX104" fmla="*/ 1333500 w 2543175"/>
              <a:gd name="connsiteY104" fmla="*/ 971550 h 1890712"/>
              <a:gd name="connsiteX105" fmla="*/ 1359694 w 2543175"/>
              <a:gd name="connsiteY105" fmla="*/ 990600 h 1890712"/>
              <a:gd name="connsiteX106" fmla="*/ 1373982 w 2543175"/>
              <a:gd name="connsiteY106" fmla="*/ 997744 h 1890712"/>
              <a:gd name="connsiteX107" fmla="*/ 1388269 w 2543175"/>
              <a:gd name="connsiteY107" fmla="*/ 1007269 h 1890712"/>
              <a:gd name="connsiteX108" fmla="*/ 1414463 w 2543175"/>
              <a:gd name="connsiteY108" fmla="*/ 1019175 h 1890712"/>
              <a:gd name="connsiteX109" fmla="*/ 1428750 w 2543175"/>
              <a:gd name="connsiteY109" fmla="*/ 1026319 h 1890712"/>
              <a:gd name="connsiteX110" fmla="*/ 1471613 w 2543175"/>
              <a:gd name="connsiteY110" fmla="*/ 1059656 h 1890712"/>
              <a:gd name="connsiteX111" fmla="*/ 1495425 w 2543175"/>
              <a:gd name="connsiteY111" fmla="*/ 1088231 h 1890712"/>
              <a:gd name="connsiteX112" fmla="*/ 1547812 w 2543175"/>
              <a:gd name="connsiteY112" fmla="*/ 1133475 h 1890712"/>
              <a:gd name="connsiteX113" fmla="*/ 1597819 w 2543175"/>
              <a:gd name="connsiteY113" fmla="*/ 1154906 h 1890712"/>
              <a:gd name="connsiteX114" fmla="*/ 1604963 w 2543175"/>
              <a:gd name="connsiteY114" fmla="*/ 1162050 h 1890712"/>
              <a:gd name="connsiteX115" fmla="*/ 1612107 w 2543175"/>
              <a:gd name="connsiteY115" fmla="*/ 1166812 h 1890712"/>
              <a:gd name="connsiteX116" fmla="*/ 1628775 w 2543175"/>
              <a:gd name="connsiteY116" fmla="*/ 1183481 h 1890712"/>
              <a:gd name="connsiteX117" fmla="*/ 1662113 w 2543175"/>
              <a:gd name="connsiteY117" fmla="*/ 1209675 h 1890712"/>
              <a:gd name="connsiteX118" fmla="*/ 1678782 w 2543175"/>
              <a:gd name="connsiteY118" fmla="*/ 1226344 h 1890712"/>
              <a:gd name="connsiteX119" fmla="*/ 1700213 w 2543175"/>
              <a:gd name="connsiteY119" fmla="*/ 1247775 h 1890712"/>
              <a:gd name="connsiteX120" fmla="*/ 1712119 w 2543175"/>
              <a:gd name="connsiteY120" fmla="*/ 1259681 h 1890712"/>
              <a:gd name="connsiteX121" fmla="*/ 1733550 w 2543175"/>
              <a:gd name="connsiteY121" fmla="*/ 1273969 h 1890712"/>
              <a:gd name="connsiteX122" fmla="*/ 1743075 w 2543175"/>
              <a:gd name="connsiteY122" fmla="*/ 1283494 h 1890712"/>
              <a:gd name="connsiteX123" fmla="*/ 1754982 w 2543175"/>
              <a:gd name="connsiteY123" fmla="*/ 1290637 h 1890712"/>
              <a:gd name="connsiteX124" fmla="*/ 1766888 w 2543175"/>
              <a:gd name="connsiteY124" fmla="*/ 1300162 h 1890712"/>
              <a:gd name="connsiteX125" fmla="*/ 1783557 w 2543175"/>
              <a:gd name="connsiteY125" fmla="*/ 1307306 h 1890712"/>
              <a:gd name="connsiteX126" fmla="*/ 1790700 w 2543175"/>
              <a:gd name="connsiteY126" fmla="*/ 1312069 h 1890712"/>
              <a:gd name="connsiteX127" fmla="*/ 1800225 w 2543175"/>
              <a:gd name="connsiteY127" fmla="*/ 1319212 h 1890712"/>
              <a:gd name="connsiteX128" fmla="*/ 1807369 w 2543175"/>
              <a:gd name="connsiteY128" fmla="*/ 1321594 h 1890712"/>
              <a:gd name="connsiteX129" fmla="*/ 1824038 w 2543175"/>
              <a:gd name="connsiteY129" fmla="*/ 1333500 h 1890712"/>
              <a:gd name="connsiteX130" fmla="*/ 1843088 w 2543175"/>
              <a:gd name="connsiteY130" fmla="*/ 1352550 h 1890712"/>
              <a:gd name="connsiteX131" fmla="*/ 1852613 w 2543175"/>
              <a:gd name="connsiteY131" fmla="*/ 1359694 h 1890712"/>
              <a:gd name="connsiteX132" fmla="*/ 1859757 w 2543175"/>
              <a:gd name="connsiteY132" fmla="*/ 1366837 h 1890712"/>
              <a:gd name="connsiteX133" fmla="*/ 1869282 w 2543175"/>
              <a:gd name="connsiteY133" fmla="*/ 1371600 h 1890712"/>
              <a:gd name="connsiteX134" fmla="*/ 1883569 w 2543175"/>
              <a:gd name="connsiteY134" fmla="*/ 1388269 h 1890712"/>
              <a:gd name="connsiteX135" fmla="*/ 1893094 w 2543175"/>
              <a:gd name="connsiteY135" fmla="*/ 1395412 h 1890712"/>
              <a:gd name="connsiteX136" fmla="*/ 1902619 w 2543175"/>
              <a:gd name="connsiteY136" fmla="*/ 1404937 h 1890712"/>
              <a:gd name="connsiteX137" fmla="*/ 1912144 w 2543175"/>
              <a:gd name="connsiteY137" fmla="*/ 1409700 h 1890712"/>
              <a:gd name="connsiteX138" fmla="*/ 1931194 w 2543175"/>
              <a:gd name="connsiteY138" fmla="*/ 1421606 h 1890712"/>
              <a:gd name="connsiteX139" fmla="*/ 1935957 w 2543175"/>
              <a:gd name="connsiteY139" fmla="*/ 1428750 h 1890712"/>
              <a:gd name="connsiteX140" fmla="*/ 1952625 w 2543175"/>
              <a:gd name="connsiteY140" fmla="*/ 1438275 h 1890712"/>
              <a:gd name="connsiteX141" fmla="*/ 1971675 w 2543175"/>
              <a:gd name="connsiteY141" fmla="*/ 1450181 h 1890712"/>
              <a:gd name="connsiteX142" fmla="*/ 1981200 w 2543175"/>
              <a:gd name="connsiteY142" fmla="*/ 1454944 h 1890712"/>
              <a:gd name="connsiteX143" fmla="*/ 1997869 w 2543175"/>
              <a:gd name="connsiteY143" fmla="*/ 1471612 h 1890712"/>
              <a:gd name="connsiteX144" fmla="*/ 2007394 w 2543175"/>
              <a:gd name="connsiteY144" fmla="*/ 1478756 h 1890712"/>
              <a:gd name="connsiteX145" fmla="*/ 2016919 w 2543175"/>
              <a:gd name="connsiteY145" fmla="*/ 1483519 h 1890712"/>
              <a:gd name="connsiteX146" fmla="*/ 2024063 w 2543175"/>
              <a:gd name="connsiteY146" fmla="*/ 1490662 h 1890712"/>
              <a:gd name="connsiteX147" fmla="*/ 2033588 w 2543175"/>
              <a:gd name="connsiteY147" fmla="*/ 1495425 h 1890712"/>
              <a:gd name="connsiteX148" fmla="*/ 2040732 w 2543175"/>
              <a:gd name="connsiteY148" fmla="*/ 1502569 h 1890712"/>
              <a:gd name="connsiteX149" fmla="*/ 2047875 w 2543175"/>
              <a:gd name="connsiteY149" fmla="*/ 1507331 h 1890712"/>
              <a:gd name="connsiteX150" fmla="*/ 2057400 w 2543175"/>
              <a:gd name="connsiteY150" fmla="*/ 1514475 h 1890712"/>
              <a:gd name="connsiteX151" fmla="*/ 2064544 w 2543175"/>
              <a:gd name="connsiteY151" fmla="*/ 1519237 h 1890712"/>
              <a:gd name="connsiteX152" fmla="*/ 2071688 w 2543175"/>
              <a:gd name="connsiteY152" fmla="*/ 1526381 h 1890712"/>
              <a:gd name="connsiteX153" fmla="*/ 2081213 w 2543175"/>
              <a:gd name="connsiteY153" fmla="*/ 1531144 h 1890712"/>
              <a:gd name="connsiteX154" fmla="*/ 2090738 w 2543175"/>
              <a:gd name="connsiteY154" fmla="*/ 1538287 h 1890712"/>
              <a:gd name="connsiteX155" fmla="*/ 2109788 w 2543175"/>
              <a:gd name="connsiteY155" fmla="*/ 1547812 h 1890712"/>
              <a:gd name="connsiteX156" fmla="*/ 2131219 w 2543175"/>
              <a:gd name="connsiteY156" fmla="*/ 1562100 h 1890712"/>
              <a:gd name="connsiteX157" fmla="*/ 2140744 w 2543175"/>
              <a:gd name="connsiteY157" fmla="*/ 1566862 h 1890712"/>
              <a:gd name="connsiteX158" fmla="*/ 2152650 w 2543175"/>
              <a:gd name="connsiteY158" fmla="*/ 1576387 h 1890712"/>
              <a:gd name="connsiteX159" fmla="*/ 2181225 w 2543175"/>
              <a:gd name="connsiteY159" fmla="*/ 1590675 h 1890712"/>
              <a:gd name="connsiteX160" fmla="*/ 2200275 w 2543175"/>
              <a:gd name="connsiteY160" fmla="*/ 1607344 h 1890712"/>
              <a:gd name="connsiteX161" fmla="*/ 2207419 w 2543175"/>
              <a:gd name="connsiteY161" fmla="*/ 1612106 h 1890712"/>
              <a:gd name="connsiteX162" fmla="*/ 2216944 w 2543175"/>
              <a:gd name="connsiteY162" fmla="*/ 1619250 h 1890712"/>
              <a:gd name="connsiteX163" fmla="*/ 2224088 w 2543175"/>
              <a:gd name="connsiteY163" fmla="*/ 1624012 h 1890712"/>
              <a:gd name="connsiteX164" fmla="*/ 2247900 w 2543175"/>
              <a:gd name="connsiteY164" fmla="*/ 1643062 h 1890712"/>
              <a:gd name="connsiteX165" fmla="*/ 2255044 w 2543175"/>
              <a:gd name="connsiteY165" fmla="*/ 1650206 h 1890712"/>
              <a:gd name="connsiteX166" fmla="*/ 2281238 w 2543175"/>
              <a:gd name="connsiteY166" fmla="*/ 1664494 h 1890712"/>
              <a:gd name="connsiteX167" fmla="*/ 2297907 w 2543175"/>
              <a:gd name="connsiteY167" fmla="*/ 1674019 h 1890712"/>
              <a:gd name="connsiteX168" fmla="*/ 2312194 w 2543175"/>
              <a:gd name="connsiteY168" fmla="*/ 1685925 h 1890712"/>
              <a:gd name="connsiteX169" fmla="*/ 2328863 w 2543175"/>
              <a:gd name="connsiteY169" fmla="*/ 1697831 h 1890712"/>
              <a:gd name="connsiteX170" fmla="*/ 2350294 w 2543175"/>
              <a:gd name="connsiteY170" fmla="*/ 1712119 h 1890712"/>
              <a:gd name="connsiteX171" fmla="*/ 2369344 w 2543175"/>
              <a:gd name="connsiteY171" fmla="*/ 1724025 h 1890712"/>
              <a:gd name="connsiteX172" fmla="*/ 2428876 w 2543175"/>
              <a:gd name="connsiteY172" fmla="*/ 1785938 h 1890712"/>
              <a:gd name="connsiteX173" fmla="*/ 2466975 w 2543175"/>
              <a:gd name="connsiteY173" fmla="*/ 1783556 h 1890712"/>
              <a:gd name="connsiteX174" fmla="*/ 2481263 w 2543175"/>
              <a:gd name="connsiteY174" fmla="*/ 1795462 h 1890712"/>
              <a:gd name="connsiteX175" fmla="*/ 2486025 w 2543175"/>
              <a:gd name="connsiteY175" fmla="*/ 1802606 h 1890712"/>
              <a:gd name="connsiteX176" fmla="*/ 2514600 w 2543175"/>
              <a:gd name="connsiteY176" fmla="*/ 1850231 h 1890712"/>
              <a:gd name="connsiteX177" fmla="*/ 2519363 w 2543175"/>
              <a:gd name="connsiteY177" fmla="*/ 1857375 h 1890712"/>
              <a:gd name="connsiteX178" fmla="*/ 2540794 w 2543175"/>
              <a:gd name="connsiteY178" fmla="*/ 1883569 h 1890712"/>
              <a:gd name="connsiteX179" fmla="*/ 2543175 w 2543175"/>
              <a:gd name="connsiteY17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302419 w 2543175"/>
              <a:gd name="connsiteY25" fmla="*/ 204787 h 1890712"/>
              <a:gd name="connsiteX26" fmla="*/ 309563 w 2543175"/>
              <a:gd name="connsiteY26" fmla="*/ 209550 h 1890712"/>
              <a:gd name="connsiteX27" fmla="*/ 333375 w 2543175"/>
              <a:gd name="connsiteY27" fmla="*/ 228600 h 1890712"/>
              <a:gd name="connsiteX28" fmla="*/ 340519 w 2543175"/>
              <a:gd name="connsiteY28" fmla="*/ 233362 h 1890712"/>
              <a:gd name="connsiteX29" fmla="*/ 354807 w 2543175"/>
              <a:gd name="connsiteY29" fmla="*/ 247650 h 1890712"/>
              <a:gd name="connsiteX30" fmla="*/ 366713 w 2543175"/>
              <a:gd name="connsiteY30" fmla="*/ 264319 h 1890712"/>
              <a:gd name="connsiteX31" fmla="*/ 371475 w 2543175"/>
              <a:gd name="connsiteY31" fmla="*/ 271462 h 1890712"/>
              <a:gd name="connsiteX32" fmla="*/ 378619 w 2543175"/>
              <a:gd name="connsiteY32" fmla="*/ 276225 h 1890712"/>
              <a:gd name="connsiteX33" fmla="*/ 385763 w 2543175"/>
              <a:gd name="connsiteY33" fmla="*/ 283369 h 1890712"/>
              <a:gd name="connsiteX34" fmla="*/ 395288 w 2543175"/>
              <a:gd name="connsiteY34" fmla="*/ 288131 h 1890712"/>
              <a:gd name="connsiteX35" fmla="*/ 404813 w 2543175"/>
              <a:gd name="connsiteY35" fmla="*/ 295275 h 1890712"/>
              <a:gd name="connsiteX36" fmla="*/ 411957 w 2543175"/>
              <a:gd name="connsiteY36" fmla="*/ 297656 h 1890712"/>
              <a:gd name="connsiteX37" fmla="*/ 421482 w 2543175"/>
              <a:gd name="connsiteY37" fmla="*/ 302419 h 1890712"/>
              <a:gd name="connsiteX38" fmla="*/ 447675 w 2543175"/>
              <a:gd name="connsiteY38" fmla="*/ 307181 h 1890712"/>
              <a:gd name="connsiteX39" fmla="*/ 461963 w 2543175"/>
              <a:gd name="connsiteY39" fmla="*/ 321469 h 1890712"/>
              <a:gd name="connsiteX40" fmla="*/ 466725 w 2543175"/>
              <a:gd name="connsiteY40" fmla="*/ 328612 h 1890712"/>
              <a:gd name="connsiteX41" fmla="*/ 476250 w 2543175"/>
              <a:gd name="connsiteY41" fmla="*/ 335756 h 1890712"/>
              <a:gd name="connsiteX42" fmla="*/ 481013 w 2543175"/>
              <a:gd name="connsiteY42" fmla="*/ 342900 h 1890712"/>
              <a:gd name="connsiteX43" fmla="*/ 490538 w 2543175"/>
              <a:gd name="connsiteY43" fmla="*/ 352425 h 1890712"/>
              <a:gd name="connsiteX44" fmla="*/ 495300 w 2543175"/>
              <a:gd name="connsiteY44" fmla="*/ 359569 h 1890712"/>
              <a:gd name="connsiteX45" fmla="*/ 509588 w 2543175"/>
              <a:gd name="connsiteY45" fmla="*/ 376237 h 1890712"/>
              <a:gd name="connsiteX46" fmla="*/ 514350 w 2543175"/>
              <a:gd name="connsiteY46" fmla="*/ 383381 h 1890712"/>
              <a:gd name="connsiteX47" fmla="*/ 531019 w 2543175"/>
              <a:gd name="connsiteY47" fmla="*/ 397669 h 1890712"/>
              <a:gd name="connsiteX48" fmla="*/ 538163 w 2543175"/>
              <a:gd name="connsiteY48" fmla="*/ 407194 h 1890712"/>
              <a:gd name="connsiteX49" fmla="*/ 554832 w 2543175"/>
              <a:gd name="connsiteY49" fmla="*/ 421481 h 1890712"/>
              <a:gd name="connsiteX50" fmla="*/ 564357 w 2543175"/>
              <a:gd name="connsiteY50" fmla="*/ 431006 h 1890712"/>
              <a:gd name="connsiteX51" fmla="*/ 573882 w 2543175"/>
              <a:gd name="connsiteY51" fmla="*/ 438150 h 1890712"/>
              <a:gd name="connsiteX52" fmla="*/ 595313 w 2543175"/>
              <a:gd name="connsiteY52" fmla="*/ 454819 h 1890712"/>
              <a:gd name="connsiteX53" fmla="*/ 602457 w 2543175"/>
              <a:gd name="connsiteY53" fmla="*/ 457200 h 1890712"/>
              <a:gd name="connsiteX54" fmla="*/ 628650 w 2543175"/>
              <a:gd name="connsiteY54" fmla="*/ 469106 h 1890712"/>
              <a:gd name="connsiteX55" fmla="*/ 645319 w 2543175"/>
              <a:gd name="connsiteY55" fmla="*/ 483394 h 1890712"/>
              <a:gd name="connsiteX56" fmla="*/ 654844 w 2543175"/>
              <a:gd name="connsiteY56" fmla="*/ 488156 h 1890712"/>
              <a:gd name="connsiteX57" fmla="*/ 661988 w 2543175"/>
              <a:gd name="connsiteY57" fmla="*/ 497681 h 1890712"/>
              <a:gd name="connsiteX58" fmla="*/ 683419 w 2543175"/>
              <a:gd name="connsiteY58" fmla="*/ 514350 h 1890712"/>
              <a:gd name="connsiteX59" fmla="*/ 700088 w 2543175"/>
              <a:gd name="connsiteY59" fmla="*/ 526256 h 1890712"/>
              <a:gd name="connsiteX60" fmla="*/ 709613 w 2543175"/>
              <a:gd name="connsiteY60" fmla="*/ 535781 h 1890712"/>
              <a:gd name="connsiteX61" fmla="*/ 719138 w 2543175"/>
              <a:gd name="connsiteY61" fmla="*/ 542925 h 1890712"/>
              <a:gd name="connsiteX62" fmla="*/ 733425 w 2543175"/>
              <a:gd name="connsiteY62" fmla="*/ 557212 h 1890712"/>
              <a:gd name="connsiteX63" fmla="*/ 750094 w 2543175"/>
              <a:gd name="connsiteY63" fmla="*/ 569119 h 1890712"/>
              <a:gd name="connsiteX64" fmla="*/ 769144 w 2543175"/>
              <a:gd name="connsiteY64" fmla="*/ 581025 h 1890712"/>
              <a:gd name="connsiteX65" fmla="*/ 785813 w 2543175"/>
              <a:gd name="connsiteY65" fmla="*/ 590550 h 1890712"/>
              <a:gd name="connsiteX66" fmla="*/ 792957 w 2543175"/>
              <a:gd name="connsiteY66" fmla="*/ 600075 h 1890712"/>
              <a:gd name="connsiteX67" fmla="*/ 809625 w 2543175"/>
              <a:gd name="connsiteY67" fmla="*/ 611981 h 1890712"/>
              <a:gd name="connsiteX68" fmla="*/ 816769 w 2543175"/>
              <a:gd name="connsiteY68" fmla="*/ 619125 h 1890712"/>
              <a:gd name="connsiteX69" fmla="*/ 826294 w 2543175"/>
              <a:gd name="connsiteY69" fmla="*/ 626269 h 1890712"/>
              <a:gd name="connsiteX70" fmla="*/ 840582 w 2543175"/>
              <a:gd name="connsiteY70" fmla="*/ 638175 h 1890712"/>
              <a:gd name="connsiteX71" fmla="*/ 847725 w 2543175"/>
              <a:gd name="connsiteY71" fmla="*/ 645319 h 1890712"/>
              <a:gd name="connsiteX72" fmla="*/ 857250 w 2543175"/>
              <a:gd name="connsiteY72" fmla="*/ 652462 h 1890712"/>
              <a:gd name="connsiteX73" fmla="*/ 864394 w 2543175"/>
              <a:gd name="connsiteY73" fmla="*/ 657225 h 1890712"/>
              <a:gd name="connsiteX74" fmla="*/ 888207 w 2543175"/>
              <a:gd name="connsiteY74" fmla="*/ 676275 h 1890712"/>
              <a:gd name="connsiteX75" fmla="*/ 895350 w 2543175"/>
              <a:gd name="connsiteY75" fmla="*/ 681037 h 1890712"/>
              <a:gd name="connsiteX76" fmla="*/ 907257 w 2543175"/>
              <a:gd name="connsiteY76" fmla="*/ 683419 h 1890712"/>
              <a:gd name="connsiteX77" fmla="*/ 928688 w 2543175"/>
              <a:gd name="connsiteY77" fmla="*/ 695325 h 1890712"/>
              <a:gd name="connsiteX78" fmla="*/ 942975 w 2543175"/>
              <a:gd name="connsiteY78" fmla="*/ 700087 h 1890712"/>
              <a:gd name="connsiteX79" fmla="*/ 964407 w 2543175"/>
              <a:gd name="connsiteY79" fmla="*/ 716756 h 1890712"/>
              <a:gd name="connsiteX80" fmla="*/ 971550 w 2543175"/>
              <a:gd name="connsiteY80" fmla="*/ 723900 h 1890712"/>
              <a:gd name="connsiteX81" fmla="*/ 983457 w 2543175"/>
              <a:gd name="connsiteY81" fmla="*/ 733425 h 1890712"/>
              <a:gd name="connsiteX82" fmla="*/ 990600 w 2543175"/>
              <a:gd name="connsiteY82" fmla="*/ 738187 h 1890712"/>
              <a:gd name="connsiteX83" fmla="*/ 1007269 w 2543175"/>
              <a:gd name="connsiteY83" fmla="*/ 752475 h 1890712"/>
              <a:gd name="connsiteX84" fmla="*/ 1031082 w 2543175"/>
              <a:gd name="connsiteY84" fmla="*/ 766762 h 1890712"/>
              <a:gd name="connsiteX85" fmla="*/ 1042988 w 2543175"/>
              <a:gd name="connsiteY85" fmla="*/ 773906 h 1890712"/>
              <a:gd name="connsiteX86" fmla="*/ 1071563 w 2543175"/>
              <a:gd name="connsiteY86" fmla="*/ 785812 h 1890712"/>
              <a:gd name="connsiteX87" fmla="*/ 1097757 w 2543175"/>
              <a:gd name="connsiteY87" fmla="*/ 807244 h 1890712"/>
              <a:gd name="connsiteX88" fmla="*/ 1104900 w 2543175"/>
              <a:gd name="connsiteY88" fmla="*/ 814387 h 1890712"/>
              <a:gd name="connsiteX89" fmla="*/ 1121569 w 2543175"/>
              <a:gd name="connsiteY89" fmla="*/ 823912 h 1890712"/>
              <a:gd name="connsiteX90" fmla="*/ 1138238 w 2543175"/>
              <a:gd name="connsiteY90" fmla="*/ 835819 h 1890712"/>
              <a:gd name="connsiteX91" fmla="*/ 1147763 w 2543175"/>
              <a:gd name="connsiteY91" fmla="*/ 842962 h 1890712"/>
              <a:gd name="connsiteX92" fmla="*/ 1157288 w 2543175"/>
              <a:gd name="connsiteY92" fmla="*/ 847725 h 1890712"/>
              <a:gd name="connsiteX93" fmla="*/ 1178719 w 2543175"/>
              <a:gd name="connsiteY93" fmla="*/ 859631 h 1890712"/>
              <a:gd name="connsiteX94" fmla="*/ 1188244 w 2543175"/>
              <a:gd name="connsiteY94" fmla="*/ 866775 h 1890712"/>
              <a:gd name="connsiteX95" fmla="*/ 1195388 w 2543175"/>
              <a:gd name="connsiteY95" fmla="*/ 871537 h 1890712"/>
              <a:gd name="connsiteX96" fmla="*/ 1212057 w 2543175"/>
              <a:gd name="connsiteY96" fmla="*/ 883444 h 1890712"/>
              <a:gd name="connsiteX97" fmla="*/ 1226344 w 2543175"/>
              <a:gd name="connsiteY97" fmla="*/ 895350 h 1890712"/>
              <a:gd name="connsiteX98" fmla="*/ 1245394 w 2543175"/>
              <a:gd name="connsiteY98" fmla="*/ 907256 h 1890712"/>
              <a:gd name="connsiteX99" fmla="*/ 1254919 w 2543175"/>
              <a:gd name="connsiteY99" fmla="*/ 914400 h 1890712"/>
              <a:gd name="connsiteX100" fmla="*/ 1269207 w 2543175"/>
              <a:gd name="connsiteY100" fmla="*/ 921544 h 1890712"/>
              <a:gd name="connsiteX101" fmla="*/ 1290638 w 2543175"/>
              <a:gd name="connsiteY101" fmla="*/ 935831 h 1890712"/>
              <a:gd name="connsiteX102" fmla="*/ 1307307 w 2543175"/>
              <a:gd name="connsiteY102" fmla="*/ 952500 h 1890712"/>
              <a:gd name="connsiteX103" fmla="*/ 1333500 w 2543175"/>
              <a:gd name="connsiteY103" fmla="*/ 971550 h 1890712"/>
              <a:gd name="connsiteX104" fmla="*/ 1359694 w 2543175"/>
              <a:gd name="connsiteY104" fmla="*/ 990600 h 1890712"/>
              <a:gd name="connsiteX105" fmla="*/ 1373982 w 2543175"/>
              <a:gd name="connsiteY105" fmla="*/ 997744 h 1890712"/>
              <a:gd name="connsiteX106" fmla="*/ 1388269 w 2543175"/>
              <a:gd name="connsiteY106" fmla="*/ 1007269 h 1890712"/>
              <a:gd name="connsiteX107" fmla="*/ 1414463 w 2543175"/>
              <a:gd name="connsiteY107" fmla="*/ 1019175 h 1890712"/>
              <a:gd name="connsiteX108" fmla="*/ 1428750 w 2543175"/>
              <a:gd name="connsiteY108" fmla="*/ 1026319 h 1890712"/>
              <a:gd name="connsiteX109" fmla="*/ 1471613 w 2543175"/>
              <a:gd name="connsiteY109" fmla="*/ 1059656 h 1890712"/>
              <a:gd name="connsiteX110" fmla="*/ 1495425 w 2543175"/>
              <a:gd name="connsiteY110" fmla="*/ 1088231 h 1890712"/>
              <a:gd name="connsiteX111" fmla="*/ 1547812 w 2543175"/>
              <a:gd name="connsiteY111" fmla="*/ 1133475 h 1890712"/>
              <a:gd name="connsiteX112" fmla="*/ 1597819 w 2543175"/>
              <a:gd name="connsiteY112" fmla="*/ 1154906 h 1890712"/>
              <a:gd name="connsiteX113" fmla="*/ 1604963 w 2543175"/>
              <a:gd name="connsiteY113" fmla="*/ 1162050 h 1890712"/>
              <a:gd name="connsiteX114" fmla="*/ 1612107 w 2543175"/>
              <a:gd name="connsiteY114" fmla="*/ 1166812 h 1890712"/>
              <a:gd name="connsiteX115" fmla="*/ 1628775 w 2543175"/>
              <a:gd name="connsiteY115" fmla="*/ 1183481 h 1890712"/>
              <a:gd name="connsiteX116" fmla="*/ 1662113 w 2543175"/>
              <a:gd name="connsiteY116" fmla="*/ 1209675 h 1890712"/>
              <a:gd name="connsiteX117" fmla="*/ 1678782 w 2543175"/>
              <a:gd name="connsiteY117" fmla="*/ 1226344 h 1890712"/>
              <a:gd name="connsiteX118" fmla="*/ 1700213 w 2543175"/>
              <a:gd name="connsiteY118" fmla="*/ 1247775 h 1890712"/>
              <a:gd name="connsiteX119" fmla="*/ 1712119 w 2543175"/>
              <a:gd name="connsiteY119" fmla="*/ 1259681 h 1890712"/>
              <a:gd name="connsiteX120" fmla="*/ 1733550 w 2543175"/>
              <a:gd name="connsiteY120" fmla="*/ 1273969 h 1890712"/>
              <a:gd name="connsiteX121" fmla="*/ 1743075 w 2543175"/>
              <a:gd name="connsiteY121" fmla="*/ 1283494 h 1890712"/>
              <a:gd name="connsiteX122" fmla="*/ 1754982 w 2543175"/>
              <a:gd name="connsiteY122" fmla="*/ 1290637 h 1890712"/>
              <a:gd name="connsiteX123" fmla="*/ 1766888 w 2543175"/>
              <a:gd name="connsiteY123" fmla="*/ 1300162 h 1890712"/>
              <a:gd name="connsiteX124" fmla="*/ 1783557 w 2543175"/>
              <a:gd name="connsiteY124" fmla="*/ 1307306 h 1890712"/>
              <a:gd name="connsiteX125" fmla="*/ 1790700 w 2543175"/>
              <a:gd name="connsiteY125" fmla="*/ 1312069 h 1890712"/>
              <a:gd name="connsiteX126" fmla="*/ 1800225 w 2543175"/>
              <a:gd name="connsiteY126" fmla="*/ 1319212 h 1890712"/>
              <a:gd name="connsiteX127" fmla="*/ 1807369 w 2543175"/>
              <a:gd name="connsiteY127" fmla="*/ 1321594 h 1890712"/>
              <a:gd name="connsiteX128" fmla="*/ 1824038 w 2543175"/>
              <a:gd name="connsiteY128" fmla="*/ 1333500 h 1890712"/>
              <a:gd name="connsiteX129" fmla="*/ 1843088 w 2543175"/>
              <a:gd name="connsiteY129" fmla="*/ 1352550 h 1890712"/>
              <a:gd name="connsiteX130" fmla="*/ 1852613 w 2543175"/>
              <a:gd name="connsiteY130" fmla="*/ 1359694 h 1890712"/>
              <a:gd name="connsiteX131" fmla="*/ 1859757 w 2543175"/>
              <a:gd name="connsiteY131" fmla="*/ 1366837 h 1890712"/>
              <a:gd name="connsiteX132" fmla="*/ 1869282 w 2543175"/>
              <a:gd name="connsiteY132" fmla="*/ 1371600 h 1890712"/>
              <a:gd name="connsiteX133" fmla="*/ 1883569 w 2543175"/>
              <a:gd name="connsiteY133" fmla="*/ 1388269 h 1890712"/>
              <a:gd name="connsiteX134" fmla="*/ 1893094 w 2543175"/>
              <a:gd name="connsiteY134" fmla="*/ 1395412 h 1890712"/>
              <a:gd name="connsiteX135" fmla="*/ 1902619 w 2543175"/>
              <a:gd name="connsiteY135" fmla="*/ 1404937 h 1890712"/>
              <a:gd name="connsiteX136" fmla="*/ 1912144 w 2543175"/>
              <a:gd name="connsiteY136" fmla="*/ 1409700 h 1890712"/>
              <a:gd name="connsiteX137" fmla="*/ 1931194 w 2543175"/>
              <a:gd name="connsiteY137" fmla="*/ 1421606 h 1890712"/>
              <a:gd name="connsiteX138" fmla="*/ 1935957 w 2543175"/>
              <a:gd name="connsiteY138" fmla="*/ 1428750 h 1890712"/>
              <a:gd name="connsiteX139" fmla="*/ 1952625 w 2543175"/>
              <a:gd name="connsiteY139" fmla="*/ 1438275 h 1890712"/>
              <a:gd name="connsiteX140" fmla="*/ 1971675 w 2543175"/>
              <a:gd name="connsiteY140" fmla="*/ 1450181 h 1890712"/>
              <a:gd name="connsiteX141" fmla="*/ 1981200 w 2543175"/>
              <a:gd name="connsiteY141" fmla="*/ 1454944 h 1890712"/>
              <a:gd name="connsiteX142" fmla="*/ 1997869 w 2543175"/>
              <a:gd name="connsiteY142" fmla="*/ 1471612 h 1890712"/>
              <a:gd name="connsiteX143" fmla="*/ 2007394 w 2543175"/>
              <a:gd name="connsiteY143" fmla="*/ 1478756 h 1890712"/>
              <a:gd name="connsiteX144" fmla="*/ 2016919 w 2543175"/>
              <a:gd name="connsiteY144" fmla="*/ 1483519 h 1890712"/>
              <a:gd name="connsiteX145" fmla="*/ 2024063 w 2543175"/>
              <a:gd name="connsiteY145" fmla="*/ 1490662 h 1890712"/>
              <a:gd name="connsiteX146" fmla="*/ 2033588 w 2543175"/>
              <a:gd name="connsiteY146" fmla="*/ 1495425 h 1890712"/>
              <a:gd name="connsiteX147" fmla="*/ 2040732 w 2543175"/>
              <a:gd name="connsiteY147" fmla="*/ 1502569 h 1890712"/>
              <a:gd name="connsiteX148" fmla="*/ 2047875 w 2543175"/>
              <a:gd name="connsiteY148" fmla="*/ 1507331 h 1890712"/>
              <a:gd name="connsiteX149" fmla="*/ 2057400 w 2543175"/>
              <a:gd name="connsiteY149" fmla="*/ 1514475 h 1890712"/>
              <a:gd name="connsiteX150" fmla="*/ 2064544 w 2543175"/>
              <a:gd name="connsiteY150" fmla="*/ 1519237 h 1890712"/>
              <a:gd name="connsiteX151" fmla="*/ 2071688 w 2543175"/>
              <a:gd name="connsiteY151" fmla="*/ 1526381 h 1890712"/>
              <a:gd name="connsiteX152" fmla="*/ 2081213 w 2543175"/>
              <a:gd name="connsiteY152" fmla="*/ 1531144 h 1890712"/>
              <a:gd name="connsiteX153" fmla="*/ 2090738 w 2543175"/>
              <a:gd name="connsiteY153" fmla="*/ 1538287 h 1890712"/>
              <a:gd name="connsiteX154" fmla="*/ 2109788 w 2543175"/>
              <a:gd name="connsiteY154" fmla="*/ 1547812 h 1890712"/>
              <a:gd name="connsiteX155" fmla="*/ 2131219 w 2543175"/>
              <a:gd name="connsiteY155" fmla="*/ 1562100 h 1890712"/>
              <a:gd name="connsiteX156" fmla="*/ 2140744 w 2543175"/>
              <a:gd name="connsiteY156" fmla="*/ 1566862 h 1890712"/>
              <a:gd name="connsiteX157" fmla="*/ 2152650 w 2543175"/>
              <a:gd name="connsiteY157" fmla="*/ 1576387 h 1890712"/>
              <a:gd name="connsiteX158" fmla="*/ 2181225 w 2543175"/>
              <a:gd name="connsiteY158" fmla="*/ 1590675 h 1890712"/>
              <a:gd name="connsiteX159" fmla="*/ 2200275 w 2543175"/>
              <a:gd name="connsiteY159" fmla="*/ 1607344 h 1890712"/>
              <a:gd name="connsiteX160" fmla="*/ 2207419 w 2543175"/>
              <a:gd name="connsiteY160" fmla="*/ 1612106 h 1890712"/>
              <a:gd name="connsiteX161" fmla="*/ 2216944 w 2543175"/>
              <a:gd name="connsiteY161" fmla="*/ 1619250 h 1890712"/>
              <a:gd name="connsiteX162" fmla="*/ 2224088 w 2543175"/>
              <a:gd name="connsiteY162" fmla="*/ 1624012 h 1890712"/>
              <a:gd name="connsiteX163" fmla="*/ 2247900 w 2543175"/>
              <a:gd name="connsiteY163" fmla="*/ 1643062 h 1890712"/>
              <a:gd name="connsiteX164" fmla="*/ 2255044 w 2543175"/>
              <a:gd name="connsiteY164" fmla="*/ 1650206 h 1890712"/>
              <a:gd name="connsiteX165" fmla="*/ 2281238 w 2543175"/>
              <a:gd name="connsiteY165" fmla="*/ 1664494 h 1890712"/>
              <a:gd name="connsiteX166" fmla="*/ 2297907 w 2543175"/>
              <a:gd name="connsiteY166" fmla="*/ 1674019 h 1890712"/>
              <a:gd name="connsiteX167" fmla="*/ 2312194 w 2543175"/>
              <a:gd name="connsiteY167" fmla="*/ 1685925 h 1890712"/>
              <a:gd name="connsiteX168" fmla="*/ 2328863 w 2543175"/>
              <a:gd name="connsiteY168" fmla="*/ 1697831 h 1890712"/>
              <a:gd name="connsiteX169" fmla="*/ 2350294 w 2543175"/>
              <a:gd name="connsiteY169" fmla="*/ 1712119 h 1890712"/>
              <a:gd name="connsiteX170" fmla="*/ 2369344 w 2543175"/>
              <a:gd name="connsiteY170" fmla="*/ 1724025 h 1890712"/>
              <a:gd name="connsiteX171" fmla="*/ 2428876 w 2543175"/>
              <a:gd name="connsiteY171" fmla="*/ 1785938 h 1890712"/>
              <a:gd name="connsiteX172" fmla="*/ 2466975 w 2543175"/>
              <a:gd name="connsiteY172" fmla="*/ 1783556 h 1890712"/>
              <a:gd name="connsiteX173" fmla="*/ 2481263 w 2543175"/>
              <a:gd name="connsiteY173" fmla="*/ 1795462 h 1890712"/>
              <a:gd name="connsiteX174" fmla="*/ 2486025 w 2543175"/>
              <a:gd name="connsiteY174" fmla="*/ 1802606 h 1890712"/>
              <a:gd name="connsiteX175" fmla="*/ 2514600 w 2543175"/>
              <a:gd name="connsiteY175" fmla="*/ 1850231 h 1890712"/>
              <a:gd name="connsiteX176" fmla="*/ 2519363 w 2543175"/>
              <a:gd name="connsiteY176" fmla="*/ 1857375 h 1890712"/>
              <a:gd name="connsiteX177" fmla="*/ 2540794 w 2543175"/>
              <a:gd name="connsiteY177" fmla="*/ 1883569 h 1890712"/>
              <a:gd name="connsiteX178" fmla="*/ 2543175 w 2543175"/>
              <a:gd name="connsiteY178"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09563 w 2543175"/>
              <a:gd name="connsiteY25" fmla="*/ 209550 h 1890712"/>
              <a:gd name="connsiteX26" fmla="*/ 333375 w 2543175"/>
              <a:gd name="connsiteY26" fmla="*/ 228600 h 1890712"/>
              <a:gd name="connsiteX27" fmla="*/ 340519 w 2543175"/>
              <a:gd name="connsiteY27" fmla="*/ 233362 h 1890712"/>
              <a:gd name="connsiteX28" fmla="*/ 354807 w 2543175"/>
              <a:gd name="connsiteY28" fmla="*/ 247650 h 1890712"/>
              <a:gd name="connsiteX29" fmla="*/ 366713 w 2543175"/>
              <a:gd name="connsiteY29" fmla="*/ 264319 h 1890712"/>
              <a:gd name="connsiteX30" fmla="*/ 371475 w 2543175"/>
              <a:gd name="connsiteY30" fmla="*/ 271462 h 1890712"/>
              <a:gd name="connsiteX31" fmla="*/ 378619 w 2543175"/>
              <a:gd name="connsiteY31" fmla="*/ 276225 h 1890712"/>
              <a:gd name="connsiteX32" fmla="*/ 385763 w 2543175"/>
              <a:gd name="connsiteY32" fmla="*/ 283369 h 1890712"/>
              <a:gd name="connsiteX33" fmla="*/ 395288 w 2543175"/>
              <a:gd name="connsiteY33" fmla="*/ 288131 h 1890712"/>
              <a:gd name="connsiteX34" fmla="*/ 404813 w 2543175"/>
              <a:gd name="connsiteY34" fmla="*/ 295275 h 1890712"/>
              <a:gd name="connsiteX35" fmla="*/ 411957 w 2543175"/>
              <a:gd name="connsiteY35" fmla="*/ 297656 h 1890712"/>
              <a:gd name="connsiteX36" fmla="*/ 421482 w 2543175"/>
              <a:gd name="connsiteY36" fmla="*/ 302419 h 1890712"/>
              <a:gd name="connsiteX37" fmla="*/ 447675 w 2543175"/>
              <a:gd name="connsiteY37" fmla="*/ 307181 h 1890712"/>
              <a:gd name="connsiteX38" fmla="*/ 461963 w 2543175"/>
              <a:gd name="connsiteY38" fmla="*/ 321469 h 1890712"/>
              <a:gd name="connsiteX39" fmla="*/ 466725 w 2543175"/>
              <a:gd name="connsiteY39" fmla="*/ 328612 h 1890712"/>
              <a:gd name="connsiteX40" fmla="*/ 476250 w 2543175"/>
              <a:gd name="connsiteY40" fmla="*/ 335756 h 1890712"/>
              <a:gd name="connsiteX41" fmla="*/ 481013 w 2543175"/>
              <a:gd name="connsiteY41" fmla="*/ 342900 h 1890712"/>
              <a:gd name="connsiteX42" fmla="*/ 490538 w 2543175"/>
              <a:gd name="connsiteY42" fmla="*/ 352425 h 1890712"/>
              <a:gd name="connsiteX43" fmla="*/ 495300 w 2543175"/>
              <a:gd name="connsiteY43" fmla="*/ 359569 h 1890712"/>
              <a:gd name="connsiteX44" fmla="*/ 509588 w 2543175"/>
              <a:gd name="connsiteY44" fmla="*/ 376237 h 1890712"/>
              <a:gd name="connsiteX45" fmla="*/ 514350 w 2543175"/>
              <a:gd name="connsiteY45" fmla="*/ 383381 h 1890712"/>
              <a:gd name="connsiteX46" fmla="*/ 531019 w 2543175"/>
              <a:gd name="connsiteY46" fmla="*/ 397669 h 1890712"/>
              <a:gd name="connsiteX47" fmla="*/ 538163 w 2543175"/>
              <a:gd name="connsiteY47" fmla="*/ 407194 h 1890712"/>
              <a:gd name="connsiteX48" fmla="*/ 554832 w 2543175"/>
              <a:gd name="connsiteY48" fmla="*/ 421481 h 1890712"/>
              <a:gd name="connsiteX49" fmla="*/ 564357 w 2543175"/>
              <a:gd name="connsiteY49" fmla="*/ 431006 h 1890712"/>
              <a:gd name="connsiteX50" fmla="*/ 573882 w 2543175"/>
              <a:gd name="connsiteY50" fmla="*/ 438150 h 1890712"/>
              <a:gd name="connsiteX51" fmla="*/ 595313 w 2543175"/>
              <a:gd name="connsiteY51" fmla="*/ 454819 h 1890712"/>
              <a:gd name="connsiteX52" fmla="*/ 602457 w 2543175"/>
              <a:gd name="connsiteY52" fmla="*/ 457200 h 1890712"/>
              <a:gd name="connsiteX53" fmla="*/ 628650 w 2543175"/>
              <a:gd name="connsiteY53" fmla="*/ 469106 h 1890712"/>
              <a:gd name="connsiteX54" fmla="*/ 645319 w 2543175"/>
              <a:gd name="connsiteY54" fmla="*/ 483394 h 1890712"/>
              <a:gd name="connsiteX55" fmla="*/ 654844 w 2543175"/>
              <a:gd name="connsiteY55" fmla="*/ 488156 h 1890712"/>
              <a:gd name="connsiteX56" fmla="*/ 661988 w 2543175"/>
              <a:gd name="connsiteY56" fmla="*/ 497681 h 1890712"/>
              <a:gd name="connsiteX57" fmla="*/ 683419 w 2543175"/>
              <a:gd name="connsiteY57" fmla="*/ 514350 h 1890712"/>
              <a:gd name="connsiteX58" fmla="*/ 700088 w 2543175"/>
              <a:gd name="connsiteY58" fmla="*/ 526256 h 1890712"/>
              <a:gd name="connsiteX59" fmla="*/ 709613 w 2543175"/>
              <a:gd name="connsiteY59" fmla="*/ 535781 h 1890712"/>
              <a:gd name="connsiteX60" fmla="*/ 719138 w 2543175"/>
              <a:gd name="connsiteY60" fmla="*/ 542925 h 1890712"/>
              <a:gd name="connsiteX61" fmla="*/ 733425 w 2543175"/>
              <a:gd name="connsiteY61" fmla="*/ 557212 h 1890712"/>
              <a:gd name="connsiteX62" fmla="*/ 750094 w 2543175"/>
              <a:gd name="connsiteY62" fmla="*/ 569119 h 1890712"/>
              <a:gd name="connsiteX63" fmla="*/ 769144 w 2543175"/>
              <a:gd name="connsiteY63" fmla="*/ 581025 h 1890712"/>
              <a:gd name="connsiteX64" fmla="*/ 785813 w 2543175"/>
              <a:gd name="connsiteY64" fmla="*/ 590550 h 1890712"/>
              <a:gd name="connsiteX65" fmla="*/ 792957 w 2543175"/>
              <a:gd name="connsiteY65" fmla="*/ 600075 h 1890712"/>
              <a:gd name="connsiteX66" fmla="*/ 809625 w 2543175"/>
              <a:gd name="connsiteY66" fmla="*/ 611981 h 1890712"/>
              <a:gd name="connsiteX67" fmla="*/ 816769 w 2543175"/>
              <a:gd name="connsiteY67" fmla="*/ 619125 h 1890712"/>
              <a:gd name="connsiteX68" fmla="*/ 826294 w 2543175"/>
              <a:gd name="connsiteY68" fmla="*/ 626269 h 1890712"/>
              <a:gd name="connsiteX69" fmla="*/ 840582 w 2543175"/>
              <a:gd name="connsiteY69" fmla="*/ 638175 h 1890712"/>
              <a:gd name="connsiteX70" fmla="*/ 847725 w 2543175"/>
              <a:gd name="connsiteY70" fmla="*/ 645319 h 1890712"/>
              <a:gd name="connsiteX71" fmla="*/ 857250 w 2543175"/>
              <a:gd name="connsiteY71" fmla="*/ 652462 h 1890712"/>
              <a:gd name="connsiteX72" fmla="*/ 864394 w 2543175"/>
              <a:gd name="connsiteY72" fmla="*/ 657225 h 1890712"/>
              <a:gd name="connsiteX73" fmla="*/ 888207 w 2543175"/>
              <a:gd name="connsiteY73" fmla="*/ 676275 h 1890712"/>
              <a:gd name="connsiteX74" fmla="*/ 895350 w 2543175"/>
              <a:gd name="connsiteY74" fmla="*/ 681037 h 1890712"/>
              <a:gd name="connsiteX75" fmla="*/ 907257 w 2543175"/>
              <a:gd name="connsiteY75" fmla="*/ 683419 h 1890712"/>
              <a:gd name="connsiteX76" fmla="*/ 928688 w 2543175"/>
              <a:gd name="connsiteY76" fmla="*/ 695325 h 1890712"/>
              <a:gd name="connsiteX77" fmla="*/ 942975 w 2543175"/>
              <a:gd name="connsiteY77" fmla="*/ 700087 h 1890712"/>
              <a:gd name="connsiteX78" fmla="*/ 964407 w 2543175"/>
              <a:gd name="connsiteY78" fmla="*/ 716756 h 1890712"/>
              <a:gd name="connsiteX79" fmla="*/ 971550 w 2543175"/>
              <a:gd name="connsiteY79" fmla="*/ 723900 h 1890712"/>
              <a:gd name="connsiteX80" fmla="*/ 983457 w 2543175"/>
              <a:gd name="connsiteY80" fmla="*/ 733425 h 1890712"/>
              <a:gd name="connsiteX81" fmla="*/ 990600 w 2543175"/>
              <a:gd name="connsiteY81" fmla="*/ 738187 h 1890712"/>
              <a:gd name="connsiteX82" fmla="*/ 1007269 w 2543175"/>
              <a:gd name="connsiteY82" fmla="*/ 752475 h 1890712"/>
              <a:gd name="connsiteX83" fmla="*/ 1031082 w 2543175"/>
              <a:gd name="connsiteY83" fmla="*/ 766762 h 1890712"/>
              <a:gd name="connsiteX84" fmla="*/ 1042988 w 2543175"/>
              <a:gd name="connsiteY84" fmla="*/ 773906 h 1890712"/>
              <a:gd name="connsiteX85" fmla="*/ 1071563 w 2543175"/>
              <a:gd name="connsiteY85" fmla="*/ 785812 h 1890712"/>
              <a:gd name="connsiteX86" fmla="*/ 1097757 w 2543175"/>
              <a:gd name="connsiteY86" fmla="*/ 807244 h 1890712"/>
              <a:gd name="connsiteX87" fmla="*/ 1104900 w 2543175"/>
              <a:gd name="connsiteY87" fmla="*/ 814387 h 1890712"/>
              <a:gd name="connsiteX88" fmla="*/ 1121569 w 2543175"/>
              <a:gd name="connsiteY88" fmla="*/ 823912 h 1890712"/>
              <a:gd name="connsiteX89" fmla="*/ 1138238 w 2543175"/>
              <a:gd name="connsiteY89" fmla="*/ 835819 h 1890712"/>
              <a:gd name="connsiteX90" fmla="*/ 1147763 w 2543175"/>
              <a:gd name="connsiteY90" fmla="*/ 842962 h 1890712"/>
              <a:gd name="connsiteX91" fmla="*/ 1157288 w 2543175"/>
              <a:gd name="connsiteY91" fmla="*/ 847725 h 1890712"/>
              <a:gd name="connsiteX92" fmla="*/ 1178719 w 2543175"/>
              <a:gd name="connsiteY92" fmla="*/ 859631 h 1890712"/>
              <a:gd name="connsiteX93" fmla="*/ 1188244 w 2543175"/>
              <a:gd name="connsiteY93" fmla="*/ 866775 h 1890712"/>
              <a:gd name="connsiteX94" fmla="*/ 1195388 w 2543175"/>
              <a:gd name="connsiteY94" fmla="*/ 871537 h 1890712"/>
              <a:gd name="connsiteX95" fmla="*/ 1212057 w 2543175"/>
              <a:gd name="connsiteY95" fmla="*/ 883444 h 1890712"/>
              <a:gd name="connsiteX96" fmla="*/ 1226344 w 2543175"/>
              <a:gd name="connsiteY96" fmla="*/ 895350 h 1890712"/>
              <a:gd name="connsiteX97" fmla="*/ 1245394 w 2543175"/>
              <a:gd name="connsiteY97" fmla="*/ 907256 h 1890712"/>
              <a:gd name="connsiteX98" fmla="*/ 1254919 w 2543175"/>
              <a:gd name="connsiteY98" fmla="*/ 914400 h 1890712"/>
              <a:gd name="connsiteX99" fmla="*/ 1269207 w 2543175"/>
              <a:gd name="connsiteY99" fmla="*/ 921544 h 1890712"/>
              <a:gd name="connsiteX100" fmla="*/ 1290638 w 2543175"/>
              <a:gd name="connsiteY100" fmla="*/ 935831 h 1890712"/>
              <a:gd name="connsiteX101" fmla="*/ 1307307 w 2543175"/>
              <a:gd name="connsiteY101" fmla="*/ 952500 h 1890712"/>
              <a:gd name="connsiteX102" fmla="*/ 1333500 w 2543175"/>
              <a:gd name="connsiteY102" fmla="*/ 971550 h 1890712"/>
              <a:gd name="connsiteX103" fmla="*/ 1359694 w 2543175"/>
              <a:gd name="connsiteY103" fmla="*/ 990600 h 1890712"/>
              <a:gd name="connsiteX104" fmla="*/ 1373982 w 2543175"/>
              <a:gd name="connsiteY104" fmla="*/ 997744 h 1890712"/>
              <a:gd name="connsiteX105" fmla="*/ 1388269 w 2543175"/>
              <a:gd name="connsiteY105" fmla="*/ 1007269 h 1890712"/>
              <a:gd name="connsiteX106" fmla="*/ 1414463 w 2543175"/>
              <a:gd name="connsiteY106" fmla="*/ 1019175 h 1890712"/>
              <a:gd name="connsiteX107" fmla="*/ 1428750 w 2543175"/>
              <a:gd name="connsiteY107" fmla="*/ 1026319 h 1890712"/>
              <a:gd name="connsiteX108" fmla="*/ 1471613 w 2543175"/>
              <a:gd name="connsiteY108" fmla="*/ 1059656 h 1890712"/>
              <a:gd name="connsiteX109" fmla="*/ 1495425 w 2543175"/>
              <a:gd name="connsiteY109" fmla="*/ 1088231 h 1890712"/>
              <a:gd name="connsiteX110" fmla="*/ 1547812 w 2543175"/>
              <a:gd name="connsiteY110" fmla="*/ 1133475 h 1890712"/>
              <a:gd name="connsiteX111" fmla="*/ 1597819 w 2543175"/>
              <a:gd name="connsiteY111" fmla="*/ 1154906 h 1890712"/>
              <a:gd name="connsiteX112" fmla="*/ 1604963 w 2543175"/>
              <a:gd name="connsiteY112" fmla="*/ 1162050 h 1890712"/>
              <a:gd name="connsiteX113" fmla="*/ 1612107 w 2543175"/>
              <a:gd name="connsiteY113" fmla="*/ 1166812 h 1890712"/>
              <a:gd name="connsiteX114" fmla="*/ 1628775 w 2543175"/>
              <a:gd name="connsiteY114" fmla="*/ 1183481 h 1890712"/>
              <a:gd name="connsiteX115" fmla="*/ 1662113 w 2543175"/>
              <a:gd name="connsiteY115" fmla="*/ 1209675 h 1890712"/>
              <a:gd name="connsiteX116" fmla="*/ 1678782 w 2543175"/>
              <a:gd name="connsiteY116" fmla="*/ 1226344 h 1890712"/>
              <a:gd name="connsiteX117" fmla="*/ 1700213 w 2543175"/>
              <a:gd name="connsiteY117" fmla="*/ 1247775 h 1890712"/>
              <a:gd name="connsiteX118" fmla="*/ 1712119 w 2543175"/>
              <a:gd name="connsiteY118" fmla="*/ 1259681 h 1890712"/>
              <a:gd name="connsiteX119" fmla="*/ 1733550 w 2543175"/>
              <a:gd name="connsiteY119" fmla="*/ 1273969 h 1890712"/>
              <a:gd name="connsiteX120" fmla="*/ 1743075 w 2543175"/>
              <a:gd name="connsiteY120" fmla="*/ 1283494 h 1890712"/>
              <a:gd name="connsiteX121" fmla="*/ 1754982 w 2543175"/>
              <a:gd name="connsiteY121" fmla="*/ 1290637 h 1890712"/>
              <a:gd name="connsiteX122" fmla="*/ 1766888 w 2543175"/>
              <a:gd name="connsiteY122" fmla="*/ 1300162 h 1890712"/>
              <a:gd name="connsiteX123" fmla="*/ 1783557 w 2543175"/>
              <a:gd name="connsiteY123" fmla="*/ 1307306 h 1890712"/>
              <a:gd name="connsiteX124" fmla="*/ 1790700 w 2543175"/>
              <a:gd name="connsiteY124" fmla="*/ 1312069 h 1890712"/>
              <a:gd name="connsiteX125" fmla="*/ 1800225 w 2543175"/>
              <a:gd name="connsiteY125" fmla="*/ 1319212 h 1890712"/>
              <a:gd name="connsiteX126" fmla="*/ 1807369 w 2543175"/>
              <a:gd name="connsiteY126" fmla="*/ 1321594 h 1890712"/>
              <a:gd name="connsiteX127" fmla="*/ 1824038 w 2543175"/>
              <a:gd name="connsiteY127" fmla="*/ 1333500 h 1890712"/>
              <a:gd name="connsiteX128" fmla="*/ 1843088 w 2543175"/>
              <a:gd name="connsiteY128" fmla="*/ 1352550 h 1890712"/>
              <a:gd name="connsiteX129" fmla="*/ 1852613 w 2543175"/>
              <a:gd name="connsiteY129" fmla="*/ 1359694 h 1890712"/>
              <a:gd name="connsiteX130" fmla="*/ 1859757 w 2543175"/>
              <a:gd name="connsiteY130" fmla="*/ 1366837 h 1890712"/>
              <a:gd name="connsiteX131" fmla="*/ 1869282 w 2543175"/>
              <a:gd name="connsiteY131" fmla="*/ 1371600 h 1890712"/>
              <a:gd name="connsiteX132" fmla="*/ 1883569 w 2543175"/>
              <a:gd name="connsiteY132" fmla="*/ 1388269 h 1890712"/>
              <a:gd name="connsiteX133" fmla="*/ 1893094 w 2543175"/>
              <a:gd name="connsiteY133" fmla="*/ 1395412 h 1890712"/>
              <a:gd name="connsiteX134" fmla="*/ 1902619 w 2543175"/>
              <a:gd name="connsiteY134" fmla="*/ 1404937 h 1890712"/>
              <a:gd name="connsiteX135" fmla="*/ 1912144 w 2543175"/>
              <a:gd name="connsiteY135" fmla="*/ 1409700 h 1890712"/>
              <a:gd name="connsiteX136" fmla="*/ 1931194 w 2543175"/>
              <a:gd name="connsiteY136" fmla="*/ 1421606 h 1890712"/>
              <a:gd name="connsiteX137" fmla="*/ 1935957 w 2543175"/>
              <a:gd name="connsiteY137" fmla="*/ 1428750 h 1890712"/>
              <a:gd name="connsiteX138" fmla="*/ 1952625 w 2543175"/>
              <a:gd name="connsiteY138" fmla="*/ 1438275 h 1890712"/>
              <a:gd name="connsiteX139" fmla="*/ 1971675 w 2543175"/>
              <a:gd name="connsiteY139" fmla="*/ 1450181 h 1890712"/>
              <a:gd name="connsiteX140" fmla="*/ 1981200 w 2543175"/>
              <a:gd name="connsiteY140" fmla="*/ 1454944 h 1890712"/>
              <a:gd name="connsiteX141" fmla="*/ 1997869 w 2543175"/>
              <a:gd name="connsiteY141" fmla="*/ 1471612 h 1890712"/>
              <a:gd name="connsiteX142" fmla="*/ 2007394 w 2543175"/>
              <a:gd name="connsiteY142" fmla="*/ 1478756 h 1890712"/>
              <a:gd name="connsiteX143" fmla="*/ 2016919 w 2543175"/>
              <a:gd name="connsiteY143" fmla="*/ 1483519 h 1890712"/>
              <a:gd name="connsiteX144" fmla="*/ 2024063 w 2543175"/>
              <a:gd name="connsiteY144" fmla="*/ 1490662 h 1890712"/>
              <a:gd name="connsiteX145" fmla="*/ 2033588 w 2543175"/>
              <a:gd name="connsiteY145" fmla="*/ 1495425 h 1890712"/>
              <a:gd name="connsiteX146" fmla="*/ 2040732 w 2543175"/>
              <a:gd name="connsiteY146" fmla="*/ 1502569 h 1890712"/>
              <a:gd name="connsiteX147" fmla="*/ 2047875 w 2543175"/>
              <a:gd name="connsiteY147" fmla="*/ 1507331 h 1890712"/>
              <a:gd name="connsiteX148" fmla="*/ 2057400 w 2543175"/>
              <a:gd name="connsiteY148" fmla="*/ 1514475 h 1890712"/>
              <a:gd name="connsiteX149" fmla="*/ 2064544 w 2543175"/>
              <a:gd name="connsiteY149" fmla="*/ 1519237 h 1890712"/>
              <a:gd name="connsiteX150" fmla="*/ 2071688 w 2543175"/>
              <a:gd name="connsiteY150" fmla="*/ 1526381 h 1890712"/>
              <a:gd name="connsiteX151" fmla="*/ 2081213 w 2543175"/>
              <a:gd name="connsiteY151" fmla="*/ 1531144 h 1890712"/>
              <a:gd name="connsiteX152" fmla="*/ 2090738 w 2543175"/>
              <a:gd name="connsiteY152" fmla="*/ 1538287 h 1890712"/>
              <a:gd name="connsiteX153" fmla="*/ 2109788 w 2543175"/>
              <a:gd name="connsiteY153" fmla="*/ 1547812 h 1890712"/>
              <a:gd name="connsiteX154" fmla="*/ 2131219 w 2543175"/>
              <a:gd name="connsiteY154" fmla="*/ 1562100 h 1890712"/>
              <a:gd name="connsiteX155" fmla="*/ 2140744 w 2543175"/>
              <a:gd name="connsiteY155" fmla="*/ 1566862 h 1890712"/>
              <a:gd name="connsiteX156" fmla="*/ 2152650 w 2543175"/>
              <a:gd name="connsiteY156" fmla="*/ 1576387 h 1890712"/>
              <a:gd name="connsiteX157" fmla="*/ 2181225 w 2543175"/>
              <a:gd name="connsiteY157" fmla="*/ 1590675 h 1890712"/>
              <a:gd name="connsiteX158" fmla="*/ 2200275 w 2543175"/>
              <a:gd name="connsiteY158" fmla="*/ 1607344 h 1890712"/>
              <a:gd name="connsiteX159" fmla="*/ 2207419 w 2543175"/>
              <a:gd name="connsiteY159" fmla="*/ 1612106 h 1890712"/>
              <a:gd name="connsiteX160" fmla="*/ 2216944 w 2543175"/>
              <a:gd name="connsiteY160" fmla="*/ 1619250 h 1890712"/>
              <a:gd name="connsiteX161" fmla="*/ 2224088 w 2543175"/>
              <a:gd name="connsiteY161" fmla="*/ 1624012 h 1890712"/>
              <a:gd name="connsiteX162" fmla="*/ 2247900 w 2543175"/>
              <a:gd name="connsiteY162" fmla="*/ 1643062 h 1890712"/>
              <a:gd name="connsiteX163" fmla="*/ 2255044 w 2543175"/>
              <a:gd name="connsiteY163" fmla="*/ 1650206 h 1890712"/>
              <a:gd name="connsiteX164" fmla="*/ 2281238 w 2543175"/>
              <a:gd name="connsiteY164" fmla="*/ 1664494 h 1890712"/>
              <a:gd name="connsiteX165" fmla="*/ 2297907 w 2543175"/>
              <a:gd name="connsiteY165" fmla="*/ 1674019 h 1890712"/>
              <a:gd name="connsiteX166" fmla="*/ 2312194 w 2543175"/>
              <a:gd name="connsiteY166" fmla="*/ 1685925 h 1890712"/>
              <a:gd name="connsiteX167" fmla="*/ 2328863 w 2543175"/>
              <a:gd name="connsiteY167" fmla="*/ 1697831 h 1890712"/>
              <a:gd name="connsiteX168" fmla="*/ 2350294 w 2543175"/>
              <a:gd name="connsiteY168" fmla="*/ 1712119 h 1890712"/>
              <a:gd name="connsiteX169" fmla="*/ 2369344 w 2543175"/>
              <a:gd name="connsiteY169" fmla="*/ 1724025 h 1890712"/>
              <a:gd name="connsiteX170" fmla="*/ 2428876 w 2543175"/>
              <a:gd name="connsiteY170" fmla="*/ 1785938 h 1890712"/>
              <a:gd name="connsiteX171" fmla="*/ 2466975 w 2543175"/>
              <a:gd name="connsiteY171" fmla="*/ 1783556 h 1890712"/>
              <a:gd name="connsiteX172" fmla="*/ 2481263 w 2543175"/>
              <a:gd name="connsiteY172" fmla="*/ 1795462 h 1890712"/>
              <a:gd name="connsiteX173" fmla="*/ 2486025 w 2543175"/>
              <a:gd name="connsiteY173" fmla="*/ 1802606 h 1890712"/>
              <a:gd name="connsiteX174" fmla="*/ 2514600 w 2543175"/>
              <a:gd name="connsiteY174" fmla="*/ 1850231 h 1890712"/>
              <a:gd name="connsiteX175" fmla="*/ 2519363 w 2543175"/>
              <a:gd name="connsiteY175" fmla="*/ 1857375 h 1890712"/>
              <a:gd name="connsiteX176" fmla="*/ 2540794 w 2543175"/>
              <a:gd name="connsiteY176" fmla="*/ 1883569 h 1890712"/>
              <a:gd name="connsiteX177" fmla="*/ 2543175 w 2543175"/>
              <a:gd name="connsiteY177"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78619 w 2543175"/>
              <a:gd name="connsiteY30" fmla="*/ 276225 h 1890712"/>
              <a:gd name="connsiteX31" fmla="*/ 385763 w 2543175"/>
              <a:gd name="connsiteY31" fmla="*/ 283369 h 1890712"/>
              <a:gd name="connsiteX32" fmla="*/ 395288 w 2543175"/>
              <a:gd name="connsiteY32" fmla="*/ 288131 h 1890712"/>
              <a:gd name="connsiteX33" fmla="*/ 404813 w 2543175"/>
              <a:gd name="connsiteY33" fmla="*/ 295275 h 1890712"/>
              <a:gd name="connsiteX34" fmla="*/ 411957 w 2543175"/>
              <a:gd name="connsiteY34" fmla="*/ 297656 h 1890712"/>
              <a:gd name="connsiteX35" fmla="*/ 421482 w 2543175"/>
              <a:gd name="connsiteY35" fmla="*/ 302419 h 1890712"/>
              <a:gd name="connsiteX36" fmla="*/ 447675 w 2543175"/>
              <a:gd name="connsiteY36" fmla="*/ 307181 h 1890712"/>
              <a:gd name="connsiteX37" fmla="*/ 461963 w 2543175"/>
              <a:gd name="connsiteY37" fmla="*/ 321469 h 1890712"/>
              <a:gd name="connsiteX38" fmla="*/ 466725 w 2543175"/>
              <a:gd name="connsiteY38" fmla="*/ 328612 h 1890712"/>
              <a:gd name="connsiteX39" fmla="*/ 476250 w 2543175"/>
              <a:gd name="connsiteY39" fmla="*/ 335756 h 1890712"/>
              <a:gd name="connsiteX40" fmla="*/ 481013 w 2543175"/>
              <a:gd name="connsiteY40" fmla="*/ 342900 h 1890712"/>
              <a:gd name="connsiteX41" fmla="*/ 490538 w 2543175"/>
              <a:gd name="connsiteY41" fmla="*/ 352425 h 1890712"/>
              <a:gd name="connsiteX42" fmla="*/ 495300 w 2543175"/>
              <a:gd name="connsiteY42" fmla="*/ 359569 h 1890712"/>
              <a:gd name="connsiteX43" fmla="*/ 509588 w 2543175"/>
              <a:gd name="connsiteY43" fmla="*/ 376237 h 1890712"/>
              <a:gd name="connsiteX44" fmla="*/ 514350 w 2543175"/>
              <a:gd name="connsiteY44" fmla="*/ 383381 h 1890712"/>
              <a:gd name="connsiteX45" fmla="*/ 531019 w 2543175"/>
              <a:gd name="connsiteY45" fmla="*/ 397669 h 1890712"/>
              <a:gd name="connsiteX46" fmla="*/ 538163 w 2543175"/>
              <a:gd name="connsiteY46" fmla="*/ 407194 h 1890712"/>
              <a:gd name="connsiteX47" fmla="*/ 554832 w 2543175"/>
              <a:gd name="connsiteY47" fmla="*/ 421481 h 1890712"/>
              <a:gd name="connsiteX48" fmla="*/ 564357 w 2543175"/>
              <a:gd name="connsiteY48" fmla="*/ 431006 h 1890712"/>
              <a:gd name="connsiteX49" fmla="*/ 573882 w 2543175"/>
              <a:gd name="connsiteY49" fmla="*/ 438150 h 1890712"/>
              <a:gd name="connsiteX50" fmla="*/ 595313 w 2543175"/>
              <a:gd name="connsiteY50" fmla="*/ 454819 h 1890712"/>
              <a:gd name="connsiteX51" fmla="*/ 602457 w 2543175"/>
              <a:gd name="connsiteY51" fmla="*/ 457200 h 1890712"/>
              <a:gd name="connsiteX52" fmla="*/ 628650 w 2543175"/>
              <a:gd name="connsiteY52" fmla="*/ 469106 h 1890712"/>
              <a:gd name="connsiteX53" fmla="*/ 645319 w 2543175"/>
              <a:gd name="connsiteY53" fmla="*/ 483394 h 1890712"/>
              <a:gd name="connsiteX54" fmla="*/ 654844 w 2543175"/>
              <a:gd name="connsiteY54" fmla="*/ 488156 h 1890712"/>
              <a:gd name="connsiteX55" fmla="*/ 661988 w 2543175"/>
              <a:gd name="connsiteY55" fmla="*/ 497681 h 1890712"/>
              <a:gd name="connsiteX56" fmla="*/ 683419 w 2543175"/>
              <a:gd name="connsiteY56" fmla="*/ 514350 h 1890712"/>
              <a:gd name="connsiteX57" fmla="*/ 700088 w 2543175"/>
              <a:gd name="connsiteY57" fmla="*/ 526256 h 1890712"/>
              <a:gd name="connsiteX58" fmla="*/ 709613 w 2543175"/>
              <a:gd name="connsiteY58" fmla="*/ 535781 h 1890712"/>
              <a:gd name="connsiteX59" fmla="*/ 719138 w 2543175"/>
              <a:gd name="connsiteY59" fmla="*/ 542925 h 1890712"/>
              <a:gd name="connsiteX60" fmla="*/ 733425 w 2543175"/>
              <a:gd name="connsiteY60" fmla="*/ 557212 h 1890712"/>
              <a:gd name="connsiteX61" fmla="*/ 750094 w 2543175"/>
              <a:gd name="connsiteY61" fmla="*/ 569119 h 1890712"/>
              <a:gd name="connsiteX62" fmla="*/ 769144 w 2543175"/>
              <a:gd name="connsiteY62" fmla="*/ 581025 h 1890712"/>
              <a:gd name="connsiteX63" fmla="*/ 785813 w 2543175"/>
              <a:gd name="connsiteY63" fmla="*/ 590550 h 1890712"/>
              <a:gd name="connsiteX64" fmla="*/ 792957 w 2543175"/>
              <a:gd name="connsiteY64" fmla="*/ 600075 h 1890712"/>
              <a:gd name="connsiteX65" fmla="*/ 809625 w 2543175"/>
              <a:gd name="connsiteY65" fmla="*/ 611981 h 1890712"/>
              <a:gd name="connsiteX66" fmla="*/ 816769 w 2543175"/>
              <a:gd name="connsiteY66" fmla="*/ 619125 h 1890712"/>
              <a:gd name="connsiteX67" fmla="*/ 826294 w 2543175"/>
              <a:gd name="connsiteY67" fmla="*/ 626269 h 1890712"/>
              <a:gd name="connsiteX68" fmla="*/ 840582 w 2543175"/>
              <a:gd name="connsiteY68" fmla="*/ 638175 h 1890712"/>
              <a:gd name="connsiteX69" fmla="*/ 847725 w 2543175"/>
              <a:gd name="connsiteY69" fmla="*/ 645319 h 1890712"/>
              <a:gd name="connsiteX70" fmla="*/ 857250 w 2543175"/>
              <a:gd name="connsiteY70" fmla="*/ 652462 h 1890712"/>
              <a:gd name="connsiteX71" fmla="*/ 864394 w 2543175"/>
              <a:gd name="connsiteY71" fmla="*/ 657225 h 1890712"/>
              <a:gd name="connsiteX72" fmla="*/ 888207 w 2543175"/>
              <a:gd name="connsiteY72" fmla="*/ 676275 h 1890712"/>
              <a:gd name="connsiteX73" fmla="*/ 895350 w 2543175"/>
              <a:gd name="connsiteY73" fmla="*/ 681037 h 1890712"/>
              <a:gd name="connsiteX74" fmla="*/ 907257 w 2543175"/>
              <a:gd name="connsiteY74" fmla="*/ 683419 h 1890712"/>
              <a:gd name="connsiteX75" fmla="*/ 928688 w 2543175"/>
              <a:gd name="connsiteY75" fmla="*/ 695325 h 1890712"/>
              <a:gd name="connsiteX76" fmla="*/ 942975 w 2543175"/>
              <a:gd name="connsiteY76" fmla="*/ 700087 h 1890712"/>
              <a:gd name="connsiteX77" fmla="*/ 964407 w 2543175"/>
              <a:gd name="connsiteY77" fmla="*/ 716756 h 1890712"/>
              <a:gd name="connsiteX78" fmla="*/ 971550 w 2543175"/>
              <a:gd name="connsiteY78" fmla="*/ 723900 h 1890712"/>
              <a:gd name="connsiteX79" fmla="*/ 983457 w 2543175"/>
              <a:gd name="connsiteY79" fmla="*/ 733425 h 1890712"/>
              <a:gd name="connsiteX80" fmla="*/ 990600 w 2543175"/>
              <a:gd name="connsiteY80" fmla="*/ 738187 h 1890712"/>
              <a:gd name="connsiteX81" fmla="*/ 1007269 w 2543175"/>
              <a:gd name="connsiteY81" fmla="*/ 752475 h 1890712"/>
              <a:gd name="connsiteX82" fmla="*/ 1031082 w 2543175"/>
              <a:gd name="connsiteY82" fmla="*/ 766762 h 1890712"/>
              <a:gd name="connsiteX83" fmla="*/ 1042988 w 2543175"/>
              <a:gd name="connsiteY83" fmla="*/ 773906 h 1890712"/>
              <a:gd name="connsiteX84" fmla="*/ 1071563 w 2543175"/>
              <a:gd name="connsiteY84" fmla="*/ 785812 h 1890712"/>
              <a:gd name="connsiteX85" fmla="*/ 1097757 w 2543175"/>
              <a:gd name="connsiteY85" fmla="*/ 807244 h 1890712"/>
              <a:gd name="connsiteX86" fmla="*/ 1104900 w 2543175"/>
              <a:gd name="connsiteY86" fmla="*/ 814387 h 1890712"/>
              <a:gd name="connsiteX87" fmla="*/ 1121569 w 2543175"/>
              <a:gd name="connsiteY87" fmla="*/ 823912 h 1890712"/>
              <a:gd name="connsiteX88" fmla="*/ 1138238 w 2543175"/>
              <a:gd name="connsiteY88" fmla="*/ 835819 h 1890712"/>
              <a:gd name="connsiteX89" fmla="*/ 1147763 w 2543175"/>
              <a:gd name="connsiteY89" fmla="*/ 842962 h 1890712"/>
              <a:gd name="connsiteX90" fmla="*/ 1157288 w 2543175"/>
              <a:gd name="connsiteY90" fmla="*/ 847725 h 1890712"/>
              <a:gd name="connsiteX91" fmla="*/ 1178719 w 2543175"/>
              <a:gd name="connsiteY91" fmla="*/ 859631 h 1890712"/>
              <a:gd name="connsiteX92" fmla="*/ 1188244 w 2543175"/>
              <a:gd name="connsiteY92" fmla="*/ 866775 h 1890712"/>
              <a:gd name="connsiteX93" fmla="*/ 1195388 w 2543175"/>
              <a:gd name="connsiteY93" fmla="*/ 871537 h 1890712"/>
              <a:gd name="connsiteX94" fmla="*/ 1212057 w 2543175"/>
              <a:gd name="connsiteY94" fmla="*/ 883444 h 1890712"/>
              <a:gd name="connsiteX95" fmla="*/ 1226344 w 2543175"/>
              <a:gd name="connsiteY95" fmla="*/ 895350 h 1890712"/>
              <a:gd name="connsiteX96" fmla="*/ 1245394 w 2543175"/>
              <a:gd name="connsiteY96" fmla="*/ 907256 h 1890712"/>
              <a:gd name="connsiteX97" fmla="*/ 1254919 w 2543175"/>
              <a:gd name="connsiteY97" fmla="*/ 914400 h 1890712"/>
              <a:gd name="connsiteX98" fmla="*/ 1269207 w 2543175"/>
              <a:gd name="connsiteY98" fmla="*/ 921544 h 1890712"/>
              <a:gd name="connsiteX99" fmla="*/ 1290638 w 2543175"/>
              <a:gd name="connsiteY99" fmla="*/ 935831 h 1890712"/>
              <a:gd name="connsiteX100" fmla="*/ 1307307 w 2543175"/>
              <a:gd name="connsiteY100" fmla="*/ 952500 h 1890712"/>
              <a:gd name="connsiteX101" fmla="*/ 1333500 w 2543175"/>
              <a:gd name="connsiteY101" fmla="*/ 971550 h 1890712"/>
              <a:gd name="connsiteX102" fmla="*/ 1359694 w 2543175"/>
              <a:gd name="connsiteY102" fmla="*/ 990600 h 1890712"/>
              <a:gd name="connsiteX103" fmla="*/ 1373982 w 2543175"/>
              <a:gd name="connsiteY103" fmla="*/ 997744 h 1890712"/>
              <a:gd name="connsiteX104" fmla="*/ 1388269 w 2543175"/>
              <a:gd name="connsiteY104" fmla="*/ 1007269 h 1890712"/>
              <a:gd name="connsiteX105" fmla="*/ 1414463 w 2543175"/>
              <a:gd name="connsiteY105" fmla="*/ 1019175 h 1890712"/>
              <a:gd name="connsiteX106" fmla="*/ 1428750 w 2543175"/>
              <a:gd name="connsiteY106" fmla="*/ 1026319 h 1890712"/>
              <a:gd name="connsiteX107" fmla="*/ 1471613 w 2543175"/>
              <a:gd name="connsiteY107" fmla="*/ 1059656 h 1890712"/>
              <a:gd name="connsiteX108" fmla="*/ 1495425 w 2543175"/>
              <a:gd name="connsiteY108" fmla="*/ 1088231 h 1890712"/>
              <a:gd name="connsiteX109" fmla="*/ 1547812 w 2543175"/>
              <a:gd name="connsiteY109" fmla="*/ 1133475 h 1890712"/>
              <a:gd name="connsiteX110" fmla="*/ 1597819 w 2543175"/>
              <a:gd name="connsiteY110" fmla="*/ 1154906 h 1890712"/>
              <a:gd name="connsiteX111" fmla="*/ 1604963 w 2543175"/>
              <a:gd name="connsiteY111" fmla="*/ 1162050 h 1890712"/>
              <a:gd name="connsiteX112" fmla="*/ 1612107 w 2543175"/>
              <a:gd name="connsiteY112" fmla="*/ 1166812 h 1890712"/>
              <a:gd name="connsiteX113" fmla="*/ 1628775 w 2543175"/>
              <a:gd name="connsiteY113" fmla="*/ 1183481 h 1890712"/>
              <a:gd name="connsiteX114" fmla="*/ 1662113 w 2543175"/>
              <a:gd name="connsiteY114" fmla="*/ 1209675 h 1890712"/>
              <a:gd name="connsiteX115" fmla="*/ 1678782 w 2543175"/>
              <a:gd name="connsiteY115" fmla="*/ 1226344 h 1890712"/>
              <a:gd name="connsiteX116" fmla="*/ 1700213 w 2543175"/>
              <a:gd name="connsiteY116" fmla="*/ 1247775 h 1890712"/>
              <a:gd name="connsiteX117" fmla="*/ 1712119 w 2543175"/>
              <a:gd name="connsiteY117" fmla="*/ 1259681 h 1890712"/>
              <a:gd name="connsiteX118" fmla="*/ 1733550 w 2543175"/>
              <a:gd name="connsiteY118" fmla="*/ 1273969 h 1890712"/>
              <a:gd name="connsiteX119" fmla="*/ 1743075 w 2543175"/>
              <a:gd name="connsiteY119" fmla="*/ 1283494 h 1890712"/>
              <a:gd name="connsiteX120" fmla="*/ 1754982 w 2543175"/>
              <a:gd name="connsiteY120" fmla="*/ 1290637 h 1890712"/>
              <a:gd name="connsiteX121" fmla="*/ 1766888 w 2543175"/>
              <a:gd name="connsiteY121" fmla="*/ 1300162 h 1890712"/>
              <a:gd name="connsiteX122" fmla="*/ 1783557 w 2543175"/>
              <a:gd name="connsiteY122" fmla="*/ 1307306 h 1890712"/>
              <a:gd name="connsiteX123" fmla="*/ 1790700 w 2543175"/>
              <a:gd name="connsiteY123" fmla="*/ 1312069 h 1890712"/>
              <a:gd name="connsiteX124" fmla="*/ 1800225 w 2543175"/>
              <a:gd name="connsiteY124" fmla="*/ 1319212 h 1890712"/>
              <a:gd name="connsiteX125" fmla="*/ 1807369 w 2543175"/>
              <a:gd name="connsiteY125" fmla="*/ 1321594 h 1890712"/>
              <a:gd name="connsiteX126" fmla="*/ 1824038 w 2543175"/>
              <a:gd name="connsiteY126" fmla="*/ 1333500 h 1890712"/>
              <a:gd name="connsiteX127" fmla="*/ 1843088 w 2543175"/>
              <a:gd name="connsiteY127" fmla="*/ 1352550 h 1890712"/>
              <a:gd name="connsiteX128" fmla="*/ 1852613 w 2543175"/>
              <a:gd name="connsiteY128" fmla="*/ 1359694 h 1890712"/>
              <a:gd name="connsiteX129" fmla="*/ 1859757 w 2543175"/>
              <a:gd name="connsiteY129" fmla="*/ 1366837 h 1890712"/>
              <a:gd name="connsiteX130" fmla="*/ 1869282 w 2543175"/>
              <a:gd name="connsiteY130" fmla="*/ 1371600 h 1890712"/>
              <a:gd name="connsiteX131" fmla="*/ 1883569 w 2543175"/>
              <a:gd name="connsiteY131" fmla="*/ 1388269 h 1890712"/>
              <a:gd name="connsiteX132" fmla="*/ 1893094 w 2543175"/>
              <a:gd name="connsiteY132" fmla="*/ 1395412 h 1890712"/>
              <a:gd name="connsiteX133" fmla="*/ 1902619 w 2543175"/>
              <a:gd name="connsiteY133" fmla="*/ 1404937 h 1890712"/>
              <a:gd name="connsiteX134" fmla="*/ 1912144 w 2543175"/>
              <a:gd name="connsiteY134" fmla="*/ 1409700 h 1890712"/>
              <a:gd name="connsiteX135" fmla="*/ 1931194 w 2543175"/>
              <a:gd name="connsiteY135" fmla="*/ 1421606 h 1890712"/>
              <a:gd name="connsiteX136" fmla="*/ 1935957 w 2543175"/>
              <a:gd name="connsiteY136" fmla="*/ 1428750 h 1890712"/>
              <a:gd name="connsiteX137" fmla="*/ 1952625 w 2543175"/>
              <a:gd name="connsiteY137" fmla="*/ 1438275 h 1890712"/>
              <a:gd name="connsiteX138" fmla="*/ 1971675 w 2543175"/>
              <a:gd name="connsiteY138" fmla="*/ 1450181 h 1890712"/>
              <a:gd name="connsiteX139" fmla="*/ 1981200 w 2543175"/>
              <a:gd name="connsiteY139" fmla="*/ 1454944 h 1890712"/>
              <a:gd name="connsiteX140" fmla="*/ 1997869 w 2543175"/>
              <a:gd name="connsiteY140" fmla="*/ 1471612 h 1890712"/>
              <a:gd name="connsiteX141" fmla="*/ 2007394 w 2543175"/>
              <a:gd name="connsiteY141" fmla="*/ 1478756 h 1890712"/>
              <a:gd name="connsiteX142" fmla="*/ 2016919 w 2543175"/>
              <a:gd name="connsiteY142" fmla="*/ 1483519 h 1890712"/>
              <a:gd name="connsiteX143" fmla="*/ 2024063 w 2543175"/>
              <a:gd name="connsiteY143" fmla="*/ 1490662 h 1890712"/>
              <a:gd name="connsiteX144" fmla="*/ 2033588 w 2543175"/>
              <a:gd name="connsiteY144" fmla="*/ 1495425 h 1890712"/>
              <a:gd name="connsiteX145" fmla="*/ 2040732 w 2543175"/>
              <a:gd name="connsiteY145" fmla="*/ 1502569 h 1890712"/>
              <a:gd name="connsiteX146" fmla="*/ 2047875 w 2543175"/>
              <a:gd name="connsiteY146" fmla="*/ 1507331 h 1890712"/>
              <a:gd name="connsiteX147" fmla="*/ 2057400 w 2543175"/>
              <a:gd name="connsiteY147" fmla="*/ 1514475 h 1890712"/>
              <a:gd name="connsiteX148" fmla="*/ 2064544 w 2543175"/>
              <a:gd name="connsiteY148" fmla="*/ 1519237 h 1890712"/>
              <a:gd name="connsiteX149" fmla="*/ 2071688 w 2543175"/>
              <a:gd name="connsiteY149" fmla="*/ 1526381 h 1890712"/>
              <a:gd name="connsiteX150" fmla="*/ 2081213 w 2543175"/>
              <a:gd name="connsiteY150" fmla="*/ 1531144 h 1890712"/>
              <a:gd name="connsiteX151" fmla="*/ 2090738 w 2543175"/>
              <a:gd name="connsiteY151" fmla="*/ 1538287 h 1890712"/>
              <a:gd name="connsiteX152" fmla="*/ 2109788 w 2543175"/>
              <a:gd name="connsiteY152" fmla="*/ 1547812 h 1890712"/>
              <a:gd name="connsiteX153" fmla="*/ 2131219 w 2543175"/>
              <a:gd name="connsiteY153" fmla="*/ 1562100 h 1890712"/>
              <a:gd name="connsiteX154" fmla="*/ 2140744 w 2543175"/>
              <a:gd name="connsiteY154" fmla="*/ 1566862 h 1890712"/>
              <a:gd name="connsiteX155" fmla="*/ 2152650 w 2543175"/>
              <a:gd name="connsiteY155" fmla="*/ 1576387 h 1890712"/>
              <a:gd name="connsiteX156" fmla="*/ 2181225 w 2543175"/>
              <a:gd name="connsiteY156" fmla="*/ 1590675 h 1890712"/>
              <a:gd name="connsiteX157" fmla="*/ 2200275 w 2543175"/>
              <a:gd name="connsiteY157" fmla="*/ 1607344 h 1890712"/>
              <a:gd name="connsiteX158" fmla="*/ 2207419 w 2543175"/>
              <a:gd name="connsiteY158" fmla="*/ 1612106 h 1890712"/>
              <a:gd name="connsiteX159" fmla="*/ 2216944 w 2543175"/>
              <a:gd name="connsiteY159" fmla="*/ 1619250 h 1890712"/>
              <a:gd name="connsiteX160" fmla="*/ 2224088 w 2543175"/>
              <a:gd name="connsiteY160" fmla="*/ 1624012 h 1890712"/>
              <a:gd name="connsiteX161" fmla="*/ 2247900 w 2543175"/>
              <a:gd name="connsiteY161" fmla="*/ 1643062 h 1890712"/>
              <a:gd name="connsiteX162" fmla="*/ 2255044 w 2543175"/>
              <a:gd name="connsiteY162" fmla="*/ 1650206 h 1890712"/>
              <a:gd name="connsiteX163" fmla="*/ 2281238 w 2543175"/>
              <a:gd name="connsiteY163" fmla="*/ 1664494 h 1890712"/>
              <a:gd name="connsiteX164" fmla="*/ 2297907 w 2543175"/>
              <a:gd name="connsiteY164" fmla="*/ 1674019 h 1890712"/>
              <a:gd name="connsiteX165" fmla="*/ 2312194 w 2543175"/>
              <a:gd name="connsiteY165" fmla="*/ 1685925 h 1890712"/>
              <a:gd name="connsiteX166" fmla="*/ 2328863 w 2543175"/>
              <a:gd name="connsiteY166" fmla="*/ 1697831 h 1890712"/>
              <a:gd name="connsiteX167" fmla="*/ 2350294 w 2543175"/>
              <a:gd name="connsiteY167" fmla="*/ 1712119 h 1890712"/>
              <a:gd name="connsiteX168" fmla="*/ 2369344 w 2543175"/>
              <a:gd name="connsiteY168" fmla="*/ 1724025 h 1890712"/>
              <a:gd name="connsiteX169" fmla="*/ 2428876 w 2543175"/>
              <a:gd name="connsiteY169" fmla="*/ 1785938 h 1890712"/>
              <a:gd name="connsiteX170" fmla="*/ 2466975 w 2543175"/>
              <a:gd name="connsiteY170" fmla="*/ 1783556 h 1890712"/>
              <a:gd name="connsiteX171" fmla="*/ 2481263 w 2543175"/>
              <a:gd name="connsiteY171" fmla="*/ 1795462 h 1890712"/>
              <a:gd name="connsiteX172" fmla="*/ 2486025 w 2543175"/>
              <a:gd name="connsiteY172" fmla="*/ 1802606 h 1890712"/>
              <a:gd name="connsiteX173" fmla="*/ 2514600 w 2543175"/>
              <a:gd name="connsiteY173" fmla="*/ 1850231 h 1890712"/>
              <a:gd name="connsiteX174" fmla="*/ 2519363 w 2543175"/>
              <a:gd name="connsiteY174" fmla="*/ 1857375 h 1890712"/>
              <a:gd name="connsiteX175" fmla="*/ 2540794 w 2543175"/>
              <a:gd name="connsiteY175" fmla="*/ 1883569 h 1890712"/>
              <a:gd name="connsiteX176" fmla="*/ 2543175 w 2543175"/>
              <a:gd name="connsiteY17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78619 w 2543175"/>
              <a:gd name="connsiteY30" fmla="*/ 276225 h 1890712"/>
              <a:gd name="connsiteX31" fmla="*/ 385763 w 2543175"/>
              <a:gd name="connsiteY31" fmla="*/ 283369 h 1890712"/>
              <a:gd name="connsiteX32" fmla="*/ 395288 w 2543175"/>
              <a:gd name="connsiteY32" fmla="*/ 288131 h 1890712"/>
              <a:gd name="connsiteX33" fmla="*/ 404813 w 2543175"/>
              <a:gd name="connsiteY33" fmla="*/ 295275 h 1890712"/>
              <a:gd name="connsiteX34" fmla="*/ 411957 w 2543175"/>
              <a:gd name="connsiteY34" fmla="*/ 297656 h 1890712"/>
              <a:gd name="connsiteX35" fmla="*/ 421482 w 2543175"/>
              <a:gd name="connsiteY35" fmla="*/ 302419 h 1890712"/>
              <a:gd name="connsiteX36" fmla="*/ 447675 w 2543175"/>
              <a:gd name="connsiteY36" fmla="*/ 307181 h 1890712"/>
              <a:gd name="connsiteX37" fmla="*/ 466725 w 2543175"/>
              <a:gd name="connsiteY37" fmla="*/ 328612 h 1890712"/>
              <a:gd name="connsiteX38" fmla="*/ 476250 w 2543175"/>
              <a:gd name="connsiteY38" fmla="*/ 335756 h 1890712"/>
              <a:gd name="connsiteX39" fmla="*/ 481013 w 2543175"/>
              <a:gd name="connsiteY39" fmla="*/ 342900 h 1890712"/>
              <a:gd name="connsiteX40" fmla="*/ 490538 w 2543175"/>
              <a:gd name="connsiteY40" fmla="*/ 352425 h 1890712"/>
              <a:gd name="connsiteX41" fmla="*/ 495300 w 2543175"/>
              <a:gd name="connsiteY41" fmla="*/ 359569 h 1890712"/>
              <a:gd name="connsiteX42" fmla="*/ 509588 w 2543175"/>
              <a:gd name="connsiteY42" fmla="*/ 376237 h 1890712"/>
              <a:gd name="connsiteX43" fmla="*/ 514350 w 2543175"/>
              <a:gd name="connsiteY43" fmla="*/ 383381 h 1890712"/>
              <a:gd name="connsiteX44" fmla="*/ 531019 w 2543175"/>
              <a:gd name="connsiteY44" fmla="*/ 397669 h 1890712"/>
              <a:gd name="connsiteX45" fmla="*/ 538163 w 2543175"/>
              <a:gd name="connsiteY45" fmla="*/ 407194 h 1890712"/>
              <a:gd name="connsiteX46" fmla="*/ 554832 w 2543175"/>
              <a:gd name="connsiteY46" fmla="*/ 421481 h 1890712"/>
              <a:gd name="connsiteX47" fmla="*/ 564357 w 2543175"/>
              <a:gd name="connsiteY47" fmla="*/ 431006 h 1890712"/>
              <a:gd name="connsiteX48" fmla="*/ 573882 w 2543175"/>
              <a:gd name="connsiteY48" fmla="*/ 438150 h 1890712"/>
              <a:gd name="connsiteX49" fmla="*/ 595313 w 2543175"/>
              <a:gd name="connsiteY49" fmla="*/ 454819 h 1890712"/>
              <a:gd name="connsiteX50" fmla="*/ 602457 w 2543175"/>
              <a:gd name="connsiteY50" fmla="*/ 457200 h 1890712"/>
              <a:gd name="connsiteX51" fmla="*/ 628650 w 2543175"/>
              <a:gd name="connsiteY51" fmla="*/ 469106 h 1890712"/>
              <a:gd name="connsiteX52" fmla="*/ 645319 w 2543175"/>
              <a:gd name="connsiteY52" fmla="*/ 483394 h 1890712"/>
              <a:gd name="connsiteX53" fmla="*/ 654844 w 2543175"/>
              <a:gd name="connsiteY53" fmla="*/ 488156 h 1890712"/>
              <a:gd name="connsiteX54" fmla="*/ 661988 w 2543175"/>
              <a:gd name="connsiteY54" fmla="*/ 497681 h 1890712"/>
              <a:gd name="connsiteX55" fmla="*/ 683419 w 2543175"/>
              <a:gd name="connsiteY55" fmla="*/ 514350 h 1890712"/>
              <a:gd name="connsiteX56" fmla="*/ 700088 w 2543175"/>
              <a:gd name="connsiteY56" fmla="*/ 526256 h 1890712"/>
              <a:gd name="connsiteX57" fmla="*/ 709613 w 2543175"/>
              <a:gd name="connsiteY57" fmla="*/ 535781 h 1890712"/>
              <a:gd name="connsiteX58" fmla="*/ 719138 w 2543175"/>
              <a:gd name="connsiteY58" fmla="*/ 542925 h 1890712"/>
              <a:gd name="connsiteX59" fmla="*/ 733425 w 2543175"/>
              <a:gd name="connsiteY59" fmla="*/ 557212 h 1890712"/>
              <a:gd name="connsiteX60" fmla="*/ 750094 w 2543175"/>
              <a:gd name="connsiteY60" fmla="*/ 569119 h 1890712"/>
              <a:gd name="connsiteX61" fmla="*/ 769144 w 2543175"/>
              <a:gd name="connsiteY61" fmla="*/ 581025 h 1890712"/>
              <a:gd name="connsiteX62" fmla="*/ 785813 w 2543175"/>
              <a:gd name="connsiteY62" fmla="*/ 590550 h 1890712"/>
              <a:gd name="connsiteX63" fmla="*/ 792957 w 2543175"/>
              <a:gd name="connsiteY63" fmla="*/ 600075 h 1890712"/>
              <a:gd name="connsiteX64" fmla="*/ 809625 w 2543175"/>
              <a:gd name="connsiteY64" fmla="*/ 611981 h 1890712"/>
              <a:gd name="connsiteX65" fmla="*/ 816769 w 2543175"/>
              <a:gd name="connsiteY65" fmla="*/ 619125 h 1890712"/>
              <a:gd name="connsiteX66" fmla="*/ 826294 w 2543175"/>
              <a:gd name="connsiteY66" fmla="*/ 626269 h 1890712"/>
              <a:gd name="connsiteX67" fmla="*/ 840582 w 2543175"/>
              <a:gd name="connsiteY67" fmla="*/ 638175 h 1890712"/>
              <a:gd name="connsiteX68" fmla="*/ 847725 w 2543175"/>
              <a:gd name="connsiteY68" fmla="*/ 645319 h 1890712"/>
              <a:gd name="connsiteX69" fmla="*/ 857250 w 2543175"/>
              <a:gd name="connsiteY69" fmla="*/ 652462 h 1890712"/>
              <a:gd name="connsiteX70" fmla="*/ 864394 w 2543175"/>
              <a:gd name="connsiteY70" fmla="*/ 657225 h 1890712"/>
              <a:gd name="connsiteX71" fmla="*/ 888207 w 2543175"/>
              <a:gd name="connsiteY71" fmla="*/ 676275 h 1890712"/>
              <a:gd name="connsiteX72" fmla="*/ 895350 w 2543175"/>
              <a:gd name="connsiteY72" fmla="*/ 681037 h 1890712"/>
              <a:gd name="connsiteX73" fmla="*/ 907257 w 2543175"/>
              <a:gd name="connsiteY73" fmla="*/ 683419 h 1890712"/>
              <a:gd name="connsiteX74" fmla="*/ 928688 w 2543175"/>
              <a:gd name="connsiteY74" fmla="*/ 695325 h 1890712"/>
              <a:gd name="connsiteX75" fmla="*/ 942975 w 2543175"/>
              <a:gd name="connsiteY75" fmla="*/ 700087 h 1890712"/>
              <a:gd name="connsiteX76" fmla="*/ 964407 w 2543175"/>
              <a:gd name="connsiteY76" fmla="*/ 716756 h 1890712"/>
              <a:gd name="connsiteX77" fmla="*/ 971550 w 2543175"/>
              <a:gd name="connsiteY77" fmla="*/ 723900 h 1890712"/>
              <a:gd name="connsiteX78" fmla="*/ 983457 w 2543175"/>
              <a:gd name="connsiteY78" fmla="*/ 733425 h 1890712"/>
              <a:gd name="connsiteX79" fmla="*/ 990600 w 2543175"/>
              <a:gd name="connsiteY79" fmla="*/ 738187 h 1890712"/>
              <a:gd name="connsiteX80" fmla="*/ 1007269 w 2543175"/>
              <a:gd name="connsiteY80" fmla="*/ 752475 h 1890712"/>
              <a:gd name="connsiteX81" fmla="*/ 1031082 w 2543175"/>
              <a:gd name="connsiteY81" fmla="*/ 766762 h 1890712"/>
              <a:gd name="connsiteX82" fmla="*/ 1042988 w 2543175"/>
              <a:gd name="connsiteY82" fmla="*/ 773906 h 1890712"/>
              <a:gd name="connsiteX83" fmla="*/ 1071563 w 2543175"/>
              <a:gd name="connsiteY83" fmla="*/ 785812 h 1890712"/>
              <a:gd name="connsiteX84" fmla="*/ 1097757 w 2543175"/>
              <a:gd name="connsiteY84" fmla="*/ 807244 h 1890712"/>
              <a:gd name="connsiteX85" fmla="*/ 1104900 w 2543175"/>
              <a:gd name="connsiteY85" fmla="*/ 814387 h 1890712"/>
              <a:gd name="connsiteX86" fmla="*/ 1121569 w 2543175"/>
              <a:gd name="connsiteY86" fmla="*/ 823912 h 1890712"/>
              <a:gd name="connsiteX87" fmla="*/ 1138238 w 2543175"/>
              <a:gd name="connsiteY87" fmla="*/ 835819 h 1890712"/>
              <a:gd name="connsiteX88" fmla="*/ 1147763 w 2543175"/>
              <a:gd name="connsiteY88" fmla="*/ 842962 h 1890712"/>
              <a:gd name="connsiteX89" fmla="*/ 1157288 w 2543175"/>
              <a:gd name="connsiteY89" fmla="*/ 847725 h 1890712"/>
              <a:gd name="connsiteX90" fmla="*/ 1178719 w 2543175"/>
              <a:gd name="connsiteY90" fmla="*/ 859631 h 1890712"/>
              <a:gd name="connsiteX91" fmla="*/ 1188244 w 2543175"/>
              <a:gd name="connsiteY91" fmla="*/ 866775 h 1890712"/>
              <a:gd name="connsiteX92" fmla="*/ 1195388 w 2543175"/>
              <a:gd name="connsiteY92" fmla="*/ 871537 h 1890712"/>
              <a:gd name="connsiteX93" fmla="*/ 1212057 w 2543175"/>
              <a:gd name="connsiteY93" fmla="*/ 883444 h 1890712"/>
              <a:gd name="connsiteX94" fmla="*/ 1226344 w 2543175"/>
              <a:gd name="connsiteY94" fmla="*/ 895350 h 1890712"/>
              <a:gd name="connsiteX95" fmla="*/ 1245394 w 2543175"/>
              <a:gd name="connsiteY95" fmla="*/ 907256 h 1890712"/>
              <a:gd name="connsiteX96" fmla="*/ 1254919 w 2543175"/>
              <a:gd name="connsiteY96" fmla="*/ 914400 h 1890712"/>
              <a:gd name="connsiteX97" fmla="*/ 1269207 w 2543175"/>
              <a:gd name="connsiteY97" fmla="*/ 921544 h 1890712"/>
              <a:gd name="connsiteX98" fmla="*/ 1290638 w 2543175"/>
              <a:gd name="connsiteY98" fmla="*/ 935831 h 1890712"/>
              <a:gd name="connsiteX99" fmla="*/ 1307307 w 2543175"/>
              <a:gd name="connsiteY99" fmla="*/ 952500 h 1890712"/>
              <a:gd name="connsiteX100" fmla="*/ 1333500 w 2543175"/>
              <a:gd name="connsiteY100" fmla="*/ 971550 h 1890712"/>
              <a:gd name="connsiteX101" fmla="*/ 1359694 w 2543175"/>
              <a:gd name="connsiteY101" fmla="*/ 990600 h 1890712"/>
              <a:gd name="connsiteX102" fmla="*/ 1373982 w 2543175"/>
              <a:gd name="connsiteY102" fmla="*/ 997744 h 1890712"/>
              <a:gd name="connsiteX103" fmla="*/ 1388269 w 2543175"/>
              <a:gd name="connsiteY103" fmla="*/ 1007269 h 1890712"/>
              <a:gd name="connsiteX104" fmla="*/ 1414463 w 2543175"/>
              <a:gd name="connsiteY104" fmla="*/ 1019175 h 1890712"/>
              <a:gd name="connsiteX105" fmla="*/ 1428750 w 2543175"/>
              <a:gd name="connsiteY105" fmla="*/ 1026319 h 1890712"/>
              <a:gd name="connsiteX106" fmla="*/ 1471613 w 2543175"/>
              <a:gd name="connsiteY106" fmla="*/ 1059656 h 1890712"/>
              <a:gd name="connsiteX107" fmla="*/ 1495425 w 2543175"/>
              <a:gd name="connsiteY107" fmla="*/ 1088231 h 1890712"/>
              <a:gd name="connsiteX108" fmla="*/ 1547812 w 2543175"/>
              <a:gd name="connsiteY108" fmla="*/ 1133475 h 1890712"/>
              <a:gd name="connsiteX109" fmla="*/ 1597819 w 2543175"/>
              <a:gd name="connsiteY109" fmla="*/ 1154906 h 1890712"/>
              <a:gd name="connsiteX110" fmla="*/ 1604963 w 2543175"/>
              <a:gd name="connsiteY110" fmla="*/ 1162050 h 1890712"/>
              <a:gd name="connsiteX111" fmla="*/ 1612107 w 2543175"/>
              <a:gd name="connsiteY111" fmla="*/ 1166812 h 1890712"/>
              <a:gd name="connsiteX112" fmla="*/ 1628775 w 2543175"/>
              <a:gd name="connsiteY112" fmla="*/ 1183481 h 1890712"/>
              <a:gd name="connsiteX113" fmla="*/ 1662113 w 2543175"/>
              <a:gd name="connsiteY113" fmla="*/ 1209675 h 1890712"/>
              <a:gd name="connsiteX114" fmla="*/ 1678782 w 2543175"/>
              <a:gd name="connsiteY114" fmla="*/ 1226344 h 1890712"/>
              <a:gd name="connsiteX115" fmla="*/ 1700213 w 2543175"/>
              <a:gd name="connsiteY115" fmla="*/ 1247775 h 1890712"/>
              <a:gd name="connsiteX116" fmla="*/ 1712119 w 2543175"/>
              <a:gd name="connsiteY116" fmla="*/ 1259681 h 1890712"/>
              <a:gd name="connsiteX117" fmla="*/ 1733550 w 2543175"/>
              <a:gd name="connsiteY117" fmla="*/ 1273969 h 1890712"/>
              <a:gd name="connsiteX118" fmla="*/ 1743075 w 2543175"/>
              <a:gd name="connsiteY118" fmla="*/ 1283494 h 1890712"/>
              <a:gd name="connsiteX119" fmla="*/ 1754982 w 2543175"/>
              <a:gd name="connsiteY119" fmla="*/ 1290637 h 1890712"/>
              <a:gd name="connsiteX120" fmla="*/ 1766888 w 2543175"/>
              <a:gd name="connsiteY120" fmla="*/ 1300162 h 1890712"/>
              <a:gd name="connsiteX121" fmla="*/ 1783557 w 2543175"/>
              <a:gd name="connsiteY121" fmla="*/ 1307306 h 1890712"/>
              <a:gd name="connsiteX122" fmla="*/ 1790700 w 2543175"/>
              <a:gd name="connsiteY122" fmla="*/ 1312069 h 1890712"/>
              <a:gd name="connsiteX123" fmla="*/ 1800225 w 2543175"/>
              <a:gd name="connsiteY123" fmla="*/ 1319212 h 1890712"/>
              <a:gd name="connsiteX124" fmla="*/ 1807369 w 2543175"/>
              <a:gd name="connsiteY124" fmla="*/ 1321594 h 1890712"/>
              <a:gd name="connsiteX125" fmla="*/ 1824038 w 2543175"/>
              <a:gd name="connsiteY125" fmla="*/ 1333500 h 1890712"/>
              <a:gd name="connsiteX126" fmla="*/ 1843088 w 2543175"/>
              <a:gd name="connsiteY126" fmla="*/ 1352550 h 1890712"/>
              <a:gd name="connsiteX127" fmla="*/ 1852613 w 2543175"/>
              <a:gd name="connsiteY127" fmla="*/ 1359694 h 1890712"/>
              <a:gd name="connsiteX128" fmla="*/ 1859757 w 2543175"/>
              <a:gd name="connsiteY128" fmla="*/ 1366837 h 1890712"/>
              <a:gd name="connsiteX129" fmla="*/ 1869282 w 2543175"/>
              <a:gd name="connsiteY129" fmla="*/ 1371600 h 1890712"/>
              <a:gd name="connsiteX130" fmla="*/ 1883569 w 2543175"/>
              <a:gd name="connsiteY130" fmla="*/ 1388269 h 1890712"/>
              <a:gd name="connsiteX131" fmla="*/ 1893094 w 2543175"/>
              <a:gd name="connsiteY131" fmla="*/ 1395412 h 1890712"/>
              <a:gd name="connsiteX132" fmla="*/ 1902619 w 2543175"/>
              <a:gd name="connsiteY132" fmla="*/ 1404937 h 1890712"/>
              <a:gd name="connsiteX133" fmla="*/ 1912144 w 2543175"/>
              <a:gd name="connsiteY133" fmla="*/ 1409700 h 1890712"/>
              <a:gd name="connsiteX134" fmla="*/ 1931194 w 2543175"/>
              <a:gd name="connsiteY134" fmla="*/ 1421606 h 1890712"/>
              <a:gd name="connsiteX135" fmla="*/ 1935957 w 2543175"/>
              <a:gd name="connsiteY135" fmla="*/ 1428750 h 1890712"/>
              <a:gd name="connsiteX136" fmla="*/ 1952625 w 2543175"/>
              <a:gd name="connsiteY136" fmla="*/ 1438275 h 1890712"/>
              <a:gd name="connsiteX137" fmla="*/ 1971675 w 2543175"/>
              <a:gd name="connsiteY137" fmla="*/ 1450181 h 1890712"/>
              <a:gd name="connsiteX138" fmla="*/ 1981200 w 2543175"/>
              <a:gd name="connsiteY138" fmla="*/ 1454944 h 1890712"/>
              <a:gd name="connsiteX139" fmla="*/ 1997869 w 2543175"/>
              <a:gd name="connsiteY139" fmla="*/ 1471612 h 1890712"/>
              <a:gd name="connsiteX140" fmla="*/ 2007394 w 2543175"/>
              <a:gd name="connsiteY140" fmla="*/ 1478756 h 1890712"/>
              <a:gd name="connsiteX141" fmla="*/ 2016919 w 2543175"/>
              <a:gd name="connsiteY141" fmla="*/ 1483519 h 1890712"/>
              <a:gd name="connsiteX142" fmla="*/ 2024063 w 2543175"/>
              <a:gd name="connsiteY142" fmla="*/ 1490662 h 1890712"/>
              <a:gd name="connsiteX143" fmla="*/ 2033588 w 2543175"/>
              <a:gd name="connsiteY143" fmla="*/ 1495425 h 1890712"/>
              <a:gd name="connsiteX144" fmla="*/ 2040732 w 2543175"/>
              <a:gd name="connsiteY144" fmla="*/ 1502569 h 1890712"/>
              <a:gd name="connsiteX145" fmla="*/ 2047875 w 2543175"/>
              <a:gd name="connsiteY145" fmla="*/ 1507331 h 1890712"/>
              <a:gd name="connsiteX146" fmla="*/ 2057400 w 2543175"/>
              <a:gd name="connsiteY146" fmla="*/ 1514475 h 1890712"/>
              <a:gd name="connsiteX147" fmla="*/ 2064544 w 2543175"/>
              <a:gd name="connsiteY147" fmla="*/ 1519237 h 1890712"/>
              <a:gd name="connsiteX148" fmla="*/ 2071688 w 2543175"/>
              <a:gd name="connsiteY148" fmla="*/ 1526381 h 1890712"/>
              <a:gd name="connsiteX149" fmla="*/ 2081213 w 2543175"/>
              <a:gd name="connsiteY149" fmla="*/ 1531144 h 1890712"/>
              <a:gd name="connsiteX150" fmla="*/ 2090738 w 2543175"/>
              <a:gd name="connsiteY150" fmla="*/ 1538287 h 1890712"/>
              <a:gd name="connsiteX151" fmla="*/ 2109788 w 2543175"/>
              <a:gd name="connsiteY151" fmla="*/ 1547812 h 1890712"/>
              <a:gd name="connsiteX152" fmla="*/ 2131219 w 2543175"/>
              <a:gd name="connsiteY152" fmla="*/ 1562100 h 1890712"/>
              <a:gd name="connsiteX153" fmla="*/ 2140744 w 2543175"/>
              <a:gd name="connsiteY153" fmla="*/ 1566862 h 1890712"/>
              <a:gd name="connsiteX154" fmla="*/ 2152650 w 2543175"/>
              <a:gd name="connsiteY154" fmla="*/ 1576387 h 1890712"/>
              <a:gd name="connsiteX155" fmla="*/ 2181225 w 2543175"/>
              <a:gd name="connsiteY155" fmla="*/ 1590675 h 1890712"/>
              <a:gd name="connsiteX156" fmla="*/ 2200275 w 2543175"/>
              <a:gd name="connsiteY156" fmla="*/ 1607344 h 1890712"/>
              <a:gd name="connsiteX157" fmla="*/ 2207419 w 2543175"/>
              <a:gd name="connsiteY157" fmla="*/ 1612106 h 1890712"/>
              <a:gd name="connsiteX158" fmla="*/ 2216944 w 2543175"/>
              <a:gd name="connsiteY158" fmla="*/ 1619250 h 1890712"/>
              <a:gd name="connsiteX159" fmla="*/ 2224088 w 2543175"/>
              <a:gd name="connsiteY159" fmla="*/ 1624012 h 1890712"/>
              <a:gd name="connsiteX160" fmla="*/ 2247900 w 2543175"/>
              <a:gd name="connsiteY160" fmla="*/ 1643062 h 1890712"/>
              <a:gd name="connsiteX161" fmla="*/ 2255044 w 2543175"/>
              <a:gd name="connsiteY161" fmla="*/ 1650206 h 1890712"/>
              <a:gd name="connsiteX162" fmla="*/ 2281238 w 2543175"/>
              <a:gd name="connsiteY162" fmla="*/ 1664494 h 1890712"/>
              <a:gd name="connsiteX163" fmla="*/ 2297907 w 2543175"/>
              <a:gd name="connsiteY163" fmla="*/ 1674019 h 1890712"/>
              <a:gd name="connsiteX164" fmla="*/ 2312194 w 2543175"/>
              <a:gd name="connsiteY164" fmla="*/ 1685925 h 1890712"/>
              <a:gd name="connsiteX165" fmla="*/ 2328863 w 2543175"/>
              <a:gd name="connsiteY165" fmla="*/ 1697831 h 1890712"/>
              <a:gd name="connsiteX166" fmla="*/ 2350294 w 2543175"/>
              <a:gd name="connsiteY166" fmla="*/ 1712119 h 1890712"/>
              <a:gd name="connsiteX167" fmla="*/ 2369344 w 2543175"/>
              <a:gd name="connsiteY167" fmla="*/ 1724025 h 1890712"/>
              <a:gd name="connsiteX168" fmla="*/ 2428876 w 2543175"/>
              <a:gd name="connsiteY168" fmla="*/ 1785938 h 1890712"/>
              <a:gd name="connsiteX169" fmla="*/ 2466975 w 2543175"/>
              <a:gd name="connsiteY169" fmla="*/ 1783556 h 1890712"/>
              <a:gd name="connsiteX170" fmla="*/ 2481263 w 2543175"/>
              <a:gd name="connsiteY170" fmla="*/ 1795462 h 1890712"/>
              <a:gd name="connsiteX171" fmla="*/ 2486025 w 2543175"/>
              <a:gd name="connsiteY171" fmla="*/ 1802606 h 1890712"/>
              <a:gd name="connsiteX172" fmla="*/ 2514600 w 2543175"/>
              <a:gd name="connsiteY172" fmla="*/ 1850231 h 1890712"/>
              <a:gd name="connsiteX173" fmla="*/ 2519363 w 2543175"/>
              <a:gd name="connsiteY173" fmla="*/ 1857375 h 1890712"/>
              <a:gd name="connsiteX174" fmla="*/ 2540794 w 2543175"/>
              <a:gd name="connsiteY174" fmla="*/ 1883569 h 1890712"/>
              <a:gd name="connsiteX175" fmla="*/ 2543175 w 2543175"/>
              <a:gd name="connsiteY175"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78619 w 2543175"/>
              <a:gd name="connsiteY30" fmla="*/ 276225 h 1890712"/>
              <a:gd name="connsiteX31" fmla="*/ 385763 w 2543175"/>
              <a:gd name="connsiteY31" fmla="*/ 283369 h 1890712"/>
              <a:gd name="connsiteX32" fmla="*/ 395288 w 2543175"/>
              <a:gd name="connsiteY32" fmla="*/ 288131 h 1890712"/>
              <a:gd name="connsiteX33" fmla="*/ 404813 w 2543175"/>
              <a:gd name="connsiteY33" fmla="*/ 295275 h 1890712"/>
              <a:gd name="connsiteX34" fmla="*/ 411957 w 2543175"/>
              <a:gd name="connsiteY34" fmla="*/ 297656 h 1890712"/>
              <a:gd name="connsiteX35" fmla="*/ 421482 w 2543175"/>
              <a:gd name="connsiteY35" fmla="*/ 302419 h 1890712"/>
              <a:gd name="connsiteX36" fmla="*/ 466725 w 2543175"/>
              <a:gd name="connsiteY36" fmla="*/ 328612 h 1890712"/>
              <a:gd name="connsiteX37" fmla="*/ 476250 w 2543175"/>
              <a:gd name="connsiteY37" fmla="*/ 335756 h 1890712"/>
              <a:gd name="connsiteX38" fmla="*/ 481013 w 2543175"/>
              <a:gd name="connsiteY38" fmla="*/ 342900 h 1890712"/>
              <a:gd name="connsiteX39" fmla="*/ 490538 w 2543175"/>
              <a:gd name="connsiteY39" fmla="*/ 352425 h 1890712"/>
              <a:gd name="connsiteX40" fmla="*/ 495300 w 2543175"/>
              <a:gd name="connsiteY40" fmla="*/ 359569 h 1890712"/>
              <a:gd name="connsiteX41" fmla="*/ 509588 w 2543175"/>
              <a:gd name="connsiteY41" fmla="*/ 376237 h 1890712"/>
              <a:gd name="connsiteX42" fmla="*/ 514350 w 2543175"/>
              <a:gd name="connsiteY42" fmla="*/ 383381 h 1890712"/>
              <a:gd name="connsiteX43" fmla="*/ 531019 w 2543175"/>
              <a:gd name="connsiteY43" fmla="*/ 397669 h 1890712"/>
              <a:gd name="connsiteX44" fmla="*/ 538163 w 2543175"/>
              <a:gd name="connsiteY44" fmla="*/ 407194 h 1890712"/>
              <a:gd name="connsiteX45" fmla="*/ 554832 w 2543175"/>
              <a:gd name="connsiteY45" fmla="*/ 421481 h 1890712"/>
              <a:gd name="connsiteX46" fmla="*/ 564357 w 2543175"/>
              <a:gd name="connsiteY46" fmla="*/ 431006 h 1890712"/>
              <a:gd name="connsiteX47" fmla="*/ 573882 w 2543175"/>
              <a:gd name="connsiteY47" fmla="*/ 438150 h 1890712"/>
              <a:gd name="connsiteX48" fmla="*/ 595313 w 2543175"/>
              <a:gd name="connsiteY48" fmla="*/ 454819 h 1890712"/>
              <a:gd name="connsiteX49" fmla="*/ 602457 w 2543175"/>
              <a:gd name="connsiteY49" fmla="*/ 457200 h 1890712"/>
              <a:gd name="connsiteX50" fmla="*/ 628650 w 2543175"/>
              <a:gd name="connsiteY50" fmla="*/ 469106 h 1890712"/>
              <a:gd name="connsiteX51" fmla="*/ 645319 w 2543175"/>
              <a:gd name="connsiteY51" fmla="*/ 483394 h 1890712"/>
              <a:gd name="connsiteX52" fmla="*/ 654844 w 2543175"/>
              <a:gd name="connsiteY52" fmla="*/ 488156 h 1890712"/>
              <a:gd name="connsiteX53" fmla="*/ 661988 w 2543175"/>
              <a:gd name="connsiteY53" fmla="*/ 497681 h 1890712"/>
              <a:gd name="connsiteX54" fmla="*/ 683419 w 2543175"/>
              <a:gd name="connsiteY54" fmla="*/ 514350 h 1890712"/>
              <a:gd name="connsiteX55" fmla="*/ 700088 w 2543175"/>
              <a:gd name="connsiteY55" fmla="*/ 526256 h 1890712"/>
              <a:gd name="connsiteX56" fmla="*/ 709613 w 2543175"/>
              <a:gd name="connsiteY56" fmla="*/ 535781 h 1890712"/>
              <a:gd name="connsiteX57" fmla="*/ 719138 w 2543175"/>
              <a:gd name="connsiteY57" fmla="*/ 542925 h 1890712"/>
              <a:gd name="connsiteX58" fmla="*/ 733425 w 2543175"/>
              <a:gd name="connsiteY58" fmla="*/ 557212 h 1890712"/>
              <a:gd name="connsiteX59" fmla="*/ 750094 w 2543175"/>
              <a:gd name="connsiteY59" fmla="*/ 569119 h 1890712"/>
              <a:gd name="connsiteX60" fmla="*/ 769144 w 2543175"/>
              <a:gd name="connsiteY60" fmla="*/ 581025 h 1890712"/>
              <a:gd name="connsiteX61" fmla="*/ 785813 w 2543175"/>
              <a:gd name="connsiteY61" fmla="*/ 590550 h 1890712"/>
              <a:gd name="connsiteX62" fmla="*/ 792957 w 2543175"/>
              <a:gd name="connsiteY62" fmla="*/ 600075 h 1890712"/>
              <a:gd name="connsiteX63" fmla="*/ 809625 w 2543175"/>
              <a:gd name="connsiteY63" fmla="*/ 611981 h 1890712"/>
              <a:gd name="connsiteX64" fmla="*/ 816769 w 2543175"/>
              <a:gd name="connsiteY64" fmla="*/ 619125 h 1890712"/>
              <a:gd name="connsiteX65" fmla="*/ 826294 w 2543175"/>
              <a:gd name="connsiteY65" fmla="*/ 626269 h 1890712"/>
              <a:gd name="connsiteX66" fmla="*/ 840582 w 2543175"/>
              <a:gd name="connsiteY66" fmla="*/ 638175 h 1890712"/>
              <a:gd name="connsiteX67" fmla="*/ 847725 w 2543175"/>
              <a:gd name="connsiteY67" fmla="*/ 645319 h 1890712"/>
              <a:gd name="connsiteX68" fmla="*/ 857250 w 2543175"/>
              <a:gd name="connsiteY68" fmla="*/ 652462 h 1890712"/>
              <a:gd name="connsiteX69" fmla="*/ 864394 w 2543175"/>
              <a:gd name="connsiteY69" fmla="*/ 657225 h 1890712"/>
              <a:gd name="connsiteX70" fmla="*/ 888207 w 2543175"/>
              <a:gd name="connsiteY70" fmla="*/ 676275 h 1890712"/>
              <a:gd name="connsiteX71" fmla="*/ 895350 w 2543175"/>
              <a:gd name="connsiteY71" fmla="*/ 681037 h 1890712"/>
              <a:gd name="connsiteX72" fmla="*/ 907257 w 2543175"/>
              <a:gd name="connsiteY72" fmla="*/ 683419 h 1890712"/>
              <a:gd name="connsiteX73" fmla="*/ 928688 w 2543175"/>
              <a:gd name="connsiteY73" fmla="*/ 695325 h 1890712"/>
              <a:gd name="connsiteX74" fmla="*/ 942975 w 2543175"/>
              <a:gd name="connsiteY74" fmla="*/ 700087 h 1890712"/>
              <a:gd name="connsiteX75" fmla="*/ 964407 w 2543175"/>
              <a:gd name="connsiteY75" fmla="*/ 716756 h 1890712"/>
              <a:gd name="connsiteX76" fmla="*/ 971550 w 2543175"/>
              <a:gd name="connsiteY76" fmla="*/ 723900 h 1890712"/>
              <a:gd name="connsiteX77" fmla="*/ 983457 w 2543175"/>
              <a:gd name="connsiteY77" fmla="*/ 733425 h 1890712"/>
              <a:gd name="connsiteX78" fmla="*/ 990600 w 2543175"/>
              <a:gd name="connsiteY78" fmla="*/ 738187 h 1890712"/>
              <a:gd name="connsiteX79" fmla="*/ 1007269 w 2543175"/>
              <a:gd name="connsiteY79" fmla="*/ 752475 h 1890712"/>
              <a:gd name="connsiteX80" fmla="*/ 1031082 w 2543175"/>
              <a:gd name="connsiteY80" fmla="*/ 766762 h 1890712"/>
              <a:gd name="connsiteX81" fmla="*/ 1042988 w 2543175"/>
              <a:gd name="connsiteY81" fmla="*/ 773906 h 1890712"/>
              <a:gd name="connsiteX82" fmla="*/ 1071563 w 2543175"/>
              <a:gd name="connsiteY82" fmla="*/ 785812 h 1890712"/>
              <a:gd name="connsiteX83" fmla="*/ 1097757 w 2543175"/>
              <a:gd name="connsiteY83" fmla="*/ 807244 h 1890712"/>
              <a:gd name="connsiteX84" fmla="*/ 1104900 w 2543175"/>
              <a:gd name="connsiteY84" fmla="*/ 814387 h 1890712"/>
              <a:gd name="connsiteX85" fmla="*/ 1121569 w 2543175"/>
              <a:gd name="connsiteY85" fmla="*/ 823912 h 1890712"/>
              <a:gd name="connsiteX86" fmla="*/ 1138238 w 2543175"/>
              <a:gd name="connsiteY86" fmla="*/ 835819 h 1890712"/>
              <a:gd name="connsiteX87" fmla="*/ 1147763 w 2543175"/>
              <a:gd name="connsiteY87" fmla="*/ 842962 h 1890712"/>
              <a:gd name="connsiteX88" fmla="*/ 1157288 w 2543175"/>
              <a:gd name="connsiteY88" fmla="*/ 847725 h 1890712"/>
              <a:gd name="connsiteX89" fmla="*/ 1178719 w 2543175"/>
              <a:gd name="connsiteY89" fmla="*/ 859631 h 1890712"/>
              <a:gd name="connsiteX90" fmla="*/ 1188244 w 2543175"/>
              <a:gd name="connsiteY90" fmla="*/ 866775 h 1890712"/>
              <a:gd name="connsiteX91" fmla="*/ 1195388 w 2543175"/>
              <a:gd name="connsiteY91" fmla="*/ 871537 h 1890712"/>
              <a:gd name="connsiteX92" fmla="*/ 1212057 w 2543175"/>
              <a:gd name="connsiteY92" fmla="*/ 883444 h 1890712"/>
              <a:gd name="connsiteX93" fmla="*/ 1226344 w 2543175"/>
              <a:gd name="connsiteY93" fmla="*/ 895350 h 1890712"/>
              <a:gd name="connsiteX94" fmla="*/ 1245394 w 2543175"/>
              <a:gd name="connsiteY94" fmla="*/ 907256 h 1890712"/>
              <a:gd name="connsiteX95" fmla="*/ 1254919 w 2543175"/>
              <a:gd name="connsiteY95" fmla="*/ 914400 h 1890712"/>
              <a:gd name="connsiteX96" fmla="*/ 1269207 w 2543175"/>
              <a:gd name="connsiteY96" fmla="*/ 921544 h 1890712"/>
              <a:gd name="connsiteX97" fmla="*/ 1290638 w 2543175"/>
              <a:gd name="connsiteY97" fmla="*/ 935831 h 1890712"/>
              <a:gd name="connsiteX98" fmla="*/ 1307307 w 2543175"/>
              <a:gd name="connsiteY98" fmla="*/ 952500 h 1890712"/>
              <a:gd name="connsiteX99" fmla="*/ 1333500 w 2543175"/>
              <a:gd name="connsiteY99" fmla="*/ 971550 h 1890712"/>
              <a:gd name="connsiteX100" fmla="*/ 1359694 w 2543175"/>
              <a:gd name="connsiteY100" fmla="*/ 990600 h 1890712"/>
              <a:gd name="connsiteX101" fmla="*/ 1373982 w 2543175"/>
              <a:gd name="connsiteY101" fmla="*/ 997744 h 1890712"/>
              <a:gd name="connsiteX102" fmla="*/ 1388269 w 2543175"/>
              <a:gd name="connsiteY102" fmla="*/ 1007269 h 1890712"/>
              <a:gd name="connsiteX103" fmla="*/ 1414463 w 2543175"/>
              <a:gd name="connsiteY103" fmla="*/ 1019175 h 1890712"/>
              <a:gd name="connsiteX104" fmla="*/ 1428750 w 2543175"/>
              <a:gd name="connsiteY104" fmla="*/ 1026319 h 1890712"/>
              <a:gd name="connsiteX105" fmla="*/ 1471613 w 2543175"/>
              <a:gd name="connsiteY105" fmla="*/ 1059656 h 1890712"/>
              <a:gd name="connsiteX106" fmla="*/ 1495425 w 2543175"/>
              <a:gd name="connsiteY106" fmla="*/ 1088231 h 1890712"/>
              <a:gd name="connsiteX107" fmla="*/ 1547812 w 2543175"/>
              <a:gd name="connsiteY107" fmla="*/ 1133475 h 1890712"/>
              <a:gd name="connsiteX108" fmla="*/ 1597819 w 2543175"/>
              <a:gd name="connsiteY108" fmla="*/ 1154906 h 1890712"/>
              <a:gd name="connsiteX109" fmla="*/ 1604963 w 2543175"/>
              <a:gd name="connsiteY109" fmla="*/ 1162050 h 1890712"/>
              <a:gd name="connsiteX110" fmla="*/ 1612107 w 2543175"/>
              <a:gd name="connsiteY110" fmla="*/ 1166812 h 1890712"/>
              <a:gd name="connsiteX111" fmla="*/ 1628775 w 2543175"/>
              <a:gd name="connsiteY111" fmla="*/ 1183481 h 1890712"/>
              <a:gd name="connsiteX112" fmla="*/ 1662113 w 2543175"/>
              <a:gd name="connsiteY112" fmla="*/ 1209675 h 1890712"/>
              <a:gd name="connsiteX113" fmla="*/ 1678782 w 2543175"/>
              <a:gd name="connsiteY113" fmla="*/ 1226344 h 1890712"/>
              <a:gd name="connsiteX114" fmla="*/ 1700213 w 2543175"/>
              <a:gd name="connsiteY114" fmla="*/ 1247775 h 1890712"/>
              <a:gd name="connsiteX115" fmla="*/ 1712119 w 2543175"/>
              <a:gd name="connsiteY115" fmla="*/ 1259681 h 1890712"/>
              <a:gd name="connsiteX116" fmla="*/ 1733550 w 2543175"/>
              <a:gd name="connsiteY116" fmla="*/ 1273969 h 1890712"/>
              <a:gd name="connsiteX117" fmla="*/ 1743075 w 2543175"/>
              <a:gd name="connsiteY117" fmla="*/ 1283494 h 1890712"/>
              <a:gd name="connsiteX118" fmla="*/ 1754982 w 2543175"/>
              <a:gd name="connsiteY118" fmla="*/ 1290637 h 1890712"/>
              <a:gd name="connsiteX119" fmla="*/ 1766888 w 2543175"/>
              <a:gd name="connsiteY119" fmla="*/ 1300162 h 1890712"/>
              <a:gd name="connsiteX120" fmla="*/ 1783557 w 2543175"/>
              <a:gd name="connsiteY120" fmla="*/ 1307306 h 1890712"/>
              <a:gd name="connsiteX121" fmla="*/ 1790700 w 2543175"/>
              <a:gd name="connsiteY121" fmla="*/ 1312069 h 1890712"/>
              <a:gd name="connsiteX122" fmla="*/ 1800225 w 2543175"/>
              <a:gd name="connsiteY122" fmla="*/ 1319212 h 1890712"/>
              <a:gd name="connsiteX123" fmla="*/ 1807369 w 2543175"/>
              <a:gd name="connsiteY123" fmla="*/ 1321594 h 1890712"/>
              <a:gd name="connsiteX124" fmla="*/ 1824038 w 2543175"/>
              <a:gd name="connsiteY124" fmla="*/ 1333500 h 1890712"/>
              <a:gd name="connsiteX125" fmla="*/ 1843088 w 2543175"/>
              <a:gd name="connsiteY125" fmla="*/ 1352550 h 1890712"/>
              <a:gd name="connsiteX126" fmla="*/ 1852613 w 2543175"/>
              <a:gd name="connsiteY126" fmla="*/ 1359694 h 1890712"/>
              <a:gd name="connsiteX127" fmla="*/ 1859757 w 2543175"/>
              <a:gd name="connsiteY127" fmla="*/ 1366837 h 1890712"/>
              <a:gd name="connsiteX128" fmla="*/ 1869282 w 2543175"/>
              <a:gd name="connsiteY128" fmla="*/ 1371600 h 1890712"/>
              <a:gd name="connsiteX129" fmla="*/ 1883569 w 2543175"/>
              <a:gd name="connsiteY129" fmla="*/ 1388269 h 1890712"/>
              <a:gd name="connsiteX130" fmla="*/ 1893094 w 2543175"/>
              <a:gd name="connsiteY130" fmla="*/ 1395412 h 1890712"/>
              <a:gd name="connsiteX131" fmla="*/ 1902619 w 2543175"/>
              <a:gd name="connsiteY131" fmla="*/ 1404937 h 1890712"/>
              <a:gd name="connsiteX132" fmla="*/ 1912144 w 2543175"/>
              <a:gd name="connsiteY132" fmla="*/ 1409700 h 1890712"/>
              <a:gd name="connsiteX133" fmla="*/ 1931194 w 2543175"/>
              <a:gd name="connsiteY133" fmla="*/ 1421606 h 1890712"/>
              <a:gd name="connsiteX134" fmla="*/ 1935957 w 2543175"/>
              <a:gd name="connsiteY134" fmla="*/ 1428750 h 1890712"/>
              <a:gd name="connsiteX135" fmla="*/ 1952625 w 2543175"/>
              <a:gd name="connsiteY135" fmla="*/ 1438275 h 1890712"/>
              <a:gd name="connsiteX136" fmla="*/ 1971675 w 2543175"/>
              <a:gd name="connsiteY136" fmla="*/ 1450181 h 1890712"/>
              <a:gd name="connsiteX137" fmla="*/ 1981200 w 2543175"/>
              <a:gd name="connsiteY137" fmla="*/ 1454944 h 1890712"/>
              <a:gd name="connsiteX138" fmla="*/ 1997869 w 2543175"/>
              <a:gd name="connsiteY138" fmla="*/ 1471612 h 1890712"/>
              <a:gd name="connsiteX139" fmla="*/ 2007394 w 2543175"/>
              <a:gd name="connsiteY139" fmla="*/ 1478756 h 1890712"/>
              <a:gd name="connsiteX140" fmla="*/ 2016919 w 2543175"/>
              <a:gd name="connsiteY140" fmla="*/ 1483519 h 1890712"/>
              <a:gd name="connsiteX141" fmla="*/ 2024063 w 2543175"/>
              <a:gd name="connsiteY141" fmla="*/ 1490662 h 1890712"/>
              <a:gd name="connsiteX142" fmla="*/ 2033588 w 2543175"/>
              <a:gd name="connsiteY142" fmla="*/ 1495425 h 1890712"/>
              <a:gd name="connsiteX143" fmla="*/ 2040732 w 2543175"/>
              <a:gd name="connsiteY143" fmla="*/ 1502569 h 1890712"/>
              <a:gd name="connsiteX144" fmla="*/ 2047875 w 2543175"/>
              <a:gd name="connsiteY144" fmla="*/ 1507331 h 1890712"/>
              <a:gd name="connsiteX145" fmla="*/ 2057400 w 2543175"/>
              <a:gd name="connsiteY145" fmla="*/ 1514475 h 1890712"/>
              <a:gd name="connsiteX146" fmla="*/ 2064544 w 2543175"/>
              <a:gd name="connsiteY146" fmla="*/ 1519237 h 1890712"/>
              <a:gd name="connsiteX147" fmla="*/ 2071688 w 2543175"/>
              <a:gd name="connsiteY147" fmla="*/ 1526381 h 1890712"/>
              <a:gd name="connsiteX148" fmla="*/ 2081213 w 2543175"/>
              <a:gd name="connsiteY148" fmla="*/ 1531144 h 1890712"/>
              <a:gd name="connsiteX149" fmla="*/ 2090738 w 2543175"/>
              <a:gd name="connsiteY149" fmla="*/ 1538287 h 1890712"/>
              <a:gd name="connsiteX150" fmla="*/ 2109788 w 2543175"/>
              <a:gd name="connsiteY150" fmla="*/ 1547812 h 1890712"/>
              <a:gd name="connsiteX151" fmla="*/ 2131219 w 2543175"/>
              <a:gd name="connsiteY151" fmla="*/ 1562100 h 1890712"/>
              <a:gd name="connsiteX152" fmla="*/ 2140744 w 2543175"/>
              <a:gd name="connsiteY152" fmla="*/ 1566862 h 1890712"/>
              <a:gd name="connsiteX153" fmla="*/ 2152650 w 2543175"/>
              <a:gd name="connsiteY153" fmla="*/ 1576387 h 1890712"/>
              <a:gd name="connsiteX154" fmla="*/ 2181225 w 2543175"/>
              <a:gd name="connsiteY154" fmla="*/ 1590675 h 1890712"/>
              <a:gd name="connsiteX155" fmla="*/ 2200275 w 2543175"/>
              <a:gd name="connsiteY155" fmla="*/ 1607344 h 1890712"/>
              <a:gd name="connsiteX156" fmla="*/ 2207419 w 2543175"/>
              <a:gd name="connsiteY156" fmla="*/ 1612106 h 1890712"/>
              <a:gd name="connsiteX157" fmla="*/ 2216944 w 2543175"/>
              <a:gd name="connsiteY157" fmla="*/ 1619250 h 1890712"/>
              <a:gd name="connsiteX158" fmla="*/ 2224088 w 2543175"/>
              <a:gd name="connsiteY158" fmla="*/ 1624012 h 1890712"/>
              <a:gd name="connsiteX159" fmla="*/ 2247900 w 2543175"/>
              <a:gd name="connsiteY159" fmla="*/ 1643062 h 1890712"/>
              <a:gd name="connsiteX160" fmla="*/ 2255044 w 2543175"/>
              <a:gd name="connsiteY160" fmla="*/ 1650206 h 1890712"/>
              <a:gd name="connsiteX161" fmla="*/ 2281238 w 2543175"/>
              <a:gd name="connsiteY161" fmla="*/ 1664494 h 1890712"/>
              <a:gd name="connsiteX162" fmla="*/ 2297907 w 2543175"/>
              <a:gd name="connsiteY162" fmla="*/ 1674019 h 1890712"/>
              <a:gd name="connsiteX163" fmla="*/ 2312194 w 2543175"/>
              <a:gd name="connsiteY163" fmla="*/ 1685925 h 1890712"/>
              <a:gd name="connsiteX164" fmla="*/ 2328863 w 2543175"/>
              <a:gd name="connsiteY164" fmla="*/ 1697831 h 1890712"/>
              <a:gd name="connsiteX165" fmla="*/ 2350294 w 2543175"/>
              <a:gd name="connsiteY165" fmla="*/ 1712119 h 1890712"/>
              <a:gd name="connsiteX166" fmla="*/ 2369344 w 2543175"/>
              <a:gd name="connsiteY166" fmla="*/ 1724025 h 1890712"/>
              <a:gd name="connsiteX167" fmla="*/ 2428876 w 2543175"/>
              <a:gd name="connsiteY167" fmla="*/ 1785938 h 1890712"/>
              <a:gd name="connsiteX168" fmla="*/ 2466975 w 2543175"/>
              <a:gd name="connsiteY168" fmla="*/ 1783556 h 1890712"/>
              <a:gd name="connsiteX169" fmla="*/ 2481263 w 2543175"/>
              <a:gd name="connsiteY169" fmla="*/ 1795462 h 1890712"/>
              <a:gd name="connsiteX170" fmla="*/ 2486025 w 2543175"/>
              <a:gd name="connsiteY170" fmla="*/ 1802606 h 1890712"/>
              <a:gd name="connsiteX171" fmla="*/ 2514600 w 2543175"/>
              <a:gd name="connsiteY171" fmla="*/ 1850231 h 1890712"/>
              <a:gd name="connsiteX172" fmla="*/ 2519363 w 2543175"/>
              <a:gd name="connsiteY172" fmla="*/ 1857375 h 1890712"/>
              <a:gd name="connsiteX173" fmla="*/ 2540794 w 2543175"/>
              <a:gd name="connsiteY173" fmla="*/ 1883569 h 1890712"/>
              <a:gd name="connsiteX174" fmla="*/ 2543175 w 2543175"/>
              <a:gd name="connsiteY17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78619 w 2543175"/>
              <a:gd name="connsiteY30" fmla="*/ 276225 h 1890712"/>
              <a:gd name="connsiteX31" fmla="*/ 385763 w 2543175"/>
              <a:gd name="connsiteY31" fmla="*/ 283369 h 1890712"/>
              <a:gd name="connsiteX32" fmla="*/ 395288 w 2543175"/>
              <a:gd name="connsiteY32" fmla="*/ 288131 h 1890712"/>
              <a:gd name="connsiteX33" fmla="*/ 404813 w 2543175"/>
              <a:gd name="connsiteY33" fmla="*/ 295275 h 1890712"/>
              <a:gd name="connsiteX34" fmla="*/ 411957 w 2543175"/>
              <a:gd name="connsiteY34" fmla="*/ 297656 h 1890712"/>
              <a:gd name="connsiteX35" fmla="*/ 466725 w 2543175"/>
              <a:gd name="connsiteY35" fmla="*/ 328612 h 1890712"/>
              <a:gd name="connsiteX36" fmla="*/ 476250 w 2543175"/>
              <a:gd name="connsiteY36" fmla="*/ 335756 h 1890712"/>
              <a:gd name="connsiteX37" fmla="*/ 481013 w 2543175"/>
              <a:gd name="connsiteY37" fmla="*/ 342900 h 1890712"/>
              <a:gd name="connsiteX38" fmla="*/ 490538 w 2543175"/>
              <a:gd name="connsiteY38" fmla="*/ 352425 h 1890712"/>
              <a:gd name="connsiteX39" fmla="*/ 495300 w 2543175"/>
              <a:gd name="connsiteY39" fmla="*/ 359569 h 1890712"/>
              <a:gd name="connsiteX40" fmla="*/ 509588 w 2543175"/>
              <a:gd name="connsiteY40" fmla="*/ 376237 h 1890712"/>
              <a:gd name="connsiteX41" fmla="*/ 514350 w 2543175"/>
              <a:gd name="connsiteY41" fmla="*/ 383381 h 1890712"/>
              <a:gd name="connsiteX42" fmla="*/ 531019 w 2543175"/>
              <a:gd name="connsiteY42" fmla="*/ 397669 h 1890712"/>
              <a:gd name="connsiteX43" fmla="*/ 538163 w 2543175"/>
              <a:gd name="connsiteY43" fmla="*/ 407194 h 1890712"/>
              <a:gd name="connsiteX44" fmla="*/ 554832 w 2543175"/>
              <a:gd name="connsiteY44" fmla="*/ 421481 h 1890712"/>
              <a:gd name="connsiteX45" fmla="*/ 564357 w 2543175"/>
              <a:gd name="connsiteY45" fmla="*/ 431006 h 1890712"/>
              <a:gd name="connsiteX46" fmla="*/ 573882 w 2543175"/>
              <a:gd name="connsiteY46" fmla="*/ 438150 h 1890712"/>
              <a:gd name="connsiteX47" fmla="*/ 595313 w 2543175"/>
              <a:gd name="connsiteY47" fmla="*/ 454819 h 1890712"/>
              <a:gd name="connsiteX48" fmla="*/ 602457 w 2543175"/>
              <a:gd name="connsiteY48" fmla="*/ 457200 h 1890712"/>
              <a:gd name="connsiteX49" fmla="*/ 628650 w 2543175"/>
              <a:gd name="connsiteY49" fmla="*/ 469106 h 1890712"/>
              <a:gd name="connsiteX50" fmla="*/ 645319 w 2543175"/>
              <a:gd name="connsiteY50" fmla="*/ 483394 h 1890712"/>
              <a:gd name="connsiteX51" fmla="*/ 654844 w 2543175"/>
              <a:gd name="connsiteY51" fmla="*/ 488156 h 1890712"/>
              <a:gd name="connsiteX52" fmla="*/ 661988 w 2543175"/>
              <a:gd name="connsiteY52" fmla="*/ 497681 h 1890712"/>
              <a:gd name="connsiteX53" fmla="*/ 683419 w 2543175"/>
              <a:gd name="connsiteY53" fmla="*/ 514350 h 1890712"/>
              <a:gd name="connsiteX54" fmla="*/ 700088 w 2543175"/>
              <a:gd name="connsiteY54" fmla="*/ 526256 h 1890712"/>
              <a:gd name="connsiteX55" fmla="*/ 709613 w 2543175"/>
              <a:gd name="connsiteY55" fmla="*/ 535781 h 1890712"/>
              <a:gd name="connsiteX56" fmla="*/ 719138 w 2543175"/>
              <a:gd name="connsiteY56" fmla="*/ 542925 h 1890712"/>
              <a:gd name="connsiteX57" fmla="*/ 733425 w 2543175"/>
              <a:gd name="connsiteY57" fmla="*/ 557212 h 1890712"/>
              <a:gd name="connsiteX58" fmla="*/ 750094 w 2543175"/>
              <a:gd name="connsiteY58" fmla="*/ 569119 h 1890712"/>
              <a:gd name="connsiteX59" fmla="*/ 769144 w 2543175"/>
              <a:gd name="connsiteY59" fmla="*/ 581025 h 1890712"/>
              <a:gd name="connsiteX60" fmla="*/ 785813 w 2543175"/>
              <a:gd name="connsiteY60" fmla="*/ 590550 h 1890712"/>
              <a:gd name="connsiteX61" fmla="*/ 792957 w 2543175"/>
              <a:gd name="connsiteY61" fmla="*/ 600075 h 1890712"/>
              <a:gd name="connsiteX62" fmla="*/ 809625 w 2543175"/>
              <a:gd name="connsiteY62" fmla="*/ 611981 h 1890712"/>
              <a:gd name="connsiteX63" fmla="*/ 816769 w 2543175"/>
              <a:gd name="connsiteY63" fmla="*/ 619125 h 1890712"/>
              <a:gd name="connsiteX64" fmla="*/ 826294 w 2543175"/>
              <a:gd name="connsiteY64" fmla="*/ 626269 h 1890712"/>
              <a:gd name="connsiteX65" fmla="*/ 840582 w 2543175"/>
              <a:gd name="connsiteY65" fmla="*/ 638175 h 1890712"/>
              <a:gd name="connsiteX66" fmla="*/ 847725 w 2543175"/>
              <a:gd name="connsiteY66" fmla="*/ 645319 h 1890712"/>
              <a:gd name="connsiteX67" fmla="*/ 857250 w 2543175"/>
              <a:gd name="connsiteY67" fmla="*/ 652462 h 1890712"/>
              <a:gd name="connsiteX68" fmla="*/ 864394 w 2543175"/>
              <a:gd name="connsiteY68" fmla="*/ 657225 h 1890712"/>
              <a:gd name="connsiteX69" fmla="*/ 888207 w 2543175"/>
              <a:gd name="connsiteY69" fmla="*/ 676275 h 1890712"/>
              <a:gd name="connsiteX70" fmla="*/ 895350 w 2543175"/>
              <a:gd name="connsiteY70" fmla="*/ 681037 h 1890712"/>
              <a:gd name="connsiteX71" fmla="*/ 907257 w 2543175"/>
              <a:gd name="connsiteY71" fmla="*/ 683419 h 1890712"/>
              <a:gd name="connsiteX72" fmla="*/ 928688 w 2543175"/>
              <a:gd name="connsiteY72" fmla="*/ 695325 h 1890712"/>
              <a:gd name="connsiteX73" fmla="*/ 942975 w 2543175"/>
              <a:gd name="connsiteY73" fmla="*/ 700087 h 1890712"/>
              <a:gd name="connsiteX74" fmla="*/ 964407 w 2543175"/>
              <a:gd name="connsiteY74" fmla="*/ 716756 h 1890712"/>
              <a:gd name="connsiteX75" fmla="*/ 971550 w 2543175"/>
              <a:gd name="connsiteY75" fmla="*/ 723900 h 1890712"/>
              <a:gd name="connsiteX76" fmla="*/ 983457 w 2543175"/>
              <a:gd name="connsiteY76" fmla="*/ 733425 h 1890712"/>
              <a:gd name="connsiteX77" fmla="*/ 990600 w 2543175"/>
              <a:gd name="connsiteY77" fmla="*/ 738187 h 1890712"/>
              <a:gd name="connsiteX78" fmla="*/ 1007269 w 2543175"/>
              <a:gd name="connsiteY78" fmla="*/ 752475 h 1890712"/>
              <a:gd name="connsiteX79" fmla="*/ 1031082 w 2543175"/>
              <a:gd name="connsiteY79" fmla="*/ 766762 h 1890712"/>
              <a:gd name="connsiteX80" fmla="*/ 1042988 w 2543175"/>
              <a:gd name="connsiteY80" fmla="*/ 773906 h 1890712"/>
              <a:gd name="connsiteX81" fmla="*/ 1071563 w 2543175"/>
              <a:gd name="connsiteY81" fmla="*/ 785812 h 1890712"/>
              <a:gd name="connsiteX82" fmla="*/ 1097757 w 2543175"/>
              <a:gd name="connsiteY82" fmla="*/ 807244 h 1890712"/>
              <a:gd name="connsiteX83" fmla="*/ 1104900 w 2543175"/>
              <a:gd name="connsiteY83" fmla="*/ 814387 h 1890712"/>
              <a:gd name="connsiteX84" fmla="*/ 1121569 w 2543175"/>
              <a:gd name="connsiteY84" fmla="*/ 823912 h 1890712"/>
              <a:gd name="connsiteX85" fmla="*/ 1138238 w 2543175"/>
              <a:gd name="connsiteY85" fmla="*/ 835819 h 1890712"/>
              <a:gd name="connsiteX86" fmla="*/ 1147763 w 2543175"/>
              <a:gd name="connsiteY86" fmla="*/ 842962 h 1890712"/>
              <a:gd name="connsiteX87" fmla="*/ 1157288 w 2543175"/>
              <a:gd name="connsiteY87" fmla="*/ 847725 h 1890712"/>
              <a:gd name="connsiteX88" fmla="*/ 1178719 w 2543175"/>
              <a:gd name="connsiteY88" fmla="*/ 859631 h 1890712"/>
              <a:gd name="connsiteX89" fmla="*/ 1188244 w 2543175"/>
              <a:gd name="connsiteY89" fmla="*/ 866775 h 1890712"/>
              <a:gd name="connsiteX90" fmla="*/ 1195388 w 2543175"/>
              <a:gd name="connsiteY90" fmla="*/ 871537 h 1890712"/>
              <a:gd name="connsiteX91" fmla="*/ 1212057 w 2543175"/>
              <a:gd name="connsiteY91" fmla="*/ 883444 h 1890712"/>
              <a:gd name="connsiteX92" fmla="*/ 1226344 w 2543175"/>
              <a:gd name="connsiteY92" fmla="*/ 895350 h 1890712"/>
              <a:gd name="connsiteX93" fmla="*/ 1245394 w 2543175"/>
              <a:gd name="connsiteY93" fmla="*/ 907256 h 1890712"/>
              <a:gd name="connsiteX94" fmla="*/ 1254919 w 2543175"/>
              <a:gd name="connsiteY94" fmla="*/ 914400 h 1890712"/>
              <a:gd name="connsiteX95" fmla="*/ 1269207 w 2543175"/>
              <a:gd name="connsiteY95" fmla="*/ 921544 h 1890712"/>
              <a:gd name="connsiteX96" fmla="*/ 1290638 w 2543175"/>
              <a:gd name="connsiteY96" fmla="*/ 935831 h 1890712"/>
              <a:gd name="connsiteX97" fmla="*/ 1307307 w 2543175"/>
              <a:gd name="connsiteY97" fmla="*/ 952500 h 1890712"/>
              <a:gd name="connsiteX98" fmla="*/ 1333500 w 2543175"/>
              <a:gd name="connsiteY98" fmla="*/ 971550 h 1890712"/>
              <a:gd name="connsiteX99" fmla="*/ 1359694 w 2543175"/>
              <a:gd name="connsiteY99" fmla="*/ 990600 h 1890712"/>
              <a:gd name="connsiteX100" fmla="*/ 1373982 w 2543175"/>
              <a:gd name="connsiteY100" fmla="*/ 997744 h 1890712"/>
              <a:gd name="connsiteX101" fmla="*/ 1388269 w 2543175"/>
              <a:gd name="connsiteY101" fmla="*/ 1007269 h 1890712"/>
              <a:gd name="connsiteX102" fmla="*/ 1414463 w 2543175"/>
              <a:gd name="connsiteY102" fmla="*/ 1019175 h 1890712"/>
              <a:gd name="connsiteX103" fmla="*/ 1428750 w 2543175"/>
              <a:gd name="connsiteY103" fmla="*/ 1026319 h 1890712"/>
              <a:gd name="connsiteX104" fmla="*/ 1471613 w 2543175"/>
              <a:gd name="connsiteY104" fmla="*/ 1059656 h 1890712"/>
              <a:gd name="connsiteX105" fmla="*/ 1495425 w 2543175"/>
              <a:gd name="connsiteY105" fmla="*/ 1088231 h 1890712"/>
              <a:gd name="connsiteX106" fmla="*/ 1547812 w 2543175"/>
              <a:gd name="connsiteY106" fmla="*/ 1133475 h 1890712"/>
              <a:gd name="connsiteX107" fmla="*/ 1597819 w 2543175"/>
              <a:gd name="connsiteY107" fmla="*/ 1154906 h 1890712"/>
              <a:gd name="connsiteX108" fmla="*/ 1604963 w 2543175"/>
              <a:gd name="connsiteY108" fmla="*/ 1162050 h 1890712"/>
              <a:gd name="connsiteX109" fmla="*/ 1612107 w 2543175"/>
              <a:gd name="connsiteY109" fmla="*/ 1166812 h 1890712"/>
              <a:gd name="connsiteX110" fmla="*/ 1628775 w 2543175"/>
              <a:gd name="connsiteY110" fmla="*/ 1183481 h 1890712"/>
              <a:gd name="connsiteX111" fmla="*/ 1662113 w 2543175"/>
              <a:gd name="connsiteY111" fmla="*/ 1209675 h 1890712"/>
              <a:gd name="connsiteX112" fmla="*/ 1678782 w 2543175"/>
              <a:gd name="connsiteY112" fmla="*/ 1226344 h 1890712"/>
              <a:gd name="connsiteX113" fmla="*/ 1700213 w 2543175"/>
              <a:gd name="connsiteY113" fmla="*/ 1247775 h 1890712"/>
              <a:gd name="connsiteX114" fmla="*/ 1712119 w 2543175"/>
              <a:gd name="connsiteY114" fmla="*/ 1259681 h 1890712"/>
              <a:gd name="connsiteX115" fmla="*/ 1733550 w 2543175"/>
              <a:gd name="connsiteY115" fmla="*/ 1273969 h 1890712"/>
              <a:gd name="connsiteX116" fmla="*/ 1743075 w 2543175"/>
              <a:gd name="connsiteY116" fmla="*/ 1283494 h 1890712"/>
              <a:gd name="connsiteX117" fmla="*/ 1754982 w 2543175"/>
              <a:gd name="connsiteY117" fmla="*/ 1290637 h 1890712"/>
              <a:gd name="connsiteX118" fmla="*/ 1766888 w 2543175"/>
              <a:gd name="connsiteY118" fmla="*/ 1300162 h 1890712"/>
              <a:gd name="connsiteX119" fmla="*/ 1783557 w 2543175"/>
              <a:gd name="connsiteY119" fmla="*/ 1307306 h 1890712"/>
              <a:gd name="connsiteX120" fmla="*/ 1790700 w 2543175"/>
              <a:gd name="connsiteY120" fmla="*/ 1312069 h 1890712"/>
              <a:gd name="connsiteX121" fmla="*/ 1800225 w 2543175"/>
              <a:gd name="connsiteY121" fmla="*/ 1319212 h 1890712"/>
              <a:gd name="connsiteX122" fmla="*/ 1807369 w 2543175"/>
              <a:gd name="connsiteY122" fmla="*/ 1321594 h 1890712"/>
              <a:gd name="connsiteX123" fmla="*/ 1824038 w 2543175"/>
              <a:gd name="connsiteY123" fmla="*/ 1333500 h 1890712"/>
              <a:gd name="connsiteX124" fmla="*/ 1843088 w 2543175"/>
              <a:gd name="connsiteY124" fmla="*/ 1352550 h 1890712"/>
              <a:gd name="connsiteX125" fmla="*/ 1852613 w 2543175"/>
              <a:gd name="connsiteY125" fmla="*/ 1359694 h 1890712"/>
              <a:gd name="connsiteX126" fmla="*/ 1859757 w 2543175"/>
              <a:gd name="connsiteY126" fmla="*/ 1366837 h 1890712"/>
              <a:gd name="connsiteX127" fmla="*/ 1869282 w 2543175"/>
              <a:gd name="connsiteY127" fmla="*/ 1371600 h 1890712"/>
              <a:gd name="connsiteX128" fmla="*/ 1883569 w 2543175"/>
              <a:gd name="connsiteY128" fmla="*/ 1388269 h 1890712"/>
              <a:gd name="connsiteX129" fmla="*/ 1893094 w 2543175"/>
              <a:gd name="connsiteY129" fmla="*/ 1395412 h 1890712"/>
              <a:gd name="connsiteX130" fmla="*/ 1902619 w 2543175"/>
              <a:gd name="connsiteY130" fmla="*/ 1404937 h 1890712"/>
              <a:gd name="connsiteX131" fmla="*/ 1912144 w 2543175"/>
              <a:gd name="connsiteY131" fmla="*/ 1409700 h 1890712"/>
              <a:gd name="connsiteX132" fmla="*/ 1931194 w 2543175"/>
              <a:gd name="connsiteY132" fmla="*/ 1421606 h 1890712"/>
              <a:gd name="connsiteX133" fmla="*/ 1935957 w 2543175"/>
              <a:gd name="connsiteY133" fmla="*/ 1428750 h 1890712"/>
              <a:gd name="connsiteX134" fmla="*/ 1952625 w 2543175"/>
              <a:gd name="connsiteY134" fmla="*/ 1438275 h 1890712"/>
              <a:gd name="connsiteX135" fmla="*/ 1971675 w 2543175"/>
              <a:gd name="connsiteY135" fmla="*/ 1450181 h 1890712"/>
              <a:gd name="connsiteX136" fmla="*/ 1981200 w 2543175"/>
              <a:gd name="connsiteY136" fmla="*/ 1454944 h 1890712"/>
              <a:gd name="connsiteX137" fmla="*/ 1997869 w 2543175"/>
              <a:gd name="connsiteY137" fmla="*/ 1471612 h 1890712"/>
              <a:gd name="connsiteX138" fmla="*/ 2007394 w 2543175"/>
              <a:gd name="connsiteY138" fmla="*/ 1478756 h 1890712"/>
              <a:gd name="connsiteX139" fmla="*/ 2016919 w 2543175"/>
              <a:gd name="connsiteY139" fmla="*/ 1483519 h 1890712"/>
              <a:gd name="connsiteX140" fmla="*/ 2024063 w 2543175"/>
              <a:gd name="connsiteY140" fmla="*/ 1490662 h 1890712"/>
              <a:gd name="connsiteX141" fmla="*/ 2033588 w 2543175"/>
              <a:gd name="connsiteY141" fmla="*/ 1495425 h 1890712"/>
              <a:gd name="connsiteX142" fmla="*/ 2040732 w 2543175"/>
              <a:gd name="connsiteY142" fmla="*/ 1502569 h 1890712"/>
              <a:gd name="connsiteX143" fmla="*/ 2047875 w 2543175"/>
              <a:gd name="connsiteY143" fmla="*/ 1507331 h 1890712"/>
              <a:gd name="connsiteX144" fmla="*/ 2057400 w 2543175"/>
              <a:gd name="connsiteY144" fmla="*/ 1514475 h 1890712"/>
              <a:gd name="connsiteX145" fmla="*/ 2064544 w 2543175"/>
              <a:gd name="connsiteY145" fmla="*/ 1519237 h 1890712"/>
              <a:gd name="connsiteX146" fmla="*/ 2071688 w 2543175"/>
              <a:gd name="connsiteY146" fmla="*/ 1526381 h 1890712"/>
              <a:gd name="connsiteX147" fmla="*/ 2081213 w 2543175"/>
              <a:gd name="connsiteY147" fmla="*/ 1531144 h 1890712"/>
              <a:gd name="connsiteX148" fmla="*/ 2090738 w 2543175"/>
              <a:gd name="connsiteY148" fmla="*/ 1538287 h 1890712"/>
              <a:gd name="connsiteX149" fmla="*/ 2109788 w 2543175"/>
              <a:gd name="connsiteY149" fmla="*/ 1547812 h 1890712"/>
              <a:gd name="connsiteX150" fmla="*/ 2131219 w 2543175"/>
              <a:gd name="connsiteY150" fmla="*/ 1562100 h 1890712"/>
              <a:gd name="connsiteX151" fmla="*/ 2140744 w 2543175"/>
              <a:gd name="connsiteY151" fmla="*/ 1566862 h 1890712"/>
              <a:gd name="connsiteX152" fmla="*/ 2152650 w 2543175"/>
              <a:gd name="connsiteY152" fmla="*/ 1576387 h 1890712"/>
              <a:gd name="connsiteX153" fmla="*/ 2181225 w 2543175"/>
              <a:gd name="connsiteY153" fmla="*/ 1590675 h 1890712"/>
              <a:gd name="connsiteX154" fmla="*/ 2200275 w 2543175"/>
              <a:gd name="connsiteY154" fmla="*/ 1607344 h 1890712"/>
              <a:gd name="connsiteX155" fmla="*/ 2207419 w 2543175"/>
              <a:gd name="connsiteY155" fmla="*/ 1612106 h 1890712"/>
              <a:gd name="connsiteX156" fmla="*/ 2216944 w 2543175"/>
              <a:gd name="connsiteY156" fmla="*/ 1619250 h 1890712"/>
              <a:gd name="connsiteX157" fmla="*/ 2224088 w 2543175"/>
              <a:gd name="connsiteY157" fmla="*/ 1624012 h 1890712"/>
              <a:gd name="connsiteX158" fmla="*/ 2247900 w 2543175"/>
              <a:gd name="connsiteY158" fmla="*/ 1643062 h 1890712"/>
              <a:gd name="connsiteX159" fmla="*/ 2255044 w 2543175"/>
              <a:gd name="connsiteY159" fmla="*/ 1650206 h 1890712"/>
              <a:gd name="connsiteX160" fmla="*/ 2281238 w 2543175"/>
              <a:gd name="connsiteY160" fmla="*/ 1664494 h 1890712"/>
              <a:gd name="connsiteX161" fmla="*/ 2297907 w 2543175"/>
              <a:gd name="connsiteY161" fmla="*/ 1674019 h 1890712"/>
              <a:gd name="connsiteX162" fmla="*/ 2312194 w 2543175"/>
              <a:gd name="connsiteY162" fmla="*/ 1685925 h 1890712"/>
              <a:gd name="connsiteX163" fmla="*/ 2328863 w 2543175"/>
              <a:gd name="connsiteY163" fmla="*/ 1697831 h 1890712"/>
              <a:gd name="connsiteX164" fmla="*/ 2350294 w 2543175"/>
              <a:gd name="connsiteY164" fmla="*/ 1712119 h 1890712"/>
              <a:gd name="connsiteX165" fmla="*/ 2369344 w 2543175"/>
              <a:gd name="connsiteY165" fmla="*/ 1724025 h 1890712"/>
              <a:gd name="connsiteX166" fmla="*/ 2428876 w 2543175"/>
              <a:gd name="connsiteY166" fmla="*/ 1785938 h 1890712"/>
              <a:gd name="connsiteX167" fmla="*/ 2466975 w 2543175"/>
              <a:gd name="connsiteY167" fmla="*/ 1783556 h 1890712"/>
              <a:gd name="connsiteX168" fmla="*/ 2481263 w 2543175"/>
              <a:gd name="connsiteY168" fmla="*/ 1795462 h 1890712"/>
              <a:gd name="connsiteX169" fmla="*/ 2486025 w 2543175"/>
              <a:gd name="connsiteY169" fmla="*/ 1802606 h 1890712"/>
              <a:gd name="connsiteX170" fmla="*/ 2514600 w 2543175"/>
              <a:gd name="connsiteY170" fmla="*/ 1850231 h 1890712"/>
              <a:gd name="connsiteX171" fmla="*/ 2519363 w 2543175"/>
              <a:gd name="connsiteY171" fmla="*/ 1857375 h 1890712"/>
              <a:gd name="connsiteX172" fmla="*/ 2540794 w 2543175"/>
              <a:gd name="connsiteY172" fmla="*/ 1883569 h 1890712"/>
              <a:gd name="connsiteX173" fmla="*/ 2543175 w 2543175"/>
              <a:gd name="connsiteY173"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78619 w 2543175"/>
              <a:gd name="connsiteY30" fmla="*/ 276225 h 1890712"/>
              <a:gd name="connsiteX31" fmla="*/ 385763 w 2543175"/>
              <a:gd name="connsiteY31" fmla="*/ 283369 h 1890712"/>
              <a:gd name="connsiteX32" fmla="*/ 404813 w 2543175"/>
              <a:gd name="connsiteY32" fmla="*/ 295275 h 1890712"/>
              <a:gd name="connsiteX33" fmla="*/ 411957 w 2543175"/>
              <a:gd name="connsiteY33" fmla="*/ 297656 h 1890712"/>
              <a:gd name="connsiteX34" fmla="*/ 466725 w 2543175"/>
              <a:gd name="connsiteY34" fmla="*/ 328612 h 1890712"/>
              <a:gd name="connsiteX35" fmla="*/ 476250 w 2543175"/>
              <a:gd name="connsiteY35" fmla="*/ 335756 h 1890712"/>
              <a:gd name="connsiteX36" fmla="*/ 481013 w 2543175"/>
              <a:gd name="connsiteY36" fmla="*/ 342900 h 1890712"/>
              <a:gd name="connsiteX37" fmla="*/ 490538 w 2543175"/>
              <a:gd name="connsiteY37" fmla="*/ 352425 h 1890712"/>
              <a:gd name="connsiteX38" fmla="*/ 495300 w 2543175"/>
              <a:gd name="connsiteY38" fmla="*/ 359569 h 1890712"/>
              <a:gd name="connsiteX39" fmla="*/ 509588 w 2543175"/>
              <a:gd name="connsiteY39" fmla="*/ 376237 h 1890712"/>
              <a:gd name="connsiteX40" fmla="*/ 514350 w 2543175"/>
              <a:gd name="connsiteY40" fmla="*/ 383381 h 1890712"/>
              <a:gd name="connsiteX41" fmla="*/ 531019 w 2543175"/>
              <a:gd name="connsiteY41" fmla="*/ 397669 h 1890712"/>
              <a:gd name="connsiteX42" fmla="*/ 538163 w 2543175"/>
              <a:gd name="connsiteY42" fmla="*/ 407194 h 1890712"/>
              <a:gd name="connsiteX43" fmla="*/ 554832 w 2543175"/>
              <a:gd name="connsiteY43" fmla="*/ 421481 h 1890712"/>
              <a:gd name="connsiteX44" fmla="*/ 564357 w 2543175"/>
              <a:gd name="connsiteY44" fmla="*/ 431006 h 1890712"/>
              <a:gd name="connsiteX45" fmla="*/ 573882 w 2543175"/>
              <a:gd name="connsiteY45" fmla="*/ 438150 h 1890712"/>
              <a:gd name="connsiteX46" fmla="*/ 595313 w 2543175"/>
              <a:gd name="connsiteY46" fmla="*/ 454819 h 1890712"/>
              <a:gd name="connsiteX47" fmla="*/ 602457 w 2543175"/>
              <a:gd name="connsiteY47" fmla="*/ 457200 h 1890712"/>
              <a:gd name="connsiteX48" fmla="*/ 628650 w 2543175"/>
              <a:gd name="connsiteY48" fmla="*/ 469106 h 1890712"/>
              <a:gd name="connsiteX49" fmla="*/ 645319 w 2543175"/>
              <a:gd name="connsiteY49" fmla="*/ 483394 h 1890712"/>
              <a:gd name="connsiteX50" fmla="*/ 654844 w 2543175"/>
              <a:gd name="connsiteY50" fmla="*/ 488156 h 1890712"/>
              <a:gd name="connsiteX51" fmla="*/ 661988 w 2543175"/>
              <a:gd name="connsiteY51" fmla="*/ 497681 h 1890712"/>
              <a:gd name="connsiteX52" fmla="*/ 683419 w 2543175"/>
              <a:gd name="connsiteY52" fmla="*/ 514350 h 1890712"/>
              <a:gd name="connsiteX53" fmla="*/ 700088 w 2543175"/>
              <a:gd name="connsiteY53" fmla="*/ 526256 h 1890712"/>
              <a:gd name="connsiteX54" fmla="*/ 709613 w 2543175"/>
              <a:gd name="connsiteY54" fmla="*/ 535781 h 1890712"/>
              <a:gd name="connsiteX55" fmla="*/ 719138 w 2543175"/>
              <a:gd name="connsiteY55" fmla="*/ 542925 h 1890712"/>
              <a:gd name="connsiteX56" fmla="*/ 733425 w 2543175"/>
              <a:gd name="connsiteY56" fmla="*/ 557212 h 1890712"/>
              <a:gd name="connsiteX57" fmla="*/ 750094 w 2543175"/>
              <a:gd name="connsiteY57" fmla="*/ 569119 h 1890712"/>
              <a:gd name="connsiteX58" fmla="*/ 769144 w 2543175"/>
              <a:gd name="connsiteY58" fmla="*/ 581025 h 1890712"/>
              <a:gd name="connsiteX59" fmla="*/ 785813 w 2543175"/>
              <a:gd name="connsiteY59" fmla="*/ 590550 h 1890712"/>
              <a:gd name="connsiteX60" fmla="*/ 792957 w 2543175"/>
              <a:gd name="connsiteY60" fmla="*/ 600075 h 1890712"/>
              <a:gd name="connsiteX61" fmla="*/ 809625 w 2543175"/>
              <a:gd name="connsiteY61" fmla="*/ 611981 h 1890712"/>
              <a:gd name="connsiteX62" fmla="*/ 816769 w 2543175"/>
              <a:gd name="connsiteY62" fmla="*/ 619125 h 1890712"/>
              <a:gd name="connsiteX63" fmla="*/ 826294 w 2543175"/>
              <a:gd name="connsiteY63" fmla="*/ 626269 h 1890712"/>
              <a:gd name="connsiteX64" fmla="*/ 840582 w 2543175"/>
              <a:gd name="connsiteY64" fmla="*/ 638175 h 1890712"/>
              <a:gd name="connsiteX65" fmla="*/ 847725 w 2543175"/>
              <a:gd name="connsiteY65" fmla="*/ 645319 h 1890712"/>
              <a:gd name="connsiteX66" fmla="*/ 857250 w 2543175"/>
              <a:gd name="connsiteY66" fmla="*/ 652462 h 1890712"/>
              <a:gd name="connsiteX67" fmla="*/ 864394 w 2543175"/>
              <a:gd name="connsiteY67" fmla="*/ 657225 h 1890712"/>
              <a:gd name="connsiteX68" fmla="*/ 888207 w 2543175"/>
              <a:gd name="connsiteY68" fmla="*/ 676275 h 1890712"/>
              <a:gd name="connsiteX69" fmla="*/ 895350 w 2543175"/>
              <a:gd name="connsiteY69" fmla="*/ 681037 h 1890712"/>
              <a:gd name="connsiteX70" fmla="*/ 907257 w 2543175"/>
              <a:gd name="connsiteY70" fmla="*/ 683419 h 1890712"/>
              <a:gd name="connsiteX71" fmla="*/ 928688 w 2543175"/>
              <a:gd name="connsiteY71" fmla="*/ 695325 h 1890712"/>
              <a:gd name="connsiteX72" fmla="*/ 942975 w 2543175"/>
              <a:gd name="connsiteY72" fmla="*/ 700087 h 1890712"/>
              <a:gd name="connsiteX73" fmla="*/ 964407 w 2543175"/>
              <a:gd name="connsiteY73" fmla="*/ 716756 h 1890712"/>
              <a:gd name="connsiteX74" fmla="*/ 971550 w 2543175"/>
              <a:gd name="connsiteY74" fmla="*/ 723900 h 1890712"/>
              <a:gd name="connsiteX75" fmla="*/ 983457 w 2543175"/>
              <a:gd name="connsiteY75" fmla="*/ 733425 h 1890712"/>
              <a:gd name="connsiteX76" fmla="*/ 990600 w 2543175"/>
              <a:gd name="connsiteY76" fmla="*/ 738187 h 1890712"/>
              <a:gd name="connsiteX77" fmla="*/ 1007269 w 2543175"/>
              <a:gd name="connsiteY77" fmla="*/ 752475 h 1890712"/>
              <a:gd name="connsiteX78" fmla="*/ 1031082 w 2543175"/>
              <a:gd name="connsiteY78" fmla="*/ 766762 h 1890712"/>
              <a:gd name="connsiteX79" fmla="*/ 1042988 w 2543175"/>
              <a:gd name="connsiteY79" fmla="*/ 773906 h 1890712"/>
              <a:gd name="connsiteX80" fmla="*/ 1071563 w 2543175"/>
              <a:gd name="connsiteY80" fmla="*/ 785812 h 1890712"/>
              <a:gd name="connsiteX81" fmla="*/ 1097757 w 2543175"/>
              <a:gd name="connsiteY81" fmla="*/ 807244 h 1890712"/>
              <a:gd name="connsiteX82" fmla="*/ 1104900 w 2543175"/>
              <a:gd name="connsiteY82" fmla="*/ 814387 h 1890712"/>
              <a:gd name="connsiteX83" fmla="*/ 1121569 w 2543175"/>
              <a:gd name="connsiteY83" fmla="*/ 823912 h 1890712"/>
              <a:gd name="connsiteX84" fmla="*/ 1138238 w 2543175"/>
              <a:gd name="connsiteY84" fmla="*/ 835819 h 1890712"/>
              <a:gd name="connsiteX85" fmla="*/ 1147763 w 2543175"/>
              <a:gd name="connsiteY85" fmla="*/ 842962 h 1890712"/>
              <a:gd name="connsiteX86" fmla="*/ 1157288 w 2543175"/>
              <a:gd name="connsiteY86" fmla="*/ 847725 h 1890712"/>
              <a:gd name="connsiteX87" fmla="*/ 1178719 w 2543175"/>
              <a:gd name="connsiteY87" fmla="*/ 859631 h 1890712"/>
              <a:gd name="connsiteX88" fmla="*/ 1188244 w 2543175"/>
              <a:gd name="connsiteY88" fmla="*/ 866775 h 1890712"/>
              <a:gd name="connsiteX89" fmla="*/ 1195388 w 2543175"/>
              <a:gd name="connsiteY89" fmla="*/ 871537 h 1890712"/>
              <a:gd name="connsiteX90" fmla="*/ 1212057 w 2543175"/>
              <a:gd name="connsiteY90" fmla="*/ 883444 h 1890712"/>
              <a:gd name="connsiteX91" fmla="*/ 1226344 w 2543175"/>
              <a:gd name="connsiteY91" fmla="*/ 895350 h 1890712"/>
              <a:gd name="connsiteX92" fmla="*/ 1245394 w 2543175"/>
              <a:gd name="connsiteY92" fmla="*/ 907256 h 1890712"/>
              <a:gd name="connsiteX93" fmla="*/ 1254919 w 2543175"/>
              <a:gd name="connsiteY93" fmla="*/ 914400 h 1890712"/>
              <a:gd name="connsiteX94" fmla="*/ 1269207 w 2543175"/>
              <a:gd name="connsiteY94" fmla="*/ 921544 h 1890712"/>
              <a:gd name="connsiteX95" fmla="*/ 1290638 w 2543175"/>
              <a:gd name="connsiteY95" fmla="*/ 935831 h 1890712"/>
              <a:gd name="connsiteX96" fmla="*/ 1307307 w 2543175"/>
              <a:gd name="connsiteY96" fmla="*/ 952500 h 1890712"/>
              <a:gd name="connsiteX97" fmla="*/ 1333500 w 2543175"/>
              <a:gd name="connsiteY97" fmla="*/ 971550 h 1890712"/>
              <a:gd name="connsiteX98" fmla="*/ 1359694 w 2543175"/>
              <a:gd name="connsiteY98" fmla="*/ 990600 h 1890712"/>
              <a:gd name="connsiteX99" fmla="*/ 1373982 w 2543175"/>
              <a:gd name="connsiteY99" fmla="*/ 997744 h 1890712"/>
              <a:gd name="connsiteX100" fmla="*/ 1388269 w 2543175"/>
              <a:gd name="connsiteY100" fmla="*/ 1007269 h 1890712"/>
              <a:gd name="connsiteX101" fmla="*/ 1414463 w 2543175"/>
              <a:gd name="connsiteY101" fmla="*/ 1019175 h 1890712"/>
              <a:gd name="connsiteX102" fmla="*/ 1428750 w 2543175"/>
              <a:gd name="connsiteY102" fmla="*/ 1026319 h 1890712"/>
              <a:gd name="connsiteX103" fmla="*/ 1471613 w 2543175"/>
              <a:gd name="connsiteY103" fmla="*/ 1059656 h 1890712"/>
              <a:gd name="connsiteX104" fmla="*/ 1495425 w 2543175"/>
              <a:gd name="connsiteY104" fmla="*/ 1088231 h 1890712"/>
              <a:gd name="connsiteX105" fmla="*/ 1547812 w 2543175"/>
              <a:gd name="connsiteY105" fmla="*/ 1133475 h 1890712"/>
              <a:gd name="connsiteX106" fmla="*/ 1597819 w 2543175"/>
              <a:gd name="connsiteY106" fmla="*/ 1154906 h 1890712"/>
              <a:gd name="connsiteX107" fmla="*/ 1604963 w 2543175"/>
              <a:gd name="connsiteY107" fmla="*/ 1162050 h 1890712"/>
              <a:gd name="connsiteX108" fmla="*/ 1612107 w 2543175"/>
              <a:gd name="connsiteY108" fmla="*/ 1166812 h 1890712"/>
              <a:gd name="connsiteX109" fmla="*/ 1628775 w 2543175"/>
              <a:gd name="connsiteY109" fmla="*/ 1183481 h 1890712"/>
              <a:gd name="connsiteX110" fmla="*/ 1662113 w 2543175"/>
              <a:gd name="connsiteY110" fmla="*/ 1209675 h 1890712"/>
              <a:gd name="connsiteX111" fmla="*/ 1678782 w 2543175"/>
              <a:gd name="connsiteY111" fmla="*/ 1226344 h 1890712"/>
              <a:gd name="connsiteX112" fmla="*/ 1700213 w 2543175"/>
              <a:gd name="connsiteY112" fmla="*/ 1247775 h 1890712"/>
              <a:gd name="connsiteX113" fmla="*/ 1712119 w 2543175"/>
              <a:gd name="connsiteY113" fmla="*/ 1259681 h 1890712"/>
              <a:gd name="connsiteX114" fmla="*/ 1733550 w 2543175"/>
              <a:gd name="connsiteY114" fmla="*/ 1273969 h 1890712"/>
              <a:gd name="connsiteX115" fmla="*/ 1743075 w 2543175"/>
              <a:gd name="connsiteY115" fmla="*/ 1283494 h 1890712"/>
              <a:gd name="connsiteX116" fmla="*/ 1754982 w 2543175"/>
              <a:gd name="connsiteY116" fmla="*/ 1290637 h 1890712"/>
              <a:gd name="connsiteX117" fmla="*/ 1766888 w 2543175"/>
              <a:gd name="connsiteY117" fmla="*/ 1300162 h 1890712"/>
              <a:gd name="connsiteX118" fmla="*/ 1783557 w 2543175"/>
              <a:gd name="connsiteY118" fmla="*/ 1307306 h 1890712"/>
              <a:gd name="connsiteX119" fmla="*/ 1790700 w 2543175"/>
              <a:gd name="connsiteY119" fmla="*/ 1312069 h 1890712"/>
              <a:gd name="connsiteX120" fmla="*/ 1800225 w 2543175"/>
              <a:gd name="connsiteY120" fmla="*/ 1319212 h 1890712"/>
              <a:gd name="connsiteX121" fmla="*/ 1807369 w 2543175"/>
              <a:gd name="connsiteY121" fmla="*/ 1321594 h 1890712"/>
              <a:gd name="connsiteX122" fmla="*/ 1824038 w 2543175"/>
              <a:gd name="connsiteY122" fmla="*/ 1333500 h 1890712"/>
              <a:gd name="connsiteX123" fmla="*/ 1843088 w 2543175"/>
              <a:gd name="connsiteY123" fmla="*/ 1352550 h 1890712"/>
              <a:gd name="connsiteX124" fmla="*/ 1852613 w 2543175"/>
              <a:gd name="connsiteY124" fmla="*/ 1359694 h 1890712"/>
              <a:gd name="connsiteX125" fmla="*/ 1859757 w 2543175"/>
              <a:gd name="connsiteY125" fmla="*/ 1366837 h 1890712"/>
              <a:gd name="connsiteX126" fmla="*/ 1869282 w 2543175"/>
              <a:gd name="connsiteY126" fmla="*/ 1371600 h 1890712"/>
              <a:gd name="connsiteX127" fmla="*/ 1883569 w 2543175"/>
              <a:gd name="connsiteY127" fmla="*/ 1388269 h 1890712"/>
              <a:gd name="connsiteX128" fmla="*/ 1893094 w 2543175"/>
              <a:gd name="connsiteY128" fmla="*/ 1395412 h 1890712"/>
              <a:gd name="connsiteX129" fmla="*/ 1902619 w 2543175"/>
              <a:gd name="connsiteY129" fmla="*/ 1404937 h 1890712"/>
              <a:gd name="connsiteX130" fmla="*/ 1912144 w 2543175"/>
              <a:gd name="connsiteY130" fmla="*/ 1409700 h 1890712"/>
              <a:gd name="connsiteX131" fmla="*/ 1931194 w 2543175"/>
              <a:gd name="connsiteY131" fmla="*/ 1421606 h 1890712"/>
              <a:gd name="connsiteX132" fmla="*/ 1935957 w 2543175"/>
              <a:gd name="connsiteY132" fmla="*/ 1428750 h 1890712"/>
              <a:gd name="connsiteX133" fmla="*/ 1952625 w 2543175"/>
              <a:gd name="connsiteY133" fmla="*/ 1438275 h 1890712"/>
              <a:gd name="connsiteX134" fmla="*/ 1971675 w 2543175"/>
              <a:gd name="connsiteY134" fmla="*/ 1450181 h 1890712"/>
              <a:gd name="connsiteX135" fmla="*/ 1981200 w 2543175"/>
              <a:gd name="connsiteY135" fmla="*/ 1454944 h 1890712"/>
              <a:gd name="connsiteX136" fmla="*/ 1997869 w 2543175"/>
              <a:gd name="connsiteY136" fmla="*/ 1471612 h 1890712"/>
              <a:gd name="connsiteX137" fmla="*/ 2007394 w 2543175"/>
              <a:gd name="connsiteY137" fmla="*/ 1478756 h 1890712"/>
              <a:gd name="connsiteX138" fmla="*/ 2016919 w 2543175"/>
              <a:gd name="connsiteY138" fmla="*/ 1483519 h 1890712"/>
              <a:gd name="connsiteX139" fmla="*/ 2024063 w 2543175"/>
              <a:gd name="connsiteY139" fmla="*/ 1490662 h 1890712"/>
              <a:gd name="connsiteX140" fmla="*/ 2033588 w 2543175"/>
              <a:gd name="connsiteY140" fmla="*/ 1495425 h 1890712"/>
              <a:gd name="connsiteX141" fmla="*/ 2040732 w 2543175"/>
              <a:gd name="connsiteY141" fmla="*/ 1502569 h 1890712"/>
              <a:gd name="connsiteX142" fmla="*/ 2047875 w 2543175"/>
              <a:gd name="connsiteY142" fmla="*/ 1507331 h 1890712"/>
              <a:gd name="connsiteX143" fmla="*/ 2057400 w 2543175"/>
              <a:gd name="connsiteY143" fmla="*/ 1514475 h 1890712"/>
              <a:gd name="connsiteX144" fmla="*/ 2064544 w 2543175"/>
              <a:gd name="connsiteY144" fmla="*/ 1519237 h 1890712"/>
              <a:gd name="connsiteX145" fmla="*/ 2071688 w 2543175"/>
              <a:gd name="connsiteY145" fmla="*/ 1526381 h 1890712"/>
              <a:gd name="connsiteX146" fmla="*/ 2081213 w 2543175"/>
              <a:gd name="connsiteY146" fmla="*/ 1531144 h 1890712"/>
              <a:gd name="connsiteX147" fmla="*/ 2090738 w 2543175"/>
              <a:gd name="connsiteY147" fmla="*/ 1538287 h 1890712"/>
              <a:gd name="connsiteX148" fmla="*/ 2109788 w 2543175"/>
              <a:gd name="connsiteY148" fmla="*/ 1547812 h 1890712"/>
              <a:gd name="connsiteX149" fmla="*/ 2131219 w 2543175"/>
              <a:gd name="connsiteY149" fmla="*/ 1562100 h 1890712"/>
              <a:gd name="connsiteX150" fmla="*/ 2140744 w 2543175"/>
              <a:gd name="connsiteY150" fmla="*/ 1566862 h 1890712"/>
              <a:gd name="connsiteX151" fmla="*/ 2152650 w 2543175"/>
              <a:gd name="connsiteY151" fmla="*/ 1576387 h 1890712"/>
              <a:gd name="connsiteX152" fmla="*/ 2181225 w 2543175"/>
              <a:gd name="connsiteY152" fmla="*/ 1590675 h 1890712"/>
              <a:gd name="connsiteX153" fmla="*/ 2200275 w 2543175"/>
              <a:gd name="connsiteY153" fmla="*/ 1607344 h 1890712"/>
              <a:gd name="connsiteX154" fmla="*/ 2207419 w 2543175"/>
              <a:gd name="connsiteY154" fmla="*/ 1612106 h 1890712"/>
              <a:gd name="connsiteX155" fmla="*/ 2216944 w 2543175"/>
              <a:gd name="connsiteY155" fmla="*/ 1619250 h 1890712"/>
              <a:gd name="connsiteX156" fmla="*/ 2224088 w 2543175"/>
              <a:gd name="connsiteY156" fmla="*/ 1624012 h 1890712"/>
              <a:gd name="connsiteX157" fmla="*/ 2247900 w 2543175"/>
              <a:gd name="connsiteY157" fmla="*/ 1643062 h 1890712"/>
              <a:gd name="connsiteX158" fmla="*/ 2255044 w 2543175"/>
              <a:gd name="connsiteY158" fmla="*/ 1650206 h 1890712"/>
              <a:gd name="connsiteX159" fmla="*/ 2281238 w 2543175"/>
              <a:gd name="connsiteY159" fmla="*/ 1664494 h 1890712"/>
              <a:gd name="connsiteX160" fmla="*/ 2297907 w 2543175"/>
              <a:gd name="connsiteY160" fmla="*/ 1674019 h 1890712"/>
              <a:gd name="connsiteX161" fmla="*/ 2312194 w 2543175"/>
              <a:gd name="connsiteY161" fmla="*/ 1685925 h 1890712"/>
              <a:gd name="connsiteX162" fmla="*/ 2328863 w 2543175"/>
              <a:gd name="connsiteY162" fmla="*/ 1697831 h 1890712"/>
              <a:gd name="connsiteX163" fmla="*/ 2350294 w 2543175"/>
              <a:gd name="connsiteY163" fmla="*/ 1712119 h 1890712"/>
              <a:gd name="connsiteX164" fmla="*/ 2369344 w 2543175"/>
              <a:gd name="connsiteY164" fmla="*/ 1724025 h 1890712"/>
              <a:gd name="connsiteX165" fmla="*/ 2428876 w 2543175"/>
              <a:gd name="connsiteY165" fmla="*/ 1785938 h 1890712"/>
              <a:gd name="connsiteX166" fmla="*/ 2466975 w 2543175"/>
              <a:gd name="connsiteY166" fmla="*/ 1783556 h 1890712"/>
              <a:gd name="connsiteX167" fmla="*/ 2481263 w 2543175"/>
              <a:gd name="connsiteY167" fmla="*/ 1795462 h 1890712"/>
              <a:gd name="connsiteX168" fmla="*/ 2486025 w 2543175"/>
              <a:gd name="connsiteY168" fmla="*/ 1802606 h 1890712"/>
              <a:gd name="connsiteX169" fmla="*/ 2514600 w 2543175"/>
              <a:gd name="connsiteY169" fmla="*/ 1850231 h 1890712"/>
              <a:gd name="connsiteX170" fmla="*/ 2519363 w 2543175"/>
              <a:gd name="connsiteY170" fmla="*/ 1857375 h 1890712"/>
              <a:gd name="connsiteX171" fmla="*/ 2540794 w 2543175"/>
              <a:gd name="connsiteY171" fmla="*/ 1883569 h 1890712"/>
              <a:gd name="connsiteX172" fmla="*/ 2543175 w 2543175"/>
              <a:gd name="connsiteY17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85763 w 2543175"/>
              <a:gd name="connsiteY30" fmla="*/ 283369 h 1890712"/>
              <a:gd name="connsiteX31" fmla="*/ 404813 w 2543175"/>
              <a:gd name="connsiteY31" fmla="*/ 295275 h 1890712"/>
              <a:gd name="connsiteX32" fmla="*/ 411957 w 2543175"/>
              <a:gd name="connsiteY32" fmla="*/ 297656 h 1890712"/>
              <a:gd name="connsiteX33" fmla="*/ 466725 w 2543175"/>
              <a:gd name="connsiteY33" fmla="*/ 328612 h 1890712"/>
              <a:gd name="connsiteX34" fmla="*/ 476250 w 2543175"/>
              <a:gd name="connsiteY34" fmla="*/ 335756 h 1890712"/>
              <a:gd name="connsiteX35" fmla="*/ 481013 w 2543175"/>
              <a:gd name="connsiteY35" fmla="*/ 342900 h 1890712"/>
              <a:gd name="connsiteX36" fmla="*/ 490538 w 2543175"/>
              <a:gd name="connsiteY36" fmla="*/ 352425 h 1890712"/>
              <a:gd name="connsiteX37" fmla="*/ 495300 w 2543175"/>
              <a:gd name="connsiteY37" fmla="*/ 359569 h 1890712"/>
              <a:gd name="connsiteX38" fmla="*/ 509588 w 2543175"/>
              <a:gd name="connsiteY38" fmla="*/ 376237 h 1890712"/>
              <a:gd name="connsiteX39" fmla="*/ 514350 w 2543175"/>
              <a:gd name="connsiteY39" fmla="*/ 383381 h 1890712"/>
              <a:gd name="connsiteX40" fmla="*/ 531019 w 2543175"/>
              <a:gd name="connsiteY40" fmla="*/ 397669 h 1890712"/>
              <a:gd name="connsiteX41" fmla="*/ 538163 w 2543175"/>
              <a:gd name="connsiteY41" fmla="*/ 407194 h 1890712"/>
              <a:gd name="connsiteX42" fmla="*/ 554832 w 2543175"/>
              <a:gd name="connsiteY42" fmla="*/ 421481 h 1890712"/>
              <a:gd name="connsiteX43" fmla="*/ 564357 w 2543175"/>
              <a:gd name="connsiteY43" fmla="*/ 431006 h 1890712"/>
              <a:gd name="connsiteX44" fmla="*/ 573882 w 2543175"/>
              <a:gd name="connsiteY44" fmla="*/ 438150 h 1890712"/>
              <a:gd name="connsiteX45" fmla="*/ 595313 w 2543175"/>
              <a:gd name="connsiteY45" fmla="*/ 454819 h 1890712"/>
              <a:gd name="connsiteX46" fmla="*/ 602457 w 2543175"/>
              <a:gd name="connsiteY46" fmla="*/ 457200 h 1890712"/>
              <a:gd name="connsiteX47" fmla="*/ 628650 w 2543175"/>
              <a:gd name="connsiteY47" fmla="*/ 469106 h 1890712"/>
              <a:gd name="connsiteX48" fmla="*/ 645319 w 2543175"/>
              <a:gd name="connsiteY48" fmla="*/ 483394 h 1890712"/>
              <a:gd name="connsiteX49" fmla="*/ 654844 w 2543175"/>
              <a:gd name="connsiteY49" fmla="*/ 488156 h 1890712"/>
              <a:gd name="connsiteX50" fmla="*/ 661988 w 2543175"/>
              <a:gd name="connsiteY50" fmla="*/ 497681 h 1890712"/>
              <a:gd name="connsiteX51" fmla="*/ 683419 w 2543175"/>
              <a:gd name="connsiteY51" fmla="*/ 514350 h 1890712"/>
              <a:gd name="connsiteX52" fmla="*/ 700088 w 2543175"/>
              <a:gd name="connsiteY52" fmla="*/ 526256 h 1890712"/>
              <a:gd name="connsiteX53" fmla="*/ 709613 w 2543175"/>
              <a:gd name="connsiteY53" fmla="*/ 535781 h 1890712"/>
              <a:gd name="connsiteX54" fmla="*/ 719138 w 2543175"/>
              <a:gd name="connsiteY54" fmla="*/ 542925 h 1890712"/>
              <a:gd name="connsiteX55" fmla="*/ 733425 w 2543175"/>
              <a:gd name="connsiteY55" fmla="*/ 557212 h 1890712"/>
              <a:gd name="connsiteX56" fmla="*/ 750094 w 2543175"/>
              <a:gd name="connsiteY56" fmla="*/ 569119 h 1890712"/>
              <a:gd name="connsiteX57" fmla="*/ 769144 w 2543175"/>
              <a:gd name="connsiteY57" fmla="*/ 581025 h 1890712"/>
              <a:gd name="connsiteX58" fmla="*/ 785813 w 2543175"/>
              <a:gd name="connsiteY58" fmla="*/ 590550 h 1890712"/>
              <a:gd name="connsiteX59" fmla="*/ 792957 w 2543175"/>
              <a:gd name="connsiteY59" fmla="*/ 600075 h 1890712"/>
              <a:gd name="connsiteX60" fmla="*/ 809625 w 2543175"/>
              <a:gd name="connsiteY60" fmla="*/ 611981 h 1890712"/>
              <a:gd name="connsiteX61" fmla="*/ 816769 w 2543175"/>
              <a:gd name="connsiteY61" fmla="*/ 619125 h 1890712"/>
              <a:gd name="connsiteX62" fmla="*/ 826294 w 2543175"/>
              <a:gd name="connsiteY62" fmla="*/ 626269 h 1890712"/>
              <a:gd name="connsiteX63" fmla="*/ 840582 w 2543175"/>
              <a:gd name="connsiteY63" fmla="*/ 638175 h 1890712"/>
              <a:gd name="connsiteX64" fmla="*/ 847725 w 2543175"/>
              <a:gd name="connsiteY64" fmla="*/ 645319 h 1890712"/>
              <a:gd name="connsiteX65" fmla="*/ 857250 w 2543175"/>
              <a:gd name="connsiteY65" fmla="*/ 652462 h 1890712"/>
              <a:gd name="connsiteX66" fmla="*/ 864394 w 2543175"/>
              <a:gd name="connsiteY66" fmla="*/ 657225 h 1890712"/>
              <a:gd name="connsiteX67" fmla="*/ 888207 w 2543175"/>
              <a:gd name="connsiteY67" fmla="*/ 676275 h 1890712"/>
              <a:gd name="connsiteX68" fmla="*/ 895350 w 2543175"/>
              <a:gd name="connsiteY68" fmla="*/ 681037 h 1890712"/>
              <a:gd name="connsiteX69" fmla="*/ 907257 w 2543175"/>
              <a:gd name="connsiteY69" fmla="*/ 683419 h 1890712"/>
              <a:gd name="connsiteX70" fmla="*/ 928688 w 2543175"/>
              <a:gd name="connsiteY70" fmla="*/ 695325 h 1890712"/>
              <a:gd name="connsiteX71" fmla="*/ 942975 w 2543175"/>
              <a:gd name="connsiteY71" fmla="*/ 700087 h 1890712"/>
              <a:gd name="connsiteX72" fmla="*/ 964407 w 2543175"/>
              <a:gd name="connsiteY72" fmla="*/ 716756 h 1890712"/>
              <a:gd name="connsiteX73" fmla="*/ 971550 w 2543175"/>
              <a:gd name="connsiteY73" fmla="*/ 723900 h 1890712"/>
              <a:gd name="connsiteX74" fmla="*/ 983457 w 2543175"/>
              <a:gd name="connsiteY74" fmla="*/ 733425 h 1890712"/>
              <a:gd name="connsiteX75" fmla="*/ 990600 w 2543175"/>
              <a:gd name="connsiteY75" fmla="*/ 738187 h 1890712"/>
              <a:gd name="connsiteX76" fmla="*/ 1007269 w 2543175"/>
              <a:gd name="connsiteY76" fmla="*/ 752475 h 1890712"/>
              <a:gd name="connsiteX77" fmla="*/ 1031082 w 2543175"/>
              <a:gd name="connsiteY77" fmla="*/ 766762 h 1890712"/>
              <a:gd name="connsiteX78" fmla="*/ 1042988 w 2543175"/>
              <a:gd name="connsiteY78" fmla="*/ 773906 h 1890712"/>
              <a:gd name="connsiteX79" fmla="*/ 1071563 w 2543175"/>
              <a:gd name="connsiteY79" fmla="*/ 785812 h 1890712"/>
              <a:gd name="connsiteX80" fmla="*/ 1097757 w 2543175"/>
              <a:gd name="connsiteY80" fmla="*/ 807244 h 1890712"/>
              <a:gd name="connsiteX81" fmla="*/ 1104900 w 2543175"/>
              <a:gd name="connsiteY81" fmla="*/ 814387 h 1890712"/>
              <a:gd name="connsiteX82" fmla="*/ 1121569 w 2543175"/>
              <a:gd name="connsiteY82" fmla="*/ 823912 h 1890712"/>
              <a:gd name="connsiteX83" fmla="*/ 1138238 w 2543175"/>
              <a:gd name="connsiteY83" fmla="*/ 835819 h 1890712"/>
              <a:gd name="connsiteX84" fmla="*/ 1147763 w 2543175"/>
              <a:gd name="connsiteY84" fmla="*/ 842962 h 1890712"/>
              <a:gd name="connsiteX85" fmla="*/ 1157288 w 2543175"/>
              <a:gd name="connsiteY85" fmla="*/ 847725 h 1890712"/>
              <a:gd name="connsiteX86" fmla="*/ 1178719 w 2543175"/>
              <a:gd name="connsiteY86" fmla="*/ 859631 h 1890712"/>
              <a:gd name="connsiteX87" fmla="*/ 1188244 w 2543175"/>
              <a:gd name="connsiteY87" fmla="*/ 866775 h 1890712"/>
              <a:gd name="connsiteX88" fmla="*/ 1195388 w 2543175"/>
              <a:gd name="connsiteY88" fmla="*/ 871537 h 1890712"/>
              <a:gd name="connsiteX89" fmla="*/ 1212057 w 2543175"/>
              <a:gd name="connsiteY89" fmla="*/ 883444 h 1890712"/>
              <a:gd name="connsiteX90" fmla="*/ 1226344 w 2543175"/>
              <a:gd name="connsiteY90" fmla="*/ 895350 h 1890712"/>
              <a:gd name="connsiteX91" fmla="*/ 1245394 w 2543175"/>
              <a:gd name="connsiteY91" fmla="*/ 907256 h 1890712"/>
              <a:gd name="connsiteX92" fmla="*/ 1254919 w 2543175"/>
              <a:gd name="connsiteY92" fmla="*/ 914400 h 1890712"/>
              <a:gd name="connsiteX93" fmla="*/ 1269207 w 2543175"/>
              <a:gd name="connsiteY93" fmla="*/ 921544 h 1890712"/>
              <a:gd name="connsiteX94" fmla="*/ 1290638 w 2543175"/>
              <a:gd name="connsiteY94" fmla="*/ 935831 h 1890712"/>
              <a:gd name="connsiteX95" fmla="*/ 1307307 w 2543175"/>
              <a:gd name="connsiteY95" fmla="*/ 952500 h 1890712"/>
              <a:gd name="connsiteX96" fmla="*/ 1333500 w 2543175"/>
              <a:gd name="connsiteY96" fmla="*/ 971550 h 1890712"/>
              <a:gd name="connsiteX97" fmla="*/ 1359694 w 2543175"/>
              <a:gd name="connsiteY97" fmla="*/ 990600 h 1890712"/>
              <a:gd name="connsiteX98" fmla="*/ 1373982 w 2543175"/>
              <a:gd name="connsiteY98" fmla="*/ 997744 h 1890712"/>
              <a:gd name="connsiteX99" fmla="*/ 1388269 w 2543175"/>
              <a:gd name="connsiteY99" fmla="*/ 1007269 h 1890712"/>
              <a:gd name="connsiteX100" fmla="*/ 1414463 w 2543175"/>
              <a:gd name="connsiteY100" fmla="*/ 1019175 h 1890712"/>
              <a:gd name="connsiteX101" fmla="*/ 1428750 w 2543175"/>
              <a:gd name="connsiteY101" fmla="*/ 1026319 h 1890712"/>
              <a:gd name="connsiteX102" fmla="*/ 1471613 w 2543175"/>
              <a:gd name="connsiteY102" fmla="*/ 1059656 h 1890712"/>
              <a:gd name="connsiteX103" fmla="*/ 1495425 w 2543175"/>
              <a:gd name="connsiteY103" fmla="*/ 1088231 h 1890712"/>
              <a:gd name="connsiteX104" fmla="*/ 1547812 w 2543175"/>
              <a:gd name="connsiteY104" fmla="*/ 1133475 h 1890712"/>
              <a:gd name="connsiteX105" fmla="*/ 1597819 w 2543175"/>
              <a:gd name="connsiteY105" fmla="*/ 1154906 h 1890712"/>
              <a:gd name="connsiteX106" fmla="*/ 1604963 w 2543175"/>
              <a:gd name="connsiteY106" fmla="*/ 1162050 h 1890712"/>
              <a:gd name="connsiteX107" fmla="*/ 1612107 w 2543175"/>
              <a:gd name="connsiteY107" fmla="*/ 1166812 h 1890712"/>
              <a:gd name="connsiteX108" fmla="*/ 1628775 w 2543175"/>
              <a:gd name="connsiteY108" fmla="*/ 1183481 h 1890712"/>
              <a:gd name="connsiteX109" fmla="*/ 1662113 w 2543175"/>
              <a:gd name="connsiteY109" fmla="*/ 1209675 h 1890712"/>
              <a:gd name="connsiteX110" fmla="*/ 1678782 w 2543175"/>
              <a:gd name="connsiteY110" fmla="*/ 1226344 h 1890712"/>
              <a:gd name="connsiteX111" fmla="*/ 1700213 w 2543175"/>
              <a:gd name="connsiteY111" fmla="*/ 1247775 h 1890712"/>
              <a:gd name="connsiteX112" fmla="*/ 1712119 w 2543175"/>
              <a:gd name="connsiteY112" fmla="*/ 1259681 h 1890712"/>
              <a:gd name="connsiteX113" fmla="*/ 1733550 w 2543175"/>
              <a:gd name="connsiteY113" fmla="*/ 1273969 h 1890712"/>
              <a:gd name="connsiteX114" fmla="*/ 1743075 w 2543175"/>
              <a:gd name="connsiteY114" fmla="*/ 1283494 h 1890712"/>
              <a:gd name="connsiteX115" fmla="*/ 1754982 w 2543175"/>
              <a:gd name="connsiteY115" fmla="*/ 1290637 h 1890712"/>
              <a:gd name="connsiteX116" fmla="*/ 1766888 w 2543175"/>
              <a:gd name="connsiteY116" fmla="*/ 1300162 h 1890712"/>
              <a:gd name="connsiteX117" fmla="*/ 1783557 w 2543175"/>
              <a:gd name="connsiteY117" fmla="*/ 1307306 h 1890712"/>
              <a:gd name="connsiteX118" fmla="*/ 1790700 w 2543175"/>
              <a:gd name="connsiteY118" fmla="*/ 1312069 h 1890712"/>
              <a:gd name="connsiteX119" fmla="*/ 1800225 w 2543175"/>
              <a:gd name="connsiteY119" fmla="*/ 1319212 h 1890712"/>
              <a:gd name="connsiteX120" fmla="*/ 1807369 w 2543175"/>
              <a:gd name="connsiteY120" fmla="*/ 1321594 h 1890712"/>
              <a:gd name="connsiteX121" fmla="*/ 1824038 w 2543175"/>
              <a:gd name="connsiteY121" fmla="*/ 1333500 h 1890712"/>
              <a:gd name="connsiteX122" fmla="*/ 1843088 w 2543175"/>
              <a:gd name="connsiteY122" fmla="*/ 1352550 h 1890712"/>
              <a:gd name="connsiteX123" fmla="*/ 1852613 w 2543175"/>
              <a:gd name="connsiteY123" fmla="*/ 1359694 h 1890712"/>
              <a:gd name="connsiteX124" fmla="*/ 1859757 w 2543175"/>
              <a:gd name="connsiteY124" fmla="*/ 1366837 h 1890712"/>
              <a:gd name="connsiteX125" fmla="*/ 1869282 w 2543175"/>
              <a:gd name="connsiteY125" fmla="*/ 1371600 h 1890712"/>
              <a:gd name="connsiteX126" fmla="*/ 1883569 w 2543175"/>
              <a:gd name="connsiteY126" fmla="*/ 1388269 h 1890712"/>
              <a:gd name="connsiteX127" fmla="*/ 1893094 w 2543175"/>
              <a:gd name="connsiteY127" fmla="*/ 1395412 h 1890712"/>
              <a:gd name="connsiteX128" fmla="*/ 1902619 w 2543175"/>
              <a:gd name="connsiteY128" fmla="*/ 1404937 h 1890712"/>
              <a:gd name="connsiteX129" fmla="*/ 1912144 w 2543175"/>
              <a:gd name="connsiteY129" fmla="*/ 1409700 h 1890712"/>
              <a:gd name="connsiteX130" fmla="*/ 1931194 w 2543175"/>
              <a:gd name="connsiteY130" fmla="*/ 1421606 h 1890712"/>
              <a:gd name="connsiteX131" fmla="*/ 1935957 w 2543175"/>
              <a:gd name="connsiteY131" fmla="*/ 1428750 h 1890712"/>
              <a:gd name="connsiteX132" fmla="*/ 1952625 w 2543175"/>
              <a:gd name="connsiteY132" fmla="*/ 1438275 h 1890712"/>
              <a:gd name="connsiteX133" fmla="*/ 1971675 w 2543175"/>
              <a:gd name="connsiteY133" fmla="*/ 1450181 h 1890712"/>
              <a:gd name="connsiteX134" fmla="*/ 1981200 w 2543175"/>
              <a:gd name="connsiteY134" fmla="*/ 1454944 h 1890712"/>
              <a:gd name="connsiteX135" fmla="*/ 1997869 w 2543175"/>
              <a:gd name="connsiteY135" fmla="*/ 1471612 h 1890712"/>
              <a:gd name="connsiteX136" fmla="*/ 2007394 w 2543175"/>
              <a:gd name="connsiteY136" fmla="*/ 1478756 h 1890712"/>
              <a:gd name="connsiteX137" fmla="*/ 2016919 w 2543175"/>
              <a:gd name="connsiteY137" fmla="*/ 1483519 h 1890712"/>
              <a:gd name="connsiteX138" fmla="*/ 2024063 w 2543175"/>
              <a:gd name="connsiteY138" fmla="*/ 1490662 h 1890712"/>
              <a:gd name="connsiteX139" fmla="*/ 2033588 w 2543175"/>
              <a:gd name="connsiteY139" fmla="*/ 1495425 h 1890712"/>
              <a:gd name="connsiteX140" fmla="*/ 2040732 w 2543175"/>
              <a:gd name="connsiteY140" fmla="*/ 1502569 h 1890712"/>
              <a:gd name="connsiteX141" fmla="*/ 2047875 w 2543175"/>
              <a:gd name="connsiteY141" fmla="*/ 1507331 h 1890712"/>
              <a:gd name="connsiteX142" fmla="*/ 2057400 w 2543175"/>
              <a:gd name="connsiteY142" fmla="*/ 1514475 h 1890712"/>
              <a:gd name="connsiteX143" fmla="*/ 2064544 w 2543175"/>
              <a:gd name="connsiteY143" fmla="*/ 1519237 h 1890712"/>
              <a:gd name="connsiteX144" fmla="*/ 2071688 w 2543175"/>
              <a:gd name="connsiteY144" fmla="*/ 1526381 h 1890712"/>
              <a:gd name="connsiteX145" fmla="*/ 2081213 w 2543175"/>
              <a:gd name="connsiteY145" fmla="*/ 1531144 h 1890712"/>
              <a:gd name="connsiteX146" fmla="*/ 2090738 w 2543175"/>
              <a:gd name="connsiteY146" fmla="*/ 1538287 h 1890712"/>
              <a:gd name="connsiteX147" fmla="*/ 2109788 w 2543175"/>
              <a:gd name="connsiteY147" fmla="*/ 1547812 h 1890712"/>
              <a:gd name="connsiteX148" fmla="*/ 2131219 w 2543175"/>
              <a:gd name="connsiteY148" fmla="*/ 1562100 h 1890712"/>
              <a:gd name="connsiteX149" fmla="*/ 2140744 w 2543175"/>
              <a:gd name="connsiteY149" fmla="*/ 1566862 h 1890712"/>
              <a:gd name="connsiteX150" fmla="*/ 2152650 w 2543175"/>
              <a:gd name="connsiteY150" fmla="*/ 1576387 h 1890712"/>
              <a:gd name="connsiteX151" fmla="*/ 2181225 w 2543175"/>
              <a:gd name="connsiteY151" fmla="*/ 1590675 h 1890712"/>
              <a:gd name="connsiteX152" fmla="*/ 2200275 w 2543175"/>
              <a:gd name="connsiteY152" fmla="*/ 1607344 h 1890712"/>
              <a:gd name="connsiteX153" fmla="*/ 2207419 w 2543175"/>
              <a:gd name="connsiteY153" fmla="*/ 1612106 h 1890712"/>
              <a:gd name="connsiteX154" fmla="*/ 2216944 w 2543175"/>
              <a:gd name="connsiteY154" fmla="*/ 1619250 h 1890712"/>
              <a:gd name="connsiteX155" fmla="*/ 2224088 w 2543175"/>
              <a:gd name="connsiteY155" fmla="*/ 1624012 h 1890712"/>
              <a:gd name="connsiteX156" fmla="*/ 2247900 w 2543175"/>
              <a:gd name="connsiteY156" fmla="*/ 1643062 h 1890712"/>
              <a:gd name="connsiteX157" fmla="*/ 2255044 w 2543175"/>
              <a:gd name="connsiteY157" fmla="*/ 1650206 h 1890712"/>
              <a:gd name="connsiteX158" fmla="*/ 2281238 w 2543175"/>
              <a:gd name="connsiteY158" fmla="*/ 1664494 h 1890712"/>
              <a:gd name="connsiteX159" fmla="*/ 2297907 w 2543175"/>
              <a:gd name="connsiteY159" fmla="*/ 1674019 h 1890712"/>
              <a:gd name="connsiteX160" fmla="*/ 2312194 w 2543175"/>
              <a:gd name="connsiteY160" fmla="*/ 1685925 h 1890712"/>
              <a:gd name="connsiteX161" fmla="*/ 2328863 w 2543175"/>
              <a:gd name="connsiteY161" fmla="*/ 1697831 h 1890712"/>
              <a:gd name="connsiteX162" fmla="*/ 2350294 w 2543175"/>
              <a:gd name="connsiteY162" fmla="*/ 1712119 h 1890712"/>
              <a:gd name="connsiteX163" fmla="*/ 2369344 w 2543175"/>
              <a:gd name="connsiteY163" fmla="*/ 1724025 h 1890712"/>
              <a:gd name="connsiteX164" fmla="*/ 2428876 w 2543175"/>
              <a:gd name="connsiteY164" fmla="*/ 1785938 h 1890712"/>
              <a:gd name="connsiteX165" fmla="*/ 2466975 w 2543175"/>
              <a:gd name="connsiteY165" fmla="*/ 1783556 h 1890712"/>
              <a:gd name="connsiteX166" fmla="*/ 2481263 w 2543175"/>
              <a:gd name="connsiteY166" fmla="*/ 1795462 h 1890712"/>
              <a:gd name="connsiteX167" fmla="*/ 2486025 w 2543175"/>
              <a:gd name="connsiteY167" fmla="*/ 1802606 h 1890712"/>
              <a:gd name="connsiteX168" fmla="*/ 2514600 w 2543175"/>
              <a:gd name="connsiteY168" fmla="*/ 1850231 h 1890712"/>
              <a:gd name="connsiteX169" fmla="*/ 2519363 w 2543175"/>
              <a:gd name="connsiteY169" fmla="*/ 1857375 h 1890712"/>
              <a:gd name="connsiteX170" fmla="*/ 2540794 w 2543175"/>
              <a:gd name="connsiteY170" fmla="*/ 1883569 h 1890712"/>
              <a:gd name="connsiteX171" fmla="*/ 2543175 w 2543175"/>
              <a:gd name="connsiteY171"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54807 w 2543175"/>
              <a:gd name="connsiteY26" fmla="*/ 247650 h 1890712"/>
              <a:gd name="connsiteX27" fmla="*/ 366713 w 2543175"/>
              <a:gd name="connsiteY27" fmla="*/ 264319 h 1890712"/>
              <a:gd name="connsiteX28" fmla="*/ 371475 w 2543175"/>
              <a:gd name="connsiteY28" fmla="*/ 271462 h 1890712"/>
              <a:gd name="connsiteX29" fmla="*/ 385763 w 2543175"/>
              <a:gd name="connsiteY29" fmla="*/ 283369 h 1890712"/>
              <a:gd name="connsiteX30" fmla="*/ 404813 w 2543175"/>
              <a:gd name="connsiteY30" fmla="*/ 295275 h 1890712"/>
              <a:gd name="connsiteX31" fmla="*/ 411957 w 2543175"/>
              <a:gd name="connsiteY31" fmla="*/ 297656 h 1890712"/>
              <a:gd name="connsiteX32" fmla="*/ 466725 w 2543175"/>
              <a:gd name="connsiteY32" fmla="*/ 328612 h 1890712"/>
              <a:gd name="connsiteX33" fmla="*/ 476250 w 2543175"/>
              <a:gd name="connsiteY33" fmla="*/ 335756 h 1890712"/>
              <a:gd name="connsiteX34" fmla="*/ 481013 w 2543175"/>
              <a:gd name="connsiteY34" fmla="*/ 342900 h 1890712"/>
              <a:gd name="connsiteX35" fmla="*/ 490538 w 2543175"/>
              <a:gd name="connsiteY35" fmla="*/ 352425 h 1890712"/>
              <a:gd name="connsiteX36" fmla="*/ 495300 w 2543175"/>
              <a:gd name="connsiteY36" fmla="*/ 359569 h 1890712"/>
              <a:gd name="connsiteX37" fmla="*/ 509588 w 2543175"/>
              <a:gd name="connsiteY37" fmla="*/ 376237 h 1890712"/>
              <a:gd name="connsiteX38" fmla="*/ 514350 w 2543175"/>
              <a:gd name="connsiteY38" fmla="*/ 383381 h 1890712"/>
              <a:gd name="connsiteX39" fmla="*/ 531019 w 2543175"/>
              <a:gd name="connsiteY39" fmla="*/ 397669 h 1890712"/>
              <a:gd name="connsiteX40" fmla="*/ 538163 w 2543175"/>
              <a:gd name="connsiteY40" fmla="*/ 407194 h 1890712"/>
              <a:gd name="connsiteX41" fmla="*/ 554832 w 2543175"/>
              <a:gd name="connsiteY41" fmla="*/ 421481 h 1890712"/>
              <a:gd name="connsiteX42" fmla="*/ 564357 w 2543175"/>
              <a:gd name="connsiteY42" fmla="*/ 431006 h 1890712"/>
              <a:gd name="connsiteX43" fmla="*/ 573882 w 2543175"/>
              <a:gd name="connsiteY43" fmla="*/ 438150 h 1890712"/>
              <a:gd name="connsiteX44" fmla="*/ 595313 w 2543175"/>
              <a:gd name="connsiteY44" fmla="*/ 454819 h 1890712"/>
              <a:gd name="connsiteX45" fmla="*/ 602457 w 2543175"/>
              <a:gd name="connsiteY45" fmla="*/ 457200 h 1890712"/>
              <a:gd name="connsiteX46" fmla="*/ 628650 w 2543175"/>
              <a:gd name="connsiteY46" fmla="*/ 469106 h 1890712"/>
              <a:gd name="connsiteX47" fmla="*/ 645319 w 2543175"/>
              <a:gd name="connsiteY47" fmla="*/ 483394 h 1890712"/>
              <a:gd name="connsiteX48" fmla="*/ 654844 w 2543175"/>
              <a:gd name="connsiteY48" fmla="*/ 488156 h 1890712"/>
              <a:gd name="connsiteX49" fmla="*/ 661988 w 2543175"/>
              <a:gd name="connsiteY49" fmla="*/ 497681 h 1890712"/>
              <a:gd name="connsiteX50" fmla="*/ 683419 w 2543175"/>
              <a:gd name="connsiteY50" fmla="*/ 514350 h 1890712"/>
              <a:gd name="connsiteX51" fmla="*/ 700088 w 2543175"/>
              <a:gd name="connsiteY51" fmla="*/ 526256 h 1890712"/>
              <a:gd name="connsiteX52" fmla="*/ 709613 w 2543175"/>
              <a:gd name="connsiteY52" fmla="*/ 535781 h 1890712"/>
              <a:gd name="connsiteX53" fmla="*/ 719138 w 2543175"/>
              <a:gd name="connsiteY53" fmla="*/ 542925 h 1890712"/>
              <a:gd name="connsiteX54" fmla="*/ 733425 w 2543175"/>
              <a:gd name="connsiteY54" fmla="*/ 557212 h 1890712"/>
              <a:gd name="connsiteX55" fmla="*/ 750094 w 2543175"/>
              <a:gd name="connsiteY55" fmla="*/ 569119 h 1890712"/>
              <a:gd name="connsiteX56" fmla="*/ 769144 w 2543175"/>
              <a:gd name="connsiteY56" fmla="*/ 581025 h 1890712"/>
              <a:gd name="connsiteX57" fmla="*/ 785813 w 2543175"/>
              <a:gd name="connsiteY57" fmla="*/ 590550 h 1890712"/>
              <a:gd name="connsiteX58" fmla="*/ 792957 w 2543175"/>
              <a:gd name="connsiteY58" fmla="*/ 600075 h 1890712"/>
              <a:gd name="connsiteX59" fmla="*/ 809625 w 2543175"/>
              <a:gd name="connsiteY59" fmla="*/ 611981 h 1890712"/>
              <a:gd name="connsiteX60" fmla="*/ 816769 w 2543175"/>
              <a:gd name="connsiteY60" fmla="*/ 619125 h 1890712"/>
              <a:gd name="connsiteX61" fmla="*/ 826294 w 2543175"/>
              <a:gd name="connsiteY61" fmla="*/ 626269 h 1890712"/>
              <a:gd name="connsiteX62" fmla="*/ 840582 w 2543175"/>
              <a:gd name="connsiteY62" fmla="*/ 638175 h 1890712"/>
              <a:gd name="connsiteX63" fmla="*/ 847725 w 2543175"/>
              <a:gd name="connsiteY63" fmla="*/ 645319 h 1890712"/>
              <a:gd name="connsiteX64" fmla="*/ 857250 w 2543175"/>
              <a:gd name="connsiteY64" fmla="*/ 652462 h 1890712"/>
              <a:gd name="connsiteX65" fmla="*/ 864394 w 2543175"/>
              <a:gd name="connsiteY65" fmla="*/ 657225 h 1890712"/>
              <a:gd name="connsiteX66" fmla="*/ 888207 w 2543175"/>
              <a:gd name="connsiteY66" fmla="*/ 676275 h 1890712"/>
              <a:gd name="connsiteX67" fmla="*/ 895350 w 2543175"/>
              <a:gd name="connsiteY67" fmla="*/ 681037 h 1890712"/>
              <a:gd name="connsiteX68" fmla="*/ 907257 w 2543175"/>
              <a:gd name="connsiteY68" fmla="*/ 683419 h 1890712"/>
              <a:gd name="connsiteX69" fmla="*/ 928688 w 2543175"/>
              <a:gd name="connsiteY69" fmla="*/ 695325 h 1890712"/>
              <a:gd name="connsiteX70" fmla="*/ 942975 w 2543175"/>
              <a:gd name="connsiteY70" fmla="*/ 700087 h 1890712"/>
              <a:gd name="connsiteX71" fmla="*/ 964407 w 2543175"/>
              <a:gd name="connsiteY71" fmla="*/ 716756 h 1890712"/>
              <a:gd name="connsiteX72" fmla="*/ 971550 w 2543175"/>
              <a:gd name="connsiteY72" fmla="*/ 723900 h 1890712"/>
              <a:gd name="connsiteX73" fmla="*/ 983457 w 2543175"/>
              <a:gd name="connsiteY73" fmla="*/ 733425 h 1890712"/>
              <a:gd name="connsiteX74" fmla="*/ 990600 w 2543175"/>
              <a:gd name="connsiteY74" fmla="*/ 738187 h 1890712"/>
              <a:gd name="connsiteX75" fmla="*/ 1007269 w 2543175"/>
              <a:gd name="connsiteY75" fmla="*/ 752475 h 1890712"/>
              <a:gd name="connsiteX76" fmla="*/ 1031082 w 2543175"/>
              <a:gd name="connsiteY76" fmla="*/ 766762 h 1890712"/>
              <a:gd name="connsiteX77" fmla="*/ 1042988 w 2543175"/>
              <a:gd name="connsiteY77" fmla="*/ 773906 h 1890712"/>
              <a:gd name="connsiteX78" fmla="*/ 1071563 w 2543175"/>
              <a:gd name="connsiteY78" fmla="*/ 785812 h 1890712"/>
              <a:gd name="connsiteX79" fmla="*/ 1097757 w 2543175"/>
              <a:gd name="connsiteY79" fmla="*/ 807244 h 1890712"/>
              <a:gd name="connsiteX80" fmla="*/ 1104900 w 2543175"/>
              <a:gd name="connsiteY80" fmla="*/ 814387 h 1890712"/>
              <a:gd name="connsiteX81" fmla="*/ 1121569 w 2543175"/>
              <a:gd name="connsiteY81" fmla="*/ 823912 h 1890712"/>
              <a:gd name="connsiteX82" fmla="*/ 1138238 w 2543175"/>
              <a:gd name="connsiteY82" fmla="*/ 835819 h 1890712"/>
              <a:gd name="connsiteX83" fmla="*/ 1147763 w 2543175"/>
              <a:gd name="connsiteY83" fmla="*/ 842962 h 1890712"/>
              <a:gd name="connsiteX84" fmla="*/ 1157288 w 2543175"/>
              <a:gd name="connsiteY84" fmla="*/ 847725 h 1890712"/>
              <a:gd name="connsiteX85" fmla="*/ 1178719 w 2543175"/>
              <a:gd name="connsiteY85" fmla="*/ 859631 h 1890712"/>
              <a:gd name="connsiteX86" fmla="*/ 1188244 w 2543175"/>
              <a:gd name="connsiteY86" fmla="*/ 866775 h 1890712"/>
              <a:gd name="connsiteX87" fmla="*/ 1195388 w 2543175"/>
              <a:gd name="connsiteY87" fmla="*/ 871537 h 1890712"/>
              <a:gd name="connsiteX88" fmla="*/ 1212057 w 2543175"/>
              <a:gd name="connsiteY88" fmla="*/ 883444 h 1890712"/>
              <a:gd name="connsiteX89" fmla="*/ 1226344 w 2543175"/>
              <a:gd name="connsiteY89" fmla="*/ 895350 h 1890712"/>
              <a:gd name="connsiteX90" fmla="*/ 1245394 w 2543175"/>
              <a:gd name="connsiteY90" fmla="*/ 907256 h 1890712"/>
              <a:gd name="connsiteX91" fmla="*/ 1254919 w 2543175"/>
              <a:gd name="connsiteY91" fmla="*/ 914400 h 1890712"/>
              <a:gd name="connsiteX92" fmla="*/ 1269207 w 2543175"/>
              <a:gd name="connsiteY92" fmla="*/ 921544 h 1890712"/>
              <a:gd name="connsiteX93" fmla="*/ 1290638 w 2543175"/>
              <a:gd name="connsiteY93" fmla="*/ 935831 h 1890712"/>
              <a:gd name="connsiteX94" fmla="*/ 1307307 w 2543175"/>
              <a:gd name="connsiteY94" fmla="*/ 952500 h 1890712"/>
              <a:gd name="connsiteX95" fmla="*/ 1333500 w 2543175"/>
              <a:gd name="connsiteY95" fmla="*/ 971550 h 1890712"/>
              <a:gd name="connsiteX96" fmla="*/ 1359694 w 2543175"/>
              <a:gd name="connsiteY96" fmla="*/ 990600 h 1890712"/>
              <a:gd name="connsiteX97" fmla="*/ 1373982 w 2543175"/>
              <a:gd name="connsiteY97" fmla="*/ 997744 h 1890712"/>
              <a:gd name="connsiteX98" fmla="*/ 1388269 w 2543175"/>
              <a:gd name="connsiteY98" fmla="*/ 1007269 h 1890712"/>
              <a:gd name="connsiteX99" fmla="*/ 1414463 w 2543175"/>
              <a:gd name="connsiteY99" fmla="*/ 1019175 h 1890712"/>
              <a:gd name="connsiteX100" fmla="*/ 1428750 w 2543175"/>
              <a:gd name="connsiteY100" fmla="*/ 1026319 h 1890712"/>
              <a:gd name="connsiteX101" fmla="*/ 1471613 w 2543175"/>
              <a:gd name="connsiteY101" fmla="*/ 1059656 h 1890712"/>
              <a:gd name="connsiteX102" fmla="*/ 1495425 w 2543175"/>
              <a:gd name="connsiteY102" fmla="*/ 1088231 h 1890712"/>
              <a:gd name="connsiteX103" fmla="*/ 1547812 w 2543175"/>
              <a:gd name="connsiteY103" fmla="*/ 1133475 h 1890712"/>
              <a:gd name="connsiteX104" fmla="*/ 1597819 w 2543175"/>
              <a:gd name="connsiteY104" fmla="*/ 1154906 h 1890712"/>
              <a:gd name="connsiteX105" fmla="*/ 1604963 w 2543175"/>
              <a:gd name="connsiteY105" fmla="*/ 1162050 h 1890712"/>
              <a:gd name="connsiteX106" fmla="*/ 1612107 w 2543175"/>
              <a:gd name="connsiteY106" fmla="*/ 1166812 h 1890712"/>
              <a:gd name="connsiteX107" fmla="*/ 1628775 w 2543175"/>
              <a:gd name="connsiteY107" fmla="*/ 1183481 h 1890712"/>
              <a:gd name="connsiteX108" fmla="*/ 1662113 w 2543175"/>
              <a:gd name="connsiteY108" fmla="*/ 1209675 h 1890712"/>
              <a:gd name="connsiteX109" fmla="*/ 1678782 w 2543175"/>
              <a:gd name="connsiteY109" fmla="*/ 1226344 h 1890712"/>
              <a:gd name="connsiteX110" fmla="*/ 1700213 w 2543175"/>
              <a:gd name="connsiteY110" fmla="*/ 1247775 h 1890712"/>
              <a:gd name="connsiteX111" fmla="*/ 1712119 w 2543175"/>
              <a:gd name="connsiteY111" fmla="*/ 1259681 h 1890712"/>
              <a:gd name="connsiteX112" fmla="*/ 1733550 w 2543175"/>
              <a:gd name="connsiteY112" fmla="*/ 1273969 h 1890712"/>
              <a:gd name="connsiteX113" fmla="*/ 1743075 w 2543175"/>
              <a:gd name="connsiteY113" fmla="*/ 1283494 h 1890712"/>
              <a:gd name="connsiteX114" fmla="*/ 1754982 w 2543175"/>
              <a:gd name="connsiteY114" fmla="*/ 1290637 h 1890712"/>
              <a:gd name="connsiteX115" fmla="*/ 1766888 w 2543175"/>
              <a:gd name="connsiteY115" fmla="*/ 1300162 h 1890712"/>
              <a:gd name="connsiteX116" fmla="*/ 1783557 w 2543175"/>
              <a:gd name="connsiteY116" fmla="*/ 1307306 h 1890712"/>
              <a:gd name="connsiteX117" fmla="*/ 1790700 w 2543175"/>
              <a:gd name="connsiteY117" fmla="*/ 1312069 h 1890712"/>
              <a:gd name="connsiteX118" fmla="*/ 1800225 w 2543175"/>
              <a:gd name="connsiteY118" fmla="*/ 1319212 h 1890712"/>
              <a:gd name="connsiteX119" fmla="*/ 1807369 w 2543175"/>
              <a:gd name="connsiteY119" fmla="*/ 1321594 h 1890712"/>
              <a:gd name="connsiteX120" fmla="*/ 1824038 w 2543175"/>
              <a:gd name="connsiteY120" fmla="*/ 1333500 h 1890712"/>
              <a:gd name="connsiteX121" fmla="*/ 1843088 w 2543175"/>
              <a:gd name="connsiteY121" fmla="*/ 1352550 h 1890712"/>
              <a:gd name="connsiteX122" fmla="*/ 1852613 w 2543175"/>
              <a:gd name="connsiteY122" fmla="*/ 1359694 h 1890712"/>
              <a:gd name="connsiteX123" fmla="*/ 1859757 w 2543175"/>
              <a:gd name="connsiteY123" fmla="*/ 1366837 h 1890712"/>
              <a:gd name="connsiteX124" fmla="*/ 1869282 w 2543175"/>
              <a:gd name="connsiteY124" fmla="*/ 1371600 h 1890712"/>
              <a:gd name="connsiteX125" fmla="*/ 1883569 w 2543175"/>
              <a:gd name="connsiteY125" fmla="*/ 1388269 h 1890712"/>
              <a:gd name="connsiteX126" fmla="*/ 1893094 w 2543175"/>
              <a:gd name="connsiteY126" fmla="*/ 1395412 h 1890712"/>
              <a:gd name="connsiteX127" fmla="*/ 1902619 w 2543175"/>
              <a:gd name="connsiteY127" fmla="*/ 1404937 h 1890712"/>
              <a:gd name="connsiteX128" fmla="*/ 1912144 w 2543175"/>
              <a:gd name="connsiteY128" fmla="*/ 1409700 h 1890712"/>
              <a:gd name="connsiteX129" fmla="*/ 1931194 w 2543175"/>
              <a:gd name="connsiteY129" fmla="*/ 1421606 h 1890712"/>
              <a:gd name="connsiteX130" fmla="*/ 1935957 w 2543175"/>
              <a:gd name="connsiteY130" fmla="*/ 1428750 h 1890712"/>
              <a:gd name="connsiteX131" fmla="*/ 1952625 w 2543175"/>
              <a:gd name="connsiteY131" fmla="*/ 1438275 h 1890712"/>
              <a:gd name="connsiteX132" fmla="*/ 1971675 w 2543175"/>
              <a:gd name="connsiteY132" fmla="*/ 1450181 h 1890712"/>
              <a:gd name="connsiteX133" fmla="*/ 1981200 w 2543175"/>
              <a:gd name="connsiteY133" fmla="*/ 1454944 h 1890712"/>
              <a:gd name="connsiteX134" fmla="*/ 1997869 w 2543175"/>
              <a:gd name="connsiteY134" fmla="*/ 1471612 h 1890712"/>
              <a:gd name="connsiteX135" fmla="*/ 2007394 w 2543175"/>
              <a:gd name="connsiteY135" fmla="*/ 1478756 h 1890712"/>
              <a:gd name="connsiteX136" fmla="*/ 2016919 w 2543175"/>
              <a:gd name="connsiteY136" fmla="*/ 1483519 h 1890712"/>
              <a:gd name="connsiteX137" fmla="*/ 2024063 w 2543175"/>
              <a:gd name="connsiteY137" fmla="*/ 1490662 h 1890712"/>
              <a:gd name="connsiteX138" fmla="*/ 2033588 w 2543175"/>
              <a:gd name="connsiteY138" fmla="*/ 1495425 h 1890712"/>
              <a:gd name="connsiteX139" fmla="*/ 2040732 w 2543175"/>
              <a:gd name="connsiteY139" fmla="*/ 1502569 h 1890712"/>
              <a:gd name="connsiteX140" fmla="*/ 2047875 w 2543175"/>
              <a:gd name="connsiteY140" fmla="*/ 1507331 h 1890712"/>
              <a:gd name="connsiteX141" fmla="*/ 2057400 w 2543175"/>
              <a:gd name="connsiteY141" fmla="*/ 1514475 h 1890712"/>
              <a:gd name="connsiteX142" fmla="*/ 2064544 w 2543175"/>
              <a:gd name="connsiteY142" fmla="*/ 1519237 h 1890712"/>
              <a:gd name="connsiteX143" fmla="*/ 2071688 w 2543175"/>
              <a:gd name="connsiteY143" fmla="*/ 1526381 h 1890712"/>
              <a:gd name="connsiteX144" fmla="*/ 2081213 w 2543175"/>
              <a:gd name="connsiteY144" fmla="*/ 1531144 h 1890712"/>
              <a:gd name="connsiteX145" fmla="*/ 2090738 w 2543175"/>
              <a:gd name="connsiteY145" fmla="*/ 1538287 h 1890712"/>
              <a:gd name="connsiteX146" fmla="*/ 2109788 w 2543175"/>
              <a:gd name="connsiteY146" fmla="*/ 1547812 h 1890712"/>
              <a:gd name="connsiteX147" fmla="*/ 2131219 w 2543175"/>
              <a:gd name="connsiteY147" fmla="*/ 1562100 h 1890712"/>
              <a:gd name="connsiteX148" fmla="*/ 2140744 w 2543175"/>
              <a:gd name="connsiteY148" fmla="*/ 1566862 h 1890712"/>
              <a:gd name="connsiteX149" fmla="*/ 2152650 w 2543175"/>
              <a:gd name="connsiteY149" fmla="*/ 1576387 h 1890712"/>
              <a:gd name="connsiteX150" fmla="*/ 2181225 w 2543175"/>
              <a:gd name="connsiteY150" fmla="*/ 1590675 h 1890712"/>
              <a:gd name="connsiteX151" fmla="*/ 2200275 w 2543175"/>
              <a:gd name="connsiteY151" fmla="*/ 1607344 h 1890712"/>
              <a:gd name="connsiteX152" fmla="*/ 2207419 w 2543175"/>
              <a:gd name="connsiteY152" fmla="*/ 1612106 h 1890712"/>
              <a:gd name="connsiteX153" fmla="*/ 2216944 w 2543175"/>
              <a:gd name="connsiteY153" fmla="*/ 1619250 h 1890712"/>
              <a:gd name="connsiteX154" fmla="*/ 2224088 w 2543175"/>
              <a:gd name="connsiteY154" fmla="*/ 1624012 h 1890712"/>
              <a:gd name="connsiteX155" fmla="*/ 2247900 w 2543175"/>
              <a:gd name="connsiteY155" fmla="*/ 1643062 h 1890712"/>
              <a:gd name="connsiteX156" fmla="*/ 2255044 w 2543175"/>
              <a:gd name="connsiteY156" fmla="*/ 1650206 h 1890712"/>
              <a:gd name="connsiteX157" fmla="*/ 2281238 w 2543175"/>
              <a:gd name="connsiteY157" fmla="*/ 1664494 h 1890712"/>
              <a:gd name="connsiteX158" fmla="*/ 2297907 w 2543175"/>
              <a:gd name="connsiteY158" fmla="*/ 1674019 h 1890712"/>
              <a:gd name="connsiteX159" fmla="*/ 2312194 w 2543175"/>
              <a:gd name="connsiteY159" fmla="*/ 1685925 h 1890712"/>
              <a:gd name="connsiteX160" fmla="*/ 2328863 w 2543175"/>
              <a:gd name="connsiteY160" fmla="*/ 1697831 h 1890712"/>
              <a:gd name="connsiteX161" fmla="*/ 2350294 w 2543175"/>
              <a:gd name="connsiteY161" fmla="*/ 1712119 h 1890712"/>
              <a:gd name="connsiteX162" fmla="*/ 2369344 w 2543175"/>
              <a:gd name="connsiteY162" fmla="*/ 1724025 h 1890712"/>
              <a:gd name="connsiteX163" fmla="*/ 2428876 w 2543175"/>
              <a:gd name="connsiteY163" fmla="*/ 1785938 h 1890712"/>
              <a:gd name="connsiteX164" fmla="*/ 2466975 w 2543175"/>
              <a:gd name="connsiteY164" fmla="*/ 1783556 h 1890712"/>
              <a:gd name="connsiteX165" fmla="*/ 2481263 w 2543175"/>
              <a:gd name="connsiteY165" fmla="*/ 1795462 h 1890712"/>
              <a:gd name="connsiteX166" fmla="*/ 2486025 w 2543175"/>
              <a:gd name="connsiteY166" fmla="*/ 1802606 h 1890712"/>
              <a:gd name="connsiteX167" fmla="*/ 2514600 w 2543175"/>
              <a:gd name="connsiteY167" fmla="*/ 1850231 h 1890712"/>
              <a:gd name="connsiteX168" fmla="*/ 2519363 w 2543175"/>
              <a:gd name="connsiteY168" fmla="*/ 1857375 h 1890712"/>
              <a:gd name="connsiteX169" fmla="*/ 2540794 w 2543175"/>
              <a:gd name="connsiteY169" fmla="*/ 1883569 h 1890712"/>
              <a:gd name="connsiteX170" fmla="*/ 2543175 w 2543175"/>
              <a:gd name="connsiteY17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33375 w 2543175"/>
              <a:gd name="connsiteY25" fmla="*/ 228600 h 1890712"/>
              <a:gd name="connsiteX26" fmla="*/ 354807 w 2543175"/>
              <a:gd name="connsiteY26" fmla="*/ 247650 h 1890712"/>
              <a:gd name="connsiteX27" fmla="*/ 366713 w 2543175"/>
              <a:gd name="connsiteY27" fmla="*/ 264319 h 1890712"/>
              <a:gd name="connsiteX28" fmla="*/ 371475 w 2543175"/>
              <a:gd name="connsiteY28" fmla="*/ 271462 h 1890712"/>
              <a:gd name="connsiteX29" fmla="*/ 385763 w 2543175"/>
              <a:gd name="connsiteY29" fmla="*/ 283369 h 1890712"/>
              <a:gd name="connsiteX30" fmla="*/ 404813 w 2543175"/>
              <a:gd name="connsiteY30" fmla="*/ 295275 h 1890712"/>
              <a:gd name="connsiteX31" fmla="*/ 411957 w 2543175"/>
              <a:gd name="connsiteY31" fmla="*/ 297656 h 1890712"/>
              <a:gd name="connsiteX32" fmla="*/ 466725 w 2543175"/>
              <a:gd name="connsiteY32" fmla="*/ 328612 h 1890712"/>
              <a:gd name="connsiteX33" fmla="*/ 476250 w 2543175"/>
              <a:gd name="connsiteY33" fmla="*/ 335756 h 1890712"/>
              <a:gd name="connsiteX34" fmla="*/ 481013 w 2543175"/>
              <a:gd name="connsiteY34" fmla="*/ 342900 h 1890712"/>
              <a:gd name="connsiteX35" fmla="*/ 490538 w 2543175"/>
              <a:gd name="connsiteY35" fmla="*/ 352425 h 1890712"/>
              <a:gd name="connsiteX36" fmla="*/ 495300 w 2543175"/>
              <a:gd name="connsiteY36" fmla="*/ 359569 h 1890712"/>
              <a:gd name="connsiteX37" fmla="*/ 509588 w 2543175"/>
              <a:gd name="connsiteY37" fmla="*/ 376237 h 1890712"/>
              <a:gd name="connsiteX38" fmla="*/ 514350 w 2543175"/>
              <a:gd name="connsiteY38" fmla="*/ 383381 h 1890712"/>
              <a:gd name="connsiteX39" fmla="*/ 531019 w 2543175"/>
              <a:gd name="connsiteY39" fmla="*/ 397669 h 1890712"/>
              <a:gd name="connsiteX40" fmla="*/ 538163 w 2543175"/>
              <a:gd name="connsiteY40" fmla="*/ 407194 h 1890712"/>
              <a:gd name="connsiteX41" fmla="*/ 554832 w 2543175"/>
              <a:gd name="connsiteY41" fmla="*/ 421481 h 1890712"/>
              <a:gd name="connsiteX42" fmla="*/ 564357 w 2543175"/>
              <a:gd name="connsiteY42" fmla="*/ 431006 h 1890712"/>
              <a:gd name="connsiteX43" fmla="*/ 573882 w 2543175"/>
              <a:gd name="connsiteY43" fmla="*/ 438150 h 1890712"/>
              <a:gd name="connsiteX44" fmla="*/ 595313 w 2543175"/>
              <a:gd name="connsiteY44" fmla="*/ 454819 h 1890712"/>
              <a:gd name="connsiteX45" fmla="*/ 602457 w 2543175"/>
              <a:gd name="connsiteY45" fmla="*/ 457200 h 1890712"/>
              <a:gd name="connsiteX46" fmla="*/ 628650 w 2543175"/>
              <a:gd name="connsiteY46" fmla="*/ 469106 h 1890712"/>
              <a:gd name="connsiteX47" fmla="*/ 645319 w 2543175"/>
              <a:gd name="connsiteY47" fmla="*/ 483394 h 1890712"/>
              <a:gd name="connsiteX48" fmla="*/ 654844 w 2543175"/>
              <a:gd name="connsiteY48" fmla="*/ 488156 h 1890712"/>
              <a:gd name="connsiteX49" fmla="*/ 661988 w 2543175"/>
              <a:gd name="connsiteY49" fmla="*/ 497681 h 1890712"/>
              <a:gd name="connsiteX50" fmla="*/ 683419 w 2543175"/>
              <a:gd name="connsiteY50" fmla="*/ 514350 h 1890712"/>
              <a:gd name="connsiteX51" fmla="*/ 700088 w 2543175"/>
              <a:gd name="connsiteY51" fmla="*/ 526256 h 1890712"/>
              <a:gd name="connsiteX52" fmla="*/ 709613 w 2543175"/>
              <a:gd name="connsiteY52" fmla="*/ 535781 h 1890712"/>
              <a:gd name="connsiteX53" fmla="*/ 719138 w 2543175"/>
              <a:gd name="connsiteY53" fmla="*/ 542925 h 1890712"/>
              <a:gd name="connsiteX54" fmla="*/ 733425 w 2543175"/>
              <a:gd name="connsiteY54" fmla="*/ 557212 h 1890712"/>
              <a:gd name="connsiteX55" fmla="*/ 750094 w 2543175"/>
              <a:gd name="connsiteY55" fmla="*/ 569119 h 1890712"/>
              <a:gd name="connsiteX56" fmla="*/ 769144 w 2543175"/>
              <a:gd name="connsiteY56" fmla="*/ 581025 h 1890712"/>
              <a:gd name="connsiteX57" fmla="*/ 785813 w 2543175"/>
              <a:gd name="connsiteY57" fmla="*/ 590550 h 1890712"/>
              <a:gd name="connsiteX58" fmla="*/ 792957 w 2543175"/>
              <a:gd name="connsiteY58" fmla="*/ 600075 h 1890712"/>
              <a:gd name="connsiteX59" fmla="*/ 809625 w 2543175"/>
              <a:gd name="connsiteY59" fmla="*/ 611981 h 1890712"/>
              <a:gd name="connsiteX60" fmla="*/ 816769 w 2543175"/>
              <a:gd name="connsiteY60" fmla="*/ 619125 h 1890712"/>
              <a:gd name="connsiteX61" fmla="*/ 826294 w 2543175"/>
              <a:gd name="connsiteY61" fmla="*/ 626269 h 1890712"/>
              <a:gd name="connsiteX62" fmla="*/ 840582 w 2543175"/>
              <a:gd name="connsiteY62" fmla="*/ 638175 h 1890712"/>
              <a:gd name="connsiteX63" fmla="*/ 847725 w 2543175"/>
              <a:gd name="connsiteY63" fmla="*/ 645319 h 1890712"/>
              <a:gd name="connsiteX64" fmla="*/ 857250 w 2543175"/>
              <a:gd name="connsiteY64" fmla="*/ 652462 h 1890712"/>
              <a:gd name="connsiteX65" fmla="*/ 864394 w 2543175"/>
              <a:gd name="connsiteY65" fmla="*/ 657225 h 1890712"/>
              <a:gd name="connsiteX66" fmla="*/ 888207 w 2543175"/>
              <a:gd name="connsiteY66" fmla="*/ 676275 h 1890712"/>
              <a:gd name="connsiteX67" fmla="*/ 895350 w 2543175"/>
              <a:gd name="connsiteY67" fmla="*/ 681037 h 1890712"/>
              <a:gd name="connsiteX68" fmla="*/ 907257 w 2543175"/>
              <a:gd name="connsiteY68" fmla="*/ 683419 h 1890712"/>
              <a:gd name="connsiteX69" fmla="*/ 928688 w 2543175"/>
              <a:gd name="connsiteY69" fmla="*/ 695325 h 1890712"/>
              <a:gd name="connsiteX70" fmla="*/ 942975 w 2543175"/>
              <a:gd name="connsiteY70" fmla="*/ 700087 h 1890712"/>
              <a:gd name="connsiteX71" fmla="*/ 964407 w 2543175"/>
              <a:gd name="connsiteY71" fmla="*/ 716756 h 1890712"/>
              <a:gd name="connsiteX72" fmla="*/ 971550 w 2543175"/>
              <a:gd name="connsiteY72" fmla="*/ 723900 h 1890712"/>
              <a:gd name="connsiteX73" fmla="*/ 983457 w 2543175"/>
              <a:gd name="connsiteY73" fmla="*/ 733425 h 1890712"/>
              <a:gd name="connsiteX74" fmla="*/ 990600 w 2543175"/>
              <a:gd name="connsiteY74" fmla="*/ 738187 h 1890712"/>
              <a:gd name="connsiteX75" fmla="*/ 1007269 w 2543175"/>
              <a:gd name="connsiteY75" fmla="*/ 752475 h 1890712"/>
              <a:gd name="connsiteX76" fmla="*/ 1031082 w 2543175"/>
              <a:gd name="connsiteY76" fmla="*/ 766762 h 1890712"/>
              <a:gd name="connsiteX77" fmla="*/ 1042988 w 2543175"/>
              <a:gd name="connsiteY77" fmla="*/ 773906 h 1890712"/>
              <a:gd name="connsiteX78" fmla="*/ 1071563 w 2543175"/>
              <a:gd name="connsiteY78" fmla="*/ 785812 h 1890712"/>
              <a:gd name="connsiteX79" fmla="*/ 1097757 w 2543175"/>
              <a:gd name="connsiteY79" fmla="*/ 807244 h 1890712"/>
              <a:gd name="connsiteX80" fmla="*/ 1104900 w 2543175"/>
              <a:gd name="connsiteY80" fmla="*/ 814387 h 1890712"/>
              <a:gd name="connsiteX81" fmla="*/ 1121569 w 2543175"/>
              <a:gd name="connsiteY81" fmla="*/ 823912 h 1890712"/>
              <a:gd name="connsiteX82" fmla="*/ 1138238 w 2543175"/>
              <a:gd name="connsiteY82" fmla="*/ 835819 h 1890712"/>
              <a:gd name="connsiteX83" fmla="*/ 1147763 w 2543175"/>
              <a:gd name="connsiteY83" fmla="*/ 842962 h 1890712"/>
              <a:gd name="connsiteX84" fmla="*/ 1157288 w 2543175"/>
              <a:gd name="connsiteY84" fmla="*/ 847725 h 1890712"/>
              <a:gd name="connsiteX85" fmla="*/ 1178719 w 2543175"/>
              <a:gd name="connsiteY85" fmla="*/ 859631 h 1890712"/>
              <a:gd name="connsiteX86" fmla="*/ 1188244 w 2543175"/>
              <a:gd name="connsiteY86" fmla="*/ 866775 h 1890712"/>
              <a:gd name="connsiteX87" fmla="*/ 1195388 w 2543175"/>
              <a:gd name="connsiteY87" fmla="*/ 871537 h 1890712"/>
              <a:gd name="connsiteX88" fmla="*/ 1212057 w 2543175"/>
              <a:gd name="connsiteY88" fmla="*/ 883444 h 1890712"/>
              <a:gd name="connsiteX89" fmla="*/ 1226344 w 2543175"/>
              <a:gd name="connsiteY89" fmla="*/ 895350 h 1890712"/>
              <a:gd name="connsiteX90" fmla="*/ 1245394 w 2543175"/>
              <a:gd name="connsiteY90" fmla="*/ 907256 h 1890712"/>
              <a:gd name="connsiteX91" fmla="*/ 1254919 w 2543175"/>
              <a:gd name="connsiteY91" fmla="*/ 914400 h 1890712"/>
              <a:gd name="connsiteX92" fmla="*/ 1269207 w 2543175"/>
              <a:gd name="connsiteY92" fmla="*/ 921544 h 1890712"/>
              <a:gd name="connsiteX93" fmla="*/ 1290638 w 2543175"/>
              <a:gd name="connsiteY93" fmla="*/ 935831 h 1890712"/>
              <a:gd name="connsiteX94" fmla="*/ 1307307 w 2543175"/>
              <a:gd name="connsiteY94" fmla="*/ 952500 h 1890712"/>
              <a:gd name="connsiteX95" fmla="*/ 1333500 w 2543175"/>
              <a:gd name="connsiteY95" fmla="*/ 971550 h 1890712"/>
              <a:gd name="connsiteX96" fmla="*/ 1359694 w 2543175"/>
              <a:gd name="connsiteY96" fmla="*/ 990600 h 1890712"/>
              <a:gd name="connsiteX97" fmla="*/ 1373982 w 2543175"/>
              <a:gd name="connsiteY97" fmla="*/ 997744 h 1890712"/>
              <a:gd name="connsiteX98" fmla="*/ 1388269 w 2543175"/>
              <a:gd name="connsiteY98" fmla="*/ 1007269 h 1890712"/>
              <a:gd name="connsiteX99" fmla="*/ 1414463 w 2543175"/>
              <a:gd name="connsiteY99" fmla="*/ 1019175 h 1890712"/>
              <a:gd name="connsiteX100" fmla="*/ 1428750 w 2543175"/>
              <a:gd name="connsiteY100" fmla="*/ 1026319 h 1890712"/>
              <a:gd name="connsiteX101" fmla="*/ 1471613 w 2543175"/>
              <a:gd name="connsiteY101" fmla="*/ 1059656 h 1890712"/>
              <a:gd name="connsiteX102" fmla="*/ 1495425 w 2543175"/>
              <a:gd name="connsiteY102" fmla="*/ 1088231 h 1890712"/>
              <a:gd name="connsiteX103" fmla="*/ 1547812 w 2543175"/>
              <a:gd name="connsiteY103" fmla="*/ 1133475 h 1890712"/>
              <a:gd name="connsiteX104" fmla="*/ 1597819 w 2543175"/>
              <a:gd name="connsiteY104" fmla="*/ 1154906 h 1890712"/>
              <a:gd name="connsiteX105" fmla="*/ 1604963 w 2543175"/>
              <a:gd name="connsiteY105" fmla="*/ 1162050 h 1890712"/>
              <a:gd name="connsiteX106" fmla="*/ 1612107 w 2543175"/>
              <a:gd name="connsiteY106" fmla="*/ 1166812 h 1890712"/>
              <a:gd name="connsiteX107" fmla="*/ 1628775 w 2543175"/>
              <a:gd name="connsiteY107" fmla="*/ 1183481 h 1890712"/>
              <a:gd name="connsiteX108" fmla="*/ 1662113 w 2543175"/>
              <a:gd name="connsiteY108" fmla="*/ 1209675 h 1890712"/>
              <a:gd name="connsiteX109" fmla="*/ 1678782 w 2543175"/>
              <a:gd name="connsiteY109" fmla="*/ 1226344 h 1890712"/>
              <a:gd name="connsiteX110" fmla="*/ 1700213 w 2543175"/>
              <a:gd name="connsiteY110" fmla="*/ 1247775 h 1890712"/>
              <a:gd name="connsiteX111" fmla="*/ 1712119 w 2543175"/>
              <a:gd name="connsiteY111" fmla="*/ 1259681 h 1890712"/>
              <a:gd name="connsiteX112" fmla="*/ 1733550 w 2543175"/>
              <a:gd name="connsiteY112" fmla="*/ 1273969 h 1890712"/>
              <a:gd name="connsiteX113" fmla="*/ 1743075 w 2543175"/>
              <a:gd name="connsiteY113" fmla="*/ 1283494 h 1890712"/>
              <a:gd name="connsiteX114" fmla="*/ 1754982 w 2543175"/>
              <a:gd name="connsiteY114" fmla="*/ 1290637 h 1890712"/>
              <a:gd name="connsiteX115" fmla="*/ 1766888 w 2543175"/>
              <a:gd name="connsiteY115" fmla="*/ 1300162 h 1890712"/>
              <a:gd name="connsiteX116" fmla="*/ 1783557 w 2543175"/>
              <a:gd name="connsiteY116" fmla="*/ 1307306 h 1890712"/>
              <a:gd name="connsiteX117" fmla="*/ 1790700 w 2543175"/>
              <a:gd name="connsiteY117" fmla="*/ 1312069 h 1890712"/>
              <a:gd name="connsiteX118" fmla="*/ 1800225 w 2543175"/>
              <a:gd name="connsiteY118" fmla="*/ 1319212 h 1890712"/>
              <a:gd name="connsiteX119" fmla="*/ 1807369 w 2543175"/>
              <a:gd name="connsiteY119" fmla="*/ 1321594 h 1890712"/>
              <a:gd name="connsiteX120" fmla="*/ 1824038 w 2543175"/>
              <a:gd name="connsiteY120" fmla="*/ 1333500 h 1890712"/>
              <a:gd name="connsiteX121" fmla="*/ 1843088 w 2543175"/>
              <a:gd name="connsiteY121" fmla="*/ 1352550 h 1890712"/>
              <a:gd name="connsiteX122" fmla="*/ 1852613 w 2543175"/>
              <a:gd name="connsiteY122" fmla="*/ 1359694 h 1890712"/>
              <a:gd name="connsiteX123" fmla="*/ 1859757 w 2543175"/>
              <a:gd name="connsiteY123" fmla="*/ 1366837 h 1890712"/>
              <a:gd name="connsiteX124" fmla="*/ 1869282 w 2543175"/>
              <a:gd name="connsiteY124" fmla="*/ 1371600 h 1890712"/>
              <a:gd name="connsiteX125" fmla="*/ 1883569 w 2543175"/>
              <a:gd name="connsiteY125" fmla="*/ 1388269 h 1890712"/>
              <a:gd name="connsiteX126" fmla="*/ 1893094 w 2543175"/>
              <a:gd name="connsiteY126" fmla="*/ 1395412 h 1890712"/>
              <a:gd name="connsiteX127" fmla="*/ 1902619 w 2543175"/>
              <a:gd name="connsiteY127" fmla="*/ 1404937 h 1890712"/>
              <a:gd name="connsiteX128" fmla="*/ 1912144 w 2543175"/>
              <a:gd name="connsiteY128" fmla="*/ 1409700 h 1890712"/>
              <a:gd name="connsiteX129" fmla="*/ 1931194 w 2543175"/>
              <a:gd name="connsiteY129" fmla="*/ 1421606 h 1890712"/>
              <a:gd name="connsiteX130" fmla="*/ 1935957 w 2543175"/>
              <a:gd name="connsiteY130" fmla="*/ 1428750 h 1890712"/>
              <a:gd name="connsiteX131" fmla="*/ 1952625 w 2543175"/>
              <a:gd name="connsiteY131" fmla="*/ 1438275 h 1890712"/>
              <a:gd name="connsiteX132" fmla="*/ 1971675 w 2543175"/>
              <a:gd name="connsiteY132" fmla="*/ 1450181 h 1890712"/>
              <a:gd name="connsiteX133" fmla="*/ 1981200 w 2543175"/>
              <a:gd name="connsiteY133" fmla="*/ 1454944 h 1890712"/>
              <a:gd name="connsiteX134" fmla="*/ 1997869 w 2543175"/>
              <a:gd name="connsiteY134" fmla="*/ 1471612 h 1890712"/>
              <a:gd name="connsiteX135" fmla="*/ 2007394 w 2543175"/>
              <a:gd name="connsiteY135" fmla="*/ 1478756 h 1890712"/>
              <a:gd name="connsiteX136" fmla="*/ 2016919 w 2543175"/>
              <a:gd name="connsiteY136" fmla="*/ 1483519 h 1890712"/>
              <a:gd name="connsiteX137" fmla="*/ 2024063 w 2543175"/>
              <a:gd name="connsiteY137" fmla="*/ 1490662 h 1890712"/>
              <a:gd name="connsiteX138" fmla="*/ 2033588 w 2543175"/>
              <a:gd name="connsiteY138" fmla="*/ 1495425 h 1890712"/>
              <a:gd name="connsiteX139" fmla="*/ 2040732 w 2543175"/>
              <a:gd name="connsiteY139" fmla="*/ 1502569 h 1890712"/>
              <a:gd name="connsiteX140" fmla="*/ 2047875 w 2543175"/>
              <a:gd name="connsiteY140" fmla="*/ 1507331 h 1890712"/>
              <a:gd name="connsiteX141" fmla="*/ 2057400 w 2543175"/>
              <a:gd name="connsiteY141" fmla="*/ 1514475 h 1890712"/>
              <a:gd name="connsiteX142" fmla="*/ 2064544 w 2543175"/>
              <a:gd name="connsiteY142" fmla="*/ 1519237 h 1890712"/>
              <a:gd name="connsiteX143" fmla="*/ 2071688 w 2543175"/>
              <a:gd name="connsiteY143" fmla="*/ 1526381 h 1890712"/>
              <a:gd name="connsiteX144" fmla="*/ 2081213 w 2543175"/>
              <a:gd name="connsiteY144" fmla="*/ 1531144 h 1890712"/>
              <a:gd name="connsiteX145" fmla="*/ 2090738 w 2543175"/>
              <a:gd name="connsiteY145" fmla="*/ 1538287 h 1890712"/>
              <a:gd name="connsiteX146" fmla="*/ 2109788 w 2543175"/>
              <a:gd name="connsiteY146" fmla="*/ 1547812 h 1890712"/>
              <a:gd name="connsiteX147" fmla="*/ 2131219 w 2543175"/>
              <a:gd name="connsiteY147" fmla="*/ 1562100 h 1890712"/>
              <a:gd name="connsiteX148" fmla="*/ 2140744 w 2543175"/>
              <a:gd name="connsiteY148" fmla="*/ 1566862 h 1890712"/>
              <a:gd name="connsiteX149" fmla="*/ 2152650 w 2543175"/>
              <a:gd name="connsiteY149" fmla="*/ 1576387 h 1890712"/>
              <a:gd name="connsiteX150" fmla="*/ 2181225 w 2543175"/>
              <a:gd name="connsiteY150" fmla="*/ 1590675 h 1890712"/>
              <a:gd name="connsiteX151" fmla="*/ 2200275 w 2543175"/>
              <a:gd name="connsiteY151" fmla="*/ 1607344 h 1890712"/>
              <a:gd name="connsiteX152" fmla="*/ 2207419 w 2543175"/>
              <a:gd name="connsiteY152" fmla="*/ 1612106 h 1890712"/>
              <a:gd name="connsiteX153" fmla="*/ 2216944 w 2543175"/>
              <a:gd name="connsiteY153" fmla="*/ 1619250 h 1890712"/>
              <a:gd name="connsiteX154" fmla="*/ 2224088 w 2543175"/>
              <a:gd name="connsiteY154" fmla="*/ 1624012 h 1890712"/>
              <a:gd name="connsiteX155" fmla="*/ 2247900 w 2543175"/>
              <a:gd name="connsiteY155" fmla="*/ 1643062 h 1890712"/>
              <a:gd name="connsiteX156" fmla="*/ 2255044 w 2543175"/>
              <a:gd name="connsiteY156" fmla="*/ 1650206 h 1890712"/>
              <a:gd name="connsiteX157" fmla="*/ 2281238 w 2543175"/>
              <a:gd name="connsiteY157" fmla="*/ 1664494 h 1890712"/>
              <a:gd name="connsiteX158" fmla="*/ 2297907 w 2543175"/>
              <a:gd name="connsiteY158" fmla="*/ 1674019 h 1890712"/>
              <a:gd name="connsiteX159" fmla="*/ 2312194 w 2543175"/>
              <a:gd name="connsiteY159" fmla="*/ 1685925 h 1890712"/>
              <a:gd name="connsiteX160" fmla="*/ 2328863 w 2543175"/>
              <a:gd name="connsiteY160" fmla="*/ 1697831 h 1890712"/>
              <a:gd name="connsiteX161" fmla="*/ 2350294 w 2543175"/>
              <a:gd name="connsiteY161" fmla="*/ 1712119 h 1890712"/>
              <a:gd name="connsiteX162" fmla="*/ 2369344 w 2543175"/>
              <a:gd name="connsiteY162" fmla="*/ 1724025 h 1890712"/>
              <a:gd name="connsiteX163" fmla="*/ 2428876 w 2543175"/>
              <a:gd name="connsiteY163" fmla="*/ 1785938 h 1890712"/>
              <a:gd name="connsiteX164" fmla="*/ 2466975 w 2543175"/>
              <a:gd name="connsiteY164" fmla="*/ 1783556 h 1890712"/>
              <a:gd name="connsiteX165" fmla="*/ 2481263 w 2543175"/>
              <a:gd name="connsiteY165" fmla="*/ 1795462 h 1890712"/>
              <a:gd name="connsiteX166" fmla="*/ 2486025 w 2543175"/>
              <a:gd name="connsiteY166" fmla="*/ 1802606 h 1890712"/>
              <a:gd name="connsiteX167" fmla="*/ 2514600 w 2543175"/>
              <a:gd name="connsiteY167" fmla="*/ 1850231 h 1890712"/>
              <a:gd name="connsiteX168" fmla="*/ 2519363 w 2543175"/>
              <a:gd name="connsiteY168" fmla="*/ 1857375 h 1890712"/>
              <a:gd name="connsiteX169" fmla="*/ 2540794 w 2543175"/>
              <a:gd name="connsiteY169" fmla="*/ 1883569 h 1890712"/>
              <a:gd name="connsiteX170" fmla="*/ 2543175 w 2543175"/>
              <a:gd name="connsiteY17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54807 w 2543175"/>
              <a:gd name="connsiteY25" fmla="*/ 247650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73982 w 2543175"/>
              <a:gd name="connsiteY96" fmla="*/ 997744 h 1890712"/>
              <a:gd name="connsiteX97" fmla="*/ 1388269 w 2543175"/>
              <a:gd name="connsiteY97" fmla="*/ 1007269 h 1890712"/>
              <a:gd name="connsiteX98" fmla="*/ 1414463 w 2543175"/>
              <a:gd name="connsiteY98" fmla="*/ 1019175 h 1890712"/>
              <a:gd name="connsiteX99" fmla="*/ 1428750 w 2543175"/>
              <a:gd name="connsiteY99" fmla="*/ 1026319 h 1890712"/>
              <a:gd name="connsiteX100" fmla="*/ 1471613 w 2543175"/>
              <a:gd name="connsiteY100" fmla="*/ 1059656 h 1890712"/>
              <a:gd name="connsiteX101" fmla="*/ 1495425 w 2543175"/>
              <a:gd name="connsiteY101" fmla="*/ 1088231 h 1890712"/>
              <a:gd name="connsiteX102" fmla="*/ 1547812 w 2543175"/>
              <a:gd name="connsiteY102" fmla="*/ 1133475 h 1890712"/>
              <a:gd name="connsiteX103" fmla="*/ 1597819 w 2543175"/>
              <a:gd name="connsiteY103" fmla="*/ 1154906 h 1890712"/>
              <a:gd name="connsiteX104" fmla="*/ 1604963 w 2543175"/>
              <a:gd name="connsiteY104" fmla="*/ 1162050 h 1890712"/>
              <a:gd name="connsiteX105" fmla="*/ 1612107 w 2543175"/>
              <a:gd name="connsiteY105" fmla="*/ 1166812 h 1890712"/>
              <a:gd name="connsiteX106" fmla="*/ 1628775 w 2543175"/>
              <a:gd name="connsiteY106" fmla="*/ 1183481 h 1890712"/>
              <a:gd name="connsiteX107" fmla="*/ 1662113 w 2543175"/>
              <a:gd name="connsiteY107" fmla="*/ 1209675 h 1890712"/>
              <a:gd name="connsiteX108" fmla="*/ 1678782 w 2543175"/>
              <a:gd name="connsiteY108" fmla="*/ 1226344 h 1890712"/>
              <a:gd name="connsiteX109" fmla="*/ 1700213 w 2543175"/>
              <a:gd name="connsiteY109" fmla="*/ 1247775 h 1890712"/>
              <a:gd name="connsiteX110" fmla="*/ 1712119 w 2543175"/>
              <a:gd name="connsiteY110" fmla="*/ 1259681 h 1890712"/>
              <a:gd name="connsiteX111" fmla="*/ 1733550 w 2543175"/>
              <a:gd name="connsiteY111" fmla="*/ 1273969 h 1890712"/>
              <a:gd name="connsiteX112" fmla="*/ 1743075 w 2543175"/>
              <a:gd name="connsiteY112" fmla="*/ 1283494 h 1890712"/>
              <a:gd name="connsiteX113" fmla="*/ 1754982 w 2543175"/>
              <a:gd name="connsiteY113" fmla="*/ 1290637 h 1890712"/>
              <a:gd name="connsiteX114" fmla="*/ 1766888 w 2543175"/>
              <a:gd name="connsiteY114" fmla="*/ 1300162 h 1890712"/>
              <a:gd name="connsiteX115" fmla="*/ 1783557 w 2543175"/>
              <a:gd name="connsiteY115" fmla="*/ 1307306 h 1890712"/>
              <a:gd name="connsiteX116" fmla="*/ 1790700 w 2543175"/>
              <a:gd name="connsiteY116" fmla="*/ 1312069 h 1890712"/>
              <a:gd name="connsiteX117" fmla="*/ 1800225 w 2543175"/>
              <a:gd name="connsiteY117" fmla="*/ 1319212 h 1890712"/>
              <a:gd name="connsiteX118" fmla="*/ 1807369 w 2543175"/>
              <a:gd name="connsiteY118" fmla="*/ 1321594 h 1890712"/>
              <a:gd name="connsiteX119" fmla="*/ 1824038 w 2543175"/>
              <a:gd name="connsiteY119" fmla="*/ 1333500 h 1890712"/>
              <a:gd name="connsiteX120" fmla="*/ 1843088 w 2543175"/>
              <a:gd name="connsiteY120" fmla="*/ 1352550 h 1890712"/>
              <a:gd name="connsiteX121" fmla="*/ 1852613 w 2543175"/>
              <a:gd name="connsiteY121" fmla="*/ 1359694 h 1890712"/>
              <a:gd name="connsiteX122" fmla="*/ 1859757 w 2543175"/>
              <a:gd name="connsiteY122" fmla="*/ 1366837 h 1890712"/>
              <a:gd name="connsiteX123" fmla="*/ 1869282 w 2543175"/>
              <a:gd name="connsiteY123" fmla="*/ 1371600 h 1890712"/>
              <a:gd name="connsiteX124" fmla="*/ 1883569 w 2543175"/>
              <a:gd name="connsiteY124" fmla="*/ 1388269 h 1890712"/>
              <a:gd name="connsiteX125" fmla="*/ 1893094 w 2543175"/>
              <a:gd name="connsiteY125" fmla="*/ 1395412 h 1890712"/>
              <a:gd name="connsiteX126" fmla="*/ 1902619 w 2543175"/>
              <a:gd name="connsiteY126" fmla="*/ 1404937 h 1890712"/>
              <a:gd name="connsiteX127" fmla="*/ 1912144 w 2543175"/>
              <a:gd name="connsiteY127" fmla="*/ 1409700 h 1890712"/>
              <a:gd name="connsiteX128" fmla="*/ 1931194 w 2543175"/>
              <a:gd name="connsiteY128" fmla="*/ 1421606 h 1890712"/>
              <a:gd name="connsiteX129" fmla="*/ 1935957 w 2543175"/>
              <a:gd name="connsiteY129" fmla="*/ 1428750 h 1890712"/>
              <a:gd name="connsiteX130" fmla="*/ 1952625 w 2543175"/>
              <a:gd name="connsiteY130" fmla="*/ 1438275 h 1890712"/>
              <a:gd name="connsiteX131" fmla="*/ 1971675 w 2543175"/>
              <a:gd name="connsiteY131" fmla="*/ 1450181 h 1890712"/>
              <a:gd name="connsiteX132" fmla="*/ 1981200 w 2543175"/>
              <a:gd name="connsiteY132" fmla="*/ 1454944 h 1890712"/>
              <a:gd name="connsiteX133" fmla="*/ 1997869 w 2543175"/>
              <a:gd name="connsiteY133" fmla="*/ 1471612 h 1890712"/>
              <a:gd name="connsiteX134" fmla="*/ 2007394 w 2543175"/>
              <a:gd name="connsiteY134" fmla="*/ 1478756 h 1890712"/>
              <a:gd name="connsiteX135" fmla="*/ 2016919 w 2543175"/>
              <a:gd name="connsiteY135" fmla="*/ 1483519 h 1890712"/>
              <a:gd name="connsiteX136" fmla="*/ 2024063 w 2543175"/>
              <a:gd name="connsiteY136" fmla="*/ 1490662 h 1890712"/>
              <a:gd name="connsiteX137" fmla="*/ 2033588 w 2543175"/>
              <a:gd name="connsiteY137" fmla="*/ 1495425 h 1890712"/>
              <a:gd name="connsiteX138" fmla="*/ 2040732 w 2543175"/>
              <a:gd name="connsiteY138" fmla="*/ 1502569 h 1890712"/>
              <a:gd name="connsiteX139" fmla="*/ 2047875 w 2543175"/>
              <a:gd name="connsiteY139" fmla="*/ 1507331 h 1890712"/>
              <a:gd name="connsiteX140" fmla="*/ 2057400 w 2543175"/>
              <a:gd name="connsiteY140" fmla="*/ 1514475 h 1890712"/>
              <a:gd name="connsiteX141" fmla="*/ 2064544 w 2543175"/>
              <a:gd name="connsiteY141" fmla="*/ 1519237 h 1890712"/>
              <a:gd name="connsiteX142" fmla="*/ 2071688 w 2543175"/>
              <a:gd name="connsiteY142" fmla="*/ 1526381 h 1890712"/>
              <a:gd name="connsiteX143" fmla="*/ 2081213 w 2543175"/>
              <a:gd name="connsiteY143" fmla="*/ 1531144 h 1890712"/>
              <a:gd name="connsiteX144" fmla="*/ 2090738 w 2543175"/>
              <a:gd name="connsiteY144" fmla="*/ 1538287 h 1890712"/>
              <a:gd name="connsiteX145" fmla="*/ 2109788 w 2543175"/>
              <a:gd name="connsiteY145" fmla="*/ 1547812 h 1890712"/>
              <a:gd name="connsiteX146" fmla="*/ 2131219 w 2543175"/>
              <a:gd name="connsiteY146" fmla="*/ 1562100 h 1890712"/>
              <a:gd name="connsiteX147" fmla="*/ 2140744 w 2543175"/>
              <a:gd name="connsiteY147" fmla="*/ 1566862 h 1890712"/>
              <a:gd name="connsiteX148" fmla="*/ 2152650 w 2543175"/>
              <a:gd name="connsiteY148" fmla="*/ 1576387 h 1890712"/>
              <a:gd name="connsiteX149" fmla="*/ 2181225 w 2543175"/>
              <a:gd name="connsiteY149" fmla="*/ 1590675 h 1890712"/>
              <a:gd name="connsiteX150" fmla="*/ 2200275 w 2543175"/>
              <a:gd name="connsiteY150" fmla="*/ 1607344 h 1890712"/>
              <a:gd name="connsiteX151" fmla="*/ 2207419 w 2543175"/>
              <a:gd name="connsiteY151" fmla="*/ 1612106 h 1890712"/>
              <a:gd name="connsiteX152" fmla="*/ 2216944 w 2543175"/>
              <a:gd name="connsiteY152" fmla="*/ 1619250 h 1890712"/>
              <a:gd name="connsiteX153" fmla="*/ 2224088 w 2543175"/>
              <a:gd name="connsiteY153" fmla="*/ 1624012 h 1890712"/>
              <a:gd name="connsiteX154" fmla="*/ 2247900 w 2543175"/>
              <a:gd name="connsiteY154" fmla="*/ 1643062 h 1890712"/>
              <a:gd name="connsiteX155" fmla="*/ 2255044 w 2543175"/>
              <a:gd name="connsiteY155" fmla="*/ 1650206 h 1890712"/>
              <a:gd name="connsiteX156" fmla="*/ 2281238 w 2543175"/>
              <a:gd name="connsiteY156" fmla="*/ 1664494 h 1890712"/>
              <a:gd name="connsiteX157" fmla="*/ 2297907 w 2543175"/>
              <a:gd name="connsiteY157" fmla="*/ 1674019 h 1890712"/>
              <a:gd name="connsiteX158" fmla="*/ 2312194 w 2543175"/>
              <a:gd name="connsiteY158" fmla="*/ 1685925 h 1890712"/>
              <a:gd name="connsiteX159" fmla="*/ 2328863 w 2543175"/>
              <a:gd name="connsiteY159" fmla="*/ 1697831 h 1890712"/>
              <a:gd name="connsiteX160" fmla="*/ 2350294 w 2543175"/>
              <a:gd name="connsiteY160" fmla="*/ 1712119 h 1890712"/>
              <a:gd name="connsiteX161" fmla="*/ 2369344 w 2543175"/>
              <a:gd name="connsiteY161" fmla="*/ 1724025 h 1890712"/>
              <a:gd name="connsiteX162" fmla="*/ 2428876 w 2543175"/>
              <a:gd name="connsiteY162" fmla="*/ 1785938 h 1890712"/>
              <a:gd name="connsiteX163" fmla="*/ 2466975 w 2543175"/>
              <a:gd name="connsiteY163" fmla="*/ 1783556 h 1890712"/>
              <a:gd name="connsiteX164" fmla="*/ 2481263 w 2543175"/>
              <a:gd name="connsiteY164" fmla="*/ 1795462 h 1890712"/>
              <a:gd name="connsiteX165" fmla="*/ 2486025 w 2543175"/>
              <a:gd name="connsiteY165" fmla="*/ 1802606 h 1890712"/>
              <a:gd name="connsiteX166" fmla="*/ 2514600 w 2543175"/>
              <a:gd name="connsiteY166" fmla="*/ 1850231 h 1890712"/>
              <a:gd name="connsiteX167" fmla="*/ 2519363 w 2543175"/>
              <a:gd name="connsiteY167" fmla="*/ 1857375 h 1890712"/>
              <a:gd name="connsiteX168" fmla="*/ 2540794 w 2543175"/>
              <a:gd name="connsiteY168" fmla="*/ 1883569 h 1890712"/>
              <a:gd name="connsiteX169" fmla="*/ 2543175 w 2543175"/>
              <a:gd name="connsiteY16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73982 w 2543175"/>
              <a:gd name="connsiteY96" fmla="*/ 997744 h 1890712"/>
              <a:gd name="connsiteX97" fmla="*/ 1388269 w 2543175"/>
              <a:gd name="connsiteY97" fmla="*/ 1007269 h 1890712"/>
              <a:gd name="connsiteX98" fmla="*/ 1414463 w 2543175"/>
              <a:gd name="connsiteY98" fmla="*/ 1019175 h 1890712"/>
              <a:gd name="connsiteX99" fmla="*/ 1428750 w 2543175"/>
              <a:gd name="connsiteY99" fmla="*/ 1026319 h 1890712"/>
              <a:gd name="connsiteX100" fmla="*/ 1471613 w 2543175"/>
              <a:gd name="connsiteY100" fmla="*/ 1059656 h 1890712"/>
              <a:gd name="connsiteX101" fmla="*/ 1495425 w 2543175"/>
              <a:gd name="connsiteY101" fmla="*/ 1088231 h 1890712"/>
              <a:gd name="connsiteX102" fmla="*/ 1547812 w 2543175"/>
              <a:gd name="connsiteY102" fmla="*/ 1133475 h 1890712"/>
              <a:gd name="connsiteX103" fmla="*/ 1597819 w 2543175"/>
              <a:gd name="connsiteY103" fmla="*/ 1154906 h 1890712"/>
              <a:gd name="connsiteX104" fmla="*/ 1604963 w 2543175"/>
              <a:gd name="connsiteY104" fmla="*/ 1162050 h 1890712"/>
              <a:gd name="connsiteX105" fmla="*/ 1612107 w 2543175"/>
              <a:gd name="connsiteY105" fmla="*/ 1166812 h 1890712"/>
              <a:gd name="connsiteX106" fmla="*/ 1628775 w 2543175"/>
              <a:gd name="connsiteY106" fmla="*/ 1183481 h 1890712"/>
              <a:gd name="connsiteX107" fmla="*/ 1662113 w 2543175"/>
              <a:gd name="connsiteY107" fmla="*/ 1209675 h 1890712"/>
              <a:gd name="connsiteX108" fmla="*/ 1678782 w 2543175"/>
              <a:gd name="connsiteY108" fmla="*/ 1226344 h 1890712"/>
              <a:gd name="connsiteX109" fmla="*/ 1700213 w 2543175"/>
              <a:gd name="connsiteY109" fmla="*/ 1247775 h 1890712"/>
              <a:gd name="connsiteX110" fmla="*/ 1712119 w 2543175"/>
              <a:gd name="connsiteY110" fmla="*/ 1259681 h 1890712"/>
              <a:gd name="connsiteX111" fmla="*/ 1733550 w 2543175"/>
              <a:gd name="connsiteY111" fmla="*/ 1273969 h 1890712"/>
              <a:gd name="connsiteX112" fmla="*/ 1743075 w 2543175"/>
              <a:gd name="connsiteY112" fmla="*/ 1283494 h 1890712"/>
              <a:gd name="connsiteX113" fmla="*/ 1754982 w 2543175"/>
              <a:gd name="connsiteY113" fmla="*/ 1290637 h 1890712"/>
              <a:gd name="connsiteX114" fmla="*/ 1766888 w 2543175"/>
              <a:gd name="connsiteY114" fmla="*/ 1300162 h 1890712"/>
              <a:gd name="connsiteX115" fmla="*/ 1783557 w 2543175"/>
              <a:gd name="connsiteY115" fmla="*/ 1307306 h 1890712"/>
              <a:gd name="connsiteX116" fmla="*/ 1790700 w 2543175"/>
              <a:gd name="connsiteY116" fmla="*/ 1312069 h 1890712"/>
              <a:gd name="connsiteX117" fmla="*/ 1800225 w 2543175"/>
              <a:gd name="connsiteY117" fmla="*/ 1319212 h 1890712"/>
              <a:gd name="connsiteX118" fmla="*/ 1807369 w 2543175"/>
              <a:gd name="connsiteY118" fmla="*/ 1321594 h 1890712"/>
              <a:gd name="connsiteX119" fmla="*/ 1824038 w 2543175"/>
              <a:gd name="connsiteY119" fmla="*/ 1333500 h 1890712"/>
              <a:gd name="connsiteX120" fmla="*/ 1843088 w 2543175"/>
              <a:gd name="connsiteY120" fmla="*/ 1352550 h 1890712"/>
              <a:gd name="connsiteX121" fmla="*/ 1852613 w 2543175"/>
              <a:gd name="connsiteY121" fmla="*/ 1359694 h 1890712"/>
              <a:gd name="connsiteX122" fmla="*/ 1859757 w 2543175"/>
              <a:gd name="connsiteY122" fmla="*/ 1366837 h 1890712"/>
              <a:gd name="connsiteX123" fmla="*/ 1869282 w 2543175"/>
              <a:gd name="connsiteY123" fmla="*/ 1371600 h 1890712"/>
              <a:gd name="connsiteX124" fmla="*/ 1883569 w 2543175"/>
              <a:gd name="connsiteY124" fmla="*/ 1388269 h 1890712"/>
              <a:gd name="connsiteX125" fmla="*/ 1893094 w 2543175"/>
              <a:gd name="connsiteY125" fmla="*/ 1395412 h 1890712"/>
              <a:gd name="connsiteX126" fmla="*/ 1902619 w 2543175"/>
              <a:gd name="connsiteY126" fmla="*/ 1404937 h 1890712"/>
              <a:gd name="connsiteX127" fmla="*/ 1912144 w 2543175"/>
              <a:gd name="connsiteY127" fmla="*/ 1409700 h 1890712"/>
              <a:gd name="connsiteX128" fmla="*/ 1931194 w 2543175"/>
              <a:gd name="connsiteY128" fmla="*/ 1421606 h 1890712"/>
              <a:gd name="connsiteX129" fmla="*/ 1935957 w 2543175"/>
              <a:gd name="connsiteY129" fmla="*/ 1428750 h 1890712"/>
              <a:gd name="connsiteX130" fmla="*/ 1952625 w 2543175"/>
              <a:gd name="connsiteY130" fmla="*/ 1438275 h 1890712"/>
              <a:gd name="connsiteX131" fmla="*/ 1971675 w 2543175"/>
              <a:gd name="connsiteY131" fmla="*/ 1450181 h 1890712"/>
              <a:gd name="connsiteX132" fmla="*/ 1981200 w 2543175"/>
              <a:gd name="connsiteY132" fmla="*/ 1454944 h 1890712"/>
              <a:gd name="connsiteX133" fmla="*/ 1997869 w 2543175"/>
              <a:gd name="connsiteY133" fmla="*/ 1471612 h 1890712"/>
              <a:gd name="connsiteX134" fmla="*/ 2007394 w 2543175"/>
              <a:gd name="connsiteY134" fmla="*/ 1478756 h 1890712"/>
              <a:gd name="connsiteX135" fmla="*/ 2016919 w 2543175"/>
              <a:gd name="connsiteY135" fmla="*/ 1483519 h 1890712"/>
              <a:gd name="connsiteX136" fmla="*/ 2024063 w 2543175"/>
              <a:gd name="connsiteY136" fmla="*/ 1490662 h 1890712"/>
              <a:gd name="connsiteX137" fmla="*/ 2033588 w 2543175"/>
              <a:gd name="connsiteY137" fmla="*/ 1495425 h 1890712"/>
              <a:gd name="connsiteX138" fmla="*/ 2040732 w 2543175"/>
              <a:gd name="connsiteY138" fmla="*/ 1502569 h 1890712"/>
              <a:gd name="connsiteX139" fmla="*/ 2047875 w 2543175"/>
              <a:gd name="connsiteY139" fmla="*/ 1507331 h 1890712"/>
              <a:gd name="connsiteX140" fmla="*/ 2057400 w 2543175"/>
              <a:gd name="connsiteY140" fmla="*/ 1514475 h 1890712"/>
              <a:gd name="connsiteX141" fmla="*/ 2064544 w 2543175"/>
              <a:gd name="connsiteY141" fmla="*/ 1519237 h 1890712"/>
              <a:gd name="connsiteX142" fmla="*/ 2071688 w 2543175"/>
              <a:gd name="connsiteY142" fmla="*/ 1526381 h 1890712"/>
              <a:gd name="connsiteX143" fmla="*/ 2081213 w 2543175"/>
              <a:gd name="connsiteY143" fmla="*/ 1531144 h 1890712"/>
              <a:gd name="connsiteX144" fmla="*/ 2090738 w 2543175"/>
              <a:gd name="connsiteY144" fmla="*/ 1538287 h 1890712"/>
              <a:gd name="connsiteX145" fmla="*/ 2109788 w 2543175"/>
              <a:gd name="connsiteY145" fmla="*/ 1547812 h 1890712"/>
              <a:gd name="connsiteX146" fmla="*/ 2131219 w 2543175"/>
              <a:gd name="connsiteY146" fmla="*/ 1562100 h 1890712"/>
              <a:gd name="connsiteX147" fmla="*/ 2140744 w 2543175"/>
              <a:gd name="connsiteY147" fmla="*/ 1566862 h 1890712"/>
              <a:gd name="connsiteX148" fmla="*/ 2152650 w 2543175"/>
              <a:gd name="connsiteY148" fmla="*/ 1576387 h 1890712"/>
              <a:gd name="connsiteX149" fmla="*/ 2181225 w 2543175"/>
              <a:gd name="connsiteY149" fmla="*/ 1590675 h 1890712"/>
              <a:gd name="connsiteX150" fmla="*/ 2200275 w 2543175"/>
              <a:gd name="connsiteY150" fmla="*/ 1607344 h 1890712"/>
              <a:gd name="connsiteX151" fmla="*/ 2207419 w 2543175"/>
              <a:gd name="connsiteY151" fmla="*/ 1612106 h 1890712"/>
              <a:gd name="connsiteX152" fmla="*/ 2216944 w 2543175"/>
              <a:gd name="connsiteY152" fmla="*/ 1619250 h 1890712"/>
              <a:gd name="connsiteX153" fmla="*/ 2224088 w 2543175"/>
              <a:gd name="connsiteY153" fmla="*/ 1624012 h 1890712"/>
              <a:gd name="connsiteX154" fmla="*/ 2247900 w 2543175"/>
              <a:gd name="connsiteY154" fmla="*/ 1643062 h 1890712"/>
              <a:gd name="connsiteX155" fmla="*/ 2255044 w 2543175"/>
              <a:gd name="connsiteY155" fmla="*/ 1650206 h 1890712"/>
              <a:gd name="connsiteX156" fmla="*/ 2281238 w 2543175"/>
              <a:gd name="connsiteY156" fmla="*/ 1664494 h 1890712"/>
              <a:gd name="connsiteX157" fmla="*/ 2297907 w 2543175"/>
              <a:gd name="connsiteY157" fmla="*/ 1674019 h 1890712"/>
              <a:gd name="connsiteX158" fmla="*/ 2312194 w 2543175"/>
              <a:gd name="connsiteY158" fmla="*/ 1685925 h 1890712"/>
              <a:gd name="connsiteX159" fmla="*/ 2328863 w 2543175"/>
              <a:gd name="connsiteY159" fmla="*/ 1697831 h 1890712"/>
              <a:gd name="connsiteX160" fmla="*/ 2350294 w 2543175"/>
              <a:gd name="connsiteY160" fmla="*/ 1712119 h 1890712"/>
              <a:gd name="connsiteX161" fmla="*/ 2369344 w 2543175"/>
              <a:gd name="connsiteY161" fmla="*/ 1724025 h 1890712"/>
              <a:gd name="connsiteX162" fmla="*/ 2428876 w 2543175"/>
              <a:gd name="connsiteY162" fmla="*/ 1785938 h 1890712"/>
              <a:gd name="connsiteX163" fmla="*/ 2466975 w 2543175"/>
              <a:gd name="connsiteY163" fmla="*/ 1783556 h 1890712"/>
              <a:gd name="connsiteX164" fmla="*/ 2481263 w 2543175"/>
              <a:gd name="connsiteY164" fmla="*/ 1795462 h 1890712"/>
              <a:gd name="connsiteX165" fmla="*/ 2486025 w 2543175"/>
              <a:gd name="connsiteY165" fmla="*/ 1802606 h 1890712"/>
              <a:gd name="connsiteX166" fmla="*/ 2514600 w 2543175"/>
              <a:gd name="connsiteY166" fmla="*/ 1850231 h 1890712"/>
              <a:gd name="connsiteX167" fmla="*/ 2519363 w 2543175"/>
              <a:gd name="connsiteY167" fmla="*/ 1857375 h 1890712"/>
              <a:gd name="connsiteX168" fmla="*/ 2540794 w 2543175"/>
              <a:gd name="connsiteY168" fmla="*/ 1883569 h 1890712"/>
              <a:gd name="connsiteX169" fmla="*/ 2543175 w 2543175"/>
              <a:gd name="connsiteY16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73982 w 2543175"/>
              <a:gd name="connsiteY96" fmla="*/ 997744 h 1890712"/>
              <a:gd name="connsiteX97" fmla="*/ 1388269 w 2543175"/>
              <a:gd name="connsiteY97" fmla="*/ 1007269 h 1890712"/>
              <a:gd name="connsiteX98" fmla="*/ 1414463 w 2543175"/>
              <a:gd name="connsiteY98" fmla="*/ 1019175 h 1890712"/>
              <a:gd name="connsiteX99" fmla="*/ 1435894 w 2543175"/>
              <a:gd name="connsiteY99" fmla="*/ 1054894 h 1890712"/>
              <a:gd name="connsiteX100" fmla="*/ 1471613 w 2543175"/>
              <a:gd name="connsiteY100" fmla="*/ 1059656 h 1890712"/>
              <a:gd name="connsiteX101" fmla="*/ 1495425 w 2543175"/>
              <a:gd name="connsiteY101" fmla="*/ 1088231 h 1890712"/>
              <a:gd name="connsiteX102" fmla="*/ 1547812 w 2543175"/>
              <a:gd name="connsiteY102" fmla="*/ 1133475 h 1890712"/>
              <a:gd name="connsiteX103" fmla="*/ 1597819 w 2543175"/>
              <a:gd name="connsiteY103" fmla="*/ 1154906 h 1890712"/>
              <a:gd name="connsiteX104" fmla="*/ 1604963 w 2543175"/>
              <a:gd name="connsiteY104" fmla="*/ 1162050 h 1890712"/>
              <a:gd name="connsiteX105" fmla="*/ 1612107 w 2543175"/>
              <a:gd name="connsiteY105" fmla="*/ 1166812 h 1890712"/>
              <a:gd name="connsiteX106" fmla="*/ 1628775 w 2543175"/>
              <a:gd name="connsiteY106" fmla="*/ 1183481 h 1890712"/>
              <a:gd name="connsiteX107" fmla="*/ 1662113 w 2543175"/>
              <a:gd name="connsiteY107" fmla="*/ 1209675 h 1890712"/>
              <a:gd name="connsiteX108" fmla="*/ 1678782 w 2543175"/>
              <a:gd name="connsiteY108" fmla="*/ 1226344 h 1890712"/>
              <a:gd name="connsiteX109" fmla="*/ 1700213 w 2543175"/>
              <a:gd name="connsiteY109" fmla="*/ 1247775 h 1890712"/>
              <a:gd name="connsiteX110" fmla="*/ 1712119 w 2543175"/>
              <a:gd name="connsiteY110" fmla="*/ 1259681 h 1890712"/>
              <a:gd name="connsiteX111" fmla="*/ 1733550 w 2543175"/>
              <a:gd name="connsiteY111" fmla="*/ 1273969 h 1890712"/>
              <a:gd name="connsiteX112" fmla="*/ 1743075 w 2543175"/>
              <a:gd name="connsiteY112" fmla="*/ 1283494 h 1890712"/>
              <a:gd name="connsiteX113" fmla="*/ 1754982 w 2543175"/>
              <a:gd name="connsiteY113" fmla="*/ 1290637 h 1890712"/>
              <a:gd name="connsiteX114" fmla="*/ 1766888 w 2543175"/>
              <a:gd name="connsiteY114" fmla="*/ 1300162 h 1890712"/>
              <a:gd name="connsiteX115" fmla="*/ 1783557 w 2543175"/>
              <a:gd name="connsiteY115" fmla="*/ 1307306 h 1890712"/>
              <a:gd name="connsiteX116" fmla="*/ 1790700 w 2543175"/>
              <a:gd name="connsiteY116" fmla="*/ 1312069 h 1890712"/>
              <a:gd name="connsiteX117" fmla="*/ 1800225 w 2543175"/>
              <a:gd name="connsiteY117" fmla="*/ 1319212 h 1890712"/>
              <a:gd name="connsiteX118" fmla="*/ 1807369 w 2543175"/>
              <a:gd name="connsiteY118" fmla="*/ 1321594 h 1890712"/>
              <a:gd name="connsiteX119" fmla="*/ 1824038 w 2543175"/>
              <a:gd name="connsiteY119" fmla="*/ 1333500 h 1890712"/>
              <a:gd name="connsiteX120" fmla="*/ 1843088 w 2543175"/>
              <a:gd name="connsiteY120" fmla="*/ 1352550 h 1890712"/>
              <a:gd name="connsiteX121" fmla="*/ 1852613 w 2543175"/>
              <a:gd name="connsiteY121" fmla="*/ 1359694 h 1890712"/>
              <a:gd name="connsiteX122" fmla="*/ 1859757 w 2543175"/>
              <a:gd name="connsiteY122" fmla="*/ 1366837 h 1890712"/>
              <a:gd name="connsiteX123" fmla="*/ 1869282 w 2543175"/>
              <a:gd name="connsiteY123" fmla="*/ 1371600 h 1890712"/>
              <a:gd name="connsiteX124" fmla="*/ 1883569 w 2543175"/>
              <a:gd name="connsiteY124" fmla="*/ 1388269 h 1890712"/>
              <a:gd name="connsiteX125" fmla="*/ 1893094 w 2543175"/>
              <a:gd name="connsiteY125" fmla="*/ 1395412 h 1890712"/>
              <a:gd name="connsiteX126" fmla="*/ 1902619 w 2543175"/>
              <a:gd name="connsiteY126" fmla="*/ 1404937 h 1890712"/>
              <a:gd name="connsiteX127" fmla="*/ 1912144 w 2543175"/>
              <a:gd name="connsiteY127" fmla="*/ 1409700 h 1890712"/>
              <a:gd name="connsiteX128" fmla="*/ 1931194 w 2543175"/>
              <a:gd name="connsiteY128" fmla="*/ 1421606 h 1890712"/>
              <a:gd name="connsiteX129" fmla="*/ 1935957 w 2543175"/>
              <a:gd name="connsiteY129" fmla="*/ 1428750 h 1890712"/>
              <a:gd name="connsiteX130" fmla="*/ 1952625 w 2543175"/>
              <a:gd name="connsiteY130" fmla="*/ 1438275 h 1890712"/>
              <a:gd name="connsiteX131" fmla="*/ 1971675 w 2543175"/>
              <a:gd name="connsiteY131" fmla="*/ 1450181 h 1890712"/>
              <a:gd name="connsiteX132" fmla="*/ 1981200 w 2543175"/>
              <a:gd name="connsiteY132" fmla="*/ 1454944 h 1890712"/>
              <a:gd name="connsiteX133" fmla="*/ 1997869 w 2543175"/>
              <a:gd name="connsiteY133" fmla="*/ 1471612 h 1890712"/>
              <a:gd name="connsiteX134" fmla="*/ 2007394 w 2543175"/>
              <a:gd name="connsiteY134" fmla="*/ 1478756 h 1890712"/>
              <a:gd name="connsiteX135" fmla="*/ 2016919 w 2543175"/>
              <a:gd name="connsiteY135" fmla="*/ 1483519 h 1890712"/>
              <a:gd name="connsiteX136" fmla="*/ 2024063 w 2543175"/>
              <a:gd name="connsiteY136" fmla="*/ 1490662 h 1890712"/>
              <a:gd name="connsiteX137" fmla="*/ 2033588 w 2543175"/>
              <a:gd name="connsiteY137" fmla="*/ 1495425 h 1890712"/>
              <a:gd name="connsiteX138" fmla="*/ 2040732 w 2543175"/>
              <a:gd name="connsiteY138" fmla="*/ 1502569 h 1890712"/>
              <a:gd name="connsiteX139" fmla="*/ 2047875 w 2543175"/>
              <a:gd name="connsiteY139" fmla="*/ 1507331 h 1890712"/>
              <a:gd name="connsiteX140" fmla="*/ 2057400 w 2543175"/>
              <a:gd name="connsiteY140" fmla="*/ 1514475 h 1890712"/>
              <a:gd name="connsiteX141" fmla="*/ 2064544 w 2543175"/>
              <a:gd name="connsiteY141" fmla="*/ 1519237 h 1890712"/>
              <a:gd name="connsiteX142" fmla="*/ 2071688 w 2543175"/>
              <a:gd name="connsiteY142" fmla="*/ 1526381 h 1890712"/>
              <a:gd name="connsiteX143" fmla="*/ 2081213 w 2543175"/>
              <a:gd name="connsiteY143" fmla="*/ 1531144 h 1890712"/>
              <a:gd name="connsiteX144" fmla="*/ 2090738 w 2543175"/>
              <a:gd name="connsiteY144" fmla="*/ 1538287 h 1890712"/>
              <a:gd name="connsiteX145" fmla="*/ 2109788 w 2543175"/>
              <a:gd name="connsiteY145" fmla="*/ 1547812 h 1890712"/>
              <a:gd name="connsiteX146" fmla="*/ 2131219 w 2543175"/>
              <a:gd name="connsiteY146" fmla="*/ 1562100 h 1890712"/>
              <a:gd name="connsiteX147" fmla="*/ 2140744 w 2543175"/>
              <a:gd name="connsiteY147" fmla="*/ 1566862 h 1890712"/>
              <a:gd name="connsiteX148" fmla="*/ 2152650 w 2543175"/>
              <a:gd name="connsiteY148" fmla="*/ 1576387 h 1890712"/>
              <a:gd name="connsiteX149" fmla="*/ 2181225 w 2543175"/>
              <a:gd name="connsiteY149" fmla="*/ 1590675 h 1890712"/>
              <a:gd name="connsiteX150" fmla="*/ 2200275 w 2543175"/>
              <a:gd name="connsiteY150" fmla="*/ 1607344 h 1890712"/>
              <a:gd name="connsiteX151" fmla="*/ 2207419 w 2543175"/>
              <a:gd name="connsiteY151" fmla="*/ 1612106 h 1890712"/>
              <a:gd name="connsiteX152" fmla="*/ 2216944 w 2543175"/>
              <a:gd name="connsiteY152" fmla="*/ 1619250 h 1890712"/>
              <a:gd name="connsiteX153" fmla="*/ 2224088 w 2543175"/>
              <a:gd name="connsiteY153" fmla="*/ 1624012 h 1890712"/>
              <a:gd name="connsiteX154" fmla="*/ 2247900 w 2543175"/>
              <a:gd name="connsiteY154" fmla="*/ 1643062 h 1890712"/>
              <a:gd name="connsiteX155" fmla="*/ 2255044 w 2543175"/>
              <a:gd name="connsiteY155" fmla="*/ 1650206 h 1890712"/>
              <a:gd name="connsiteX156" fmla="*/ 2281238 w 2543175"/>
              <a:gd name="connsiteY156" fmla="*/ 1664494 h 1890712"/>
              <a:gd name="connsiteX157" fmla="*/ 2297907 w 2543175"/>
              <a:gd name="connsiteY157" fmla="*/ 1674019 h 1890712"/>
              <a:gd name="connsiteX158" fmla="*/ 2312194 w 2543175"/>
              <a:gd name="connsiteY158" fmla="*/ 1685925 h 1890712"/>
              <a:gd name="connsiteX159" fmla="*/ 2328863 w 2543175"/>
              <a:gd name="connsiteY159" fmla="*/ 1697831 h 1890712"/>
              <a:gd name="connsiteX160" fmla="*/ 2350294 w 2543175"/>
              <a:gd name="connsiteY160" fmla="*/ 1712119 h 1890712"/>
              <a:gd name="connsiteX161" fmla="*/ 2369344 w 2543175"/>
              <a:gd name="connsiteY161" fmla="*/ 1724025 h 1890712"/>
              <a:gd name="connsiteX162" fmla="*/ 2428876 w 2543175"/>
              <a:gd name="connsiteY162" fmla="*/ 1785938 h 1890712"/>
              <a:gd name="connsiteX163" fmla="*/ 2466975 w 2543175"/>
              <a:gd name="connsiteY163" fmla="*/ 1783556 h 1890712"/>
              <a:gd name="connsiteX164" fmla="*/ 2481263 w 2543175"/>
              <a:gd name="connsiteY164" fmla="*/ 1795462 h 1890712"/>
              <a:gd name="connsiteX165" fmla="*/ 2486025 w 2543175"/>
              <a:gd name="connsiteY165" fmla="*/ 1802606 h 1890712"/>
              <a:gd name="connsiteX166" fmla="*/ 2514600 w 2543175"/>
              <a:gd name="connsiteY166" fmla="*/ 1850231 h 1890712"/>
              <a:gd name="connsiteX167" fmla="*/ 2519363 w 2543175"/>
              <a:gd name="connsiteY167" fmla="*/ 1857375 h 1890712"/>
              <a:gd name="connsiteX168" fmla="*/ 2540794 w 2543175"/>
              <a:gd name="connsiteY168" fmla="*/ 1883569 h 1890712"/>
              <a:gd name="connsiteX169" fmla="*/ 2543175 w 2543175"/>
              <a:gd name="connsiteY16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73982 w 2543175"/>
              <a:gd name="connsiteY96" fmla="*/ 997744 h 1890712"/>
              <a:gd name="connsiteX97" fmla="*/ 1388269 w 2543175"/>
              <a:gd name="connsiteY97" fmla="*/ 1007269 h 1890712"/>
              <a:gd name="connsiteX98" fmla="*/ 1435894 w 2543175"/>
              <a:gd name="connsiteY98" fmla="*/ 1054894 h 1890712"/>
              <a:gd name="connsiteX99" fmla="*/ 1471613 w 2543175"/>
              <a:gd name="connsiteY99" fmla="*/ 1059656 h 1890712"/>
              <a:gd name="connsiteX100" fmla="*/ 1495425 w 2543175"/>
              <a:gd name="connsiteY100" fmla="*/ 1088231 h 1890712"/>
              <a:gd name="connsiteX101" fmla="*/ 1547812 w 2543175"/>
              <a:gd name="connsiteY101" fmla="*/ 1133475 h 1890712"/>
              <a:gd name="connsiteX102" fmla="*/ 1597819 w 2543175"/>
              <a:gd name="connsiteY102" fmla="*/ 1154906 h 1890712"/>
              <a:gd name="connsiteX103" fmla="*/ 1604963 w 2543175"/>
              <a:gd name="connsiteY103" fmla="*/ 1162050 h 1890712"/>
              <a:gd name="connsiteX104" fmla="*/ 1612107 w 2543175"/>
              <a:gd name="connsiteY104" fmla="*/ 1166812 h 1890712"/>
              <a:gd name="connsiteX105" fmla="*/ 1628775 w 2543175"/>
              <a:gd name="connsiteY105" fmla="*/ 1183481 h 1890712"/>
              <a:gd name="connsiteX106" fmla="*/ 1662113 w 2543175"/>
              <a:gd name="connsiteY106" fmla="*/ 1209675 h 1890712"/>
              <a:gd name="connsiteX107" fmla="*/ 1678782 w 2543175"/>
              <a:gd name="connsiteY107" fmla="*/ 1226344 h 1890712"/>
              <a:gd name="connsiteX108" fmla="*/ 1700213 w 2543175"/>
              <a:gd name="connsiteY108" fmla="*/ 1247775 h 1890712"/>
              <a:gd name="connsiteX109" fmla="*/ 1712119 w 2543175"/>
              <a:gd name="connsiteY109" fmla="*/ 1259681 h 1890712"/>
              <a:gd name="connsiteX110" fmla="*/ 1733550 w 2543175"/>
              <a:gd name="connsiteY110" fmla="*/ 1273969 h 1890712"/>
              <a:gd name="connsiteX111" fmla="*/ 1743075 w 2543175"/>
              <a:gd name="connsiteY111" fmla="*/ 1283494 h 1890712"/>
              <a:gd name="connsiteX112" fmla="*/ 1754982 w 2543175"/>
              <a:gd name="connsiteY112" fmla="*/ 1290637 h 1890712"/>
              <a:gd name="connsiteX113" fmla="*/ 1766888 w 2543175"/>
              <a:gd name="connsiteY113" fmla="*/ 1300162 h 1890712"/>
              <a:gd name="connsiteX114" fmla="*/ 1783557 w 2543175"/>
              <a:gd name="connsiteY114" fmla="*/ 1307306 h 1890712"/>
              <a:gd name="connsiteX115" fmla="*/ 1790700 w 2543175"/>
              <a:gd name="connsiteY115" fmla="*/ 1312069 h 1890712"/>
              <a:gd name="connsiteX116" fmla="*/ 1800225 w 2543175"/>
              <a:gd name="connsiteY116" fmla="*/ 1319212 h 1890712"/>
              <a:gd name="connsiteX117" fmla="*/ 1807369 w 2543175"/>
              <a:gd name="connsiteY117" fmla="*/ 1321594 h 1890712"/>
              <a:gd name="connsiteX118" fmla="*/ 1824038 w 2543175"/>
              <a:gd name="connsiteY118" fmla="*/ 1333500 h 1890712"/>
              <a:gd name="connsiteX119" fmla="*/ 1843088 w 2543175"/>
              <a:gd name="connsiteY119" fmla="*/ 1352550 h 1890712"/>
              <a:gd name="connsiteX120" fmla="*/ 1852613 w 2543175"/>
              <a:gd name="connsiteY120" fmla="*/ 1359694 h 1890712"/>
              <a:gd name="connsiteX121" fmla="*/ 1859757 w 2543175"/>
              <a:gd name="connsiteY121" fmla="*/ 1366837 h 1890712"/>
              <a:gd name="connsiteX122" fmla="*/ 1869282 w 2543175"/>
              <a:gd name="connsiteY122" fmla="*/ 1371600 h 1890712"/>
              <a:gd name="connsiteX123" fmla="*/ 1883569 w 2543175"/>
              <a:gd name="connsiteY123" fmla="*/ 1388269 h 1890712"/>
              <a:gd name="connsiteX124" fmla="*/ 1893094 w 2543175"/>
              <a:gd name="connsiteY124" fmla="*/ 1395412 h 1890712"/>
              <a:gd name="connsiteX125" fmla="*/ 1902619 w 2543175"/>
              <a:gd name="connsiteY125" fmla="*/ 1404937 h 1890712"/>
              <a:gd name="connsiteX126" fmla="*/ 1912144 w 2543175"/>
              <a:gd name="connsiteY126" fmla="*/ 1409700 h 1890712"/>
              <a:gd name="connsiteX127" fmla="*/ 1931194 w 2543175"/>
              <a:gd name="connsiteY127" fmla="*/ 1421606 h 1890712"/>
              <a:gd name="connsiteX128" fmla="*/ 1935957 w 2543175"/>
              <a:gd name="connsiteY128" fmla="*/ 1428750 h 1890712"/>
              <a:gd name="connsiteX129" fmla="*/ 1952625 w 2543175"/>
              <a:gd name="connsiteY129" fmla="*/ 1438275 h 1890712"/>
              <a:gd name="connsiteX130" fmla="*/ 1971675 w 2543175"/>
              <a:gd name="connsiteY130" fmla="*/ 1450181 h 1890712"/>
              <a:gd name="connsiteX131" fmla="*/ 1981200 w 2543175"/>
              <a:gd name="connsiteY131" fmla="*/ 1454944 h 1890712"/>
              <a:gd name="connsiteX132" fmla="*/ 1997869 w 2543175"/>
              <a:gd name="connsiteY132" fmla="*/ 1471612 h 1890712"/>
              <a:gd name="connsiteX133" fmla="*/ 2007394 w 2543175"/>
              <a:gd name="connsiteY133" fmla="*/ 1478756 h 1890712"/>
              <a:gd name="connsiteX134" fmla="*/ 2016919 w 2543175"/>
              <a:gd name="connsiteY134" fmla="*/ 1483519 h 1890712"/>
              <a:gd name="connsiteX135" fmla="*/ 2024063 w 2543175"/>
              <a:gd name="connsiteY135" fmla="*/ 1490662 h 1890712"/>
              <a:gd name="connsiteX136" fmla="*/ 2033588 w 2543175"/>
              <a:gd name="connsiteY136" fmla="*/ 1495425 h 1890712"/>
              <a:gd name="connsiteX137" fmla="*/ 2040732 w 2543175"/>
              <a:gd name="connsiteY137" fmla="*/ 1502569 h 1890712"/>
              <a:gd name="connsiteX138" fmla="*/ 2047875 w 2543175"/>
              <a:gd name="connsiteY138" fmla="*/ 1507331 h 1890712"/>
              <a:gd name="connsiteX139" fmla="*/ 2057400 w 2543175"/>
              <a:gd name="connsiteY139" fmla="*/ 1514475 h 1890712"/>
              <a:gd name="connsiteX140" fmla="*/ 2064544 w 2543175"/>
              <a:gd name="connsiteY140" fmla="*/ 1519237 h 1890712"/>
              <a:gd name="connsiteX141" fmla="*/ 2071688 w 2543175"/>
              <a:gd name="connsiteY141" fmla="*/ 1526381 h 1890712"/>
              <a:gd name="connsiteX142" fmla="*/ 2081213 w 2543175"/>
              <a:gd name="connsiteY142" fmla="*/ 1531144 h 1890712"/>
              <a:gd name="connsiteX143" fmla="*/ 2090738 w 2543175"/>
              <a:gd name="connsiteY143" fmla="*/ 1538287 h 1890712"/>
              <a:gd name="connsiteX144" fmla="*/ 2109788 w 2543175"/>
              <a:gd name="connsiteY144" fmla="*/ 1547812 h 1890712"/>
              <a:gd name="connsiteX145" fmla="*/ 2131219 w 2543175"/>
              <a:gd name="connsiteY145" fmla="*/ 1562100 h 1890712"/>
              <a:gd name="connsiteX146" fmla="*/ 2140744 w 2543175"/>
              <a:gd name="connsiteY146" fmla="*/ 1566862 h 1890712"/>
              <a:gd name="connsiteX147" fmla="*/ 2152650 w 2543175"/>
              <a:gd name="connsiteY147" fmla="*/ 1576387 h 1890712"/>
              <a:gd name="connsiteX148" fmla="*/ 2181225 w 2543175"/>
              <a:gd name="connsiteY148" fmla="*/ 1590675 h 1890712"/>
              <a:gd name="connsiteX149" fmla="*/ 2200275 w 2543175"/>
              <a:gd name="connsiteY149" fmla="*/ 1607344 h 1890712"/>
              <a:gd name="connsiteX150" fmla="*/ 2207419 w 2543175"/>
              <a:gd name="connsiteY150" fmla="*/ 1612106 h 1890712"/>
              <a:gd name="connsiteX151" fmla="*/ 2216944 w 2543175"/>
              <a:gd name="connsiteY151" fmla="*/ 1619250 h 1890712"/>
              <a:gd name="connsiteX152" fmla="*/ 2224088 w 2543175"/>
              <a:gd name="connsiteY152" fmla="*/ 1624012 h 1890712"/>
              <a:gd name="connsiteX153" fmla="*/ 2247900 w 2543175"/>
              <a:gd name="connsiteY153" fmla="*/ 1643062 h 1890712"/>
              <a:gd name="connsiteX154" fmla="*/ 2255044 w 2543175"/>
              <a:gd name="connsiteY154" fmla="*/ 1650206 h 1890712"/>
              <a:gd name="connsiteX155" fmla="*/ 2281238 w 2543175"/>
              <a:gd name="connsiteY155" fmla="*/ 1664494 h 1890712"/>
              <a:gd name="connsiteX156" fmla="*/ 2297907 w 2543175"/>
              <a:gd name="connsiteY156" fmla="*/ 1674019 h 1890712"/>
              <a:gd name="connsiteX157" fmla="*/ 2312194 w 2543175"/>
              <a:gd name="connsiteY157" fmla="*/ 1685925 h 1890712"/>
              <a:gd name="connsiteX158" fmla="*/ 2328863 w 2543175"/>
              <a:gd name="connsiteY158" fmla="*/ 1697831 h 1890712"/>
              <a:gd name="connsiteX159" fmla="*/ 2350294 w 2543175"/>
              <a:gd name="connsiteY159" fmla="*/ 1712119 h 1890712"/>
              <a:gd name="connsiteX160" fmla="*/ 2369344 w 2543175"/>
              <a:gd name="connsiteY160" fmla="*/ 1724025 h 1890712"/>
              <a:gd name="connsiteX161" fmla="*/ 2428876 w 2543175"/>
              <a:gd name="connsiteY161" fmla="*/ 1785938 h 1890712"/>
              <a:gd name="connsiteX162" fmla="*/ 2466975 w 2543175"/>
              <a:gd name="connsiteY162" fmla="*/ 1783556 h 1890712"/>
              <a:gd name="connsiteX163" fmla="*/ 2481263 w 2543175"/>
              <a:gd name="connsiteY163" fmla="*/ 1795462 h 1890712"/>
              <a:gd name="connsiteX164" fmla="*/ 2486025 w 2543175"/>
              <a:gd name="connsiteY164" fmla="*/ 1802606 h 1890712"/>
              <a:gd name="connsiteX165" fmla="*/ 2514600 w 2543175"/>
              <a:gd name="connsiteY165" fmla="*/ 1850231 h 1890712"/>
              <a:gd name="connsiteX166" fmla="*/ 2519363 w 2543175"/>
              <a:gd name="connsiteY166" fmla="*/ 1857375 h 1890712"/>
              <a:gd name="connsiteX167" fmla="*/ 2540794 w 2543175"/>
              <a:gd name="connsiteY167" fmla="*/ 1883569 h 1890712"/>
              <a:gd name="connsiteX168" fmla="*/ 2543175 w 2543175"/>
              <a:gd name="connsiteY168"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73982 w 2543175"/>
              <a:gd name="connsiteY96" fmla="*/ 997744 h 1890712"/>
              <a:gd name="connsiteX97" fmla="*/ 1435894 w 2543175"/>
              <a:gd name="connsiteY97" fmla="*/ 1054894 h 1890712"/>
              <a:gd name="connsiteX98" fmla="*/ 1471613 w 2543175"/>
              <a:gd name="connsiteY98" fmla="*/ 1059656 h 1890712"/>
              <a:gd name="connsiteX99" fmla="*/ 1495425 w 2543175"/>
              <a:gd name="connsiteY99" fmla="*/ 1088231 h 1890712"/>
              <a:gd name="connsiteX100" fmla="*/ 1547812 w 2543175"/>
              <a:gd name="connsiteY100" fmla="*/ 1133475 h 1890712"/>
              <a:gd name="connsiteX101" fmla="*/ 1597819 w 2543175"/>
              <a:gd name="connsiteY101" fmla="*/ 1154906 h 1890712"/>
              <a:gd name="connsiteX102" fmla="*/ 1604963 w 2543175"/>
              <a:gd name="connsiteY102" fmla="*/ 1162050 h 1890712"/>
              <a:gd name="connsiteX103" fmla="*/ 1612107 w 2543175"/>
              <a:gd name="connsiteY103" fmla="*/ 1166812 h 1890712"/>
              <a:gd name="connsiteX104" fmla="*/ 1628775 w 2543175"/>
              <a:gd name="connsiteY104" fmla="*/ 1183481 h 1890712"/>
              <a:gd name="connsiteX105" fmla="*/ 1662113 w 2543175"/>
              <a:gd name="connsiteY105" fmla="*/ 1209675 h 1890712"/>
              <a:gd name="connsiteX106" fmla="*/ 1678782 w 2543175"/>
              <a:gd name="connsiteY106" fmla="*/ 1226344 h 1890712"/>
              <a:gd name="connsiteX107" fmla="*/ 1700213 w 2543175"/>
              <a:gd name="connsiteY107" fmla="*/ 1247775 h 1890712"/>
              <a:gd name="connsiteX108" fmla="*/ 1712119 w 2543175"/>
              <a:gd name="connsiteY108" fmla="*/ 1259681 h 1890712"/>
              <a:gd name="connsiteX109" fmla="*/ 1733550 w 2543175"/>
              <a:gd name="connsiteY109" fmla="*/ 1273969 h 1890712"/>
              <a:gd name="connsiteX110" fmla="*/ 1743075 w 2543175"/>
              <a:gd name="connsiteY110" fmla="*/ 1283494 h 1890712"/>
              <a:gd name="connsiteX111" fmla="*/ 1754982 w 2543175"/>
              <a:gd name="connsiteY111" fmla="*/ 1290637 h 1890712"/>
              <a:gd name="connsiteX112" fmla="*/ 1766888 w 2543175"/>
              <a:gd name="connsiteY112" fmla="*/ 1300162 h 1890712"/>
              <a:gd name="connsiteX113" fmla="*/ 1783557 w 2543175"/>
              <a:gd name="connsiteY113" fmla="*/ 1307306 h 1890712"/>
              <a:gd name="connsiteX114" fmla="*/ 1790700 w 2543175"/>
              <a:gd name="connsiteY114" fmla="*/ 1312069 h 1890712"/>
              <a:gd name="connsiteX115" fmla="*/ 1800225 w 2543175"/>
              <a:gd name="connsiteY115" fmla="*/ 1319212 h 1890712"/>
              <a:gd name="connsiteX116" fmla="*/ 1807369 w 2543175"/>
              <a:gd name="connsiteY116" fmla="*/ 1321594 h 1890712"/>
              <a:gd name="connsiteX117" fmla="*/ 1824038 w 2543175"/>
              <a:gd name="connsiteY117" fmla="*/ 1333500 h 1890712"/>
              <a:gd name="connsiteX118" fmla="*/ 1843088 w 2543175"/>
              <a:gd name="connsiteY118" fmla="*/ 1352550 h 1890712"/>
              <a:gd name="connsiteX119" fmla="*/ 1852613 w 2543175"/>
              <a:gd name="connsiteY119" fmla="*/ 1359694 h 1890712"/>
              <a:gd name="connsiteX120" fmla="*/ 1859757 w 2543175"/>
              <a:gd name="connsiteY120" fmla="*/ 1366837 h 1890712"/>
              <a:gd name="connsiteX121" fmla="*/ 1869282 w 2543175"/>
              <a:gd name="connsiteY121" fmla="*/ 1371600 h 1890712"/>
              <a:gd name="connsiteX122" fmla="*/ 1883569 w 2543175"/>
              <a:gd name="connsiteY122" fmla="*/ 1388269 h 1890712"/>
              <a:gd name="connsiteX123" fmla="*/ 1893094 w 2543175"/>
              <a:gd name="connsiteY123" fmla="*/ 1395412 h 1890712"/>
              <a:gd name="connsiteX124" fmla="*/ 1902619 w 2543175"/>
              <a:gd name="connsiteY124" fmla="*/ 1404937 h 1890712"/>
              <a:gd name="connsiteX125" fmla="*/ 1912144 w 2543175"/>
              <a:gd name="connsiteY125" fmla="*/ 1409700 h 1890712"/>
              <a:gd name="connsiteX126" fmla="*/ 1931194 w 2543175"/>
              <a:gd name="connsiteY126" fmla="*/ 1421606 h 1890712"/>
              <a:gd name="connsiteX127" fmla="*/ 1935957 w 2543175"/>
              <a:gd name="connsiteY127" fmla="*/ 1428750 h 1890712"/>
              <a:gd name="connsiteX128" fmla="*/ 1952625 w 2543175"/>
              <a:gd name="connsiteY128" fmla="*/ 1438275 h 1890712"/>
              <a:gd name="connsiteX129" fmla="*/ 1971675 w 2543175"/>
              <a:gd name="connsiteY129" fmla="*/ 1450181 h 1890712"/>
              <a:gd name="connsiteX130" fmla="*/ 1981200 w 2543175"/>
              <a:gd name="connsiteY130" fmla="*/ 1454944 h 1890712"/>
              <a:gd name="connsiteX131" fmla="*/ 1997869 w 2543175"/>
              <a:gd name="connsiteY131" fmla="*/ 1471612 h 1890712"/>
              <a:gd name="connsiteX132" fmla="*/ 2007394 w 2543175"/>
              <a:gd name="connsiteY132" fmla="*/ 1478756 h 1890712"/>
              <a:gd name="connsiteX133" fmla="*/ 2016919 w 2543175"/>
              <a:gd name="connsiteY133" fmla="*/ 1483519 h 1890712"/>
              <a:gd name="connsiteX134" fmla="*/ 2024063 w 2543175"/>
              <a:gd name="connsiteY134" fmla="*/ 1490662 h 1890712"/>
              <a:gd name="connsiteX135" fmla="*/ 2033588 w 2543175"/>
              <a:gd name="connsiteY135" fmla="*/ 1495425 h 1890712"/>
              <a:gd name="connsiteX136" fmla="*/ 2040732 w 2543175"/>
              <a:gd name="connsiteY136" fmla="*/ 1502569 h 1890712"/>
              <a:gd name="connsiteX137" fmla="*/ 2047875 w 2543175"/>
              <a:gd name="connsiteY137" fmla="*/ 1507331 h 1890712"/>
              <a:gd name="connsiteX138" fmla="*/ 2057400 w 2543175"/>
              <a:gd name="connsiteY138" fmla="*/ 1514475 h 1890712"/>
              <a:gd name="connsiteX139" fmla="*/ 2064544 w 2543175"/>
              <a:gd name="connsiteY139" fmla="*/ 1519237 h 1890712"/>
              <a:gd name="connsiteX140" fmla="*/ 2071688 w 2543175"/>
              <a:gd name="connsiteY140" fmla="*/ 1526381 h 1890712"/>
              <a:gd name="connsiteX141" fmla="*/ 2081213 w 2543175"/>
              <a:gd name="connsiteY141" fmla="*/ 1531144 h 1890712"/>
              <a:gd name="connsiteX142" fmla="*/ 2090738 w 2543175"/>
              <a:gd name="connsiteY142" fmla="*/ 1538287 h 1890712"/>
              <a:gd name="connsiteX143" fmla="*/ 2109788 w 2543175"/>
              <a:gd name="connsiteY143" fmla="*/ 1547812 h 1890712"/>
              <a:gd name="connsiteX144" fmla="*/ 2131219 w 2543175"/>
              <a:gd name="connsiteY144" fmla="*/ 1562100 h 1890712"/>
              <a:gd name="connsiteX145" fmla="*/ 2140744 w 2543175"/>
              <a:gd name="connsiteY145" fmla="*/ 1566862 h 1890712"/>
              <a:gd name="connsiteX146" fmla="*/ 2152650 w 2543175"/>
              <a:gd name="connsiteY146" fmla="*/ 1576387 h 1890712"/>
              <a:gd name="connsiteX147" fmla="*/ 2181225 w 2543175"/>
              <a:gd name="connsiteY147" fmla="*/ 1590675 h 1890712"/>
              <a:gd name="connsiteX148" fmla="*/ 2200275 w 2543175"/>
              <a:gd name="connsiteY148" fmla="*/ 1607344 h 1890712"/>
              <a:gd name="connsiteX149" fmla="*/ 2207419 w 2543175"/>
              <a:gd name="connsiteY149" fmla="*/ 1612106 h 1890712"/>
              <a:gd name="connsiteX150" fmla="*/ 2216944 w 2543175"/>
              <a:gd name="connsiteY150" fmla="*/ 1619250 h 1890712"/>
              <a:gd name="connsiteX151" fmla="*/ 2224088 w 2543175"/>
              <a:gd name="connsiteY151" fmla="*/ 1624012 h 1890712"/>
              <a:gd name="connsiteX152" fmla="*/ 2247900 w 2543175"/>
              <a:gd name="connsiteY152" fmla="*/ 1643062 h 1890712"/>
              <a:gd name="connsiteX153" fmla="*/ 2255044 w 2543175"/>
              <a:gd name="connsiteY153" fmla="*/ 1650206 h 1890712"/>
              <a:gd name="connsiteX154" fmla="*/ 2281238 w 2543175"/>
              <a:gd name="connsiteY154" fmla="*/ 1664494 h 1890712"/>
              <a:gd name="connsiteX155" fmla="*/ 2297907 w 2543175"/>
              <a:gd name="connsiteY155" fmla="*/ 1674019 h 1890712"/>
              <a:gd name="connsiteX156" fmla="*/ 2312194 w 2543175"/>
              <a:gd name="connsiteY156" fmla="*/ 1685925 h 1890712"/>
              <a:gd name="connsiteX157" fmla="*/ 2328863 w 2543175"/>
              <a:gd name="connsiteY157" fmla="*/ 1697831 h 1890712"/>
              <a:gd name="connsiteX158" fmla="*/ 2350294 w 2543175"/>
              <a:gd name="connsiteY158" fmla="*/ 1712119 h 1890712"/>
              <a:gd name="connsiteX159" fmla="*/ 2369344 w 2543175"/>
              <a:gd name="connsiteY159" fmla="*/ 1724025 h 1890712"/>
              <a:gd name="connsiteX160" fmla="*/ 2428876 w 2543175"/>
              <a:gd name="connsiteY160" fmla="*/ 1785938 h 1890712"/>
              <a:gd name="connsiteX161" fmla="*/ 2466975 w 2543175"/>
              <a:gd name="connsiteY161" fmla="*/ 1783556 h 1890712"/>
              <a:gd name="connsiteX162" fmla="*/ 2481263 w 2543175"/>
              <a:gd name="connsiteY162" fmla="*/ 1795462 h 1890712"/>
              <a:gd name="connsiteX163" fmla="*/ 2486025 w 2543175"/>
              <a:gd name="connsiteY163" fmla="*/ 1802606 h 1890712"/>
              <a:gd name="connsiteX164" fmla="*/ 2514600 w 2543175"/>
              <a:gd name="connsiteY164" fmla="*/ 1850231 h 1890712"/>
              <a:gd name="connsiteX165" fmla="*/ 2519363 w 2543175"/>
              <a:gd name="connsiteY165" fmla="*/ 1857375 h 1890712"/>
              <a:gd name="connsiteX166" fmla="*/ 2540794 w 2543175"/>
              <a:gd name="connsiteY166" fmla="*/ 1883569 h 1890712"/>
              <a:gd name="connsiteX167" fmla="*/ 2543175 w 2543175"/>
              <a:gd name="connsiteY167"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71613 w 2543175"/>
              <a:gd name="connsiteY98" fmla="*/ 1059656 h 1890712"/>
              <a:gd name="connsiteX99" fmla="*/ 1495425 w 2543175"/>
              <a:gd name="connsiteY99" fmla="*/ 1088231 h 1890712"/>
              <a:gd name="connsiteX100" fmla="*/ 1547812 w 2543175"/>
              <a:gd name="connsiteY100" fmla="*/ 1133475 h 1890712"/>
              <a:gd name="connsiteX101" fmla="*/ 1597819 w 2543175"/>
              <a:gd name="connsiteY101" fmla="*/ 1154906 h 1890712"/>
              <a:gd name="connsiteX102" fmla="*/ 1604963 w 2543175"/>
              <a:gd name="connsiteY102" fmla="*/ 1162050 h 1890712"/>
              <a:gd name="connsiteX103" fmla="*/ 1612107 w 2543175"/>
              <a:gd name="connsiteY103" fmla="*/ 1166812 h 1890712"/>
              <a:gd name="connsiteX104" fmla="*/ 1628775 w 2543175"/>
              <a:gd name="connsiteY104" fmla="*/ 1183481 h 1890712"/>
              <a:gd name="connsiteX105" fmla="*/ 1662113 w 2543175"/>
              <a:gd name="connsiteY105" fmla="*/ 1209675 h 1890712"/>
              <a:gd name="connsiteX106" fmla="*/ 1678782 w 2543175"/>
              <a:gd name="connsiteY106" fmla="*/ 1226344 h 1890712"/>
              <a:gd name="connsiteX107" fmla="*/ 1700213 w 2543175"/>
              <a:gd name="connsiteY107" fmla="*/ 1247775 h 1890712"/>
              <a:gd name="connsiteX108" fmla="*/ 1712119 w 2543175"/>
              <a:gd name="connsiteY108" fmla="*/ 1259681 h 1890712"/>
              <a:gd name="connsiteX109" fmla="*/ 1733550 w 2543175"/>
              <a:gd name="connsiteY109" fmla="*/ 1273969 h 1890712"/>
              <a:gd name="connsiteX110" fmla="*/ 1743075 w 2543175"/>
              <a:gd name="connsiteY110" fmla="*/ 1283494 h 1890712"/>
              <a:gd name="connsiteX111" fmla="*/ 1754982 w 2543175"/>
              <a:gd name="connsiteY111" fmla="*/ 1290637 h 1890712"/>
              <a:gd name="connsiteX112" fmla="*/ 1766888 w 2543175"/>
              <a:gd name="connsiteY112" fmla="*/ 1300162 h 1890712"/>
              <a:gd name="connsiteX113" fmla="*/ 1783557 w 2543175"/>
              <a:gd name="connsiteY113" fmla="*/ 1307306 h 1890712"/>
              <a:gd name="connsiteX114" fmla="*/ 1790700 w 2543175"/>
              <a:gd name="connsiteY114" fmla="*/ 1312069 h 1890712"/>
              <a:gd name="connsiteX115" fmla="*/ 1800225 w 2543175"/>
              <a:gd name="connsiteY115" fmla="*/ 1319212 h 1890712"/>
              <a:gd name="connsiteX116" fmla="*/ 1807369 w 2543175"/>
              <a:gd name="connsiteY116" fmla="*/ 1321594 h 1890712"/>
              <a:gd name="connsiteX117" fmla="*/ 1824038 w 2543175"/>
              <a:gd name="connsiteY117" fmla="*/ 1333500 h 1890712"/>
              <a:gd name="connsiteX118" fmla="*/ 1843088 w 2543175"/>
              <a:gd name="connsiteY118" fmla="*/ 1352550 h 1890712"/>
              <a:gd name="connsiteX119" fmla="*/ 1852613 w 2543175"/>
              <a:gd name="connsiteY119" fmla="*/ 1359694 h 1890712"/>
              <a:gd name="connsiteX120" fmla="*/ 1859757 w 2543175"/>
              <a:gd name="connsiteY120" fmla="*/ 1366837 h 1890712"/>
              <a:gd name="connsiteX121" fmla="*/ 1869282 w 2543175"/>
              <a:gd name="connsiteY121" fmla="*/ 1371600 h 1890712"/>
              <a:gd name="connsiteX122" fmla="*/ 1883569 w 2543175"/>
              <a:gd name="connsiteY122" fmla="*/ 1388269 h 1890712"/>
              <a:gd name="connsiteX123" fmla="*/ 1893094 w 2543175"/>
              <a:gd name="connsiteY123" fmla="*/ 1395412 h 1890712"/>
              <a:gd name="connsiteX124" fmla="*/ 1902619 w 2543175"/>
              <a:gd name="connsiteY124" fmla="*/ 1404937 h 1890712"/>
              <a:gd name="connsiteX125" fmla="*/ 1912144 w 2543175"/>
              <a:gd name="connsiteY125" fmla="*/ 1409700 h 1890712"/>
              <a:gd name="connsiteX126" fmla="*/ 1931194 w 2543175"/>
              <a:gd name="connsiteY126" fmla="*/ 1421606 h 1890712"/>
              <a:gd name="connsiteX127" fmla="*/ 1935957 w 2543175"/>
              <a:gd name="connsiteY127" fmla="*/ 1428750 h 1890712"/>
              <a:gd name="connsiteX128" fmla="*/ 1952625 w 2543175"/>
              <a:gd name="connsiteY128" fmla="*/ 1438275 h 1890712"/>
              <a:gd name="connsiteX129" fmla="*/ 1971675 w 2543175"/>
              <a:gd name="connsiteY129" fmla="*/ 1450181 h 1890712"/>
              <a:gd name="connsiteX130" fmla="*/ 1981200 w 2543175"/>
              <a:gd name="connsiteY130" fmla="*/ 1454944 h 1890712"/>
              <a:gd name="connsiteX131" fmla="*/ 1997869 w 2543175"/>
              <a:gd name="connsiteY131" fmla="*/ 1471612 h 1890712"/>
              <a:gd name="connsiteX132" fmla="*/ 2007394 w 2543175"/>
              <a:gd name="connsiteY132" fmla="*/ 1478756 h 1890712"/>
              <a:gd name="connsiteX133" fmla="*/ 2016919 w 2543175"/>
              <a:gd name="connsiteY133" fmla="*/ 1483519 h 1890712"/>
              <a:gd name="connsiteX134" fmla="*/ 2024063 w 2543175"/>
              <a:gd name="connsiteY134" fmla="*/ 1490662 h 1890712"/>
              <a:gd name="connsiteX135" fmla="*/ 2033588 w 2543175"/>
              <a:gd name="connsiteY135" fmla="*/ 1495425 h 1890712"/>
              <a:gd name="connsiteX136" fmla="*/ 2040732 w 2543175"/>
              <a:gd name="connsiteY136" fmla="*/ 1502569 h 1890712"/>
              <a:gd name="connsiteX137" fmla="*/ 2047875 w 2543175"/>
              <a:gd name="connsiteY137" fmla="*/ 1507331 h 1890712"/>
              <a:gd name="connsiteX138" fmla="*/ 2057400 w 2543175"/>
              <a:gd name="connsiteY138" fmla="*/ 1514475 h 1890712"/>
              <a:gd name="connsiteX139" fmla="*/ 2064544 w 2543175"/>
              <a:gd name="connsiteY139" fmla="*/ 1519237 h 1890712"/>
              <a:gd name="connsiteX140" fmla="*/ 2071688 w 2543175"/>
              <a:gd name="connsiteY140" fmla="*/ 1526381 h 1890712"/>
              <a:gd name="connsiteX141" fmla="*/ 2081213 w 2543175"/>
              <a:gd name="connsiteY141" fmla="*/ 1531144 h 1890712"/>
              <a:gd name="connsiteX142" fmla="*/ 2090738 w 2543175"/>
              <a:gd name="connsiteY142" fmla="*/ 1538287 h 1890712"/>
              <a:gd name="connsiteX143" fmla="*/ 2109788 w 2543175"/>
              <a:gd name="connsiteY143" fmla="*/ 1547812 h 1890712"/>
              <a:gd name="connsiteX144" fmla="*/ 2131219 w 2543175"/>
              <a:gd name="connsiteY144" fmla="*/ 1562100 h 1890712"/>
              <a:gd name="connsiteX145" fmla="*/ 2140744 w 2543175"/>
              <a:gd name="connsiteY145" fmla="*/ 1566862 h 1890712"/>
              <a:gd name="connsiteX146" fmla="*/ 2152650 w 2543175"/>
              <a:gd name="connsiteY146" fmla="*/ 1576387 h 1890712"/>
              <a:gd name="connsiteX147" fmla="*/ 2181225 w 2543175"/>
              <a:gd name="connsiteY147" fmla="*/ 1590675 h 1890712"/>
              <a:gd name="connsiteX148" fmla="*/ 2200275 w 2543175"/>
              <a:gd name="connsiteY148" fmla="*/ 1607344 h 1890712"/>
              <a:gd name="connsiteX149" fmla="*/ 2207419 w 2543175"/>
              <a:gd name="connsiteY149" fmla="*/ 1612106 h 1890712"/>
              <a:gd name="connsiteX150" fmla="*/ 2216944 w 2543175"/>
              <a:gd name="connsiteY150" fmla="*/ 1619250 h 1890712"/>
              <a:gd name="connsiteX151" fmla="*/ 2224088 w 2543175"/>
              <a:gd name="connsiteY151" fmla="*/ 1624012 h 1890712"/>
              <a:gd name="connsiteX152" fmla="*/ 2247900 w 2543175"/>
              <a:gd name="connsiteY152" fmla="*/ 1643062 h 1890712"/>
              <a:gd name="connsiteX153" fmla="*/ 2255044 w 2543175"/>
              <a:gd name="connsiteY153" fmla="*/ 1650206 h 1890712"/>
              <a:gd name="connsiteX154" fmla="*/ 2281238 w 2543175"/>
              <a:gd name="connsiteY154" fmla="*/ 1664494 h 1890712"/>
              <a:gd name="connsiteX155" fmla="*/ 2297907 w 2543175"/>
              <a:gd name="connsiteY155" fmla="*/ 1674019 h 1890712"/>
              <a:gd name="connsiteX156" fmla="*/ 2312194 w 2543175"/>
              <a:gd name="connsiteY156" fmla="*/ 1685925 h 1890712"/>
              <a:gd name="connsiteX157" fmla="*/ 2328863 w 2543175"/>
              <a:gd name="connsiteY157" fmla="*/ 1697831 h 1890712"/>
              <a:gd name="connsiteX158" fmla="*/ 2350294 w 2543175"/>
              <a:gd name="connsiteY158" fmla="*/ 1712119 h 1890712"/>
              <a:gd name="connsiteX159" fmla="*/ 2369344 w 2543175"/>
              <a:gd name="connsiteY159" fmla="*/ 1724025 h 1890712"/>
              <a:gd name="connsiteX160" fmla="*/ 2428876 w 2543175"/>
              <a:gd name="connsiteY160" fmla="*/ 1785938 h 1890712"/>
              <a:gd name="connsiteX161" fmla="*/ 2466975 w 2543175"/>
              <a:gd name="connsiteY161" fmla="*/ 1783556 h 1890712"/>
              <a:gd name="connsiteX162" fmla="*/ 2481263 w 2543175"/>
              <a:gd name="connsiteY162" fmla="*/ 1795462 h 1890712"/>
              <a:gd name="connsiteX163" fmla="*/ 2486025 w 2543175"/>
              <a:gd name="connsiteY163" fmla="*/ 1802606 h 1890712"/>
              <a:gd name="connsiteX164" fmla="*/ 2514600 w 2543175"/>
              <a:gd name="connsiteY164" fmla="*/ 1850231 h 1890712"/>
              <a:gd name="connsiteX165" fmla="*/ 2519363 w 2543175"/>
              <a:gd name="connsiteY165" fmla="*/ 1857375 h 1890712"/>
              <a:gd name="connsiteX166" fmla="*/ 2540794 w 2543175"/>
              <a:gd name="connsiteY166" fmla="*/ 1883569 h 1890712"/>
              <a:gd name="connsiteX167" fmla="*/ 2543175 w 2543175"/>
              <a:gd name="connsiteY167"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5425 w 2543175"/>
              <a:gd name="connsiteY98" fmla="*/ 1088231 h 1890712"/>
              <a:gd name="connsiteX99" fmla="*/ 1547812 w 2543175"/>
              <a:gd name="connsiteY99" fmla="*/ 1133475 h 1890712"/>
              <a:gd name="connsiteX100" fmla="*/ 1597819 w 2543175"/>
              <a:gd name="connsiteY100" fmla="*/ 1154906 h 1890712"/>
              <a:gd name="connsiteX101" fmla="*/ 1604963 w 2543175"/>
              <a:gd name="connsiteY101" fmla="*/ 1162050 h 1890712"/>
              <a:gd name="connsiteX102" fmla="*/ 1612107 w 2543175"/>
              <a:gd name="connsiteY102" fmla="*/ 1166812 h 1890712"/>
              <a:gd name="connsiteX103" fmla="*/ 1628775 w 2543175"/>
              <a:gd name="connsiteY103" fmla="*/ 1183481 h 1890712"/>
              <a:gd name="connsiteX104" fmla="*/ 1662113 w 2543175"/>
              <a:gd name="connsiteY104" fmla="*/ 1209675 h 1890712"/>
              <a:gd name="connsiteX105" fmla="*/ 1678782 w 2543175"/>
              <a:gd name="connsiteY105" fmla="*/ 1226344 h 1890712"/>
              <a:gd name="connsiteX106" fmla="*/ 1700213 w 2543175"/>
              <a:gd name="connsiteY106" fmla="*/ 1247775 h 1890712"/>
              <a:gd name="connsiteX107" fmla="*/ 1712119 w 2543175"/>
              <a:gd name="connsiteY107" fmla="*/ 1259681 h 1890712"/>
              <a:gd name="connsiteX108" fmla="*/ 1733550 w 2543175"/>
              <a:gd name="connsiteY108" fmla="*/ 1273969 h 1890712"/>
              <a:gd name="connsiteX109" fmla="*/ 1743075 w 2543175"/>
              <a:gd name="connsiteY109" fmla="*/ 1283494 h 1890712"/>
              <a:gd name="connsiteX110" fmla="*/ 1754982 w 2543175"/>
              <a:gd name="connsiteY110" fmla="*/ 1290637 h 1890712"/>
              <a:gd name="connsiteX111" fmla="*/ 1766888 w 2543175"/>
              <a:gd name="connsiteY111" fmla="*/ 1300162 h 1890712"/>
              <a:gd name="connsiteX112" fmla="*/ 1783557 w 2543175"/>
              <a:gd name="connsiteY112" fmla="*/ 1307306 h 1890712"/>
              <a:gd name="connsiteX113" fmla="*/ 1790700 w 2543175"/>
              <a:gd name="connsiteY113" fmla="*/ 1312069 h 1890712"/>
              <a:gd name="connsiteX114" fmla="*/ 1800225 w 2543175"/>
              <a:gd name="connsiteY114" fmla="*/ 1319212 h 1890712"/>
              <a:gd name="connsiteX115" fmla="*/ 1807369 w 2543175"/>
              <a:gd name="connsiteY115" fmla="*/ 1321594 h 1890712"/>
              <a:gd name="connsiteX116" fmla="*/ 1824038 w 2543175"/>
              <a:gd name="connsiteY116" fmla="*/ 1333500 h 1890712"/>
              <a:gd name="connsiteX117" fmla="*/ 1843088 w 2543175"/>
              <a:gd name="connsiteY117" fmla="*/ 1352550 h 1890712"/>
              <a:gd name="connsiteX118" fmla="*/ 1852613 w 2543175"/>
              <a:gd name="connsiteY118" fmla="*/ 1359694 h 1890712"/>
              <a:gd name="connsiteX119" fmla="*/ 1859757 w 2543175"/>
              <a:gd name="connsiteY119" fmla="*/ 1366837 h 1890712"/>
              <a:gd name="connsiteX120" fmla="*/ 1869282 w 2543175"/>
              <a:gd name="connsiteY120" fmla="*/ 1371600 h 1890712"/>
              <a:gd name="connsiteX121" fmla="*/ 1883569 w 2543175"/>
              <a:gd name="connsiteY121" fmla="*/ 1388269 h 1890712"/>
              <a:gd name="connsiteX122" fmla="*/ 1893094 w 2543175"/>
              <a:gd name="connsiteY122" fmla="*/ 1395412 h 1890712"/>
              <a:gd name="connsiteX123" fmla="*/ 1902619 w 2543175"/>
              <a:gd name="connsiteY123" fmla="*/ 1404937 h 1890712"/>
              <a:gd name="connsiteX124" fmla="*/ 1912144 w 2543175"/>
              <a:gd name="connsiteY124" fmla="*/ 1409700 h 1890712"/>
              <a:gd name="connsiteX125" fmla="*/ 1931194 w 2543175"/>
              <a:gd name="connsiteY125" fmla="*/ 1421606 h 1890712"/>
              <a:gd name="connsiteX126" fmla="*/ 1935957 w 2543175"/>
              <a:gd name="connsiteY126" fmla="*/ 1428750 h 1890712"/>
              <a:gd name="connsiteX127" fmla="*/ 1952625 w 2543175"/>
              <a:gd name="connsiteY127" fmla="*/ 1438275 h 1890712"/>
              <a:gd name="connsiteX128" fmla="*/ 1971675 w 2543175"/>
              <a:gd name="connsiteY128" fmla="*/ 1450181 h 1890712"/>
              <a:gd name="connsiteX129" fmla="*/ 1981200 w 2543175"/>
              <a:gd name="connsiteY129" fmla="*/ 1454944 h 1890712"/>
              <a:gd name="connsiteX130" fmla="*/ 1997869 w 2543175"/>
              <a:gd name="connsiteY130" fmla="*/ 1471612 h 1890712"/>
              <a:gd name="connsiteX131" fmla="*/ 2007394 w 2543175"/>
              <a:gd name="connsiteY131" fmla="*/ 1478756 h 1890712"/>
              <a:gd name="connsiteX132" fmla="*/ 2016919 w 2543175"/>
              <a:gd name="connsiteY132" fmla="*/ 1483519 h 1890712"/>
              <a:gd name="connsiteX133" fmla="*/ 2024063 w 2543175"/>
              <a:gd name="connsiteY133" fmla="*/ 1490662 h 1890712"/>
              <a:gd name="connsiteX134" fmla="*/ 2033588 w 2543175"/>
              <a:gd name="connsiteY134" fmla="*/ 1495425 h 1890712"/>
              <a:gd name="connsiteX135" fmla="*/ 2040732 w 2543175"/>
              <a:gd name="connsiteY135" fmla="*/ 1502569 h 1890712"/>
              <a:gd name="connsiteX136" fmla="*/ 2047875 w 2543175"/>
              <a:gd name="connsiteY136" fmla="*/ 1507331 h 1890712"/>
              <a:gd name="connsiteX137" fmla="*/ 2057400 w 2543175"/>
              <a:gd name="connsiteY137" fmla="*/ 1514475 h 1890712"/>
              <a:gd name="connsiteX138" fmla="*/ 2064544 w 2543175"/>
              <a:gd name="connsiteY138" fmla="*/ 1519237 h 1890712"/>
              <a:gd name="connsiteX139" fmla="*/ 2071688 w 2543175"/>
              <a:gd name="connsiteY139" fmla="*/ 1526381 h 1890712"/>
              <a:gd name="connsiteX140" fmla="*/ 2081213 w 2543175"/>
              <a:gd name="connsiteY140" fmla="*/ 1531144 h 1890712"/>
              <a:gd name="connsiteX141" fmla="*/ 2090738 w 2543175"/>
              <a:gd name="connsiteY141" fmla="*/ 1538287 h 1890712"/>
              <a:gd name="connsiteX142" fmla="*/ 2109788 w 2543175"/>
              <a:gd name="connsiteY142" fmla="*/ 1547812 h 1890712"/>
              <a:gd name="connsiteX143" fmla="*/ 2131219 w 2543175"/>
              <a:gd name="connsiteY143" fmla="*/ 1562100 h 1890712"/>
              <a:gd name="connsiteX144" fmla="*/ 2140744 w 2543175"/>
              <a:gd name="connsiteY144" fmla="*/ 1566862 h 1890712"/>
              <a:gd name="connsiteX145" fmla="*/ 2152650 w 2543175"/>
              <a:gd name="connsiteY145" fmla="*/ 1576387 h 1890712"/>
              <a:gd name="connsiteX146" fmla="*/ 2181225 w 2543175"/>
              <a:gd name="connsiteY146" fmla="*/ 1590675 h 1890712"/>
              <a:gd name="connsiteX147" fmla="*/ 2200275 w 2543175"/>
              <a:gd name="connsiteY147" fmla="*/ 1607344 h 1890712"/>
              <a:gd name="connsiteX148" fmla="*/ 2207419 w 2543175"/>
              <a:gd name="connsiteY148" fmla="*/ 1612106 h 1890712"/>
              <a:gd name="connsiteX149" fmla="*/ 2216944 w 2543175"/>
              <a:gd name="connsiteY149" fmla="*/ 1619250 h 1890712"/>
              <a:gd name="connsiteX150" fmla="*/ 2224088 w 2543175"/>
              <a:gd name="connsiteY150" fmla="*/ 1624012 h 1890712"/>
              <a:gd name="connsiteX151" fmla="*/ 2247900 w 2543175"/>
              <a:gd name="connsiteY151" fmla="*/ 1643062 h 1890712"/>
              <a:gd name="connsiteX152" fmla="*/ 2255044 w 2543175"/>
              <a:gd name="connsiteY152" fmla="*/ 1650206 h 1890712"/>
              <a:gd name="connsiteX153" fmla="*/ 2281238 w 2543175"/>
              <a:gd name="connsiteY153" fmla="*/ 1664494 h 1890712"/>
              <a:gd name="connsiteX154" fmla="*/ 2297907 w 2543175"/>
              <a:gd name="connsiteY154" fmla="*/ 1674019 h 1890712"/>
              <a:gd name="connsiteX155" fmla="*/ 2312194 w 2543175"/>
              <a:gd name="connsiteY155" fmla="*/ 1685925 h 1890712"/>
              <a:gd name="connsiteX156" fmla="*/ 2328863 w 2543175"/>
              <a:gd name="connsiteY156" fmla="*/ 1697831 h 1890712"/>
              <a:gd name="connsiteX157" fmla="*/ 2350294 w 2543175"/>
              <a:gd name="connsiteY157" fmla="*/ 1712119 h 1890712"/>
              <a:gd name="connsiteX158" fmla="*/ 2369344 w 2543175"/>
              <a:gd name="connsiteY158" fmla="*/ 1724025 h 1890712"/>
              <a:gd name="connsiteX159" fmla="*/ 2428876 w 2543175"/>
              <a:gd name="connsiteY159" fmla="*/ 1785938 h 1890712"/>
              <a:gd name="connsiteX160" fmla="*/ 2466975 w 2543175"/>
              <a:gd name="connsiteY160" fmla="*/ 1783556 h 1890712"/>
              <a:gd name="connsiteX161" fmla="*/ 2481263 w 2543175"/>
              <a:gd name="connsiteY161" fmla="*/ 1795462 h 1890712"/>
              <a:gd name="connsiteX162" fmla="*/ 2486025 w 2543175"/>
              <a:gd name="connsiteY162" fmla="*/ 1802606 h 1890712"/>
              <a:gd name="connsiteX163" fmla="*/ 2514600 w 2543175"/>
              <a:gd name="connsiteY163" fmla="*/ 1850231 h 1890712"/>
              <a:gd name="connsiteX164" fmla="*/ 2519363 w 2543175"/>
              <a:gd name="connsiteY164" fmla="*/ 1857375 h 1890712"/>
              <a:gd name="connsiteX165" fmla="*/ 2540794 w 2543175"/>
              <a:gd name="connsiteY165" fmla="*/ 1883569 h 1890712"/>
              <a:gd name="connsiteX166" fmla="*/ 2543175 w 2543175"/>
              <a:gd name="connsiteY16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47812 w 2543175"/>
              <a:gd name="connsiteY99" fmla="*/ 1133475 h 1890712"/>
              <a:gd name="connsiteX100" fmla="*/ 1597819 w 2543175"/>
              <a:gd name="connsiteY100" fmla="*/ 1154906 h 1890712"/>
              <a:gd name="connsiteX101" fmla="*/ 1604963 w 2543175"/>
              <a:gd name="connsiteY101" fmla="*/ 1162050 h 1890712"/>
              <a:gd name="connsiteX102" fmla="*/ 1612107 w 2543175"/>
              <a:gd name="connsiteY102" fmla="*/ 1166812 h 1890712"/>
              <a:gd name="connsiteX103" fmla="*/ 1628775 w 2543175"/>
              <a:gd name="connsiteY103" fmla="*/ 1183481 h 1890712"/>
              <a:gd name="connsiteX104" fmla="*/ 1662113 w 2543175"/>
              <a:gd name="connsiteY104" fmla="*/ 1209675 h 1890712"/>
              <a:gd name="connsiteX105" fmla="*/ 1678782 w 2543175"/>
              <a:gd name="connsiteY105" fmla="*/ 1226344 h 1890712"/>
              <a:gd name="connsiteX106" fmla="*/ 1700213 w 2543175"/>
              <a:gd name="connsiteY106" fmla="*/ 1247775 h 1890712"/>
              <a:gd name="connsiteX107" fmla="*/ 1712119 w 2543175"/>
              <a:gd name="connsiteY107" fmla="*/ 1259681 h 1890712"/>
              <a:gd name="connsiteX108" fmla="*/ 1733550 w 2543175"/>
              <a:gd name="connsiteY108" fmla="*/ 1273969 h 1890712"/>
              <a:gd name="connsiteX109" fmla="*/ 1743075 w 2543175"/>
              <a:gd name="connsiteY109" fmla="*/ 1283494 h 1890712"/>
              <a:gd name="connsiteX110" fmla="*/ 1754982 w 2543175"/>
              <a:gd name="connsiteY110" fmla="*/ 1290637 h 1890712"/>
              <a:gd name="connsiteX111" fmla="*/ 1766888 w 2543175"/>
              <a:gd name="connsiteY111" fmla="*/ 1300162 h 1890712"/>
              <a:gd name="connsiteX112" fmla="*/ 1783557 w 2543175"/>
              <a:gd name="connsiteY112" fmla="*/ 1307306 h 1890712"/>
              <a:gd name="connsiteX113" fmla="*/ 1790700 w 2543175"/>
              <a:gd name="connsiteY113" fmla="*/ 1312069 h 1890712"/>
              <a:gd name="connsiteX114" fmla="*/ 1800225 w 2543175"/>
              <a:gd name="connsiteY114" fmla="*/ 1319212 h 1890712"/>
              <a:gd name="connsiteX115" fmla="*/ 1807369 w 2543175"/>
              <a:gd name="connsiteY115" fmla="*/ 1321594 h 1890712"/>
              <a:gd name="connsiteX116" fmla="*/ 1824038 w 2543175"/>
              <a:gd name="connsiteY116" fmla="*/ 1333500 h 1890712"/>
              <a:gd name="connsiteX117" fmla="*/ 1843088 w 2543175"/>
              <a:gd name="connsiteY117" fmla="*/ 1352550 h 1890712"/>
              <a:gd name="connsiteX118" fmla="*/ 1852613 w 2543175"/>
              <a:gd name="connsiteY118" fmla="*/ 1359694 h 1890712"/>
              <a:gd name="connsiteX119" fmla="*/ 1859757 w 2543175"/>
              <a:gd name="connsiteY119" fmla="*/ 1366837 h 1890712"/>
              <a:gd name="connsiteX120" fmla="*/ 1869282 w 2543175"/>
              <a:gd name="connsiteY120" fmla="*/ 1371600 h 1890712"/>
              <a:gd name="connsiteX121" fmla="*/ 1883569 w 2543175"/>
              <a:gd name="connsiteY121" fmla="*/ 1388269 h 1890712"/>
              <a:gd name="connsiteX122" fmla="*/ 1893094 w 2543175"/>
              <a:gd name="connsiteY122" fmla="*/ 1395412 h 1890712"/>
              <a:gd name="connsiteX123" fmla="*/ 1902619 w 2543175"/>
              <a:gd name="connsiteY123" fmla="*/ 1404937 h 1890712"/>
              <a:gd name="connsiteX124" fmla="*/ 1912144 w 2543175"/>
              <a:gd name="connsiteY124" fmla="*/ 1409700 h 1890712"/>
              <a:gd name="connsiteX125" fmla="*/ 1931194 w 2543175"/>
              <a:gd name="connsiteY125" fmla="*/ 1421606 h 1890712"/>
              <a:gd name="connsiteX126" fmla="*/ 1935957 w 2543175"/>
              <a:gd name="connsiteY126" fmla="*/ 1428750 h 1890712"/>
              <a:gd name="connsiteX127" fmla="*/ 1952625 w 2543175"/>
              <a:gd name="connsiteY127" fmla="*/ 1438275 h 1890712"/>
              <a:gd name="connsiteX128" fmla="*/ 1971675 w 2543175"/>
              <a:gd name="connsiteY128" fmla="*/ 1450181 h 1890712"/>
              <a:gd name="connsiteX129" fmla="*/ 1981200 w 2543175"/>
              <a:gd name="connsiteY129" fmla="*/ 1454944 h 1890712"/>
              <a:gd name="connsiteX130" fmla="*/ 1997869 w 2543175"/>
              <a:gd name="connsiteY130" fmla="*/ 1471612 h 1890712"/>
              <a:gd name="connsiteX131" fmla="*/ 2007394 w 2543175"/>
              <a:gd name="connsiteY131" fmla="*/ 1478756 h 1890712"/>
              <a:gd name="connsiteX132" fmla="*/ 2016919 w 2543175"/>
              <a:gd name="connsiteY132" fmla="*/ 1483519 h 1890712"/>
              <a:gd name="connsiteX133" fmla="*/ 2024063 w 2543175"/>
              <a:gd name="connsiteY133" fmla="*/ 1490662 h 1890712"/>
              <a:gd name="connsiteX134" fmla="*/ 2033588 w 2543175"/>
              <a:gd name="connsiteY134" fmla="*/ 1495425 h 1890712"/>
              <a:gd name="connsiteX135" fmla="*/ 2040732 w 2543175"/>
              <a:gd name="connsiteY135" fmla="*/ 1502569 h 1890712"/>
              <a:gd name="connsiteX136" fmla="*/ 2047875 w 2543175"/>
              <a:gd name="connsiteY136" fmla="*/ 1507331 h 1890712"/>
              <a:gd name="connsiteX137" fmla="*/ 2057400 w 2543175"/>
              <a:gd name="connsiteY137" fmla="*/ 1514475 h 1890712"/>
              <a:gd name="connsiteX138" fmla="*/ 2064544 w 2543175"/>
              <a:gd name="connsiteY138" fmla="*/ 1519237 h 1890712"/>
              <a:gd name="connsiteX139" fmla="*/ 2071688 w 2543175"/>
              <a:gd name="connsiteY139" fmla="*/ 1526381 h 1890712"/>
              <a:gd name="connsiteX140" fmla="*/ 2081213 w 2543175"/>
              <a:gd name="connsiteY140" fmla="*/ 1531144 h 1890712"/>
              <a:gd name="connsiteX141" fmla="*/ 2090738 w 2543175"/>
              <a:gd name="connsiteY141" fmla="*/ 1538287 h 1890712"/>
              <a:gd name="connsiteX142" fmla="*/ 2109788 w 2543175"/>
              <a:gd name="connsiteY142" fmla="*/ 1547812 h 1890712"/>
              <a:gd name="connsiteX143" fmla="*/ 2131219 w 2543175"/>
              <a:gd name="connsiteY143" fmla="*/ 1562100 h 1890712"/>
              <a:gd name="connsiteX144" fmla="*/ 2140744 w 2543175"/>
              <a:gd name="connsiteY144" fmla="*/ 1566862 h 1890712"/>
              <a:gd name="connsiteX145" fmla="*/ 2152650 w 2543175"/>
              <a:gd name="connsiteY145" fmla="*/ 1576387 h 1890712"/>
              <a:gd name="connsiteX146" fmla="*/ 2181225 w 2543175"/>
              <a:gd name="connsiteY146" fmla="*/ 1590675 h 1890712"/>
              <a:gd name="connsiteX147" fmla="*/ 2200275 w 2543175"/>
              <a:gd name="connsiteY147" fmla="*/ 1607344 h 1890712"/>
              <a:gd name="connsiteX148" fmla="*/ 2207419 w 2543175"/>
              <a:gd name="connsiteY148" fmla="*/ 1612106 h 1890712"/>
              <a:gd name="connsiteX149" fmla="*/ 2216944 w 2543175"/>
              <a:gd name="connsiteY149" fmla="*/ 1619250 h 1890712"/>
              <a:gd name="connsiteX150" fmla="*/ 2224088 w 2543175"/>
              <a:gd name="connsiteY150" fmla="*/ 1624012 h 1890712"/>
              <a:gd name="connsiteX151" fmla="*/ 2247900 w 2543175"/>
              <a:gd name="connsiteY151" fmla="*/ 1643062 h 1890712"/>
              <a:gd name="connsiteX152" fmla="*/ 2255044 w 2543175"/>
              <a:gd name="connsiteY152" fmla="*/ 1650206 h 1890712"/>
              <a:gd name="connsiteX153" fmla="*/ 2281238 w 2543175"/>
              <a:gd name="connsiteY153" fmla="*/ 1664494 h 1890712"/>
              <a:gd name="connsiteX154" fmla="*/ 2297907 w 2543175"/>
              <a:gd name="connsiteY154" fmla="*/ 1674019 h 1890712"/>
              <a:gd name="connsiteX155" fmla="*/ 2312194 w 2543175"/>
              <a:gd name="connsiteY155" fmla="*/ 1685925 h 1890712"/>
              <a:gd name="connsiteX156" fmla="*/ 2328863 w 2543175"/>
              <a:gd name="connsiteY156" fmla="*/ 1697831 h 1890712"/>
              <a:gd name="connsiteX157" fmla="*/ 2350294 w 2543175"/>
              <a:gd name="connsiteY157" fmla="*/ 1712119 h 1890712"/>
              <a:gd name="connsiteX158" fmla="*/ 2369344 w 2543175"/>
              <a:gd name="connsiteY158" fmla="*/ 1724025 h 1890712"/>
              <a:gd name="connsiteX159" fmla="*/ 2428876 w 2543175"/>
              <a:gd name="connsiteY159" fmla="*/ 1785938 h 1890712"/>
              <a:gd name="connsiteX160" fmla="*/ 2466975 w 2543175"/>
              <a:gd name="connsiteY160" fmla="*/ 1783556 h 1890712"/>
              <a:gd name="connsiteX161" fmla="*/ 2481263 w 2543175"/>
              <a:gd name="connsiteY161" fmla="*/ 1795462 h 1890712"/>
              <a:gd name="connsiteX162" fmla="*/ 2486025 w 2543175"/>
              <a:gd name="connsiteY162" fmla="*/ 1802606 h 1890712"/>
              <a:gd name="connsiteX163" fmla="*/ 2514600 w 2543175"/>
              <a:gd name="connsiteY163" fmla="*/ 1850231 h 1890712"/>
              <a:gd name="connsiteX164" fmla="*/ 2519363 w 2543175"/>
              <a:gd name="connsiteY164" fmla="*/ 1857375 h 1890712"/>
              <a:gd name="connsiteX165" fmla="*/ 2540794 w 2543175"/>
              <a:gd name="connsiteY165" fmla="*/ 1883569 h 1890712"/>
              <a:gd name="connsiteX166" fmla="*/ 2543175 w 2543175"/>
              <a:gd name="connsiteY16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7819 w 2543175"/>
              <a:gd name="connsiteY100" fmla="*/ 1154906 h 1890712"/>
              <a:gd name="connsiteX101" fmla="*/ 1604963 w 2543175"/>
              <a:gd name="connsiteY101" fmla="*/ 1162050 h 1890712"/>
              <a:gd name="connsiteX102" fmla="*/ 1612107 w 2543175"/>
              <a:gd name="connsiteY102" fmla="*/ 1166812 h 1890712"/>
              <a:gd name="connsiteX103" fmla="*/ 1628775 w 2543175"/>
              <a:gd name="connsiteY103" fmla="*/ 1183481 h 1890712"/>
              <a:gd name="connsiteX104" fmla="*/ 1662113 w 2543175"/>
              <a:gd name="connsiteY104" fmla="*/ 1209675 h 1890712"/>
              <a:gd name="connsiteX105" fmla="*/ 1678782 w 2543175"/>
              <a:gd name="connsiteY105" fmla="*/ 1226344 h 1890712"/>
              <a:gd name="connsiteX106" fmla="*/ 1700213 w 2543175"/>
              <a:gd name="connsiteY106" fmla="*/ 1247775 h 1890712"/>
              <a:gd name="connsiteX107" fmla="*/ 1712119 w 2543175"/>
              <a:gd name="connsiteY107" fmla="*/ 1259681 h 1890712"/>
              <a:gd name="connsiteX108" fmla="*/ 1733550 w 2543175"/>
              <a:gd name="connsiteY108" fmla="*/ 1273969 h 1890712"/>
              <a:gd name="connsiteX109" fmla="*/ 1743075 w 2543175"/>
              <a:gd name="connsiteY109" fmla="*/ 1283494 h 1890712"/>
              <a:gd name="connsiteX110" fmla="*/ 1754982 w 2543175"/>
              <a:gd name="connsiteY110" fmla="*/ 1290637 h 1890712"/>
              <a:gd name="connsiteX111" fmla="*/ 1766888 w 2543175"/>
              <a:gd name="connsiteY111" fmla="*/ 1300162 h 1890712"/>
              <a:gd name="connsiteX112" fmla="*/ 1783557 w 2543175"/>
              <a:gd name="connsiteY112" fmla="*/ 1307306 h 1890712"/>
              <a:gd name="connsiteX113" fmla="*/ 1790700 w 2543175"/>
              <a:gd name="connsiteY113" fmla="*/ 1312069 h 1890712"/>
              <a:gd name="connsiteX114" fmla="*/ 1800225 w 2543175"/>
              <a:gd name="connsiteY114" fmla="*/ 1319212 h 1890712"/>
              <a:gd name="connsiteX115" fmla="*/ 1807369 w 2543175"/>
              <a:gd name="connsiteY115" fmla="*/ 1321594 h 1890712"/>
              <a:gd name="connsiteX116" fmla="*/ 1824038 w 2543175"/>
              <a:gd name="connsiteY116" fmla="*/ 1333500 h 1890712"/>
              <a:gd name="connsiteX117" fmla="*/ 1843088 w 2543175"/>
              <a:gd name="connsiteY117" fmla="*/ 1352550 h 1890712"/>
              <a:gd name="connsiteX118" fmla="*/ 1852613 w 2543175"/>
              <a:gd name="connsiteY118" fmla="*/ 1359694 h 1890712"/>
              <a:gd name="connsiteX119" fmla="*/ 1859757 w 2543175"/>
              <a:gd name="connsiteY119" fmla="*/ 1366837 h 1890712"/>
              <a:gd name="connsiteX120" fmla="*/ 1869282 w 2543175"/>
              <a:gd name="connsiteY120" fmla="*/ 1371600 h 1890712"/>
              <a:gd name="connsiteX121" fmla="*/ 1883569 w 2543175"/>
              <a:gd name="connsiteY121" fmla="*/ 1388269 h 1890712"/>
              <a:gd name="connsiteX122" fmla="*/ 1893094 w 2543175"/>
              <a:gd name="connsiteY122" fmla="*/ 1395412 h 1890712"/>
              <a:gd name="connsiteX123" fmla="*/ 1902619 w 2543175"/>
              <a:gd name="connsiteY123" fmla="*/ 1404937 h 1890712"/>
              <a:gd name="connsiteX124" fmla="*/ 1912144 w 2543175"/>
              <a:gd name="connsiteY124" fmla="*/ 1409700 h 1890712"/>
              <a:gd name="connsiteX125" fmla="*/ 1931194 w 2543175"/>
              <a:gd name="connsiteY125" fmla="*/ 1421606 h 1890712"/>
              <a:gd name="connsiteX126" fmla="*/ 1935957 w 2543175"/>
              <a:gd name="connsiteY126" fmla="*/ 1428750 h 1890712"/>
              <a:gd name="connsiteX127" fmla="*/ 1952625 w 2543175"/>
              <a:gd name="connsiteY127" fmla="*/ 1438275 h 1890712"/>
              <a:gd name="connsiteX128" fmla="*/ 1971675 w 2543175"/>
              <a:gd name="connsiteY128" fmla="*/ 1450181 h 1890712"/>
              <a:gd name="connsiteX129" fmla="*/ 1981200 w 2543175"/>
              <a:gd name="connsiteY129" fmla="*/ 1454944 h 1890712"/>
              <a:gd name="connsiteX130" fmla="*/ 1997869 w 2543175"/>
              <a:gd name="connsiteY130" fmla="*/ 1471612 h 1890712"/>
              <a:gd name="connsiteX131" fmla="*/ 2007394 w 2543175"/>
              <a:gd name="connsiteY131" fmla="*/ 1478756 h 1890712"/>
              <a:gd name="connsiteX132" fmla="*/ 2016919 w 2543175"/>
              <a:gd name="connsiteY132" fmla="*/ 1483519 h 1890712"/>
              <a:gd name="connsiteX133" fmla="*/ 2024063 w 2543175"/>
              <a:gd name="connsiteY133" fmla="*/ 1490662 h 1890712"/>
              <a:gd name="connsiteX134" fmla="*/ 2033588 w 2543175"/>
              <a:gd name="connsiteY134" fmla="*/ 1495425 h 1890712"/>
              <a:gd name="connsiteX135" fmla="*/ 2040732 w 2543175"/>
              <a:gd name="connsiteY135" fmla="*/ 1502569 h 1890712"/>
              <a:gd name="connsiteX136" fmla="*/ 2047875 w 2543175"/>
              <a:gd name="connsiteY136" fmla="*/ 1507331 h 1890712"/>
              <a:gd name="connsiteX137" fmla="*/ 2057400 w 2543175"/>
              <a:gd name="connsiteY137" fmla="*/ 1514475 h 1890712"/>
              <a:gd name="connsiteX138" fmla="*/ 2064544 w 2543175"/>
              <a:gd name="connsiteY138" fmla="*/ 1519237 h 1890712"/>
              <a:gd name="connsiteX139" fmla="*/ 2071688 w 2543175"/>
              <a:gd name="connsiteY139" fmla="*/ 1526381 h 1890712"/>
              <a:gd name="connsiteX140" fmla="*/ 2081213 w 2543175"/>
              <a:gd name="connsiteY140" fmla="*/ 1531144 h 1890712"/>
              <a:gd name="connsiteX141" fmla="*/ 2090738 w 2543175"/>
              <a:gd name="connsiteY141" fmla="*/ 1538287 h 1890712"/>
              <a:gd name="connsiteX142" fmla="*/ 2109788 w 2543175"/>
              <a:gd name="connsiteY142" fmla="*/ 1547812 h 1890712"/>
              <a:gd name="connsiteX143" fmla="*/ 2131219 w 2543175"/>
              <a:gd name="connsiteY143" fmla="*/ 1562100 h 1890712"/>
              <a:gd name="connsiteX144" fmla="*/ 2140744 w 2543175"/>
              <a:gd name="connsiteY144" fmla="*/ 1566862 h 1890712"/>
              <a:gd name="connsiteX145" fmla="*/ 2152650 w 2543175"/>
              <a:gd name="connsiteY145" fmla="*/ 1576387 h 1890712"/>
              <a:gd name="connsiteX146" fmla="*/ 2181225 w 2543175"/>
              <a:gd name="connsiteY146" fmla="*/ 1590675 h 1890712"/>
              <a:gd name="connsiteX147" fmla="*/ 2200275 w 2543175"/>
              <a:gd name="connsiteY147" fmla="*/ 1607344 h 1890712"/>
              <a:gd name="connsiteX148" fmla="*/ 2207419 w 2543175"/>
              <a:gd name="connsiteY148" fmla="*/ 1612106 h 1890712"/>
              <a:gd name="connsiteX149" fmla="*/ 2216944 w 2543175"/>
              <a:gd name="connsiteY149" fmla="*/ 1619250 h 1890712"/>
              <a:gd name="connsiteX150" fmla="*/ 2224088 w 2543175"/>
              <a:gd name="connsiteY150" fmla="*/ 1624012 h 1890712"/>
              <a:gd name="connsiteX151" fmla="*/ 2247900 w 2543175"/>
              <a:gd name="connsiteY151" fmla="*/ 1643062 h 1890712"/>
              <a:gd name="connsiteX152" fmla="*/ 2255044 w 2543175"/>
              <a:gd name="connsiteY152" fmla="*/ 1650206 h 1890712"/>
              <a:gd name="connsiteX153" fmla="*/ 2281238 w 2543175"/>
              <a:gd name="connsiteY153" fmla="*/ 1664494 h 1890712"/>
              <a:gd name="connsiteX154" fmla="*/ 2297907 w 2543175"/>
              <a:gd name="connsiteY154" fmla="*/ 1674019 h 1890712"/>
              <a:gd name="connsiteX155" fmla="*/ 2312194 w 2543175"/>
              <a:gd name="connsiteY155" fmla="*/ 1685925 h 1890712"/>
              <a:gd name="connsiteX156" fmla="*/ 2328863 w 2543175"/>
              <a:gd name="connsiteY156" fmla="*/ 1697831 h 1890712"/>
              <a:gd name="connsiteX157" fmla="*/ 2350294 w 2543175"/>
              <a:gd name="connsiteY157" fmla="*/ 1712119 h 1890712"/>
              <a:gd name="connsiteX158" fmla="*/ 2369344 w 2543175"/>
              <a:gd name="connsiteY158" fmla="*/ 1724025 h 1890712"/>
              <a:gd name="connsiteX159" fmla="*/ 2428876 w 2543175"/>
              <a:gd name="connsiteY159" fmla="*/ 1785938 h 1890712"/>
              <a:gd name="connsiteX160" fmla="*/ 2466975 w 2543175"/>
              <a:gd name="connsiteY160" fmla="*/ 1783556 h 1890712"/>
              <a:gd name="connsiteX161" fmla="*/ 2481263 w 2543175"/>
              <a:gd name="connsiteY161" fmla="*/ 1795462 h 1890712"/>
              <a:gd name="connsiteX162" fmla="*/ 2486025 w 2543175"/>
              <a:gd name="connsiteY162" fmla="*/ 1802606 h 1890712"/>
              <a:gd name="connsiteX163" fmla="*/ 2514600 w 2543175"/>
              <a:gd name="connsiteY163" fmla="*/ 1850231 h 1890712"/>
              <a:gd name="connsiteX164" fmla="*/ 2519363 w 2543175"/>
              <a:gd name="connsiteY164" fmla="*/ 1857375 h 1890712"/>
              <a:gd name="connsiteX165" fmla="*/ 2540794 w 2543175"/>
              <a:gd name="connsiteY165" fmla="*/ 1883569 h 1890712"/>
              <a:gd name="connsiteX166" fmla="*/ 2543175 w 2543175"/>
              <a:gd name="connsiteY16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7819 w 2543175"/>
              <a:gd name="connsiteY100" fmla="*/ 1154906 h 1890712"/>
              <a:gd name="connsiteX101" fmla="*/ 1604963 w 2543175"/>
              <a:gd name="connsiteY101" fmla="*/ 1162050 h 1890712"/>
              <a:gd name="connsiteX102" fmla="*/ 1628775 w 2543175"/>
              <a:gd name="connsiteY102" fmla="*/ 1183481 h 1890712"/>
              <a:gd name="connsiteX103" fmla="*/ 1662113 w 2543175"/>
              <a:gd name="connsiteY103" fmla="*/ 1209675 h 1890712"/>
              <a:gd name="connsiteX104" fmla="*/ 1678782 w 2543175"/>
              <a:gd name="connsiteY104" fmla="*/ 1226344 h 1890712"/>
              <a:gd name="connsiteX105" fmla="*/ 1700213 w 2543175"/>
              <a:gd name="connsiteY105" fmla="*/ 1247775 h 1890712"/>
              <a:gd name="connsiteX106" fmla="*/ 1712119 w 2543175"/>
              <a:gd name="connsiteY106" fmla="*/ 1259681 h 1890712"/>
              <a:gd name="connsiteX107" fmla="*/ 1733550 w 2543175"/>
              <a:gd name="connsiteY107" fmla="*/ 1273969 h 1890712"/>
              <a:gd name="connsiteX108" fmla="*/ 1743075 w 2543175"/>
              <a:gd name="connsiteY108" fmla="*/ 1283494 h 1890712"/>
              <a:gd name="connsiteX109" fmla="*/ 1754982 w 2543175"/>
              <a:gd name="connsiteY109" fmla="*/ 1290637 h 1890712"/>
              <a:gd name="connsiteX110" fmla="*/ 1766888 w 2543175"/>
              <a:gd name="connsiteY110" fmla="*/ 1300162 h 1890712"/>
              <a:gd name="connsiteX111" fmla="*/ 1783557 w 2543175"/>
              <a:gd name="connsiteY111" fmla="*/ 1307306 h 1890712"/>
              <a:gd name="connsiteX112" fmla="*/ 1790700 w 2543175"/>
              <a:gd name="connsiteY112" fmla="*/ 1312069 h 1890712"/>
              <a:gd name="connsiteX113" fmla="*/ 1800225 w 2543175"/>
              <a:gd name="connsiteY113" fmla="*/ 1319212 h 1890712"/>
              <a:gd name="connsiteX114" fmla="*/ 1807369 w 2543175"/>
              <a:gd name="connsiteY114" fmla="*/ 1321594 h 1890712"/>
              <a:gd name="connsiteX115" fmla="*/ 1824038 w 2543175"/>
              <a:gd name="connsiteY115" fmla="*/ 1333500 h 1890712"/>
              <a:gd name="connsiteX116" fmla="*/ 1843088 w 2543175"/>
              <a:gd name="connsiteY116" fmla="*/ 1352550 h 1890712"/>
              <a:gd name="connsiteX117" fmla="*/ 1852613 w 2543175"/>
              <a:gd name="connsiteY117" fmla="*/ 1359694 h 1890712"/>
              <a:gd name="connsiteX118" fmla="*/ 1859757 w 2543175"/>
              <a:gd name="connsiteY118" fmla="*/ 1366837 h 1890712"/>
              <a:gd name="connsiteX119" fmla="*/ 1869282 w 2543175"/>
              <a:gd name="connsiteY119" fmla="*/ 1371600 h 1890712"/>
              <a:gd name="connsiteX120" fmla="*/ 1883569 w 2543175"/>
              <a:gd name="connsiteY120" fmla="*/ 1388269 h 1890712"/>
              <a:gd name="connsiteX121" fmla="*/ 1893094 w 2543175"/>
              <a:gd name="connsiteY121" fmla="*/ 1395412 h 1890712"/>
              <a:gd name="connsiteX122" fmla="*/ 1902619 w 2543175"/>
              <a:gd name="connsiteY122" fmla="*/ 1404937 h 1890712"/>
              <a:gd name="connsiteX123" fmla="*/ 1912144 w 2543175"/>
              <a:gd name="connsiteY123" fmla="*/ 1409700 h 1890712"/>
              <a:gd name="connsiteX124" fmla="*/ 1931194 w 2543175"/>
              <a:gd name="connsiteY124" fmla="*/ 1421606 h 1890712"/>
              <a:gd name="connsiteX125" fmla="*/ 1935957 w 2543175"/>
              <a:gd name="connsiteY125" fmla="*/ 1428750 h 1890712"/>
              <a:gd name="connsiteX126" fmla="*/ 1952625 w 2543175"/>
              <a:gd name="connsiteY126" fmla="*/ 1438275 h 1890712"/>
              <a:gd name="connsiteX127" fmla="*/ 1971675 w 2543175"/>
              <a:gd name="connsiteY127" fmla="*/ 1450181 h 1890712"/>
              <a:gd name="connsiteX128" fmla="*/ 1981200 w 2543175"/>
              <a:gd name="connsiteY128" fmla="*/ 1454944 h 1890712"/>
              <a:gd name="connsiteX129" fmla="*/ 1997869 w 2543175"/>
              <a:gd name="connsiteY129" fmla="*/ 1471612 h 1890712"/>
              <a:gd name="connsiteX130" fmla="*/ 2007394 w 2543175"/>
              <a:gd name="connsiteY130" fmla="*/ 1478756 h 1890712"/>
              <a:gd name="connsiteX131" fmla="*/ 2016919 w 2543175"/>
              <a:gd name="connsiteY131" fmla="*/ 1483519 h 1890712"/>
              <a:gd name="connsiteX132" fmla="*/ 2024063 w 2543175"/>
              <a:gd name="connsiteY132" fmla="*/ 1490662 h 1890712"/>
              <a:gd name="connsiteX133" fmla="*/ 2033588 w 2543175"/>
              <a:gd name="connsiteY133" fmla="*/ 1495425 h 1890712"/>
              <a:gd name="connsiteX134" fmla="*/ 2040732 w 2543175"/>
              <a:gd name="connsiteY134" fmla="*/ 1502569 h 1890712"/>
              <a:gd name="connsiteX135" fmla="*/ 2047875 w 2543175"/>
              <a:gd name="connsiteY135" fmla="*/ 1507331 h 1890712"/>
              <a:gd name="connsiteX136" fmla="*/ 2057400 w 2543175"/>
              <a:gd name="connsiteY136" fmla="*/ 1514475 h 1890712"/>
              <a:gd name="connsiteX137" fmla="*/ 2064544 w 2543175"/>
              <a:gd name="connsiteY137" fmla="*/ 1519237 h 1890712"/>
              <a:gd name="connsiteX138" fmla="*/ 2071688 w 2543175"/>
              <a:gd name="connsiteY138" fmla="*/ 1526381 h 1890712"/>
              <a:gd name="connsiteX139" fmla="*/ 2081213 w 2543175"/>
              <a:gd name="connsiteY139" fmla="*/ 1531144 h 1890712"/>
              <a:gd name="connsiteX140" fmla="*/ 2090738 w 2543175"/>
              <a:gd name="connsiteY140" fmla="*/ 1538287 h 1890712"/>
              <a:gd name="connsiteX141" fmla="*/ 2109788 w 2543175"/>
              <a:gd name="connsiteY141" fmla="*/ 1547812 h 1890712"/>
              <a:gd name="connsiteX142" fmla="*/ 2131219 w 2543175"/>
              <a:gd name="connsiteY142" fmla="*/ 1562100 h 1890712"/>
              <a:gd name="connsiteX143" fmla="*/ 2140744 w 2543175"/>
              <a:gd name="connsiteY143" fmla="*/ 1566862 h 1890712"/>
              <a:gd name="connsiteX144" fmla="*/ 2152650 w 2543175"/>
              <a:gd name="connsiteY144" fmla="*/ 1576387 h 1890712"/>
              <a:gd name="connsiteX145" fmla="*/ 2181225 w 2543175"/>
              <a:gd name="connsiteY145" fmla="*/ 1590675 h 1890712"/>
              <a:gd name="connsiteX146" fmla="*/ 2200275 w 2543175"/>
              <a:gd name="connsiteY146" fmla="*/ 1607344 h 1890712"/>
              <a:gd name="connsiteX147" fmla="*/ 2207419 w 2543175"/>
              <a:gd name="connsiteY147" fmla="*/ 1612106 h 1890712"/>
              <a:gd name="connsiteX148" fmla="*/ 2216944 w 2543175"/>
              <a:gd name="connsiteY148" fmla="*/ 1619250 h 1890712"/>
              <a:gd name="connsiteX149" fmla="*/ 2224088 w 2543175"/>
              <a:gd name="connsiteY149" fmla="*/ 1624012 h 1890712"/>
              <a:gd name="connsiteX150" fmla="*/ 2247900 w 2543175"/>
              <a:gd name="connsiteY150" fmla="*/ 1643062 h 1890712"/>
              <a:gd name="connsiteX151" fmla="*/ 2255044 w 2543175"/>
              <a:gd name="connsiteY151" fmla="*/ 1650206 h 1890712"/>
              <a:gd name="connsiteX152" fmla="*/ 2281238 w 2543175"/>
              <a:gd name="connsiteY152" fmla="*/ 1664494 h 1890712"/>
              <a:gd name="connsiteX153" fmla="*/ 2297907 w 2543175"/>
              <a:gd name="connsiteY153" fmla="*/ 1674019 h 1890712"/>
              <a:gd name="connsiteX154" fmla="*/ 2312194 w 2543175"/>
              <a:gd name="connsiteY154" fmla="*/ 1685925 h 1890712"/>
              <a:gd name="connsiteX155" fmla="*/ 2328863 w 2543175"/>
              <a:gd name="connsiteY155" fmla="*/ 1697831 h 1890712"/>
              <a:gd name="connsiteX156" fmla="*/ 2350294 w 2543175"/>
              <a:gd name="connsiteY156" fmla="*/ 1712119 h 1890712"/>
              <a:gd name="connsiteX157" fmla="*/ 2369344 w 2543175"/>
              <a:gd name="connsiteY157" fmla="*/ 1724025 h 1890712"/>
              <a:gd name="connsiteX158" fmla="*/ 2428876 w 2543175"/>
              <a:gd name="connsiteY158" fmla="*/ 1785938 h 1890712"/>
              <a:gd name="connsiteX159" fmla="*/ 2466975 w 2543175"/>
              <a:gd name="connsiteY159" fmla="*/ 1783556 h 1890712"/>
              <a:gd name="connsiteX160" fmla="*/ 2481263 w 2543175"/>
              <a:gd name="connsiteY160" fmla="*/ 1795462 h 1890712"/>
              <a:gd name="connsiteX161" fmla="*/ 2486025 w 2543175"/>
              <a:gd name="connsiteY161" fmla="*/ 1802606 h 1890712"/>
              <a:gd name="connsiteX162" fmla="*/ 2514600 w 2543175"/>
              <a:gd name="connsiteY162" fmla="*/ 1850231 h 1890712"/>
              <a:gd name="connsiteX163" fmla="*/ 2519363 w 2543175"/>
              <a:gd name="connsiteY163" fmla="*/ 1857375 h 1890712"/>
              <a:gd name="connsiteX164" fmla="*/ 2540794 w 2543175"/>
              <a:gd name="connsiteY164" fmla="*/ 1883569 h 1890712"/>
              <a:gd name="connsiteX165" fmla="*/ 2543175 w 2543175"/>
              <a:gd name="connsiteY165"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7819 w 2543175"/>
              <a:gd name="connsiteY100" fmla="*/ 1154906 h 1890712"/>
              <a:gd name="connsiteX101" fmla="*/ 1628775 w 2543175"/>
              <a:gd name="connsiteY101" fmla="*/ 1183481 h 1890712"/>
              <a:gd name="connsiteX102" fmla="*/ 1662113 w 2543175"/>
              <a:gd name="connsiteY102" fmla="*/ 1209675 h 1890712"/>
              <a:gd name="connsiteX103" fmla="*/ 1678782 w 2543175"/>
              <a:gd name="connsiteY103" fmla="*/ 1226344 h 1890712"/>
              <a:gd name="connsiteX104" fmla="*/ 1700213 w 2543175"/>
              <a:gd name="connsiteY104" fmla="*/ 1247775 h 1890712"/>
              <a:gd name="connsiteX105" fmla="*/ 1712119 w 2543175"/>
              <a:gd name="connsiteY105" fmla="*/ 1259681 h 1890712"/>
              <a:gd name="connsiteX106" fmla="*/ 1733550 w 2543175"/>
              <a:gd name="connsiteY106" fmla="*/ 1273969 h 1890712"/>
              <a:gd name="connsiteX107" fmla="*/ 1743075 w 2543175"/>
              <a:gd name="connsiteY107" fmla="*/ 1283494 h 1890712"/>
              <a:gd name="connsiteX108" fmla="*/ 1754982 w 2543175"/>
              <a:gd name="connsiteY108" fmla="*/ 1290637 h 1890712"/>
              <a:gd name="connsiteX109" fmla="*/ 1766888 w 2543175"/>
              <a:gd name="connsiteY109" fmla="*/ 1300162 h 1890712"/>
              <a:gd name="connsiteX110" fmla="*/ 1783557 w 2543175"/>
              <a:gd name="connsiteY110" fmla="*/ 1307306 h 1890712"/>
              <a:gd name="connsiteX111" fmla="*/ 1790700 w 2543175"/>
              <a:gd name="connsiteY111" fmla="*/ 1312069 h 1890712"/>
              <a:gd name="connsiteX112" fmla="*/ 1800225 w 2543175"/>
              <a:gd name="connsiteY112" fmla="*/ 1319212 h 1890712"/>
              <a:gd name="connsiteX113" fmla="*/ 1807369 w 2543175"/>
              <a:gd name="connsiteY113" fmla="*/ 1321594 h 1890712"/>
              <a:gd name="connsiteX114" fmla="*/ 1824038 w 2543175"/>
              <a:gd name="connsiteY114" fmla="*/ 1333500 h 1890712"/>
              <a:gd name="connsiteX115" fmla="*/ 1843088 w 2543175"/>
              <a:gd name="connsiteY115" fmla="*/ 1352550 h 1890712"/>
              <a:gd name="connsiteX116" fmla="*/ 1852613 w 2543175"/>
              <a:gd name="connsiteY116" fmla="*/ 1359694 h 1890712"/>
              <a:gd name="connsiteX117" fmla="*/ 1859757 w 2543175"/>
              <a:gd name="connsiteY117" fmla="*/ 1366837 h 1890712"/>
              <a:gd name="connsiteX118" fmla="*/ 1869282 w 2543175"/>
              <a:gd name="connsiteY118" fmla="*/ 1371600 h 1890712"/>
              <a:gd name="connsiteX119" fmla="*/ 1883569 w 2543175"/>
              <a:gd name="connsiteY119" fmla="*/ 1388269 h 1890712"/>
              <a:gd name="connsiteX120" fmla="*/ 1893094 w 2543175"/>
              <a:gd name="connsiteY120" fmla="*/ 1395412 h 1890712"/>
              <a:gd name="connsiteX121" fmla="*/ 1902619 w 2543175"/>
              <a:gd name="connsiteY121" fmla="*/ 1404937 h 1890712"/>
              <a:gd name="connsiteX122" fmla="*/ 1912144 w 2543175"/>
              <a:gd name="connsiteY122" fmla="*/ 1409700 h 1890712"/>
              <a:gd name="connsiteX123" fmla="*/ 1931194 w 2543175"/>
              <a:gd name="connsiteY123" fmla="*/ 1421606 h 1890712"/>
              <a:gd name="connsiteX124" fmla="*/ 1935957 w 2543175"/>
              <a:gd name="connsiteY124" fmla="*/ 1428750 h 1890712"/>
              <a:gd name="connsiteX125" fmla="*/ 1952625 w 2543175"/>
              <a:gd name="connsiteY125" fmla="*/ 1438275 h 1890712"/>
              <a:gd name="connsiteX126" fmla="*/ 1971675 w 2543175"/>
              <a:gd name="connsiteY126" fmla="*/ 1450181 h 1890712"/>
              <a:gd name="connsiteX127" fmla="*/ 1981200 w 2543175"/>
              <a:gd name="connsiteY127" fmla="*/ 1454944 h 1890712"/>
              <a:gd name="connsiteX128" fmla="*/ 1997869 w 2543175"/>
              <a:gd name="connsiteY128" fmla="*/ 1471612 h 1890712"/>
              <a:gd name="connsiteX129" fmla="*/ 2007394 w 2543175"/>
              <a:gd name="connsiteY129" fmla="*/ 1478756 h 1890712"/>
              <a:gd name="connsiteX130" fmla="*/ 2016919 w 2543175"/>
              <a:gd name="connsiteY130" fmla="*/ 1483519 h 1890712"/>
              <a:gd name="connsiteX131" fmla="*/ 2024063 w 2543175"/>
              <a:gd name="connsiteY131" fmla="*/ 1490662 h 1890712"/>
              <a:gd name="connsiteX132" fmla="*/ 2033588 w 2543175"/>
              <a:gd name="connsiteY132" fmla="*/ 1495425 h 1890712"/>
              <a:gd name="connsiteX133" fmla="*/ 2040732 w 2543175"/>
              <a:gd name="connsiteY133" fmla="*/ 1502569 h 1890712"/>
              <a:gd name="connsiteX134" fmla="*/ 2047875 w 2543175"/>
              <a:gd name="connsiteY134" fmla="*/ 1507331 h 1890712"/>
              <a:gd name="connsiteX135" fmla="*/ 2057400 w 2543175"/>
              <a:gd name="connsiteY135" fmla="*/ 1514475 h 1890712"/>
              <a:gd name="connsiteX136" fmla="*/ 2064544 w 2543175"/>
              <a:gd name="connsiteY136" fmla="*/ 1519237 h 1890712"/>
              <a:gd name="connsiteX137" fmla="*/ 2071688 w 2543175"/>
              <a:gd name="connsiteY137" fmla="*/ 1526381 h 1890712"/>
              <a:gd name="connsiteX138" fmla="*/ 2081213 w 2543175"/>
              <a:gd name="connsiteY138" fmla="*/ 1531144 h 1890712"/>
              <a:gd name="connsiteX139" fmla="*/ 2090738 w 2543175"/>
              <a:gd name="connsiteY139" fmla="*/ 1538287 h 1890712"/>
              <a:gd name="connsiteX140" fmla="*/ 2109788 w 2543175"/>
              <a:gd name="connsiteY140" fmla="*/ 1547812 h 1890712"/>
              <a:gd name="connsiteX141" fmla="*/ 2131219 w 2543175"/>
              <a:gd name="connsiteY141" fmla="*/ 1562100 h 1890712"/>
              <a:gd name="connsiteX142" fmla="*/ 2140744 w 2543175"/>
              <a:gd name="connsiteY142" fmla="*/ 1566862 h 1890712"/>
              <a:gd name="connsiteX143" fmla="*/ 2152650 w 2543175"/>
              <a:gd name="connsiteY143" fmla="*/ 1576387 h 1890712"/>
              <a:gd name="connsiteX144" fmla="*/ 2181225 w 2543175"/>
              <a:gd name="connsiteY144" fmla="*/ 1590675 h 1890712"/>
              <a:gd name="connsiteX145" fmla="*/ 2200275 w 2543175"/>
              <a:gd name="connsiteY145" fmla="*/ 1607344 h 1890712"/>
              <a:gd name="connsiteX146" fmla="*/ 2207419 w 2543175"/>
              <a:gd name="connsiteY146" fmla="*/ 1612106 h 1890712"/>
              <a:gd name="connsiteX147" fmla="*/ 2216944 w 2543175"/>
              <a:gd name="connsiteY147" fmla="*/ 1619250 h 1890712"/>
              <a:gd name="connsiteX148" fmla="*/ 2224088 w 2543175"/>
              <a:gd name="connsiteY148" fmla="*/ 1624012 h 1890712"/>
              <a:gd name="connsiteX149" fmla="*/ 2247900 w 2543175"/>
              <a:gd name="connsiteY149" fmla="*/ 1643062 h 1890712"/>
              <a:gd name="connsiteX150" fmla="*/ 2255044 w 2543175"/>
              <a:gd name="connsiteY150" fmla="*/ 1650206 h 1890712"/>
              <a:gd name="connsiteX151" fmla="*/ 2281238 w 2543175"/>
              <a:gd name="connsiteY151" fmla="*/ 1664494 h 1890712"/>
              <a:gd name="connsiteX152" fmla="*/ 2297907 w 2543175"/>
              <a:gd name="connsiteY152" fmla="*/ 1674019 h 1890712"/>
              <a:gd name="connsiteX153" fmla="*/ 2312194 w 2543175"/>
              <a:gd name="connsiteY153" fmla="*/ 1685925 h 1890712"/>
              <a:gd name="connsiteX154" fmla="*/ 2328863 w 2543175"/>
              <a:gd name="connsiteY154" fmla="*/ 1697831 h 1890712"/>
              <a:gd name="connsiteX155" fmla="*/ 2350294 w 2543175"/>
              <a:gd name="connsiteY155" fmla="*/ 1712119 h 1890712"/>
              <a:gd name="connsiteX156" fmla="*/ 2369344 w 2543175"/>
              <a:gd name="connsiteY156" fmla="*/ 1724025 h 1890712"/>
              <a:gd name="connsiteX157" fmla="*/ 2428876 w 2543175"/>
              <a:gd name="connsiteY157" fmla="*/ 1785938 h 1890712"/>
              <a:gd name="connsiteX158" fmla="*/ 2466975 w 2543175"/>
              <a:gd name="connsiteY158" fmla="*/ 1783556 h 1890712"/>
              <a:gd name="connsiteX159" fmla="*/ 2481263 w 2543175"/>
              <a:gd name="connsiteY159" fmla="*/ 1795462 h 1890712"/>
              <a:gd name="connsiteX160" fmla="*/ 2486025 w 2543175"/>
              <a:gd name="connsiteY160" fmla="*/ 1802606 h 1890712"/>
              <a:gd name="connsiteX161" fmla="*/ 2514600 w 2543175"/>
              <a:gd name="connsiteY161" fmla="*/ 1850231 h 1890712"/>
              <a:gd name="connsiteX162" fmla="*/ 2519363 w 2543175"/>
              <a:gd name="connsiteY162" fmla="*/ 1857375 h 1890712"/>
              <a:gd name="connsiteX163" fmla="*/ 2540794 w 2543175"/>
              <a:gd name="connsiteY163" fmla="*/ 1883569 h 1890712"/>
              <a:gd name="connsiteX164" fmla="*/ 2543175 w 2543175"/>
              <a:gd name="connsiteY16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183481 h 1890712"/>
              <a:gd name="connsiteX102" fmla="*/ 1662113 w 2543175"/>
              <a:gd name="connsiteY102" fmla="*/ 1209675 h 1890712"/>
              <a:gd name="connsiteX103" fmla="*/ 1678782 w 2543175"/>
              <a:gd name="connsiteY103" fmla="*/ 1226344 h 1890712"/>
              <a:gd name="connsiteX104" fmla="*/ 1700213 w 2543175"/>
              <a:gd name="connsiteY104" fmla="*/ 1247775 h 1890712"/>
              <a:gd name="connsiteX105" fmla="*/ 1712119 w 2543175"/>
              <a:gd name="connsiteY105" fmla="*/ 1259681 h 1890712"/>
              <a:gd name="connsiteX106" fmla="*/ 1733550 w 2543175"/>
              <a:gd name="connsiteY106" fmla="*/ 1273969 h 1890712"/>
              <a:gd name="connsiteX107" fmla="*/ 1743075 w 2543175"/>
              <a:gd name="connsiteY107" fmla="*/ 1283494 h 1890712"/>
              <a:gd name="connsiteX108" fmla="*/ 1754982 w 2543175"/>
              <a:gd name="connsiteY108" fmla="*/ 1290637 h 1890712"/>
              <a:gd name="connsiteX109" fmla="*/ 1766888 w 2543175"/>
              <a:gd name="connsiteY109" fmla="*/ 1300162 h 1890712"/>
              <a:gd name="connsiteX110" fmla="*/ 1783557 w 2543175"/>
              <a:gd name="connsiteY110" fmla="*/ 1307306 h 1890712"/>
              <a:gd name="connsiteX111" fmla="*/ 1790700 w 2543175"/>
              <a:gd name="connsiteY111" fmla="*/ 1312069 h 1890712"/>
              <a:gd name="connsiteX112" fmla="*/ 1800225 w 2543175"/>
              <a:gd name="connsiteY112" fmla="*/ 1319212 h 1890712"/>
              <a:gd name="connsiteX113" fmla="*/ 1807369 w 2543175"/>
              <a:gd name="connsiteY113" fmla="*/ 1321594 h 1890712"/>
              <a:gd name="connsiteX114" fmla="*/ 1824038 w 2543175"/>
              <a:gd name="connsiteY114" fmla="*/ 1333500 h 1890712"/>
              <a:gd name="connsiteX115" fmla="*/ 1843088 w 2543175"/>
              <a:gd name="connsiteY115" fmla="*/ 1352550 h 1890712"/>
              <a:gd name="connsiteX116" fmla="*/ 1852613 w 2543175"/>
              <a:gd name="connsiteY116" fmla="*/ 1359694 h 1890712"/>
              <a:gd name="connsiteX117" fmla="*/ 1859757 w 2543175"/>
              <a:gd name="connsiteY117" fmla="*/ 1366837 h 1890712"/>
              <a:gd name="connsiteX118" fmla="*/ 1869282 w 2543175"/>
              <a:gd name="connsiteY118" fmla="*/ 1371600 h 1890712"/>
              <a:gd name="connsiteX119" fmla="*/ 1883569 w 2543175"/>
              <a:gd name="connsiteY119" fmla="*/ 1388269 h 1890712"/>
              <a:gd name="connsiteX120" fmla="*/ 1893094 w 2543175"/>
              <a:gd name="connsiteY120" fmla="*/ 1395412 h 1890712"/>
              <a:gd name="connsiteX121" fmla="*/ 1902619 w 2543175"/>
              <a:gd name="connsiteY121" fmla="*/ 1404937 h 1890712"/>
              <a:gd name="connsiteX122" fmla="*/ 1912144 w 2543175"/>
              <a:gd name="connsiteY122" fmla="*/ 1409700 h 1890712"/>
              <a:gd name="connsiteX123" fmla="*/ 1931194 w 2543175"/>
              <a:gd name="connsiteY123" fmla="*/ 1421606 h 1890712"/>
              <a:gd name="connsiteX124" fmla="*/ 1935957 w 2543175"/>
              <a:gd name="connsiteY124" fmla="*/ 1428750 h 1890712"/>
              <a:gd name="connsiteX125" fmla="*/ 1952625 w 2543175"/>
              <a:gd name="connsiteY125" fmla="*/ 1438275 h 1890712"/>
              <a:gd name="connsiteX126" fmla="*/ 1971675 w 2543175"/>
              <a:gd name="connsiteY126" fmla="*/ 1450181 h 1890712"/>
              <a:gd name="connsiteX127" fmla="*/ 1981200 w 2543175"/>
              <a:gd name="connsiteY127" fmla="*/ 1454944 h 1890712"/>
              <a:gd name="connsiteX128" fmla="*/ 1997869 w 2543175"/>
              <a:gd name="connsiteY128" fmla="*/ 1471612 h 1890712"/>
              <a:gd name="connsiteX129" fmla="*/ 2007394 w 2543175"/>
              <a:gd name="connsiteY129" fmla="*/ 1478756 h 1890712"/>
              <a:gd name="connsiteX130" fmla="*/ 2016919 w 2543175"/>
              <a:gd name="connsiteY130" fmla="*/ 1483519 h 1890712"/>
              <a:gd name="connsiteX131" fmla="*/ 2024063 w 2543175"/>
              <a:gd name="connsiteY131" fmla="*/ 1490662 h 1890712"/>
              <a:gd name="connsiteX132" fmla="*/ 2033588 w 2543175"/>
              <a:gd name="connsiteY132" fmla="*/ 1495425 h 1890712"/>
              <a:gd name="connsiteX133" fmla="*/ 2040732 w 2543175"/>
              <a:gd name="connsiteY133" fmla="*/ 1502569 h 1890712"/>
              <a:gd name="connsiteX134" fmla="*/ 2047875 w 2543175"/>
              <a:gd name="connsiteY134" fmla="*/ 1507331 h 1890712"/>
              <a:gd name="connsiteX135" fmla="*/ 2057400 w 2543175"/>
              <a:gd name="connsiteY135" fmla="*/ 1514475 h 1890712"/>
              <a:gd name="connsiteX136" fmla="*/ 2064544 w 2543175"/>
              <a:gd name="connsiteY136" fmla="*/ 1519237 h 1890712"/>
              <a:gd name="connsiteX137" fmla="*/ 2071688 w 2543175"/>
              <a:gd name="connsiteY137" fmla="*/ 1526381 h 1890712"/>
              <a:gd name="connsiteX138" fmla="*/ 2081213 w 2543175"/>
              <a:gd name="connsiteY138" fmla="*/ 1531144 h 1890712"/>
              <a:gd name="connsiteX139" fmla="*/ 2090738 w 2543175"/>
              <a:gd name="connsiteY139" fmla="*/ 1538287 h 1890712"/>
              <a:gd name="connsiteX140" fmla="*/ 2109788 w 2543175"/>
              <a:gd name="connsiteY140" fmla="*/ 1547812 h 1890712"/>
              <a:gd name="connsiteX141" fmla="*/ 2131219 w 2543175"/>
              <a:gd name="connsiteY141" fmla="*/ 1562100 h 1890712"/>
              <a:gd name="connsiteX142" fmla="*/ 2140744 w 2543175"/>
              <a:gd name="connsiteY142" fmla="*/ 1566862 h 1890712"/>
              <a:gd name="connsiteX143" fmla="*/ 2152650 w 2543175"/>
              <a:gd name="connsiteY143" fmla="*/ 1576387 h 1890712"/>
              <a:gd name="connsiteX144" fmla="*/ 2181225 w 2543175"/>
              <a:gd name="connsiteY144" fmla="*/ 1590675 h 1890712"/>
              <a:gd name="connsiteX145" fmla="*/ 2200275 w 2543175"/>
              <a:gd name="connsiteY145" fmla="*/ 1607344 h 1890712"/>
              <a:gd name="connsiteX146" fmla="*/ 2207419 w 2543175"/>
              <a:gd name="connsiteY146" fmla="*/ 1612106 h 1890712"/>
              <a:gd name="connsiteX147" fmla="*/ 2216944 w 2543175"/>
              <a:gd name="connsiteY147" fmla="*/ 1619250 h 1890712"/>
              <a:gd name="connsiteX148" fmla="*/ 2224088 w 2543175"/>
              <a:gd name="connsiteY148" fmla="*/ 1624012 h 1890712"/>
              <a:gd name="connsiteX149" fmla="*/ 2247900 w 2543175"/>
              <a:gd name="connsiteY149" fmla="*/ 1643062 h 1890712"/>
              <a:gd name="connsiteX150" fmla="*/ 2255044 w 2543175"/>
              <a:gd name="connsiteY150" fmla="*/ 1650206 h 1890712"/>
              <a:gd name="connsiteX151" fmla="*/ 2281238 w 2543175"/>
              <a:gd name="connsiteY151" fmla="*/ 1664494 h 1890712"/>
              <a:gd name="connsiteX152" fmla="*/ 2297907 w 2543175"/>
              <a:gd name="connsiteY152" fmla="*/ 1674019 h 1890712"/>
              <a:gd name="connsiteX153" fmla="*/ 2312194 w 2543175"/>
              <a:gd name="connsiteY153" fmla="*/ 1685925 h 1890712"/>
              <a:gd name="connsiteX154" fmla="*/ 2328863 w 2543175"/>
              <a:gd name="connsiteY154" fmla="*/ 1697831 h 1890712"/>
              <a:gd name="connsiteX155" fmla="*/ 2350294 w 2543175"/>
              <a:gd name="connsiteY155" fmla="*/ 1712119 h 1890712"/>
              <a:gd name="connsiteX156" fmla="*/ 2369344 w 2543175"/>
              <a:gd name="connsiteY156" fmla="*/ 1724025 h 1890712"/>
              <a:gd name="connsiteX157" fmla="*/ 2428876 w 2543175"/>
              <a:gd name="connsiteY157" fmla="*/ 1785938 h 1890712"/>
              <a:gd name="connsiteX158" fmla="*/ 2466975 w 2543175"/>
              <a:gd name="connsiteY158" fmla="*/ 1783556 h 1890712"/>
              <a:gd name="connsiteX159" fmla="*/ 2481263 w 2543175"/>
              <a:gd name="connsiteY159" fmla="*/ 1795462 h 1890712"/>
              <a:gd name="connsiteX160" fmla="*/ 2486025 w 2543175"/>
              <a:gd name="connsiteY160" fmla="*/ 1802606 h 1890712"/>
              <a:gd name="connsiteX161" fmla="*/ 2514600 w 2543175"/>
              <a:gd name="connsiteY161" fmla="*/ 1850231 h 1890712"/>
              <a:gd name="connsiteX162" fmla="*/ 2519363 w 2543175"/>
              <a:gd name="connsiteY162" fmla="*/ 1857375 h 1890712"/>
              <a:gd name="connsiteX163" fmla="*/ 2540794 w 2543175"/>
              <a:gd name="connsiteY163" fmla="*/ 1883569 h 1890712"/>
              <a:gd name="connsiteX164" fmla="*/ 2543175 w 2543175"/>
              <a:gd name="connsiteY16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09675 h 1890712"/>
              <a:gd name="connsiteX103" fmla="*/ 1678782 w 2543175"/>
              <a:gd name="connsiteY103" fmla="*/ 1226344 h 1890712"/>
              <a:gd name="connsiteX104" fmla="*/ 1700213 w 2543175"/>
              <a:gd name="connsiteY104" fmla="*/ 1247775 h 1890712"/>
              <a:gd name="connsiteX105" fmla="*/ 1712119 w 2543175"/>
              <a:gd name="connsiteY105" fmla="*/ 1259681 h 1890712"/>
              <a:gd name="connsiteX106" fmla="*/ 1733550 w 2543175"/>
              <a:gd name="connsiteY106" fmla="*/ 1273969 h 1890712"/>
              <a:gd name="connsiteX107" fmla="*/ 1743075 w 2543175"/>
              <a:gd name="connsiteY107" fmla="*/ 1283494 h 1890712"/>
              <a:gd name="connsiteX108" fmla="*/ 1754982 w 2543175"/>
              <a:gd name="connsiteY108" fmla="*/ 1290637 h 1890712"/>
              <a:gd name="connsiteX109" fmla="*/ 1766888 w 2543175"/>
              <a:gd name="connsiteY109" fmla="*/ 1300162 h 1890712"/>
              <a:gd name="connsiteX110" fmla="*/ 1783557 w 2543175"/>
              <a:gd name="connsiteY110" fmla="*/ 1307306 h 1890712"/>
              <a:gd name="connsiteX111" fmla="*/ 1790700 w 2543175"/>
              <a:gd name="connsiteY111" fmla="*/ 1312069 h 1890712"/>
              <a:gd name="connsiteX112" fmla="*/ 1800225 w 2543175"/>
              <a:gd name="connsiteY112" fmla="*/ 1319212 h 1890712"/>
              <a:gd name="connsiteX113" fmla="*/ 1807369 w 2543175"/>
              <a:gd name="connsiteY113" fmla="*/ 1321594 h 1890712"/>
              <a:gd name="connsiteX114" fmla="*/ 1824038 w 2543175"/>
              <a:gd name="connsiteY114" fmla="*/ 1333500 h 1890712"/>
              <a:gd name="connsiteX115" fmla="*/ 1843088 w 2543175"/>
              <a:gd name="connsiteY115" fmla="*/ 1352550 h 1890712"/>
              <a:gd name="connsiteX116" fmla="*/ 1852613 w 2543175"/>
              <a:gd name="connsiteY116" fmla="*/ 1359694 h 1890712"/>
              <a:gd name="connsiteX117" fmla="*/ 1859757 w 2543175"/>
              <a:gd name="connsiteY117" fmla="*/ 1366837 h 1890712"/>
              <a:gd name="connsiteX118" fmla="*/ 1869282 w 2543175"/>
              <a:gd name="connsiteY118" fmla="*/ 1371600 h 1890712"/>
              <a:gd name="connsiteX119" fmla="*/ 1883569 w 2543175"/>
              <a:gd name="connsiteY119" fmla="*/ 1388269 h 1890712"/>
              <a:gd name="connsiteX120" fmla="*/ 1893094 w 2543175"/>
              <a:gd name="connsiteY120" fmla="*/ 1395412 h 1890712"/>
              <a:gd name="connsiteX121" fmla="*/ 1902619 w 2543175"/>
              <a:gd name="connsiteY121" fmla="*/ 1404937 h 1890712"/>
              <a:gd name="connsiteX122" fmla="*/ 1912144 w 2543175"/>
              <a:gd name="connsiteY122" fmla="*/ 1409700 h 1890712"/>
              <a:gd name="connsiteX123" fmla="*/ 1931194 w 2543175"/>
              <a:gd name="connsiteY123" fmla="*/ 1421606 h 1890712"/>
              <a:gd name="connsiteX124" fmla="*/ 1935957 w 2543175"/>
              <a:gd name="connsiteY124" fmla="*/ 1428750 h 1890712"/>
              <a:gd name="connsiteX125" fmla="*/ 1952625 w 2543175"/>
              <a:gd name="connsiteY125" fmla="*/ 1438275 h 1890712"/>
              <a:gd name="connsiteX126" fmla="*/ 1971675 w 2543175"/>
              <a:gd name="connsiteY126" fmla="*/ 1450181 h 1890712"/>
              <a:gd name="connsiteX127" fmla="*/ 1981200 w 2543175"/>
              <a:gd name="connsiteY127" fmla="*/ 1454944 h 1890712"/>
              <a:gd name="connsiteX128" fmla="*/ 1997869 w 2543175"/>
              <a:gd name="connsiteY128" fmla="*/ 1471612 h 1890712"/>
              <a:gd name="connsiteX129" fmla="*/ 2007394 w 2543175"/>
              <a:gd name="connsiteY129" fmla="*/ 1478756 h 1890712"/>
              <a:gd name="connsiteX130" fmla="*/ 2016919 w 2543175"/>
              <a:gd name="connsiteY130" fmla="*/ 1483519 h 1890712"/>
              <a:gd name="connsiteX131" fmla="*/ 2024063 w 2543175"/>
              <a:gd name="connsiteY131" fmla="*/ 1490662 h 1890712"/>
              <a:gd name="connsiteX132" fmla="*/ 2033588 w 2543175"/>
              <a:gd name="connsiteY132" fmla="*/ 1495425 h 1890712"/>
              <a:gd name="connsiteX133" fmla="*/ 2040732 w 2543175"/>
              <a:gd name="connsiteY133" fmla="*/ 1502569 h 1890712"/>
              <a:gd name="connsiteX134" fmla="*/ 2047875 w 2543175"/>
              <a:gd name="connsiteY134" fmla="*/ 1507331 h 1890712"/>
              <a:gd name="connsiteX135" fmla="*/ 2057400 w 2543175"/>
              <a:gd name="connsiteY135" fmla="*/ 1514475 h 1890712"/>
              <a:gd name="connsiteX136" fmla="*/ 2064544 w 2543175"/>
              <a:gd name="connsiteY136" fmla="*/ 1519237 h 1890712"/>
              <a:gd name="connsiteX137" fmla="*/ 2071688 w 2543175"/>
              <a:gd name="connsiteY137" fmla="*/ 1526381 h 1890712"/>
              <a:gd name="connsiteX138" fmla="*/ 2081213 w 2543175"/>
              <a:gd name="connsiteY138" fmla="*/ 1531144 h 1890712"/>
              <a:gd name="connsiteX139" fmla="*/ 2090738 w 2543175"/>
              <a:gd name="connsiteY139" fmla="*/ 1538287 h 1890712"/>
              <a:gd name="connsiteX140" fmla="*/ 2109788 w 2543175"/>
              <a:gd name="connsiteY140" fmla="*/ 1547812 h 1890712"/>
              <a:gd name="connsiteX141" fmla="*/ 2131219 w 2543175"/>
              <a:gd name="connsiteY141" fmla="*/ 1562100 h 1890712"/>
              <a:gd name="connsiteX142" fmla="*/ 2140744 w 2543175"/>
              <a:gd name="connsiteY142" fmla="*/ 1566862 h 1890712"/>
              <a:gd name="connsiteX143" fmla="*/ 2152650 w 2543175"/>
              <a:gd name="connsiteY143" fmla="*/ 1576387 h 1890712"/>
              <a:gd name="connsiteX144" fmla="*/ 2181225 w 2543175"/>
              <a:gd name="connsiteY144" fmla="*/ 1590675 h 1890712"/>
              <a:gd name="connsiteX145" fmla="*/ 2200275 w 2543175"/>
              <a:gd name="connsiteY145" fmla="*/ 1607344 h 1890712"/>
              <a:gd name="connsiteX146" fmla="*/ 2207419 w 2543175"/>
              <a:gd name="connsiteY146" fmla="*/ 1612106 h 1890712"/>
              <a:gd name="connsiteX147" fmla="*/ 2216944 w 2543175"/>
              <a:gd name="connsiteY147" fmla="*/ 1619250 h 1890712"/>
              <a:gd name="connsiteX148" fmla="*/ 2224088 w 2543175"/>
              <a:gd name="connsiteY148" fmla="*/ 1624012 h 1890712"/>
              <a:gd name="connsiteX149" fmla="*/ 2247900 w 2543175"/>
              <a:gd name="connsiteY149" fmla="*/ 1643062 h 1890712"/>
              <a:gd name="connsiteX150" fmla="*/ 2255044 w 2543175"/>
              <a:gd name="connsiteY150" fmla="*/ 1650206 h 1890712"/>
              <a:gd name="connsiteX151" fmla="*/ 2281238 w 2543175"/>
              <a:gd name="connsiteY151" fmla="*/ 1664494 h 1890712"/>
              <a:gd name="connsiteX152" fmla="*/ 2297907 w 2543175"/>
              <a:gd name="connsiteY152" fmla="*/ 1674019 h 1890712"/>
              <a:gd name="connsiteX153" fmla="*/ 2312194 w 2543175"/>
              <a:gd name="connsiteY153" fmla="*/ 1685925 h 1890712"/>
              <a:gd name="connsiteX154" fmla="*/ 2328863 w 2543175"/>
              <a:gd name="connsiteY154" fmla="*/ 1697831 h 1890712"/>
              <a:gd name="connsiteX155" fmla="*/ 2350294 w 2543175"/>
              <a:gd name="connsiteY155" fmla="*/ 1712119 h 1890712"/>
              <a:gd name="connsiteX156" fmla="*/ 2369344 w 2543175"/>
              <a:gd name="connsiteY156" fmla="*/ 1724025 h 1890712"/>
              <a:gd name="connsiteX157" fmla="*/ 2428876 w 2543175"/>
              <a:gd name="connsiteY157" fmla="*/ 1785938 h 1890712"/>
              <a:gd name="connsiteX158" fmla="*/ 2466975 w 2543175"/>
              <a:gd name="connsiteY158" fmla="*/ 1783556 h 1890712"/>
              <a:gd name="connsiteX159" fmla="*/ 2481263 w 2543175"/>
              <a:gd name="connsiteY159" fmla="*/ 1795462 h 1890712"/>
              <a:gd name="connsiteX160" fmla="*/ 2486025 w 2543175"/>
              <a:gd name="connsiteY160" fmla="*/ 1802606 h 1890712"/>
              <a:gd name="connsiteX161" fmla="*/ 2514600 w 2543175"/>
              <a:gd name="connsiteY161" fmla="*/ 1850231 h 1890712"/>
              <a:gd name="connsiteX162" fmla="*/ 2519363 w 2543175"/>
              <a:gd name="connsiteY162" fmla="*/ 1857375 h 1890712"/>
              <a:gd name="connsiteX163" fmla="*/ 2540794 w 2543175"/>
              <a:gd name="connsiteY163" fmla="*/ 1883569 h 1890712"/>
              <a:gd name="connsiteX164" fmla="*/ 2543175 w 2543175"/>
              <a:gd name="connsiteY16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678782 w 2543175"/>
              <a:gd name="connsiteY103" fmla="*/ 1226344 h 1890712"/>
              <a:gd name="connsiteX104" fmla="*/ 1700213 w 2543175"/>
              <a:gd name="connsiteY104" fmla="*/ 1247775 h 1890712"/>
              <a:gd name="connsiteX105" fmla="*/ 1712119 w 2543175"/>
              <a:gd name="connsiteY105" fmla="*/ 1259681 h 1890712"/>
              <a:gd name="connsiteX106" fmla="*/ 1733550 w 2543175"/>
              <a:gd name="connsiteY106" fmla="*/ 1273969 h 1890712"/>
              <a:gd name="connsiteX107" fmla="*/ 1743075 w 2543175"/>
              <a:gd name="connsiteY107" fmla="*/ 1283494 h 1890712"/>
              <a:gd name="connsiteX108" fmla="*/ 1754982 w 2543175"/>
              <a:gd name="connsiteY108" fmla="*/ 1290637 h 1890712"/>
              <a:gd name="connsiteX109" fmla="*/ 1766888 w 2543175"/>
              <a:gd name="connsiteY109" fmla="*/ 1300162 h 1890712"/>
              <a:gd name="connsiteX110" fmla="*/ 1783557 w 2543175"/>
              <a:gd name="connsiteY110" fmla="*/ 1307306 h 1890712"/>
              <a:gd name="connsiteX111" fmla="*/ 1790700 w 2543175"/>
              <a:gd name="connsiteY111" fmla="*/ 1312069 h 1890712"/>
              <a:gd name="connsiteX112" fmla="*/ 1800225 w 2543175"/>
              <a:gd name="connsiteY112" fmla="*/ 1319212 h 1890712"/>
              <a:gd name="connsiteX113" fmla="*/ 1807369 w 2543175"/>
              <a:gd name="connsiteY113" fmla="*/ 1321594 h 1890712"/>
              <a:gd name="connsiteX114" fmla="*/ 1824038 w 2543175"/>
              <a:gd name="connsiteY114" fmla="*/ 1333500 h 1890712"/>
              <a:gd name="connsiteX115" fmla="*/ 1843088 w 2543175"/>
              <a:gd name="connsiteY115" fmla="*/ 1352550 h 1890712"/>
              <a:gd name="connsiteX116" fmla="*/ 1852613 w 2543175"/>
              <a:gd name="connsiteY116" fmla="*/ 1359694 h 1890712"/>
              <a:gd name="connsiteX117" fmla="*/ 1859757 w 2543175"/>
              <a:gd name="connsiteY117" fmla="*/ 1366837 h 1890712"/>
              <a:gd name="connsiteX118" fmla="*/ 1869282 w 2543175"/>
              <a:gd name="connsiteY118" fmla="*/ 1371600 h 1890712"/>
              <a:gd name="connsiteX119" fmla="*/ 1883569 w 2543175"/>
              <a:gd name="connsiteY119" fmla="*/ 1388269 h 1890712"/>
              <a:gd name="connsiteX120" fmla="*/ 1893094 w 2543175"/>
              <a:gd name="connsiteY120" fmla="*/ 1395412 h 1890712"/>
              <a:gd name="connsiteX121" fmla="*/ 1902619 w 2543175"/>
              <a:gd name="connsiteY121" fmla="*/ 1404937 h 1890712"/>
              <a:gd name="connsiteX122" fmla="*/ 1912144 w 2543175"/>
              <a:gd name="connsiteY122" fmla="*/ 1409700 h 1890712"/>
              <a:gd name="connsiteX123" fmla="*/ 1931194 w 2543175"/>
              <a:gd name="connsiteY123" fmla="*/ 1421606 h 1890712"/>
              <a:gd name="connsiteX124" fmla="*/ 1935957 w 2543175"/>
              <a:gd name="connsiteY124" fmla="*/ 1428750 h 1890712"/>
              <a:gd name="connsiteX125" fmla="*/ 1952625 w 2543175"/>
              <a:gd name="connsiteY125" fmla="*/ 1438275 h 1890712"/>
              <a:gd name="connsiteX126" fmla="*/ 1971675 w 2543175"/>
              <a:gd name="connsiteY126" fmla="*/ 1450181 h 1890712"/>
              <a:gd name="connsiteX127" fmla="*/ 1981200 w 2543175"/>
              <a:gd name="connsiteY127" fmla="*/ 1454944 h 1890712"/>
              <a:gd name="connsiteX128" fmla="*/ 1997869 w 2543175"/>
              <a:gd name="connsiteY128" fmla="*/ 1471612 h 1890712"/>
              <a:gd name="connsiteX129" fmla="*/ 2007394 w 2543175"/>
              <a:gd name="connsiteY129" fmla="*/ 1478756 h 1890712"/>
              <a:gd name="connsiteX130" fmla="*/ 2016919 w 2543175"/>
              <a:gd name="connsiteY130" fmla="*/ 1483519 h 1890712"/>
              <a:gd name="connsiteX131" fmla="*/ 2024063 w 2543175"/>
              <a:gd name="connsiteY131" fmla="*/ 1490662 h 1890712"/>
              <a:gd name="connsiteX132" fmla="*/ 2033588 w 2543175"/>
              <a:gd name="connsiteY132" fmla="*/ 1495425 h 1890712"/>
              <a:gd name="connsiteX133" fmla="*/ 2040732 w 2543175"/>
              <a:gd name="connsiteY133" fmla="*/ 1502569 h 1890712"/>
              <a:gd name="connsiteX134" fmla="*/ 2047875 w 2543175"/>
              <a:gd name="connsiteY134" fmla="*/ 1507331 h 1890712"/>
              <a:gd name="connsiteX135" fmla="*/ 2057400 w 2543175"/>
              <a:gd name="connsiteY135" fmla="*/ 1514475 h 1890712"/>
              <a:gd name="connsiteX136" fmla="*/ 2064544 w 2543175"/>
              <a:gd name="connsiteY136" fmla="*/ 1519237 h 1890712"/>
              <a:gd name="connsiteX137" fmla="*/ 2071688 w 2543175"/>
              <a:gd name="connsiteY137" fmla="*/ 1526381 h 1890712"/>
              <a:gd name="connsiteX138" fmla="*/ 2081213 w 2543175"/>
              <a:gd name="connsiteY138" fmla="*/ 1531144 h 1890712"/>
              <a:gd name="connsiteX139" fmla="*/ 2090738 w 2543175"/>
              <a:gd name="connsiteY139" fmla="*/ 1538287 h 1890712"/>
              <a:gd name="connsiteX140" fmla="*/ 2109788 w 2543175"/>
              <a:gd name="connsiteY140" fmla="*/ 1547812 h 1890712"/>
              <a:gd name="connsiteX141" fmla="*/ 2131219 w 2543175"/>
              <a:gd name="connsiteY141" fmla="*/ 1562100 h 1890712"/>
              <a:gd name="connsiteX142" fmla="*/ 2140744 w 2543175"/>
              <a:gd name="connsiteY142" fmla="*/ 1566862 h 1890712"/>
              <a:gd name="connsiteX143" fmla="*/ 2152650 w 2543175"/>
              <a:gd name="connsiteY143" fmla="*/ 1576387 h 1890712"/>
              <a:gd name="connsiteX144" fmla="*/ 2181225 w 2543175"/>
              <a:gd name="connsiteY144" fmla="*/ 1590675 h 1890712"/>
              <a:gd name="connsiteX145" fmla="*/ 2200275 w 2543175"/>
              <a:gd name="connsiteY145" fmla="*/ 1607344 h 1890712"/>
              <a:gd name="connsiteX146" fmla="*/ 2207419 w 2543175"/>
              <a:gd name="connsiteY146" fmla="*/ 1612106 h 1890712"/>
              <a:gd name="connsiteX147" fmla="*/ 2216944 w 2543175"/>
              <a:gd name="connsiteY147" fmla="*/ 1619250 h 1890712"/>
              <a:gd name="connsiteX148" fmla="*/ 2224088 w 2543175"/>
              <a:gd name="connsiteY148" fmla="*/ 1624012 h 1890712"/>
              <a:gd name="connsiteX149" fmla="*/ 2247900 w 2543175"/>
              <a:gd name="connsiteY149" fmla="*/ 1643062 h 1890712"/>
              <a:gd name="connsiteX150" fmla="*/ 2255044 w 2543175"/>
              <a:gd name="connsiteY150" fmla="*/ 1650206 h 1890712"/>
              <a:gd name="connsiteX151" fmla="*/ 2281238 w 2543175"/>
              <a:gd name="connsiteY151" fmla="*/ 1664494 h 1890712"/>
              <a:gd name="connsiteX152" fmla="*/ 2297907 w 2543175"/>
              <a:gd name="connsiteY152" fmla="*/ 1674019 h 1890712"/>
              <a:gd name="connsiteX153" fmla="*/ 2312194 w 2543175"/>
              <a:gd name="connsiteY153" fmla="*/ 1685925 h 1890712"/>
              <a:gd name="connsiteX154" fmla="*/ 2328863 w 2543175"/>
              <a:gd name="connsiteY154" fmla="*/ 1697831 h 1890712"/>
              <a:gd name="connsiteX155" fmla="*/ 2350294 w 2543175"/>
              <a:gd name="connsiteY155" fmla="*/ 1712119 h 1890712"/>
              <a:gd name="connsiteX156" fmla="*/ 2369344 w 2543175"/>
              <a:gd name="connsiteY156" fmla="*/ 1724025 h 1890712"/>
              <a:gd name="connsiteX157" fmla="*/ 2428876 w 2543175"/>
              <a:gd name="connsiteY157" fmla="*/ 1785938 h 1890712"/>
              <a:gd name="connsiteX158" fmla="*/ 2466975 w 2543175"/>
              <a:gd name="connsiteY158" fmla="*/ 1783556 h 1890712"/>
              <a:gd name="connsiteX159" fmla="*/ 2481263 w 2543175"/>
              <a:gd name="connsiteY159" fmla="*/ 1795462 h 1890712"/>
              <a:gd name="connsiteX160" fmla="*/ 2486025 w 2543175"/>
              <a:gd name="connsiteY160" fmla="*/ 1802606 h 1890712"/>
              <a:gd name="connsiteX161" fmla="*/ 2514600 w 2543175"/>
              <a:gd name="connsiteY161" fmla="*/ 1850231 h 1890712"/>
              <a:gd name="connsiteX162" fmla="*/ 2519363 w 2543175"/>
              <a:gd name="connsiteY162" fmla="*/ 1857375 h 1890712"/>
              <a:gd name="connsiteX163" fmla="*/ 2540794 w 2543175"/>
              <a:gd name="connsiteY163" fmla="*/ 1883569 h 1890712"/>
              <a:gd name="connsiteX164" fmla="*/ 2543175 w 2543175"/>
              <a:gd name="connsiteY16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24088 w 2543175"/>
              <a:gd name="connsiteY147" fmla="*/ 1624012 h 1890712"/>
              <a:gd name="connsiteX148" fmla="*/ 2247900 w 2543175"/>
              <a:gd name="connsiteY148" fmla="*/ 1643062 h 1890712"/>
              <a:gd name="connsiteX149" fmla="*/ 2255044 w 2543175"/>
              <a:gd name="connsiteY149" fmla="*/ 1650206 h 1890712"/>
              <a:gd name="connsiteX150" fmla="*/ 2281238 w 2543175"/>
              <a:gd name="connsiteY150" fmla="*/ 1664494 h 1890712"/>
              <a:gd name="connsiteX151" fmla="*/ 2297907 w 2543175"/>
              <a:gd name="connsiteY151" fmla="*/ 1674019 h 1890712"/>
              <a:gd name="connsiteX152" fmla="*/ 2312194 w 2543175"/>
              <a:gd name="connsiteY152" fmla="*/ 1685925 h 1890712"/>
              <a:gd name="connsiteX153" fmla="*/ 2328863 w 2543175"/>
              <a:gd name="connsiteY153" fmla="*/ 1697831 h 1890712"/>
              <a:gd name="connsiteX154" fmla="*/ 2350294 w 2543175"/>
              <a:gd name="connsiteY154" fmla="*/ 1712119 h 1890712"/>
              <a:gd name="connsiteX155" fmla="*/ 2369344 w 2543175"/>
              <a:gd name="connsiteY155" fmla="*/ 1724025 h 1890712"/>
              <a:gd name="connsiteX156" fmla="*/ 2428876 w 2543175"/>
              <a:gd name="connsiteY156" fmla="*/ 1785938 h 1890712"/>
              <a:gd name="connsiteX157" fmla="*/ 2466975 w 2543175"/>
              <a:gd name="connsiteY157" fmla="*/ 1783556 h 1890712"/>
              <a:gd name="connsiteX158" fmla="*/ 2481263 w 2543175"/>
              <a:gd name="connsiteY158" fmla="*/ 1795462 h 1890712"/>
              <a:gd name="connsiteX159" fmla="*/ 2486025 w 2543175"/>
              <a:gd name="connsiteY159" fmla="*/ 1802606 h 1890712"/>
              <a:gd name="connsiteX160" fmla="*/ 2514600 w 2543175"/>
              <a:gd name="connsiteY160" fmla="*/ 1850231 h 1890712"/>
              <a:gd name="connsiteX161" fmla="*/ 2519363 w 2543175"/>
              <a:gd name="connsiteY161" fmla="*/ 1857375 h 1890712"/>
              <a:gd name="connsiteX162" fmla="*/ 2540794 w 2543175"/>
              <a:gd name="connsiteY162" fmla="*/ 1883569 h 1890712"/>
              <a:gd name="connsiteX163" fmla="*/ 2543175 w 2543175"/>
              <a:gd name="connsiteY163"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24088 w 2543175"/>
              <a:gd name="connsiteY147" fmla="*/ 1624012 h 1890712"/>
              <a:gd name="connsiteX148" fmla="*/ 2247900 w 2543175"/>
              <a:gd name="connsiteY148" fmla="*/ 1643062 h 1890712"/>
              <a:gd name="connsiteX149" fmla="*/ 2255044 w 2543175"/>
              <a:gd name="connsiteY149" fmla="*/ 1650206 h 1890712"/>
              <a:gd name="connsiteX150" fmla="*/ 2281238 w 2543175"/>
              <a:gd name="connsiteY150" fmla="*/ 1664494 h 1890712"/>
              <a:gd name="connsiteX151" fmla="*/ 2297907 w 2543175"/>
              <a:gd name="connsiteY151" fmla="*/ 1674019 h 1890712"/>
              <a:gd name="connsiteX152" fmla="*/ 2312194 w 2543175"/>
              <a:gd name="connsiteY152" fmla="*/ 1685925 h 1890712"/>
              <a:gd name="connsiteX153" fmla="*/ 2328863 w 2543175"/>
              <a:gd name="connsiteY153" fmla="*/ 1697831 h 1890712"/>
              <a:gd name="connsiteX154" fmla="*/ 2350294 w 2543175"/>
              <a:gd name="connsiteY154" fmla="*/ 1712119 h 1890712"/>
              <a:gd name="connsiteX155" fmla="*/ 2428876 w 2543175"/>
              <a:gd name="connsiteY155" fmla="*/ 1785938 h 1890712"/>
              <a:gd name="connsiteX156" fmla="*/ 2466975 w 2543175"/>
              <a:gd name="connsiteY156" fmla="*/ 1783556 h 1890712"/>
              <a:gd name="connsiteX157" fmla="*/ 2481263 w 2543175"/>
              <a:gd name="connsiteY157" fmla="*/ 1795462 h 1890712"/>
              <a:gd name="connsiteX158" fmla="*/ 2486025 w 2543175"/>
              <a:gd name="connsiteY158" fmla="*/ 1802606 h 1890712"/>
              <a:gd name="connsiteX159" fmla="*/ 2514600 w 2543175"/>
              <a:gd name="connsiteY159" fmla="*/ 1850231 h 1890712"/>
              <a:gd name="connsiteX160" fmla="*/ 2519363 w 2543175"/>
              <a:gd name="connsiteY160" fmla="*/ 1857375 h 1890712"/>
              <a:gd name="connsiteX161" fmla="*/ 2540794 w 2543175"/>
              <a:gd name="connsiteY161" fmla="*/ 1883569 h 1890712"/>
              <a:gd name="connsiteX162" fmla="*/ 2543175 w 2543175"/>
              <a:gd name="connsiteY16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297907 w 2543175"/>
              <a:gd name="connsiteY150" fmla="*/ 1674019 h 1890712"/>
              <a:gd name="connsiteX151" fmla="*/ 2312194 w 2543175"/>
              <a:gd name="connsiteY151" fmla="*/ 1685925 h 1890712"/>
              <a:gd name="connsiteX152" fmla="*/ 2328863 w 2543175"/>
              <a:gd name="connsiteY152" fmla="*/ 1697831 h 1890712"/>
              <a:gd name="connsiteX153" fmla="*/ 2350294 w 2543175"/>
              <a:gd name="connsiteY153" fmla="*/ 1712119 h 1890712"/>
              <a:gd name="connsiteX154" fmla="*/ 2428876 w 2543175"/>
              <a:gd name="connsiteY154" fmla="*/ 1785938 h 1890712"/>
              <a:gd name="connsiteX155" fmla="*/ 2466975 w 2543175"/>
              <a:gd name="connsiteY155" fmla="*/ 1783556 h 1890712"/>
              <a:gd name="connsiteX156" fmla="*/ 2481263 w 2543175"/>
              <a:gd name="connsiteY156" fmla="*/ 1795462 h 1890712"/>
              <a:gd name="connsiteX157" fmla="*/ 2486025 w 2543175"/>
              <a:gd name="connsiteY157" fmla="*/ 1802606 h 1890712"/>
              <a:gd name="connsiteX158" fmla="*/ 2514600 w 2543175"/>
              <a:gd name="connsiteY158" fmla="*/ 1850231 h 1890712"/>
              <a:gd name="connsiteX159" fmla="*/ 2519363 w 2543175"/>
              <a:gd name="connsiteY159" fmla="*/ 1857375 h 1890712"/>
              <a:gd name="connsiteX160" fmla="*/ 2540794 w 2543175"/>
              <a:gd name="connsiteY160" fmla="*/ 1883569 h 1890712"/>
              <a:gd name="connsiteX161" fmla="*/ 2543175 w 2543175"/>
              <a:gd name="connsiteY161"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297907 w 2543175"/>
              <a:gd name="connsiteY150" fmla="*/ 1674019 h 1890712"/>
              <a:gd name="connsiteX151" fmla="*/ 2312194 w 2543175"/>
              <a:gd name="connsiteY151" fmla="*/ 1685925 h 1890712"/>
              <a:gd name="connsiteX152" fmla="*/ 2328863 w 2543175"/>
              <a:gd name="connsiteY152" fmla="*/ 1697831 h 1890712"/>
              <a:gd name="connsiteX153" fmla="*/ 2350294 w 2543175"/>
              <a:gd name="connsiteY153" fmla="*/ 1712119 h 1890712"/>
              <a:gd name="connsiteX154" fmla="*/ 2428876 w 2543175"/>
              <a:gd name="connsiteY154" fmla="*/ 1785938 h 1890712"/>
              <a:gd name="connsiteX155" fmla="*/ 2481263 w 2543175"/>
              <a:gd name="connsiteY155" fmla="*/ 1795462 h 1890712"/>
              <a:gd name="connsiteX156" fmla="*/ 2486025 w 2543175"/>
              <a:gd name="connsiteY156" fmla="*/ 1802606 h 1890712"/>
              <a:gd name="connsiteX157" fmla="*/ 2514600 w 2543175"/>
              <a:gd name="connsiteY157" fmla="*/ 1850231 h 1890712"/>
              <a:gd name="connsiteX158" fmla="*/ 2519363 w 2543175"/>
              <a:gd name="connsiteY158" fmla="*/ 1857375 h 1890712"/>
              <a:gd name="connsiteX159" fmla="*/ 2540794 w 2543175"/>
              <a:gd name="connsiteY159" fmla="*/ 1883569 h 1890712"/>
              <a:gd name="connsiteX160" fmla="*/ 2543175 w 2543175"/>
              <a:gd name="connsiteY16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297907 w 2543175"/>
              <a:gd name="connsiteY150" fmla="*/ 1674019 h 1890712"/>
              <a:gd name="connsiteX151" fmla="*/ 2312194 w 2543175"/>
              <a:gd name="connsiteY151" fmla="*/ 1685925 h 1890712"/>
              <a:gd name="connsiteX152" fmla="*/ 2328863 w 2543175"/>
              <a:gd name="connsiteY152" fmla="*/ 1697831 h 1890712"/>
              <a:gd name="connsiteX153" fmla="*/ 2350294 w 2543175"/>
              <a:gd name="connsiteY153" fmla="*/ 1712119 h 1890712"/>
              <a:gd name="connsiteX154" fmla="*/ 2428876 w 2543175"/>
              <a:gd name="connsiteY154" fmla="*/ 1785938 h 1890712"/>
              <a:gd name="connsiteX155" fmla="*/ 2481263 w 2543175"/>
              <a:gd name="connsiteY155" fmla="*/ 1795462 h 1890712"/>
              <a:gd name="connsiteX156" fmla="*/ 2514600 w 2543175"/>
              <a:gd name="connsiteY156" fmla="*/ 1850231 h 1890712"/>
              <a:gd name="connsiteX157" fmla="*/ 2519363 w 2543175"/>
              <a:gd name="connsiteY157" fmla="*/ 1857375 h 1890712"/>
              <a:gd name="connsiteX158" fmla="*/ 2540794 w 2543175"/>
              <a:gd name="connsiteY158" fmla="*/ 1883569 h 1890712"/>
              <a:gd name="connsiteX159" fmla="*/ 2543175 w 2543175"/>
              <a:gd name="connsiteY15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297907 w 2543175"/>
              <a:gd name="connsiteY150" fmla="*/ 1674019 h 1890712"/>
              <a:gd name="connsiteX151" fmla="*/ 2312194 w 2543175"/>
              <a:gd name="connsiteY151" fmla="*/ 1685925 h 1890712"/>
              <a:gd name="connsiteX152" fmla="*/ 2328863 w 2543175"/>
              <a:gd name="connsiteY152" fmla="*/ 1697831 h 1890712"/>
              <a:gd name="connsiteX153" fmla="*/ 2350294 w 2543175"/>
              <a:gd name="connsiteY153" fmla="*/ 1712119 h 1890712"/>
              <a:gd name="connsiteX154" fmla="*/ 2428876 w 2543175"/>
              <a:gd name="connsiteY154" fmla="*/ 1785938 h 1890712"/>
              <a:gd name="connsiteX155" fmla="*/ 2469356 w 2543175"/>
              <a:gd name="connsiteY155" fmla="*/ 1816894 h 1890712"/>
              <a:gd name="connsiteX156" fmla="*/ 2514600 w 2543175"/>
              <a:gd name="connsiteY156" fmla="*/ 1850231 h 1890712"/>
              <a:gd name="connsiteX157" fmla="*/ 2519363 w 2543175"/>
              <a:gd name="connsiteY157" fmla="*/ 1857375 h 1890712"/>
              <a:gd name="connsiteX158" fmla="*/ 2540794 w 2543175"/>
              <a:gd name="connsiteY158" fmla="*/ 1883569 h 1890712"/>
              <a:gd name="connsiteX159" fmla="*/ 2543175 w 2543175"/>
              <a:gd name="connsiteY15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297907 w 2543175"/>
              <a:gd name="connsiteY150" fmla="*/ 1674019 h 1890712"/>
              <a:gd name="connsiteX151" fmla="*/ 2312194 w 2543175"/>
              <a:gd name="connsiteY151" fmla="*/ 1685925 h 1890712"/>
              <a:gd name="connsiteX152" fmla="*/ 2350294 w 2543175"/>
              <a:gd name="connsiteY152" fmla="*/ 1712119 h 1890712"/>
              <a:gd name="connsiteX153" fmla="*/ 2428876 w 2543175"/>
              <a:gd name="connsiteY153" fmla="*/ 1785938 h 1890712"/>
              <a:gd name="connsiteX154" fmla="*/ 2469356 w 2543175"/>
              <a:gd name="connsiteY154" fmla="*/ 1816894 h 1890712"/>
              <a:gd name="connsiteX155" fmla="*/ 2514600 w 2543175"/>
              <a:gd name="connsiteY155" fmla="*/ 1850231 h 1890712"/>
              <a:gd name="connsiteX156" fmla="*/ 2519363 w 2543175"/>
              <a:gd name="connsiteY156" fmla="*/ 1857375 h 1890712"/>
              <a:gd name="connsiteX157" fmla="*/ 2540794 w 2543175"/>
              <a:gd name="connsiteY157" fmla="*/ 1883569 h 1890712"/>
              <a:gd name="connsiteX158" fmla="*/ 2543175 w 2543175"/>
              <a:gd name="connsiteY158"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312194 w 2543175"/>
              <a:gd name="connsiteY150" fmla="*/ 1685925 h 1890712"/>
              <a:gd name="connsiteX151" fmla="*/ 2350294 w 2543175"/>
              <a:gd name="connsiteY151" fmla="*/ 1712119 h 1890712"/>
              <a:gd name="connsiteX152" fmla="*/ 2428876 w 2543175"/>
              <a:gd name="connsiteY152" fmla="*/ 1785938 h 1890712"/>
              <a:gd name="connsiteX153" fmla="*/ 2469356 w 2543175"/>
              <a:gd name="connsiteY153" fmla="*/ 1816894 h 1890712"/>
              <a:gd name="connsiteX154" fmla="*/ 2514600 w 2543175"/>
              <a:gd name="connsiteY154" fmla="*/ 1850231 h 1890712"/>
              <a:gd name="connsiteX155" fmla="*/ 2519363 w 2543175"/>
              <a:gd name="connsiteY155" fmla="*/ 1857375 h 1890712"/>
              <a:gd name="connsiteX156" fmla="*/ 2540794 w 2543175"/>
              <a:gd name="connsiteY156" fmla="*/ 1883569 h 1890712"/>
              <a:gd name="connsiteX157" fmla="*/ 2543175 w 2543175"/>
              <a:gd name="connsiteY157"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81238 w 2543175"/>
              <a:gd name="connsiteY148" fmla="*/ 1664494 h 1890712"/>
              <a:gd name="connsiteX149" fmla="*/ 2312194 w 2543175"/>
              <a:gd name="connsiteY149" fmla="*/ 1685925 h 1890712"/>
              <a:gd name="connsiteX150" fmla="*/ 2350294 w 2543175"/>
              <a:gd name="connsiteY150" fmla="*/ 1712119 h 1890712"/>
              <a:gd name="connsiteX151" fmla="*/ 2428876 w 2543175"/>
              <a:gd name="connsiteY151" fmla="*/ 1785938 h 1890712"/>
              <a:gd name="connsiteX152" fmla="*/ 2469356 w 2543175"/>
              <a:gd name="connsiteY152" fmla="*/ 1816894 h 1890712"/>
              <a:gd name="connsiteX153" fmla="*/ 2514600 w 2543175"/>
              <a:gd name="connsiteY153" fmla="*/ 1850231 h 1890712"/>
              <a:gd name="connsiteX154" fmla="*/ 2519363 w 2543175"/>
              <a:gd name="connsiteY154" fmla="*/ 1857375 h 1890712"/>
              <a:gd name="connsiteX155" fmla="*/ 2540794 w 2543175"/>
              <a:gd name="connsiteY155" fmla="*/ 1883569 h 1890712"/>
              <a:gd name="connsiteX156" fmla="*/ 2543175 w 2543175"/>
              <a:gd name="connsiteY15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81238 w 2543175"/>
              <a:gd name="connsiteY148" fmla="*/ 1674019 h 1890712"/>
              <a:gd name="connsiteX149" fmla="*/ 2312194 w 2543175"/>
              <a:gd name="connsiteY149" fmla="*/ 1685925 h 1890712"/>
              <a:gd name="connsiteX150" fmla="*/ 2350294 w 2543175"/>
              <a:gd name="connsiteY150" fmla="*/ 1712119 h 1890712"/>
              <a:gd name="connsiteX151" fmla="*/ 2428876 w 2543175"/>
              <a:gd name="connsiteY151" fmla="*/ 1785938 h 1890712"/>
              <a:gd name="connsiteX152" fmla="*/ 2469356 w 2543175"/>
              <a:gd name="connsiteY152" fmla="*/ 1816894 h 1890712"/>
              <a:gd name="connsiteX153" fmla="*/ 2514600 w 2543175"/>
              <a:gd name="connsiteY153" fmla="*/ 1850231 h 1890712"/>
              <a:gd name="connsiteX154" fmla="*/ 2519363 w 2543175"/>
              <a:gd name="connsiteY154" fmla="*/ 1857375 h 1890712"/>
              <a:gd name="connsiteX155" fmla="*/ 2540794 w 2543175"/>
              <a:gd name="connsiteY155" fmla="*/ 1883569 h 1890712"/>
              <a:gd name="connsiteX156" fmla="*/ 2543175 w 2543175"/>
              <a:gd name="connsiteY15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81238 w 2543175"/>
              <a:gd name="connsiteY148" fmla="*/ 1674019 h 1890712"/>
              <a:gd name="connsiteX149" fmla="*/ 2312194 w 2543175"/>
              <a:gd name="connsiteY149" fmla="*/ 1702594 h 1890712"/>
              <a:gd name="connsiteX150" fmla="*/ 2350294 w 2543175"/>
              <a:gd name="connsiteY150" fmla="*/ 1712119 h 1890712"/>
              <a:gd name="connsiteX151" fmla="*/ 2428876 w 2543175"/>
              <a:gd name="connsiteY151" fmla="*/ 1785938 h 1890712"/>
              <a:gd name="connsiteX152" fmla="*/ 2469356 w 2543175"/>
              <a:gd name="connsiteY152" fmla="*/ 1816894 h 1890712"/>
              <a:gd name="connsiteX153" fmla="*/ 2514600 w 2543175"/>
              <a:gd name="connsiteY153" fmla="*/ 1850231 h 1890712"/>
              <a:gd name="connsiteX154" fmla="*/ 2519363 w 2543175"/>
              <a:gd name="connsiteY154" fmla="*/ 1857375 h 1890712"/>
              <a:gd name="connsiteX155" fmla="*/ 2540794 w 2543175"/>
              <a:gd name="connsiteY155" fmla="*/ 1883569 h 1890712"/>
              <a:gd name="connsiteX156" fmla="*/ 2543175 w 2543175"/>
              <a:gd name="connsiteY15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81238 w 2543175"/>
              <a:gd name="connsiteY148" fmla="*/ 1674019 h 1890712"/>
              <a:gd name="connsiteX149" fmla="*/ 2312194 w 2543175"/>
              <a:gd name="connsiteY149" fmla="*/ 1702594 h 1890712"/>
              <a:gd name="connsiteX150" fmla="*/ 2369344 w 2543175"/>
              <a:gd name="connsiteY150" fmla="*/ 1757363 h 1890712"/>
              <a:gd name="connsiteX151" fmla="*/ 2428876 w 2543175"/>
              <a:gd name="connsiteY151" fmla="*/ 1785938 h 1890712"/>
              <a:gd name="connsiteX152" fmla="*/ 2469356 w 2543175"/>
              <a:gd name="connsiteY152" fmla="*/ 1816894 h 1890712"/>
              <a:gd name="connsiteX153" fmla="*/ 2514600 w 2543175"/>
              <a:gd name="connsiteY153" fmla="*/ 1850231 h 1890712"/>
              <a:gd name="connsiteX154" fmla="*/ 2519363 w 2543175"/>
              <a:gd name="connsiteY154" fmla="*/ 1857375 h 1890712"/>
              <a:gd name="connsiteX155" fmla="*/ 2540794 w 2543175"/>
              <a:gd name="connsiteY155" fmla="*/ 1883569 h 1890712"/>
              <a:gd name="connsiteX156" fmla="*/ 2543175 w 2543175"/>
              <a:gd name="connsiteY15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907257 w 2543175"/>
              <a:gd name="connsiteY66" fmla="*/ 683419 h 1890712"/>
              <a:gd name="connsiteX67" fmla="*/ 928688 w 2543175"/>
              <a:gd name="connsiteY67" fmla="*/ 695325 h 1890712"/>
              <a:gd name="connsiteX68" fmla="*/ 942975 w 2543175"/>
              <a:gd name="connsiteY68" fmla="*/ 700087 h 1890712"/>
              <a:gd name="connsiteX69" fmla="*/ 964407 w 2543175"/>
              <a:gd name="connsiteY69" fmla="*/ 716756 h 1890712"/>
              <a:gd name="connsiteX70" fmla="*/ 971550 w 2543175"/>
              <a:gd name="connsiteY70" fmla="*/ 723900 h 1890712"/>
              <a:gd name="connsiteX71" fmla="*/ 983457 w 2543175"/>
              <a:gd name="connsiteY71" fmla="*/ 733425 h 1890712"/>
              <a:gd name="connsiteX72" fmla="*/ 990600 w 2543175"/>
              <a:gd name="connsiteY72" fmla="*/ 738187 h 1890712"/>
              <a:gd name="connsiteX73" fmla="*/ 1007269 w 2543175"/>
              <a:gd name="connsiteY73" fmla="*/ 752475 h 1890712"/>
              <a:gd name="connsiteX74" fmla="*/ 1031082 w 2543175"/>
              <a:gd name="connsiteY74" fmla="*/ 766762 h 1890712"/>
              <a:gd name="connsiteX75" fmla="*/ 1042988 w 2543175"/>
              <a:gd name="connsiteY75" fmla="*/ 773906 h 1890712"/>
              <a:gd name="connsiteX76" fmla="*/ 1071563 w 2543175"/>
              <a:gd name="connsiteY76" fmla="*/ 785812 h 1890712"/>
              <a:gd name="connsiteX77" fmla="*/ 1097757 w 2543175"/>
              <a:gd name="connsiteY77" fmla="*/ 807244 h 1890712"/>
              <a:gd name="connsiteX78" fmla="*/ 1104900 w 2543175"/>
              <a:gd name="connsiteY78" fmla="*/ 814387 h 1890712"/>
              <a:gd name="connsiteX79" fmla="*/ 1121569 w 2543175"/>
              <a:gd name="connsiteY79" fmla="*/ 823912 h 1890712"/>
              <a:gd name="connsiteX80" fmla="*/ 1138238 w 2543175"/>
              <a:gd name="connsiteY80" fmla="*/ 835819 h 1890712"/>
              <a:gd name="connsiteX81" fmla="*/ 1147763 w 2543175"/>
              <a:gd name="connsiteY81" fmla="*/ 842962 h 1890712"/>
              <a:gd name="connsiteX82" fmla="*/ 1157288 w 2543175"/>
              <a:gd name="connsiteY82" fmla="*/ 847725 h 1890712"/>
              <a:gd name="connsiteX83" fmla="*/ 1178719 w 2543175"/>
              <a:gd name="connsiteY83" fmla="*/ 859631 h 1890712"/>
              <a:gd name="connsiteX84" fmla="*/ 1188244 w 2543175"/>
              <a:gd name="connsiteY84" fmla="*/ 866775 h 1890712"/>
              <a:gd name="connsiteX85" fmla="*/ 1195388 w 2543175"/>
              <a:gd name="connsiteY85" fmla="*/ 871537 h 1890712"/>
              <a:gd name="connsiteX86" fmla="*/ 1212057 w 2543175"/>
              <a:gd name="connsiteY86" fmla="*/ 883444 h 1890712"/>
              <a:gd name="connsiteX87" fmla="*/ 1226344 w 2543175"/>
              <a:gd name="connsiteY87" fmla="*/ 895350 h 1890712"/>
              <a:gd name="connsiteX88" fmla="*/ 1245394 w 2543175"/>
              <a:gd name="connsiteY88" fmla="*/ 907256 h 1890712"/>
              <a:gd name="connsiteX89" fmla="*/ 1254919 w 2543175"/>
              <a:gd name="connsiteY89" fmla="*/ 914400 h 1890712"/>
              <a:gd name="connsiteX90" fmla="*/ 1269207 w 2543175"/>
              <a:gd name="connsiteY90" fmla="*/ 921544 h 1890712"/>
              <a:gd name="connsiteX91" fmla="*/ 1290638 w 2543175"/>
              <a:gd name="connsiteY91" fmla="*/ 935831 h 1890712"/>
              <a:gd name="connsiteX92" fmla="*/ 1307307 w 2543175"/>
              <a:gd name="connsiteY92" fmla="*/ 952500 h 1890712"/>
              <a:gd name="connsiteX93" fmla="*/ 1333500 w 2543175"/>
              <a:gd name="connsiteY93" fmla="*/ 971550 h 1890712"/>
              <a:gd name="connsiteX94" fmla="*/ 1359694 w 2543175"/>
              <a:gd name="connsiteY94" fmla="*/ 990600 h 1890712"/>
              <a:gd name="connsiteX95" fmla="*/ 1385888 w 2543175"/>
              <a:gd name="connsiteY95" fmla="*/ 1021557 h 1890712"/>
              <a:gd name="connsiteX96" fmla="*/ 1435894 w 2543175"/>
              <a:gd name="connsiteY96" fmla="*/ 1054894 h 1890712"/>
              <a:gd name="connsiteX97" fmla="*/ 1497806 w 2543175"/>
              <a:gd name="connsiteY97" fmla="*/ 1104900 h 1890712"/>
              <a:gd name="connsiteX98" fmla="*/ 1559718 w 2543175"/>
              <a:gd name="connsiteY98" fmla="*/ 1154906 h 1890712"/>
              <a:gd name="connsiteX99" fmla="*/ 1595438 w 2543175"/>
              <a:gd name="connsiteY99" fmla="*/ 1181100 h 1890712"/>
              <a:gd name="connsiteX100" fmla="*/ 1628775 w 2543175"/>
              <a:gd name="connsiteY100" fmla="*/ 1207294 h 1890712"/>
              <a:gd name="connsiteX101" fmla="*/ 1662113 w 2543175"/>
              <a:gd name="connsiteY101" fmla="*/ 1231107 h 1890712"/>
              <a:gd name="connsiteX102" fmla="*/ 1700213 w 2543175"/>
              <a:gd name="connsiteY102" fmla="*/ 1247775 h 1890712"/>
              <a:gd name="connsiteX103" fmla="*/ 1712119 w 2543175"/>
              <a:gd name="connsiteY103" fmla="*/ 1259681 h 1890712"/>
              <a:gd name="connsiteX104" fmla="*/ 1733550 w 2543175"/>
              <a:gd name="connsiteY104" fmla="*/ 1273969 h 1890712"/>
              <a:gd name="connsiteX105" fmla="*/ 1743075 w 2543175"/>
              <a:gd name="connsiteY105" fmla="*/ 1283494 h 1890712"/>
              <a:gd name="connsiteX106" fmla="*/ 1754982 w 2543175"/>
              <a:gd name="connsiteY106" fmla="*/ 1290637 h 1890712"/>
              <a:gd name="connsiteX107" fmla="*/ 1766888 w 2543175"/>
              <a:gd name="connsiteY107" fmla="*/ 1300162 h 1890712"/>
              <a:gd name="connsiteX108" fmla="*/ 1783557 w 2543175"/>
              <a:gd name="connsiteY108" fmla="*/ 1307306 h 1890712"/>
              <a:gd name="connsiteX109" fmla="*/ 1790700 w 2543175"/>
              <a:gd name="connsiteY109" fmla="*/ 1312069 h 1890712"/>
              <a:gd name="connsiteX110" fmla="*/ 1800225 w 2543175"/>
              <a:gd name="connsiteY110" fmla="*/ 1319212 h 1890712"/>
              <a:gd name="connsiteX111" fmla="*/ 1807369 w 2543175"/>
              <a:gd name="connsiteY111" fmla="*/ 1321594 h 1890712"/>
              <a:gd name="connsiteX112" fmla="*/ 1824038 w 2543175"/>
              <a:gd name="connsiteY112" fmla="*/ 1333500 h 1890712"/>
              <a:gd name="connsiteX113" fmla="*/ 1843088 w 2543175"/>
              <a:gd name="connsiteY113" fmla="*/ 1352550 h 1890712"/>
              <a:gd name="connsiteX114" fmla="*/ 1852613 w 2543175"/>
              <a:gd name="connsiteY114" fmla="*/ 1359694 h 1890712"/>
              <a:gd name="connsiteX115" fmla="*/ 1859757 w 2543175"/>
              <a:gd name="connsiteY115" fmla="*/ 1366837 h 1890712"/>
              <a:gd name="connsiteX116" fmla="*/ 1869282 w 2543175"/>
              <a:gd name="connsiteY116" fmla="*/ 1371600 h 1890712"/>
              <a:gd name="connsiteX117" fmla="*/ 1883569 w 2543175"/>
              <a:gd name="connsiteY117" fmla="*/ 1388269 h 1890712"/>
              <a:gd name="connsiteX118" fmla="*/ 1893094 w 2543175"/>
              <a:gd name="connsiteY118" fmla="*/ 1395412 h 1890712"/>
              <a:gd name="connsiteX119" fmla="*/ 1902619 w 2543175"/>
              <a:gd name="connsiteY119" fmla="*/ 1404937 h 1890712"/>
              <a:gd name="connsiteX120" fmla="*/ 1912144 w 2543175"/>
              <a:gd name="connsiteY120" fmla="*/ 1409700 h 1890712"/>
              <a:gd name="connsiteX121" fmla="*/ 1931194 w 2543175"/>
              <a:gd name="connsiteY121" fmla="*/ 1421606 h 1890712"/>
              <a:gd name="connsiteX122" fmla="*/ 1935957 w 2543175"/>
              <a:gd name="connsiteY122" fmla="*/ 1428750 h 1890712"/>
              <a:gd name="connsiteX123" fmla="*/ 1952625 w 2543175"/>
              <a:gd name="connsiteY123" fmla="*/ 1438275 h 1890712"/>
              <a:gd name="connsiteX124" fmla="*/ 1971675 w 2543175"/>
              <a:gd name="connsiteY124" fmla="*/ 1450181 h 1890712"/>
              <a:gd name="connsiteX125" fmla="*/ 1981200 w 2543175"/>
              <a:gd name="connsiteY125" fmla="*/ 1454944 h 1890712"/>
              <a:gd name="connsiteX126" fmla="*/ 1997869 w 2543175"/>
              <a:gd name="connsiteY126" fmla="*/ 1471612 h 1890712"/>
              <a:gd name="connsiteX127" fmla="*/ 2007394 w 2543175"/>
              <a:gd name="connsiteY127" fmla="*/ 1478756 h 1890712"/>
              <a:gd name="connsiteX128" fmla="*/ 2016919 w 2543175"/>
              <a:gd name="connsiteY128" fmla="*/ 1483519 h 1890712"/>
              <a:gd name="connsiteX129" fmla="*/ 2024063 w 2543175"/>
              <a:gd name="connsiteY129" fmla="*/ 1490662 h 1890712"/>
              <a:gd name="connsiteX130" fmla="*/ 2033588 w 2543175"/>
              <a:gd name="connsiteY130" fmla="*/ 1495425 h 1890712"/>
              <a:gd name="connsiteX131" fmla="*/ 2040732 w 2543175"/>
              <a:gd name="connsiteY131" fmla="*/ 1502569 h 1890712"/>
              <a:gd name="connsiteX132" fmla="*/ 2047875 w 2543175"/>
              <a:gd name="connsiteY132" fmla="*/ 1507331 h 1890712"/>
              <a:gd name="connsiteX133" fmla="*/ 2057400 w 2543175"/>
              <a:gd name="connsiteY133" fmla="*/ 1514475 h 1890712"/>
              <a:gd name="connsiteX134" fmla="*/ 2064544 w 2543175"/>
              <a:gd name="connsiteY134" fmla="*/ 1519237 h 1890712"/>
              <a:gd name="connsiteX135" fmla="*/ 2071688 w 2543175"/>
              <a:gd name="connsiteY135" fmla="*/ 1526381 h 1890712"/>
              <a:gd name="connsiteX136" fmla="*/ 2081213 w 2543175"/>
              <a:gd name="connsiteY136" fmla="*/ 1531144 h 1890712"/>
              <a:gd name="connsiteX137" fmla="*/ 2090738 w 2543175"/>
              <a:gd name="connsiteY137" fmla="*/ 1538287 h 1890712"/>
              <a:gd name="connsiteX138" fmla="*/ 2109788 w 2543175"/>
              <a:gd name="connsiteY138" fmla="*/ 1547812 h 1890712"/>
              <a:gd name="connsiteX139" fmla="*/ 2131219 w 2543175"/>
              <a:gd name="connsiteY139" fmla="*/ 1562100 h 1890712"/>
              <a:gd name="connsiteX140" fmla="*/ 2140744 w 2543175"/>
              <a:gd name="connsiteY140" fmla="*/ 1566862 h 1890712"/>
              <a:gd name="connsiteX141" fmla="*/ 2152650 w 2543175"/>
              <a:gd name="connsiteY141" fmla="*/ 1576387 h 1890712"/>
              <a:gd name="connsiteX142" fmla="*/ 2181225 w 2543175"/>
              <a:gd name="connsiteY142" fmla="*/ 1590675 h 1890712"/>
              <a:gd name="connsiteX143" fmla="*/ 2200275 w 2543175"/>
              <a:gd name="connsiteY143" fmla="*/ 1607344 h 1890712"/>
              <a:gd name="connsiteX144" fmla="*/ 2207419 w 2543175"/>
              <a:gd name="connsiteY144" fmla="*/ 1612106 h 1890712"/>
              <a:gd name="connsiteX145" fmla="*/ 2216944 w 2543175"/>
              <a:gd name="connsiteY145" fmla="*/ 1619250 h 1890712"/>
              <a:gd name="connsiteX146" fmla="*/ 2247900 w 2543175"/>
              <a:gd name="connsiteY146" fmla="*/ 1643062 h 1890712"/>
              <a:gd name="connsiteX147" fmla="*/ 2281238 w 2543175"/>
              <a:gd name="connsiteY147" fmla="*/ 1674019 h 1890712"/>
              <a:gd name="connsiteX148" fmla="*/ 2312194 w 2543175"/>
              <a:gd name="connsiteY148" fmla="*/ 1702594 h 1890712"/>
              <a:gd name="connsiteX149" fmla="*/ 2369344 w 2543175"/>
              <a:gd name="connsiteY149" fmla="*/ 1757363 h 1890712"/>
              <a:gd name="connsiteX150" fmla="*/ 2428876 w 2543175"/>
              <a:gd name="connsiteY150" fmla="*/ 1785938 h 1890712"/>
              <a:gd name="connsiteX151" fmla="*/ 2469356 w 2543175"/>
              <a:gd name="connsiteY151" fmla="*/ 1816894 h 1890712"/>
              <a:gd name="connsiteX152" fmla="*/ 2514600 w 2543175"/>
              <a:gd name="connsiteY152" fmla="*/ 1850231 h 1890712"/>
              <a:gd name="connsiteX153" fmla="*/ 2519363 w 2543175"/>
              <a:gd name="connsiteY153" fmla="*/ 1857375 h 1890712"/>
              <a:gd name="connsiteX154" fmla="*/ 2540794 w 2543175"/>
              <a:gd name="connsiteY154" fmla="*/ 1883569 h 1890712"/>
              <a:gd name="connsiteX155" fmla="*/ 2543175 w 2543175"/>
              <a:gd name="connsiteY155"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88207 w 2543175"/>
              <a:gd name="connsiteY64" fmla="*/ 676275 h 1890712"/>
              <a:gd name="connsiteX65" fmla="*/ 907257 w 2543175"/>
              <a:gd name="connsiteY65" fmla="*/ 683419 h 1890712"/>
              <a:gd name="connsiteX66" fmla="*/ 928688 w 2543175"/>
              <a:gd name="connsiteY66" fmla="*/ 695325 h 1890712"/>
              <a:gd name="connsiteX67" fmla="*/ 942975 w 2543175"/>
              <a:gd name="connsiteY67" fmla="*/ 700087 h 1890712"/>
              <a:gd name="connsiteX68" fmla="*/ 964407 w 2543175"/>
              <a:gd name="connsiteY68" fmla="*/ 716756 h 1890712"/>
              <a:gd name="connsiteX69" fmla="*/ 971550 w 2543175"/>
              <a:gd name="connsiteY69" fmla="*/ 723900 h 1890712"/>
              <a:gd name="connsiteX70" fmla="*/ 983457 w 2543175"/>
              <a:gd name="connsiteY70" fmla="*/ 733425 h 1890712"/>
              <a:gd name="connsiteX71" fmla="*/ 990600 w 2543175"/>
              <a:gd name="connsiteY71" fmla="*/ 738187 h 1890712"/>
              <a:gd name="connsiteX72" fmla="*/ 1007269 w 2543175"/>
              <a:gd name="connsiteY72" fmla="*/ 752475 h 1890712"/>
              <a:gd name="connsiteX73" fmla="*/ 1031082 w 2543175"/>
              <a:gd name="connsiteY73" fmla="*/ 766762 h 1890712"/>
              <a:gd name="connsiteX74" fmla="*/ 1042988 w 2543175"/>
              <a:gd name="connsiteY74" fmla="*/ 773906 h 1890712"/>
              <a:gd name="connsiteX75" fmla="*/ 1071563 w 2543175"/>
              <a:gd name="connsiteY75" fmla="*/ 785812 h 1890712"/>
              <a:gd name="connsiteX76" fmla="*/ 1097757 w 2543175"/>
              <a:gd name="connsiteY76" fmla="*/ 807244 h 1890712"/>
              <a:gd name="connsiteX77" fmla="*/ 1104900 w 2543175"/>
              <a:gd name="connsiteY77" fmla="*/ 814387 h 1890712"/>
              <a:gd name="connsiteX78" fmla="*/ 1121569 w 2543175"/>
              <a:gd name="connsiteY78" fmla="*/ 823912 h 1890712"/>
              <a:gd name="connsiteX79" fmla="*/ 1138238 w 2543175"/>
              <a:gd name="connsiteY79" fmla="*/ 835819 h 1890712"/>
              <a:gd name="connsiteX80" fmla="*/ 1147763 w 2543175"/>
              <a:gd name="connsiteY80" fmla="*/ 842962 h 1890712"/>
              <a:gd name="connsiteX81" fmla="*/ 1157288 w 2543175"/>
              <a:gd name="connsiteY81" fmla="*/ 847725 h 1890712"/>
              <a:gd name="connsiteX82" fmla="*/ 1178719 w 2543175"/>
              <a:gd name="connsiteY82" fmla="*/ 859631 h 1890712"/>
              <a:gd name="connsiteX83" fmla="*/ 1188244 w 2543175"/>
              <a:gd name="connsiteY83" fmla="*/ 866775 h 1890712"/>
              <a:gd name="connsiteX84" fmla="*/ 1195388 w 2543175"/>
              <a:gd name="connsiteY84" fmla="*/ 871537 h 1890712"/>
              <a:gd name="connsiteX85" fmla="*/ 1212057 w 2543175"/>
              <a:gd name="connsiteY85" fmla="*/ 883444 h 1890712"/>
              <a:gd name="connsiteX86" fmla="*/ 1226344 w 2543175"/>
              <a:gd name="connsiteY86" fmla="*/ 895350 h 1890712"/>
              <a:gd name="connsiteX87" fmla="*/ 1245394 w 2543175"/>
              <a:gd name="connsiteY87" fmla="*/ 907256 h 1890712"/>
              <a:gd name="connsiteX88" fmla="*/ 1254919 w 2543175"/>
              <a:gd name="connsiteY88" fmla="*/ 914400 h 1890712"/>
              <a:gd name="connsiteX89" fmla="*/ 1269207 w 2543175"/>
              <a:gd name="connsiteY89" fmla="*/ 921544 h 1890712"/>
              <a:gd name="connsiteX90" fmla="*/ 1290638 w 2543175"/>
              <a:gd name="connsiteY90" fmla="*/ 935831 h 1890712"/>
              <a:gd name="connsiteX91" fmla="*/ 1307307 w 2543175"/>
              <a:gd name="connsiteY91" fmla="*/ 952500 h 1890712"/>
              <a:gd name="connsiteX92" fmla="*/ 1333500 w 2543175"/>
              <a:gd name="connsiteY92" fmla="*/ 971550 h 1890712"/>
              <a:gd name="connsiteX93" fmla="*/ 1359694 w 2543175"/>
              <a:gd name="connsiteY93" fmla="*/ 990600 h 1890712"/>
              <a:gd name="connsiteX94" fmla="*/ 1385888 w 2543175"/>
              <a:gd name="connsiteY94" fmla="*/ 1021557 h 1890712"/>
              <a:gd name="connsiteX95" fmla="*/ 1435894 w 2543175"/>
              <a:gd name="connsiteY95" fmla="*/ 1054894 h 1890712"/>
              <a:gd name="connsiteX96" fmla="*/ 1497806 w 2543175"/>
              <a:gd name="connsiteY96" fmla="*/ 1104900 h 1890712"/>
              <a:gd name="connsiteX97" fmla="*/ 1559718 w 2543175"/>
              <a:gd name="connsiteY97" fmla="*/ 1154906 h 1890712"/>
              <a:gd name="connsiteX98" fmla="*/ 1595438 w 2543175"/>
              <a:gd name="connsiteY98" fmla="*/ 1181100 h 1890712"/>
              <a:gd name="connsiteX99" fmla="*/ 1628775 w 2543175"/>
              <a:gd name="connsiteY99" fmla="*/ 1207294 h 1890712"/>
              <a:gd name="connsiteX100" fmla="*/ 1662113 w 2543175"/>
              <a:gd name="connsiteY100" fmla="*/ 1231107 h 1890712"/>
              <a:gd name="connsiteX101" fmla="*/ 1700213 w 2543175"/>
              <a:gd name="connsiteY101" fmla="*/ 1247775 h 1890712"/>
              <a:gd name="connsiteX102" fmla="*/ 1712119 w 2543175"/>
              <a:gd name="connsiteY102" fmla="*/ 1259681 h 1890712"/>
              <a:gd name="connsiteX103" fmla="*/ 1733550 w 2543175"/>
              <a:gd name="connsiteY103" fmla="*/ 1273969 h 1890712"/>
              <a:gd name="connsiteX104" fmla="*/ 1743075 w 2543175"/>
              <a:gd name="connsiteY104" fmla="*/ 1283494 h 1890712"/>
              <a:gd name="connsiteX105" fmla="*/ 1754982 w 2543175"/>
              <a:gd name="connsiteY105" fmla="*/ 1290637 h 1890712"/>
              <a:gd name="connsiteX106" fmla="*/ 1766888 w 2543175"/>
              <a:gd name="connsiteY106" fmla="*/ 1300162 h 1890712"/>
              <a:gd name="connsiteX107" fmla="*/ 1783557 w 2543175"/>
              <a:gd name="connsiteY107" fmla="*/ 1307306 h 1890712"/>
              <a:gd name="connsiteX108" fmla="*/ 1790700 w 2543175"/>
              <a:gd name="connsiteY108" fmla="*/ 1312069 h 1890712"/>
              <a:gd name="connsiteX109" fmla="*/ 1800225 w 2543175"/>
              <a:gd name="connsiteY109" fmla="*/ 1319212 h 1890712"/>
              <a:gd name="connsiteX110" fmla="*/ 1807369 w 2543175"/>
              <a:gd name="connsiteY110" fmla="*/ 1321594 h 1890712"/>
              <a:gd name="connsiteX111" fmla="*/ 1824038 w 2543175"/>
              <a:gd name="connsiteY111" fmla="*/ 1333500 h 1890712"/>
              <a:gd name="connsiteX112" fmla="*/ 1843088 w 2543175"/>
              <a:gd name="connsiteY112" fmla="*/ 1352550 h 1890712"/>
              <a:gd name="connsiteX113" fmla="*/ 1852613 w 2543175"/>
              <a:gd name="connsiteY113" fmla="*/ 1359694 h 1890712"/>
              <a:gd name="connsiteX114" fmla="*/ 1859757 w 2543175"/>
              <a:gd name="connsiteY114" fmla="*/ 1366837 h 1890712"/>
              <a:gd name="connsiteX115" fmla="*/ 1869282 w 2543175"/>
              <a:gd name="connsiteY115" fmla="*/ 1371600 h 1890712"/>
              <a:gd name="connsiteX116" fmla="*/ 1883569 w 2543175"/>
              <a:gd name="connsiteY116" fmla="*/ 1388269 h 1890712"/>
              <a:gd name="connsiteX117" fmla="*/ 1893094 w 2543175"/>
              <a:gd name="connsiteY117" fmla="*/ 1395412 h 1890712"/>
              <a:gd name="connsiteX118" fmla="*/ 1902619 w 2543175"/>
              <a:gd name="connsiteY118" fmla="*/ 1404937 h 1890712"/>
              <a:gd name="connsiteX119" fmla="*/ 1912144 w 2543175"/>
              <a:gd name="connsiteY119" fmla="*/ 1409700 h 1890712"/>
              <a:gd name="connsiteX120" fmla="*/ 1931194 w 2543175"/>
              <a:gd name="connsiteY120" fmla="*/ 1421606 h 1890712"/>
              <a:gd name="connsiteX121" fmla="*/ 1935957 w 2543175"/>
              <a:gd name="connsiteY121" fmla="*/ 1428750 h 1890712"/>
              <a:gd name="connsiteX122" fmla="*/ 1952625 w 2543175"/>
              <a:gd name="connsiteY122" fmla="*/ 1438275 h 1890712"/>
              <a:gd name="connsiteX123" fmla="*/ 1971675 w 2543175"/>
              <a:gd name="connsiteY123" fmla="*/ 1450181 h 1890712"/>
              <a:gd name="connsiteX124" fmla="*/ 1981200 w 2543175"/>
              <a:gd name="connsiteY124" fmla="*/ 1454944 h 1890712"/>
              <a:gd name="connsiteX125" fmla="*/ 1997869 w 2543175"/>
              <a:gd name="connsiteY125" fmla="*/ 1471612 h 1890712"/>
              <a:gd name="connsiteX126" fmla="*/ 2007394 w 2543175"/>
              <a:gd name="connsiteY126" fmla="*/ 1478756 h 1890712"/>
              <a:gd name="connsiteX127" fmla="*/ 2016919 w 2543175"/>
              <a:gd name="connsiteY127" fmla="*/ 1483519 h 1890712"/>
              <a:gd name="connsiteX128" fmla="*/ 2024063 w 2543175"/>
              <a:gd name="connsiteY128" fmla="*/ 1490662 h 1890712"/>
              <a:gd name="connsiteX129" fmla="*/ 2033588 w 2543175"/>
              <a:gd name="connsiteY129" fmla="*/ 1495425 h 1890712"/>
              <a:gd name="connsiteX130" fmla="*/ 2040732 w 2543175"/>
              <a:gd name="connsiteY130" fmla="*/ 1502569 h 1890712"/>
              <a:gd name="connsiteX131" fmla="*/ 2047875 w 2543175"/>
              <a:gd name="connsiteY131" fmla="*/ 1507331 h 1890712"/>
              <a:gd name="connsiteX132" fmla="*/ 2057400 w 2543175"/>
              <a:gd name="connsiteY132" fmla="*/ 1514475 h 1890712"/>
              <a:gd name="connsiteX133" fmla="*/ 2064544 w 2543175"/>
              <a:gd name="connsiteY133" fmla="*/ 1519237 h 1890712"/>
              <a:gd name="connsiteX134" fmla="*/ 2071688 w 2543175"/>
              <a:gd name="connsiteY134" fmla="*/ 1526381 h 1890712"/>
              <a:gd name="connsiteX135" fmla="*/ 2081213 w 2543175"/>
              <a:gd name="connsiteY135" fmla="*/ 1531144 h 1890712"/>
              <a:gd name="connsiteX136" fmla="*/ 2090738 w 2543175"/>
              <a:gd name="connsiteY136" fmla="*/ 1538287 h 1890712"/>
              <a:gd name="connsiteX137" fmla="*/ 2109788 w 2543175"/>
              <a:gd name="connsiteY137" fmla="*/ 1547812 h 1890712"/>
              <a:gd name="connsiteX138" fmla="*/ 2131219 w 2543175"/>
              <a:gd name="connsiteY138" fmla="*/ 1562100 h 1890712"/>
              <a:gd name="connsiteX139" fmla="*/ 2140744 w 2543175"/>
              <a:gd name="connsiteY139" fmla="*/ 1566862 h 1890712"/>
              <a:gd name="connsiteX140" fmla="*/ 2152650 w 2543175"/>
              <a:gd name="connsiteY140" fmla="*/ 1576387 h 1890712"/>
              <a:gd name="connsiteX141" fmla="*/ 2181225 w 2543175"/>
              <a:gd name="connsiteY141" fmla="*/ 1590675 h 1890712"/>
              <a:gd name="connsiteX142" fmla="*/ 2200275 w 2543175"/>
              <a:gd name="connsiteY142" fmla="*/ 1607344 h 1890712"/>
              <a:gd name="connsiteX143" fmla="*/ 2207419 w 2543175"/>
              <a:gd name="connsiteY143" fmla="*/ 1612106 h 1890712"/>
              <a:gd name="connsiteX144" fmla="*/ 2216944 w 2543175"/>
              <a:gd name="connsiteY144" fmla="*/ 1619250 h 1890712"/>
              <a:gd name="connsiteX145" fmla="*/ 2247900 w 2543175"/>
              <a:gd name="connsiteY145" fmla="*/ 1643062 h 1890712"/>
              <a:gd name="connsiteX146" fmla="*/ 2281238 w 2543175"/>
              <a:gd name="connsiteY146" fmla="*/ 1674019 h 1890712"/>
              <a:gd name="connsiteX147" fmla="*/ 2312194 w 2543175"/>
              <a:gd name="connsiteY147" fmla="*/ 1702594 h 1890712"/>
              <a:gd name="connsiteX148" fmla="*/ 2369344 w 2543175"/>
              <a:gd name="connsiteY148" fmla="*/ 1757363 h 1890712"/>
              <a:gd name="connsiteX149" fmla="*/ 2428876 w 2543175"/>
              <a:gd name="connsiteY149" fmla="*/ 1785938 h 1890712"/>
              <a:gd name="connsiteX150" fmla="*/ 2469356 w 2543175"/>
              <a:gd name="connsiteY150" fmla="*/ 1816894 h 1890712"/>
              <a:gd name="connsiteX151" fmla="*/ 2514600 w 2543175"/>
              <a:gd name="connsiteY151" fmla="*/ 1850231 h 1890712"/>
              <a:gd name="connsiteX152" fmla="*/ 2519363 w 2543175"/>
              <a:gd name="connsiteY152" fmla="*/ 1857375 h 1890712"/>
              <a:gd name="connsiteX153" fmla="*/ 2540794 w 2543175"/>
              <a:gd name="connsiteY153" fmla="*/ 1883569 h 1890712"/>
              <a:gd name="connsiteX154" fmla="*/ 2543175 w 2543175"/>
              <a:gd name="connsiteY15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85763 w 2543175"/>
              <a:gd name="connsiteY27" fmla="*/ 283369 h 1890712"/>
              <a:gd name="connsiteX28" fmla="*/ 404813 w 2543175"/>
              <a:gd name="connsiteY28" fmla="*/ 295275 h 1890712"/>
              <a:gd name="connsiteX29" fmla="*/ 411957 w 2543175"/>
              <a:gd name="connsiteY29" fmla="*/ 297656 h 1890712"/>
              <a:gd name="connsiteX30" fmla="*/ 466725 w 2543175"/>
              <a:gd name="connsiteY30" fmla="*/ 328612 h 1890712"/>
              <a:gd name="connsiteX31" fmla="*/ 476250 w 2543175"/>
              <a:gd name="connsiteY31" fmla="*/ 335756 h 1890712"/>
              <a:gd name="connsiteX32" fmla="*/ 481013 w 2543175"/>
              <a:gd name="connsiteY32" fmla="*/ 342900 h 1890712"/>
              <a:gd name="connsiteX33" fmla="*/ 490538 w 2543175"/>
              <a:gd name="connsiteY33" fmla="*/ 352425 h 1890712"/>
              <a:gd name="connsiteX34" fmla="*/ 495300 w 2543175"/>
              <a:gd name="connsiteY34" fmla="*/ 359569 h 1890712"/>
              <a:gd name="connsiteX35" fmla="*/ 509588 w 2543175"/>
              <a:gd name="connsiteY35" fmla="*/ 376237 h 1890712"/>
              <a:gd name="connsiteX36" fmla="*/ 514350 w 2543175"/>
              <a:gd name="connsiteY36" fmla="*/ 383381 h 1890712"/>
              <a:gd name="connsiteX37" fmla="*/ 531019 w 2543175"/>
              <a:gd name="connsiteY37" fmla="*/ 397669 h 1890712"/>
              <a:gd name="connsiteX38" fmla="*/ 538163 w 2543175"/>
              <a:gd name="connsiteY38" fmla="*/ 407194 h 1890712"/>
              <a:gd name="connsiteX39" fmla="*/ 554832 w 2543175"/>
              <a:gd name="connsiteY39" fmla="*/ 421481 h 1890712"/>
              <a:gd name="connsiteX40" fmla="*/ 564357 w 2543175"/>
              <a:gd name="connsiteY40" fmla="*/ 431006 h 1890712"/>
              <a:gd name="connsiteX41" fmla="*/ 573882 w 2543175"/>
              <a:gd name="connsiteY41" fmla="*/ 438150 h 1890712"/>
              <a:gd name="connsiteX42" fmla="*/ 595313 w 2543175"/>
              <a:gd name="connsiteY42" fmla="*/ 454819 h 1890712"/>
              <a:gd name="connsiteX43" fmla="*/ 602457 w 2543175"/>
              <a:gd name="connsiteY43" fmla="*/ 457200 h 1890712"/>
              <a:gd name="connsiteX44" fmla="*/ 628650 w 2543175"/>
              <a:gd name="connsiteY44" fmla="*/ 469106 h 1890712"/>
              <a:gd name="connsiteX45" fmla="*/ 645319 w 2543175"/>
              <a:gd name="connsiteY45" fmla="*/ 483394 h 1890712"/>
              <a:gd name="connsiteX46" fmla="*/ 654844 w 2543175"/>
              <a:gd name="connsiteY46" fmla="*/ 488156 h 1890712"/>
              <a:gd name="connsiteX47" fmla="*/ 661988 w 2543175"/>
              <a:gd name="connsiteY47" fmla="*/ 497681 h 1890712"/>
              <a:gd name="connsiteX48" fmla="*/ 683419 w 2543175"/>
              <a:gd name="connsiteY48" fmla="*/ 514350 h 1890712"/>
              <a:gd name="connsiteX49" fmla="*/ 700088 w 2543175"/>
              <a:gd name="connsiteY49" fmla="*/ 526256 h 1890712"/>
              <a:gd name="connsiteX50" fmla="*/ 709613 w 2543175"/>
              <a:gd name="connsiteY50" fmla="*/ 535781 h 1890712"/>
              <a:gd name="connsiteX51" fmla="*/ 719138 w 2543175"/>
              <a:gd name="connsiteY51" fmla="*/ 542925 h 1890712"/>
              <a:gd name="connsiteX52" fmla="*/ 733425 w 2543175"/>
              <a:gd name="connsiteY52" fmla="*/ 557212 h 1890712"/>
              <a:gd name="connsiteX53" fmla="*/ 750094 w 2543175"/>
              <a:gd name="connsiteY53" fmla="*/ 569119 h 1890712"/>
              <a:gd name="connsiteX54" fmla="*/ 769144 w 2543175"/>
              <a:gd name="connsiteY54" fmla="*/ 581025 h 1890712"/>
              <a:gd name="connsiteX55" fmla="*/ 785813 w 2543175"/>
              <a:gd name="connsiteY55" fmla="*/ 590550 h 1890712"/>
              <a:gd name="connsiteX56" fmla="*/ 792957 w 2543175"/>
              <a:gd name="connsiteY56" fmla="*/ 600075 h 1890712"/>
              <a:gd name="connsiteX57" fmla="*/ 809625 w 2543175"/>
              <a:gd name="connsiteY57" fmla="*/ 611981 h 1890712"/>
              <a:gd name="connsiteX58" fmla="*/ 816769 w 2543175"/>
              <a:gd name="connsiteY58" fmla="*/ 619125 h 1890712"/>
              <a:gd name="connsiteX59" fmla="*/ 826294 w 2543175"/>
              <a:gd name="connsiteY59" fmla="*/ 626269 h 1890712"/>
              <a:gd name="connsiteX60" fmla="*/ 840582 w 2543175"/>
              <a:gd name="connsiteY60" fmla="*/ 638175 h 1890712"/>
              <a:gd name="connsiteX61" fmla="*/ 847725 w 2543175"/>
              <a:gd name="connsiteY61" fmla="*/ 645319 h 1890712"/>
              <a:gd name="connsiteX62" fmla="*/ 857250 w 2543175"/>
              <a:gd name="connsiteY62" fmla="*/ 652462 h 1890712"/>
              <a:gd name="connsiteX63" fmla="*/ 888207 w 2543175"/>
              <a:gd name="connsiteY63" fmla="*/ 676275 h 1890712"/>
              <a:gd name="connsiteX64" fmla="*/ 907257 w 2543175"/>
              <a:gd name="connsiteY64" fmla="*/ 683419 h 1890712"/>
              <a:gd name="connsiteX65" fmla="*/ 928688 w 2543175"/>
              <a:gd name="connsiteY65" fmla="*/ 695325 h 1890712"/>
              <a:gd name="connsiteX66" fmla="*/ 942975 w 2543175"/>
              <a:gd name="connsiteY66" fmla="*/ 700087 h 1890712"/>
              <a:gd name="connsiteX67" fmla="*/ 964407 w 2543175"/>
              <a:gd name="connsiteY67" fmla="*/ 716756 h 1890712"/>
              <a:gd name="connsiteX68" fmla="*/ 971550 w 2543175"/>
              <a:gd name="connsiteY68" fmla="*/ 723900 h 1890712"/>
              <a:gd name="connsiteX69" fmla="*/ 983457 w 2543175"/>
              <a:gd name="connsiteY69" fmla="*/ 733425 h 1890712"/>
              <a:gd name="connsiteX70" fmla="*/ 990600 w 2543175"/>
              <a:gd name="connsiteY70" fmla="*/ 738187 h 1890712"/>
              <a:gd name="connsiteX71" fmla="*/ 1007269 w 2543175"/>
              <a:gd name="connsiteY71" fmla="*/ 752475 h 1890712"/>
              <a:gd name="connsiteX72" fmla="*/ 1031082 w 2543175"/>
              <a:gd name="connsiteY72" fmla="*/ 766762 h 1890712"/>
              <a:gd name="connsiteX73" fmla="*/ 1042988 w 2543175"/>
              <a:gd name="connsiteY73" fmla="*/ 773906 h 1890712"/>
              <a:gd name="connsiteX74" fmla="*/ 1071563 w 2543175"/>
              <a:gd name="connsiteY74" fmla="*/ 785812 h 1890712"/>
              <a:gd name="connsiteX75" fmla="*/ 1097757 w 2543175"/>
              <a:gd name="connsiteY75" fmla="*/ 807244 h 1890712"/>
              <a:gd name="connsiteX76" fmla="*/ 1104900 w 2543175"/>
              <a:gd name="connsiteY76" fmla="*/ 814387 h 1890712"/>
              <a:gd name="connsiteX77" fmla="*/ 1121569 w 2543175"/>
              <a:gd name="connsiteY77" fmla="*/ 823912 h 1890712"/>
              <a:gd name="connsiteX78" fmla="*/ 1138238 w 2543175"/>
              <a:gd name="connsiteY78" fmla="*/ 835819 h 1890712"/>
              <a:gd name="connsiteX79" fmla="*/ 1147763 w 2543175"/>
              <a:gd name="connsiteY79" fmla="*/ 842962 h 1890712"/>
              <a:gd name="connsiteX80" fmla="*/ 1157288 w 2543175"/>
              <a:gd name="connsiteY80" fmla="*/ 847725 h 1890712"/>
              <a:gd name="connsiteX81" fmla="*/ 1178719 w 2543175"/>
              <a:gd name="connsiteY81" fmla="*/ 859631 h 1890712"/>
              <a:gd name="connsiteX82" fmla="*/ 1188244 w 2543175"/>
              <a:gd name="connsiteY82" fmla="*/ 866775 h 1890712"/>
              <a:gd name="connsiteX83" fmla="*/ 1195388 w 2543175"/>
              <a:gd name="connsiteY83" fmla="*/ 871537 h 1890712"/>
              <a:gd name="connsiteX84" fmla="*/ 1212057 w 2543175"/>
              <a:gd name="connsiteY84" fmla="*/ 883444 h 1890712"/>
              <a:gd name="connsiteX85" fmla="*/ 1226344 w 2543175"/>
              <a:gd name="connsiteY85" fmla="*/ 895350 h 1890712"/>
              <a:gd name="connsiteX86" fmla="*/ 1245394 w 2543175"/>
              <a:gd name="connsiteY86" fmla="*/ 907256 h 1890712"/>
              <a:gd name="connsiteX87" fmla="*/ 1254919 w 2543175"/>
              <a:gd name="connsiteY87" fmla="*/ 914400 h 1890712"/>
              <a:gd name="connsiteX88" fmla="*/ 1269207 w 2543175"/>
              <a:gd name="connsiteY88" fmla="*/ 921544 h 1890712"/>
              <a:gd name="connsiteX89" fmla="*/ 1290638 w 2543175"/>
              <a:gd name="connsiteY89" fmla="*/ 935831 h 1890712"/>
              <a:gd name="connsiteX90" fmla="*/ 1307307 w 2543175"/>
              <a:gd name="connsiteY90" fmla="*/ 952500 h 1890712"/>
              <a:gd name="connsiteX91" fmla="*/ 1333500 w 2543175"/>
              <a:gd name="connsiteY91" fmla="*/ 971550 h 1890712"/>
              <a:gd name="connsiteX92" fmla="*/ 1359694 w 2543175"/>
              <a:gd name="connsiteY92" fmla="*/ 990600 h 1890712"/>
              <a:gd name="connsiteX93" fmla="*/ 1385888 w 2543175"/>
              <a:gd name="connsiteY93" fmla="*/ 1021557 h 1890712"/>
              <a:gd name="connsiteX94" fmla="*/ 1435894 w 2543175"/>
              <a:gd name="connsiteY94" fmla="*/ 1054894 h 1890712"/>
              <a:gd name="connsiteX95" fmla="*/ 1497806 w 2543175"/>
              <a:gd name="connsiteY95" fmla="*/ 1104900 h 1890712"/>
              <a:gd name="connsiteX96" fmla="*/ 1559718 w 2543175"/>
              <a:gd name="connsiteY96" fmla="*/ 1154906 h 1890712"/>
              <a:gd name="connsiteX97" fmla="*/ 1595438 w 2543175"/>
              <a:gd name="connsiteY97" fmla="*/ 1181100 h 1890712"/>
              <a:gd name="connsiteX98" fmla="*/ 1628775 w 2543175"/>
              <a:gd name="connsiteY98" fmla="*/ 1207294 h 1890712"/>
              <a:gd name="connsiteX99" fmla="*/ 1662113 w 2543175"/>
              <a:gd name="connsiteY99" fmla="*/ 1231107 h 1890712"/>
              <a:gd name="connsiteX100" fmla="*/ 1700213 w 2543175"/>
              <a:gd name="connsiteY100" fmla="*/ 1247775 h 1890712"/>
              <a:gd name="connsiteX101" fmla="*/ 1712119 w 2543175"/>
              <a:gd name="connsiteY101" fmla="*/ 1259681 h 1890712"/>
              <a:gd name="connsiteX102" fmla="*/ 1733550 w 2543175"/>
              <a:gd name="connsiteY102" fmla="*/ 1273969 h 1890712"/>
              <a:gd name="connsiteX103" fmla="*/ 1743075 w 2543175"/>
              <a:gd name="connsiteY103" fmla="*/ 1283494 h 1890712"/>
              <a:gd name="connsiteX104" fmla="*/ 1754982 w 2543175"/>
              <a:gd name="connsiteY104" fmla="*/ 1290637 h 1890712"/>
              <a:gd name="connsiteX105" fmla="*/ 1766888 w 2543175"/>
              <a:gd name="connsiteY105" fmla="*/ 1300162 h 1890712"/>
              <a:gd name="connsiteX106" fmla="*/ 1783557 w 2543175"/>
              <a:gd name="connsiteY106" fmla="*/ 1307306 h 1890712"/>
              <a:gd name="connsiteX107" fmla="*/ 1790700 w 2543175"/>
              <a:gd name="connsiteY107" fmla="*/ 1312069 h 1890712"/>
              <a:gd name="connsiteX108" fmla="*/ 1800225 w 2543175"/>
              <a:gd name="connsiteY108" fmla="*/ 1319212 h 1890712"/>
              <a:gd name="connsiteX109" fmla="*/ 1807369 w 2543175"/>
              <a:gd name="connsiteY109" fmla="*/ 1321594 h 1890712"/>
              <a:gd name="connsiteX110" fmla="*/ 1824038 w 2543175"/>
              <a:gd name="connsiteY110" fmla="*/ 1333500 h 1890712"/>
              <a:gd name="connsiteX111" fmla="*/ 1843088 w 2543175"/>
              <a:gd name="connsiteY111" fmla="*/ 1352550 h 1890712"/>
              <a:gd name="connsiteX112" fmla="*/ 1852613 w 2543175"/>
              <a:gd name="connsiteY112" fmla="*/ 1359694 h 1890712"/>
              <a:gd name="connsiteX113" fmla="*/ 1859757 w 2543175"/>
              <a:gd name="connsiteY113" fmla="*/ 1366837 h 1890712"/>
              <a:gd name="connsiteX114" fmla="*/ 1869282 w 2543175"/>
              <a:gd name="connsiteY114" fmla="*/ 1371600 h 1890712"/>
              <a:gd name="connsiteX115" fmla="*/ 1883569 w 2543175"/>
              <a:gd name="connsiteY115" fmla="*/ 1388269 h 1890712"/>
              <a:gd name="connsiteX116" fmla="*/ 1893094 w 2543175"/>
              <a:gd name="connsiteY116" fmla="*/ 1395412 h 1890712"/>
              <a:gd name="connsiteX117" fmla="*/ 1902619 w 2543175"/>
              <a:gd name="connsiteY117" fmla="*/ 1404937 h 1890712"/>
              <a:gd name="connsiteX118" fmla="*/ 1912144 w 2543175"/>
              <a:gd name="connsiteY118" fmla="*/ 1409700 h 1890712"/>
              <a:gd name="connsiteX119" fmla="*/ 1931194 w 2543175"/>
              <a:gd name="connsiteY119" fmla="*/ 1421606 h 1890712"/>
              <a:gd name="connsiteX120" fmla="*/ 1935957 w 2543175"/>
              <a:gd name="connsiteY120" fmla="*/ 1428750 h 1890712"/>
              <a:gd name="connsiteX121" fmla="*/ 1952625 w 2543175"/>
              <a:gd name="connsiteY121" fmla="*/ 1438275 h 1890712"/>
              <a:gd name="connsiteX122" fmla="*/ 1971675 w 2543175"/>
              <a:gd name="connsiteY122" fmla="*/ 1450181 h 1890712"/>
              <a:gd name="connsiteX123" fmla="*/ 1981200 w 2543175"/>
              <a:gd name="connsiteY123" fmla="*/ 1454944 h 1890712"/>
              <a:gd name="connsiteX124" fmla="*/ 1997869 w 2543175"/>
              <a:gd name="connsiteY124" fmla="*/ 1471612 h 1890712"/>
              <a:gd name="connsiteX125" fmla="*/ 2007394 w 2543175"/>
              <a:gd name="connsiteY125" fmla="*/ 1478756 h 1890712"/>
              <a:gd name="connsiteX126" fmla="*/ 2016919 w 2543175"/>
              <a:gd name="connsiteY126" fmla="*/ 1483519 h 1890712"/>
              <a:gd name="connsiteX127" fmla="*/ 2024063 w 2543175"/>
              <a:gd name="connsiteY127" fmla="*/ 1490662 h 1890712"/>
              <a:gd name="connsiteX128" fmla="*/ 2033588 w 2543175"/>
              <a:gd name="connsiteY128" fmla="*/ 1495425 h 1890712"/>
              <a:gd name="connsiteX129" fmla="*/ 2040732 w 2543175"/>
              <a:gd name="connsiteY129" fmla="*/ 1502569 h 1890712"/>
              <a:gd name="connsiteX130" fmla="*/ 2047875 w 2543175"/>
              <a:gd name="connsiteY130" fmla="*/ 1507331 h 1890712"/>
              <a:gd name="connsiteX131" fmla="*/ 2057400 w 2543175"/>
              <a:gd name="connsiteY131" fmla="*/ 1514475 h 1890712"/>
              <a:gd name="connsiteX132" fmla="*/ 2064544 w 2543175"/>
              <a:gd name="connsiteY132" fmla="*/ 1519237 h 1890712"/>
              <a:gd name="connsiteX133" fmla="*/ 2071688 w 2543175"/>
              <a:gd name="connsiteY133" fmla="*/ 1526381 h 1890712"/>
              <a:gd name="connsiteX134" fmla="*/ 2081213 w 2543175"/>
              <a:gd name="connsiteY134" fmla="*/ 1531144 h 1890712"/>
              <a:gd name="connsiteX135" fmla="*/ 2090738 w 2543175"/>
              <a:gd name="connsiteY135" fmla="*/ 1538287 h 1890712"/>
              <a:gd name="connsiteX136" fmla="*/ 2109788 w 2543175"/>
              <a:gd name="connsiteY136" fmla="*/ 1547812 h 1890712"/>
              <a:gd name="connsiteX137" fmla="*/ 2131219 w 2543175"/>
              <a:gd name="connsiteY137" fmla="*/ 1562100 h 1890712"/>
              <a:gd name="connsiteX138" fmla="*/ 2140744 w 2543175"/>
              <a:gd name="connsiteY138" fmla="*/ 1566862 h 1890712"/>
              <a:gd name="connsiteX139" fmla="*/ 2152650 w 2543175"/>
              <a:gd name="connsiteY139" fmla="*/ 1576387 h 1890712"/>
              <a:gd name="connsiteX140" fmla="*/ 2181225 w 2543175"/>
              <a:gd name="connsiteY140" fmla="*/ 1590675 h 1890712"/>
              <a:gd name="connsiteX141" fmla="*/ 2200275 w 2543175"/>
              <a:gd name="connsiteY141" fmla="*/ 1607344 h 1890712"/>
              <a:gd name="connsiteX142" fmla="*/ 2207419 w 2543175"/>
              <a:gd name="connsiteY142" fmla="*/ 1612106 h 1890712"/>
              <a:gd name="connsiteX143" fmla="*/ 2216944 w 2543175"/>
              <a:gd name="connsiteY143" fmla="*/ 1619250 h 1890712"/>
              <a:gd name="connsiteX144" fmla="*/ 2247900 w 2543175"/>
              <a:gd name="connsiteY144" fmla="*/ 1643062 h 1890712"/>
              <a:gd name="connsiteX145" fmla="*/ 2281238 w 2543175"/>
              <a:gd name="connsiteY145" fmla="*/ 1674019 h 1890712"/>
              <a:gd name="connsiteX146" fmla="*/ 2312194 w 2543175"/>
              <a:gd name="connsiteY146" fmla="*/ 1702594 h 1890712"/>
              <a:gd name="connsiteX147" fmla="*/ 2369344 w 2543175"/>
              <a:gd name="connsiteY147" fmla="*/ 1757363 h 1890712"/>
              <a:gd name="connsiteX148" fmla="*/ 2428876 w 2543175"/>
              <a:gd name="connsiteY148" fmla="*/ 1785938 h 1890712"/>
              <a:gd name="connsiteX149" fmla="*/ 2469356 w 2543175"/>
              <a:gd name="connsiteY149" fmla="*/ 1816894 h 1890712"/>
              <a:gd name="connsiteX150" fmla="*/ 2514600 w 2543175"/>
              <a:gd name="connsiteY150" fmla="*/ 1850231 h 1890712"/>
              <a:gd name="connsiteX151" fmla="*/ 2519363 w 2543175"/>
              <a:gd name="connsiteY151" fmla="*/ 1857375 h 1890712"/>
              <a:gd name="connsiteX152" fmla="*/ 2540794 w 2543175"/>
              <a:gd name="connsiteY152" fmla="*/ 1883569 h 1890712"/>
              <a:gd name="connsiteX153" fmla="*/ 2543175 w 2543175"/>
              <a:gd name="connsiteY153"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85763 w 2543175"/>
              <a:gd name="connsiteY26" fmla="*/ 283369 h 1890712"/>
              <a:gd name="connsiteX27" fmla="*/ 404813 w 2543175"/>
              <a:gd name="connsiteY27" fmla="*/ 295275 h 1890712"/>
              <a:gd name="connsiteX28" fmla="*/ 411957 w 2543175"/>
              <a:gd name="connsiteY28" fmla="*/ 297656 h 1890712"/>
              <a:gd name="connsiteX29" fmla="*/ 466725 w 2543175"/>
              <a:gd name="connsiteY29" fmla="*/ 328612 h 1890712"/>
              <a:gd name="connsiteX30" fmla="*/ 476250 w 2543175"/>
              <a:gd name="connsiteY30" fmla="*/ 335756 h 1890712"/>
              <a:gd name="connsiteX31" fmla="*/ 481013 w 2543175"/>
              <a:gd name="connsiteY31" fmla="*/ 342900 h 1890712"/>
              <a:gd name="connsiteX32" fmla="*/ 490538 w 2543175"/>
              <a:gd name="connsiteY32" fmla="*/ 352425 h 1890712"/>
              <a:gd name="connsiteX33" fmla="*/ 495300 w 2543175"/>
              <a:gd name="connsiteY33" fmla="*/ 359569 h 1890712"/>
              <a:gd name="connsiteX34" fmla="*/ 509588 w 2543175"/>
              <a:gd name="connsiteY34" fmla="*/ 376237 h 1890712"/>
              <a:gd name="connsiteX35" fmla="*/ 514350 w 2543175"/>
              <a:gd name="connsiteY35" fmla="*/ 383381 h 1890712"/>
              <a:gd name="connsiteX36" fmla="*/ 531019 w 2543175"/>
              <a:gd name="connsiteY36" fmla="*/ 397669 h 1890712"/>
              <a:gd name="connsiteX37" fmla="*/ 538163 w 2543175"/>
              <a:gd name="connsiteY37" fmla="*/ 407194 h 1890712"/>
              <a:gd name="connsiteX38" fmla="*/ 554832 w 2543175"/>
              <a:gd name="connsiteY38" fmla="*/ 421481 h 1890712"/>
              <a:gd name="connsiteX39" fmla="*/ 564357 w 2543175"/>
              <a:gd name="connsiteY39" fmla="*/ 431006 h 1890712"/>
              <a:gd name="connsiteX40" fmla="*/ 573882 w 2543175"/>
              <a:gd name="connsiteY40" fmla="*/ 438150 h 1890712"/>
              <a:gd name="connsiteX41" fmla="*/ 595313 w 2543175"/>
              <a:gd name="connsiteY41" fmla="*/ 454819 h 1890712"/>
              <a:gd name="connsiteX42" fmla="*/ 602457 w 2543175"/>
              <a:gd name="connsiteY42" fmla="*/ 457200 h 1890712"/>
              <a:gd name="connsiteX43" fmla="*/ 628650 w 2543175"/>
              <a:gd name="connsiteY43" fmla="*/ 469106 h 1890712"/>
              <a:gd name="connsiteX44" fmla="*/ 645319 w 2543175"/>
              <a:gd name="connsiteY44" fmla="*/ 483394 h 1890712"/>
              <a:gd name="connsiteX45" fmla="*/ 654844 w 2543175"/>
              <a:gd name="connsiteY45" fmla="*/ 488156 h 1890712"/>
              <a:gd name="connsiteX46" fmla="*/ 661988 w 2543175"/>
              <a:gd name="connsiteY46" fmla="*/ 497681 h 1890712"/>
              <a:gd name="connsiteX47" fmla="*/ 683419 w 2543175"/>
              <a:gd name="connsiteY47" fmla="*/ 514350 h 1890712"/>
              <a:gd name="connsiteX48" fmla="*/ 700088 w 2543175"/>
              <a:gd name="connsiteY48" fmla="*/ 526256 h 1890712"/>
              <a:gd name="connsiteX49" fmla="*/ 709613 w 2543175"/>
              <a:gd name="connsiteY49" fmla="*/ 535781 h 1890712"/>
              <a:gd name="connsiteX50" fmla="*/ 719138 w 2543175"/>
              <a:gd name="connsiteY50" fmla="*/ 542925 h 1890712"/>
              <a:gd name="connsiteX51" fmla="*/ 733425 w 2543175"/>
              <a:gd name="connsiteY51" fmla="*/ 557212 h 1890712"/>
              <a:gd name="connsiteX52" fmla="*/ 750094 w 2543175"/>
              <a:gd name="connsiteY52" fmla="*/ 569119 h 1890712"/>
              <a:gd name="connsiteX53" fmla="*/ 769144 w 2543175"/>
              <a:gd name="connsiteY53" fmla="*/ 581025 h 1890712"/>
              <a:gd name="connsiteX54" fmla="*/ 785813 w 2543175"/>
              <a:gd name="connsiteY54" fmla="*/ 590550 h 1890712"/>
              <a:gd name="connsiteX55" fmla="*/ 792957 w 2543175"/>
              <a:gd name="connsiteY55" fmla="*/ 600075 h 1890712"/>
              <a:gd name="connsiteX56" fmla="*/ 809625 w 2543175"/>
              <a:gd name="connsiteY56" fmla="*/ 611981 h 1890712"/>
              <a:gd name="connsiteX57" fmla="*/ 816769 w 2543175"/>
              <a:gd name="connsiteY57" fmla="*/ 619125 h 1890712"/>
              <a:gd name="connsiteX58" fmla="*/ 826294 w 2543175"/>
              <a:gd name="connsiteY58" fmla="*/ 626269 h 1890712"/>
              <a:gd name="connsiteX59" fmla="*/ 840582 w 2543175"/>
              <a:gd name="connsiteY59" fmla="*/ 638175 h 1890712"/>
              <a:gd name="connsiteX60" fmla="*/ 847725 w 2543175"/>
              <a:gd name="connsiteY60" fmla="*/ 645319 h 1890712"/>
              <a:gd name="connsiteX61" fmla="*/ 857250 w 2543175"/>
              <a:gd name="connsiteY61" fmla="*/ 652462 h 1890712"/>
              <a:gd name="connsiteX62" fmla="*/ 888207 w 2543175"/>
              <a:gd name="connsiteY62" fmla="*/ 676275 h 1890712"/>
              <a:gd name="connsiteX63" fmla="*/ 907257 w 2543175"/>
              <a:gd name="connsiteY63" fmla="*/ 683419 h 1890712"/>
              <a:gd name="connsiteX64" fmla="*/ 928688 w 2543175"/>
              <a:gd name="connsiteY64" fmla="*/ 695325 h 1890712"/>
              <a:gd name="connsiteX65" fmla="*/ 942975 w 2543175"/>
              <a:gd name="connsiteY65" fmla="*/ 700087 h 1890712"/>
              <a:gd name="connsiteX66" fmla="*/ 964407 w 2543175"/>
              <a:gd name="connsiteY66" fmla="*/ 716756 h 1890712"/>
              <a:gd name="connsiteX67" fmla="*/ 971550 w 2543175"/>
              <a:gd name="connsiteY67" fmla="*/ 723900 h 1890712"/>
              <a:gd name="connsiteX68" fmla="*/ 983457 w 2543175"/>
              <a:gd name="connsiteY68" fmla="*/ 733425 h 1890712"/>
              <a:gd name="connsiteX69" fmla="*/ 990600 w 2543175"/>
              <a:gd name="connsiteY69" fmla="*/ 738187 h 1890712"/>
              <a:gd name="connsiteX70" fmla="*/ 1007269 w 2543175"/>
              <a:gd name="connsiteY70" fmla="*/ 752475 h 1890712"/>
              <a:gd name="connsiteX71" fmla="*/ 1031082 w 2543175"/>
              <a:gd name="connsiteY71" fmla="*/ 766762 h 1890712"/>
              <a:gd name="connsiteX72" fmla="*/ 1042988 w 2543175"/>
              <a:gd name="connsiteY72" fmla="*/ 773906 h 1890712"/>
              <a:gd name="connsiteX73" fmla="*/ 1071563 w 2543175"/>
              <a:gd name="connsiteY73" fmla="*/ 785812 h 1890712"/>
              <a:gd name="connsiteX74" fmla="*/ 1097757 w 2543175"/>
              <a:gd name="connsiteY74" fmla="*/ 807244 h 1890712"/>
              <a:gd name="connsiteX75" fmla="*/ 1104900 w 2543175"/>
              <a:gd name="connsiteY75" fmla="*/ 814387 h 1890712"/>
              <a:gd name="connsiteX76" fmla="*/ 1121569 w 2543175"/>
              <a:gd name="connsiteY76" fmla="*/ 823912 h 1890712"/>
              <a:gd name="connsiteX77" fmla="*/ 1138238 w 2543175"/>
              <a:gd name="connsiteY77" fmla="*/ 835819 h 1890712"/>
              <a:gd name="connsiteX78" fmla="*/ 1147763 w 2543175"/>
              <a:gd name="connsiteY78" fmla="*/ 842962 h 1890712"/>
              <a:gd name="connsiteX79" fmla="*/ 1157288 w 2543175"/>
              <a:gd name="connsiteY79" fmla="*/ 847725 h 1890712"/>
              <a:gd name="connsiteX80" fmla="*/ 1178719 w 2543175"/>
              <a:gd name="connsiteY80" fmla="*/ 859631 h 1890712"/>
              <a:gd name="connsiteX81" fmla="*/ 1188244 w 2543175"/>
              <a:gd name="connsiteY81" fmla="*/ 866775 h 1890712"/>
              <a:gd name="connsiteX82" fmla="*/ 1195388 w 2543175"/>
              <a:gd name="connsiteY82" fmla="*/ 871537 h 1890712"/>
              <a:gd name="connsiteX83" fmla="*/ 1212057 w 2543175"/>
              <a:gd name="connsiteY83" fmla="*/ 883444 h 1890712"/>
              <a:gd name="connsiteX84" fmla="*/ 1226344 w 2543175"/>
              <a:gd name="connsiteY84" fmla="*/ 895350 h 1890712"/>
              <a:gd name="connsiteX85" fmla="*/ 1245394 w 2543175"/>
              <a:gd name="connsiteY85" fmla="*/ 907256 h 1890712"/>
              <a:gd name="connsiteX86" fmla="*/ 1254919 w 2543175"/>
              <a:gd name="connsiteY86" fmla="*/ 914400 h 1890712"/>
              <a:gd name="connsiteX87" fmla="*/ 1269207 w 2543175"/>
              <a:gd name="connsiteY87" fmla="*/ 921544 h 1890712"/>
              <a:gd name="connsiteX88" fmla="*/ 1290638 w 2543175"/>
              <a:gd name="connsiteY88" fmla="*/ 935831 h 1890712"/>
              <a:gd name="connsiteX89" fmla="*/ 1307307 w 2543175"/>
              <a:gd name="connsiteY89" fmla="*/ 952500 h 1890712"/>
              <a:gd name="connsiteX90" fmla="*/ 1333500 w 2543175"/>
              <a:gd name="connsiteY90" fmla="*/ 971550 h 1890712"/>
              <a:gd name="connsiteX91" fmla="*/ 1359694 w 2543175"/>
              <a:gd name="connsiteY91" fmla="*/ 990600 h 1890712"/>
              <a:gd name="connsiteX92" fmla="*/ 1385888 w 2543175"/>
              <a:gd name="connsiteY92" fmla="*/ 1021557 h 1890712"/>
              <a:gd name="connsiteX93" fmla="*/ 1435894 w 2543175"/>
              <a:gd name="connsiteY93" fmla="*/ 1054894 h 1890712"/>
              <a:gd name="connsiteX94" fmla="*/ 1497806 w 2543175"/>
              <a:gd name="connsiteY94" fmla="*/ 1104900 h 1890712"/>
              <a:gd name="connsiteX95" fmla="*/ 1559718 w 2543175"/>
              <a:gd name="connsiteY95" fmla="*/ 1154906 h 1890712"/>
              <a:gd name="connsiteX96" fmla="*/ 1595438 w 2543175"/>
              <a:gd name="connsiteY96" fmla="*/ 1181100 h 1890712"/>
              <a:gd name="connsiteX97" fmla="*/ 1628775 w 2543175"/>
              <a:gd name="connsiteY97" fmla="*/ 1207294 h 1890712"/>
              <a:gd name="connsiteX98" fmla="*/ 1662113 w 2543175"/>
              <a:gd name="connsiteY98" fmla="*/ 1231107 h 1890712"/>
              <a:gd name="connsiteX99" fmla="*/ 1700213 w 2543175"/>
              <a:gd name="connsiteY99" fmla="*/ 1247775 h 1890712"/>
              <a:gd name="connsiteX100" fmla="*/ 1712119 w 2543175"/>
              <a:gd name="connsiteY100" fmla="*/ 1259681 h 1890712"/>
              <a:gd name="connsiteX101" fmla="*/ 1733550 w 2543175"/>
              <a:gd name="connsiteY101" fmla="*/ 1273969 h 1890712"/>
              <a:gd name="connsiteX102" fmla="*/ 1743075 w 2543175"/>
              <a:gd name="connsiteY102" fmla="*/ 1283494 h 1890712"/>
              <a:gd name="connsiteX103" fmla="*/ 1754982 w 2543175"/>
              <a:gd name="connsiteY103" fmla="*/ 1290637 h 1890712"/>
              <a:gd name="connsiteX104" fmla="*/ 1766888 w 2543175"/>
              <a:gd name="connsiteY104" fmla="*/ 1300162 h 1890712"/>
              <a:gd name="connsiteX105" fmla="*/ 1783557 w 2543175"/>
              <a:gd name="connsiteY105" fmla="*/ 1307306 h 1890712"/>
              <a:gd name="connsiteX106" fmla="*/ 1790700 w 2543175"/>
              <a:gd name="connsiteY106" fmla="*/ 1312069 h 1890712"/>
              <a:gd name="connsiteX107" fmla="*/ 1800225 w 2543175"/>
              <a:gd name="connsiteY107" fmla="*/ 1319212 h 1890712"/>
              <a:gd name="connsiteX108" fmla="*/ 1807369 w 2543175"/>
              <a:gd name="connsiteY108" fmla="*/ 1321594 h 1890712"/>
              <a:gd name="connsiteX109" fmla="*/ 1824038 w 2543175"/>
              <a:gd name="connsiteY109" fmla="*/ 1333500 h 1890712"/>
              <a:gd name="connsiteX110" fmla="*/ 1843088 w 2543175"/>
              <a:gd name="connsiteY110" fmla="*/ 1352550 h 1890712"/>
              <a:gd name="connsiteX111" fmla="*/ 1852613 w 2543175"/>
              <a:gd name="connsiteY111" fmla="*/ 1359694 h 1890712"/>
              <a:gd name="connsiteX112" fmla="*/ 1859757 w 2543175"/>
              <a:gd name="connsiteY112" fmla="*/ 1366837 h 1890712"/>
              <a:gd name="connsiteX113" fmla="*/ 1869282 w 2543175"/>
              <a:gd name="connsiteY113" fmla="*/ 1371600 h 1890712"/>
              <a:gd name="connsiteX114" fmla="*/ 1883569 w 2543175"/>
              <a:gd name="connsiteY114" fmla="*/ 1388269 h 1890712"/>
              <a:gd name="connsiteX115" fmla="*/ 1893094 w 2543175"/>
              <a:gd name="connsiteY115" fmla="*/ 1395412 h 1890712"/>
              <a:gd name="connsiteX116" fmla="*/ 1902619 w 2543175"/>
              <a:gd name="connsiteY116" fmla="*/ 1404937 h 1890712"/>
              <a:gd name="connsiteX117" fmla="*/ 1912144 w 2543175"/>
              <a:gd name="connsiteY117" fmla="*/ 1409700 h 1890712"/>
              <a:gd name="connsiteX118" fmla="*/ 1931194 w 2543175"/>
              <a:gd name="connsiteY118" fmla="*/ 1421606 h 1890712"/>
              <a:gd name="connsiteX119" fmla="*/ 1935957 w 2543175"/>
              <a:gd name="connsiteY119" fmla="*/ 1428750 h 1890712"/>
              <a:gd name="connsiteX120" fmla="*/ 1952625 w 2543175"/>
              <a:gd name="connsiteY120" fmla="*/ 1438275 h 1890712"/>
              <a:gd name="connsiteX121" fmla="*/ 1971675 w 2543175"/>
              <a:gd name="connsiteY121" fmla="*/ 1450181 h 1890712"/>
              <a:gd name="connsiteX122" fmla="*/ 1981200 w 2543175"/>
              <a:gd name="connsiteY122" fmla="*/ 1454944 h 1890712"/>
              <a:gd name="connsiteX123" fmla="*/ 1997869 w 2543175"/>
              <a:gd name="connsiteY123" fmla="*/ 1471612 h 1890712"/>
              <a:gd name="connsiteX124" fmla="*/ 2007394 w 2543175"/>
              <a:gd name="connsiteY124" fmla="*/ 1478756 h 1890712"/>
              <a:gd name="connsiteX125" fmla="*/ 2016919 w 2543175"/>
              <a:gd name="connsiteY125" fmla="*/ 1483519 h 1890712"/>
              <a:gd name="connsiteX126" fmla="*/ 2024063 w 2543175"/>
              <a:gd name="connsiteY126" fmla="*/ 1490662 h 1890712"/>
              <a:gd name="connsiteX127" fmla="*/ 2033588 w 2543175"/>
              <a:gd name="connsiteY127" fmla="*/ 1495425 h 1890712"/>
              <a:gd name="connsiteX128" fmla="*/ 2040732 w 2543175"/>
              <a:gd name="connsiteY128" fmla="*/ 1502569 h 1890712"/>
              <a:gd name="connsiteX129" fmla="*/ 2047875 w 2543175"/>
              <a:gd name="connsiteY129" fmla="*/ 1507331 h 1890712"/>
              <a:gd name="connsiteX130" fmla="*/ 2057400 w 2543175"/>
              <a:gd name="connsiteY130" fmla="*/ 1514475 h 1890712"/>
              <a:gd name="connsiteX131" fmla="*/ 2064544 w 2543175"/>
              <a:gd name="connsiteY131" fmla="*/ 1519237 h 1890712"/>
              <a:gd name="connsiteX132" fmla="*/ 2071688 w 2543175"/>
              <a:gd name="connsiteY132" fmla="*/ 1526381 h 1890712"/>
              <a:gd name="connsiteX133" fmla="*/ 2081213 w 2543175"/>
              <a:gd name="connsiteY133" fmla="*/ 1531144 h 1890712"/>
              <a:gd name="connsiteX134" fmla="*/ 2090738 w 2543175"/>
              <a:gd name="connsiteY134" fmla="*/ 1538287 h 1890712"/>
              <a:gd name="connsiteX135" fmla="*/ 2109788 w 2543175"/>
              <a:gd name="connsiteY135" fmla="*/ 1547812 h 1890712"/>
              <a:gd name="connsiteX136" fmla="*/ 2131219 w 2543175"/>
              <a:gd name="connsiteY136" fmla="*/ 1562100 h 1890712"/>
              <a:gd name="connsiteX137" fmla="*/ 2140744 w 2543175"/>
              <a:gd name="connsiteY137" fmla="*/ 1566862 h 1890712"/>
              <a:gd name="connsiteX138" fmla="*/ 2152650 w 2543175"/>
              <a:gd name="connsiteY138" fmla="*/ 1576387 h 1890712"/>
              <a:gd name="connsiteX139" fmla="*/ 2181225 w 2543175"/>
              <a:gd name="connsiteY139" fmla="*/ 1590675 h 1890712"/>
              <a:gd name="connsiteX140" fmla="*/ 2200275 w 2543175"/>
              <a:gd name="connsiteY140" fmla="*/ 1607344 h 1890712"/>
              <a:gd name="connsiteX141" fmla="*/ 2207419 w 2543175"/>
              <a:gd name="connsiteY141" fmla="*/ 1612106 h 1890712"/>
              <a:gd name="connsiteX142" fmla="*/ 2216944 w 2543175"/>
              <a:gd name="connsiteY142" fmla="*/ 1619250 h 1890712"/>
              <a:gd name="connsiteX143" fmla="*/ 2247900 w 2543175"/>
              <a:gd name="connsiteY143" fmla="*/ 1643062 h 1890712"/>
              <a:gd name="connsiteX144" fmla="*/ 2281238 w 2543175"/>
              <a:gd name="connsiteY144" fmla="*/ 1674019 h 1890712"/>
              <a:gd name="connsiteX145" fmla="*/ 2312194 w 2543175"/>
              <a:gd name="connsiteY145" fmla="*/ 1702594 h 1890712"/>
              <a:gd name="connsiteX146" fmla="*/ 2369344 w 2543175"/>
              <a:gd name="connsiteY146" fmla="*/ 1757363 h 1890712"/>
              <a:gd name="connsiteX147" fmla="*/ 2428876 w 2543175"/>
              <a:gd name="connsiteY147" fmla="*/ 1785938 h 1890712"/>
              <a:gd name="connsiteX148" fmla="*/ 2469356 w 2543175"/>
              <a:gd name="connsiteY148" fmla="*/ 1816894 h 1890712"/>
              <a:gd name="connsiteX149" fmla="*/ 2514600 w 2543175"/>
              <a:gd name="connsiteY149" fmla="*/ 1850231 h 1890712"/>
              <a:gd name="connsiteX150" fmla="*/ 2519363 w 2543175"/>
              <a:gd name="connsiteY150" fmla="*/ 1857375 h 1890712"/>
              <a:gd name="connsiteX151" fmla="*/ 2540794 w 2543175"/>
              <a:gd name="connsiteY151" fmla="*/ 1883569 h 1890712"/>
              <a:gd name="connsiteX152" fmla="*/ 2543175 w 2543175"/>
              <a:gd name="connsiteY15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47650 w 2543175"/>
              <a:gd name="connsiteY22" fmla="*/ 185737 h 1890712"/>
              <a:gd name="connsiteX23" fmla="*/ 300038 w 2543175"/>
              <a:gd name="connsiteY23" fmla="*/ 219075 h 1890712"/>
              <a:gd name="connsiteX24" fmla="*/ 342900 w 2543175"/>
              <a:gd name="connsiteY24" fmla="*/ 254794 h 1890712"/>
              <a:gd name="connsiteX25" fmla="*/ 385763 w 2543175"/>
              <a:gd name="connsiteY25" fmla="*/ 283369 h 1890712"/>
              <a:gd name="connsiteX26" fmla="*/ 404813 w 2543175"/>
              <a:gd name="connsiteY26" fmla="*/ 295275 h 1890712"/>
              <a:gd name="connsiteX27" fmla="*/ 411957 w 2543175"/>
              <a:gd name="connsiteY27" fmla="*/ 297656 h 1890712"/>
              <a:gd name="connsiteX28" fmla="*/ 466725 w 2543175"/>
              <a:gd name="connsiteY28" fmla="*/ 328612 h 1890712"/>
              <a:gd name="connsiteX29" fmla="*/ 476250 w 2543175"/>
              <a:gd name="connsiteY29" fmla="*/ 335756 h 1890712"/>
              <a:gd name="connsiteX30" fmla="*/ 481013 w 2543175"/>
              <a:gd name="connsiteY30" fmla="*/ 342900 h 1890712"/>
              <a:gd name="connsiteX31" fmla="*/ 490538 w 2543175"/>
              <a:gd name="connsiteY31" fmla="*/ 352425 h 1890712"/>
              <a:gd name="connsiteX32" fmla="*/ 495300 w 2543175"/>
              <a:gd name="connsiteY32" fmla="*/ 359569 h 1890712"/>
              <a:gd name="connsiteX33" fmla="*/ 509588 w 2543175"/>
              <a:gd name="connsiteY33" fmla="*/ 376237 h 1890712"/>
              <a:gd name="connsiteX34" fmla="*/ 514350 w 2543175"/>
              <a:gd name="connsiteY34" fmla="*/ 383381 h 1890712"/>
              <a:gd name="connsiteX35" fmla="*/ 531019 w 2543175"/>
              <a:gd name="connsiteY35" fmla="*/ 397669 h 1890712"/>
              <a:gd name="connsiteX36" fmla="*/ 538163 w 2543175"/>
              <a:gd name="connsiteY36" fmla="*/ 407194 h 1890712"/>
              <a:gd name="connsiteX37" fmla="*/ 554832 w 2543175"/>
              <a:gd name="connsiteY37" fmla="*/ 421481 h 1890712"/>
              <a:gd name="connsiteX38" fmla="*/ 564357 w 2543175"/>
              <a:gd name="connsiteY38" fmla="*/ 431006 h 1890712"/>
              <a:gd name="connsiteX39" fmla="*/ 573882 w 2543175"/>
              <a:gd name="connsiteY39" fmla="*/ 438150 h 1890712"/>
              <a:gd name="connsiteX40" fmla="*/ 595313 w 2543175"/>
              <a:gd name="connsiteY40" fmla="*/ 454819 h 1890712"/>
              <a:gd name="connsiteX41" fmla="*/ 602457 w 2543175"/>
              <a:gd name="connsiteY41" fmla="*/ 457200 h 1890712"/>
              <a:gd name="connsiteX42" fmla="*/ 628650 w 2543175"/>
              <a:gd name="connsiteY42" fmla="*/ 469106 h 1890712"/>
              <a:gd name="connsiteX43" fmla="*/ 645319 w 2543175"/>
              <a:gd name="connsiteY43" fmla="*/ 483394 h 1890712"/>
              <a:gd name="connsiteX44" fmla="*/ 654844 w 2543175"/>
              <a:gd name="connsiteY44" fmla="*/ 488156 h 1890712"/>
              <a:gd name="connsiteX45" fmla="*/ 661988 w 2543175"/>
              <a:gd name="connsiteY45" fmla="*/ 497681 h 1890712"/>
              <a:gd name="connsiteX46" fmla="*/ 683419 w 2543175"/>
              <a:gd name="connsiteY46" fmla="*/ 514350 h 1890712"/>
              <a:gd name="connsiteX47" fmla="*/ 700088 w 2543175"/>
              <a:gd name="connsiteY47" fmla="*/ 526256 h 1890712"/>
              <a:gd name="connsiteX48" fmla="*/ 709613 w 2543175"/>
              <a:gd name="connsiteY48" fmla="*/ 535781 h 1890712"/>
              <a:gd name="connsiteX49" fmla="*/ 719138 w 2543175"/>
              <a:gd name="connsiteY49" fmla="*/ 542925 h 1890712"/>
              <a:gd name="connsiteX50" fmla="*/ 733425 w 2543175"/>
              <a:gd name="connsiteY50" fmla="*/ 557212 h 1890712"/>
              <a:gd name="connsiteX51" fmla="*/ 750094 w 2543175"/>
              <a:gd name="connsiteY51" fmla="*/ 569119 h 1890712"/>
              <a:gd name="connsiteX52" fmla="*/ 769144 w 2543175"/>
              <a:gd name="connsiteY52" fmla="*/ 581025 h 1890712"/>
              <a:gd name="connsiteX53" fmla="*/ 785813 w 2543175"/>
              <a:gd name="connsiteY53" fmla="*/ 590550 h 1890712"/>
              <a:gd name="connsiteX54" fmla="*/ 792957 w 2543175"/>
              <a:gd name="connsiteY54" fmla="*/ 600075 h 1890712"/>
              <a:gd name="connsiteX55" fmla="*/ 809625 w 2543175"/>
              <a:gd name="connsiteY55" fmla="*/ 611981 h 1890712"/>
              <a:gd name="connsiteX56" fmla="*/ 816769 w 2543175"/>
              <a:gd name="connsiteY56" fmla="*/ 619125 h 1890712"/>
              <a:gd name="connsiteX57" fmla="*/ 826294 w 2543175"/>
              <a:gd name="connsiteY57" fmla="*/ 626269 h 1890712"/>
              <a:gd name="connsiteX58" fmla="*/ 840582 w 2543175"/>
              <a:gd name="connsiteY58" fmla="*/ 638175 h 1890712"/>
              <a:gd name="connsiteX59" fmla="*/ 847725 w 2543175"/>
              <a:gd name="connsiteY59" fmla="*/ 645319 h 1890712"/>
              <a:gd name="connsiteX60" fmla="*/ 857250 w 2543175"/>
              <a:gd name="connsiteY60" fmla="*/ 652462 h 1890712"/>
              <a:gd name="connsiteX61" fmla="*/ 888207 w 2543175"/>
              <a:gd name="connsiteY61" fmla="*/ 676275 h 1890712"/>
              <a:gd name="connsiteX62" fmla="*/ 907257 w 2543175"/>
              <a:gd name="connsiteY62" fmla="*/ 683419 h 1890712"/>
              <a:gd name="connsiteX63" fmla="*/ 928688 w 2543175"/>
              <a:gd name="connsiteY63" fmla="*/ 695325 h 1890712"/>
              <a:gd name="connsiteX64" fmla="*/ 942975 w 2543175"/>
              <a:gd name="connsiteY64" fmla="*/ 700087 h 1890712"/>
              <a:gd name="connsiteX65" fmla="*/ 964407 w 2543175"/>
              <a:gd name="connsiteY65" fmla="*/ 716756 h 1890712"/>
              <a:gd name="connsiteX66" fmla="*/ 971550 w 2543175"/>
              <a:gd name="connsiteY66" fmla="*/ 723900 h 1890712"/>
              <a:gd name="connsiteX67" fmla="*/ 983457 w 2543175"/>
              <a:gd name="connsiteY67" fmla="*/ 733425 h 1890712"/>
              <a:gd name="connsiteX68" fmla="*/ 990600 w 2543175"/>
              <a:gd name="connsiteY68" fmla="*/ 738187 h 1890712"/>
              <a:gd name="connsiteX69" fmla="*/ 1007269 w 2543175"/>
              <a:gd name="connsiteY69" fmla="*/ 752475 h 1890712"/>
              <a:gd name="connsiteX70" fmla="*/ 1031082 w 2543175"/>
              <a:gd name="connsiteY70" fmla="*/ 766762 h 1890712"/>
              <a:gd name="connsiteX71" fmla="*/ 1042988 w 2543175"/>
              <a:gd name="connsiteY71" fmla="*/ 773906 h 1890712"/>
              <a:gd name="connsiteX72" fmla="*/ 1071563 w 2543175"/>
              <a:gd name="connsiteY72" fmla="*/ 785812 h 1890712"/>
              <a:gd name="connsiteX73" fmla="*/ 1097757 w 2543175"/>
              <a:gd name="connsiteY73" fmla="*/ 807244 h 1890712"/>
              <a:gd name="connsiteX74" fmla="*/ 1104900 w 2543175"/>
              <a:gd name="connsiteY74" fmla="*/ 814387 h 1890712"/>
              <a:gd name="connsiteX75" fmla="*/ 1121569 w 2543175"/>
              <a:gd name="connsiteY75" fmla="*/ 823912 h 1890712"/>
              <a:gd name="connsiteX76" fmla="*/ 1138238 w 2543175"/>
              <a:gd name="connsiteY76" fmla="*/ 835819 h 1890712"/>
              <a:gd name="connsiteX77" fmla="*/ 1147763 w 2543175"/>
              <a:gd name="connsiteY77" fmla="*/ 842962 h 1890712"/>
              <a:gd name="connsiteX78" fmla="*/ 1157288 w 2543175"/>
              <a:gd name="connsiteY78" fmla="*/ 847725 h 1890712"/>
              <a:gd name="connsiteX79" fmla="*/ 1178719 w 2543175"/>
              <a:gd name="connsiteY79" fmla="*/ 859631 h 1890712"/>
              <a:gd name="connsiteX80" fmla="*/ 1188244 w 2543175"/>
              <a:gd name="connsiteY80" fmla="*/ 866775 h 1890712"/>
              <a:gd name="connsiteX81" fmla="*/ 1195388 w 2543175"/>
              <a:gd name="connsiteY81" fmla="*/ 871537 h 1890712"/>
              <a:gd name="connsiteX82" fmla="*/ 1212057 w 2543175"/>
              <a:gd name="connsiteY82" fmla="*/ 883444 h 1890712"/>
              <a:gd name="connsiteX83" fmla="*/ 1226344 w 2543175"/>
              <a:gd name="connsiteY83" fmla="*/ 895350 h 1890712"/>
              <a:gd name="connsiteX84" fmla="*/ 1245394 w 2543175"/>
              <a:gd name="connsiteY84" fmla="*/ 907256 h 1890712"/>
              <a:gd name="connsiteX85" fmla="*/ 1254919 w 2543175"/>
              <a:gd name="connsiteY85" fmla="*/ 914400 h 1890712"/>
              <a:gd name="connsiteX86" fmla="*/ 1269207 w 2543175"/>
              <a:gd name="connsiteY86" fmla="*/ 921544 h 1890712"/>
              <a:gd name="connsiteX87" fmla="*/ 1290638 w 2543175"/>
              <a:gd name="connsiteY87" fmla="*/ 935831 h 1890712"/>
              <a:gd name="connsiteX88" fmla="*/ 1307307 w 2543175"/>
              <a:gd name="connsiteY88" fmla="*/ 952500 h 1890712"/>
              <a:gd name="connsiteX89" fmla="*/ 1333500 w 2543175"/>
              <a:gd name="connsiteY89" fmla="*/ 971550 h 1890712"/>
              <a:gd name="connsiteX90" fmla="*/ 1359694 w 2543175"/>
              <a:gd name="connsiteY90" fmla="*/ 990600 h 1890712"/>
              <a:gd name="connsiteX91" fmla="*/ 1385888 w 2543175"/>
              <a:gd name="connsiteY91" fmla="*/ 1021557 h 1890712"/>
              <a:gd name="connsiteX92" fmla="*/ 1435894 w 2543175"/>
              <a:gd name="connsiteY92" fmla="*/ 1054894 h 1890712"/>
              <a:gd name="connsiteX93" fmla="*/ 1497806 w 2543175"/>
              <a:gd name="connsiteY93" fmla="*/ 1104900 h 1890712"/>
              <a:gd name="connsiteX94" fmla="*/ 1559718 w 2543175"/>
              <a:gd name="connsiteY94" fmla="*/ 1154906 h 1890712"/>
              <a:gd name="connsiteX95" fmla="*/ 1595438 w 2543175"/>
              <a:gd name="connsiteY95" fmla="*/ 1181100 h 1890712"/>
              <a:gd name="connsiteX96" fmla="*/ 1628775 w 2543175"/>
              <a:gd name="connsiteY96" fmla="*/ 1207294 h 1890712"/>
              <a:gd name="connsiteX97" fmla="*/ 1662113 w 2543175"/>
              <a:gd name="connsiteY97" fmla="*/ 1231107 h 1890712"/>
              <a:gd name="connsiteX98" fmla="*/ 1700213 w 2543175"/>
              <a:gd name="connsiteY98" fmla="*/ 1247775 h 1890712"/>
              <a:gd name="connsiteX99" fmla="*/ 1712119 w 2543175"/>
              <a:gd name="connsiteY99" fmla="*/ 1259681 h 1890712"/>
              <a:gd name="connsiteX100" fmla="*/ 1733550 w 2543175"/>
              <a:gd name="connsiteY100" fmla="*/ 1273969 h 1890712"/>
              <a:gd name="connsiteX101" fmla="*/ 1743075 w 2543175"/>
              <a:gd name="connsiteY101" fmla="*/ 1283494 h 1890712"/>
              <a:gd name="connsiteX102" fmla="*/ 1754982 w 2543175"/>
              <a:gd name="connsiteY102" fmla="*/ 1290637 h 1890712"/>
              <a:gd name="connsiteX103" fmla="*/ 1766888 w 2543175"/>
              <a:gd name="connsiteY103" fmla="*/ 1300162 h 1890712"/>
              <a:gd name="connsiteX104" fmla="*/ 1783557 w 2543175"/>
              <a:gd name="connsiteY104" fmla="*/ 1307306 h 1890712"/>
              <a:gd name="connsiteX105" fmla="*/ 1790700 w 2543175"/>
              <a:gd name="connsiteY105" fmla="*/ 1312069 h 1890712"/>
              <a:gd name="connsiteX106" fmla="*/ 1800225 w 2543175"/>
              <a:gd name="connsiteY106" fmla="*/ 1319212 h 1890712"/>
              <a:gd name="connsiteX107" fmla="*/ 1807369 w 2543175"/>
              <a:gd name="connsiteY107" fmla="*/ 1321594 h 1890712"/>
              <a:gd name="connsiteX108" fmla="*/ 1824038 w 2543175"/>
              <a:gd name="connsiteY108" fmla="*/ 1333500 h 1890712"/>
              <a:gd name="connsiteX109" fmla="*/ 1843088 w 2543175"/>
              <a:gd name="connsiteY109" fmla="*/ 1352550 h 1890712"/>
              <a:gd name="connsiteX110" fmla="*/ 1852613 w 2543175"/>
              <a:gd name="connsiteY110" fmla="*/ 1359694 h 1890712"/>
              <a:gd name="connsiteX111" fmla="*/ 1859757 w 2543175"/>
              <a:gd name="connsiteY111" fmla="*/ 1366837 h 1890712"/>
              <a:gd name="connsiteX112" fmla="*/ 1869282 w 2543175"/>
              <a:gd name="connsiteY112" fmla="*/ 1371600 h 1890712"/>
              <a:gd name="connsiteX113" fmla="*/ 1883569 w 2543175"/>
              <a:gd name="connsiteY113" fmla="*/ 1388269 h 1890712"/>
              <a:gd name="connsiteX114" fmla="*/ 1893094 w 2543175"/>
              <a:gd name="connsiteY114" fmla="*/ 1395412 h 1890712"/>
              <a:gd name="connsiteX115" fmla="*/ 1902619 w 2543175"/>
              <a:gd name="connsiteY115" fmla="*/ 1404937 h 1890712"/>
              <a:gd name="connsiteX116" fmla="*/ 1912144 w 2543175"/>
              <a:gd name="connsiteY116" fmla="*/ 1409700 h 1890712"/>
              <a:gd name="connsiteX117" fmla="*/ 1931194 w 2543175"/>
              <a:gd name="connsiteY117" fmla="*/ 1421606 h 1890712"/>
              <a:gd name="connsiteX118" fmla="*/ 1935957 w 2543175"/>
              <a:gd name="connsiteY118" fmla="*/ 1428750 h 1890712"/>
              <a:gd name="connsiteX119" fmla="*/ 1952625 w 2543175"/>
              <a:gd name="connsiteY119" fmla="*/ 1438275 h 1890712"/>
              <a:gd name="connsiteX120" fmla="*/ 1971675 w 2543175"/>
              <a:gd name="connsiteY120" fmla="*/ 1450181 h 1890712"/>
              <a:gd name="connsiteX121" fmla="*/ 1981200 w 2543175"/>
              <a:gd name="connsiteY121" fmla="*/ 1454944 h 1890712"/>
              <a:gd name="connsiteX122" fmla="*/ 1997869 w 2543175"/>
              <a:gd name="connsiteY122" fmla="*/ 1471612 h 1890712"/>
              <a:gd name="connsiteX123" fmla="*/ 2007394 w 2543175"/>
              <a:gd name="connsiteY123" fmla="*/ 1478756 h 1890712"/>
              <a:gd name="connsiteX124" fmla="*/ 2016919 w 2543175"/>
              <a:gd name="connsiteY124" fmla="*/ 1483519 h 1890712"/>
              <a:gd name="connsiteX125" fmla="*/ 2024063 w 2543175"/>
              <a:gd name="connsiteY125" fmla="*/ 1490662 h 1890712"/>
              <a:gd name="connsiteX126" fmla="*/ 2033588 w 2543175"/>
              <a:gd name="connsiteY126" fmla="*/ 1495425 h 1890712"/>
              <a:gd name="connsiteX127" fmla="*/ 2040732 w 2543175"/>
              <a:gd name="connsiteY127" fmla="*/ 1502569 h 1890712"/>
              <a:gd name="connsiteX128" fmla="*/ 2047875 w 2543175"/>
              <a:gd name="connsiteY128" fmla="*/ 1507331 h 1890712"/>
              <a:gd name="connsiteX129" fmla="*/ 2057400 w 2543175"/>
              <a:gd name="connsiteY129" fmla="*/ 1514475 h 1890712"/>
              <a:gd name="connsiteX130" fmla="*/ 2064544 w 2543175"/>
              <a:gd name="connsiteY130" fmla="*/ 1519237 h 1890712"/>
              <a:gd name="connsiteX131" fmla="*/ 2071688 w 2543175"/>
              <a:gd name="connsiteY131" fmla="*/ 1526381 h 1890712"/>
              <a:gd name="connsiteX132" fmla="*/ 2081213 w 2543175"/>
              <a:gd name="connsiteY132" fmla="*/ 1531144 h 1890712"/>
              <a:gd name="connsiteX133" fmla="*/ 2090738 w 2543175"/>
              <a:gd name="connsiteY133" fmla="*/ 1538287 h 1890712"/>
              <a:gd name="connsiteX134" fmla="*/ 2109788 w 2543175"/>
              <a:gd name="connsiteY134" fmla="*/ 1547812 h 1890712"/>
              <a:gd name="connsiteX135" fmla="*/ 2131219 w 2543175"/>
              <a:gd name="connsiteY135" fmla="*/ 1562100 h 1890712"/>
              <a:gd name="connsiteX136" fmla="*/ 2140744 w 2543175"/>
              <a:gd name="connsiteY136" fmla="*/ 1566862 h 1890712"/>
              <a:gd name="connsiteX137" fmla="*/ 2152650 w 2543175"/>
              <a:gd name="connsiteY137" fmla="*/ 1576387 h 1890712"/>
              <a:gd name="connsiteX138" fmla="*/ 2181225 w 2543175"/>
              <a:gd name="connsiteY138" fmla="*/ 1590675 h 1890712"/>
              <a:gd name="connsiteX139" fmla="*/ 2200275 w 2543175"/>
              <a:gd name="connsiteY139" fmla="*/ 1607344 h 1890712"/>
              <a:gd name="connsiteX140" fmla="*/ 2207419 w 2543175"/>
              <a:gd name="connsiteY140" fmla="*/ 1612106 h 1890712"/>
              <a:gd name="connsiteX141" fmla="*/ 2216944 w 2543175"/>
              <a:gd name="connsiteY141" fmla="*/ 1619250 h 1890712"/>
              <a:gd name="connsiteX142" fmla="*/ 2247900 w 2543175"/>
              <a:gd name="connsiteY142" fmla="*/ 1643062 h 1890712"/>
              <a:gd name="connsiteX143" fmla="*/ 2281238 w 2543175"/>
              <a:gd name="connsiteY143" fmla="*/ 1674019 h 1890712"/>
              <a:gd name="connsiteX144" fmla="*/ 2312194 w 2543175"/>
              <a:gd name="connsiteY144" fmla="*/ 1702594 h 1890712"/>
              <a:gd name="connsiteX145" fmla="*/ 2369344 w 2543175"/>
              <a:gd name="connsiteY145" fmla="*/ 1757363 h 1890712"/>
              <a:gd name="connsiteX146" fmla="*/ 2428876 w 2543175"/>
              <a:gd name="connsiteY146" fmla="*/ 1785938 h 1890712"/>
              <a:gd name="connsiteX147" fmla="*/ 2469356 w 2543175"/>
              <a:gd name="connsiteY147" fmla="*/ 1816894 h 1890712"/>
              <a:gd name="connsiteX148" fmla="*/ 2514600 w 2543175"/>
              <a:gd name="connsiteY148" fmla="*/ 1850231 h 1890712"/>
              <a:gd name="connsiteX149" fmla="*/ 2519363 w 2543175"/>
              <a:gd name="connsiteY149" fmla="*/ 1857375 h 1890712"/>
              <a:gd name="connsiteX150" fmla="*/ 2540794 w 2543175"/>
              <a:gd name="connsiteY150" fmla="*/ 1883569 h 1890712"/>
              <a:gd name="connsiteX151" fmla="*/ 2543175 w 2543175"/>
              <a:gd name="connsiteY151"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47650 w 2543175"/>
              <a:gd name="connsiteY22" fmla="*/ 185737 h 1890712"/>
              <a:gd name="connsiteX23" fmla="*/ 300038 w 2543175"/>
              <a:gd name="connsiteY23" fmla="*/ 219075 h 1890712"/>
              <a:gd name="connsiteX24" fmla="*/ 342900 w 2543175"/>
              <a:gd name="connsiteY24" fmla="*/ 254794 h 1890712"/>
              <a:gd name="connsiteX25" fmla="*/ 385763 w 2543175"/>
              <a:gd name="connsiteY25" fmla="*/ 283369 h 1890712"/>
              <a:gd name="connsiteX26" fmla="*/ 404813 w 2543175"/>
              <a:gd name="connsiteY26" fmla="*/ 295275 h 1890712"/>
              <a:gd name="connsiteX27" fmla="*/ 411957 w 2543175"/>
              <a:gd name="connsiteY27" fmla="*/ 297656 h 1890712"/>
              <a:gd name="connsiteX28" fmla="*/ 466725 w 2543175"/>
              <a:gd name="connsiteY28" fmla="*/ 328612 h 1890712"/>
              <a:gd name="connsiteX29" fmla="*/ 476250 w 2543175"/>
              <a:gd name="connsiteY29" fmla="*/ 335756 h 1890712"/>
              <a:gd name="connsiteX30" fmla="*/ 481013 w 2543175"/>
              <a:gd name="connsiteY30" fmla="*/ 342900 h 1890712"/>
              <a:gd name="connsiteX31" fmla="*/ 495300 w 2543175"/>
              <a:gd name="connsiteY31" fmla="*/ 359569 h 1890712"/>
              <a:gd name="connsiteX32" fmla="*/ 509588 w 2543175"/>
              <a:gd name="connsiteY32" fmla="*/ 376237 h 1890712"/>
              <a:gd name="connsiteX33" fmla="*/ 514350 w 2543175"/>
              <a:gd name="connsiteY33" fmla="*/ 383381 h 1890712"/>
              <a:gd name="connsiteX34" fmla="*/ 531019 w 2543175"/>
              <a:gd name="connsiteY34" fmla="*/ 397669 h 1890712"/>
              <a:gd name="connsiteX35" fmla="*/ 538163 w 2543175"/>
              <a:gd name="connsiteY35" fmla="*/ 407194 h 1890712"/>
              <a:gd name="connsiteX36" fmla="*/ 554832 w 2543175"/>
              <a:gd name="connsiteY36" fmla="*/ 421481 h 1890712"/>
              <a:gd name="connsiteX37" fmla="*/ 564357 w 2543175"/>
              <a:gd name="connsiteY37" fmla="*/ 431006 h 1890712"/>
              <a:gd name="connsiteX38" fmla="*/ 573882 w 2543175"/>
              <a:gd name="connsiteY38" fmla="*/ 438150 h 1890712"/>
              <a:gd name="connsiteX39" fmla="*/ 595313 w 2543175"/>
              <a:gd name="connsiteY39" fmla="*/ 454819 h 1890712"/>
              <a:gd name="connsiteX40" fmla="*/ 602457 w 2543175"/>
              <a:gd name="connsiteY40" fmla="*/ 457200 h 1890712"/>
              <a:gd name="connsiteX41" fmla="*/ 628650 w 2543175"/>
              <a:gd name="connsiteY41" fmla="*/ 469106 h 1890712"/>
              <a:gd name="connsiteX42" fmla="*/ 645319 w 2543175"/>
              <a:gd name="connsiteY42" fmla="*/ 483394 h 1890712"/>
              <a:gd name="connsiteX43" fmla="*/ 654844 w 2543175"/>
              <a:gd name="connsiteY43" fmla="*/ 488156 h 1890712"/>
              <a:gd name="connsiteX44" fmla="*/ 661988 w 2543175"/>
              <a:gd name="connsiteY44" fmla="*/ 497681 h 1890712"/>
              <a:gd name="connsiteX45" fmla="*/ 683419 w 2543175"/>
              <a:gd name="connsiteY45" fmla="*/ 514350 h 1890712"/>
              <a:gd name="connsiteX46" fmla="*/ 700088 w 2543175"/>
              <a:gd name="connsiteY46" fmla="*/ 526256 h 1890712"/>
              <a:gd name="connsiteX47" fmla="*/ 709613 w 2543175"/>
              <a:gd name="connsiteY47" fmla="*/ 535781 h 1890712"/>
              <a:gd name="connsiteX48" fmla="*/ 719138 w 2543175"/>
              <a:gd name="connsiteY48" fmla="*/ 542925 h 1890712"/>
              <a:gd name="connsiteX49" fmla="*/ 733425 w 2543175"/>
              <a:gd name="connsiteY49" fmla="*/ 557212 h 1890712"/>
              <a:gd name="connsiteX50" fmla="*/ 750094 w 2543175"/>
              <a:gd name="connsiteY50" fmla="*/ 569119 h 1890712"/>
              <a:gd name="connsiteX51" fmla="*/ 769144 w 2543175"/>
              <a:gd name="connsiteY51" fmla="*/ 581025 h 1890712"/>
              <a:gd name="connsiteX52" fmla="*/ 785813 w 2543175"/>
              <a:gd name="connsiteY52" fmla="*/ 590550 h 1890712"/>
              <a:gd name="connsiteX53" fmla="*/ 792957 w 2543175"/>
              <a:gd name="connsiteY53" fmla="*/ 600075 h 1890712"/>
              <a:gd name="connsiteX54" fmla="*/ 809625 w 2543175"/>
              <a:gd name="connsiteY54" fmla="*/ 611981 h 1890712"/>
              <a:gd name="connsiteX55" fmla="*/ 816769 w 2543175"/>
              <a:gd name="connsiteY55" fmla="*/ 619125 h 1890712"/>
              <a:gd name="connsiteX56" fmla="*/ 826294 w 2543175"/>
              <a:gd name="connsiteY56" fmla="*/ 626269 h 1890712"/>
              <a:gd name="connsiteX57" fmla="*/ 840582 w 2543175"/>
              <a:gd name="connsiteY57" fmla="*/ 638175 h 1890712"/>
              <a:gd name="connsiteX58" fmla="*/ 847725 w 2543175"/>
              <a:gd name="connsiteY58" fmla="*/ 645319 h 1890712"/>
              <a:gd name="connsiteX59" fmla="*/ 857250 w 2543175"/>
              <a:gd name="connsiteY59" fmla="*/ 652462 h 1890712"/>
              <a:gd name="connsiteX60" fmla="*/ 888207 w 2543175"/>
              <a:gd name="connsiteY60" fmla="*/ 676275 h 1890712"/>
              <a:gd name="connsiteX61" fmla="*/ 907257 w 2543175"/>
              <a:gd name="connsiteY61" fmla="*/ 683419 h 1890712"/>
              <a:gd name="connsiteX62" fmla="*/ 928688 w 2543175"/>
              <a:gd name="connsiteY62" fmla="*/ 695325 h 1890712"/>
              <a:gd name="connsiteX63" fmla="*/ 942975 w 2543175"/>
              <a:gd name="connsiteY63" fmla="*/ 700087 h 1890712"/>
              <a:gd name="connsiteX64" fmla="*/ 964407 w 2543175"/>
              <a:gd name="connsiteY64" fmla="*/ 716756 h 1890712"/>
              <a:gd name="connsiteX65" fmla="*/ 971550 w 2543175"/>
              <a:gd name="connsiteY65" fmla="*/ 723900 h 1890712"/>
              <a:gd name="connsiteX66" fmla="*/ 983457 w 2543175"/>
              <a:gd name="connsiteY66" fmla="*/ 733425 h 1890712"/>
              <a:gd name="connsiteX67" fmla="*/ 990600 w 2543175"/>
              <a:gd name="connsiteY67" fmla="*/ 738187 h 1890712"/>
              <a:gd name="connsiteX68" fmla="*/ 1007269 w 2543175"/>
              <a:gd name="connsiteY68" fmla="*/ 752475 h 1890712"/>
              <a:gd name="connsiteX69" fmla="*/ 1031082 w 2543175"/>
              <a:gd name="connsiteY69" fmla="*/ 766762 h 1890712"/>
              <a:gd name="connsiteX70" fmla="*/ 1042988 w 2543175"/>
              <a:gd name="connsiteY70" fmla="*/ 773906 h 1890712"/>
              <a:gd name="connsiteX71" fmla="*/ 1071563 w 2543175"/>
              <a:gd name="connsiteY71" fmla="*/ 785812 h 1890712"/>
              <a:gd name="connsiteX72" fmla="*/ 1097757 w 2543175"/>
              <a:gd name="connsiteY72" fmla="*/ 807244 h 1890712"/>
              <a:gd name="connsiteX73" fmla="*/ 1104900 w 2543175"/>
              <a:gd name="connsiteY73" fmla="*/ 814387 h 1890712"/>
              <a:gd name="connsiteX74" fmla="*/ 1121569 w 2543175"/>
              <a:gd name="connsiteY74" fmla="*/ 823912 h 1890712"/>
              <a:gd name="connsiteX75" fmla="*/ 1138238 w 2543175"/>
              <a:gd name="connsiteY75" fmla="*/ 835819 h 1890712"/>
              <a:gd name="connsiteX76" fmla="*/ 1147763 w 2543175"/>
              <a:gd name="connsiteY76" fmla="*/ 842962 h 1890712"/>
              <a:gd name="connsiteX77" fmla="*/ 1157288 w 2543175"/>
              <a:gd name="connsiteY77" fmla="*/ 847725 h 1890712"/>
              <a:gd name="connsiteX78" fmla="*/ 1178719 w 2543175"/>
              <a:gd name="connsiteY78" fmla="*/ 859631 h 1890712"/>
              <a:gd name="connsiteX79" fmla="*/ 1188244 w 2543175"/>
              <a:gd name="connsiteY79" fmla="*/ 866775 h 1890712"/>
              <a:gd name="connsiteX80" fmla="*/ 1195388 w 2543175"/>
              <a:gd name="connsiteY80" fmla="*/ 871537 h 1890712"/>
              <a:gd name="connsiteX81" fmla="*/ 1212057 w 2543175"/>
              <a:gd name="connsiteY81" fmla="*/ 883444 h 1890712"/>
              <a:gd name="connsiteX82" fmla="*/ 1226344 w 2543175"/>
              <a:gd name="connsiteY82" fmla="*/ 895350 h 1890712"/>
              <a:gd name="connsiteX83" fmla="*/ 1245394 w 2543175"/>
              <a:gd name="connsiteY83" fmla="*/ 907256 h 1890712"/>
              <a:gd name="connsiteX84" fmla="*/ 1254919 w 2543175"/>
              <a:gd name="connsiteY84" fmla="*/ 914400 h 1890712"/>
              <a:gd name="connsiteX85" fmla="*/ 1269207 w 2543175"/>
              <a:gd name="connsiteY85" fmla="*/ 921544 h 1890712"/>
              <a:gd name="connsiteX86" fmla="*/ 1290638 w 2543175"/>
              <a:gd name="connsiteY86" fmla="*/ 935831 h 1890712"/>
              <a:gd name="connsiteX87" fmla="*/ 1307307 w 2543175"/>
              <a:gd name="connsiteY87" fmla="*/ 952500 h 1890712"/>
              <a:gd name="connsiteX88" fmla="*/ 1333500 w 2543175"/>
              <a:gd name="connsiteY88" fmla="*/ 971550 h 1890712"/>
              <a:gd name="connsiteX89" fmla="*/ 1359694 w 2543175"/>
              <a:gd name="connsiteY89" fmla="*/ 990600 h 1890712"/>
              <a:gd name="connsiteX90" fmla="*/ 1385888 w 2543175"/>
              <a:gd name="connsiteY90" fmla="*/ 1021557 h 1890712"/>
              <a:gd name="connsiteX91" fmla="*/ 1435894 w 2543175"/>
              <a:gd name="connsiteY91" fmla="*/ 1054894 h 1890712"/>
              <a:gd name="connsiteX92" fmla="*/ 1497806 w 2543175"/>
              <a:gd name="connsiteY92" fmla="*/ 1104900 h 1890712"/>
              <a:gd name="connsiteX93" fmla="*/ 1559718 w 2543175"/>
              <a:gd name="connsiteY93" fmla="*/ 1154906 h 1890712"/>
              <a:gd name="connsiteX94" fmla="*/ 1595438 w 2543175"/>
              <a:gd name="connsiteY94" fmla="*/ 1181100 h 1890712"/>
              <a:gd name="connsiteX95" fmla="*/ 1628775 w 2543175"/>
              <a:gd name="connsiteY95" fmla="*/ 1207294 h 1890712"/>
              <a:gd name="connsiteX96" fmla="*/ 1662113 w 2543175"/>
              <a:gd name="connsiteY96" fmla="*/ 1231107 h 1890712"/>
              <a:gd name="connsiteX97" fmla="*/ 1700213 w 2543175"/>
              <a:gd name="connsiteY97" fmla="*/ 1247775 h 1890712"/>
              <a:gd name="connsiteX98" fmla="*/ 1712119 w 2543175"/>
              <a:gd name="connsiteY98" fmla="*/ 1259681 h 1890712"/>
              <a:gd name="connsiteX99" fmla="*/ 1733550 w 2543175"/>
              <a:gd name="connsiteY99" fmla="*/ 1273969 h 1890712"/>
              <a:gd name="connsiteX100" fmla="*/ 1743075 w 2543175"/>
              <a:gd name="connsiteY100" fmla="*/ 1283494 h 1890712"/>
              <a:gd name="connsiteX101" fmla="*/ 1754982 w 2543175"/>
              <a:gd name="connsiteY101" fmla="*/ 1290637 h 1890712"/>
              <a:gd name="connsiteX102" fmla="*/ 1766888 w 2543175"/>
              <a:gd name="connsiteY102" fmla="*/ 1300162 h 1890712"/>
              <a:gd name="connsiteX103" fmla="*/ 1783557 w 2543175"/>
              <a:gd name="connsiteY103" fmla="*/ 1307306 h 1890712"/>
              <a:gd name="connsiteX104" fmla="*/ 1790700 w 2543175"/>
              <a:gd name="connsiteY104" fmla="*/ 1312069 h 1890712"/>
              <a:gd name="connsiteX105" fmla="*/ 1800225 w 2543175"/>
              <a:gd name="connsiteY105" fmla="*/ 1319212 h 1890712"/>
              <a:gd name="connsiteX106" fmla="*/ 1807369 w 2543175"/>
              <a:gd name="connsiteY106" fmla="*/ 1321594 h 1890712"/>
              <a:gd name="connsiteX107" fmla="*/ 1824038 w 2543175"/>
              <a:gd name="connsiteY107" fmla="*/ 1333500 h 1890712"/>
              <a:gd name="connsiteX108" fmla="*/ 1843088 w 2543175"/>
              <a:gd name="connsiteY108" fmla="*/ 1352550 h 1890712"/>
              <a:gd name="connsiteX109" fmla="*/ 1852613 w 2543175"/>
              <a:gd name="connsiteY109" fmla="*/ 1359694 h 1890712"/>
              <a:gd name="connsiteX110" fmla="*/ 1859757 w 2543175"/>
              <a:gd name="connsiteY110" fmla="*/ 1366837 h 1890712"/>
              <a:gd name="connsiteX111" fmla="*/ 1869282 w 2543175"/>
              <a:gd name="connsiteY111" fmla="*/ 1371600 h 1890712"/>
              <a:gd name="connsiteX112" fmla="*/ 1883569 w 2543175"/>
              <a:gd name="connsiteY112" fmla="*/ 1388269 h 1890712"/>
              <a:gd name="connsiteX113" fmla="*/ 1893094 w 2543175"/>
              <a:gd name="connsiteY113" fmla="*/ 1395412 h 1890712"/>
              <a:gd name="connsiteX114" fmla="*/ 1902619 w 2543175"/>
              <a:gd name="connsiteY114" fmla="*/ 1404937 h 1890712"/>
              <a:gd name="connsiteX115" fmla="*/ 1912144 w 2543175"/>
              <a:gd name="connsiteY115" fmla="*/ 1409700 h 1890712"/>
              <a:gd name="connsiteX116" fmla="*/ 1931194 w 2543175"/>
              <a:gd name="connsiteY116" fmla="*/ 1421606 h 1890712"/>
              <a:gd name="connsiteX117" fmla="*/ 1935957 w 2543175"/>
              <a:gd name="connsiteY117" fmla="*/ 1428750 h 1890712"/>
              <a:gd name="connsiteX118" fmla="*/ 1952625 w 2543175"/>
              <a:gd name="connsiteY118" fmla="*/ 1438275 h 1890712"/>
              <a:gd name="connsiteX119" fmla="*/ 1971675 w 2543175"/>
              <a:gd name="connsiteY119" fmla="*/ 1450181 h 1890712"/>
              <a:gd name="connsiteX120" fmla="*/ 1981200 w 2543175"/>
              <a:gd name="connsiteY120" fmla="*/ 1454944 h 1890712"/>
              <a:gd name="connsiteX121" fmla="*/ 1997869 w 2543175"/>
              <a:gd name="connsiteY121" fmla="*/ 1471612 h 1890712"/>
              <a:gd name="connsiteX122" fmla="*/ 2007394 w 2543175"/>
              <a:gd name="connsiteY122" fmla="*/ 1478756 h 1890712"/>
              <a:gd name="connsiteX123" fmla="*/ 2016919 w 2543175"/>
              <a:gd name="connsiteY123" fmla="*/ 1483519 h 1890712"/>
              <a:gd name="connsiteX124" fmla="*/ 2024063 w 2543175"/>
              <a:gd name="connsiteY124" fmla="*/ 1490662 h 1890712"/>
              <a:gd name="connsiteX125" fmla="*/ 2033588 w 2543175"/>
              <a:gd name="connsiteY125" fmla="*/ 1495425 h 1890712"/>
              <a:gd name="connsiteX126" fmla="*/ 2040732 w 2543175"/>
              <a:gd name="connsiteY126" fmla="*/ 1502569 h 1890712"/>
              <a:gd name="connsiteX127" fmla="*/ 2047875 w 2543175"/>
              <a:gd name="connsiteY127" fmla="*/ 1507331 h 1890712"/>
              <a:gd name="connsiteX128" fmla="*/ 2057400 w 2543175"/>
              <a:gd name="connsiteY128" fmla="*/ 1514475 h 1890712"/>
              <a:gd name="connsiteX129" fmla="*/ 2064544 w 2543175"/>
              <a:gd name="connsiteY129" fmla="*/ 1519237 h 1890712"/>
              <a:gd name="connsiteX130" fmla="*/ 2071688 w 2543175"/>
              <a:gd name="connsiteY130" fmla="*/ 1526381 h 1890712"/>
              <a:gd name="connsiteX131" fmla="*/ 2081213 w 2543175"/>
              <a:gd name="connsiteY131" fmla="*/ 1531144 h 1890712"/>
              <a:gd name="connsiteX132" fmla="*/ 2090738 w 2543175"/>
              <a:gd name="connsiteY132" fmla="*/ 1538287 h 1890712"/>
              <a:gd name="connsiteX133" fmla="*/ 2109788 w 2543175"/>
              <a:gd name="connsiteY133" fmla="*/ 1547812 h 1890712"/>
              <a:gd name="connsiteX134" fmla="*/ 2131219 w 2543175"/>
              <a:gd name="connsiteY134" fmla="*/ 1562100 h 1890712"/>
              <a:gd name="connsiteX135" fmla="*/ 2140744 w 2543175"/>
              <a:gd name="connsiteY135" fmla="*/ 1566862 h 1890712"/>
              <a:gd name="connsiteX136" fmla="*/ 2152650 w 2543175"/>
              <a:gd name="connsiteY136" fmla="*/ 1576387 h 1890712"/>
              <a:gd name="connsiteX137" fmla="*/ 2181225 w 2543175"/>
              <a:gd name="connsiteY137" fmla="*/ 1590675 h 1890712"/>
              <a:gd name="connsiteX138" fmla="*/ 2200275 w 2543175"/>
              <a:gd name="connsiteY138" fmla="*/ 1607344 h 1890712"/>
              <a:gd name="connsiteX139" fmla="*/ 2207419 w 2543175"/>
              <a:gd name="connsiteY139" fmla="*/ 1612106 h 1890712"/>
              <a:gd name="connsiteX140" fmla="*/ 2216944 w 2543175"/>
              <a:gd name="connsiteY140" fmla="*/ 1619250 h 1890712"/>
              <a:gd name="connsiteX141" fmla="*/ 2247900 w 2543175"/>
              <a:gd name="connsiteY141" fmla="*/ 1643062 h 1890712"/>
              <a:gd name="connsiteX142" fmla="*/ 2281238 w 2543175"/>
              <a:gd name="connsiteY142" fmla="*/ 1674019 h 1890712"/>
              <a:gd name="connsiteX143" fmla="*/ 2312194 w 2543175"/>
              <a:gd name="connsiteY143" fmla="*/ 1702594 h 1890712"/>
              <a:gd name="connsiteX144" fmla="*/ 2369344 w 2543175"/>
              <a:gd name="connsiteY144" fmla="*/ 1757363 h 1890712"/>
              <a:gd name="connsiteX145" fmla="*/ 2428876 w 2543175"/>
              <a:gd name="connsiteY145" fmla="*/ 1785938 h 1890712"/>
              <a:gd name="connsiteX146" fmla="*/ 2469356 w 2543175"/>
              <a:gd name="connsiteY146" fmla="*/ 1816894 h 1890712"/>
              <a:gd name="connsiteX147" fmla="*/ 2514600 w 2543175"/>
              <a:gd name="connsiteY147" fmla="*/ 1850231 h 1890712"/>
              <a:gd name="connsiteX148" fmla="*/ 2519363 w 2543175"/>
              <a:gd name="connsiteY148" fmla="*/ 1857375 h 1890712"/>
              <a:gd name="connsiteX149" fmla="*/ 2540794 w 2543175"/>
              <a:gd name="connsiteY149" fmla="*/ 1883569 h 1890712"/>
              <a:gd name="connsiteX150" fmla="*/ 2543175 w 2543175"/>
              <a:gd name="connsiteY15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47650 w 2543175"/>
              <a:gd name="connsiteY22" fmla="*/ 185737 h 1890712"/>
              <a:gd name="connsiteX23" fmla="*/ 300038 w 2543175"/>
              <a:gd name="connsiteY23" fmla="*/ 219075 h 1890712"/>
              <a:gd name="connsiteX24" fmla="*/ 342900 w 2543175"/>
              <a:gd name="connsiteY24" fmla="*/ 254794 h 1890712"/>
              <a:gd name="connsiteX25" fmla="*/ 385763 w 2543175"/>
              <a:gd name="connsiteY25" fmla="*/ 283369 h 1890712"/>
              <a:gd name="connsiteX26" fmla="*/ 404813 w 2543175"/>
              <a:gd name="connsiteY26" fmla="*/ 295275 h 1890712"/>
              <a:gd name="connsiteX27" fmla="*/ 411957 w 2543175"/>
              <a:gd name="connsiteY27" fmla="*/ 297656 h 1890712"/>
              <a:gd name="connsiteX28" fmla="*/ 466725 w 2543175"/>
              <a:gd name="connsiteY28" fmla="*/ 328612 h 1890712"/>
              <a:gd name="connsiteX29" fmla="*/ 476250 w 2543175"/>
              <a:gd name="connsiteY29" fmla="*/ 335756 h 1890712"/>
              <a:gd name="connsiteX30" fmla="*/ 495300 w 2543175"/>
              <a:gd name="connsiteY30" fmla="*/ 359569 h 1890712"/>
              <a:gd name="connsiteX31" fmla="*/ 509588 w 2543175"/>
              <a:gd name="connsiteY31" fmla="*/ 376237 h 1890712"/>
              <a:gd name="connsiteX32" fmla="*/ 514350 w 2543175"/>
              <a:gd name="connsiteY32" fmla="*/ 383381 h 1890712"/>
              <a:gd name="connsiteX33" fmla="*/ 531019 w 2543175"/>
              <a:gd name="connsiteY33" fmla="*/ 397669 h 1890712"/>
              <a:gd name="connsiteX34" fmla="*/ 538163 w 2543175"/>
              <a:gd name="connsiteY34" fmla="*/ 407194 h 1890712"/>
              <a:gd name="connsiteX35" fmla="*/ 554832 w 2543175"/>
              <a:gd name="connsiteY35" fmla="*/ 421481 h 1890712"/>
              <a:gd name="connsiteX36" fmla="*/ 564357 w 2543175"/>
              <a:gd name="connsiteY36" fmla="*/ 431006 h 1890712"/>
              <a:gd name="connsiteX37" fmla="*/ 573882 w 2543175"/>
              <a:gd name="connsiteY37" fmla="*/ 438150 h 1890712"/>
              <a:gd name="connsiteX38" fmla="*/ 595313 w 2543175"/>
              <a:gd name="connsiteY38" fmla="*/ 454819 h 1890712"/>
              <a:gd name="connsiteX39" fmla="*/ 602457 w 2543175"/>
              <a:gd name="connsiteY39" fmla="*/ 457200 h 1890712"/>
              <a:gd name="connsiteX40" fmla="*/ 628650 w 2543175"/>
              <a:gd name="connsiteY40" fmla="*/ 469106 h 1890712"/>
              <a:gd name="connsiteX41" fmla="*/ 645319 w 2543175"/>
              <a:gd name="connsiteY41" fmla="*/ 483394 h 1890712"/>
              <a:gd name="connsiteX42" fmla="*/ 654844 w 2543175"/>
              <a:gd name="connsiteY42" fmla="*/ 488156 h 1890712"/>
              <a:gd name="connsiteX43" fmla="*/ 661988 w 2543175"/>
              <a:gd name="connsiteY43" fmla="*/ 497681 h 1890712"/>
              <a:gd name="connsiteX44" fmla="*/ 683419 w 2543175"/>
              <a:gd name="connsiteY44" fmla="*/ 514350 h 1890712"/>
              <a:gd name="connsiteX45" fmla="*/ 700088 w 2543175"/>
              <a:gd name="connsiteY45" fmla="*/ 526256 h 1890712"/>
              <a:gd name="connsiteX46" fmla="*/ 709613 w 2543175"/>
              <a:gd name="connsiteY46" fmla="*/ 535781 h 1890712"/>
              <a:gd name="connsiteX47" fmla="*/ 719138 w 2543175"/>
              <a:gd name="connsiteY47" fmla="*/ 542925 h 1890712"/>
              <a:gd name="connsiteX48" fmla="*/ 733425 w 2543175"/>
              <a:gd name="connsiteY48" fmla="*/ 557212 h 1890712"/>
              <a:gd name="connsiteX49" fmla="*/ 750094 w 2543175"/>
              <a:gd name="connsiteY49" fmla="*/ 569119 h 1890712"/>
              <a:gd name="connsiteX50" fmla="*/ 769144 w 2543175"/>
              <a:gd name="connsiteY50" fmla="*/ 581025 h 1890712"/>
              <a:gd name="connsiteX51" fmla="*/ 785813 w 2543175"/>
              <a:gd name="connsiteY51" fmla="*/ 590550 h 1890712"/>
              <a:gd name="connsiteX52" fmla="*/ 792957 w 2543175"/>
              <a:gd name="connsiteY52" fmla="*/ 600075 h 1890712"/>
              <a:gd name="connsiteX53" fmla="*/ 809625 w 2543175"/>
              <a:gd name="connsiteY53" fmla="*/ 611981 h 1890712"/>
              <a:gd name="connsiteX54" fmla="*/ 816769 w 2543175"/>
              <a:gd name="connsiteY54" fmla="*/ 619125 h 1890712"/>
              <a:gd name="connsiteX55" fmla="*/ 826294 w 2543175"/>
              <a:gd name="connsiteY55" fmla="*/ 626269 h 1890712"/>
              <a:gd name="connsiteX56" fmla="*/ 840582 w 2543175"/>
              <a:gd name="connsiteY56" fmla="*/ 638175 h 1890712"/>
              <a:gd name="connsiteX57" fmla="*/ 847725 w 2543175"/>
              <a:gd name="connsiteY57" fmla="*/ 645319 h 1890712"/>
              <a:gd name="connsiteX58" fmla="*/ 857250 w 2543175"/>
              <a:gd name="connsiteY58" fmla="*/ 652462 h 1890712"/>
              <a:gd name="connsiteX59" fmla="*/ 888207 w 2543175"/>
              <a:gd name="connsiteY59" fmla="*/ 676275 h 1890712"/>
              <a:gd name="connsiteX60" fmla="*/ 907257 w 2543175"/>
              <a:gd name="connsiteY60" fmla="*/ 683419 h 1890712"/>
              <a:gd name="connsiteX61" fmla="*/ 928688 w 2543175"/>
              <a:gd name="connsiteY61" fmla="*/ 695325 h 1890712"/>
              <a:gd name="connsiteX62" fmla="*/ 942975 w 2543175"/>
              <a:gd name="connsiteY62" fmla="*/ 700087 h 1890712"/>
              <a:gd name="connsiteX63" fmla="*/ 964407 w 2543175"/>
              <a:gd name="connsiteY63" fmla="*/ 716756 h 1890712"/>
              <a:gd name="connsiteX64" fmla="*/ 971550 w 2543175"/>
              <a:gd name="connsiteY64" fmla="*/ 723900 h 1890712"/>
              <a:gd name="connsiteX65" fmla="*/ 983457 w 2543175"/>
              <a:gd name="connsiteY65" fmla="*/ 733425 h 1890712"/>
              <a:gd name="connsiteX66" fmla="*/ 990600 w 2543175"/>
              <a:gd name="connsiteY66" fmla="*/ 738187 h 1890712"/>
              <a:gd name="connsiteX67" fmla="*/ 1007269 w 2543175"/>
              <a:gd name="connsiteY67" fmla="*/ 752475 h 1890712"/>
              <a:gd name="connsiteX68" fmla="*/ 1031082 w 2543175"/>
              <a:gd name="connsiteY68" fmla="*/ 766762 h 1890712"/>
              <a:gd name="connsiteX69" fmla="*/ 1042988 w 2543175"/>
              <a:gd name="connsiteY69" fmla="*/ 773906 h 1890712"/>
              <a:gd name="connsiteX70" fmla="*/ 1071563 w 2543175"/>
              <a:gd name="connsiteY70" fmla="*/ 785812 h 1890712"/>
              <a:gd name="connsiteX71" fmla="*/ 1097757 w 2543175"/>
              <a:gd name="connsiteY71" fmla="*/ 807244 h 1890712"/>
              <a:gd name="connsiteX72" fmla="*/ 1104900 w 2543175"/>
              <a:gd name="connsiteY72" fmla="*/ 814387 h 1890712"/>
              <a:gd name="connsiteX73" fmla="*/ 1121569 w 2543175"/>
              <a:gd name="connsiteY73" fmla="*/ 823912 h 1890712"/>
              <a:gd name="connsiteX74" fmla="*/ 1138238 w 2543175"/>
              <a:gd name="connsiteY74" fmla="*/ 835819 h 1890712"/>
              <a:gd name="connsiteX75" fmla="*/ 1147763 w 2543175"/>
              <a:gd name="connsiteY75" fmla="*/ 842962 h 1890712"/>
              <a:gd name="connsiteX76" fmla="*/ 1157288 w 2543175"/>
              <a:gd name="connsiteY76" fmla="*/ 847725 h 1890712"/>
              <a:gd name="connsiteX77" fmla="*/ 1178719 w 2543175"/>
              <a:gd name="connsiteY77" fmla="*/ 859631 h 1890712"/>
              <a:gd name="connsiteX78" fmla="*/ 1188244 w 2543175"/>
              <a:gd name="connsiteY78" fmla="*/ 866775 h 1890712"/>
              <a:gd name="connsiteX79" fmla="*/ 1195388 w 2543175"/>
              <a:gd name="connsiteY79" fmla="*/ 871537 h 1890712"/>
              <a:gd name="connsiteX80" fmla="*/ 1212057 w 2543175"/>
              <a:gd name="connsiteY80" fmla="*/ 883444 h 1890712"/>
              <a:gd name="connsiteX81" fmla="*/ 1226344 w 2543175"/>
              <a:gd name="connsiteY81" fmla="*/ 895350 h 1890712"/>
              <a:gd name="connsiteX82" fmla="*/ 1245394 w 2543175"/>
              <a:gd name="connsiteY82" fmla="*/ 907256 h 1890712"/>
              <a:gd name="connsiteX83" fmla="*/ 1254919 w 2543175"/>
              <a:gd name="connsiteY83" fmla="*/ 914400 h 1890712"/>
              <a:gd name="connsiteX84" fmla="*/ 1269207 w 2543175"/>
              <a:gd name="connsiteY84" fmla="*/ 921544 h 1890712"/>
              <a:gd name="connsiteX85" fmla="*/ 1290638 w 2543175"/>
              <a:gd name="connsiteY85" fmla="*/ 935831 h 1890712"/>
              <a:gd name="connsiteX86" fmla="*/ 1307307 w 2543175"/>
              <a:gd name="connsiteY86" fmla="*/ 952500 h 1890712"/>
              <a:gd name="connsiteX87" fmla="*/ 1333500 w 2543175"/>
              <a:gd name="connsiteY87" fmla="*/ 971550 h 1890712"/>
              <a:gd name="connsiteX88" fmla="*/ 1359694 w 2543175"/>
              <a:gd name="connsiteY88" fmla="*/ 990600 h 1890712"/>
              <a:gd name="connsiteX89" fmla="*/ 1385888 w 2543175"/>
              <a:gd name="connsiteY89" fmla="*/ 1021557 h 1890712"/>
              <a:gd name="connsiteX90" fmla="*/ 1435894 w 2543175"/>
              <a:gd name="connsiteY90" fmla="*/ 1054894 h 1890712"/>
              <a:gd name="connsiteX91" fmla="*/ 1497806 w 2543175"/>
              <a:gd name="connsiteY91" fmla="*/ 1104900 h 1890712"/>
              <a:gd name="connsiteX92" fmla="*/ 1559718 w 2543175"/>
              <a:gd name="connsiteY92" fmla="*/ 1154906 h 1890712"/>
              <a:gd name="connsiteX93" fmla="*/ 1595438 w 2543175"/>
              <a:gd name="connsiteY93" fmla="*/ 1181100 h 1890712"/>
              <a:gd name="connsiteX94" fmla="*/ 1628775 w 2543175"/>
              <a:gd name="connsiteY94" fmla="*/ 1207294 h 1890712"/>
              <a:gd name="connsiteX95" fmla="*/ 1662113 w 2543175"/>
              <a:gd name="connsiteY95" fmla="*/ 1231107 h 1890712"/>
              <a:gd name="connsiteX96" fmla="*/ 1700213 w 2543175"/>
              <a:gd name="connsiteY96" fmla="*/ 1247775 h 1890712"/>
              <a:gd name="connsiteX97" fmla="*/ 1712119 w 2543175"/>
              <a:gd name="connsiteY97" fmla="*/ 1259681 h 1890712"/>
              <a:gd name="connsiteX98" fmla="*/ 1733550 w 2543175"/>
              <a:gd name="connsiteY98" fmla="*/ 1273969 h 1890712"/>
              <a:gd name="connsiteX99" fmla="*/ 1743075 w 2543175"/>
              <a:gd name="connsiteY99" fmla="*/ 1283494 h 1890712"/>
              <a:gd name="connsiteX100" fmla="*/ 1754982 w 2543175"/>
              <a:gd name="connsiteY100" fmla="*/ 1290637 h 1890712"/>
              <a:gd name="connsiteX101" fmla="*/ 1766888 w 2543175"/>
              <a:gd name="connsiteY101" fmla="*/ 1300162 h 1890712"/>
              <a:gd name="connsiteX102" fmla="*/ 1783557 w 2543175"/>
              <a:gd name="connsiteY102" fmla="*/ 1307306 h 1890712"/>
              <a:gd name="connsiteX103" fmla="*/ 1790700 w 2543175"/>
              <a:gd name="connsiteY103" fmla="*/ 1312069 h 1890712"/>
              <a:gd name="connsiteX104" fmla="*/ 1800225 w 2543175"/>
              <a:gd name="connsiteY104" fmla="*/ 1319212 h 1890712"/>
              <a:gd name="connsiteX105" fmla="*/ 1807369 w 2543175"/>
              <a:gd name="connsiteY105" fmla="*/ 1321594 h 1890712"/>
              <a:gd name="connsiteX106" fmla="*/ 1824038 w 2543175"/>
              <a:gd name="connsiteY106" fmla="*/ 1333500 h 1890712"/>
              <a:gd name="connsiteX107" fmla="*/ 1843088 w 2543175"/>
              <a:gd name="connsiteY107" fmla="*/ 1352550 h 1890712"/>
              <a:gd name="connsiteX108" fmla="*/ 1852613 w 2543175"/>
              <a:gd name="connsiteY108" fmla="*/ 1359694 h 1890712"/>
              <a:gd name="connsiteX109" fmla="*/ 1859757 w 2543175"/>
              <a:gd name="connsiteY109" fmla="*/ 1366837 h 1890712"/>
              <a:gd name="connsiteX110" fmla="*/ 1869282 w 2543175"/>
              <a:gd name="connsiteY110" fmla="*/ 1371600 h 1890712"/>
              <a:gd name="connsiteX111" fmla="*/ 1883569 w 2543175"/>
              <a:gd name="connsiteY111" fmla="*/ 1388269 h 1890712"/>
              <a:gd name="connsiteX112" fmla="*/ 1893094 w 2543175"/>
              <a:gd name="connsiteY112" fmla="*/ 1395412 h 1890712"/>
              <a:gd name="connsiteX113" fmla="*/ 1902619 w 2543175"/>
              <a:gd name="connsiteY113" fmla="*/ 1404937 h 1890712"/>
              <a:gd name="connsiteX114" fmla="*/ 1912144 w 2543175"/>
              <a:gd name="connsiteY114" fmla="*/ 1409700 h 1890712"/>
              <a:gd name="connsiteX115" fmla="*/ 1931194 w 2543175"/>
              <a:gd name="connsiteY115" fmla="*/ 1421606 h 1890712"/>
              <a:gd name="connsiteX116" fmla="*/ 1935957 w 2543175"/>
              <a:gd name="connsiteY116" fmla="*/ 1428750 h 1890712"/>
              <a:gd name="connsiteX117" fmla="*/ 1952625 w 2543175"/>
              <a:gd name="connsiteY117" fmla="*/ 1438275 h 1890712"/>
              <a:gd name="connsiteX118" fmla="*/ 1971675 w 2543175"/>
              <a:gd name="connsiteY118" fmla="*/ 1450181 h 1890712"/>
              <a:gd name="connsiteX119" fmla="*/ 1981200 w 2543175"/>
              <a:gd name="connsiteY119" fmla="*/ 1454944 h 1890712"/>
              <a:gd name="connsiteX120" fmla="*/ 1997869 w 2543175"/>
              <a:gd name="connsiteY120" fmla="*/ 1471612 h 1890712"/>
              <a:gd name="connsiteX121" fmla="*/ 2007394 w 2543175"/>
              <a:gd name="connsiteY121" fmla="*/ 1478756 h 1890712"/>
              <a:gd name="connsiteX122" fmla="*/ 2016919 w 2543175"/>
              <a:gd name="connsiteY122" fmla="*/ 1483519 h 1890712"/>
              <a:gd name="connsiteX123" fmla="*/ 2024063 w 2543175"/>
              <a:gd name="connsiteY123" fmla="*/ 1490662 h 1890712"/>
              <a:gd name="connsiteX124" fmla="*/ 2033588 w 2543175"/>
              <a:gd name="connsiteY124" fmla="*/ 1495425 h 1890712"/>
              <a:gd name="connsiteX125" fmla="*/ 2040732 w 2543175"/>
              <a:gd name="connsiteY125" fmla="*/ 1502569 h 1890712"/>
              <a:gd name="connsiteX126" fmla="*/ 2047875 w 2543175"/>
              <a:gd name="connsiteY126" fmla="*/ 1507331 h 1890712"/>
              <a:gd name="connsiteX127" fmla="*/ 2057400 w 2543175"/>
              <a:gd name="connsiteY127" fmla="*/ 1514475 h 1890712"/>
              <a:gd name="connsiteX128" fmla="*/ 2064544 w 2543175"/>
              <a:gd name="connsiteY128" fmla="*/ 1519237 h 1890712"/>
              <a:gd name="connsiteX129" fmla="*/ 2071688 w 2543175"/>
              <a:gd name="connsiteY129" fmla="*/ 1526381 h 1890712"/>
              <a:gd name="connsiteX130" fmla="*/ 2081213 w 2543175"/>
              <a:gd name="connsiteY130" fmla="*/ 1531144 h 1890712"/>
              <a:gd name="connsiteX131" fmla="*/ 2090738 w 2543175"/>
              <a:gd name="connsiteY131" fmla="*/ 1538287 h 1890712"/>
              <a:gd name="connsiteX132" fmla="*/ 2109788 w 2543175"/>
              <a:gd name="connsiteY132" fmla="*/ 1547812 h 1890712"/>
              <a:gd name="connsiteX133" fmla="*/ 2131219 w 2543175"/>
              <a:gd name="connsiteY133" fmla="*/ 1562100 h 1890712"/>
              <a:gd name="connsiteX134" fmla="*/ 2140744 w 2543175"/>
              <a:gd name="connsiteY134" fmla="*/ 1566862 h 1890712"/>
              <a:gd name="connsiteX135" fmla="*/ 2152650 w 2543175"/>
              <a:gd name="connsiteY135" fmla="*/ 1576387 h 1890712"/>
              <a:gd name="connsiteX136" fmla="*/ 2181225 w 2543175"/>
              <a:gd name="connsiteY136" fmla="*/ 1590675 h 1890712"/>
              <a:gd name="connsiteX137" fmla="*/ 2200275 w 2543175"/>
              <a:gd name="connsiteY137" fmla="*/ 1607344 h 1890712"/>
              <a:gd name="connsiteX138" fmla="*/ 2207419 w 2543175"/>
              <a:gd name="connsiteY138" fmla="*/ 1612106 h 1890712"/>
              <a:gd name="connsiteX139" fmla="*/ 2216944 w 2543175"/>
              <a:gd name="connsiteY139" fmla="*/ 1619250 h 1890712"/>
              <a:gd name="connsiteX140" fmla="*/ 2247900 w 2543175"/>
              <a:gd name="connsiteY140" fmla="*/ 1643062 h 1890712"/>
              <a:gd name="connsiteX141" fmla="*/ 2281238 w 2543175"/>
              <a:gd name="connsiteY141" fmla="*/ 1674019 h 1890712"/>
              <a:gd name="connsiteX142" fmla="*/ 2312194 w 2543175"/>
              <a:gd name="connsiteY142" fmla="*/ 1702594 h 1890712"/>
              <a:gd name="connsiteX143" fmla="*/ 2369344 w 2543175"/>
              <a:gd name="connsiteY143" fmla="*/ 1757363 h 1890712"/>
              <a:gd name="connsiteX144" fmla="*/ 2428876 w 2543175"/>
              <a:gd name="connsiteY144" fmla="*/ 1785938 h 1890712"/>
              <a:gd name="connsiteX145" fmla="*/ 2469356 w 2543175"/>
              <a:gd name="connsiteY145" fmla="*/ 1816894 h 1890712"/>
              <a:gd name="connsiteX146" fmla="*/ 2514600 w 2543175"/>
              <a:gd name="connsiteY146" fmla="*/ 1850231 h 1890712"/>
              <a:gd name="connsiteX147" fmla="*/ 2519363 w 2543175"/>
              <a:gd name="connsiteY147" fmla="*/ 1857375 h 1890712"/>
              <a:gd name="connsiteX148" fmla="*/ 2540794 w 2543175"/>
              <a:gd name="connsiteY148" fmla="*/ 1883569 h 1890712"/>
              <a:gd name="connsiteX149" fmla="*/ 2543175 w 2543175"/>
              <a:gd name="connsiteY14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47650 w 2543175"/>
              <a:gd name="connsiteY22" fmla="*/ 185737 h 1890712"/>
              <a:gd name="connsiteX23" fmla="*/ 300038 w 2543175"/>
              <a:gd name="connsiteY23" fmla="*/ 219075 h 1890712"/>
              <a:gd name="connsiteX24" fmla="*/ 342900 w 2543175"/>
              <a:gd name="connsiteY24" fmla="*/ 254794 h 1890712"/>
              <a:gd name="connsiteX25" fmla="*/ 385763 w 2543175"/>
              <a:gd name="connsiteY25" fmla="*/ 283369 h 1890712"/>
              <a:gd name="connsiteX26" fmla="*/ 404813 w 2543175"/>
              <a:gd name="connsiteY26" fmla="*/ 295275 h 1890712"/>
              <a:gd name="connsiteX27" fmla="*/ 411957 w 2543175"/>
              <a:gd name="connsiteY27" fmla="*/ 297656 h 1890712"/>
              <a:gd name="connsiteX28" fmla="*/ 466725 w 2543175"/>
              <a:gd name="connsiteY28" fmla="*/ 328612 h 1890712"/>
              <a:gd name="connsiteX29" fmla="*/ 495300 w 2543175"/>
              <a:gd name="connsiteY29" fmla="*/ 359569 h 1890712"/>
              <a:gd name="connsiteX30" fmla="*/ 509588 w 2543175"/>
              <a:gd name="connsiteY30" fmla="*/ 376237 h 1890712"/>
              <a:gd name="connsiteX31" fmla="*/ 514350 w 2543175"/>
              <a:gd name="connsiteY31" fmla="*/ 383381 h 1890712"/>
              <a:gd name="connsiteX32" fmla="*/ 531019 w 2543175"/>
              <a:gd name="connsiteY32" fmla="*/ 397669 h 1890712"/>
              <a:gd name="connsiteX33" fmla="*/ 538163 w 2543175"/>
              <a:gd name="connsiteY33" fmla="*/ 407194 h 1890712"/>
              <a:gd name="connsiteX34" fmla="*/ 554832 w 2543175"/>
              <a:gd name="connsiteY34" fmla="*/ 421481 h 1890712"/>
              <a:gd name="connsiteX35" fmla="*/ 564357 w 2543175"/>
              <a:gd name="connsiteY35" fmla="*/ 431006 h 1890712"/>
              <a:gd name="connsiteX36" fmla="*/ 573882 w 2543175"/>
              <a:gd name="connsiteY36" fmla="*/ 438150 h 1890712"/>
              <a:gd name="connsiteX37" fmla="*/ 595313 w 2543175"/>
              <a:gd name="connsiteY37" fmla="*/ 454819 h 1890712"/>
              <a:gd name="connsiteX38" fmla="*/ 602457 w 2543175"/>
              <a:gd name="connsiteY38" fmla="*/ 457200 h 1890712"/>
              <a:gd name="connsiteX39" fmla="*/ 628650 w 2543175"/>
              <a:gd name="connsiteY39" fmla="*/ 469106 h 1890712"/>
              <a:gd name="connsiteX40" fmla="*/ 645319 w 2543175"/>
              <a:gd name="connsiteY40" fmla="*/ 483394 h 1890712"/>
              <a:gd name="connsiteX41" fmla="*/ 654844 w 2543175"/>
              <a:gd name="connsiteY41" fmla="*/ 488156 h 1890712"/>
              <a:gd name="connsiteX42" fmla="*/ 661988 w 2543175"/>
              <a:gd name="connsiteY42" fmla="*/ 497681 h 1890712"/>
              <a:gd name="connsiteX43" fmla="*/ 683419 w 2543175"/>
              <a:gd name="connsiteY43" fmla="*/ 514350 h 1890712"/>
              <a:gd name="connsiteX44" fmla="*/ 700088 w 2543175"/>
              <a:gd name="connsiteY44" fmla="*/ 526256 h 1890712"/>
              <a:gd name="connsiteX45" fmla="*/ 709613 w 2543175"/>
              <a:gd name="connsiteY45" fmla="*/ 535781 h 1890712"/>
              <a:gd name="connsiteX46" fmla="*/ 719138 w 2543175"/>
              <a:gd name="connsiteY46" fmla="*/ 542925 h 1890712"/>
              <a:gd name="connsiteX47" fmla="*/ 733425 w 2543175"/>
              <a:gd name="connsiteY47" fmla="*/ 557212 h 1890712"/>
              <a:gd name="connsiteX48" fmla="*/ 750094 w 2543175"/>
              <a:gd name="connsiteY48" fmla="*/ 569119 h 1890712"/>
              <a:gd name="connsiteX49" fmla="*/ 769144 w 2543175"/>
              <a:gd name="connsiteY49" fmla="*/ 581025 h 1890712"/>
              <a:gd name="connsiteX50" fmla="*/ 785813 w 2543175"/>
              <a:gd name="connsiteY50" fmla="*/ 590550 h 1890712"/>
              <a:gd name="connsiteX51" fmla="*/ 792957 w 2543175"/>
              <a:gd name="connsiteY51" fmla="*/ 600075 h 1890712"/>
              <a:gd name="connsiteX52" fmla="*/ 809625 w 2543175"/>
              <a:gd name="connsiteY52" fmla="*/ 611981 h 1890712"/>
              <a:gd name="connsiteX53" fmla="*/ 816769 w 2543175"/>
              <a:gd name="connsiteY53" fmla="*/ 619125 h 1890712"/>
              <a:gd name="connsiteX54" fmla="*/ 826294 w 2543175"/>
              <a:gd name="connsiteY54" fmla="*/ 626269 h 1890712"/>
              <a:gd name="connsiteX55" fmla="*/ 840582 w 2543175"/>
              <a:gd name="connsiteY55" fmla="*/ 638175 h 1890712"/>
              <a:gd name="connsiteX56" fmla="*/ 847725 w 2543175"/>
              <a:gd name="connsiteY56" fmla="*/ 645319 h 1890712"/>
              <a:gd name="connsiteX57" fmla="*/ 857250 w 2543175"/>
              <a:gd name="connsiteY57" fmla="*/ 652462 h 1890712"/>
              <a:gd name="connsiteX58" fmla="*/ 888207 w 2543175"/>
              <a:gd name="connsiteY58" fmla="*/ 676275 h 1890712"/>
              <a:gd name="connsiteX59" fmla="*/ 907257 w 2543175"/>
              <a:gd name="connsiteY59" fmla="*/ 683419 h 1890712"/>
              <a:gd name="connsiteX60" fmla="*/ 928688 w 2543175"/>
              <a:gd name="connsiteY60" fmla="*/ 695325 h 1890712"/>
              <a:gd name="connsiteX61" fmla="*/ 942975 w 2543175"/>
              <a:gd name="connsiteY61" fmla="*/ 700087 h 1890712"/>
              <a:gd name="connsiteX62" fmla="*/ 964407 w 2543175"/>
              <a:gd name="connsiteY62" fmla="*/ 716756 h 1890712"/>
              <a:gd name="connsiteX63" fmla="*/ 971550 w 2543175"/>
              <a:gd name="connsiteY63" fmla="*/ 723900 h 1890712"/>
              <a:gd name="connsiteX64" fmla="*/ 983457 w 2543175"/>
              <a:gd name="connsiteY64" fmla="*/ 733425 h 1890712"/>
              <a:gd name="connsiteX65" fmla="*/ 990600 w 2543175"/>
              <a:gd name="connsiteY65" fmla="*/ 738187 h 1890712"/>
              <a:gd name="connsiteX66" fmla="*/ 1007269 w 2543175"/>
              <a:gd name="connsiteY66" fmla="*/ 752475 h 1890712"/>
              <a:gd name="connsiteX67" fmla="*/ 1031082 w 2543175"/>
              <a:gd name="connsiteY67" fmla="*/ 766762 h 1890712"/>
              <a:gd name="connsiteX68" fmla="*/ 1042988 w 2543175"/>
              <a:gd name="connsiteY68" fmla="*/ 773906 h 1890712"/>
              <a:gd name="connsiteX69" fmla="*/ 1071563 w 2543175"/>
              <a:gd name="connsiteY69" fmla="*/ 785812 h 1890712"/>
              <a:gd name="connsiteX70" fmla="*/ 1097757 w 2543175"/>
              <a:gd name="connsiteY70" fmla="*/ 807244 h 1890712"/>
              <a:gd name="connsiteX71" fmla="*/ 1104900 w 2543175"/>
              <a:gd name="connsiteY71" fmla="*/ 814387 h 1890712"/>
              <a:gd name="connsiteX72" fmla="*/ 1121569 w 2543175"/>
              <a:gd name="connsiteY72" fmla="*/ 823912 h 1890712"/>
              <a:gd name="connsiteX73" fmla="*/ 1138238 w 2543175"/>
              <a:gd name="connsiteY73" fmla="*/ 835819 h 1890712"/>
              <a:gd name="connsiteX74" fmla="*/ 1147763 w 2543175"/>
              <a:gd name="connsiteY74" fmla="*/ 842962 h 1890712"/>
              <a:gd name="connsiteX75" fmla="*/ 1157288 w 2543175"/>
              <a:gd name="connsiteY75" fmla="*/ 847725 h 1890712"/>
              <a:gd name="connsiteX76" fmla="*/ 1178719 w 2543175"/>
              <a:gd name="connsiteY76" fmla="*/ 859631 h 1890712"/>
              <a:gd name="connsiteX77" fmla="*/ 1188244 w 2543175"/>
              <a:gd name="connsiteY77" fmla="*/ 866775 h 1890712"/>
              <a:gd name="connsiteX78" fmla="*/ 1195388 w 2543175"/>
              <a:gd name="connsiteY78" fmla="*/ 871537 h 1890712"/>
              <a:gd name="connsiteX79" fmla="*/ 1212057 w 2543175"/>
              <a:gd name="connsiteY79" fmla="*/ 883444 h 1890712"/>
              <a:gd name="connsiteX80" fmla="*/ 1226344 w 2543175"/>
              <a:gd name="connsiteY80" fmla="*/ 895350 h 1890712"/>
              <a:gd name="connsiteX81" fmla="*/ 1245394 w 2543175"/>
              <a:gd name="connsiteY81" fmla="*/ 907256 h 1890712"/>
              <a:gd name="connsiteX82" fmla="*/ 1254919 w 2543175"/>
              <a:gd name="connsiteY82" fmla="*/ 914400 h 1890712"/>
              <a:gd name="connsiteX83" fmla="*/ 1269207 w 2543175"/>
              <a:gd name="connsiteY83" fmla="*/ 921544 h 1890712"/>
              <a:gd name="connsiteX84" fmla="*/ 1290638 w 2543175"/>
              <a:gd name="connsiteY84" fmla="*/ 935831 h 1890712"/>
              <a:gd name="connsiteX85" fmla="*/ 1307307 w 2543175"/>
              <a:gd name="connsiteY85" fmla="*/ 952500 h 1890712"/>
              <a:gd name="connsiteX86" fmla="*/ 1333500 w 2543175"/>
              <a:gd name="connsiteY86" fmla="*/ 971550 h 1890712"/>
              <a:gd name="connsiteX87" fmla="*/ 1359694 w 2543175"/>
              <a:gd name="connsiteY87" fmla="*/ 990600 h 1890712"/>
              <a:gd name="connsiteX88" fmla="*/ 1385888 w 2543175"/>
              <a:gd name="connsiteY88" fmla="*/ 1021557 h 1890712"/>
              <a:gd name="connsiteX89" fmla="*/ 1435894 w 2543175"/>
              <a:gd name="connsiteY89" fmla="*/ 1054894 h 1890712"/>
              <a:gd name="connsiteX90" fmla="*/ 1497806 w 2543175"/>
              <a:gd name="connsiteY90" fmla="*/ 1104900 h 1890712"/>
              <a:gd name="connsiteX91" fmla="*/ 1559718 w 2543175"/>
              <a:gd name="connsiteY91" fmla="*/ 1154906 h 1890712"/>
              <a:gd name="connsiteX92" fmla="*/ 1595438 w 2543175"/>
              <a:gd name="connsiteY92" fmla="*/ 1181100 h 1890712"/>
              <a:gd name="connsiteX93" fmla="*/ 1628775 w 2543175"/>
              <a:gd name="connsiteY93" fmla="*/ 1207294 h 1890712"/>
              <a:gd name="connsiteX94" fmla="*/ 1662113 w 2543175"/>
              <a:gd name="connsiteY94" fmla="*/ 1231107 h 1890712"/>
              <a:gd name="connsiteX95" fmla="*/ 1700213 w 2543175"/>
              <a:gd name="connsiteY95" fmla="*/ 1247775 h 1890712"/>
              <a:gd name="connsiteX96" fmla="*/ 1712119 w 2543175"/>
              <a:gd name="connsiteY96" fmla="*/ 1259681 h 1890712"/>
              <a:gd name="connsiteX97" fmla="*/ 1733550 w 2543175"/>
              <a:gd name="connsiteY97" fmla="*/ 1273969 h 1890712"/>
              <a:gd name="connsiteX98" fmla="*/ 1743075 w 2543175"/>
              <a:gd name="connsiteY98" fmla="*/ 1283494 h 1890712"/>
              <a:gd name="connsiteX99" fmla="*/ 1754982 w 2543175"/>
              <a:gd name="connsiteY99" fmla="*/ 1290637 h 1890712"/>
              <a:gd name="connsiteX100" fmla="*/ 1766888 w 2543175"/>
              <a:gd name="connsiteY100" fmla="*/ 1300162 h 1890712"/>
              <a:gd name="connsiteX101" fmla="*/ 1783557 w 2543175"/>
              <a:gd name="connsiteY101" fmla="*/ 1307306 h 1890712"/>
              <a:gd name="connsiteX102" fmla="*/ 1790700 w 2543175"/>
              <a:gd name="connsiteY102" fmla="*/ 1312069 h 1890712"/>
              <a:gd name="connsiteX103" fmla="*/ 1800225 w 2543175"/>
              <a:gd name="connsiteY103" fmla="*/ 1319212 h 1890712"/>
              <a:gd name="connsiteX104" fmla="*/ 1807369 w 2543175"/>
              <a:gd name="connsiteY104" fmla="*/ 1321594 h 1890712"/>
              <a:gd name="connsiteX105" fmla="*/ 1824038 w 2543175"/>
              <a:gd name="connsiteY105" fmla="*/ 1333500 h 1890712"/>
              <a:gd name="connsiteX106" fmla="*/ 1843088 w 2543175"/>
              <a:gd name="connsiteY106" fmla="*/ 1352550 h 1890712"/>
              <a:gd name="connsiteX107" fmla="*/ 1852613 w 2543175"/>
              <a:gd name="connsiteY107" fmla="*/ 1359694 h 1890712"/>
              <a:gd name="connsiteX108" fmla="*/ 1859757 w 2543175"/>
              <a:gd name="connsiteY108" fmla="*/ 1366837 h 1890712"/>
              <a:gd name="connsiteX109" fmla="*/ 1869282 w 2543175"/>
              <a:gd name="connsiteY109" fmla="*/ 1371600 h 1890712"/>
              <a:gd name="connsiteX110" fmla="*/ 1883569 w 2543175"/>
              <a:gd name="connsiteY110" fmla="*/ 1388269 h 1890712"/>
              <a:gd name="connsiteX111" fmla="*/ 1893094 w 2543175"/>
              <a:gd name="connsiteY111" fmla="*/ 1395412 h 1890712"/>
              <a:gd name="connsiteX112" fmla="*/ 1902619 w 2543175"/>
              <a:gd name="connsiteY112" fmla="*/ 1404937 h 1890712"/>
              <a:gd name="connsiteX113" fmla="*/ 1912144 w 2543175"/>
              <a:gd name="connsiteY113" fmla="*/ 1409700 h 1890712"/>
              <a:gd name="connsiteX114" fmla="*/ 1931194 w 2543175"/>
              <a:gd name="connsiteY114" fmla="*/ 1421606 h 1890712"/>
              <a:gd name="connsiteX115" fmla="*/ 1935957 w 2543175"/>
              <a:gd name="connsiteY115" fmla="*/ 1428750 h 1890712"/>
              <a:gd name="connsiteX116" fmla="*/ 1952625 w 2543175"/>
              <a:gd name="connsiteY116" fmla="*/ 1438275 h 1890712"/>
              <a:gd name="connsiteX117" fmla="*/ 1971675 w 2543175"/>
              <a:gd name="connsiteY117" fmla="*/ 1450181 h 1890712"/>
              <a:gd name="connsiteX118" fmla="*/ 1981200 w 2543175"/>
              <a:gd name="connsiteY118" fmla="*/ 1454944 h 1890712"/>
              <a:gd name="connsiteX119" fmla="*/ 1997869 w 2543175"/>
              <a:gd name="connsiteY119" fmla="*/ 1471612 h 1890712"/>
              <a:gd name="connsiteX120" fmla="*/ 2007394 w 2543175"/>
              <a:gd name="connsiteY120" fmla="*/ 1478756 h 1890712"/>
              <a:gd name="connsiteX121" fmla="*/ 2016919 w 2543175"/>
              <a:gd name="connsiteY121" fmla="*/ 1483519 h 1890712"/>
              <a:gd name="connsiteX122" fmla="*/ 2024063 w 2543175"/>
              <a:gd name="connsiteY122" fmla="*/ 1490662 h 1890712"/>
              <a:gd name="connsiteX123" fmla="*/ 2033588 w 2543175"/>
              <a:gd name="connsiteY123" fmla="*/ 1495425 h 1890712"/>
              <a:gd name="connsiteX124" fmla="*/ 2040732 w 2543175"/>
              <a:gd name="connsiteY124" fmla="*/ 1502569 h 1890712"/>
              <a:gd name="connsiteX125" fmla="*/ 2047875 w 2543175"/>
              <a:gd name="connsiteY125" fmla="*/ 1507331 h 1890712"/>
              <a:gd name="connsiteX126" fmla="*/ 2057400 w 2543175"/>
              <a:gd name="connsiteY126" fmla="*/ 1514475 h 1890712"/>
              <a:gd name="connsiteX127" fmla="*/ 2064544 w 2543175"/>
              <a:gd name="connsiteY127" fmla="*/ 1519237 h 1890712"/>
              <a:gd name="connsiteX128" fmla="*/ 2071688 w 2543175"/>
              <a:gd name="connsiteY128" fmla="*/ 1526381 h 1890712"/>
              <a:gd name="connsiteX129" fmla="*/ 2081213 w 2543175"/>
              <a:gd name="connsiteY129" fmla="*/ 1531144 h 1890712"/>
              <a:gd name="connsiteX130" fmla="*/ 2090738 w 2543175"/>
              <a:gd name="connsiteY130" fmla="*/ 1538287 h 1890712"/>
              <a:gd name="connsiteX131" fmla="*/ 2109788 w 2543175"/>
              <a:gd name="connsiteY131" fmla="*/ 1547812 h 1890712"/>
              <a:gd name="connsiteX132" fmla="*/ 2131219 w 2543175"/>
              <a:gd name="connsiteY132" fmla="*/ 1562100 h 1890712"/>
              <a:gd name="connsiteX133" fmla="*/ 2140744 w 2543175"/>
              <a:gd name="connsiteY133" fmla="*/ 1566862 h 1890712"/>
              <a:gd name="connsiteX134" fmla="*/ 2152650 w 2543175"/>
              <a:gd name="connsiteY134" fmla="*/ 1576387 h 1890712"/>
              <a:gd name="connsiteX135" fmla="*/ 2181225 w 2543175"/>
              <a:gd name="connsiteY135" fmla="*/ 1590675 h 1890712"/>
              <a:gd name="connsiteX136" fmla="*/ 2200275 w 2543175"/>
              <a:gd name="connsiteY136" fmla="*/ 1607344 h 1890712"/>
              <a:gd name="connsiteX137" fmla="*/ 2207419 w 2543175"/>
              <a:gd name="connsiteY137" fmla="*/ 1612106 h 1890712"/>
              <a:gd name="connsiteX138" fmla="*/ 2216944 w 2543175"/>
              <a:gd name="connsiteY138" fmla="*/ 1619250 h 1890712"/>
              <a:gd name="connsiteX139" fmla="*/ 2247900 w 2543175"/>
              <a:gd name="connsiteY139" fmla="*/ 1643062 h 1890712"/>
              <a:gd name="connsiteX140" fmla="*/ 2281238 w 2543175"/>
              <a:gd name="connsiteY140" fmla="*/ 1674019 h 1890712"/>
              <a:gd name="connsiteX141" fmla="*/ 2312194 w 2543175"/>
              <a:gd name="connsiteY141" fmla="*/ 1702594 h 1890712"/>
              <a:gd name="connsiteX142" fmla="*/ 2369344 w 2543175"/>
              <a:gd name="connsiteY142" fmla="*/ 1757363 h 1890712"/>
              <a:gd name="connsiteX143" fmla="*/ 2428876 w 2543175"/>
              <a:gd name="connsiteY143" fmla="*/ 1785938 h 1890712"/>
              <a:gd name="connsiteX144" fmla="*/ 2469356 w 2543175"/>
              <a:gd name="connsiteY144" fmla="*/ 1816894 h 1890712"/>
              <a:gd name="connsiteX145" fmla="*/ 2514600 w 2543175"/>
              <a:gd name="connsiteY145" fmla="*/ 1850231 h 1890712"/>
              <a:gd name="connsiteX146" fmla="*/ 2519363 w 2543175"/>
              <a:gd name="connsiteY146" fmla="*/ 1857375 h 1890712"/>
              <a:gd name="connsiteX147" fmla="*/ 2540794 w 2543175"/>
              <a:gd name="connsiteY147" fmla="*/ 1883569 h 1890712"/>
              <a:gd name="connsiteX148" fmla="*/ 2543175 w 2543175"/>
              <a:gd name="connsiteY148"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47650 w 2543175"/>
              <a:gd name="connsiteY22" fmla="*/ 185737 h 1890712"/>
              <a:gd name="connsiteX23" fmla="*/ 300038 w 2543175"/>
              <a:gd name="connsiteY23" fmla="*/ 219075 h 1890712"/>
              <a:gd name="connsiteX24" fmla="*/ 342900 w 2543175"/>
              <a:gd name="connsiteY24" fmla="*/ 254794 h 1890712"/>
              <a:gd name="connsiteX25" fmla="*/ 385763 w 2543175"/>
              <a:gd name="connsiteY25" fmla="*/ 283369 h 1890712"/>
              <a:gd name="connsiteX26" fmla="*/ 404813 w 2543175"/>
              <a:gd name="connsiteY26" fmla="*/ 295275 h 1890712"/>
              <a:gd name="connsiteX27" fmla="*/ 411957 w 2543175"/>
              <a:gd name="connsiteY27" fmla="*/ 297656 h 1890712"/>
              <a:gd name="connsiteX28" fmla="*/ 458211 w 2543175"/>
              <a:gd name="connsiteY28" fmla="*/ 332420 h 1890712"/>
              <a:gd name="connsiteX29" fmla="*/ 495300 w 2543175"/>
              <a:gd name="connsiteY29" fmla="*/ 359569 h 1890712"/>
              <a:gd name="connsiteX30" fmla="*/ 509588 w 2543175"/>
              <a:gd name="connsiteY30" fmla="*/ 376237 h 1890712"/>
              <a:gd name="connsiteX31" fmla="*/ 514350 w 2543175"/>
              <a:gd name="connsiteY31" fmla="*/ 383381 h 1890712"/>
              <a:gd name="connsiteX32" fmla="*/ 531019 w 2543175"/>
              <a:gd name="connsiteY32" fmla="*/ 397669 h 1890712"/>
              <a:gd name="connsiteX33" fmla="*/ 538163 w 2543175"/>
              <a:gd name="connsiteY33" fmla="*/ 407194 h 1890712"/>
              <a:gd name="connsiteX34" fmla="*/ 554832 w 2543175"/>
              <a:gd name="connsiteY34" fmla="*/ 421481 h 1890712"/>
              <a:gd name="connsiteX35" fmla="*/ 564357 w 2543175"/>
              <a:gd name="connsiteY35" fmla="*/ 431006 h 1890712"/>
              <a:gd name="connsiteX36" fmla="*/ 573882 w 2543175"/>
              <a:gd name="connsiteY36" fmla="*/ 438150 h 1890712"/>
              <a:gd name="connsiteX37" fmla="*/ 595313 w 2543175"/>
              <a:gd name="connsiteY37" fmla="*/ 454819 h 1890712"/>
              <a:gd name="connsiteX38" fmla="*/ 602457 w 2543175"/>
              <a:gd name="connsiteY38" fmla="*/ 457200 h 1890712"/>
              <a:gd name="connsiteX39" fmla="*/ 628650 w 2543175"/>
              <a:gd name="connsiteY39" fmla="*/ 469106 h 1890712"/>
              <a:gd name="connsiteX40" fmla="*/ 645319 w 2543175"/>
              <a:gd name="connsiteY40" fmla="*/ 483394 h 1890712"/>
              <a:gd name="connsiteX41" fmla="*/ 654844 w 2543175"/>
              <a:gd name="connsiteY41" fmla="*/ 488156 h 1890712"/>
              <a:gd name="connsiteX42" fmla="*/ 661988 w 2543175"/>
              <a:gd name="connsiteY42" fmla="*/ 497681 h 1890712"/>
              <a:gd name="connsiteX43" fmla="*/ 683419 w 2543175"/>
              <a:gd name="connsiteY43" fmla="*/ 514350 h 1890712"/>
              <a:gd name="connsiteX44" fmla="*/ 700088 w 2543175"/>
              <a:gd name="connsiteY44" fmla="*/ 526256 h 1890712"/>
              <a:gd name="connsiteX45" fmla="*/ 709613 w 2543175"/>
              <a:gd name="connsiteY45" fmla="*/ 535781 h 1890712"/>
              <a:gd name="connsiteX46" fmla="*/ 719138 w 2543175"/>
              <a:gd name="connsiteY46" fmla="*/ 542925 h 1890712"/>
              <a:gd name="connsiteX47" fmla="*/ 733425 w 2543175"/>
              <a:gd name="connsiteY47" fmla="*/ 557212 h 1890712"/>
              <a:gd name="connsiteX48" fmla="*/ 750094 w 2543175"/>
              <a:gd name="connsiteY48" fmla="*/ 569119 h 1890712"/>
              <a:gd name="connsiteX49" fmla="*/ 769144 w 2543175"/>
              <a:gd name="connsiteY49" fmla="*/ 581025 h 1890712"/>
              <a:gd name="connsiteX50" fmla="*/ 785813 w 2543175"/>
              <a:gd name="connsiteY50" fmla="*/ 590550 h 1890712"/>
              <a:gd name="connsiteX51" fmla="*/ 792957 w 2543175"/>
              <a:gd name="connsiteY51" fmla="*/ 600075 h 1890712"/>
              <a:gd name="connsiteX52" fmla="*/ 809625 w 2543175"/>
              <a:gd name="connsiteY52" fmla="*/ 611981 h 1890712"/>
              <a:gd name="connsiteX53" fmla="*/ 816769 w 2543175"/>
              <a:gd name="connsiteY53" fmla="*/ 619125 h 1890712"/>
              <a:gd name="connsiteX54" fmla="*/ 826294 w 2543175"/>
              <a:gd name="connsiteY54" fmla="*/ 626269 h 1890712"/>
              <a:gd name="connsiteX55" fmla="*/ 840582 w 2543175"/>
              <a:gd name="connsiteY55" fmla="*/ 638175 h 1890712"/>
              <a:gd name="connsiteX56" fmla="*/ 847725 w 2543175"/>
              <a:gd name="connsiteY56" fmla="*/ 645319 h 1890712"/>
              <a:gd name="connsiteX57" fmla="*/ 857250 w 2543175"/>
              <a:gd name="connsiteY57" fmla="*/ 652462 h 1890712"/>
              <a:gd name="connsiteX58" fmla="*/ 888207 w 2543175"/>
              <a:gd name="connsiteY58" fmla="*/ 676275 h 1890712"/>
              <a:gd name="connsiteX59" fmla="*/ 907257 w 2543175"/>
              <a:gd name="connsiteY59" fmla="*/ 683419 h 1890712"/>
              <a:gd name="connsiteX60" fmla="*/ 928688 w 2543175"/>
              <a:gd name="connsiteY60" fmla="*/ 695325 h 1890712"/>
              <a:gd name="connsiteX61" fmla="*/ 942975 w 2543175"/>
              <a:gd name="connsiteY61" fmla="*/ 700087 h 1890712"/>
              <a:gd name="connsiteX62" fmla="*/ 964407 w 2543175"/>
              <a:gd name="connsiteY62" fmla="*/ 716756 h 1890712"/>
              <a:gd name="connsiteX63" fmla="*/ 971550 w 2543175"/>
              <a:gd name="connsiteY63" fmla="*/ 723900 h 1890712"/>
              <a:gd name="connsiteX64" fmla="*/ 983457 w 2543175"/>
              <a:gd name="connsiteY64" fmla="*/ 733425 h 1890712"/>
              <a:gd name="connsiteX65" fmla="*/ 990600 w 2543175"/>
              <a:gd name="connsiteY65" fmla="*/ 738187 h 1890712"/>
              <a:gd name="connsiteX66" fmla="*/ 1007269 w 2543175"/>
              <a:gd name="connsiteY66" fmla="*/ 752475 h 1890712"/>
              <a:gd name="connsiteX67" fmla="*/ 1031082 w 2543175"/>
              <a:gd name="connsiteY67" fmla="*/ 766762 h 1890712"/>
              <a:gd name="connsiteX68" fmla="*/ 1042988 w 2543175"/>
              <a:gd name="connsiteY68" fmla="*/ 773906 h 1890712"/>
              <a:gd name="connsiteX69" fmla="*/ 1071563 w 2543175"/>
              <a:gd name="connsiteY69" fmla="*/ 785812 h 1890712"/>
              <a:gd name="connsiteX70" fmla="*/ 1097757 w 2543175"/>
              <a:gd name="connsiteY70" fmla="*/ 807244 h 1890712"/>
              <a:gd name="connsiteX71" fmla="*/ 1104900 w 2543175"/>
              <a:gd name="connsiteY71" fmla="*/ 814387 h 1890712"/>
              <a:gd name="connsiteX72" fmla="*/ 1121569 w 2543175"/>
              <a:gd name="connsiteY72" fmla="*/ 823912 h 1890712"/>
              <a:gd name="connsiteX73" fmla="*/ 1138238 w 2543175"/>
              <a:gd name="connsiteY73" fmla="*/ 835819 h 1890712"/>
              <a:gd name="connsiteX74" fmla="*/ 1147763 w 2543175"/>
              <a:gd name="connsiteY74" fmla="*/ 842962 h 1890712"/>
              <a:gd name="connsiteX75" fmla="*/ 1157288 w 2543175"/>
              <a:gd name="connsiteY75" fmla="*/ 847725 h 1890712"/>
              <a:gd name="connsiteX76" fmla="*/ 1178719 w 2543175"/>
              <a:gd name="connsiteY76" fmla="*/ 859631 h 1890712"/>
              <a:gd name="connsiteX77" fmla="*/ 1188244 w 2543175"/>
              <a:gd name="connsiteY77" fmla="*/ 866775 h 1890712"/>
              <a:gd name="connsiteX78" fmla="*/ 1195388 w 2543175"/>
              <a:gd name="connsiteY78" fmla="*/ 871537 h 1890712"/>
              <a:gd name="connsiteX79" fmla="*/ 1212057 w 2543175"/>
              <a:gd name="connsiteY79" fmla="*/ 883444 h 1890712"/>
              <a:gd name="connsiteX80" fmla="*/ 1226344 w 2543175"/>
              <a:gd name="connsiteY80" fmla="*/ 895350 h 1890712"/>
              <a:gd name="connsiteX81" fmla="*/ 1245394 w 2543175"/>
              <a:gd name="connsiteY81" fmla="*/ 907256 h 1890712"/>
              <a:gd name="connsiteX82" fmla="*/ 1254919 w 2543175"/>
              <a:gd name="connsiteY82" fmla="*/ 914400 h 1890712"/>
              <a:gd name="connsiteX83" fmla="*/ 1269207 w 2543175"/>
              <a:gd name="connsiteY83" fmla="*/ 921544 h 1890712"/>
              <a:gd name="connsiteX84" fmla="*/ 1290638 w 2543175"/>
              <a:gd name="connsiteY84" fmla="*/ 935831 h 1890712"/>
              <a:gd name="connsiteX85" fmla="*/ 1307307 w 2543175"/>
              <a:gd name="connsiteY85" fmla="*/ 952500 h 1890712"/>
              <a:gd name="connsiteX86" fmla="*/ 1333500 w 2543175"/>
              <a:gd name="connsiteY86" fmla="*/ 971550 h 1890712"/>
              <a:gd name="connsiteX87" fmla="*/ 1359694 w 2543175"/>
              <a:gd name="connsiteY87" fmla="*/ 990600 h 1890712"/>
              <a:gd name="connsiteX88" fmla="*/ 1385888 w 2543175"/>
              <a:gd name="connsiteY88" fmla="*/ 1021557 h 1890712"/>
              <a:gd name="connsiteX89" fmla="*/ 1435894 w 2543175"/>
              <a:gd name="connsiteY89" fmla="*/ 1054894 h 1890712"/>
              <a:gd name="connsiteX90" fmla="*/ 1497806 w 2543175"/>
              <a:gd name="connsiteY90" fmla="*/ 1104900 h 1890712"/>
              <a:gd name="connsiteX91" fmla="*/ 1559718 w 2543175"/>
              <a:gd name="connsiteY91" fmla="*/ 1154906 h 1890712"/>
              <a:gd name="connsiteX92" fmla="*/ 1595438 w 2543175"/>
              <a:gd name="connsiteY92" fmla="*/ 1181100 h 1890712"/>
              <a:gd name="connsiteX93" fmla="*/ 1628775 w 2543175"/>
              <a:gd name="connsiteY93" fmla="*/ 1207294 h 1890712"/>
              <a:gd name="connsiteX94" fmla="*/ 1662113 w 2543175"/>
              <a:gd name="connsiteY94" fmla="*/ 1231107 h 1890712"/>
              <a:gd name="connsiteX95" fmla="*/ 1700213 w 2543175"/>
              <a:gd name="connsiteY95" fmla="*/ 1247775 h 1890712"/>
              <a:gd name="connsiteX96" fmla="*/ 1712119 w 2543175"/>
              <a:gd name="connsiteY96" fmla="*/ 1259681 h 1890712"/>
              <a:gd name="connsiteX97" fmla="*/ 1733550 w 2543175"/>
              <a:gd name="connsiteY97" fmla="*/ 1273969 h 1890712"/>
              <a:gd name="connsiteX98" fmla="*/ 1743075 w 2543175"/>
              <a:gd name="connsiteY98" fmla="*/ 1283494 h 1890712"/>
              <a:gd name="connsiteX99" fmla="*/ 1754982 w 2543175"/>
              <a:gd name="connsiteY99" fmla="*/ 1290637 h 1890712"/>
              <a:gd name="connsiteX100" fmla="*/ 1766888 w 2543175"/>
              <a:gd name="connsiteY100" fmla="*/ 1300162 h 1890712"/>
              <a:gd name="connsiteX101" fmla="*/ 1783557 w 2543175"/>
              <a:gd name="connsiteY101" fmla="*/ 1307306 h 1890712"/>
              <a:gd name="connsiteX102" fmla="*/ 1790700 w 2543175"/>
              <a:gd name="connsiteY102" fmla="*/ 1312069 h 1890712"/>
              <a:gd name="connsiteX103" fmla="*/ 1800225 w 2543175"/>
              <a:gd name="connsiteY103" fmla="*/ 1319212 h 1890712"/>
              <a:gd name="connsiteX104" fmla="*/ 1807369 w 2543175"/>
              <a:gd name="connsiteY104" fmla="*/ 1321594 h 1890712"/>
              <a:gd name="connsiteX105" fmla="*/ 1824038 w 2543175"/>
              <a:gd name="connsiteY105" fmla="*/ 1333500 h 1890712"/>
              <a:gd name="connsiteX106" fmla="*/ 1843088 w 2543175"/>
              <a:gd name="connsiteY106" fmla="*/ 1352550 h 1890712"/>
              <a:gd name="connsiteX107" fmla="*/ 1852613 w 2543175"/>
              <a:gd name="connsiteY107" fmla="*/ 1359694 h 1890712"/>
              <a:gd name="connsiteX108" fmla="*/ 1859757 w 2543175"/>
              <a:gd name="connsiteY108" fmla="*/ 1366837 h 1890712"/>
              <a:gd name="connsiteX109" fmla="*/ 1869282 w 2543175"/>
              <a:gd name="connsiteY109" fmla="*/ 1371600 h 1890712"/>
              <a:gd name="connsiteX110" fmla="*/ 1883569 w 2543175"/>
              <a:gd name="connsiteY110" fmla="*/ 1388269 h 1890712"/>
              <a:gd name="connsiteX111" fmla="*/ 1893094 w 2543175"/>
              <a:gd name="connsiteY111" fmla="*/ 1395412 h 1890712"/>
              <a:gd name="connsiteX112" fmla="*/ 1902619 w 2543175"/>
              <a:gd name="connsiteY112" fmla="*/ 1404937 h 1890712"/>
              <a:gd name="connsiteX113" fmla="*/ 1912144 w 2543175"/>
              <a:gd name="connsiteY113" fmla="*/ 1409700 h 1890712"/>
              <a:gd name="connsiteX114" fmla="*/ 1931194 w 2543175"/>
              <a:gd name="connsiteY114" fmla="*/ 1421606 h 1890712"/>
              <a:gd name="connsiteX115" fmla="*/ 1935957 w 2543175"/>
              <a:gd name="connsiteY115" fmla="*/ 1428750 h 1890712"/>
              <a:gd name="connsiteX116" fmla="*/ 1952625 w 2543175"/>
              <a:gd name="connsiteY116" fmla="*/ 1438275 h 1890712"/>
              <a:gd name="connsiteX117" fmla="*/ 1971675 w 2543175"/>
              <a:gd name="connsiteY117" fmla="*/ 1450181 h 1890712"/>
              <a:gd name="connsiteX118" fmla="*/ 1981200 w 2543175"/>
              <a:gd name="connsiteY118" fmla="*/ 1454944 h 1890712"/>
              <a:gd name="connsiteX119" fmla="*/ 1997869 w 2543175"/>
              <a:gd name="connsiteY119" fmla="*/ 1471612 h 1890712"/>
              <a:gd name="connsiteX120" fmla="*/ 2007394 w 2543175"/>
              <a:gd name="connsiteY120" fmla="*/ 1478756 h 1890712"/>
              <a:gd name="connsiteX121" fmla="*/ 2016919 w 2543175"/>
              <a:gd name="connsiteY121" fmla="*/ 1483519 h 1890712"/>
              <a:gd name="connsiteX122" fmla="*/ 2024063 w 2543175"/>
              <a:gd name="connsiteY122" fmla="*/ 1490662 h 1890712"/>
              <a:gd name="connsiteX123" fmla="*/ 2033588 w 2543175"/>
              <a:gd name="connsiteY123" fmla="*/ 1495425 h 1890712"/>
              <a:gd name="connsiteX124" fmla="*/ 2040732 w 2543175"/>
              <a:gd name="connsiteY124" fmla="*/ 1502569 h 1890712"/>
              <a:gd name="connsiteX125" fmla="*/ 2047875 w 2543175"/>
              <a:gd name="connsiteY125" fmla="*/ 1507331 h 1890712"/>
              <a:gd name="connsiteX126" fmla="*/ 2057400 w 2543175"/>
              <a:gd name="connsiteY126" fmla="*/ 1514475 h 1890712"/>
              <a:gd name="connsiteX127" fmla="*/ 2064544 w 2543175"/>
              <a:gd name="connsiteY127" fmla="*/ 1519237 h 1890712"/>
              <a:gd name="connsiteX128" fmla="*/ 2071688 w 2543175"/>
              <a:gd name="connsiteY128" fmla="*/ 1526381 h 1890712"/>
              <a:gd name="connsiteX129" fmla="*/ 2081213 w 2543175"/>
              <a:gd name="connsiteY129" fmla="*/ 1531144 h 1890712"/>
              <a:gd name="connsiteX130" fmla="*/ 2090738 w 2543175"/>
              <a:gd name="connsiteY130" fmla="*/ 1538287 h 1890712"/>
              <a:gd name="connsiteX131" fmla="*/ 2109788 w 2543175"/>
              <a:gd name="connsiteY131" fmla="*/ 1547812 h 1890712"/>
              <a:gd name="connsiteX132" fmla="*/ 2131219 w 2543175"/>
              <a:gd name="connsiteY132" fmla="*/ 1562100 h 1890712"/>
              <a:gd name="connsiteX133" fmla="*/ 2140744 w 2543175"/>
              <a:gd name="connsiteY133" fmla="*/ 1566862 h 1890712"/>
              <a:gd name="connsiteX134" fmla="*/ 2152650 w 2543175"/>
              <a:gd name="connsiteY134" fmla="*/ 1576387 h 1890712"/>
              <a:gd name="connsiteX135" fmla="*/ 2181225 w 2543175"/>
              <a:gd name="connsiteY135" fmla="*/ 1590675 h 1890712"/>
              <a:gd name="connsiteX136" fmla="*/ 2200275 w 2543175"/>
              <a:gd name="connsiteY136" fmla="*/ 1607344 h 1890712"/>
              <a:gd name="connsiteX137" fmla="*/ 2207419 w 2543175"/>
              <a:gd name="connsiteY137" fmla="*/ 1612106 h 1890712"/>
              <a:gd name="connsiteX138" fmla="*/ 2216944 w 2543175"/>
              <a:gd name="connsiteY138" fmla="*/ 1619250 h 1890712"/>
              <a:gd name="connsiteX139" fmla="*/ 2247900 w 2543175"/>
              <a:gd name="connsiteY139" fmla="*/ 1643062 h 1890712"/>
              <a:gd name="connsiteX140" fmla="*/ 2281238 w 2543175"/>
              <a:gd name="connsiteY140" fmla="*/ 1674019 h 1890712"/>
              <a:gd name="connsiteX141" fmla="*/ 2312194 w 2543175"/>
              <a:gd name="connsiteY141" fmla="*/ 1702594 h 1890712"/>
              <a:gd name="connsiteX142" fmla="*/ 2369344 w 2543175"/>
              <a:gd name="connsiteY142" fmla="*/ 1757363 h 1890712"/>
              <a:gd name="connsiteX143" fmla="*/ 2428876 w 2543175"/>
              <a:gd name="connsiteY143" fmla="*/ 1785938 h 1890712"/>
              <a:gd name="connsiteX144" fmla="*/ 2469356 w 2543175"/>
              <a:gd name="connsiteY144" fmla="*/ 1816894 h 1890712"/>
              <a:gd name="connsiteX145" fmla="*/ 2514600 w 2543175"/>
              <a:gd name="connsiteY145" fmla="*/ 1850231 h 1890712"/>
              <a:gd name="connsiteX146" fmla="*/ 2519363 w 2543175"/>
              <a:gd name="connsiteY146" fmla="*/ 1857375 h 1890712"/>
              <a:gd name="connsiteX147" fmla="*/ 2540794 w 2543175"/>
              <a:gd name="connsiteY147" fmla="*/ 1883569 h 1890712"/>
              <a:gd name="connsiteX148" fmla="*/ 2543175 w 2543175"/>
              <a:gd name="connsiteY148" fmla="*/ 1890712 h 1890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Lst>
            <a:rect l="l" t="t" r="r" b="b"/>
            <a:pathLst>
              <a:path w="2543175" h="1890712">
                <a:moveTo>
                  <a:pt x="0" y="0"/>
                </a:moveTo>
                <a:cubicBezTo>
                  <a:pt x="3969" y="3969"/>
                  <a:pt x="7477" y="8460"/>
                  <a:pt x="11907" y="11906"/>
                </a:cubicBezTo>
                <a:cubicBezTo>
                  <a:pt x="14709" y="14085"/>
                  <a:pt x="18922" y="14159"/>
                  <a:pt x="21432" y="16669"/>
                </a:cubicBezTo>
                <a:cubicBezTo>
                  <a:pt x="23207" y="18444"/>
                  <a:pt x="22354" y="21770"/>
                  <a:pt x="23813" y="23812"/>
                </a:cubicBezTo>
                <a:cubicBezTo>
                  <a:pt x="26423" y="27466"/>
                  <a:pt x="30381" y="29958"/>
                  <a:pt x="33338" y="33337"/>
                </a:cubicBezTo>
                <a:cubicBezTo>
                  <a:pt x="35951" y="36324"/>
                  <a:pt x="37676" y="40056"/>
                  <a:pt x="40482" y="42862"/>
                </a:cubicBezTo>
                <a:cubicBezTo>
                  <a:pt x="42506" y="44886"/>
                  <a:pt x="45296" y="45961"/>
                  <a:pt x="47625" y="47625"/>
                </a:cubicBezTo>
                <a:cubicBezTo>
                  <a:pt x="50854" y="49932"/>
                  <a:pt x="53920" y="52462"/>
                  <a:pt x="57150" y="54769"/>
                </a:cubicBezTo>
                <a:cubicBezTo>
                  <a:pt x="59479" y="56432"/>
                  <a:pt x="62004" y="57814"/>
                  <a:pt x="64294" y="59531"/>
                </a:cubicBezTo>
                <a:cubicBezTo>
                  <a:pt x="70526" y="64205"/>
                  <a:pt x="76425" y="69975"/>
                  <a:pt x="83344" y="73819"/>
                </a:cubicBezTo>
                <a:cubicBezTo>
                  <a:pt x="87999" y="76405"/>
                  <a:pt x="92977" y="78376"/>
                  <a:pt x="97632" y="80962"/>
                </a:cubicBezTo>
                <a:cubicBezTo>
                  <a:pt x="100134" y="82352"/>
                  <a:pt x="102602" y="83862"/>
                  <a:pt x="104775" y="85725"/>
                </a:cubicBezTo>
                <a:cubicBezTo>
                  <a:pt x="108184" y="88647"/>
                  <a:pt x="110492" y="92870"/>
                  <a:pt x="114300" y="95250"/>
                </a:cubicBezTo>
                <a:cubicBezTo>
                  <a:pt x="117075" y="96984"/>
                  <a:pt x="120650" y="96837"/>
                  <a:pt x="123825" y="97631"/>
                </a:cubicBezTo>
                <a:cubicBezTo>
                  <a:pt x="126206" y="100012"/>
                  <a:pt x="128412" y="102583"/>
                  <a:pt x="130969" y="104775"/>
                </a:cubicBezTo>
                <a:cubicBezTo>
                  <a:pt x="133982" y="107358"/>
                  <a:pt x="137264" y="109612"/>
                  <a:pt x="140494" y="111919"/>
                </a:cubicBezTo>
                <a:cubicBezTo>
                  <a:pt x="142823" y="113582"/>
                  <a:pt x="145439" y="114849"/>
                  <a:pt x="147638" y="116681"/>
                </a:cubicBezTo>
                <a:cubicBezTo>
                  <a:pt x="162120" y="128749"/>
                  <a:pt x="146681" y="119775"/>
                  <a:pt x="164307" y="128587"/>
                </a:cubicBezTo>
                <a:cubicBezTo>
                  <a:pt x="175940" y="140221"/>
                  <a:pt x="166351" y="132138"/>
                  <a:pt x="180975" y="140494"/>
                </a:cubicBezTo>
                <a:cubicBezTo>
                  <a:pt x="186596" y="143706"/>
                  <a:pt x="192522" y="148741"/>
                  <a:pt x="197644" y="152400"/>
                </a:cubicBezTo>
                <a:cubicBezTo>
                  <a:pt x="199973" y="154063"/>
                  <a:pt x="202459" y="155499"/>
                  <a:pt x="204788" y="157162"/>
                </a:cubicBezTo>
                <a:cubicBezTo>
                  <a:pt x="208018" y="159469"/>
                  <a:pt x="207169" y="159544"/>
                  <a:pt x="214313" y="164306"/>
                </a:cubicBezTo>
                <a:cubicBezTo>
                  <a:pt x="221457" y="169068"/>
                  <a:pt x="233363" y="176609"/>
                  <a:pt x="247650" y="185737"/>
                </a:cubicBezTo>
                <a:cubicBezTo>
                  <a:pt x="261937" y="194865"/>
                  <a:pt x="284163" y="207566"/>
                  <a:pt x="300038" y="219075"/>
                </a:cubicBezTo>
                <a:cubicBezTo>
                  <a:pt x="315913" y="230584"/>
                  <a:pt x="331788" y="247253"/>
                  <a:pt x="342900" y="254794"/>
                </a:cubicBezTo>
                <a:cubicBezTo>
                  <a:pt x="357188" y="265510"/>
                  <a:pt x="375444" y="276622"/>
                  <a:pt x="385763" y="283369"/>
                </a:cubicBezTo>
                <a:cubicBezTo>
                  <a:pt x="396082" y="290116"/>
                  <a:pt x="400447" y="292894"/>
                  <a:pt x="404813" y="295275"/>
                </a:cubicBezTo>
                <a:cubicBezTo>
                  <a:pt x="409179" y="297656"/>
                  <a:pt x="403057" y="291465"/>
                  <a:pt x="411957" y="297656"/>
                </a:cubicBezTo>
                <a:cubicBezTo>
                  <a:pt x="420857" y="303847"/>
                  <a:pt x="444320" y="322101"/>
                  <a:pt x="458211" y="332420"/>
                </a:cubicBezTo>
                <a:cubicBezTo>
                  <a:pt x="472102" y="342739"/>
                  <a:pt x="486737" y="352266"/>
                  <a:pt x="495300" y="359569"/>
                </a:cubicBezTo>
                <a:cubicBezTo>
                  <a:pt x="503863" y="366872"/>
                  <a:pt x="492279" y="355466"/>
                  <a:pt x="509588" y="376237"/>
                </a:cubicBezTo>
                <a:cubicBezTo>
                  <a:pt x="511420" y="378436"/>
                  <a:pt x="512518" y="381182"/>
                  <a:pt x="514350" y="383381"/>
                </a:cubicBezTo>
                <a:cubicBezTo>
                  <a:pt x="527305" y="398928"/>
                  <a:pt x="515259" y="381909"/>
                  <a:pt x="531019" y="397669"/>
                </a:cubicBezTo>
                <a:cubicBezTo>
                  <a:pt x="533825" y="400475"/>
                  <a:pt x="535550" y="404207"/>
                  <a:pt x="538163" y="407194"/>
                </a:cubicBezTo>
                <a:cubicBezTo>
                  <a:pt x="555321" y="426803"/>
                  <a:pt x="540377" y="409091"/>
                  <a:pt x="554832" y="421481"/>
                </a:cubicBezTo>
                <a:cubicBezTo>
                  <a:pt x="558241" y="424403"/>
                  <a:pt x="560978" y="428049"/>
                  <a:pt x="564357" y="431006"/>
                </a:cubicBezTo>
                <a:cubicBezTo>
                  <a:pt x="567344" y="433619"/>
                  <a:pt x="570783" y="435671"/>
                  <a:pt x="573882" y="438150"/>
                </a:cubicBezTo>
                <a:cubicBezTo>
                  <a:pt x="577392" y="440958"/>
                  <a:pt x="589001" y="451663"/>
                  <a:pt x="595313" y="454819"/>
                </a:cubicBezTo>
                <a:cubicBezTo>
                  <a:pt x="597558" y="455942"/>
                  <a:pt x="600212" y="456077"/>
                  <a:pt x="602457" y="457200"/>
                </a:cubicBezTo>
                <a:cubicBezTo>
                  <a:pt x="627542" y="469743"/>
                  <a:pt x="610065" y="464460"/>
                  <a:pt x="628650" y="469106"/>
                </a:cubicBezTo>
                <a:cubicBezTo>
                  <a:pt x="634206" y="473869"/>
                  <a:pt x="639401" y="479090"/>
                  <a:pt x="645319" y="483394"/>
                </a:cubicBezTo>
                <a:cubicBezTo>
                  <a:pt x="648190" y="485482"/>
                  <a:pt x="652149" y="485846"/>
                  <a:pt x="654844" y="488156"/>
                </a:cubicBezTo>
                <a:cubicBezTo>
                  <a:pt x="657857" y="490739"/>
                  <a:pt x="659062" y="494999"/>
                  <a:pt x="661988" y="497681"/>
                </a:cubicBezTo>
                <a:cubicBezTo>
                  <a:pt x="668659" y="503796"/>
                  <a:pt x="675889" y="509330"/>
                  <a:pt x="683419" y="514350"/>
                </a:cubicBezTo>
                <a:cubicBezTo>
                  <a:pt x="688757" y="517908"/>
                  <a:pt x="695358" y="522117"/>
                  <a:pt x="700088" y="526256"/>
                </a:cubicBezTo>
                <a:cubicBezTo>
                  <a:pt x="703467" y="529213"/>
                  <a:pt x="706234" y="532824"/>
                  <a:pt x="709613" y="535781"/>
                </a:cubicBezTo>
                <a:cubicBezTo>
                  <a:pt x="712600" y="538394"/>
                  <a:pt x="716188" y="540270"/>
                  <a:pt x="719138" y="542925"/>
                </a:cubicBezTo>
                <a:cubicBezTo>
                  <a:pt x="724144" y="547430"/>
                  <a:pt x="727401" y="554200"/>
                  <a:pt x="733425" y="557212"/>
                </a:cubicBezTo>
                <a:cubicBezTo>
                  <a:pt x="758177" y="569589"/>
                  <a:pt x="728852" y="553670"/>
                  <a:pt x="750094" y="569119"/>
                </a:cubicBezTo>
                <a:cubicBezTo>
                  <a:pt x="756150" y="573523"/>
                  <a:pt x="762723" y="577172"/>
                  <a:pt x="769144" y="581025"/>
                </a:cubicBezTo>
                <a:cubicBezTo>
                  <a:pt x="774632" y="584317"/>
                  <a:pt x="785813" y="590550"/>
                  <a:pt x="785813" y="590550"/>
                </a:cubicBezTo>
                <a:cubicBezTo>
                  <a:pt x="788194" y="593725"/>
                  <a:pt x="790151" y="597269"/>
                  <a:pt x="792957" y="600075"/>
                </a:cubicBezTo>
                <a:cubicBezTo>
                  <a:pt x="801539" y="608657"/>
                  <a:pt x="801510" y="605219"/>
                  <a:pt x="809625" y="611981"/>
                </a:cubicBezTo>
                <a:cubicBezTo>
                  <a:pt x="812212" y="614137"/>
                  <a:pt x="814212" y="616933"/>
                  <a:pt x="816769" y="619125"/>
                </a:cubicBezTo>
                <a:cubicBezTo>
                  <a:pt x="819782" y="621708"/>
                  <a:pt x="823195" y="623790"/>
                  <a:pt x="826294" y="626269"/>
                </a:cubicBezTo>
                <a:cubicBezTo>
                  <a:pt x="831135" y="630142"/>
                  <a:pt x="835948" y="634056"/>
                  <a:pt x="840582" y="638175"/>
                </a:cubicBezTo>
                <a:cubicBezTo>
                  <a:pt x="843099" y="640412"/>
                  <a:pt x="845168" y="643127"/>
                  <a:pt x="847725" y="645319"/>
                </a:cubicBezTo>
                <a:cubicBezTo>
                  <a:pt x="850738" y="647902"/>
                  <a:pt x="850503" y="647303"/>
                  <a:pt x="857250" y="652462"/>
                </a:cubicBezTo>
                <a:cubicBezTo>
                  <a:pt x="863997" y="657621"/>
                  <a:pt x="879873" y="671116"/>
                  <a:pt x="888207" y="676275"/>
                </a:cubicBezTo>
                <a:cubicBezTo>
                  <a:pt x="896541" y="681434"/>
                  <a:pt x="900510" y="680244"/>
                  <a:pt x="907257" y="683419"/>
                </a:cubicBezTo>
                <a:cubicBezTo>
                  <a:pt x="913293" y="687040"/>
                  <a:pt x="921861" y="692594"/>
                  <a:pt x="928688" y="695325"/>
                </a:cubicBezTo>
                <a:cubicBezTo>
                  <a:pt x="933349" y="697189"/>
                  <a:pt x="938213" y="698500"/>
                  <a:pt x="942975" y="700087"/>
                </a:cubicBezTo>
                <a:cubicBezTo>
                  <a:pt x="950119" y="705643"/>
                  <a:pt x="958008" y="710356"/>
                  <a:pt x="964407" y="716756"/>
                </a:cubicBezTo>
                <a:cubicBezTo>
                  <a:pt x="966788" y="719137"/>
                  <a:pt x="969016" y="721682"/>
                  <a:pt x="971550" y="723900"/>
                </a:cubicBezTo>
                <a:cubicBezTo>
                  <a:pt x="975375" y="727247"/>
                  <a:pt x="979391" y="730375"/>
                  <a:pt x="983457" y="733425"/>
                </a:cubicBezTo>
                <a:cubicBezTo>
                  <a:pt x="985746" y="735142"/>
                  <a:pt x="988402" y="736355"/>
                  <a:pt x="990600" y="738187"/>
                </a:cubicBezTo>
                <a:cubicBezTo>
                  <a:pt x="1003421" y="748872"/>
                  <a:pt x="991667" y="742445"/>
                  <a:pt x="1007269" y="752475"/>
                </a:cubicBezTo>
                <a:cubicBezTo>
                  <a:pt x="1015056" y="757481"/>
                  <a:pt x="1023144" y="762000"/>
                  <a:pt x="1031082" y="766762"/>
                </a:cubicBezTo>
                <a:cubicBezTo>
                  <a:pt x="1035051" y="769143"/>
                  <a:pt x="1038597" y="772442"/>
                  <a:pt x="1042988" y="773906"/>
                </a:cubicBezTo>
                <a:cubicBezTo>
                  <a:pt x="1062326" y="780353"/>
                  <a:pt x="1052785" y="776424"/>
                  <a:pt x="1071563" y="785812"/>
                </a:cubicBezTo>
                <a:cubicBezTo>
                  <a:pt x="1104554" y="818805"/>
                  <a:pt x="1069470" y="786029"/>
                  <a:pt x="1097757" y="807244"/>
                </a:cubicBezTo>
                <a:cubicBezTo>
                  <a:pt x="1100451" y="809264"/>
                  <a:pt x="1102343" y="812196"/>
                  <a:pt x="1104900" y="814387"/>
                </a:cubicBezTo>
                <a:cubicBezTo>
                  <a:pt x="1114075" y="822251"/>
                  <a:pt x="1112151" y="820773"/>
                  <a:pt x="1121569" y="823912"/>
                </a:cubicBezTo>
                <a:cubicBezTo>
                  <a:pt x="1135186" y="837529"/>
                  <a:pt x="1121524" y="825373"/>
                  <a:pt x="1138238" y="835819"/>
                </a:cubicBezTo>
                <a:cubicBezTo>
                  <a:pt x="1141603" y="837922"/>
                  <a:pt x="1144398" y="840859"/>
                  <a:pt x="1147763" y="842962"/>
                </a:cubicBezTo>
                <a:cubicBezTo>
                  <a:pt x="1150773" y="844843"/>
                  <a:pt x="1154334" y="845756"/>
                  <a:pt x="1157288" y="847725"/>
                </a:cubicBezTo>
                <a:cubicBezTo>
                  <a:pt x="1176376" y="860451"/>
                  <a:pt x="1161284" y="855273"/>
                  <a:pt x="1178719" y="859631"/>
                </a:cubicBezTo>
                <a:cubicBezTo>
                  <a:pt x="1181894" y="862012"/>
                  <a:pt x="1185014" y="864468"/>
                  <a:pt x="1188244" y="866775"/>
                </a:cubicBezTo>
                <a:cubicBezTo>
                  <a:pt x="1190573" y="868438"/>
                  <a:pt x="1193364" y="869513"/>
                  <a:pt x="1195388" y="871537"/>
                </a:cubicBezTo>
                <a:cubicBezTo>
                  <a:pt x="1208545" y="884693"/>
                  <a:pt x="1195343" y="879264"/>
                  <a:pt x="1212057" y="883444"/>
                </a:cubicBezTo>
                <a:cubicBezTo>
                  <a:pt x="1227843" y="893968"/>
                  <a:pt x="1210302" y="881600"/>
                  <a:pt x="1226344" y="895350"/>
                </a:cubicBezTo>
                <a:cubicBezTo>
                  <a:pt x="1240876" y="907806"/>
                  <a:pt x="1230381" y="897873"/>
                  <a:pt x="1245394" y="907256"/>
                </a:cubicBezTo>
                <a:cubicBezTo>
                  <a:pt x="1248760" y="909359"/>
                  <a:pt x="1251516" y="912358"/>
                  <a:pt x="1254919" y="914400"/>
                </a:cubicBezTo>
                <a:cubicBezTo>
                  <a:pt x="1259485" y="917140"/>
                  <a:pt x="1264532" y="918994"/>
                  <a:pt x="1269207" y="921544"/>
                </a:cubicBezTo>
                <a:cubicBezTo>
                  <a:pt x="1275474" y="924962"/>
                  <a:pt x="1285165" y="930855"/>
                  <a:pt x="1290638" y="935831"/>
                </a:cubicBezTo>
                <a:cubicBezTo>
                  <a:pt x="1296452" y="941117"/>
                  <a:pt x="1300769" y="948141"/>
                  <a:pt x="1307307" y="952500"/>
                </a:cubicBezTo>
                <a:cubicBezTo>
                  <a:pt x="1319614" y="960705"/>
                  <a:pt x="1316156" y="958208"/>
                  <a:pt x="1333500" y="971550"/>
                </a:cubicBezTo>
                <a:cubicBezTo>
                  <a:pt x="1345211" y="980558"/>
                  <a:pt x="1350963" y="982266"/>
                  <a:pt x="1359694" y="990600"/>
                </a:cubicBezTo>
                <a:cubicBezTo>
                  <a:pt x="1368425" y="998934"/>
                  <a:pt x="1373188" y="1010841"/>
                  <a:pt x="1385888" y="1021557"/>
                </a:cubicBezTo>
                <a:cubicBezTo>
                  <a:pt x="1398588" y="1032273"/>
                  <a:pt x="1417241" y="1041004"/>
                  <a:pt x="1435894" y="1054894"/>
                </a:cubicBezTo>
                <a:cubicBezTo>
                  <a:pt x="1454547" y="1068784"/>
                  <a:pt x="1477169" y="1088231"/>
                  <a:pt x="1497806" y="1104900"/>
                </a:cubicBezTo>
                <a:lnTo>
                  <a:pt x="1559718" y="1154906"/>
                </a:lnTo>
                <a:cubicBezTo>
                  <a:pt x="1575990" y="1167606"/>
                  <a:pt x="1583929" y="1172369"/>
                  <a:pt x="1595438" y="1181100"/>
                </a:cubicBezTo>
                <a:cubicBezTo>
                  <a:pt x="1606947" y="1189831"/>
                  <a:pt x="1617663" y="1198960"/>
                  <a:pt x="1628775" y="1207294"/>
                </a:cubicBezTo>
                <a:cubicBezTo>
                  <a:pt x="1639887" y="1215628"/>
                  <a:pt x="1650207" y="1224360"/>
                  <a:pt x="1662113" y="1231107"/>
                </a:cubicBezTo>
                <a:cubicBezTo>
                  <a:pt x="1674019" y="1237854"/>
                  <a:pt x="1691879" y="1243013"/>
                  <a:pt x="1700213" y="1247775"/>
                </a:cubicBezTo>
                <a:cubicBezTo>
                  <a:pt x="1704182" y="1251744"/>
                  <a:pt x="1707306" y="1256793"/>
                  <a:pt x="1712119" y="1259681"/>
                </a:cubicBezTo>
                <a:cubicBezTo>
                  <a:pt x="1720417" y="1264660"/>
                  <a:pt x="1726335" y="1267656"/>
                  <a:pt x="1733550" y="1273969"/>
                </a:cubicBezTo>
                <a:cubicBezTo>
                  <a:pt x="1736929" y="1276926"/>
                  <a:pt x="1739531" y="1280737"/>
                  <a:pt x="1743075" y="1283494"/>
                </a:cubicBezTo>
                <a:cubicBezTo>
                  <a:pt x="1746729" y="1286335"/>
                  <a:pt x="1751190" y="1287983"/>
                  <a:pt x="1754982" y="1290637"/>
                </a:cubicBezTo>
                <a:cubicBezTo>
                  <a:pt x="1759146" y="1293551"/>
                  <a:pt x="1762659" y="1297343"/>
                  <a:pt x="1766888" y="1300162"/>
                </a:cubicBezTo>
                <a:cubicBezTo>
                  <a:pt x="1772775" y="1304087"/>
                  <a:pt x="1777205" y="1305189"/>
                  <a:pt x="1783557" y="1307306"/>
                </a:cubicBezTo>
                <a:cubicBezTo>
                  <a:pt x="1785938" y="1308894"/>
                  <a:pt x="1788371" y="1310406"/>
                  <a:pt x="1790700" y="1312069"/>
                </a:cubicBezTo>
                <a:cubicBezTo>
                  <a:pt x="1793929" y="1314376"/>
                  <a:pt x="1796779" y="1317243"/>
                  <a:pt x="1800225" y="1319212"/>
                </a:cubicBezTo>
                <a:cubicBezTo>
                  <a:pt x="1802404" y="1320457"/>
                  <a:pt x="1804988" y="1320800"/>
                  <a:pt x="1807369" y="1321594"/>
                </a:cubicBezTo>
                <a:cubicBezTo>
                  <a:pt x="1812925" y="1325563"/>
                  <a:pt x="1818878" y="1329028"/>
                  <a:pt x="1824038" y="1333500"/>
                </a:cubicBezTo>
                <a:cubicBezTo>
                  <a:pt x="1830824" y="1339381"/>
                  <a:pt x="1835904" y="1347162"/>
                  <a:pt x="1843088" y="1352550"/>
                </a:cubicBezTo>
                <a:cubicBezTo>
                  <a:pt x="1846263" y="1354931"/>
                  <a:pt x="1849600" y="1357111"/>
                  <a:pt x="1852613" y="1359694"/>
                </a:cubicBezTo>
                <a:cubicBezTo>
                  <a:pt x="1855170" y="1361885"/>
                  <a:pt x="1857017" y="1364880"/>
                  <a:pt x="1859757" y="1366837"/>
                </a:cubicBezTo>
                <a:cubicBezTo>
                  <a:pt x="1862646" y="1368900"/>
                  <a:pt x="1866107" y="1370012"/>
                  <a:pt x="1869282" y="1371600"/>
                </a:cubicBezTo>
                <a:cubicBezTo>
                  <a:pt x="1874928" y="1379129"/>
                  <a:pt x="1876604" y="1382299"/>
                  <a:pt x="1883569" y="1388269"/>
                </a:cubicBezTo>
                <a:cubicBezTo>
                  <a:pt x="1886582" y="1390852"/>
                  <a:pt x="1890107" y="1392799"/>
                  <a:pt x="1893094" y="1395412"/>
                </a:cubicBezTo>
                <a:cubicBezTo>
                  <a:pt x="1896473" y="1398369"/>
                  <a:pt x="1899027" y="1402243"/>
                  <a:pt x="1902619" y="1404937"/>
                </a:cubicBezTo>
                <a:cubicBezTo>
                  <a:pt x="1905459" y="1407067"/>
                  <a:pt x="1909078" y="1407911"/>
                  <a:pt x="1912144" y="1409700"/>
                </a:cubicBezTo>
                <a:cubicBezTo>
                  <a:pt x="1918612" y="1413473"/>
                  <a:pt x="1931194" y="1421606"/>
                  <a:pt x="1931194" y="1421606"/>
                </a:cubicBezTo>
                <a:cubicBezTo>
                  <a:pt x="1932782" y="1423987"/>
                  <a:pt x="1933933" y="1426726"/>
                  <a:pt x="1935957" y="1428750"/>
                </a:cubicBezTo>
                <a:cubicBezTo>
                  <a:pt x="1939923" y="1432716"/>
                  <a:pt x="1948145" y="1435662"/>
                  <a:pt x="1952625" y="1438275"/>
                </a:cubicBezTo>
                <a:cubicBezTo>
                  <a:pt x="1959093" y="1442048"/>
                  <a:pt x="1964978" y="1446832"/>
                  <a:pt x="1971675" y="1450181"/>
                </a:cubicBezTo>
                <a:cubicBezTo>
                  <a:pt x="1974850" y="1451769"/>
                  <a:pt x="1978453" y="1452696"/>
                  <a:pt x="1981200" y="1454944"/>
                </a:cubicBezTo>
                <a:cubicBezTo>
                  <a:pt x="1987282" y="1459920"/>
                  <a:pt x="1991583" y="1466897"/>
                  <a:pt x="1997869" y="1471612"/>
                </a:cubicBezTo>
                <a:cubicBezTo>
                  <a:pt x="2001044" y="1473993"/>
                  <a:pt x="2004029" y="1476652"/>
                  <a:pt x="2007394" y="1478756"/>
                </a:cubicBezTo>
                <a:cubicBezTo>
                  <a:pt x="2010404" y="1480637"/>
                  <a:pt x="2014030" y="1481456"/>
                  <a:pt x="2016919" y="1483519"/>
                </a:cubicBezTo>
                <a:cubicBezTo>
                  <a:pt x="2019659" y="1485476"/>
                  <a:pt x="2021323" y="1488705"/>
                  <a:pt x="2024063" y="1490662"/>
                </a:cubicBezTo>
                <a:cubicBezTo>
                  <a:pt x="2026952" y="1492725"/>
                  <a:pt x="2030699" y="1493362"/>
                  <a:pt x="2033588" y="1495425"/>
                </a:cubicBezTo>
                <a:cubicBezTo>
                  <a:pt x="2036328" y="1497383"/>
                  <a:pt x="2038145" y="1500413"/>
                  <a:pt x="2040732" y="1502569"/>
                </a:cubicBezTo>
                <a:cubicBezTo>
                  <a:pt x="2042930" y="1504401"/>
                  <a:pt x="2045546" y="1505668"/>
                  <a:pt x="2047875" y="1507331"/>
                </a:cubicBezTo>
                <a:cubicBezTo>
                  <a:pt x="2051105" y="1509638"/>
                  <a:pt x="2054170" y="1512168"/>
                  <a:pt x="2057400" y="1514475"/>
                </a:cubicBezTo>
                <a:cubicBezTo>
                  <a:pt x="2059729" y="1516138"/>
                  <a:pt x="2062345" y="1517405"/>
                  <a:pt x="2064544" y="1519237"/>
                </a:cubicBezTo>
                <a:cubicBezTo>
                  <a:pt x="2067131" y="1521393"/>
                  <a:pt x="2068948" y="1524423"/>
                  <a:pt x="2071688" y="1526381"/>
                </a:cubicBezTo>
                <a:cubicBezTo>
                  <a:pt x="2074577" y="1528444"/>
                  <a:pt x="2078203" y="1529263"/>
                  <a:pt x="2081213" y="1531144"/>
                </a:cubicBezTo>
                <a:cubicBezTo>
                  <a:pt x="2084578" y="1533247"/>
                  <a:pt x="2087310" y="1536287"/>
                  <a:pt x="2090738" y="1538287"/>
                </a:cubicBezTo>
                <a:cubicBezTo>
                  <a:pt x="2096870" y="1541864"/>
                  <a:pt x="2103537" y="1544446"/>
                  <a:pt x="2109788" y="1547812"/>
                </a:cubicBezTo>
                <a:cubicBezTo>
                  <a:pt x="2136499" y="1562195"/>
                  <a:pt x="2108214" y="1547722"/>
                  <a:pt x="2131219" y="1562100"/>
                </a:cubicBezTo>
                <a:cubicBezTo>
                  <a:pt x="2134229" y="1563981"/>
                  <a:pt x="2137790" y="1564893"/>
                  <a:pt x="2140744" y="1566862"/>
                </a:cubicBezTo>
                <a:cubicBezTo>
                  <a:pt x="2144973" y="1569681"/>
                  <a:pt x="2148188" y="1573953"/>
                  <a:pt x="2152650" y="1576387"/>
                </a:cubicBezTo>
                <a:cubicBezTo>
                  <a:pt x="2180316" y="1591478"/>
                  <a:pt x="2153699" y="1568654"/>
                  <a:pt x="2181225" y="1590675"/>
                </a:cubicBezTo>
                <a:cubicBezTo>
                  <a:pt x="2216124" y="1618594"/>
                  <a:pt x="2167211" y="1583728"/>
                  <a:pt x="2200275" y="1607344"/>
                </a:cubicBezTo>
                <a:cubicBezTo>
                  <a:pt x="2202604" y="1609007"/>
                  <a:pt x="2205090" y="1610443"/>
                  <a:pt x="2207419" y="1612106"/>
                </a:cubicBezTo>
                <a:cubicBezTo>
                  <a:pt x="2210649" y="1614413"/>
                  <a:pt x="2210197" y="1614091"/>
                  <a:pt x="2216944" y="1619250"/>
                </a:cubicBezTo>
                <a:cubicBezTo>
                  <a:pt x="2223691" y="1624409"/>
                  <a:pt x="2241550" y="1637903"/>
                  <a:pt x="2247900" y="1643062"/>
                </a:cubicBezTo>
                <a:cubicBezTo>
                  <a:pt x="2258616" y="1650603"/>
                  <a:pt x="2270522" y="1664097"/>
                  <a:pt x="2281238" y="1674019"/>
                </a:cubicBezTo>
                <a:cubicBezTo>
                  <a:pt x="2291954" y="1683941"/>
                  <a:pt x="2297510" y="1688703"/>
                  <a:pt x="2312194" y="1702594"/>
                </a:cubicBezTo>
                <a:cubicBezTo>
                  <a:pt x="2326878" y="1716485"/>
                  <a:pt x="2349897" y="1743472"/>
                  <a:pt x="2369344" y="1757363"/>
                </a:cubicBezTo>
                <a:cubicBezTo>
                  <a:pt x="2388791" y="1771254"/>
                  <a:pt x="2412207" y="1776016"/>
                  <a:pt x="2428876" y="1785938"/>
                </a:cubicBezTo>
                <a:cubicBezTo>
                  <a:pt x="2445545" y="1795860"/>
                  <a:pt x="2459831" y="1814116"/>
                  <a:pt x="2469356" y="1816894"/>
                </a:cubicBezTo>
                <a:cubicBezTo>
                  <a:pt x="2484437" y="1828006"/>
                  <a:pt x="2506266" y="1843484"/>
                  <a:pt x="2514600" y="1850231"/>
                </a:cubicBezTo>
                <a:cubicBezTo>
                  <a:pt x="2522934" y="1856978"/>
                  <a:pt x="2517478" y="1855221"/>
                  <a:pt x="2519363" y="1857375"/>
                </a:cubicBezTo>
                <a:cubicBezTo>
                  <a:pt x="2526535" y="1865571"/>
                  <a:pt x="2537112" y="1872522"/>
                  <a:pt x="2540794" y="1883569"/>
                </a:cubicBezTo>
                <a:lnTo>
                  <a:pt x="2543175" y="1890712"/>
                </a:lnTo>
              </a:path>
            </a:pathLst>
          </a:cu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3" name="Freeform: Shape 52">
            <a:extLst>
              <a:ext uri="{FF2B5EF4-FFF2-40B4-BE49-F238E27FC236}">
                <a16:creationId xmlns:a16="http://schemas.microsoft.com/office/drawing/2014/main" id="{90D403EA-DA9C-533F-FD1F-646EE6015129}"/>
              </a:ext>
            </a:extLst>
          </p:cNvPr>
          <p:cNvSpPr/>
          <p:nvPr/>
        </p:nvSpPr>
        <p:spPr>
          <a:xfrm flipH="1">
            <a:off x="628642" y="4149740"/>
            <a:ext cx="1359156" cy="198874"/>
          </a:xfrm>
          <a:custGeom>
            <a:avLst/>
            <a:gdLst>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297657 w 1716882"/>
              <a:gd name="connsiteY11" fmla="*/ 211931 h 252412"/>
              <a:gd name="connsiteX12" fmla="*/ 402432 w 1716882"/>
              <a:gd name="connsiteY12" fmla="*/ 200025 h 252412"/>
              <a:gd name="connsiteX13" fmla="*/ 514350 w 1716882"/>
              <a:gd name="connsiteY13" fmla="*/ 192881 h 252412"/>
              <a:gd name="connsiteX14" fmla="*/ 552450 w 1716882"/>
              <a:gd name="connsiteY14" fmla="*/ 178593 h 252412"/>
              <a:gd name="connsiteX15" fmla="*/ 566738 w 1716882"/>
              <a:gd name="connsiteY15" fmla="*/ 171450 h 252412"/>
              <a:gd name="connsiteX16" fmla="*/ 592932 w 1716882"/>
              <a:gd name="connsiteY16" fmla="*/ 166687 h 252412"/>
              <a:gd name="connsiteX17" fmla="*/ 633413 w 1716882"/>
              <a:gd name="connsiteY17" fmla="*/ 157162 h 252412"/>
              <a:gd name="connsiteX18" fmla="*/ 661988 w 1716882"/>
              <a:gd name="connsiteY18" fmla="*/ 154781 h 252412"/>
              <a:gd name="connsiteX19" fmla="*/ 683419 w 1716882"/>
              <a:gd name="connsiteY19" fmla="*/ 152400 h 252412"/>
              <a:gd name="connsiteX20" fmla="*/ 697707 w 1716882"/>
              <a:gd name="connsiteY20" fmla="*/ 147637 h 252412"/>
              <a:gd name="connsiteX21" fmla="*/ 733425 w 1716882"/>
              <a:gd name="connsiteY21" fmla="*/ 133350 h 252412"/>
              <a:gd name="connsiteX22" fmla="*/ 776288 w 1716882"/>
              <a:gd name="connsiteY22" fmla="*/ 126206 h 252412"/>
              <a:gd name="connsiteX23" fmla="*/ 871538 w 1716882"/>
              <a:gd name="connsiteY23" fmla="*/ 128587 h 252412"/>
              <a:gd name="connsiteX24" fmla="*/ 916782 w 1716882"/>
              <a:gd name="connsiteY24" fmla="*/ 130968 h 252412"/>
              <a:gd name="connsiteX25" fmla="*/ 966788 w 1716882"/>
              <a:gd name="connsiteY25" fmla="*/ 128587 h 252412"/>
              <a:gd name="connsiteX26" fmla="*/ 995363 w 1716882"/>
              <a:gd name="connsiteY26" fmla="*/ 114300 h 252412"/>
              <a:gd name="connsiteX27" fmla="*/ 1004888 w 1716882"/>
              <a:gd name="connsiteY27" fmla="*/ 111918 h 252412"/>
              <a:gd name="connsiteX28" fmla="*/ 1050132 w 1716882"/>
              <a:gd name="connsiteY28" fmla="*/ 107156 h 252412"/>
              <a:gd name="connsiteX29" fmla="*/ 1071563 w 1716882"/>
              <a:gd name="connsiteY29" fmla="*/ 102393 h 252412"/>
              <a:gd name="connsiteX30" fmla="*/ 1083469 w 1716882"/>
              <a:gd name="connsiteY30" fmla="*/ 97631 h 252412"/>
              <a:gd name="connsiteX31" fmla="*/ 1121569 w 1716882"/>
              <a:gd name="connsiteY31" fmla="*/ 90487 h 252412"/>
              <a:gd name="connsiteX32" fmla="*/ 1143000 w 1716882"/>
              <a:gd name="connsiteY32" fmla="*/ 80962 h 252412"/>
              <a:gd name="connsiteX33" fmla="*/ 1169194 w 1716882"/>
              <a:gd name="connsiteY33" fmla="*/ 76200 h 252412"/>
              <a:gd name="connsiteX34" fmla="*/ 1193007 w 1716882"/>
              <a:gd name="connsiteY34" fmla="*/ 69056 h 252412"/>
              <a:gd name="connsiteX35" fmla="*/ 1204913 w 1716882"/>
              <a:gd name="connsiteY35" fmla="*/ 64293 h 252412"/>
              <a:gd name="connsiteX36" fmla="*/ 1245394 w 1716882"/>
              <a:gd name="connsiteY36" fmla="*/ 59531 h 252412"/>
              <a:gd name="connsiteX37" fmla="*/ 1273969 w 1716882"/>
              <a:gd name="connsiteY37" fmla="*/ 52387 h 252412"/>
              <a:gd name="connsiteX38" fmla="*/ 1378744 w 1716882"/>
              <a:gd name="connsiteY38" fmla="*/ 54768 h 252412"/>
              <a:gd name="connsiteX39" fmla="*/ 1443038 w 1716882"/>
              <a:gd name="connsiteY39" fmla="*/ 52387 h 252412"/>
              <a:gd name="connsiteX40" fmla="*/ 1459707 w 1716882"/>
              <a:gd name="connsiteY40" fmla="*/ 54768 h 252412"/>
              <a:gd name="connsiteX41" fmla="*/ 1514475 w 1716882"/>
              <a:gd name="connsiteY41" fmla="*/ 52387 h 252412"/>
              <a:gd name="connsiteX42" fmla="*/ 1535907 w 1716882"/>
              <a:gd name="connsiteY42" fmla="*/ 45243 h 252412"/>
              <a:gd name="connsiteX43" fmla="*/ 1552575 w 1716882"/>
              <a:gd name="connsiteY43" fmla="*/ 38100 h 252412"/>
              <a:gd name="connsiteX44" fmla="*/ 1571625 w 1716882"/>
              <a:gd name="connsiteY44" fmla="*/ 30956 h 252412"/>
              <a:gd name="connsiteX45" fmla="*/ 1624013 w 1716882"/>
              <a:gd name="connsiteY45" fmla="*/ 14287 h 252412"/>
              <a:gd name="connsiteX46" fmla="*/ 1702594 w 1716882"/>
              <a:gd name="connsiteY46" fmla="*/ 11906 h 252412"/>
              <a:gd name="connsiteX47" fmla="*/ 1709738 w 1716882"/>
              <a:gd name="connsiteY47" fmla="*/ 7143 h 252412"/>
              <a:gd name="connsiteX48" fmla="*/ 1716882 w 1716882"/>
              <a:gd name="connsiteY48"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514350 w 1716882"/>
              <a:gd name="connsiteY13" fmla="*/ 192881 h 252412"/>
              <a:gd name="connsiteX14" fmla="*/ 552450 w 1716882"/>
              <a:gd name="connsiteY14" fmla="*/ 178593 h 252412"/>
              <a:gd name="connsiteX15" fmla="*/ 566738 w 1716882"/>
              <a:gd name="connsiteY15" fmla="*/ 171450 h 252412"/>
              <a:gd name="connsiteX16" fmla="*/ 592932 w 1716882"/>
              <a:gd name="connsiteY16" fmla="*/ 166687 h 252412"/>
              <a:gd name="connsiteX17" fmla="*/ 633413 w 1716882"/>
              <a:gd name="connsiteY17" fmla="*/ 157162 h 252412"/>
              <a:gd name="connsiteX18" fmla="*/ 661988 w 1716882"/>
              <a:gd name="connsiteY18" fmla="*/ 154781 h 252412"/>
              <a:gd name="connsiteX19" fmla="*/ 683419 w 1716882"/>
              <a:gd name="connsiteY19" fmla="*/ 152400 h 252412"/>
              <a:gd name="connsiteX20" fmla="*/ 697707 w 1716882"/>
              <a:gd name="connsiteY20" fmla="*/ 147637 h 252412"/>
              <a:gd name="connsiteX21" fmla="*/ 733425 w 1716882"/>
              <a:gd name="connsiteY21" fmla="*/ 133350 h 252412"/>
              <a:gd name="connsiteX22" fmla="*/ 776288 w 1716882"/>
              <a:gd name="connsiteY22" fmla="*/ 126206 h 252412"/>
              <a:gd name="connsiteX23" fmla="*/ 871538 w 1716882"/>
              <a:gd name="connsiteY23" fmla="*/ 128587 h 252412"/>
              <a:gd name="connsiteX24" fmla="*/ 916782 w 1716882"/>
              <a:gd name="connsiteY24" fmla="*/ 130968 h 252412"/>
              <a:gd name="connsiteX25" fmla="*/ 966788 w 1716882"/>
              <a:gd name="connsiteY25" fmla="*/ 128587 h 252412"/>
              <a:gd name="connsiteX26" fmla="*/ 995363 w 1716882"/>
              <a:gd name="connsiteY26" fmla="*/ 114300 h 252412"/>
              <a:gd name="connsiteX27" fmla="*/ 1004888 w 1716882"/>
              <a:gd name="connsiteY27" fmla="*/ 111918 h 252412"/>
              <a:gd name="connsiteX28" fmla="*/ 1050132 w 1716882"/>
              <a:gd name="connsiteY28" fmla="*/ 107156 h 252412"/>
              <a:gd name="connsiteX29" fmla="*/ 1071563 w 1716882"/>
              <a:gd name="connsiteY29" fmla="*/ 102393 h 252412"/>
              <a:gd name="connsiteX30" fmla="*/ 1083469 w 1716882"/>
              <a:gd name="connsiteY30" fmla="*/ 97631 h 252412"/>
              <a:gd name="connsiteX31" fmla="*/ 1121569 w 1716882"/>
              <a:gd name="connsiteY31" fmla="*/ 90487 h 252412"/>
              <a:gd name="connsiteX32" fmla="*/ 1143000 w 1716882"/>
              <a:gd name="connsiteY32" fmla="*/ 80962 h 252412"/>
              <a:gd name="connsiteX33" fmla="*/ 1169194 w 1716882"/>
              <a:gd name="connsiteY33" fmla="*/ 76200 h 252412"/>
              <a:gd name="connsiteX34" fmla="*/ 1193007 w 1716882"/>
              <a:gd name="connsiteY34" fmla="*/ 69056 h 252412"/>
              <a:gd name="connsiteX35" fmla="*/ 1204913 w 1716882"/>
              <a:gd name="connsiteY35" fmla="*/ 64293 h 252412"/>
              <a:gd name="connsiteX36" fmla="*/ 1245394 w 1716882"/>
              <a:gd name="connsiteY36" fmla="*/ 59531 h 252412"/>
              <a:gd name="connsiteX37" fmla="*/ 1273969 w 1716882"/>
              <a:gd name="connsiteY37" fmla="*/ 52387 h 252412"/>
              <a:gd name="connsiteX38" fmla="*/ 1378744 w 1716882"/>
              <a:gd name="connsiteY38" fmla="*/ 54768 h 252412"/>
              <a:gd name="connsiteX39" fmla="*/ 1443038 w 1716882"/>
              <a:gd name="connsiteY39" fmla="*/ 52387 h 252412"/>
              <a:gd name="connsiteX40" fmla="*/ 1459707 w 1716882"/>
              <a:gd name="connsiteY40" fmla="*/ 54768 h 252412"/>
              <a:gd name="connsiteX41" fmla="*/ 1514475 w 1716882"/>
              <a:gd name="connsiteY41" fmla="*/ 52387 h 252412"/>
              <a:gd name="connsiteX42" fmla="*/ 1535907 w 1716882"/>
              <a:gd name="connsiteY42" fmla="*/ 45243 h 252412"/>
              <a:gd name="connsiteX43" fmla="*/ 1552575 w 1716882"/>
              <a:gd name="connsiteY43" fmla="*/ 38100 h 252412"/>
              <a:gd name="connsiteX44" fmla="*/ 1571625 w 1716882"/>
              <a:gd name="connsiteY44" fmla="*/ 30956 h 252412"/>
              <a:gd name="connsiteX45" fmla="*/ 1624013 w 1716882"/>
              <a:gd name="connsiteY45" fmla="*/ 14287 h 252412"/>
              <a:gd name="connsiteX46" fmla="*/ 1702594 w 1716882"/>
              <a:gd name="connsiteY46" fmla="*/ 11906 h 252412"/>
              <a:gd name="connsiteX47" fmla="*/ 1709738 w 1716882"/>
              <a:gd name="connsiteY47" fmla="*/ 7143 h 252412"/>
              <a:gd name="connsiteX48" fmla="*/ 1716882 w 1716882"/>
              <a:gd name="connsiteY48"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514350 w 1716882"/>
              <a:gd name="connsiteY13" fmla="*/ 192881 h 252412"/>
              <a:gd name="connsiteX14" fmla="*/ 552450 w 1716882"/>
              <a:gd name="connsiteY14" fmla="*/ 178593 h 252412"/>
              <a:gd name="connsiteX15" fmla="*/ 566738 w 1716882"/>
              <a:gd name="connsiteY15" fmla="*/ 171450 h 252412"/>
              <a:gd name="connsiteX16" fmla="*/ 592932 w 1716882"/>
              <a:gd name="connsiteY16" fmla="*/ 166687 h 252412"/>
              <a:gd name="connsiteX17" fmla="*/ 633413 w 1716882"/>
              <a:gd name="connsiteY17" fmla="*/ 157162 h 252412"/>
              <a:gd name="connsiteX18" fmla="*/ 661988 w 1716882"/>
              <a:gd name="connsiteY18" fmla="*/ 154781 h 252412"/>
              <a:gd name="connsiteX19" fmla="*/ 683419 w 1716882"/>
              <a:gd name="connsiteY19" fmla="*/ 152400 h 252412"/>
              <a:gd name="connsiteX20" fmla="*/ 697707 w 1716882"/>
              <a:gd name="connsiteY20" fmla="*/ 147637 h 252412"/>
              <a:gd name="connsiteX21" fmla="*/ 733425 w 1716882"/>
              <a:gd name="connsiteY21" fmla="*/ 133350 h 252412"/>
              <a:gd name="connsiteX22" fmla="*/ 776288 w 1716882"/>
              <a:gd name="connsiteY22" fmla="*/ 126206 h 252412"/>
              <a:gd name="connsiteX23" fmla="*/ 871538 w 1716882"/>
              <a:gd name="connsiteY23" fmla="*/ 128587 h 252412"/>
              <a:gd name="connsiteX24" fmla="*/ 916782 w 1716882"/>
              <a:gd name="connsiteY24" fmla="*/ 130968 h 252412"/>
              <a:gd name="connsiteX25" fmla="*/ 966788 w 1716882"/>
              <a:gd name="connsiteY25" fmla="*/ 128587 h 252412"/>
              <a:gd name="connsiteX26" fmla="*/ 995363 w 1716882"/>
              <a:gd name="connsiteY26" fmla="*/ 114300 h 252412"/>
              <a:gd name="connsiteX27" fmla="*/ 1004888 w 1716882"/>
              <a:gd name="connsiteY27" fmla="*/ 111918 h 252412"/>
              <a:gd name="connsiteX28" fmla="*/ 1050132 w 1716882"/>
              <a:gd name="connsiteY28" fmla="*/ 107156 h 252412"/>
              <a:gd name="connsiteX29" fmla="*/ 1071563 w 1716882"/>
              <a:gd name="connsiteY29" fmla="*/ 102393 h 252412"/>
              <a:gd name="connsiteX30" fmla="*/ 1083469 w 1716882"/>
              <a:gd name="connsiteY30" fmla="*/ 97631 h 252412"/>
              <a:gd name="connsiteX31" fmla="*/ 1121569 w 1716882"/>
              <a:gd name="connsiteY31" fmla="*/ 90487 h 252412"/>
              <a:gd name="connsiteX32" fmla="*/ 1143000 w 1716882"/>
              <a:gd name="connsiteY32" fmla="*/ 80962 h 252412"/>
              <a:gd name="connsiteX33" fmla="*/ 1169194 w 1716882"/>
              <a:gd name="connsiteY33" fmla="*/ 76200 h 252412"/>
              <a:gd name="connsiteX34" fmla="*/ 1193007 w 1716882"/>
              <a:gd name="connsiteY34" fmla="*/ 69056 h 252412"/>
              <a:gd name="connsiteX35" fmla="*/ 1204913 w 1716882"/>
              <a:gd name="connsiteY35" fmla="*/ 64293 h 252412"/>
              <a:gd name="connsiteX36" fmla="*/ 1245394 w 1716882"/>
              <a:gd name="connsiteY36" fmla="*/ 59531 h 252412"/>
              <a:gd name="connsiteX37" fmla="*/ 1273969 w 1716882"/>
              <a:gd name="connsiteY37" fmla="*/ 52387 h 252412"/>
              <a:gd name="connsiteX38" fmla="*/ 1378744 w 1716882"/>
              <a:gd name="connsiteY38" fmla="*/ 54768 h 252412"/>
              <a:gd name="connsiteX39" fmla="*/ 1443038 w 1716882"/>
              <a:gd name="connsiteY39" fmla="*/ 52387 h 252412"/>
              <a:gd name="connsiteX40" fmla="*/ 1459707 w 1716882"/>
              <a:gd name="connsiteY40" fmla="*/ 54768 h 252412"/>
              <a:gd name="connsiteX41" fmla="*/ 1514475 w 1716882"/>
              <a:gd name="connsiteY41" fmla="*/ 52387 h 252412"/>
              <a:gd name="connsiteX42" fmla="*/ 1535907 w 1716882"/>
              <a:gd name="connsiteY42" fmla="*/ 45243 h 252412"/>
              <a:gd name="connsiteX43" fmla="*/ 1552575 w 1716882"/>
              <a:gd name="connsiteY43" fmla="*/ 38100 h 252412"/>
              <a:gd name="connsiteX44" fmla="*/ 1571625 w 1716882"/>
              <a:gd name="connsiteY44" fmla="*/ 30956 h 252412"/>
              <a:gd name="connsiteX45" fmla="*/ 1624013 w 1716882"/>
              <a:gd name="connsiteY45" fmla="*/ 14287 h 252412"/>
              <a:gd name="connsiteX46" fmla="*/ 1702594 w 1716882"/>
              <a:gd name="connsiteY46" fmla="*/ 11906 h 252412"/>
              <a:gd name="connsiteX47" fmla="*/ 1709738 w 1716882"/>
              <a:gd name="connsiteY47" fmla="*/ 7143 h 252412"/>
              <a:gd name="connsiteX48" fmla="*/ 1716882 w 1716882"/>
              <a:gd name="connsiteY48"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514350 w 1716882"/>
              <a:gd name="connsiteY13" fmla="*/ 192881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83419 w 1716882"/>
              <a:gd name="connsiteY18" fmla="*/ 152400 h 252412"/>
              <a:gd name="connsiteX19" fmla="*/ 697707 w 1716882"/>
              <a:gd name="connsiteY19" fmla="*/ 147637 h 252412"/>
              <a:gd name="connsiteX20" fmla="*/ 733425 w 1716882"/>
              <a:gd name="connsiteY20" fmla="*/ 133350 h 252412"/>
              <a:gd name="connsiteX21" fmla="*/ 776288 w 1716882"/>
              <a:gd name="connsiteY21" fmla="*/ 126206 h 252412"/>
              <a:gd name="connsiteX22" fmla="*/ 871538 w 1716882"/>
              <a:gd name="connsiteY22" fmla="*/ 128587 h 252412"/>
              <a:gd name="connsiteX23" fmla="*/ 916782 w 1716882"/>
              <a:gd name="connsiteY23" fmla="*/ 130968 h 252412"/>
              <a:gd name="connsiteX24" fmla="*/ 966788 w 1716882"/>
              <a:gd name="connsiteY24" fmla="*/ 128587 h 252412"/>
              <a:gd name="connsiteX25" fmla="*/ 995363 w 1716882"/>
              <a:gd name="connsiteY25" fmla="*/ 114300 h 252412"/>
              <a:gd name="connsiteX26" fmla="*/ 1004888 w 1716882"/>
              <a:gd name="connsiteY26" fmla="*/ 111918 h 252412"/>
              <a:gd name="connsiteX27" fmla="*/ 1050132 w 1716882"/>
              <a:gd name="connsiteY27" fmla="*/ 107156 h 252412"/>
              <a:gd name="connsiteX28" fmla="*/ 1071563 w 1716882"/>
              <a:gd name="connsiteY28" fmla="*/ 102393 h 252412"/>
              <a:gd name="connsiteX29" fmla="*/ 1083469 w 1716882"/>
              <a:gd name="connsiteY29" fmla="*/ 97631 h 252412"/>
              <a:gd name="connsiteX30" fmla="*/ 1121569 w 1716882"/>
              <a:gd name="connsiteY30" fmla="*/ 90487 h 252412"/>
              <a:gd name="connsiteX31" fmla="*/ 1143000 w 1716882"/>
              <a:gd name="connsiteY31" fmla="*/ 80962 h 252412"/>
              <a:gd name="connsiteX32" fmla="*/ 1169194 w 1716882"/>
              <a:gd name="connsiteY32" fmla="*/ 76200 h 252412"/>
              <a:gd name="connsiteX33" fmla="*/ 1193007 w 1716882"/>
              <a:gd name="connsiteY33" fmla="*/ 69056 h 252412"/>
              <a:gd name="connsiteX34" fmla="*/ 1204913 w 1716882"/>
              <a:gd name="connsiteY34" fmla="*/ 64293 h 252412"/>
              <a:gd name="connsiteX35" fmla="*/ 1245394 w 1716882"/>
              <a:gd name="connsiteY35" fmla="*/ 59531 h 252412"/>
              <a:gd name="connsiteX36" fmla="*/ 1273969 w 1716882"/>
              <a:gd name="connsiteY36" fmla="*/ 52387 h 252412"/>
              <a:gd name="connsiteX37" fmla="*/ 1378744 w 1716882"/>
              <a:gd name="connsiteY37" fmla="*/ 54768 h 252412"/>
              <a:gd name="connsiteX38" fmla="*/ 1443038 w 1716882"/>
              <a:gd name="connsiteY38" fmla="*/ 52387 h 252412"/>
              <a:gd name="connsiteX39" fmla="*/ 1459707 w 1716882"/>
              <a:gd name="connsiteY39" fmla="*/ 54768 h 252412"/>
              <a:gd name="connsiteX40" fmla="*/ 1514475 w 1716882"/>
              <a:gd name="connsiteY40" fmla="*/ 52387 h 252412"/>
              <a:gd name="connsiteX41" fmla="*/ 1535907 w 1716882"/>
              <a:gd name="connsiteY41" fmla="*/ 45243 h 252412"/>
              <a:gd name="connsiteX42" fmla="*/ 1552575 w 1716882"/>
              <a:gd name="connsiteY42" fmla="*/ 38100 h 252412"/>
              <a:gd name="connsiteX43" fmla="*/ 1571625 w 1716882"/>
              <a:gd name="connsiteY43" fmla="*/ 30956 h 252412"/>
              <a:gd name="connsiteX44" fmla="*/ 1624013 w 1716882"/>
              <a:gd name="connsiteY44" fmla="*/ 14287 h 252412"/>
              <a:gd name="connsiteX45" fmla="*/ 1702594 w 1716882"/>
              <a:gd name="connsiteY45" fmla="*/ 11906 h 252412"/>
              <a:gd name="connsiteX46" fmla="*/ 1709738 w 1716882"/>
              <a:gd name="connsiteY46" fmla="*/ 7143 h 252412"/>
              <a:gd name="connsiteX47" fmla="*/ 1716882 w 1716882"/>
              <a:gd name="connsiteY47"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514350 w 1716882"/>
              <a:gd name="connsiteY13" fmla="*/ 192881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733425 w 1716882"/>
              <a:gd name="connsiteY19" fmla="*/ 133350 h 252412"/>
              <a:gd name="connsiteX20" fmla="*/ 776288 w 1716882"/>
              <a:gd name="connsiteY20" fmla="*/ 126206 h 252412"/>
              <a:gd name="connsiteX21" fmla="*/ 871538 w 1716882"/>
              <a:gd name="connsiteY21" fmla="*/ 128587 h 252412"/>
              <a:gd name="connsiteX22" fmla="*/ 916782 w 1716882"/>
              <a:gd name="connsiteY22" fmla="*/ 130968 h 252412"/>
              <a:gd name="connsiteX23" fmla="*/ 966788 w 1716882"/>
              <a:gd name="connsiteY23" fmla="*/ 128587 h 252412"/>
              <a:gd name="connsiteX24" fmla="*/ 995363 w 1716882"/>
              <a:gd name="connsiteY24" fmla="*/ 114300 h 252412"/>
              <a:gd name="connsiteX25" fmla="*/ 1004888 w 1716882"/>
              <a:gd name="connsiteY25" fmla="*/ 111918 h 252412"/>
              <a:gd name="connsiteX26" fmla="*/ 1050132 w 1716882"/>
              <a:gd name="connsiteY26" fmla="*/ 107156 h 252412"/>
              <a:gd name="connsiteX27" fmla="*/ 1071563 w 1716882"/>
              <a:gd name="connsiteY27" fmla="*/ 102393 h 252412"/>
              <a:gd name="connsiteX28" fmla="*/ 1083469 w 1716882"/>
              <a:gd name="connsiteY28" fmla="*/ 97631 h 252412"/>
              <a:gd name="connsiteX29" fmla="*/ 1121569 w 1716882"/>
              <a:gd name="connsiteY29" fmla="*/ 90487 h 252412"/>
              <a:gd name="connsiteX30" fmla="*/ 1143000 w 1716882"/>
              <a:gd name="connsiteY30" fmla="*/ 80962 h 252412"/>
              <a:gd name="connsiteX31" fmla="*/ 1169194 w 1716882"/>
              <a:gd name="connsiteY31" fmla="*/ 76200 h 252412"/>
              <a:gd name="connsiteX32" fmla="*/ 1193007 w 1716882"/>
              <a:gd name="connsiteY32" fmla="*/ 69056 h 252412"/>
              <a:gd name="connsiteX33" fmla="*/ 1204913 w 1716882"/>
              <a:gd name="connsiteY33" fmla="*/ 64293 h 252412"/>
              <a:gd name="connsiteX34" fmla="*/ 1245394 w 1716882"/>
              <a:gd name="connsiteY34" fmla="*/ 59531 h 252412"/>
              <a:gd name="connsiteX35" fmla="*/ 1273969 w 1716882"/>
              <a:gd name="connsiteY35" fmla="*/ 52387 h 252412"/>
              <a:gd name="connsiteX36" fmla="*/ 1378744 w 1716882"/>
              <a:gd name="connsiteY36" fmla="*/ 54768 h 252412"/>
              <a:gd name="connsiteX37" fmla="*/ 1443038 w 1716882"/>
              <a:gd name="connsiteY37" fmla="*/ 52387 h 252412"/>
              <a:gd name="connsiteX38" fmla="*/ 1459707 w 1716882"/>
              <a:gd name="connsiteY38" fmla="*/ 54768 h 252412"/>
              <a:gd name="connsiteX39" fmla="*/ 1514475 w 1716882"/>
              <a:gd name="connsiteY39" fmla="*/ 52387 h 252412"/>
              <a:gd name="connsiteX40" fmla="*/ 1535907 w 1716882"/>
              <a:gd name="connsiteY40" fmla="*/ 45243 h 252412"/>
              <a:gd name="connsiteX41" fmla="*/ 1552575 w 1716882"/>
              <a:gd name="connsiteY41" fmla="*/ 38100 h 252412"/>
              <a:gd name="connsiteX42" fmla="*/ 1571625 w 1716882"/>
              <a:gd name="connsiteY42" fmla="*/ 30956 h 252412"/>
              <a:gd name="connsiteX43" fmla="*/ 1624013 w 1716882"/>
              <a:gd name="connsiteY43" fmla="*/ 14287 h 252412"/>
              <a:gd name="connsiteX44" fmla="*/ 1702594 w 1716882"/>
              <a:gd name="connsiteY44" fmla="*/ 11906 h 252412"/>
              <a:gd name="connsiteX45" fmla="*/ 1709738 w 1716882"/>
              <a:gd name="connsiteY45" fmla="*/ 7143 h 252412"/>
              <a:gd name="connsiteX46" fmla="*/ 1716882 w 1716882"/>
              <a:gd name="connsiteY46"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514350 w 1716882"/>
              <a:gd name="connsiteY13" fmla="*/ 192881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733425 w 1716882"/>
              <a:gd name="connsiteY19" fmla="*/ 133350 h 252412"/>
              <a:gd name="connsiteX20" fmla="*/ 800100 w 1716882"/>
              <a:gd name="connsiteY20" fmla="*/ 130969 h 252412"/>
              <a:gd name="connsiteX21" fmla="*/ 871538 w 1716882"/>
              <a:gd name="connsiteY21" fmla="*/ 128587 h 252412"/>
              <a:gd name="connsiteX22" fmla="*/ 916782 w 1716882"/>
              <a:gd name="connsiteY22" fmla="*/ 130968 h 252412"/>
              <a:gd name="connsiteX23" fmla="*/ 966788 w 1716882"/>
              <a:gd name="connsiteY23" fmla="*/ 128587 h 252412"/>
              <a:gd name="connsiteX24" fmla="*/ 995363 w 1716882"/>
              <a:gd name="connsiteY24" fmla="*/ 114300 h 252412"/>
              <a:gd name="connsiteX25" fmla="*/ 1004888 w 1716882"/>
              <a:gd name="connsiteY25" fmla="*/ 111918 h 252412"/>
              <a:gd name="connsiteX26" fmla="*/ 1050132 w 1716882"/>
              <a:gd name="connsiteY26" fmla="*/ 107156 h 252412"/>
              <a:gd name="connsiteX27" fmla="*/ 1071563 w 1716882"/>
              <a:gd name="connsiteY27" fmla="*/ 102393 h 252412"/>
              <a:gd name="connsiteX28" fmla="*/ 1083469 w 1716882"/>
              <a:gd name="connsiteY28" fmla="*/ 97631 h 252412"/>
              <a:gd name="connsiteX29" fmla="*/ 1121569 w 1716882"/>
              <a:gd name="connsiteY29" fmla="*/ 90487 h 252412"/>
              <a:gd name="connsiteX30" fmla="*/ 1143000 w 1716882"/>
              <a:gd name="connsiteY30" fmla="*/ 80962 h 252412"/>
              <a:gd name="connsiteX31" fmla="*/ 1169194 w 1716882"/>
              <a:gd name="connsiteY31" fmla="*/ 76200 h 252412"/>
              <a:gd name="connsiteX32" fmla="*/ 1193007 w 1716882"/>
              <a:gd name="connsiteY32" fmla="*/ 69056 h 252412"/>
              <a:gd name="connsiteX33" fmla="*/ 1204913 w 1716882"/>
              <a:gd name="connsiteY33" fmla="*/ 64293 h 252412"/>
              <a:gd name="connsiteX34" fmla="*/ 1245394 w 1716882"/>
              <a:gd name="connsiteY34" fmla="*/ 59531 h 252412"/>
              <a:gd name="connsiteX35" fmla="*/ 1273969 w 1716882"/>
              <a:gd name="connsiteY35" fmla="*/ 52387 h 252412"/>
              <a:gd name="connsiteX36" fmla="*/ 1378744 w 1716882"/>
              <a:gd name="connsiteY36" fmla="*/ 54768 h 252412"/>
              <a:gd name="connsiteX37" fmla="*/ 1443038 w 1716882"/>
              <a:gd name="connsiteY37" fmla="*/ 52387 h 252412"/>
              <a:gd name="connsiteX38" fmla="*/ 1459707 w 1716882"/>
              <a:gd name="connsiteY38" fmla="*/ 54768 h 252412"/>
              <a:gd name="connsiteX39" fmla="*/ 1514475 w 1716882"/>
              <a:gd name="connsiteY39" fmla="*/ 52387 h 252412"/>
              <a:gd name="connsiteX40" fmla="*/ 1535907 w 1716882"/>
              <a:gd name="connsiteY40" fmla="*/ 45243 h 252412"/>
              <a:gd name="connsiteX41" fmla="*/ 1552575 w 1716882"/>
              <a:gd name="connsiteY41" fmla="*/ 38100 h 252412"/>
              <a:gd name="connsiteX42" fmla="*/ 1571625 w 1716882"/>
              <a:gd name="connsiteY42" fmla="*/ 30956 h 252412"/>
              <a:gd name="connsiteX43" fmla="*/ 1624013 w 1716882"/>
              <a:gd name="connsiteY43" fmla="*/ 14287 h 252412"/>
              <a:gd name="connsiteX44" fmla="*/ 1702594 w 1716882"/>
              <a:gd name="connsiteY44" fmla="*/ 11906 h 252412"/>
              <a:gd name="connsiteX45" fmla="*/ 1709738 w 1716882"/>
              <a:gd name="connsiteY45" fmla="*/ 7143 h 252412"/>
              <a:gd name="connsiteX46" fmla="*/ 1716882 w 1716882"/>
              <a:gd name="connsiteY46"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514350 w 1716882"/>
              <a:gd name="connsiteY13" fmla="*/ 192881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16782 w 1716882"/>
              <a:gd name="connsiteY21" fmla="*/ 130968 h 252412"/>
              <a:gd name="connsiteX22" fmla="*/ 966788 w 1716882"/>
              <a:gd name="connsiteY22" fmla="*/ 128587 h 252412"/>
              <a:gd name="connsiteX23" fmla="*/ 995363 w 1716882"/>
              <a:gd name="connsiteY23" fmla="*/ 114300 h 252412"/>
              <a:gd name="connsiteX24" fmla="*/ 1004888 w 1716882"/>
              <a:gd name="connsiteY24" fmla="*/ 111918 h 252412"/>
              <a:gd name="connsiteX25" fmla="*/ 1050132 w 1716882"/>
              <a:gd name="connsiteY25" fmla="*/ 107156 h 252412"/>
              <a:gd name="connsiteX26" fmla="*/ 1071563 w 1716882"/>
              <a:gd name="connsiteY26" fmla="*/ 102393 h 252412"/>
              <a:gd name="connsiteX27" fmla="*/ 1083469 w 1716882"/>
              <a:gd name="connsiteY27" fmla="*/ 97631 h 252412"/>
              <a:gd name="connsiteX28" fmla="*/ 1121569 w 1716882"/>
              <a:gd name="connsiteY28" fmla="*/ 90487 h 252412"/>
              <a:gd name="connsiteX29" fmla="*/ 1143000 w 1716882"/>
              <a:gd name="connsiteY29" fmla="*/ 80962 h 252412"/>
              <a:gd name="connsiteX30" fmla="*/ 1169194 w 1716882"/>
              <a:gd name="connsiteY30" fmla="*/ 76200 h 252412"/>
              <a:gd name="connsiteX31" fmla="*/ 1193007 w 1716882"/>
              <a:gd name="connsiteY31" fmla="*/ 69056 h 252412"/>
              <a:gd name="connsiteX32" fmla="*/ 1204913 w 1716882"/>
              <a:gd name="connsiteY32" fmla="*/ 64293 h 252412"/>
              <a:gd name="connsiteX33" fmla="*/ 1245394 w 1716882"/>
              <a:gd name="connsiteY33" fmla="*/ 59531 h 252412"/>
              <a:gd name="connsiteX34" fmla="*/ 1273969 w 1716882"/>
              <a:gd name="connsiteY34" fmla="*/ 52387 h 252412"/>
              <a:gd name="connsiteX35" fmla="*/ 1378744 w 1716882"/>
              <a:gd name="connsiteY35" fmla="*/ 54768 h 252412"/>
              <a:gd name="connsiteX36" fmla="*/ 1443038 w 1716882"/>
              <a:gd name="connsiteY36" fmla="*/ 52387 h 252412"/>
              <a:gd name="connsiteX37" fmla="*/ 1459707 w 1716882"/>
              <a:gd name="connsiteY37" fmla="*/ 54768 h 252412"/>
              <a:gd name="connsiteX38" fmla="*/ 1514475 w 1716882"/>
              <a:gd name="connsiteY38" fmla="*/ 52387 h 252412"/>
              <a:gd name="connsiteX39" fmla="*/ 1535907 w 1716882"/>
              <a:gd name="connsiteY39" fmla="*/ 45243 h 252412"/>
              <a:gd name="connsiteX40" fmla="*/ 1552575 w 1716882"/>
              <a:gd name="connsiteY40" fmla="*/ 38100 h 252412"/>
              <a:gd name="connsiteX41" fmla="*/ 1571625 w 1716882"/>
              <a:gd name="connsiteY41" fmla="*/ 30956 h 252412"/>
              <a:gd name="connsiteX42" fmla="*/ 1624013 w 1716882"/>
              <a:gd name="connsiteY42" fmla="*/ 14287 h 252412"/>
              <a:gd name="connsiteX43" fmla="*/ 1702594 w 1716882"/>
              <a:gd name="connsiteY43" fmla="*/ 11906 h 252412"/>
              <a:gd name="connsiteX44" fmla="*/ 1709738 w 1716882"/>
              <a:gd name="connsiteY44" fmla="*/ 7143 h 252412"/>
              <a:gd name="connsiteX45" fmla="*/ 1716882 w 1716882"/>
              <a:gd name="connsiteY45"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16782 w 1716882"/>
              <a:gd name="connsiteY21" fmla="*/ 130968 h 252412"/>
              <a:gd name="connsiteX22" fmla="*/ 966788 w 1716882"/>
              <a:gd name="connsiteY22" fmla="*/ 128587 h 252412"/>
              <a:gd name="connsiteX23" fmla="*/ 995363 w 1716882"/>
              <a:gd name="connsiteY23" fmla="*/ 114300 h 252412"/>
              <a:gd name="connsiteX24" fmla="*/ 1004888 w 1716882"/>
              <a:gd name="connsiteY24" fmla="*/ 111918 h 252412"/>
              <a:gd name="connsiteX25" fmla="*/ 1050132 w 1716882"/>
              <a:gd name="connsiteY25" fmla="*/ 107156 h 252412"/>
              <a:gd name="connsiteX26" fmla="*/ 1071563 w 1716882"/>
              <a:gd name="connsiteY26" fmla="*/ 102393 h 252412"/>
              <a:gd name="connsiteX27" fmla="*/ 1083469 w 1716882"/>
              <a:gd name="connsiteY27" fmla="*/ 97631 h 252412"/>
              <a:gd name="connsiteX28" fmla="*/ 1121569 w 1716882"/>
              <a:gd name="connsiteY28" fmla="*/ 90487 h 252412"/>
              <a:gd name="connsiteX29" fmla="*/ 1143000 w 1716882"/>
              <a:gd name="connsiteY29" fmla="*/ 80962 h 252412"/>
              <a:gd name="connsiteX30" fmla="*/ 1169194 w 1716882"/>
              <a:gd name="connsiteY30" fmla="*/ 76200 h 252412"/>
              <a:gd name="connsiteX31" fmla="*/ 1193007 w 1716882"/>
              <a:gd name="connsiteY31" fmla="*/ 69056 h 252412"/>
              <a:gd name="connsiteX32" fmla="*/ 1204913 w 1716882"/>
              <a:gd name="connsiteY32" fmla="*/ 64293 h 252412"/>
              <a:gd name="connsiteX33" fmla="*/ 1245394 w 1716882"/>
              <a:gd name="connsiteY33" fmla="*/ 59531 h 252412"/>
              <a:gd name="connsiteX34" fmla="*/ 1273969 w 1716882"/>
              <a:gd name="connsiteY34" fmla="*/ 52387 h 252412"/>
              <a:gd name="connsiteX35" fmla="*/ 1378744 w 1716882"/>
              <a:gd name="connsiteY35" fmla="*/ 54768 h 252412"/>
              <a:gd name="connsiteX36" fmla="*/ 1443038 w 1716882"/>
              <a:gd name="connsiteY36" fmla="*/ 52387 h 252412"/>
              <a:gd name="connsiteX37" fmla="*/ 1459707 w 1716882"/>
              <a:gd name="connsiteY37" fmla="*/ 54768 h 252412"/>
              <a:gd name="connsiteX38" fmla="*/ 1514475 w 1716882"/>
              <a:gd name="connsiteY38" fmla="*/ 52387 h 252412"/>
              <a:gd name="connsiteX39" fmla="*/ 1535907 w 1716882"/>
              <a:gd name="connsiteY39" fmla="*/ 45243 h 252412"/>
              <a:gd name="connsiteX40" fmla="*/ 1552575 w 1716882"/>
              <a:gd name="connsiteY40" fmla="*/ 38100 h 252412"/>
              <a:gd name="connsiteX41" fmla="*/ 1571625 w 1716882"/>
              <a:gd name="connsiteY41" fmla="*/ 30956 h 252412"/>
              <a:gd name="connsiteX42" fmla="*/ 1624013 w 1716882"/>
              <a:gd name="connsiteY42" fmla="*/ 14287 h 252412"/>
              <a:gd name="connsiteX43" fmla="*/ 1702594 w 1716882"/>
              <a:gd name="connsiteY43" fmla="*/ 11906 h 252412"/>
              <a:gd name="connsiteX44" fmla="*/ 1709738 w 1716882"/>
              <a:gd name="connsiteY44" fmla="*/ 7143 h 252412"/>
              <a:gd name="connsiteX45" fmla="*/ 1716882 w 1716882"/>
              <a:gd name="connsiteY45"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16782 w 1716882"/>
              <a:gd name="connsiteY21" fmla="*/ 130968 h 252412"/>
              <a:gd name="connsiteX22" fmla="*/ 966788 w 1716882"/>
              <a:gd name="connsiteY22" fmla="*/ 128587 h 252412"/>
              <a:gd name="connsiteX23" fmla="*/ 995363 w 1716882"/>
              <a:gd name="connsiteY23" fmla="*/ 114300 h 252412"/>
              <a:gd name="connsiteX24" fmla="*/ 1004888 w 1716882"/>
              <a:gd name="connsiteY24" fmla="*/ 111918 h 252412"/>
              <a:gd name="connsiteX25" fmla="*/ 1050132 w 1716882"/>
              <a:gd name="connsiteY25" fmla="*/ 107156 h 252412"/>
              <a:gd name="connsiteX26" fmla="*/ 1071563 w 1716882"/>
              <a:gd name="connsiteY26" fmla="*/ 102393 h 252412"/>
              <a:gd name="connsiteX27" fmla="*/ 1083469 w 1716882"/>
              <a:gd name="connsiteY27" fmla="*/ 97631 h 252412"/>
              <a:gd name="connsiteX28" fmla="*/ 1121569 w 1716882"/>
              <a:gd name="connsiteY28" fmla="*/ 90487 h 252412"/>
              <a:gd name="connsiteX29" fmla="*/ 1143000 w 1716882"/>
              <a:gd name="connsiteY29" fmla="*/ 80962 h 252412"/>
              <a:gd name="connsiteX30" fmla="*/ 1169194 w 1716882"/>
              <a:gd name="connsiteY30" fmla="*/ 76200 h 252412"/>
              <a:gd name="connsiteX31" fmla="*/ 1204913 w 1716882"/>
              <a:gd name="connsiteY31" fmla="*/ 64293 h 252412"/>
              <a:gd name="connsiteX32" fmla="*/ 1245394 w 1716882"/>
              <a:gd name="connsiteY32" fmla="*/ 59531 h 252412"/>
              <a:gd name="connsiteX33" fmla="*/ 1273969 w 1716882"/>
              <a:gd name="connsiteY33" fmla="*/ 52387 h 252412"/>
              <a:gd name="connsiteX34" fmla="*/ 1378744 w 1716882"/>
              <a:gd name="connsiteY34" fmla="*/ 54768 h 252412"/>
              <a:gd name="connsiteX35" fmla="*/ 1443038 w 1716882"/>
              <a:gd name="connsiteY35" fmla="*/ 52387 h 252412"/>
              <a:gd name="connsiteX36" fmla="*/ 1459707 w 1716882"/>
              <a:gd name="connsiteY36" fmla="*/ 54768 h 252412"/>
              <a:gd name="connsiteX37" fmla="*/ 1514475 w 1716882"/>
              <a:gd name="connsiteY37" fmla="*/ 52387 h 252412"/>
              <a:gd name="connsiteX38" fmla="*/ 1535907 w 1716882"/>
              <a:gd name="connsiteY38" fmla="*/ 45243 h 252412"/>
              <a:gd name="connsiteX39" fmla="*/ 1552575 w 1716882"/>
              <a:gd name="connsiteY39" fmla="*/ 38100 h 252412"/>
              <a:gd name="connsiteX40" fmla="*/ 1571625 w 1716882"/>
              <a:gd name="connsiteY40" fmla="*/ 30956 h 252412"/>
              <a:gd name="connsiteX41" fmla="*/ 1624013 w 1716882"/>
              <a:gd name="connsiteY41" fmla="*/ 14287 h 252412"/>
              <a:gd name="connsiteX42" fmla="*/ 1702594 w 1716882"/>
              <a:gd name="connsiteY42" fmla="*/ 11906 h 252412"/>
              <a:gd name="connsiteX43" fmla="*/ 1709738 w 1716882"/>
              <a:gd name="connsiteY43" fmla="*/ 7143 h 252412"/>
              <a:gd name="connsiteX44" fmla="*/ 1716882 w 1716882"/>
              <a:gd name="connsiteY44"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16782 w 1716882"/>
              <a:gd name="connsiteY21" fmla="*/ 130968 h 252412"/>
              <a:gd name="connsiteX22" fmla="*/ 966788 w 1716882"/>
              <a:gd name="connsiteY22" fmla="*/ 128587 h 252412"/>
              <a:gd name="connsiteX23" fmla="*/ 995363 w 1716882"/>
              <a:gd name="connsiteY23" fmla="*/ 114300 h 252412"/>
              <a:gd name="connsiteX24" fmla="*/ 1004888 w 1716882"/>
              <a:gd name="connsiteY24" fmla="*/ 111918 h 252412"/>
              <a:gd name="connsiteX25" fmla="*/ 1050132 w 1716882"/>
              <a:gd name="connsiteY25" fmla="*/ 107156 h 252412"/>
              <a:gd name="connsiteX26" fmla="*/ 1071563 w 1716882"/>
              <a:gd name="connsiteY26" fmla="*/ 102393 h 252412"/>
              <a:gd name="connsiteX27" fmla="*/ 1083469 w 1716882"/>
              <a:gd name="connsiteY27" fmla="*/ 97631 h 252412"/>
              <a:gd name="connsiteX28" fmla="*/ 1121569 w 1716882"/>
              <a:gd name="connsiteY28" fmla="*/ 90487 h 252412"/>
              <a:gd name="connsiteX29" fmla="*/ 1169194 w 1716882"/>
              <a:gd name="connsiteY29" fmla="*/ 76200 h 252412"/>
              <a:gd name="connsiteX30" fmla="*/ 1204913 w 1716882"/>
              <a:gd name="connsiteY30" fmla="*/ 64293 h 252412"/>
              <a:gd name="connsiteX31" fmla="*/ 1245394 w 1716882"/>
              <a:gd name="connsiteY31" fmla="*/ 59531 h 252412"/>
              <a:gd name="connsiteX32" fmla="*/ 1273969 w 1716882"/>
              <a:gd name="connsiteY32" fmla="*/ 52387 h 252412"/>
              <a:gd name="connsiteX33" fmla="*/ 1378744 w 1716882"/>
              <a:gd name="connsiteY33" fmla="*/ 54768 h 252412"/>
              <a:gd name="connsiteX34" fmla="*/ 1443038 w 1716882"/>
              <a:gd name="connsiteY34" fmla="*/ 52387 h 252412"/>
              <a:gd name="connsiteX35" fmla="*/ 1459707 w 1716882"/>
              <a:gd name="connsiteY35" fmla="*/ 54768 h 252412"/>
              <a:gd name="connsiteX36" fmla="*/ 1514475 w 1716882"/>
              <a:gd name="connsiteY36" fmla="*/ 52387 h 252412"/>
              <a:gd name="connsiteX37" fmla="*/ 1535907 w 1716882"/>
              <a:gd name="connsiteY37" fmla="*/ 45243 h 252412"/>
              <a:gd name="connsiteX38" fmla="*/ 1552575 w 1716882"/>
              <a:gd name="connsiteY38" fmla="*/ 38100 h 252412"/>
              <a:gd name="connsiteX39" fmla="*/ 1571625 w 1716882"/>
              <a:gd name="connsiteY39" fmla="*/ 30956 h 252412"/>
              <a:gd name="connsiteX40" fmla="*/ 1624013 w 1716882"/>
              <a:gd name="connsiteY40" fmla="*/ 14287 h 252412"/>
              <a:gd name="connsiteX41" fmla="*/ 1702594 w 1716882"/>
              <a:gd name="connsiteY41" fmla="*/ 11906 h 252412"/>
              <a:gd name="connsiteX42" fmla="*/ 1709738 w 1716882"/>
              <a:gd name="connsiteY42" fmla="*/ 7143 h 252412"/>
              <a:gd name="connsiteX43" fmla="*/ 1716882 w 1716882"/>
              <a:gd name="connsiteY43"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16782 w 1716882"/>
              <a:gd name="connsiteY21" fmla="*/ 130968 h 252412"/>
              <a:gd name="connsiteX22" fmla="*/ 995363 w 1716882"/>
              <a:gd name="connsiteY22" fmla="*/ 114300 h 252412"/>
              <a:gd name="connsiteX23" fmla="*/ 1004888 w 1716882"/>
              <a:gd name="connsiteY23" fmla="*/ 111918 h 252412"/>
              <a:gd name="connsiteX24" fmla="*/ 1050132 w 1716882"/>
              <a:gd name="connsiteY24" fmla="*/ 107156 h 252412"/>
              <a:gd name="connsiteX25" fmla="*/ 1071563 w 1716882"/>
              <a:gd name="connsiteY25" fmla="*/ 102393 h 252412"/>
              <a:gd name="connsiteX26" fmla="*/ 1083469 w 1716882"/>
              <a:gd name="connsiteY26" fmla="*/ 97631 h 252412"/>
              <a:gd name="connsiteX27" fmla="*/ 1121569 w 1716882"/>
              <a:gd name="connsiteY27" fmla="*/ 90487 h 252412"/>
              <a:gd name="connsiteX28" fmla="*/ 1169194 w 1716882"/>
              <a:gd name="connsiteY28" fmla="*/ 76200 h 252412"/>
              <a:gd name="connsiteX29" fmla="*/ 1204913 w 1716882"/>
              <a:gd name="connsiteY29" fmla="*/ 64293 h 252412"/>
              <a:gd name="connsiteX30" fmla="*/ 1245394 w 1716882"/>
              <a:gd name="connsiteY30" fmla="*/ 59531 h 252412"/>
              <a:gd name="connsiteX31" fmla="*/ 1273969 w 1716882"/>
              <a:gd name="connsiteY31" fmla="*/ 52387 h 252412"/>
              <a:gd name="connsiteX32" fmla="*/ 1378744 w 1716882"/>
              <a:gd name="connsiteY32" fmla="*/ 54768 h 252412"/>
              <a:gd name="connsiteX33" fmla="*/ 1443038 w 1716882"/>
              <a:gd name="connsiteY33" fmla="*/ 52387 h 252412"/>
              <a:gd name="connsiteX34" fmla="*/ 1459707 w 1716882"/>
              <a:gd name="connsiteY34" fmla="*/ 54768 h 252412"/>
              <a:gd name="connsiteX35" fmla="*/ 1514475 w 1716882"/>
              <a:gd name="connsiteY35" fmla="*/ 52387 h 252412"/>
              <a:gd name="connsiteX36" fmla="*/ 1535907 w 1716882"/>
              <a:gd name="connsiteY36" fmla="*/ 45243 h 252412"/>
              <a:gd name="connsiteX37" fmla="*/ 1552575 w 1716882"/>
              <a:gd name="connsiteY37" fmla="*/ 38100 h 252412"/>
              <a:gd name="connsiteX38" fmla="*/ 1571625 w 1716882"/>
              <a:gd name="connsiteY38" fmla="*/ 30956 h 252412"/>
              <a:gd name="connsiteX39" fmla="*/ 1624013 w 1716882"/>
              <a:gd name="connsiteY39" fmla="*/ 14287 h 252412"/>
              <a:gd name="connsiteX40" fmla="*/ 1702594 w 1716882"/>
              <a:gd name="connsiteY40" fmla="*/ 11906 h 252412"/>
              <a:gd name="connsiteX41" fmla="*/ 1709738 w 1716882"/>
              <a:gd name="connsiteY41" fmla="*/ 7143 h 252412"/>
              <a:gd name="connsiteX42" fmla="*/ 1716882 w 1716882"/>
              <a:gd name="connsiteY42"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16782 w 1716882"/>
              <a:gd name="connsiteY21" fmla="*/ 130968 h 252412"/>
              <a:gd name="connsiteX22" fmla="*/ 995363 w 1716882"/>
              <a:gd name="connsiteY22" fmla="*/ 114300 h 252412"/>
              <a:gd name="connsiteX23" fmla="*/ 1050132 w 1716882"/>
              <a:gd name="connsiteY23" fmla="*/ 107156 h 252412"/>
              <a:gd name="connsiteX24" fmla="*/ 1071563 w 1716882"/>
              <a:gd name="connsiteY24" fmla="*/ 102393 h 252412"/>
              <a:gd name="connsiteX25" fmla="*/ 1083469 w 1716882"/>
              <a:gd name="connsiteY25" fmla="*/ 97631 h 252412"/>
              <a:gd name="connsiteX26" fmla="*/ 1121569 w 1716882"/>
              <a:gd name="connsiteY26" fmla="*/ 90487 h 252412"/>
              <a:gd name="connsiteX27" fmla="*/ 1169194 w 1716882"/>
              <a:gd name="connsiteY27" fmla="*/ 76200 h 252412"/>
              <a:gd name="connsiteX28" fmla="*/ 1204913 w 1716882"/>
              <a:gd name="connsiteY28" fmla="*/ 64293 h 252412"/>
              <a:gd name="connsiteX29" fmla="*/ 1245394 w 1716882"/>
              <a:gd name="connsiteY29" fmla="*/ 59531 h 252412"/>
              <a:gd name="connsiteX30" fmla="*/ 1273969 w 1716882"/>
              <a:gd name="connsiteY30" fmla="*/ 52387 h 252412"/>
              <a:gd name="connsiteX31" fmla="*/ 1378744 w 1716882"/>
              <a:gd name="connsiteY31" fmla="*/ 54768 h 252412"/>
              <a:gd name="connsiteX32" fmla="*/ 1443038 w 1716882"/>
              <a:gd name="connsiteY32" fmla="*/ 52387 h 252412"/>
              <a:gd name="connsiteX33" fmla="*/ 1459707 w 1716882"/>
              <a:gd name="connsiteY33" fmla="*/ 54768 h 252412"/>
              <a:gd name="connsiteX34" fmla="*/ 1514475 w 1716882"/>
              <a:gd name="connsiteY34" fmla="*/ 52387 h 252412"/>
              <a:gd name="connsiteX35" fmla="*/ 1535907 w 1716882"/>
              <a:gd name="connsiteY35" fmla="*/ 45243 h 252412"/>
              <a:gd name="connsiteX36" fmla="*/ 1552575 w 1716882"/>
              <a:gd name="connsiteY36" fmla="*/ 38100 h 252412"/>
              <a:gd name="connsiteX37" fmla="*/ 1571625 w 1716882"/>
              <a:gd name="connsiteY37" fmla="*/ 30956 h 252412"/>
              <a:gd name="connsiteX38" fmla="*/ 1624013 w 1716882"/>
              <a:gd name="connsiteY38" fmla="*/ 14287 h 252412"/>
              <a:gd name="connsiteX39" fmla="*/ 1702594 w 1716882"/>
              <a:gd name="connsiteY39" fmla="*/ 11906 h 252412"/>
              <a:gd name="connsiteX40" fmla="*/ 1709738 w 1716882"/>
              <a:gd name="connsiteY40" fmla="*/ 7143 h 252412"/>
              <a:gd name="connsiteX41" fmla="*/ 1716882 w 1716882"/>
              <a:gd name="connsiteY41"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16782 w 1716882"/>
              <a:gd name="connsiteY21" fmla="*/ 130968 h 252412"/>
              <a:gd name="connsiteX22" fmla="*/ 995363 w 1716882"/>
              <a:gd name="connsiteY22" fmla="*/ 114300 h 252412"/>
              <a:gd name="connsiteX23" fmla="*/ 1050132 w 1716882"/>
              <a:gd name="connsiteY23" fmla="*/ 107156 h 252412"/>
              <a:gd name="connsiteX24" fmla="*/ 1071563 w 1716882"/>
              <a:gd name="connsiteY24" fmla="*/ 102393 h 252412"/>
              <a:gd name="connsiteX25" fmla="*/ 1121569 w 1716882"/>
              <a:gd name="connsiteY25" fmla="*/ 90487 h 252412"/>
              <a:gd name="connsiteX26" fmla="*/ 1169194 w 1716882"/>
              <a:gd name="connsiteY26" fmla="*/ 76200 h 252412"/>
              <a:gd name="connsiteX27" fmla="*/ 1204913 w 1716882"/>
              <a:gd name="connsiteY27" fmla="*/ 64293 h 252412"/>
              <a:gd name="connsiteX28" fmla="*/ 1245394 w 1716882"/>
              <a:gd name="connsiteY28" fmla="*/ 59531 h 252412"/>
              <a:gd name="connsiteX29" fmla="*/ 1273969 w 1716882"/>
              <a:gd name="connsiteY29" fmla="*/ 52387 h 252412"/>
              <a:gd name="connsiteX30" fmla="*/ 1378744 w 1716882"/>
              <a:gd name="connsiteY30" fmla="*/ 54768 h 252412"/>
              <a:gd name="connsiteX31" fmla="*/ 1443038 w 1716882"/>
              <a:gd name="connsiteY31" fmla="*/ 52387 h 252412"/>
              <a:gd name="connsiteX32" fmla="*/ 1459707 w 1716882"/>
              <a:gd name="connsiteY32" fmla="*/ 54768 h 252412"/>
              <a:gd name="connsiteX33" fmla="*/ 1514475 w 1716882"/>
              <a:gd name="connsiteY33" fmla="*/ 52387 h 252412"/>
              <a:gd name="connsiteX34" fmla="*/ 1535907 w 1716882"/>
              <a:gd name="connsiteY34" fmla="*/ 45243 h 252412"/>
              <a:gd name="connsiteX35" fmla="*/ 1552575 w 1716882"/>
              <a:gd name="connsiteY35" fmla="*/ 38100 h 252412"/>
              <a:gd name="connsiteX36" fmla="*/ 1571625 w 1716882"/>
              <a:gd name="connsiteY36" fmla="*/ 30956 h 252412"/>
              <a:gd name="connsiteX37" fmla="*/ 1624013 w 1716882"/>
              <a:gd name="connsiteY37" fmla="*/ 14287 h 252412"/>
              <a:gd name="connsiteX38" fmla="*/ 1702594 w 1716882"/>
              <a:gd name="connsiteY38" fmla="*/ 11906 h 252412"/>
              <a:gd name="connsiteX39" fmla="*/ 1709738 w 1716882"/>
              <a:gd name="connsiteY39" fmla="*/ 7143 h 252412"/>
              <a:gd name="connsiteX40" fmla="*/ 1716882 w 1716882"/>
              <a:gd name="connsiteY40"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16782 w 1716882"/>
              <a:gd name="connsiteY21" fmla="*/ 130968 h 252412"/>
              <a:gd name="connsiteX22" fmla="*/ 995363 w 1716882"/>
              <a:gd name="connsiteY22" fmla="*/ 114300 h 252412"/>
              <a:gd name="connsiteX23" fmla="*/ 1050132 w 1716882"/>
              <a:gd name="connsiteY23" fmla="*/ 107156 h 252412"/>
              <a:gd name="connsiteX24" fmla="*/ 1071563 w 1716882"/>
              <a:gd name="connsiteY24" fmla="*/ 102393 h 252412"/>
              <a:gd name="connsiteX25" fmla="*/ 1121569 w 1716882"/>
              <a:gd name="connsiteY25" fmla="*/ 90487 h 252412"/>
              <a:gd name="connsiteX26" fmla="*/ 1169194 w 1716882"/>
              <a:gd name="connsiteY26" fmla="*/ 76200 h 252412"/>
              <a:gd name="connsiteX27" fmla="*/ 1204913 w 1716882"/>
              <a:gd name="connsiteY27" fmla="*/ 64293 h 252412"/>
              <a:gd name="connsiteX28" fmla="*/ 1245394 w 1716882"/>
              <a:gd name="connsiteY28" fmla="*/ 59531 h 252412"/>
              <a:gd name="connsiteX29" fmla="*/ 1302544 w 1716882"/>
              <a:gd name="connsiteY29" fmla="*/ 57149 h 252412"/>
              <a:gd name="connsiteX30" fmla="*/ 1378744 w 1716882"/>
              <a:gd name="connsiteY30" fmla="*/ 54768 h 252412"/>
              <a:gd name="connsiteX31" fmla="*/ 1443038 w 1716882"/>
              <a:gd name="connsiteY31" fmla="*/ 52387 h 252412"/>
              <a:gd name="connsiteX32" fmla="*/ 1459707 w 1716882"/>
              <a:gd name="connsiteY32" fmla="*/ 54768 h 252412"/>
              <a:gd name="connsiteX33" fmla="*/ 1514475 w 1716882"/>
              <a:gd name="connsiteY33" fmla="*/ 52387 h 252412"/>
              <a:gd name="connsiteX34" fmla="*/ 1535907 w 1716882"/>
              <a:gd name="connsiteY34" fmla="*/ 45243 h 252412"/>
              <a:gd name="connsiteX35" fmla="*/ 1552575 w 1716882"/>
              <a:gd name="connsiteY35" fmla="*/ 38100 h 252412"/>
              <a:gd name="connsiteX36" fmla="*/ 1571625 w 1716882"/>
              <a:gd name="connsiteY36" fmla="*/ 30956 h 252412"/>
              <a:gd name="connsiteX37" fmla="*/ 1624013 w 1716882"/>
              <a:gd name="connsiteY37" fmla="*/ 14287 h 252412"/>
              <a:gd name="connsiteX38" fmla="*/ 1702594 w 1716882"/>
              <a:gd name="connsiteY38" fmla="*/ 11906 h 252412"/>
              <a:gd name="connsiteX39" fmla="*/ 1709738 w 1716882"/>
              <a:gd name="connsiteY39" fmla="*/ 7143 h 252412"/>
              <a:gd name="connsiteX40" fmla="*/ 1716882 w 1716882"/>
              <a:gd name="connsiteY40"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16782 w 1716882"/>
              <a:gd name="connsiteY21" fmla="*/ 130968 h 252412"/>
              <a:gd name="connsiteX22" fmla="*/ 995363 w 1716882"/>
              <a:gd name="connsiteY22" fmla="*/ 114300 h 252412"/>
              <a:gd name="connsiteX23" fmla="*/ 1050132 w 1716882"/>
              <a:gd name="connsiteY23" fmla="*/ 107156 h 252412"/>
              <a:gd name="connsiteX24" fmla="*/ 1071563 w 1716882"/>
              <a:gd name="connsiteY24" fmla="*/ 102393 h 252412"/>
              <a:gd name="connsiteX25" fmla="*/ 1121569 w 1716882"/>
              <a:gd name="connsiteY25" fmla="*/ 90487 h 252412"/>
              <a:gd name="connsiteX26" fmla="*/ 1169194 w 1716882"/>
              <a:gd name="connsiteY26" fmla="*/ 76200 h 252412"/>
              <a:gd name="connsiteX27" fmla="*/ 1204913 w 1716882"/>
              <a:gd name="connsiteY27" fmla="*/ 64293 h 252412"/>
              <a:gd name="connsiteX28" fmla="*/ 1302544 w 1716882"/>
              <a:gd name="connsiteY28" fmla="*/ 57149 h 252412"/>
              <a:gd name="connsiteX29" fmla="*/ 1378744 w 1716882"/>
              <a:gd name="connsiteY29" fmla="*/ 54768 h 252412"/>
              <a:gd name="connsiteX30" fmla="*/ 1443038 w 1716882"/>
              <a:gd name="connsiteY30" fmla="*/ 52387 h 252412"/>
              <a:gd name="connsiteX31" fmla="*/ 1459707 w 1716882"/>
              <a:gd name="connsiteY31" fmla="*/ 54768 h 252412"/>
              <a:gd name="connsiteX32" fmla="*/ 1514475 w 1716882"/>
              <a:gd name="connsiteY32" fmla="*/ 52387 h 252412"/>
              <a:gd name="connsiteX33" fmla="*/ 1535907 w 1716882"/>
              <a:gd name="connsiteY33" fmla="*/ 45243 h 252412"/>
              <a:gd name="connsiteX34" fmla="*/ 1552575 w 1716882"/>
              <a:gd name="connsiteY34" fmla="*/ 38100 h 252412"/>
              <a:gd name="connsiteX35" fmla="*/ 1571625 w 1716882"/>
              <a:gd name="connsiteY35" fmla="*/ 30956 h 252412"/>
              <a:gd name="connsiteX36" fmla="*/ 1624013 w 1716882"/>
              <a:gd name="connsiteY36" fmla="*/ 14287 h 252412"/>
              <a:gd name="connsiteX37" fmla="*/ 1702594 w 1716882"/>
              <a:gd name="connsiteY37" fmla="*/ 11906 h 252412"/>
              <a:gd name="connsiteX38" fmla="*/ 1709738 w 1716882"/>
              <a:gd name="connsiteY38" fmla="*/ 7143 h 252412"/>
              <a:gd name="connsiteX39" fmla="*/ 1716882 w 1716882"/>
              <a:gd name="connsiteY39"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16782 w 1716882"/>
              <a:gd name="connsiteY21" fmla="*/ 130968 h 252412"/>
              <a:gd name="connsiteX22" fmla="*/ 995363 w 1716882"/>
              <a:gd name="connsiteY22" fmla="*/ 114300 h 252412"/>
              <a:gd name="connsiteX23" fmla="*/ 1050132 w 1716882"/>
              <a:gd name="connsiteY23" fmla="*/ 107156 h 252412"/>
              <a:gd name="connsiteX24" fmla="*/ 1071563 w 1716882"/>
              <a:gd name="connsiteY24" fmla="*/ 102393 h 252412"/>
              <a:gd name="connsiteX25" fmla="*/ 1121569 w 1716882"/>
              <a:gd name="connsiteY25" fmla="*/ 90487 h 252412"/>
              <a:gd name="connsiteX26" fmla="*/ 1169194 w 1716882"/>
              <a:gd name="connsiteY26" fmla="*/ 76200 h 252412"/>
              <a:gd name="connsiteX27" fmla="*/ 1226344 w 1716882"/>
              <a:gd name="connsiteY27" fmla="*/ 66674 h 252412"/>
              <a:gd name="connsiteX28" fmla="*/ 1302544 w 1716882"/>
              <a:gd name="connsiteY28" fmla="*/ 57149 h 252412"/>
              <a:gd name="connsiteX29" fmla="*/ 1378744 w 1716882"/>
              <a:gd name="connsiteY29" fmla="*/ 54768 h 252412"/>
              <a:gd name="connsiteX30" fmla="*/ 1443038 w 1716882"/>
              <a:gd name="connsiteY30" fmla="*/ 52387 h 252412"/>
              <a:gd name="connsiteX31" fmla="*/ 1459707 w 1716882"/>
              <a:gd name="connsiteY31" fmla="*/ 54768 h 252412"/>
              <a:gd name="connsiteX32" fmla="*/ 1514475 w 1716882"/>
              <a:gd name="connsiteY32" fmla="*/ 52387 h 252412"/>
              <a:gd name="connsiteX33" fmla="*/ 1535907 w 1716882"/>
              <a:gd name="connsiteY33" fmla="*/ 45243 h 252412"/>
              <a:gd name="connsiteX34" fmla="*/ 1552575 w 1716882"/>
              <a:gd name="connsiteY34" fmla="*/ 38100 h 252412"/>
              <a:gd name="connsiteX35" fmla="*/ 1571625 w 1716882"/>
              <a:gd name="connsiteY35" fmla="*/ 30956 h 252412"/>
              <a:gd name="connsiteX36" fmla="*/ 1624013 w 1716882"/>
              <a:gd name="connsiteY36" fmla="*/ 14287 h 252412"/>
              <a:gd name="connsiteX37" fmla="*/ 1702594 w 1716882"/>
              <a:gd name="connsiteY37" fmla="*/ 11906 h 252412"/>
              <a:gd name="connsiteX38" fmla="*/ 1709738 w 1716882"/>
              <a:gd name="connsiteY38" fmla="*/ 7143 h 252412"/>
              <a:gd name="connsiteX39" fmla="*/ 1716882 w 1716882"/>
              <a:gd name="connsiteY39"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33451 w 1716882"/>
              <a:gd name="connsiteY21" fmla="*/ 123824 h 252412"/>
              <a:gd name="connsiteX22" fmla="*/ 995363 w 1716882"/>
              <a:gd name="connsiteY22" fmla="*/ 114300 h 252412"/>
              <a:gd name="connsiteX23" fmla="*/ 1050132 w 1716882"/>
              <a:gd name="connsiteY23" fmla="*/ 107156 h 252412"/>
              <a:gd name="connsiteX24" fmla="*/ 1071563 w 1716882"/>
              <a:gd name="connsiteY24" fmla="*/ 102393 h 252412"/>
              <a:gd name="connsiteX25" fmla="*/ 1121569 w 1716882"/>
              <a:gd name="connsiteY25" fmla="*/ 90487 h 252412"/>
              <a:gd name="connsiteX26" fmla="*/ 1169194 w 1716882"/>
              <a:gd name="connsiteY26" fmla="*/ 76200 h 252412"/>
              <a:gd name="connsiteX27" fmla="*/ 1226344 w 1716882"/>
              <a:gd name="connsiteY27" fmla="*/ 66674 h 252412"/>
              <a:gd name="connsiteX28" fmla="*/ 1302544 w 1716882"/>
              <a:gd name="connsiteY28" fmla="*/ 57149 h 252412"/>
              <a:gd name="connsiteX29" fmla="*/ 1378744 w 1716882"/>
              <a:gd name="connsiteY29" fmla="*/ 54768 h 252412"/>
              <a:gd name="connsiteX30" fmla="*/ 1443038 w 1716882"/>
              <a:gd name="connsiteY30" fmla="*/ 52387 h 252412"/>
              <a:gd name="connsiteX31" fmla="*/ 1459707 w 1716882"/>
              <a:gd name="connsiteY31" fmla="*/ 54768 h 252412"/>
              <a:gd name="connsiteX32" fmla="*/ 1514475 w 1716882"/>
              <a:gd name="connsiteY32" fmla="*/ 52387 h 252412"/>
              <a:gd name="connsiteX33" fmla="*/ 1535907 w 1716882"/>
              <a:gd name="connsiteY33" fmla="*/ 45243 h 252412"/>
              <a:gd name="connsiteX34" fmla="*/ 1552575 w 1716882"/>
              <a:gd name="connsiteY34" fmla="*/ 38100 h 252412"/>
              <a:gd name="connsiteX35" fmla="*/ 1571625 w 1716882"/>
              <a:gd name="connsiteY35" fmla="*/ 30956 h 252412"/>
              <a:gd name="connsiteX36" fmla="*/ 1624013 w 1716882"/>
              <a:gd name="connsiteY36" fmla="*/ 14287 h 252412"/>
              <a:gd name="connsiteX37" fmla="*/ 1702594 w 1716882"/>
              <a:gd name="connsiteY37" fmla="*/ 11906 h 252412"/>
              <a:gd name="connsiteX38" fmla="*/ 1709738 w 1716882"/>
              <a:gd name="connsiteY38" fmla="*/ 7143 h 252412"/>
              <a:gd name="connsiteX39" fmla="*/ 1716882 w 1716882"/>
              <a:gd name="connsiteY39"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33451 w 1716882"/>
              <a:gd name="connsiteY21" fmla="*/ 123824 h 252412"/>
              <a:gd name="connsiteX22" fmla="*/ 995363 w 1716882"/>
              <a:gd name="connsiteY22" fmla="*/ 114300 h 252412"/>
              <a:gd name="connsiteX23" fmla="*/ 1050132 w 1716882"/>
              <a:gd name="connsiteY23" fmla="*/ 107156 h 252412"/>
              <a:gd name="connsiteX24" fmla="*/ 1071563 w 1716882"/>
              <a:gd name="connsiteY24" fmla="*/ 102393 h 252412"/>
              <a:gd name="connsiteX25" fmla="*/ 1121569 w 1716882"/>
              <a:gd name="connsiteY25" fmla="*/ 90487 h 252412"/>
              <a:gd name="connsiteX26" fmla="*/ 1169194 w 1716882"/>
              <a:gd name="connsiteY26" fmla="*/ 76200 h 252412"/>
              <a:gd name="connsiteX27" fmla="*/ 1226344 w 1716882"/>
              <a:gd name="connsiteY27" fmla="*/ 66674 h 252412"/>
              <a:gd name="connsiteX28" fmla="*/ 1302544 w 1716882"/>
              <a:gd name="connsiteY28" fmla="*/ 57149 h 252412"/>
              <a:gd name="connsiteX29" fmla="*/ 1378744 w 1716882"/>
              <a:gd name="connsiteY29" fmla="*/ 54768 h 252412"/>
              <a:gd name="connsiteX30" fmla="*/ 1443038 w 1716882"/>
              <a:gd name="connsiteY30" fmla="*/ 52387 h 252412"/>
              <a:gd name="connsiteX31" fmla="*/ 1459707 w 1716882"/>
              <a:gd name="connsiteY31" fmla="*/ 54768 h 252412"/>
              <a:gd name="connsiteX32" fmla="*/ 1514475 w 1716882"/>
              <a:gd name="connsiteY32" fmla="*/ 52387 h 252412"/>
              <a:gd name="connsiteX33" fmla="*/ 1552575 w 1716882"/>
              <a:gd name="connsiteY33" fmla="*/ 38100 h 252412"/>
              <a:gd name="connsiteX34" fmla="*/ 1571625 w 1716882"/>
              <a:gd name="connsiteY34" fmla="*/ 30956 h 252412"/>
              <a:gd name="connsiteX35" fmla="*/ 1624013 w 1716882"/>
              <a:gd name="connsiteY35" fmla="*/ 14287 h 252412"/>
              <a:gd name="connsiteX36" fmla="*/ 1702594 w 1716882"/>
              <a:gd name="connsiteY36" fmla="*/ 11906 h 252412"/>
              <a:gd name="connsiteX37" fmla="*/ 1709738 w 1716882"/>
              <a:gd name="connsiteY37" fmla="*/ 7143 h 252412"/>
              <a:gd name="connsiteX38" fmla="*/ 1716882 w 1716882"/>
              <a:gd name="connsiteY38"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33451 w 1716882"/>
              <a:gd name="connsiteY21" fmla="*/ 123824 h 252412"/>
              <a:gd name="connsiteX22" fmla="*/ 995363 w 1716882"/>
              <a:gd name="connsiteY22" fmla="*/ 114300 h 252412"/>
              <a:gd name="connsiteX23" fmla="*/ 1050132 w 1716882"/>
              <a:gd name="connsiteY23" fmla="*/ 107156 h 252412"/>
              <a:gd name="connsiteX24" fmla="*/ 1071563 w 1716882"/>
              <a:gd name="connsiteY24" fmla="*/ 102393 h 252412"/>
              <a:gd name="connsiteX25" fmla="*/ 1121569 w 1716882"/>
              <a:gd name="connsiteY25" fmla="*/ 90487 h 252412"/>
              <a:gd name="connsiteX26" fmla="*/ 1169194 w 1716882"/>
              <a:gd name="connsiteY26" fmla="*/ 76200 h 252412"/>
              <a:gd name="connsiteX27" fmla="*/ 1226344 w 1716882"/>
              <a:gd name="connsiteY27" fmla="*/ 66674 h 252412"/>
              <a:gd name="connsiteX28" fmla="*/ 1302544 w 1716882"/>
              <a:gd name="connsiteY28" fmla="*/ 57149 h 252412"/>
              <a:gd name="connsiteX29" fmla="*/ 1378744 w 1716882"/>
              <a:gd name="connsiteY29" fmla="*/ 54768 h 252412"/>
              <a:gd name="connsiteX30" fmla="*/ 1443038 w 1716882"/>
              <a:gd name="connsiteY30" fmla="*/ 52387 h 252412"/>
              <a:gd name="connsiteX31" fmla="*/ 1459707 w 1716882"/>
              <a:gd name="connsiteY31" fmla="*/ 54768 h 252412"/>
              <a:gd name="connsiteX32" fmla="*/ 1516856 w 1716882"/>
              <a:gd name="connsiteY32" fmla="*/ 45244 h 252412"/>
              <a:gd name="connsiteX33" fmla="*/ 1552575 w 1716882"/>
              <a:gd name="connsiteY33" fmla="*/ 38100 h 252412"/>
              <a:gd name="connsiteX34" fmla="*/ 1571625 w 1716882"/>
              <a:gd name="connsiteY34" fmla="*/ 30956 h 252412"/>
              <a:gd name="connsiteX35" fmla="*/ 1624013 w 1716882"/>
              <a:gd name="connsiteY35" fmla="*/ 14287 h 252412"/>
              <a:gd name="connsiteX36" fmla="*/ 1702594 w 1716882"/>
              <a:gd name="connsiteY36" fmla="*/ 11906 h 252412"/>
              <a:gd name="connsiteX37" fmla="*/ 1709738 w 1716882"/>
              <a:gd name="connsiteY37" fmla="*/ 7143 h 252412"/>
              <a:gd name="connsiteX38" fmla="*/ 1716882 w 1716882"/>
              <a:gd name="connsiteY38"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33451 w 1716882"/>
              <a:gd name="connsiteY21" fmla="*/ 123824 h 252412"/>
              <a:gd name="connsiteX22" fmla="*/ 995363 w 1716882"/>
              <a:gd name="connsiteY22" fmla="*/ 114300 h 252412"/>
              <a:gd name="connsiteX23" fmla="*/ 1050132 w 1716882"/>
              <a:gd name="connsiteY23" fmla="*/ 107156 h 252412"/>
              <a:gd name="connsiteX24" fmla="*/ 1071563 w 1716882"/>
              <a:gd name="connsiteY24" fmla="*/ 102393 h 252412"/>
              <a:gd name="connsiteX25" fmla="*/ 1121569 w 1716882"/>
              <a:gd name="connsiteY25" fmla="*/ 90487 h 252412"/>
              <a:gd name="connsiteX26" fmla="*/ 1169194 w 1716882"/>
              <a:gd name="connsiteY26" fmla="*/ 76200 h 252412"/>
              <a:gd name="connsiteX27" fmla="*/ 1226344 w 1716882"/>
              <a:gd name="connsiteY27" fmla="*/ 66674 h 252412"/>
              <a:gd name="connsiteX28" fmla="*/ 1302544 w 1716882"/>
              <a:gd name="connsiteY28" fmla="*/ 57149 h 252412"/>
              <a:gd name="connsiteX29" fmla="*/ 1378744 w 1716882"/>
              <a:gd name="connsiteY29" fmla="*/ 54768 h 252412"/>
              <a:gd name="connsiteX30" fmla="*/ 1443038 w 1716882"/>
              <a:gd name="connsiteY30" fmla="*/ 52387 h 252412"/>
              <a:gd name="connsiteX31" fmla="*/ 1459707 w 1716882"/>
              <a:gd name="connsiteY31" fmla="*/ 54768 h 252412"/>
              <a:gd name="connsiteX32" fmla="*/ 1516856 w 1716882"/>
              <a:gd name="connsiteY32" fmla="*/ 45244 h 252412"/>
              <a:gd name="connsiteX33" fmla="*/ 1552575 w 1716882"/>
              <a:gd name="connsiteY33" fmla="*/ 38100 h 252412"/>
              <a:gd name="connsiteX34" fmla="*/ 1571625 w 1716882"/>
              <a:gd name="connsiteY34" fmla="*/ 30956 h 252412"/>
              <a:gd name="connsiteX35" fmla="*/ 1631157 w 1716882"/>
              <a:gd name="connsiteY35" fmla="*/ 19050 h 252412"/>
              <a:gd name="connsiteX36" fmla="*/ 1702594 w 1716882"/>
              <a:gd name="connsiteY36" fmla="*/ 11906 h 252412"/>
              <a:gd name="connsiteX37" fmla="*/ 1709738 w 1716882"/>
              <a:gd name="connsiteY37" fmla="*/ 7143 h 252412"/>
              <a:gd name="connsiteX38" fmla="*/ 1716882 w 1716882"/>
              <a:gd name="connsiteY38" fmla="*/ 0 h 252412"/>
              <a:gd name="connsiteX0" fmla="*/ 0 w 1709738"/>
              <a:gd name="connsiteY0" fmla="*/ 245269 h 245269"/>
              <a:gd name="connsiteX1" fmla="*/ 30957 w 1709738"/>
              <a:gd name="connsiteY1" fmla="*/ 240507 h 245269"/>
              <a:gd name="connsiteX2" fmla="*/ 50007 w 1709738"/>
              <a:gd name="connsiteY2" fmla="*/ 235744 h 245269"/>
              <a:gd name="connsiteX3" fmla="*/ 57150 w 1709738"/>
              <a:gd name="connsiteY3" fmla="*/ 233363 h 245269"/>
              <a:gd name="connsiteX4" fmla="*/ 85725 w 1709738"/>
              <a:gd name="connsiteY4" fmla="*/ 230982 h 245269"/>
              <a:gd name="connsiteX5" fmla="*/ 92869 w 1709738"/>
              <a:gd name="connsiteY5" fmla="*/ 228600 h 245269"/>
              <a:gd name="connsiteX6" fmla="*/ 116682 w 1709738"/>
              <a:gd name="connsiteY6" fmla="*/ 223838 h 245269"/>
              <a:gd name="connsiteX7" fmla="*/ 126207 w 1709738"/>
              <a:gd name="connsiteY7" fmla="*/ 219075 h 245269"/>
              <a:gd name="connsiteX8" fmla="*/ 135732 w 1709738"/>
              <a:gd name="connsiteY8" fmla="*/ 216694 h 245269"/>
              <a:gd name="connsiteX9" fmla="*/ 197644 w 1709738"/>
              <a:gd name="connsiteY9" fmla="*/ 209550 h 245269"/>
              <a:gd name="connsiteX10" fmla="*/ 221457 w 1709738"/>
              <a:gd name="connsiteY10" fmla="*/ 211932 h 245269"/>
              <a:gd name="connsiteX11" fmla="*/ 309564 w 1709738"/>
              <a:gd name="connsiteY11" fmla="*/ 202407 h 245269"/>
              <a:gd name="connsiteX12" fmla="*/ 402432 w 1709738"/>
              <a:gd name="connsiteY12" fmla="*/ 192882 h 245269"/>
              <a:gd name="connsiteX13" fmla="*/ 492919 w 1709738"/>
              <a:gd name="connsiteY13" fmla="*/ 180976 h 245269"/>
              <a:gd name="connsiteX14" fmla="*/ 552450 w 1709738"/>
              <a:gd name="connsiteY14" fmla="*/ 171450 h 245269"/>
              <a:gd name="connsiteX15" fmla="*/ 592932 w 1709738"/>
              <a:gd name="connsiteY15" fmla="*/ 159544 h 245269"/>
              <a:gd name="connsiteX16" fmla="*/ 633413 w 1709738"/>
              <a:gd name="connsiteY16" fmla="*/ 150019 h 245269"/>
              <a:gd name="connsiteX17" fmla="*/ 661988 w 1709738"/>
              <a:gd name="connsiteY17" fmla="*/ 147638 h 245269"/>
              <a:gd name="connsiteX18" fmla="*/ 697707 w 1709738"/>
              <a:gd name="connsiteY18" fmla="*/ 140494 h 245269"/>
              <a:gd name="connsiteX19" fmla="*/ 800100 w 1709738"/>
              <a:gd name="connsiteY19" fmla="*/ 123826 h 245269"/>
              <a:gd name="connsiteX20" fmla="*/ 871538 w 1709738"/>
              <a:gd name="connsiteY20" fmla="*/ 121444 h 245269"/>
              <a:gd name="connsiteX21" fmla="*/ 933451 w 1709738"/>
              <a:gd name="connsiteY21" fmla="*/ 116681 h 245269"/>
              <a:gd name="connsiteX22" fmla="*/ 995363 w 1709738"/>
              <a:gd name="connsiteY22" fmla="*/ 107157 h 245269"/>
              <a:gd name="connsiteX23" fmla="*/ 1050132 w 1709738"/>
              <a:gd name="connsiteY23" fmla="*/ 100013 h 245269"/>
              <a:gd name="connsiteX24" fmla="*/ 1071563 w 1709738"/>
              <a:gd name="connsiteY24" fmla="*/ 95250 h 245269"/>
              <a:gd name="connsiteX25" fmla="*/ 1121569 w 1709738"/>
              <a:gd name="connsiteY25" fmla="*/ 83344 h 245269"/>
              <a:gd name="connsiteX26" fmla="*/ 1169194 w 1709738"/>
              <a:gd name="connsiteY26" fmla="*/ 69057 h 245269"/>
              <a:gd name="connsiteX27" fmla="*/ 1226344 w 1709738"/>
              <a:gd name="connsiteY27" fmla="*/ 59531 h 245269"/>
              <a:gd name="connsiteX28" fmla="*/ 1302544 w 1709738"/>
              <a:gd name="connsiteY28" fmla="*/ 50006 h 245269"/>
              <a:gd name="connsiteX29" fmla="*/ 1378744 w 1709738"/>
              <a:gd name="connsiteY29" fmla="*/ 47625 h 245269"/>
              <a:gd name="connsiteX30" fmla="*/ 1443038 w 1709738"/>
              <a:gd name="connsiteY30" fmla="*/ 45244 h 245269"/>
              <a:gd name="connsiteX31" fmla="*/ 1459707 w 1709738"/>
              <a:gd name="connsiteY31" fmla="*/ 47625 h 245269"/>
              <a:gd name="connsiteX32" fmla="*/ 1516856 w 1709738"/>
              <a:gd name="connsiteY32" fmla="*/ 38101 h 245269"/>
              <a:gd name="connsiteX33" fmla="*/ 1552575 w 1709738"/>
              <a:gd name="connsiteY33" fmla="*/ 30957 h 245269"/>
              <a:gd name="connsiteX34" fmla="*/ 1571625 w 1709738"/>
              <a:gd name="connsiteY34" fmla="*/ 23813 h 245269"/>
              <a:gd name="connsiteX35" fmla="*/ 1631157 w 1709738"/>
              <a:gd name="connsiteY35" fmla="*/ 11907 h 245269"/>
              <a:gd name="connsiteX36" fmla="*/ 1702594 w 1709738"/>
              <a:gd name="connsiteY36" fmla="*/ 4763 h 245269"/>
              <a:gd name="connsiteX37" fmla="*/ 1709738 w 1709738"/>
              <a:gd name="connsiteY37" fmla="*/ 0 h 245269"/>
              <a:gd name="connsiteX0" fmla="*/ 0 w 1733551"/>
              <a:gd name="connsiteY0" fmla="*/ 247650 h 247650"/>
              <a:gd name="connsiteX1" fmla="*/ 30957 w 1733551"/>
              <a:gd name="connsiteY1" fmla="*/ 242888 h 247650"/>
              <a:gd name="connsiteX2" fmla="*/ 50007 w 1733551"/>
              <a:gd name="connsiteY2" fmla="*/ 238125 h 247650"/>
              <a:gd name="connsiteX3" fmla="*/ 57150 w 1733551"/>
              <a:gd name="connsiteY3" fmla="*/ 235744 h 247650"/>
              <a:gd name="connsiteX4" fmla="*/ 85725 w 1733551"/>
              <a:gd name="connsiteY4" fmla="*/ 233363 h 247650"/>
              <a:gd name="connsiteX5" fmla="*/ 92869 w 1733551"/>
              <a:gd name="connsiteY5" fmla="*/ 230981 h 247650"/>
              <a:gd name="connsiteX6" fmla="*/ 116682 w 1733551"/>
              <a:gd name="connsiteY6" fmla="*/ 226219 h 247650"/>
              <a:gd name="connsiteX7" fmla="*/ 126207 w 1733551"/>
              <a:gd name="connsiteY7" fmla="*/ 221456 h 247650"/>
              <a:gd name="connsiteX8" fmla="*/ 135732 w 1733551"/>
              <a:gd name="connsiteY8" fmla="*/ 219075 h 247650"/>
              <a:gd name="connsiteX9" fmla="*/ 197644 w 1733551"/>
              <a:gd name="connsiteY9" fmla="*/ 211931 h 247650"/>
              <a:gd name="connsiteX10" fmla="*/ 221457 w 1733551"/>
              <a:gd name="connsiteY10" fmla="*/ 214313 h 247650"/>
              <a:gd name="connsiteX11" fmla="*/ 309564 w 1733551"/>
              <a:gd name="connsiteY11" fmla="*/ 204788 h 247650"/>
              <a:gd name="connsiteX12" fmla="*/ 402432 w 1733551"/>
              <a:gd name="connsiteY12" fmla="*/ 195263 h 247650"/>
              <a:gd name="connsiteX13" fmla="*/ 492919 w 1733551"/>
              <a:gd name="connsiteY13" fmla="*/ 183357 h 247650"/>
              <a:gd name="connsiteX14" fmla="*/ 552450 w 1733551"/>
              <a:gd name="connsiteY14" fmla="*/ 173831 h 247650"/>
              <a:gd name="connsiteX15" fmla="*/ 592932 w 1733551"/>
              <a:gd name="connsiteY15" fmla="*/ 161925 h 247650"/>
              <a:gd name="connsiteX16" fmla="*/ 633413 w 1733551"/>
              <a:gd name="connsiteY16" fmla="*/ 152400 h 247650"/>
              <a:gd name="connsiteX17" fmla="*/ 661988 w 1733551"/>
              <a:gd name="connsiteY17" fmla="*/ 150019 h 247650"/>
              <a:gd name="connsiteX18" fmla="*/ 697707 w 1733551"/>
              <a:gd name="connsiteY18" fmla="*/ 142875 h 247650"/>
              <a:gd name="connsiteX19" fmla="*/ 800100 w 1733551"/>
              <a:gd name="connsiteY19" fmla="*/ 126207 h 247650"/>
              <a:gd name="connsiteX20" fmla="*/ 871538 w 1733551"/>
              <a:gd name="connsiteY20" fmla="*/ 123825 h 247650"/>
              <a:gd name="connsiteX21" fmla="*/ 933451 w 1733551"/>
              <a:gd name="connsiteY21" fmla="*/ 119062 h 247650"/>
              <a:gd name="connsiteX22" fmla="*/ 995363 w 1733551"/>
              <a:gd name="connsiteY22" fmla="*/ 109538 h 247650"/>
              <a:gd name="connsiteX23" fmla="*/ 1050132 w 1733551"/>
              <a:gd name="connsiteY23" fmla="*/ 102394 h 247650"/>
              <a:gd name="connsiteX24" fmla="*/ 1071563 w 1733551"/>
              <a:gd name="connsiteY24" fmla="*/ 97631 h 247650"/>
              <a:gd name="connsiteX25" fmla="*/ 1121569 w 1733551"/>
              <a:gd name="connsiteY25" fmla="*/ 85725 h 247650"/>
              <a:gd name="connsiteX26" fmla="*/ 1169194 w 1733551"/>
              <a:gd name="connsiteY26" fmla="*/ 71438 h 247650"/>
              <a:gd name="connsiteX27" fmla="*/ 1226344 w 1733551"/>
              <a:gd name="connsiteY27" fmla="*/ 61912 h 247650"/>
              <a:gd name="connsiteX28" fmla="*/ 1302544 w 1733551"/>
              <a:gd name="connsiteY28" fmla="*/ 52387 h 247650"/>
              <a:gd name="connsiteX29" fmla="*/ 1378744 w 1733551"/>
              <a:gd name="connsiteY29" fmla="*/ 50006 h 247650"/>
              <a:gd name="connsiteX30" fmla="*/ 1443038 w 1733551"/>
              <a:gd name="connsiteY30" fmla="*/ 47625 h 247650"/>
              <a:gd name="connsiteX31" fmla="*/ 1459707 w 1733551"/>
              <a:gd name="connsiteY31" fmla="*/ 50006 h 247650"/>
              <a:gd name="connsiteX32" fmla="*/ 1516856 w 1733551"/>
              <a:gd name="connsiteY32" fmla="*/ 40482 h 247650"/>
              <a:gd name="connsiteX33" fmla="*/ 1552575 w 1733551"/>
              <a:gd name="connsiteY33" fmla="*/ 33338 h 247650"/>
              <a:gd name="connsiteX34" fmla="*/ 1571625 w 1733551"/>
              <a:gd name="connsiteY34" fmla="*/ 26194 h 247650"/>
              <a:gd name="connsiteX35" fmla="*/ 1631157 w 1733551"/>
              <a:gd name="connsiteY35" fmla="*/ 14288 h 247650"/>
              <a:gd name="connsiteX36" fmla="*/ 1702594 w 1733551"/>
              <a:gd name="connsiteY36" fmla="*/ 7144 h 247650"/>
              <a:gd name="connsiteX37" fmla="*/ 1733551 w 1733551"/>
              <a:gd name="connsiteY37" fmla="*/ 0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733551" h="247650">
                <a:moveTo>
                  <a:pt x="0" y="247650"/>
                </a:moveTo>
                <a:cubicBezTo>
                  <a:pt x="10319" y="246063"/>
                  <a:pt x="20701" y="244841"/>
                  <a:pt x="30957" y="242888"/>
                </a:cubicBezTo>
                <a:cubicBezTo>
                  <a:pt x="37387" y="241663"/>
                  <a:pt x="43692" y="239847"/>
                  <a:pt x="50007" y="238125"/>
                </a:cubicBezTo>
                <a:cubicBezTo>
                  <a:pt x="52428" y="237465"/>
                  <a:pt x="54662" y="236076"/>
                  <a:pt x="57150" y="235744"/>
                </a:cubicBezTo>
                <a:cubicBezTo>
                  <a:pt x="66624" y="234481"/>
                  <a:pt x="76200" y="234157"/>
                  <a:pt x="85725" y="233363"/>
                </a:cubicBezTo>
                <a:cubicBezTo>
                  <a:pt x="88106" y="232569"/>
                  <a:pt x="90423" y="231545"/>
                  <a:pt x="92869" y="230981"/>
                </a:cubicBezTo>
                <a:cubicBezTo>
                  <a:pt x="100757" y="229161"/>
                  <a:pt x="116682" y="226219"/>
                  <a:pt x="116682" y="226219"/>
                </a:cubicBezTo>
                <a:cubicBezTo>
                  <a:pt x="119857" y="224631"/>
                  <a:pt x="122883" y="222702"/>
                  <a:pt x="126207" y="221456"/>
                </a:cubicBezTo>
                <a:cubicBezTo>
                  <a:pt x="129271" y="220307"/>
                  <a:pt x="132509" y="219644"/>
                  <a:pt x="135732" y="219075"/>
                </a:cubicBezTo>
                <a:cubicBezTo>
                  <a:pt x="167554" y="213460"/>
                  <a:pt x="165560" y="214400"/>
                  <a:pt x="197644" y="211931"/>
                </a:cubicBezTo>
                <a:cubicBezTo>
                  <a:pt x="205582" y="212725"/>
                  <a:pt x="202804" y="215503"/>
                  <a:pt x="221457" y="214313"/>
                </a:cubicBezTo>
                <a:cubicBezTo>
                  <a:pt x="240110" y="213123"/>
                  <a:pt x="275155" y="211044"/>
                  <a:pt x="309564" y="204788"/>
                </a:cubicBezTo>
                <a:cubicBezTo>
                  <a:pt x="355655" y="196282"/>
                  <a:pt x="371873" y="198835"/>
                  <a:pt x="402432" y="195263"/>
                </a:cubicBezTo>
                <a:cubicBezTo>
                  <a:pt x="432991" y="191691"/>
                  <a:pt x="420897" y="189358"/>
                  <a:pt x="492919" y="183357"/>
                </a:cubicBezTo>
                <a:cubicBezTo>
                  <a:pt x="517065" y="171283"/>
                  <a:pt x="535781" y="177403"/>
                  <a:pt x="552450" y="173831"/>
                </a:cubicBezTo>
                <a:cubicBezTo>
                  <a:pt x="569119" y="170259"/>
                  <a:pt x="579438" y="165497"/>
                  <a:pt x="592932" y="161925"/>
                </a:cubicBezTo>
                <a:cubicBezTo>
                  <a:pt x="606426" y="158353"/>
                  <a:pt x="621188" y="154147"/>
                  <a:pt x="633413" y="152400"/>
                </a:cubicBezTo>
                <a:cubicBezTo>
                  <a:pt x="642875" y="151048"/>
                  <a:pt x="651272" y="151606"/>
                  <a:pt x="661988" y="150019"/>
                </a:cubicBezTo>
                <a:cubicBezTo>
                  <a:pt x="672704" y="148432"/>
                  <a:pt x="674688" y="146844"/>
                  <a:pt x="697707" y="142875"/>
                </a:cubicBezTo>
                <a:cubicBezTo>
                  <a:pt x="720726" y="138906"/>
                  <a:pt x="771128" y="129382"/>
                  <a:pt x="800100" y="126207"/>
                </a:cubicBezTo>
                <a:lnTo>
                  <a:pt x="871538" y="123825"/>
                </a:lnTo>
                <a:cubicBezTo>
                  <a:pt x="886632" y="124337"/>
                  <a:pt x="912814" y="121443"/>
                  <a:pt x="933451" y="119062"/>
                </a:cubicBezTo>
                <a:cubicBezTo>
                  <a:pt x="954089" y="116681"/>
                  <a:pt x="975916" y="112316"/>
                  <a:pt x="995363" y="109538"/>
                </a:cubicBezTo>
                <a:cubicBezTo>
                  <a:pt x="1014810" y="106760"/>
                  <a:pt x="1037432" y="104378"/>
                  <a:pt x="1050132" y="102394"/>
                </a:cubicBezTo>
                <a:cubicBezTo>
                  <a:pt x="1062832" y="100410"/>
                  <a:pt x="1059657" y="100409"/>
                  <a:pt x="1071563" y="97631"/>
                </a:cubicBezTo>
                <a:cubicBezTo>
                  <a:pt x="1083469" y="94853"/>
                  <a:pt x="1105297" y="90090"/>
                  <a:pt x="1121569" y="85725"/>
                </a:cubicBezTo>
                <a:cubicBezTo>
                  <a:pt x="1137841" y="81360"/>
                  <a:pt x="1155303" y="75804"/>
                  <a:pt x="1169194" y="71438"/>
                </a:cubicBezTo>
                <a:cubicBezTo>
                  <a:pt x="1183085" y="67072"/>
                  <a:pt x="1204119" y="65087"/>
                  <a:pt x="1226344" y="61912"/>
                </a:cubicBezTo>
                <a:cubicBezTo>
                  <a:pt x="1248569" y="58737"/>
                  <a:pt x="1277144" y="54371"/>
                  <a:pt x="1302544" y="52387"/>
                </a:cubicBezTo>
                <a:cubicBezTo>
                  <a:pt x="1327944" y="50403"/>
                  <a:pt x="1332689" y="45620"/>
                  <a:pt x="1378744" y="50006"/>
                </a:cubicBezTo>
                <a:cubicBezTo>
                  <a:pt x="1400175" y="49212"/>
                  <a:pt x="1421592" y="47625"/>
                  <a:pt x="1443038" y="47625"/>
                </a:cubicBezTo>
                <a:cubicBezTo>
                  <a:pt x="1448651" y="47625"/>
                  <a:pt x="1447404" y="51196"/>
                  <a:pt x="1459707" y="50006"/>
                </a:cubicBezTo>
                <a:cubicBezTo>
                  <a:pt x="1472010" y="48816"/>
                  <a:pt x="1498600" y="41276"/>
                  <a:pt x="1516856" y="40482"/>
                </a:cubicBezTo>
                <a:cubicBezTo>
                  <a:pt x="1532334" y="37704"/>
                  <a:pt x="1543050" y="36910"/>
                  <a:pt x="1552575" y="33338"/>
                </a:cubicBezTo>
                <a:cubicBezTo>
                  <a:pt x="1581430" y="18909"/>
                  <a:pt x="1558528" y="29369"/>
                  <a:pt x="1571625" y="26194"/>
                </a:cubicBezTo>
                <a:cubicBezTo>
                  <a:pt x="1584722" y="23019"/>
                  <a:pt x="1602752" y="16758"/>
                  <a:pt x="1631157" y="14288"/>
                </a:cubicBezTo>
                <a:cubicBezTo>
                  <a:pt x="1657264" y="12018"/>
                  <a:pt x="1676400" y="7938"/>
                  <a:pt x="1702594" y="7144"/>
                </a:cubicBezTo>
                <a:cubicBezTo>
                  <a:pt x="1704975" y="5556"/>
                  <a:pt x="1731352" y="1832"/>
                  <a:pt x="1733551" y="0"/>
                </a:cubicBezTo>
              </a:path>
            </a:pathLst>
          </a:cu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4" name="TextBox 53">
            <a:extLst>
              <a:ext uri="{FF2B5EF4-FFF2-40B4-BE49-F238E27FC236}">
                <a16:creationId xmlns:a16="http://schemas.microsoft.com/office/drawing/2014/main" id="{807B9887-3046-D8E2-F629-24951615CE16}"/>
              </a:ext>
            </a:extLst>
          </p:cNvPr>
          <p:cNvSpPr txBox="1"/>
          <p:nvPr/>
        </p:nvSpPr>
        <p:spPr>
          <a:xfrm flipH="1">
            <a:off x="2718997" y="1796919"/>
            <a:ext cx="445827" cy="297517"/>
          </a:xfrm>
          <a:prstGeom prst="rect">
            <a:avLst/>
          </a:prstGeom>
          <a:noFill/>
          <a:effectLst>
            <a:softEdge rad="31750"/>
          </a:effectLst>
        </p:spPr>
        <p:txBody>
          <a:bodyPr wrap="square" rtlCol="0">
            <a:spAutoFit/>
          </a:bodyPr>
          <a:lstStyle/>
          <a:p>
            <a:pPr>
              <a:lnSpc>
                <a:spcPts val="1500"/>
              </a:lnSpc>
            </a:pPr>
            <a:r>
              <a:rPr lang="en-US" sz="18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①</a:t>
            </a:r>
            <a:endParaRPr lang="en-US" sz="1800" dirty="0">
              <a:solidFill>
                <a:schemeClr val="bg1">
                  <a:lumMod val="75000"/>
                </a:schemeClr>
              </a:solidFill>
              <a:latin typeface="Univers 57 Condensed" pitchFamily="50" charset="0"/>
            </a:endParaRPr>
          </a:p>
        </p:txBody>
      </p:sp>
      <p:cxnSp>
        <p:nvCxnSpPr>
          <p:cNvPr id="55" name="Straight Arrow Connector 54">
            <a:extLst>
              <a:ext uri="{FF2B5EF4-FFF2-40B4-BE49-F238E27FC236}">
                <a16:creationId xmlns:a16="http://schemas.microsoft.com/office/drawing/2014/main" id="{B76B6EFC-37FE-D520-7B1C-BCD8B9A916E5}"/>
              </a:ext>
            </a:extLst>
          </p:cNvPr>
          <p:cNvCxnSpPr>
            <a:cxnSpLocks/>
          </p:cNvCxnSpPr>
          <p:nvPr/>
        </p:nvCxnSpPr>
        <p:spPr>
          <a:xfrm>
            <a:off x="3342037" y="2129573"/>
            <a:ext cx="0" cy="787779"/>
          </a:xfrm>
          <a:prstGeom prst="straightConnector1">
            <a:avLst/>
          </a:prstGeom>
          <a:ln w="25400">
            <a:solidFill>
              <a:schemeClr val="accent1">
                <a:alpha val="39000"/>
              </a:schemeClr>
            </a:solidFill>
            <a:tailEnd type="stealth" w="lg" len="lg"/>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21756D46-E0C8-0895-FED9-A877BF9C7A7C}"/>
              </a:ext>
            </a:extLst>
          </p:cNvPr>
          <p:cNvSpPr txBox="1"/>
          <p:nvPr/>
        </p:nvSpPr>
        <p:spPr>
          <a:xfrm flipH="1">
            <a:off x="3103818" y="1797936"/>
            <a:ext cx="445826" cy="297517"/>
          </a:xfrm>
          <a:prstGeom prst="rect">
            <a:avLst/>
          </a:prstGeom>
          <a:noFill/>
          <a:effectLst>
            <a:softEdge rad="31750"/>
          </a:effectLst>
        </p:spPr>
        <p:txBody>
          <a:bodyPr wrap="square" rtlCol="0">
            <a:spAutoFit/>
          </a:bodyPr>
          <a:lstStyle/>
          <a:p>
            <a:pPr>
              <a:lnSpc>
                <a:spcPts val="1500"/>
              </a:lnSpc>
            </a:pPr>
            <a:r>
              <a:rPr lang="en-US" sz="18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②</a:t>
            </a:r>
            <a:endParaRPr lang="en-US" sz="1800" dirty="0">
              <a:solidFill>
                <a:schemeClr val="bg1">
                  <a:lumMod val="75000"/>
                </a:schemeClr>
              </a:solidFill>
              <a:latin typeface="Univers 57 Condensed" pitchFamily="50" charset="0"/>
            </a:endParaRPr>
          </a:p>
        </p:txBody>
      </p:sp>
      <p:cxnSp>
        <p:nvCxnSpPr>
          <p:cNvPr id="57" name="Straight Arrow Connector 56">
            <a:extLst>
              <a:ext uri="{FF2B5EF4-FFF2-40B4-BE49-F238E27FC236}">
                <a16:creationId xmlns:a16="http://schemas.microsoft.com/office/drawing/2014/main" id="{8D458659-E788-1B97-334E-5984C5FED571}"/>
              </a:ext>
            </a:extLst>
          </p:cNvPr>
          <p:cNvCxnSpPr>
            <a:cxnSpLocks/>
          </p:cNvCxnSpPr>
          <p:nvPr/>
        </p:nvCxnSpPr>
        <p:spPr>
          <a:xfrm flipV="1">
            <a:off x="2968886" y="2101254"/>
            <a:ext cx="0" cy="840569"/>
          </a:xfrm>
          <a:prstGeom prst="straightConnector1">
            <a:avLst/>
          </a:prstGeom>
          <a:ln w="25400">
            <a:solidFill>
              <a:schemeClr val="accent1">
                <a:alpha val="39000"/>
              </a:schemeClr>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B859A837-B1BC-42BF-C984-D3D5424D38A9}"/>
              </a:ext>
            </a:extLst>
          </p:cNvPr>
          <p:cNvCxnSpPr/>
          <p:nvPr/>
        </p:nvCxnSpPr>
        <p:spPr>
          <a:xfrm>
            <a:off x="361118" y="4009272"/>
            <a:ext cx="4085016" cy="519391"/>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2A01989B-637C-DC73-F151-BE19DD58FE80}"/>
              </a:ext>
            </a:extLst>
          </p:cNvPr>
          <p:cNvCxnSpPr>
            <a:cxnSpLocks/>
          </p:cNvCxnSpPr>
          <p:nvPr/>
        </p:nvCxnSpPr>
        <p:spPr>
          <a:xfrm flipH="1" flipV="1">
            <a:off x="2051331" y="4311217"/>
            <a:ext cx="2521378" cy="319615"/>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sp>
        <p:nvSpPr>
          <p:cNvPr id="60" name="Isosceles Triangle 59">
            <a:extLst>
              <a:ext uri="{FF2B5EF4-FFF2-40B4-BE49-F238E27FC236}">
                <a16:creationId xmlns:a16="http://schemas.microsoft.com/office/drawing/2014/main" id="{A3216D02-6E55-73B2-8B07-BDBC5116C14D}"/>
              </a:ext>
            </a:extLst>
          </p:cNvPr>
          <p:cNvSpPr/>
          <p:nvPr/>
        </p:nvSpPr>
        <p:spPr>
          <a:xfrm rot="578766" flipH="1" flipV="1">
            <a:off x="3161823" y="4333488"/>
            <a:ext cx="133012" cy="112376"/>
          </a:xfrm>
          <a:prstGeom prst="triangle">
            <a:avLst>
              <a:gd name="adj" fmla="val 38678"/>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1" name="Freeform: Shape 60">
            <a:extLst>
              <a:ext uri="{FF2B5EF4-FFF2-40B4-BE49-F238E27FC236}">
                <a16:creationId xmlns:a16="http://schemas.microsoft.com/office/drawing/2014/main" id="{0153F4E6-D2C9-BEC8-C307-F610E026194A}"/>
              </a:ext>
            </a:extLst>
          </p:cNvPr>
          <p:cNvSpPr/>
          <p:nvPr/>
        </p:nvSpPr>
        <p:spPr>
          <a:xfrm rot="356134">
            <a:off x="918062" y="3555699"/>
            <a:ext cx="518019" cy="139776"/>
          </a:xfrm>
          <a:custGeom>
            <a:avLst/>
            <a:gdLst>
              <a:gd name="connsiteX0" fmla="*/ 0 w 264584"/>
              <a:gd name="connsiteY0" fmla="*/ 10275 h 46258"/>
              <a:gd name="connsiteX1" fmla="*/ 136525 w 264584"/>
              <a:gd name="connsiteY1" fmla="*/ 750 h 46258"/>
              <a:gd name="connsiteX2" fmla="*/ 190500 w 264584"/>
              <a:gd name="connsiteY2" fmla="*/ 1808 h 46258"/>
              <a:gd name="connsiteX3" fmla="*/ 232834 w 264584"/>
              <a:gd name="connsiteY3" fmla="*/ 11333 h 46258"/>
              <a:gd name="connsiteX4" fmla="*/ 264584 w 264584"/>
              <a:gd name="connsiteY4" fmla="*/ 46258 h 462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584" h="46258">
                <a:moveTo>
                  <a:pt x="0" y="10275"/>
                </a:moveTo>
                <a:lnTo>
                  <a:pt x="136525" y="750"/>
                </a:lnTo>
                <a:cubicBezTo>
                  <a:pt x="168275" y="-661"/>
                  <a:pt x="174449" y="44"/>
                  <a:pt x="190500" y="1808"/>
                </a:cubicBezTo>
                <a:cubicBezTo>
                  <a:pt x="206551" y="3572"/>
                  <a:pt x="220487" y="3925"/>
                  <a:pt x="232834" y="11333"/>
                </a:cubicBezTo>
                <a:cubicBezTo>
                  <a:pt x="245181" y="18741"/>
                  <a:pt x="254882" y="32499"/>
                  <a:pt x="264584" y="46258"/>
                </a:cubicBezTo>
              </a:path>
            </a:pathLst>
          </a:custGeom>
          <a:noFill/>
          <a:ln w="38100">
            <a:solidFill>
              <a:schemeClr val="accent1">
                <a:alpha val="39000"/>
              </a:schemeClr>
            </a:solidFill>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2" name="TextBox 61">
            <a:extLst>
              <a:ext uri="{FF2B5EF4-FFF2-40B4-BE49-F238E27FC236}">
                <a16:creationId xmlns:a16="http://schemas.microsoft.com/office/drawing/2014/main" id="{BC573A7B-44EE-BED0-B764-5AFBACB09B5E}"/>
              </a:ext>
            </a:extLst>
          </p:cNvPr>
          <p:cNvSpPr txBox="1"/>
          <p:nvPr/>
        </p:nvSpPr>
        <p:spPr>
          <a:xfrm flipH="1">
            <a:off x="502950" y="3451487"/>
            <a:ext cx="478685" cy="297517"/>
          </a:xfrm>
          <a:prstGeom prst="rect">
            <a:avLst/>
          </a:prstGeom>
          <a:solidFill>
            <a:srgbClr val="CAD7EE">
              <a:alpha val="0"/>
            </a:srgbClr>
          </a:solidFill>
          <a:effectLst/>
        </p:spPr>
        <p:txBody>
          <a:bodyPr wrap="square" rtlCol="0">
            <a:spAutoFit/>
          </a:bodyPr>
          <a:lstStyle/>
          <a:p>
            <a:pPr>
              <a:lnSpc>
                <a:spcPts val="1500"/>
              </a:lnSpc>
            </a:pPr>
            <a:r>
              <a:rPr lang="en-US" sz="18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④</a:t>
            </a:r>
            <a:endParaRPr lang="en-US" sz="1800" dirty="0">
              <a:solidFill>
                <a:schemeClr val="bg1">
                  <a:lumMod val="75000"/>
                </a:schemeClr>
              </a:solidFill>
              <a:latin typeface="Univers 57 Condensed" pitchFamily="50" charset="0"/>
            </a:endParaRPr>
          </a:p>
        </p:txBody>
      </p:sp>
      <p:pic>
        <p:nvPicPr>
          <p:cNvPr id="63" name="Picture 62" descr="A group of trees&#10;&#10;Description automatically generated with low confidence">
            <a:extLst>
              <a:ext uri="{FF2B5EF4-FFF2-40B4-BE49-F238E27FC236}">
                <a16:creationId xmlns:a16="http://schemas.microsoft.com/office/drawing/2014/main" id="{12AD5442-58D2-9E92-9CB2-6BDB98DCFF71}"/>
              </a:ext>
            </a:extLst>
          </p:cNvPr>
          <p:cNvPicPr>
            <a:picLocks noChangeAspect="1"/>
          </p:cNvPicPr>
          <p:nvPr/>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l="35998" r="29090"/>
          <a:stretch/>
        </p:blipFill>
        <p:spPr>
          <a:xfrm>
            <a:off x="3733898" y="2816885"/>
            <a:ext cx="712908" cy="1299356"/>
          </a:xfrm>
          <a:prstGeom prst="rect">
            <a:avLst/>
          </a:prstGeom>
        </p:spPr>
      </p:pic>
      <p:sp>
        <p:nvSpPr>
          <p:cNvPr id="64" name="Freeform: Shape 63">
            <a:extLst>
              <a:ext uri="{FF2B5EF4-FFF2-40B4-BE49-F238E27FC236}">
                <a16:creationId xmlns:a16="http://schemas.microsoft.com/office/drawing/2014/main" id="{E27B77A9-73FB-BD32-E003-D01D7808BED8}"/>
              </a:ext>
            </a:extLst>
          </p:cNvPr>
          <p:cNvSpPr/>
          <p:nvPr/>
        </p:nvSpPr>
        <p:spPr>
          <a:xfrm>
            <a:off x="1270620" y="4559821"/>
            <a:ext cx="171149" cy="472021"/>
          </a:xfrm>
          <a:custGeom>
            <a:avLst/>
            <a:gdLst>
              <a:gd name="connsiteX0" fmla="*/ 1392865 w 1392865"/>
              <a:gd name="connsiteY0" fmla="*/ 1073150 h 1073150"/>
              <a:gd name="connsiteX1" fmla="*/ 713415 w 1392865"/>
              <a:gd name="connsiteY1" fmla="*/ 946150 h 1073150"/>
              <a:gd name="connsiteX2" fmla="*/ 192715 w 1392865"/>
              <a:gd name="connsiteY2" fmla="*/ 641350 h 1073150"/>
              <a:gd name="connsiteX3" fmla="*/ 21265 w 1392865"/>
              <a:gd name="connsiteY3" fmla="*/ 311150 h 1073150"/>
              <a:gd name="connsiteX4" fmla="*/ 8565 w 1392865"/>
              <a:gd name="connsiteY4" fmla="*/ 0 h 1073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2865" h="1073150">
                <a:moveTo>
                  <a:pt x="1392865" y="1073150"/>
                </a:moveTo>
                <a:cubicBezTo>
                  <a:pt x="1153152" y="1045633"/>
                  <a:pt x="913440" y="1018117"/>
                  <a:pt x="713415" y="946150"/>
                </a:cubicBezTo>
                <a:cubicBezTo>
                  <a:pt x="513390" y="874183"/>
                  <a:pt x="308073" y="747183"/>
                  <a:pt x="192715" y="641350"/>
                </a:cubicBezTo>
                <a:cubicBezTo>
                  <a:pt x="77357" y="535517"/>
                  <a:pt x="51957" y="418042"/>
                  <a:pt x="21265" y="311150"/>
                </a:cubicBezTo>
                <a:cubicBezTo>
                  <a:pt x="-9427" y="204258"/>
                  <a:pt x="-431" y="102129"/>
                  <a:pt x="8565" y="0"/>
                </a:cubicBezTo>
              </a:path>
            </a:pathLst>
          </a:custGeom>
          <a:ln w="28575">
            <a:solidFill>
              <a:schemeClr val="accent1">
                <a:alpha val="39000"/>
              </a:schemeClr>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0"/>
          </a:p>
        </p:txBody>
      </p:sp>
      <p:sp>
        <p:nvSpPr>
          <p:cNvPr id="65" name="TextBox 64">
            <a:extLst>
              <a:ext uri="{FF2B5EF4-FFF2-40B4-BE49-F238E27FC236}">
                <a16:creationId xmlns:a16="http://schemas.microsoft.com/office/drawing/2014/main" id="{C4ABCBA9-2604-7969-0776-8CF1F3280D02}"/>
              </a:ext>
            </a:extLst>
          </p:cNvPr>
          <p:cNvSpPr txBox="1"/>
          <p:nvPr/>
        </p:nvSpPr>
        <p:spPr>
          <a:xfrm flipH="1">
            <a:off x="1354404" y="4942833"/>
            <a:ext cx="467158" cy="307135"/>
          </a:xfrm>
          <a:prstGeom prst="rect">
            <a:avLst/>
          </a:prstGeom>
          <a:noFill/>
          <a:effectLst>
            <a:softEdge rad="31750"/>
          </a:effectLst>
        </p:spPr>
        <p:txBody>
          <a:bodyPr wrap="square" rtlCol="0">
            <a:spAutoFit/>
          </a:bodyPr>
          <a:lstStyle/>
          <a:p>
            <a:pPr>
              <a:lnSpc>
                <a:spcPts val="1600"/>
              </a:lnSpc>
            </a:pPr>
            <a:r>
              <a:rPr lang="en-US" sz="18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⑤</a:t>
            </a:r>
            <a:endParaRPr lang="en-US" sz="1800" dirty="0">
              <a:solidFill>
                <a:schemeClr val="bg1">
                  <a:lumMod val="75000"/>
                </a:schemeClr>
              </a:solidFill>
              <a:latin typeface="Univers 57 Condensed" pitchFamily="50" charset="0"/>
            </a:endParaRPr>
          </a:p>
        </p:txBody>
      </p:sp>
      <p:pic>
        <p:nvPicPr>
          <p:cNvPr id="66" name="Picture 65" descr="A group of trees&#10;&#10;Description automatically generated with low confidence">
            <a:extLst>
              <a:ext uri="{FF2B5EF4-FFF2-40B4-BE49-F238E27FC236}">
                <a16:creationId xmlns:a16="http://schemas.microsoft.com/office/drawing/2014/main" id="{CF0A117F-77E7-15DB-9751-37B74A8271A4}"/>
              </a:ext>
            </a:extLst>
          </p:cNvPr>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138" r="63816"/>
          <a:stretch/>
        </p:blipFill>
        <p:spPr>
          <a:xfrm flipH="1">
            <a:off x="3512447" y="3141479"/>
            <a:ext cx="560870" cy="1018366"/>
          </a:xfrm>
          <a:prstGeom prst="rect">
            <a:avLst/>
          </a:prstGeom>
        </p:spPr>
      </p:pic>
      <p:pic>
        <p:nvPicPr>
          <p:cNvPr id="67" name="Picture 66" descr="A group of trees&#10;&#10;Description automatically generated with low confidence">
            <a:extLst>
              <a:ext uri="{FF2B5EF4-FFF2-40B4-BE49-F238E27FC236}">
                <a16:creationId xmlns:a16="http://schemas.microsoft.com/office/drawing/2014/main" id="{82FA6C90-2B6E-1819-E2FF-EAE7BF9239DA}"/>
              </a:ext>
            </a:extLst>
          </p:cNvPr>
          <p:cNvPicPr>
            <a:picLocks noChangeAspect="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35998" r="29090"/>
          <a:stretch/>
        </p:blipFill>
        <p:spPr>
          <a:xfrm>
            <a:off x="1422682" y="1687354"/>
            <a:ext cx="830563" cy="1513796"/>
          </a:xfrm>
          <a:prstGeom prst="rect">
            <a:avLst/>
          </a:prstGeom>
        </p:spPr>
      </p:pic>
      <p:pic>
        <p:nvPicPr>
          <p:cNvPr id="68" name="Picture 67" descr="A group of trees&#10;&#10;Description automatically generated with low confidence">
            <a:extLst>
              <a:ext uri="{FF2B5EF4-FFF2-40B4-BE49-F238E27FC236}">
                <a16:creationId xmlns:a16="http://schemas.microsoft.com/office/drawing/2014/main" id="{BBDA5ACE-3796-86CB-EB27-8C2A9650111D}"/>
              </a:ext>
            </a:extLst>
          </p:cNvPr>
          <p:cNvPicPr>
            <a:picLocks noChangeAspect="1"/>
          </p:cNvPicPr>
          <p:nvPr/>
        </p:nvPicPr>
        <p:blipFill rotWithShape="1">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rcRect l="70350"/>
          <a:stretch/>
        </p:blipFill>
        <p:spPr>
          <a:xfrm flipH="1">
            <a:off x="828537" y="1331259"/>
            <a:ext cx="951036" cy="2040955"/>
          </a:xfrm>
          <a:prstGeom prst="rect">
            <a:avLst/>
          </a:prstGeom>
        </p:spPr>
      </p:pic>
      <p:cxnSp>
        <p:nvCxnSpPr>
          <p:cNvPr id="69" name="Straight Arrow Connector 68">
            <a:extLst>
              <a:ext uri="{FF2B5EF4-FFF2-40B4-BE49-F238E27FC236}">
                <a16:creationId xmlns:a16="http://schemas.microsoft.com/office/drawing/2014/main" id="{4E003F29-19E5-C17A-028A-CCCEFACBB566}"/>
              </a:ext>
            </a:extLst>
          </p:cNvPr>
          <p:cNvCxnSpPr>
            <a:cxnSpLocks/>
          </p:cNvCxnSpPr>
          <p:nvPr/>
        </p:nvCxnSpPr>
        <p:spPr>
          <a:xfrm flipH="1">
            <a:off x="3468202" y="2561796"/>
            <a:ext cx="512795" cy="362052"/>
          </a:xfrm>
          <a:prstGeom prst="straightConnector1">
            <a:avLst/>
          </a:prstGeom>
          <a:ln w="25400">
            <a:solidFill>
              <a:schemeClr val="accent1">
                <a:alpha val="39000"/>
              </a:schemeClr>
            </a:solidFill>
            <a:tailEnd type="stealth" w="lg" len="lg"/>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FABACC16-9E11-DB7E-6044-B7F0981B0A7F}"/>
              </a:ext>
            </a:extLst>
          </p:cNvPr>
          <p:cNvSpPr txBox="1"/>
          <p:nvPr/>
        </p:nvSpPr>
        <p:spPr>
          <a:xfrm flipH="1">
            <a:off x="3897270" y="2341989"/>
            <a:ext cx="514306" cy="297517"/>
          </a:xfrm>
          <a:prstGeom prst="rect">
            <a:avLst/>
          </a:prstGeom>
          <a:noFill/>
        </p:spPr>
        <p:txBody>
          <a:bodyPr wrap="square" rtlCol="0">
            <a:spAutoFit/>
          </a:bodyPr>
          <a:lstStyle/>
          <a:p>
            <a:pPr>
              <a:lnSpc>
                <a:spcPts val="1500"/>
              </a:lnSpc>
            </a:pPr>
            <a:r>
              <a:rPr lang="en-US" sz="18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③</a:t>
            </a:r>
            <a:endParaRPr lang="en-US" sz="1800" dirty="0">
              <a:solidFill>
                <a:schemeClr val="bg1">
                  <a:lumMod val="75000"/>
                </a:schemeClr>
              </a:solidFill>
              <a:latin typeface="Univers 57 Condensed" pitchFamily="50" charset="0"/>
            </a:endParaRPr>
          </a:p>
        </p:txBody>
      </p:sp>
      <p:cxnSp>
        <p:nvCxnSpPr>
          <p:cNvPr id="71" name="Straight Arrow Connector 70">
            <a:extLst>
              <a:ext uri="{FF2B5EF4-FFF2-40B4-BE49-F238E27FC236}">
                <a16:creationId xmlns:a16="http://schemas.microsoft.com/office/drawing/2014/main" id="{3249845B-55BB-8683-966C-5C3FDCF0D88E}"/>
              </a:ext>
            </a:extLst>
          </p:cNvPr>
          <p:cNvCxnSpPr>
            <a:cxnSpLocks/>
          </p:cNvCxnSpPr>
          <p:nvPr/>
        </p:nvCxnSpPr>
        <p:spPr>
          <a:xfrm flipV="1">
            <a:off x="636684" y="4208032"/>
            <a:ext cx="242840" cy="169785"/>
          </a:xfrm>
          <a:prstGeom prst="straightConnector1">
            <a:avLst/>
          </a:prstGeom>
          <a:ln w="25400">
            <a:solidFill>
              <a:schemeClr val="accent2">
                <a:alpha val="53000"/>
              </a:schemeClr>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D45FF68D-3C92-9B69-138E-C1C4D2D88B49}"/>
              </a:ext>
            </a:extLst>
          </p:cNvPr>
          <p:cNvCxnSpPr>
            <a:cxnSpLocks/>
          </p:cNvCxnSpPr>
          <p:nvPr/>
        </p:nvCxnSpPr>
        <p:spPr>
          <a:xfrm flipH="1">
            <a:off x="654609" y="4313368"/>
            <a:ext cx="242840" cy="169785"/>
          </a:xfrm>
          <a:prstGeom prst="straightConnector1">
            <a:avLst/>
          </a:prstGeom>
          <a:ln w="25400">
            <a:solidFill>
              <a:schemeClr val="accent2">
                <a:alpha val="53000"/>
              </a:schemeClr>
            </a:solidFill>
            <a:tailEnd type="stealth" w="lg" len="lg"/>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F8DF67BF-11D4-81B5-C70B-64A0F670710D}"/>
              </a:ext>
            </a:extLst>
          </p:cNvPr>
          <p:cNvSpPr txBox="1"/>
          <p:nvPr/>
        </p:nvSpPr>
        <p:spPr>
          <a:xfrm flipH="1">
            <a:off x="234160" y="4387843"/>
            <a:ext cx="412135" cy="297517"/>
          </a:xfrm>
          <a:prstGeom prst="rect">
            <a:avLst/>
          </a:prstGeom>
          <a:solidFill>
            <a:srgbClr val="CAD7EE">
              <a:alpha val="0"/>
            </a:srgbClr>
          </a:solidFill>
          <a:effectLst/>
        </p:spPr>
        <p:txBody>
          <a:bodyPr wrap="square" rtlCol="0">
            <a:spAutoFit/>
          </a:bodyPr>
          <a:lstStyle>
            <a:defPPr>
              <a:defRPr lang="en-US"/>
            </a:defPPr>
            <a:lvl1pPr>
              <a:lnSpc>
                <a:spcPts val="1500"/>
              </a:lnSpc>
              <a:defRPr sz="180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defRPr>
            </a:lvl1pPr>
          </a:lstStyle>
          <a:p>
            <a:r>
              <a:rPr lang="en-US" dirty="0"/>
              <a:t>⑦</a:t>
            </a:r>
          </a:p>
        </p:txBody>
      </p:sp>
      <p:pic>
        <p:nvPicPr>
          <p:cNvPr id="74" name="Picture 73">
            <a:extLst>
              <a:ext uri="{FF2B5EF4-FFF2-40B4-BE49-F238E27FC236}">
                <a16:creationId xmlns:a16="http://schemas.microsoft.com/office/drawing/2014/main" id="{509D662A-86D7-606D-1BDD-47A311909D82}"/>
              </a:ext>
            </a:extLst>
          </p:cNvPr>
          <p:cNvPicPr>
            <a:picLocks noChangeAspect="1"/>
          </p:cNvPicPr>
          <p:nvPr/>
        </p:nvPicPr>
        <p:blipFill>
          <a:blip r:embed="rId7" cstate="print">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155800" y="835242"/>
            <a:ext cx="541502" cy="541502"/>
          </a:xfrm>
          <a:prstGeom prst="rect">
            <a:avLst/>
          </a:prstGeom>
        </p:spPr>
      </p:pic>
      <p:sp>
        <p:nvSpPr>
          <p:cNvPr id="75" name="Arrow: Right 74">
            <a:extLst>
              <a:ext uri="{FF2B5EF4-FFF2-40B4-BE49-F238E27FC236}">
                <a16:creationId xmlns:a16="http://schemas.microsoft.com/office/drawing/2014/main" id="{5C505CB4-23CA-B031-C65D-A3C84E30F3D4}"/>
              </a:ext>
            </a:extLst>
          </p:cNvPr>
          <p:cNvSpPr/>
          <p:nvPr/>
        </p:nvSpPr>
        <p:spPr>
          <a:xfrm rot="19005232">
            <a:off x="1127601" y="1630444"/>
            <a:ext cx="866215" cy="145939"/>
          </a:xfrm>
          <a:prstGeom prst="rightArrow">
            <a:avLst>
              <a:gd name="adj1" fmla="val 50000"/>
              <a:gd name="adj2" fmla="val 115576"/>
            </a:avLst>
          </a:prstGeom>
          <a:solidFill>
            <a:srgbClr val="EB7321">
              <a:alpha val="6666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Arrow: Right 75">
            <a:extLst>
              <a:ext uri="{FF2B5EF4-FFF2-40B4-BE49-F238E27FC236}">
                <a16:creationId xmlns:a16="http://schemas.microsoft.com/office/drawing/2014/main" id="{06709610-6DE8-0697-A926-34A436BE2DD2}"/>
              </a:ext>
            </a:extLst>
          </p:cNvPr>
          <p:cNvSpPr/>
          <p:nvPr/>
        </p:nvSpPr>
        <p:spPr>
          <a:xfrm rot="2805232">
            <a:off x="474260" y="1567780"/>
            <a:ext cx="896355" cy="141012"/>
          </a:xfrm>
          <a:prstGeom prst="rightArrow">
            <a:avLst>
              <a:gd name="adj1" fmla="val 100000"/>
              <a:gd name="adj2" fmla="val 0"/>
            </a:avLst>
          </a:prstGeom>
          <a:solidFill>
            <a:srgbClr val="EB7321">
              <a:alpha val="6666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Arrow: Right 76">
            <a:extLst>
              <a:ext uri="{FF2B5EF4-FFF2-40B4-BE49-F238E27FC236}">
                <a16:creationId xmlns:a16="http://schemas.microsoft.com/office/drawing/2014/main" id="{D13FBC08-D004-B807-2C38-517D0CE9508B}"/>
              </a:ext>
            </a:extLst>
          </p:cNvPr>
          <p:cNvSpPr/>
          <p:nvPr/>
        </p:nvSpPr>
        <p:spPr>
          <a:xfrm rot="2805232">
            <a:off x="909380" y="2597749"/>
            <a:ext cx="1821100" cy="116035"/>
          </a:xfrm>
          <a:prstGeom prst="rightArrow">
            <a:avLst>
              <a:gd name="adj1" fmla="val 50000"/>
              <a:gd name="adj2" fmla="val 115576"/>
            </a:avLst>
          </a:prstGeom>
          <a:solidFill>
            <a:srgbClr val="EB7321">
              <a:alpha val="7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Arrow: Right 78">
            <a:extLst>
              <a:ext uri="{FF2B5EF4-FFF2-40B4-BE49-F238E27FC236}">
                <a16:creationId xmlns:a16="http://schemas.microsoft.com/office/drawing/2014/main" id="{D0AC05C6-295D-2CF4-2721-F8EEEA269C4B}"/>
              </a:ext>
            </a:extLst>
          </p:cNvPr>
          <p:cNvSpPr/>
          <p:nvPr/>
        </p:nvSpPr>
        <p:spPr>
          <a:xfrm rot="19005232">
            <a:off x="2395442" y="3143953"/>
            <a:ext cx="322006" cy="103700"/>
          </a:xfrm>
          <a:prstGeom prst="rightArrow">
            <a:avLst>
              <a:gd name="adj1" fmla="val 26663"/>
              <a:gd name="adj2" fmla="val 115576"/>
            </a:avLst>
          </a:prstGeom>
          <a:solidFill>
            <a:srgbClr val="EB7321">
              <a:alpha val="6666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A03277D-FE08-46C5-78CA-33457DA0A7F5}"/>
                  </a:ext>
                </a:extLst>
              </p:cNvPr>
              <p:cNvSpPr txBox="1"/>
              <p:nvPr/>
            </p:nvSpPr>
            <p:spPr>
              <a:xfrm>
                <a:off x="1712769" y="1000572"/>
                <a:ext cx="1624305"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US" sz="2400" i="1" smtClean="0">
                              <a:latin typeface="Cambria Math" panose="02040503050406030204" pitchFamily="18" charset="0"/>
                            </a:rPr>
                          </m:ctrlPr>
                        </m:dPr>
                        <m:e>
                          <m:r>
                            <a:rPr lang="en-US" sz="2400" b="0" i="1" smtClean="0">
                              <a:latin typeface="Cambria Math" panose="02040503050406030204" pitchFamily="18" charset="0"/>
                            </a:rPr>
                            <m:t>1−</m:t>
                          </m:r>
                          <m:r>
                            <a:rPr lang="en-US" sz="2400" b="0" i="1" smtClean="0">
                              <a:latin typeface="Cambria Math" panose="02040503050406030204" pitchFamily="18" charset="0"/>
                            </a:rPr>
                            <m:t>𝑠h𝑑</m:t>
                          </m:r>
                        </m:e>
                      </m:d>
                    </m:oMath>
                  </m:oMathPara>
                </a14:m>
                <a:endParaRPr lang="en-US" sz="2400" dirty="0"/>
              </a:p>
            </p:txBody>
          </p:sp>
        </mc:Choice>
        <mc:Fallback xmlns="">
          <p:sp>
            <p:nvSpPr>
              <p:cNvPr id="4" name="TextBox 3">
                <a:extLst>
                  <a:ext uri="{FF2B5EF4-FFF2-40B4-BE49-F238E27FC236}">
                    <a16:creationId xmlns:a16="http://schemas.microsoft.com/office/drawing/2014/main" id="{1A03277D-FE08-46C5-78CA-33457DA0A7F5}"/>
                  </a:ext>
                </a:extLst>
              </p:cNvPr>
              <p:cNvSpPr txBox="1">
                <a:spLocks noRot="1" noChangeAspect="1" noMove="1" noResize="1" noEditPoints="1" noAdjustHandles="1" noChangeArrowheads="1" noChangeShapeType="1" noTextEdit="1"/>
              </p:cNvSpPr>
              <p:nvPr/>
            </p:nvSpPr>
            <p:spPr>
              <a:xfrm>
                <a:off x="1712769" y="1000572"/>
                <a:ext cx="1624305" cy="461665"/>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4EEB44C-7F5C-ED75-73D6-E533F1B47D36}"/>
                  </a:ext>
                </a:extLst>
              </p:cNvPr>
              <p:cNvSpPr txBox="1"/>
              <p:nvPr/>
            </p:nvSpPr>
            <p:spPr>
              <a:xfrm>
                <a:off x="1705190" y="3241518"/>
                <a:ext cx="1624305" cy="37593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US" sz="1600" i="1" smtClean="0">
                              <a:latin typeface="Cambria Math" panose="02040503050406030204" pitchFamily="18" charset="0"/>
                            </a:rPr>
                          </m:ctrlPr>
                        </m:dPr>
                        <m:e>
                          <m:r>
                            <a:rPr lang="en-US" sz="1600" b="0" i="1" smtClean="0">
                              <a:latin typeface="Cambria Math" panose="02040503050406030204" pitchFamily="18" charset="0"/>
                            </a:rPr>
                            <m:t>1−</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𝑠</m:t>
                              </m:r>
                            </m:e>
                            <m:sub>
                              <m:r>
                                <a:rPr lang="en-US" sz="1600" b="0" i="1" smtClean="0">
                                  <a:latin typeface="Cambria Math" panose="02040503050406030204" pitchFamily="18" charset="0"/>
                                </a:rPr>
                                <m:t>𝑟𝑒𝑓𝑙</m:t>
                              </m:r>
                            </m:sub>
                          </m:sSub>
                        </m:e>
                      </m:d>
                    </m:oMath>
                  </m:oMathPara>
                </a14:m>
                <a:endParaRPr lang="en-US" sz="1600" dirty="0"/>
              </a:p>
            </p:txBody>
          </p:sp>
        </mc:Choice>
        <mc:Fallback xmlns="">
          <p:sp>
            <p:nvSpPr>
              <p:cNvPr id="5" name="TextBox 4">
                <a:extLst>
                  <a:ext uri="{FF2B5EF4-FFF2-40B4-BE49-F238E27FC236}">
                    <a16:creationId xmlns:a16="http://schemas.microsoft.com/office/drawing/2014/main" id="{14EEB44C-7F5C-ED75-73D6-E533F1B47D36}"/>
                  </a:ext>
                </a:extLst>
              </p:cNvPr>
              <p:cNvSpPr txBox="1">
                <a:spLocks noRot="1" noChangeAspect="1" noMove="1" noResize="1" noEditPoints="1" noAdjustHandles="1" noChangeArrowheads="1" noChangeShapeType="1" noTextEdit="1"/>
              </p:cNvSpPr>
              <p:nvPr/>
            </p:nvSpPr>
            <p:spPr>
              <a:xfrm>
                <a:off x="1705190" y="3241518"/>
                <a:ext cx="1624305" cy="375937"/>
              </a:xfrm>
              <a:prstGeom prst="rect">
                <a:avLst/>
              </a:prstGeom>
              <a:blipFill>
                <a:blip r:embed="rId10"/>
                <a:stretch>
                  <a:fillRect b="-6557"/>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31491D34-E524-DC59-8C85-76283E6023BB}"/>
              </a:ext>
            </a:extLst>
          </p:cNvPr>
          <p:cNvSpPr txBox="1"/>
          <p:nvPr/>
        </p:nvSpPr>
        <p:spPr>
          <a:xfrm flipH="1">
            <a:off x="74763" y="1471044"/>
            <a:ext cx="478685" cy="297517"/>
          </a:xfrm>
          <a:prstGeom prst="rect">
            <a:avLst/>
          </a:prstGeom>
          <a:solidFill>
            <a:srgbClr val="CAD7EE">
              <a:alpha val="0"/>
            </a:srgbClr>
          </a:solidFill>
          <a:effectLst/>
        </p:spPr>
        <p:txBody>
          <a:bodyPr wrap="square" rtlCol="0">
            <a:spAutoFit/>
          </a:bodyPr>
          <a:lstStyle/>
          <a:p>
            <a:pPr>
              <a:lnSpc>
                <a:spcPts val="1500"/>
              </a:lnSpc>
            </a:pPr>
            <a:r>
              <a:rPr lang="en-US" sz="1800" dirty="0">
                <a:latin typeface="Calibri" panose="020F0502020204030204" pitchFamily="34" charset="0"/>
                <a:ea typeface="Calibri" panose="020F0502020204030204" pitchFamily="34" charset="0"/>
                <a:cs typeface="Calibri" panose="020F0502020204030204" pitchFamily="34" charset="0"/>
              </a:rPr>
              <a:t>⑧</a:t>
            </a:r>
            <a:endParaRPr lang="en-US" sz="1800" dirty="0">
              <a:latin typeface="Univers 57 Condensed" pitchFamily="50" charset="0"/>
            </a:endParaRPr>
          </a:p>
        </p:txBody>
      </p:sp>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ABA55071-40CD-E8E7-FA71-1299847F49A2}"/>
                  </a:ext>
                </a:extLst>
              </p:cNvPr>
              <p:cNvSpPr>
                <a:spLocks noGrp="1"/>
              </p:cNvSpPr>
              <p:nvPr>
                <p:ph idx="1"/>
              </p:nvPr>
            </p:nvSpPr>
            <p:spPr>
              <a:xfrm>
                <a:off x="5330738" y="1146544"/>
                <a:ext cx="6467559" cy="5711456"/>
              </a:xfrm>
            </p:spPr>
            <p:txBody>
              <a:bodyPr>
                <a:normAutofit/>
              </a:bodyPr>
              <a:lstStyle/>
              <a:p>
                <a:r>
                  <a:rPr lang="en-US" dirty="0">
                    <a:latin typeface="Calibri" panose="020F0502020204030204" pitchFamily="34" charset="0"/>
                    <a:ea typeface="Calibri" panose="020F0502020204030204" pitchFamily="34" charset="0"/>
                    <a:cs typeface="Calibri" panose="020F0502020204030204" pitchFamily="34" charset="0"/>
                  </a:rPr>
                  <a:t>⑧</a:t>
                </a:r>
                <a:r>
                  <a:rPr lang="en-US" dirty="0"/>
                  <a:t>: Incoming Shortwave Radiation (SWR)</a:t>
                </a:r>
              </a:p>
              <a:p>
                <a:pPr lvl="1"/>
                <a14:m>
                  <m:oMath xmlns:m="http://schemas.openxmlformats.org/officeDocument/2006/math">
                    <m:r>
                      <a:rPr lang="en-US" b="0" i="1" smtClean="0">
                        <a:latin typeface="Cambria Math" panose="02040503050406030204" pitchFamily="18" charset="0"/>
                      </a:rPr>
                      <m:t>𝑆𝑊𝑅</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𝑠h𝑑</m:t>
                        </m:r>
                      </m:e>
                    </m:d>
                    <m:d>
                      <m:dPr>
                        <m:ctrlPr>
                          <a:rPr lang="en-US" b="0" i="1" smtClean="0">
                            <a:latin typeface="Cambria Math" panose="02040503050406030204" pitchFamily="18" charset="0"/>
                          </a:rPr>
                        </m:ctrlPr>
                      </m:dPr>
                      <m:e>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𝑟𝑒𝑓𝑙</m:t>
                            </m:r>
                          </m:sub>
                        </m:sSub>
                      </m:e>
                    </m:d>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𝑔</m:t>
                            </m:r>
                          </m:sub>
                        </m:sSub>
                      </m:sub>
                    </m:sSub>
                  </m:oMath>
                </a14:m>
                <a:endParaRPr lang="en-US" dirty="0"/>
              </a:p>
              <a:p>
                <a:pPr lvl="1"/>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𝑄</m:t>
                        </m:r>
                      </m:e>
                      <m:sub>
                        <m:sSub>
                          <m:sSubPr>
                            <m:ctrlPr>
                              <a:rPr lang="en-US"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𝑔</m:t>
                            </m:r>
                          </m:sub>
                        </m:sSub>
                      </m:sub>
                    </m:sSub>
                  </m:oMath>
                </a14:m>
                <a:r>
                  <a:rPr lang="en-US" dirty="0"/>
                  <a:t>: Shortwave radiation flux at the top of the canopy </a:t>
                </a:r>
                <a14:m>
                  <m:oMath xmlns:m="http://schemas.openxmlformats.org/officeDocument/2006/math">
                    <m:d>
                      <m:dPr>
                        <m:ctrlPr>
                          <a:rPr lang="en-US" i="1" smtClean="0">
                            <a:latin typeface="Cambria Math" panose="02040503050406030204" pitchFamily="18" charset="0"/>
                          </a:rPr>
                        </m:ctrlPr>
                      </m:dPr>
                      <m:e>
                        <m:f>
                          <m:fPr>
                            <m:type m:val="skw"/>
                            <m:ctrlPr>
                              <a:rPr lang="en-US" i="1">
                                <a:latin typeface="Cambria Math" panose="02040503050406030204" pitchFamily="18" charset="0"/>
                              </a:rPr>
                            </m:ctrlPr>
                          </m:fPr>
                          <m:num>
                            <m:r>
                              <a:rPr lang="en-US" i="1">
                                <a:latin typeface="Cambria Math" panose="02040503050406030204" pitchFamily="18" charset="0"/>
                              </a:rPr>
                              <m:t>𝐸</m:t>
                            </m:r>
                          </m:num>
                          <m:den>
                            <m:sSup>
                              <m:sSupPr>
                                <m:ctrlPr>
                                  <a:rPr lang="en-US" i="1">
                                    <a:latin typeface="Cambria Math" panose="02040503050406030204" pitchFamily="18" charset="0"/>
                                  </a:rPr>
                                </m:ctrlPr>
                              </m:sSupPr>
                              <m:e>
                                <m:r>
                                  <a:rPr lang="en-US" i="1">
                                    <a:latin typeface="Cambria Math" panose="02040503050406030204" pitchFamily="18" charset="0"/>
                                  </a:rPr>
                                  <m:t>𝐿</m:t>
                                </m:r>
                              </m:e>
                              <m:sup>
                                <m:r>
                                  <a:rPr lang="en-US" i="1">
                                    <a:latin typeface="Cambria Math" panose="02040503050406030204" pitchFamily="18" charset="0"/>
                                  </a:rPr>
                                  <m:t>2</m:t>
                                </m:r>
                              </m:sup>
                            </m:sSup>
                          </m:den>
                        </m:f>
                      </m:e>
                    </m:d>
                  </m:oMath>
                </a14:m>
                <a:endParaRPr lang="en-US" dirty="0"/>
              </a:p>
              <a:p>
                <a:pPr lvl="1"/>
                <a:r>
                  <a:rPr lang="en-US" dirty="0"/>
                  <a:t>Reduced by shading factor, </a:t>
                </a:r>
                <a:r>
                  <a:rPr lang="en-US" dirty="0" err="1"/>
                  <a:t>shd</a:t>
                </a:r>
                <a:r>
                  <a:rPr lang="en-US" dirty="0"/>
                  <a:t> (0.0-1.0)</a:t>
                </a:r>
              </a:p>
              <a:p>
                <a:pPr lvl="1"/>
                <a:r>
                  <a:rPr lang="en-US" dirty="0"/>
                  <a:t>Further reduced by surface water reflectance,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𝑟𝑒𝑓𝑙</m:t>
                        </m:r>
                      </m:sub>
                    </m:sSub>
                  </m:oMath>
                </a14:m>
                <a:endParaRPr lang="en-US" dirty="0"/>
              </a:p>
            </p:txBody>
          </p:sp>
        </mc:Choice>
        <mc:Fallback xmlns="">
          <p:sp>
            <p:nvSpPr>
              <p:cNvPr id="9" name="Content Placeholder 2">
                <a:extLst>
                  <a:ext uri="{FF2B5EF4-FFF2-40B4-BE49-F238E27FC236}">
                    <a16:creationId xmlns:a16="http://schemas.microsoft.com/office/drawing/2014/main" id="{ABA55071-40CD-E8E7-FA71-1299847F49A2}"/>
                  </a:ext>
                </a:extLst>
              </p:cNvPr>
              <p:cNvSpPr>
                <a:spLocks noGrp="1" noRot="1" noChangeAspect="1" noMove="1" noResize="1" noEditPoints="1" noAdjustHandles="1" noChangeArrowheads="1" noChangeShapeType="1" noTextEdit="1"/>
              </p:cNvSpPr>
              <p:nvPr>
                <p:ph idx="1"/>
              </p:nvPr>
            </p:nvSpPr>
            <p:spPr>
              <a:xfrm>
                <a:off x="5330738" y="1146544"/>
                <a:ext cx="6467559" cy="5711456"/>
              </a:xfrm>
              <a:blipFill>
                <a:blip r:embed="rId11"/>
                <a:stretch>
                  <a:fillRect l="-1697" t="-1708" r="-15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E61577D-D932-47A8-A2FC-CB5FEA088D15}"/>
                  </a:ext>
                </a:extLst>
              </p:cNvPr>
              <p:cNvSpPr txBox="1"/>
              <p:nvPr/>
            </p:nvSpPr>
            <p:spPr>
              <a:xfrm>
                <a:off x="572949" y="776168"/>
                <a:ext cx="718478" cy="53322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𝑄</m:t>
                          </m:r>
                        </m:e>
                        <m:sub>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𝑠</m:t>
                              </m:r>
                            </m:e>
                            <m:sub>
                              <m:r>
                                <a:rPr lang="en-US" sz="2400" b="0" i="1" smtClean="0">
                                  <a:latin typeface="Cambria Math" panose="02040503050406030204" pitchFamily="18" charset="0"/>
                                </a:rPr>
                                <m:t>𝑔</m:t>
                              </m:r>
                            </m:sub>
                          </m:sSub>
                        </m:sub>
                      </m:sSub>
                    </m:oMath>
                  </m:oMathPara>
                </a14:m>
                <a:endParaRPr lang="en-US" sz="2400" dirty="0"/>
              </a:p>
            </p:txBody>
          </p:sp>
        </mc:Choice>
        <mc:Fallback xmlns="">
          <p:sp>
            <p:nvSpPr>
              <p:cNvPr id="10" name="TextBox 9">
                <a:extLst>
                  <a:ext uri="{FF2B5EF4-FFF2-40B4-BE49-F238E27FC236}">
                    <a16:creationId xmlns:a16="http://schemas.microsoft.com/office/drawing/2014/main" id="{FE61577D-D932-47A8-A2FC-CB5FEA088D15}"/>
                  </a:ext>
                </a:extLst>
              </p:cNvPr>
              <p:cNvSpPr txBox="1">
                <a:spLocks noRot="1" noChangeAspect="1" noMove="1" noResize="1" noEditPoints="1" noAdjustHandles="1" noChangeArrowheads="1" noChangeShapeType="1" noTextEdit="1"/>
              </p:cNvSpPr>
              <p:nvPr/>
            </p:nvSpPr>
            <p:spPr>
              <a:xfrm>
                <a:off x="572949" y="776168"/>
                <a:ext cx="718478" cy="533223"/>
              </a:xfrm>
              <a:prstGeom prst="rect">
                <a:avLst/>
              </a:prstGeom>
              <a:blipFill>
                <a:blip r:embed="rId12"/>
                <a:stretch>
                  <a:fillRect b="-3409"/>
                </a:stretch>
              </a:blipFill>
            </p:spPr>
            <p:txBody>
              <a:bodyPr/>
              <a:lstStyle/>
              <a:p>
                <a:r>
                  <a:rPr lang="en-US">
                    <a:noFill/>
                  </a:rPr>
                  <a:t> </a:t>
                </a:r>
              </a:p>
            </p:txBody>
          </p:sp>
        </mc:Fallback>
      </mc:AlternateContent>
    </p:spTree>
    <p:extLst>
      <p:ext uri="{BB962C8B-B14F-4D97-AF65-F5344CB8AC3E}">
        <p14:creationId xmlns:p14="http://schemas.microsoft.com/office/powerpoint/2010/main" val="1311766899"/>
      </p:ext>
    </p:extLst>
  </p:cSld>
  <p:clrMapOvr>
    <a:masterClrMapping/>
  </p:clrMapOvr>
  <mc:AlternateContent xmlns:mc="http://schemas.openxmlformats.org/markup-compatibility/2006" xmlns:p14="http://schemas.microsoft.com/office/powerpoint/2010/main">
    <mc:Choice Requires="p14">
      <p:transition spd="slow" p14:dur="2000" advTm="48936"/>
    </mc:Choice>
    <mc:Fallback xmlns="">
      <p:transition spd="slow" advTm="48936"/>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C97FE-D40D-D89F-E46F-DADD2FC459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0CF236-CE87-AA07-1A5F-776F7B2BEF3F}"/>
              </a:ext>
            </a:extLst>
          </p:cNvPr>
          <p:cNvSpPr>
            <a:spLocks noGrp="1"/>
          </p:cNvSpPr>
          <p:nvPr>
            <p:ph type="title"/>
          </p:nvPr>
        </p:nvSpPr>
        <p:spPr>
          <a:xfrm>
            <a:off x="838200" y="94842"/>
            <a:ext cx="10515600" cy="1011151"/>
          </a:xfrm>
        </p:spPr>
        <p:txBody>
          <a:bodyPr/>
          <a:lstStyle/>
          <a:p>
            <a:pPr algn="ctr"/>
            <a:r>
              <a:rPr lang="en-US" dirty="0"/>
              <a:t>Atmospheric Boundary Condition (ABC) Utility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97D781B-332F-D453-94BF-0C16BBDE49F9}"/>
                  </a:ext>
                </a:extLst>
              </p:cNvPr>
              <p:cNvSpPr>
                <a:spLocks noGrp="1"/>
              </p:cNvSpPr>
              <p:nvPr>
                <p:ph idx="1"/>
              </p:nvPr>
            </p:nvSpPr>
            <p:spPr>
              <a:xfrm>
                <a:off x="5330738" y="1146544"/>
                <a:ext cx="6467559" cy="5711456"/>
              </a:xfrm>
            </p:spPr>
            <p:txBody>
              <a:bodyPr>
                <a:normAutofit/>
              </a:bodyPr>
              <a:lstStyle/>
              <a:p>
                <a:r>
                  <a:rPr lang="en-US" dirty="0">
                    <a:latin typeface="Calibri" panose="020F0502020204030204" pitchFamily="34" charset="0"/>
                    <a:ea typeface="Calibri" panose="020F0502020204030204" pitchFamily="34" charset="0"/>
                    <a:cs typeface="Calibri" panose="020F0502020204030204" pitchFamily="34" charset="0"/>
                  </a:rPr>
                  <a:t>⑨: Net Longwave Radiation (LWR)</a:t>
                </a:r>
                <a:endParaRPr lang="en-US" kern="600" dirty="0">
                  <a:latin typeface="Calibri" panose="020F0502020204030204" pitchFamily="34" charset="0"/>
                  <a:ea typeface="Calibri" panose="020F0502020204030204" pitchFamily="34" charset="0"/>
                  <a:cs typeface="Calibri" panose="020F0502020204030204" pitchFamily="34" charset="0"/>
                </a:endParaRPr>
              </a:p>
              <a:p>
                <a:pPr lvl="1"/>
                <a14:m>
                  <m:oMath xmlns:m="http://schemas.openxmlformats.org/officeDocument/2006/math">
                    <m:r>
                      <a:rPr lang="en-US" i="1" kern="600" smtClean="0">
                        <a:latin typeface="Cambria Math" panose="02040503050406030204" pitchFamily="18" charset="0"/>
                        <a:ea typeface="Cambria Math" panose="02040503050406030204" pitchFamily="18" charset="0"/>
                        <a:cs typeface="Calibri" panose="020F0502020204030204" pitchFamily="34" charset="0"/>
                      </a:rPr>
                      <m:t>↓</m:t>
                    </m:r>
                    <m:r>
                      <a:rPr lang="en-US" b="0" i="1" kern="600" smtClean="0">
                        <a:latin typeface="Cambria Math" panose="02040503050406030204" pitchFamily="18" charset="0"/>
                        <a:ea typeface="Cambria Math" panose="02040503050406030204" pitchFamily="18" charset="0"/>
                        <a:cs typeface="Calibri" panose="020F0502020204030204" pitchFamily="34" charset="0"/>
                      </a:rPr>
                      <m:t>𝐿</m:t>
                    </m:r>
                    <m:r>
                      <a:rPr lang="en-US" b="0" i="1" kern="600" smtClean="0">
                        <a:latin typeface="Cambria Math" panose="02040503050406030204" pitchFamily="18" charset="0"/>
                        <a:ea typeface="Cambria Math" panose="02040503050406030204" pitchFamily="18" charset="0"/>
                        <a:cs typeface="Calibri" panose="020F0502020204030204" pitchFamily="34" charset="0"/>
                      </a:rPr>
                      <m:t>=</m:t>
                    </m:r>
                    <m:sSub>
                      <m:sSubPr>
                        <m:ctrlPr>
                          <a:rPr lang="en-US" b="0" i="1" kern="600" smtClean="0">
                            <a:latin typeface="Cambria Math" panose="02040503050406030204" pitchFamily="18" charset="0"/>
                            <a:ea typeface="Cambria Math" panose="02040503050406030204" pitchFamily="18" charset="0"/>
                            <a:cs typeface="Calibri" panose="020F0502020204030204" pitchFamily="34" charset="0"/>
                          </a:rPr>
                        </m:ctrlPr>
                      </m:sSubPr>
                      <m:e>
                        <m:r>
                          <a:rPr lang="en-US" b="0" i="1" kern="600" smtClean="0">
                            <a:latin typeface="Cambria Math" panose="02040503050406030204" pitchFamily="18" charset="0"/>
                            <a:ea typeface="Cambria Math" panose="02040503050406030204" pitchFamily="18" charset="0"/>
                            <a:cs typeface="Calibri" panose="020F0502020204030204" pitchFamily="34" charset="0"/>
                          </a:rPr>
                          <m:t>𝜖</m:t>
                        </m:r>
                      </m:e>
                      <m:sub>
                        <m:r>
                          <a:rPr lang="en-US" b="0" i="1" kern="600" smtClean="0">
                            <a:latin typeface="Cambria Math" panose="02040503050406030204" pitchFamily="18" charset="0"/>
                            <a:ea typeface="Cambria Math" panose="02040503050406030204" pitchFamily="18" charset="0"/>
                            <a:cs typeface="Calibri" panose="020F0502020204030204" pitchFamily="34" charset="0"/>
                          </a:rPr>
                          <m:t>𝑠</m:t>
                        </m:r>
                      </m:sub>
                    </m:sSub>
                    <m:r>
                      <a:rPr lang="en-US" b="0" i="1" kern="600" smtClean="0">
                        <a:latin typeface="Cambria Math" panose="02040503050406030204" pitchFamily="18" charset="0"/>
                        <a:ea typeface="Cambria Math" panose="02040503050406030204" pitchFamily="18" charset="0"/>
                        <a:cs typeface="Calibri" panose="020F0502020204030204" pitchFamily="34" charset="0"/>
                      </a:rPr>
                      <m:t>𝜎</m:t>
                    </m:r>
                    <m:sSup>
                      <m:sSupPr>
                        <m:ctrlPr>
                          <a:rPr lang="en-US" b="0" i="1" kern="600" smtClean="0">
                            <a:latin typeface="Cambria Math" panose="02040503050406030204" pitchFamily="18" charset="0"/>
                            <a:ea typeface="Cambria Math" panose="02040503050406030204" pitchFamily="18" charset="0"/>
                            <a:cs typeface="Calibri" panose="020F0502020204030204" pitchFamily="34" charset="0"/>
                          </a:rPr>
                        </m:ctrlPr>
                      </m:sSupPr>
                      <m:e>
                        <m:d>
                          <m:dPr>
                            <m:ctrlPr>
                              <a:rPr lang="en-US" i="1" kern="600">
                                <a:latin typeface="Cambria Math" panose="02040503050406030204" pitchFamily="18" charset="0"/>
                                <a:ea typeface="Cambria Math" panose="02040503050406030204" pitchFamily="18" charset="0"/>
                                <a:cs typeface="Calibri" panose="020F0502020204030204" pitchFamily="34" charset="0"/>
                              </a:rPr>
                            </m:ctrlPr>
                          </m:dPr>
                          <m:e>
                            <m:sSub>
                              <m:sSubPr>
                                <m:ctrlPr>
                                  <a:rPr lang="en-US" i="1" kern="600">
                                    <a:latin typeface="Cambria Math" panose="02040503050406030204" pitchFamily="18" charset="0"/>
                                    <a:ea typeface="Cambria Math" panose="02040503050406030204" pitchFamily="18" charset="0"/>
                                    <a:cs typeface="Calibri" panose="020F0502020204030204" pitchFamily="34" charset="0"/>
                                  </a:rPr>
                                </m:ctrlPr>
                              </m:sSubPr>
                              <m:e>
                                <m:r>
                                  <a:rPr lang="en-US" i="1" kern="600">
                                    <a:latin typeface="Cambria Math" panose="02040503050406030204" pitchFamily="18" charset="0"/>
                                    <a:ea typeface="Cambria Math" panose="02040503050406030204" pitchFamily="18" charset="0"/>
                                    <a:cs typeface="Calibri" panose="020F0502020204030204" pitchFamily="34" charset="0"/>
                                  </a:rPr>
                                  <m:t>𝑇</m:t>
                                </m:r>
                              </m:e>
                              <m:sub>
                                <m:r>
                                  <a:rPr lang="en-US" b="0" i="1" kern="600" smtClean="0">
                                    <a:latin typeface="Cambria Math" panose="02040503050406030204" pitchFamily="18" charset="0"/>
                                    <a:ea typeface="Cambria Math" panose="02040503050406030204" pitchFamily="18" charset="0"/>
                                    <a:cs typeface="Calibri" panose="020F0502020204030204" pitchFamily="34" charset="0"/>
                                  </a:rPr>
                                  <m:t>𝑎</m:t>
                                </m:r>
                              </m:sub>
                            </m:sSub>
                          </m:e>
                        </m:d>
                      </m:e>
                      <m:sup>
                        <m:r>
                          <a:rPr lang="en-US" b="0" i="1" kern="600" smtClean="0">
                            <a:latin typeface="Cambria Math" panose="02040503050406030204" pitchFamily="18" charset="0"/>
                            <a:ea typeface="Cambria Math" panose="02040503050406030204" pitchFamily="18" charset="0"/>
                            <a:cs typeface="Calibri" panose="020F0502020204030204" pitchFamily="34" charset="0"/>
                          </a:rPr>
                          <m:t>4</m:t>
                        </m:r>
                      </m:sup>
                    </m:sSup>
                  </m:oMath>
                </a14:m>
                <a:endParaRPr lang="en-US" b="0" kern="600" dirty="0">
                  <a:latin typeface="Calibri" panose="020F0502020204030204" pitchFamily="34" charset="0"/>
                  <a:ea typeface="Cambria Math" panose="02040503050406030204" pitchFamily="18" charset="0"/>
                  <a:cs typeface="Calibri" panose="020F0502020204030204" pitchFamily="34" charset="0"/>
                </a:endParaRPr>
              </a:p>
              <a:p>
                <a:pPr lvl="2"/>
                <a14:m>
                  <m:oMath xmlns:m="http://schemas.openxmlformats.org/officeDocument/2006/math">
                    <m:sSub>
                      <m:sSubPr>
                        <m:ctrlPr>
                          <a:rPr lang="en-US" i="1" kern="600">
                            <a:latin typeface="Cambria Math" panose="02040503050406030204" pitchFamily="18" charset="0"/>
                            <a:ea typeface="Cambria Math" panose="02040503050406030204" pitchFamily="18" charset="0"/>
                            <a:cs typeface="Calibri" panose="020F0502020204030204" pitchFamily="34" charset="0"/>
                          </a:rPr>
                        </m:ctrlPr>
                      </m:sSubPr>
                      <m:e>
                        <m:r>
                          <a:rPr lang="en-US" i="1" kern="600">
                            <a:latin typeface="Cambria Math" panose="02040503050406030204" pitchFamily="18" charset="0"/>
                            <a:ea typeface="Cambria Math" panose="02040503050406030204" pitchFamily="18" charset="0"/>
                            <a:cs typeface="Calibri" panose="020F0502020204030204" pitchFamily="34" charset="0"/>
                          </a:rPr>
                          <m:t>𝜖</m:t>
                        </m:r>
                      </m:e>
                      <m:sub>
                        <m:r>
                          <a:rPr lang="en-US" i="1" kern="600">
                            <a:latin typeface="Cambria Math" panose="02040503050406030204" pitchFamily="18" charset="0"/>
                            <a:ea typeface="Cambria Math" panose="02040503050406030204" pitchFamily="18" charset="0"/>
                            <a:cs typeface="Calibri" panose="020F0502020204030204" pitchFamily="34" charset="0"/>
                          </a:rPr>
                          <m:t>𝑠</m:t>
                        </m:r>
                      </m:sub>
                    </m:sSub>
                  </m:oMath>
                </a14:m>
                <a:r>
                  <a:rPr lang="en-US" kern="600" dirty="0">
                    <a:latin typeface="Calibri" panose="020F0502020204030204" pitchFamily="34" charset="0"/>
                    <a:ea typeface="Calibri" panose="020F0502020204030204" pitchFamily="34" charset="0"/>
                    <a:cs typeface="Calibri" panose="020F0502020204030204" pitchFamily="34" charset="0"/>
                  </a:rPr>
                  <a:t>: Shade-weighted emissivity of the atmosphere</a:t>
                </a:r>
              </a:p>
              <a:p>
                <a:pPr lvl="2"/>
                <a:r>
                  <a:rPr lang="en-US" kern="600" dirty="0">
                    <a:latin typeface="Symbol" panose="05050102010706020507" pitchFamily="18" charset="2"/>
                    <a:ea typeface="Calibri" panose="020F0502020204030204" pitchFamily="34" charset="0"/>
                    <a:cs typeface="Calibri" panose="020F0502020204030204" pitchFamily="34" charset="0"/>
                  </a:rPr>
                  <a:t>s</a:t>
                </a:r>
                <a:r>
                  <a:rPr lang="en-US" kern="600" dirty="0">
                    <a:latin typeface="Calibri" panose="020F0502020204030204" pitchFamily="34" charset="0"/>
                    <a:ea typeface="Calibri" panose="020F0502020204030204" pitchFamily="34" charset="0"/>
                    <a:cs typeface="Calibri" panose="020F0502020204030204" pitchFamily="34" charset="0"/>
                  </a:rPr>
                  <a:t>: Stefan-</a:t>
                </a:r>
                <a:r>
                  <a:rPr lang="en-US" kern="600" dirty="0" err="1">
                    <a:latin typeface="Calibri" panose="020F0502020204030204" pitchFamily="34" charset="0"/>
                    <a:ea typeface="Calibri" panose="020F0502020204030204" pitchFamily="34" charset="0"/>
                    <a:cs typeface="Calibri" panose="020F0502020204030204" pitchFamily="34" charset="0"/>
                  </a:rPr>
                  <a:t>Boltzman</a:t>
                </a:r>
                <a:r>
                  <a:rPr lang="en-US" kern="600" dirty="0">
                    <a:latin typeface="Calibri" panose="020F0502020204030204" pitchFamily="34" charset="0"/>
                    <a:ea typeface="Calibri" panose="020F0502020204030204" pitchFamily="34" charset="0"/>
                    <a:cs typeface="Calibri" panose="020F0502020204030204" pitchFamily="34" charset="0"/>
                  </a:rPr>
                  <a:t> constant</a:t>
                </a:r>
              </a:p>
              <a:p>
                <a:pPr lvl="2"/>
                <a14:m>
                  <m:oMath xmlns:m="http://schemas.openxmlformats.org/officeDocument/2006/math">
                    <m:sSub>
                      <m:sSubPr>
                        <m:ctrlPr>
                          <a:rPr lang="en-US" i="1" kern="600">
                            <a:latin typeface="Cambria Math" panose="02040503050406030204" pitchFamily="18" charset="0"/>
                            <a:ea typeface="Cambria Math" panose="02040503050406030204" pitchFamily="18" charset="0"/>
                            <a:cs typeface="Calibri" panose="020F0502020204030204" pitchFamily="34" charset="0"/>
                          </a:rPr>
                        </m:ctrlPr>
                      </m:sSubPr>
                      <m:e>
                        <m:r>
                          <a:rPr lang="en-US" i="1" kern="600">
                            <a:latin typeface="Cambria Math" panose="02040503050406030204" pitchFamily="18" charset="0"/>
                            <a:ea typeface="Cambria Math" panose="02040503050406030204" pitchFamily="18" charset="0"/>
                            <a:cs typeface="Calibri" panose="020F0502020204030204" pitchFamily="34" charset="0"/>
                          </a:rPr>
                          <m:t>𝑇</m:t>
                        </m:r>
                      </m:e>
                      <m:sub>
                        <m:r>
                          <a:rPr lang="en-US" i="1" kern="600">
                            <a:latin typeface="Cambria Math" panose="02040503050406030204" pitchFamily="18" charset="0"/>
                            <a:ea typeface="Cambria Math" panose="02040503050406030204" pitchFamily="18" charset="0"/>
                            <a:cs typeface="Calibri" panose="020F0502020204030204" pitchFamily="34" charset="0"/>
                          </a:rPr>
                          <m:t>𝑎</m:t>
                        </m:r>
                      </m:sub>
                    </m:sSub>
                  </m:oMath>
                </a14:m>
                <a:r>
                  <a:rPr lang="en-US" kern="600" dirty="0">
                    <a:latin typeface="Calibri" panose="020F0502020204030204" pitchFamily="34" charset="0"/>
                    <a:ea typeface="Calibri" panose="020F0502020204030204" pitchFamily="34" charset="0"/>
                    <a:cs typeface="Calibri" panose="020F0502020204030204" pitchFamily="34" charset="0"/>
                  </a:rPr>
                  <a:t>: Temperature of the atmosphere</a:t>
                </a:r>
              </a:p>
              <a:p>
                <a:pPr lvl="1"/>
                <a14:m>
                  <m:oMath xmlns:m="http://schemas.openxmlformats.org/officeDocument/2006/math">
                    <m:r>
                      <a:rPr lang="en-US" i="1" kern="600" smtClean="0">
                        <a:latin typeface="Cambria Math" panose="02040503050406030204" pitchFamily="18" charset="0"/>
                        <a:ea typeface="Cambria Math" panose="02040503050406030204" pitchFamily="18" charset="0"/>
                        <a:cs typeface="Calibri" panose="020F0502020204030204" pitchFamily="34" charset="0"/>
                      </a:rPr>
                      <m:t>↑</m:t>
                    </m:r>
                    <m:r>
                      <a:rPr lang="en-US" i="1" kern="600">
                        <a:latin typeface="Cambria Math" panose="02040503050406030204" pitchFamily="18" charset="0"/>
                        <a:ea typeface="Cambria Math" panose="02040503050406030204" pitchFamily="18" charset="0"/>
                        <a:cs typeface="Calibri" panose="020F0502020204030204" pitchFamily="34" charset="0"/>
                      </a:rPr>
                      <m:t>𝐿</m:t>
                    </m:r>
                    <m:r>
                      <a:rPr lang="en-US" i="1" kern="600">
                        <a:latin typeface="Cambria Math" panose="02040503050406030204" pitchFamily="18" charset="0"/>
                        <a:ea typeface="Cambria Math" panose="02040503050406030204" pitchFamily="18" charset="0"/>
                        <a:cs typeface="Calibri" panose="020F0502020204030204" pitchFamily="34" charset="0"/>
                      </a:rPr>
                      <m:t>=</m:t>
                    </m:r>
                    <m:sSub>
                      <m:sSubPr>
                        <m:ctrlPr>
                          <a:rPr lang="en-US" i="1" kern="600">
                            <a:latin typeface="Cambria Math" panose="02040503050406030204" pitchFamily="18" charset="0"/>
                            <a:ea typeface="Cambria Math" panose="02040503050406030204" pitchFamily="18" charset="0"/>
                            <a:cs typeface="Calibri" panose="020F0502020204030204" pitchFamily="34" charset="0"/>
                          </a:rPr>
                        </m:ctrlPr>
                      </m:sSubPr>
                      <m:e>
                        <m:r>
                          <a:rPr lang="en-US" i="1" kern="600">
                            <a:latin typeface="Cambria Math" panose="02040503050406030204" pitchFamily="18" charset="0"/>
                            <a:ea typeface="Cambria Math" panose="02040503050406030204" pitchFamily="18" charset="0"/>
                            <a:cs typeface="Calibri" panose="020F0502020204030204" pitchFamily="34" charset="0"/>
                          </a:rPr>
                          <m:t>𝜖</m:t>
                        </m:r>
                      </m:e>
                      <m:sub>
                        <m:r>
                          <a:rPr lang="en-US" b="0" i="1" kern="600" smtClean="0">
                            <a:latin typeface="Cambria Math" panose="02040503050406030204" pitchFamily="18" charset="0"/>
                            <a:ea typeface="Cambria Math" panose="02040503050406030204" pitchFamily="18" charset="0"/>
                            <a:cs typeface="Calibri" panose="020F0502020204030204" pitchFamily="34" charset="0"/>
                          </a:rPr>
                          <m:t>𝑤</m:t>
                        </m:r>
                      </m:sub>
                    </m:sSub>
                    <m:r>
                      <a:rPr lang="en-US" i="1" kern="600">
                        <a:latin typeface="Cambria Math" panose="02040503050406030204" pitchFamily="18" charset="0"/>
                        <a:ea typeface="Cambria Math" panose="02040503050406030204" pitchFamily="18" charset="0"/>
                        <a:cs typeface="Calibri" panose="020F0502020204030204" pitchFamily="34" charset="0"/>
                      </a:rPr>
                      <m:t>𝜎</m:t>
                    </m:r>
                    <m:sSup>
                      <m:sSupPr>
                        <m:ctrlPr>
                          <a:rPr lang="en-US" i="1" kern="600">
                            <a:latin typeface="Cambria Math" panose="02040503050406030204" pitchFamily="18" charset="0"/>
                            <a:ea typeface="Cambria Math" panose="02040503050406030204" pitchFamily="18" charset="0"/>
                            <a:cs typeface="Calibri" panose="020F0502020204030204" pitchFamily="34" charset="0"/>
                          </a:rPr>
                        </m:ctrlPr>
                      </m:sSupPr>
                      <m:e>
                        <m:d>
                          <m:dPr>
                            <m:ctrlPr>
                              <a:rPr lang="en-US" i="1" kern="600">
                                <a:latin typeface="Cambria Math" panose="02040503050406030204" pitchFamily="18" charset="0"/>
                                <a:ea typeface="Cambria Math" panose="02040503050406030204" pitchFamily="18" charset="0"/>
                                <a:cs typeface="Calibri" panose="020F0502020204030204" pitchFamily="34" charset="0"/>
                              </a:rPr>
                            </m:ctrlPr>
                          </m:dPr>
                          <m:e>
                            <m:sSub>
                              <m:sSubPr>
                                <m:ctrlPr>
                                  <a:rPr lang="en-US" i="1" kern="600">
                                    <a:latin typeface="Cambria Math" panose="02040503050406030204" pitchFamily="18" charset="0"/>
                                    <a:ea typeface="Cambria Math" panose="02040503050406030204" pitchFamily="18" charset="0"/>
                                    <a:cs typeface="Calibri" panose="020F0502020204030204" pitchFamily="34" charset="0"/>
                                  </a:rPr>
                                </m:ctrlPr>
                              </m:sSubPr>
                              <m:e>
                                <m:r>
                                  <a:rPr lang="en-US" i="1" kern="600">
                                    <a:latin typeface="Cambria Math" panose="02040503050406030204" pitchFamily="18" charset="0"/>
                                    <a:ea typeface="Cambria Math" panose="02040503050406030204" pitchFamily="18" charset="0"/>
                                    <a:cs typeface="Calibri" panose="020F0502020204030204" pitchFamily="34" charset="0"/>
                                  </a:rPr>
                                  <m:t>𝑇</m:t>
                                </m:r>
                              </m:e>
                              <m:sub>
                                <m:r>
                                  <a:rPr lang="en-US" b="0" i="1" kern="600" smtClean="0">
                                    <a:latin typeface="Cambria Math" panose="02040503050406030204" pitchFamily="18" charset="0"/>
                                    <a:ea typeface="Cambria Math" panose="02040503050406030204" pitchFamily="18" charset="0"/>
                                    <a:cs typeface="Calibri" panose="020F0502020204030204" pitchFamily="34" charset="0"/>
                                  </a:rPr>
                                  <m:t>𝑤</m:t>
                                </m:r>
                              </m:sub>
                            </m:sSub>
                          </m:e>
                        </m:d>
                      </m:e>
                      <m:sup>
                        <m:r>
                          <a:rPr lang="en-US" i="1" kern="600">
                            <a:latin typeface="Cambria Math" panose="02040503050406030204" pitchFamily="18" charset="0"/>
                            <a:ea typeface="Cambria Math" panose="02040503050406030204" pitchFamily="18" charset="0"/>
                            <a:cs typeface="Calibri" panose="020F0502020204030204" pitchFamily="34" charset="0"/>
                          </a:rPr>
                          <m:t>4</m:t>
                        </m:r>
                      </m:sup>
                    </m:sSup>
                  </m:oMath>
                </a14:m>
                <a:endParaRPr lang="en-US" kern="600" dirty="0">
                  <a:latin typeface="Calibri" panose="020F0502020204030204" pitchFamily="34" charset="0"/>
                  <a:ea typeface="Calibri" panose="020F0502020204030204" pitchFamily="34" charset="0"/>
                  <a:cs typeface="Calibri" panose="020F0502020204030204" pitchFamily="34" charset="0"/>
                </a:endParaRPr>
              </a:p>
              <a:p>
                <a:pPr lvl="2"/>
                <a14:m>
                  <m:oMath xmlns:m="http://schemas.openxmlformats.org/officeDocument/2006/math">
                    <m:sSub>
                      <m:sSubPr>
                        <m:ctrlPr>
                          <a:rPr lang="en-US" i="1" kern="600">
                            <a:latin typeface="Cambria Math" panose="02040503050406030204" pitchFamily="18" charset="0"/>
                            <a:ea typeface="Cambria Math" panose="02040503050406030204" pitchFamily="18" charset="0"/>
                            <a:cs typeface="Calibri" panose="020F0502020204030204" pitchFamily="34" charset="0"/>
                          </a:rPr>
                        </m:ctrlPr>
                      </m:sSubPr>
                      <m:e>
                        <m:r>
                          <a:rPr lang="en-US" i="1" kern="600">
                            <a:latin typeface="Cambria Math" panose="02040503050406030204" pitchFamily="18" charset="0"/>
                            <a:ea typeface="Cambria Math" panose="02040503050406030204" pitchFamily="18" charset="0"/>
                            <a:cs typeface="Calibri" panose="020F0502020204030204" pitchFamily="34" charset="0"/>
                          </a:rPr>
                          <m:t>𝜖</m:t>
                        </m:r>
                      </m:e>
                      <m:sub>
                        <m:r>
                          <a:rPr lang="en-US" b="0" i="1" kern="600" smtClean="0">
                            <a:latin typeface="Cambria Math" panose="02040503050406030204" pitchFamily="18" charset="0"/>
                            <a:ea typeface="Cambria Math" panose="02040503050406030204" pitchFamily="18" charset="0"/>
                            <a:cs typeface="Calibri" panose="020F0502020204030204" pitchFamily="34" charset="0"/>
                          </a:rPr>
                          <m:t>𝑤</m:t>
                        </m:r>
                      </m:sub>
                    </m:sSub>
                  </m:oMath>
                </a14:m>
                <a:r>
                  <a:rPr lang="en-US" kern="600" dirty="0">
                    <a:latin typeface="Calibri" panose="020F0502020204030204" pitchFamily="34" charset="0"/>
                    <a:ea typeface="Calibri" panose="020F0502020204030204" pitchFamily="34" charset="0"/>
                    <a:cs typeface="Calibri" panose="020F0502020204030204" pitchFamily="34" charset="0"/>
                  </a:rPr>
                  <a:t>: Emissivity of the water</a:t>
                </a:r>
              </a:p>
              <a:p>
                <a:pPr lvl="2"/>
                <a14:m>
                  <m:oMath xmlns:m="http://schemas.openxmlformats.org/officeDocument/2006/math">
                    <m:sSub>
                      <m:sSubPr>
                        <m:ctrlPr>
                          <a:rPr lang="en-US" i="1" kern="600">
                            <a:latin typeface="Cambria Math" panose="02040503050406030204" pitchFamily="18" charset="0"/>
                            <a:ea typeface="Cambria Math" panose="02040503050406030204" pitchFamily="18" charset="0"/>
                            <a:cs typeface="Calibri" panose="020F0502020204030204" pitchFamily="34" charset="0"/>
                          </a:rPr>
                        </m:ctrlPr>
                      </m:sSubPr>
                      <m:e>
                        <m:r>
                          <a:rPr lang="en-US" i="1" kern="600">
                            <a:latin typeface="Cambria Math" panose="02040503050406030204" pitchFamily="18" charset="0"/>
                            <a:ea typeface="Cambria Math" panose="02040503050406030204" pitchFamily="18" charset="0"/>
                            <a:cs typeface="Calibri" panose="020F0502020204030204" pitchFamily="34" charset="0"/>
                          </a:rPr>
                          <m:t>𝑇</m:t>
                        </m:r>
                      </m:e>
                      <m:sub>
                        <m:r>
                          <a:rPr lang="en-US" b="0" i="1" kern="600" smtClean="0">
                            <a:latin typeface="Cambria Math" panose="02040503050406030204" pitchFamily="18" charset="0"/>
                            <a:ea typeface="Cambria Math" panose="02040503050406030204" pitchFamily="18" charset="0"/>
                            <a:cs typeface="Calibri" panose="020F0502020204030204" pitchFamily="34" charset="0"/>
                          </a:rPr>
                          <m:t>𝑤</m:t>
                        </m:r>
                      </m:sub>
                    </m:sSub>
                  </m:oMath>
                </a14:m>
                <a:r>
                  <a:rPr lang="en-US" kern="600" dirty="0">
                    <a:latin typeface="Calibri" panose="020F0502020204030204" pitchFamily="34" charset="0"/>
                    <a:ea typeface="Calibri" panose="020F0502020204030204" pitchFamily="34" charset="0"/>
                    <a:cs typeface="Calibri" panose="020F0502020204030204" pitchFamily="34" charset="0"/>
                  </a:rPr>
                  <a:t>: Stream temperature</a:t>
                </a:r>
              </a:p>
              <a:p>
                <a:pPr lvl="1"/>
                <a14:m>
                  <m:oMath xmlns:m="http://schemas.openxmlformats.org/officeDocument/2006/math">
                    <m:r>
                      <a:rPr lang="en-US" i="1" kern="600">
                        <a:latin typeface="Cambria Math" panose="02040503050406030204" pitchFamily="18" charset="0"/>
                        <a:ea typeface="Cambria Math" panose="02040503050406030204" pitchFamily="18" charset="0"/>
                        <a:cs typeface="Calibri" panose="020F0502020204030204" pitchFamily="34" charset="0"/>
                      </a:rPr>
                      <m:t>𝐿</m:t>
                    </m:r>
                    <m:r>
                      <a:rPr lang="en-US" b="0" i="1" kern="600" smtClean="0">
                        <a:latin typeface="Cambria Math" panose="02040503050406030204" pitchFamily="18" charset="0"/>
                        <a:ea typeface="Cambria Math" panose="02040503050406030204" pitchFamily="18" charset="0"/>
                        <a:cs typeface="Calibri" panose="020F0502020204030204" pitchFamily="34" charset="0"/>
                      </a:rPr>
                      <m:t> </m:t>
                    </m:r>
                    <m:r>
                      <a:rPr lang="en-US" i="1" kern="600">
                        <a:latin typeface="Cambria Math" panose="02040503050406030204" pitchFamily="18" charset="0"/>
                        <a:ea typeface="Cambria Math" panose="02040503050406030204" pitchFamily="18" charset="0"/>
                        <a:cs typeface="Calibri" panose="020F0502020204030204" pitchFamily="34" charset="0"/>
                      </a:rPr>
                      <m:t>=</m:t>
                    </m:r>
                    <m:r>
                      <a:rPr lang="en-US" b="0" i="1" kern="600" smtClean="0">
                        <a:latin typeface="Cambria Math" panose="02040503050406030204" pitchFamily="18" charset="0"/>
                        <a:ea typeface="Cambria Math" panose="02040503050406030204" pitchFamily="18" charset="0"/>
                        <a:cs typeface="Calibri" panose="020F0502020204030204" pitchFamily="34" charset="0"/>
                      </a:rPr>
                      <m:t>  </m:t>
                    </m:r>
                    <m:r>
                      <a:rPr lang="en-US" i="1" kern="600">
                        <a:latin typeface="Cambria Math" panose="02040503050406030204" pitchFamily="18" charset="0"/>
                        <a:ea typeface="Cambria Math" panose="02040503050406030204" pitchFamily="18" charset="0"/>
                        <a:cs typeface="Calibri" panose="020F0502020204030204" pitchFamily="34" charset="0"/>
                      </a:rPr>
                      <m:t>↓</m:t>
                    </m:r>
                    <m:r>
                      <a:rPr lang="en-US" i="1" kern="600">
                        <a:latin typeface="Cambria Math" panose="02040503050406030204" pitchFamily="18" charset="0"/>
                        <a:ea typeface="Cambria Math" panose="02040503050406030204" pitchFamily="18" charset="0"/>
                        <a:cs typeface="Calibri" panose="020F0502020204030204" pitchFamily="34" charset="0"/>
                      </a:rPr>
                      <m:t>𝐿</m:t>
                    </m:r>
                  </m:oMath>
                </a14:m>
                <a:r>
                  <a:rPr lang="en-US" dirty="0">
                    <a:latin typeface="Calibri" panose="020F0502020204030204" pitchFamily="34" charset="0"/>
                    <a:ea typeface="Calibri" panose="020F0502020204030204" pitchFamily="34" charset="0"/>
                    <a:cs typeface="Calibri" panose="020F0502020204030204" pitchFamily="34" charset="0"/>
                  </a:rPr>
                  <a:t> (1 - </a:t>
                </a:r>
                <a14:m>
                  <m:oMath xmlns:m="http://schemas.openxmlformats.org/officeDocument/2006/math">
                    <m:sSub>
                      <m:sSubPr>
                        <m:ctrlPr>
                          <a:rPr lang="en-US" i="1" kern="600" smtClean="0">
                            <a:latin typeface="Cambria Math" panose="02040503050406030204" pitchFamily="18" charset="0"/>
                            <a:ea typeface="Cambria Math" panose="02040503050406030204" pitchFamily="18" charset="0"/>
                            <a:cs typeface="Calibri" panose="020F0502020204030204" pitchFamily="34" charset="0"/>
                          </a:rPr>
                        </m:ctrlPr>
                      </m:sSubPr>
                      <m:e>
                        <m:r>
                          <a:rPr lang="en-US" b="0" i="1" kern="600" smtClean="0">
                            <a:latin typeface="Cambria Math" panose="02040503050406030204" pitchFamily="18" charset="0"/>
                            <a:ea typeface="Cambria Math" panose="02040503050406030204" pitchFamily="18" charset="0"/>
                            <a:cs typeface="Calibri" panose="020F0502020204030204" pitchFamily="34" charset="0"/>
                          </a:rPr>
                          <m:t>𝑅</m:t>
                        </m:r>
                      </m:e>
                      <m:sub>
                        <m:r>
                          <a:rPr lang="en-US" b="0" i="1" kern="600" smtClean="0">
                            <a:latin typeface="Cambria Math" panose="02040503050406030204" pitchFamily="18" charset="0"/>
                            <a:ea typeface="Cambria Math" panose="02040503050406030204" pitchFamily="18" charset="0"/>
                            <a:cs typeface="Calibri" panose="020F0502020204030204" pitchFamily="34" charset="0"/>
                          </a:rPr>
                          <m:t>𝐿</m:t>
                        </m:r>
                      </m:sub>
                    </m:sSub>
                  </m:oMath>
                </a14:m>
                <a:r>
                  <a:rPr lang="en-US" dirty="0">
                    <a:latin typeface="Calibri" panose="020F0502020204030204" pitchFamily="34" charset="0"/>
                    <a:ea typeface="Calibri" panose="020F0502020204030204" pitchFamily="34" charset="0"/>
                    <a:cs typeface="Calibri" panose="020F0502020204030204" pitchFamily="34" charset="0"/>
                  </a:rPr>
                  <a:t>)  + </a:t>
                </a:r>
                <a14:m>
                  <m:oMath xmlns:m="http://schemas.openxmlformats.org/officeDocument/2006/math">
                    <m:r>
                      <a:rPr lang="en-US" i="1" kern="600">
                        <a:latin typeface="Cambria Math" panose="02040503050406030204" pitchFamily="18" charset="0"/>
                        <a:ea typeface="Cambria Math" panose="02040503050406030204" pitchFamily="18" charset="0"/>
                        <a:cs typeface="Calibri" panose="020F0502020204030204" pitchFamily="34" charset="0"/>
                      </a:rPr>
                      <m:t>↑</m:t>
                    </m:r>
                    <m:r>
                      <a:rPr lang="en-US" i="1" kern="600">
                        <a:latin typeface="Cambria Math" panose="02040503050406030204" pitchFamily="18" charset="0"/>
                        <a:ea typeface="Cambria Math" panose="02040503050406030204" pitchFamily="18" charset="0"/>
                        <a:cs typeface="Calibri" panose="020F0502020204030204" pitchFamily="34" charset="0"/>
                      </a:rPr>
                      <m:t>𝐿</m:t>
                    </m:r>
                  </m:oMath>
                </a14:m>
                <a:endParaRPr lang="en-US" kern="600" dirty="0">
                  <a:latin typeface="Calibri" panose="020F0502020204030204" pitchFamily="34" charset="0"/>
                  <a:ea typeface="Calibri" panose="020F0502020204030204" pitchFamily="34" charset="0"/>
                  <a:cs typeface="Calibri" panose="020F0502020204030204" pitchFamily="34" charset="0"/>
                </a:endParaRPr>
              </a:p>
              <a:p>
                <a:pPr lvl="2"/>
                <a14:m>
                  <m:oMath xmlns:m="http://schemas.openxmlformats.org/officeDocument/2006/math">
                    <m:sSub>
                      <m:sSubPr>
                        <m:ctrlPr>
                          <a:rPr lang="en-US" i="1" kern="600">
                            <a:latin typeface="Cambria Math" panose="02040503050406030204" pitchFamily="18" charset="0"/>
                            <a:ea typeface="Cambria Math" panose="02040503050406030204" pitchFamily="18" charset="0"/>
                            <a:cs typeface="Calibri" panose="020F0502020204030204" pitchFamily="34" charset="0"/>
                          </a:rPr>
                        </m:ctrlPr>
                      </m:sSubPr>
                      <m:e>
                        <m:r>
                          <a:rPr lang="en-US" i="1" kern="600">
                            <a:latin typeface="Cambria Math" panose="02040503050406030204" pitchFamily="18" charset="0"/>
                            <a:ea typeface="Cambria Math" panose="02040503050406030204" pitchFamily="18" charset="0"/>
                            <a:cs typeface="Calibri" panose="020F0502020204030204" pitchFamily="34" charset="0"/>
                          </a:rPr>
                          <m:t>𝑅</m:t>
                        </m:r>
                      </m:e>
                      <m:sub>
                        <m:r>
                          <a:rPr lang="en-US" i="1" kern="600">
                            <a:latin typeface="Cambria Math" panose="02040503050406030204" pitchFamily="18" charset="0"/>
                            <a:ea typeface="Cambria Math" panose="02040503050406030204" pitchFamily="18" charset="0"/>
                            <a:cs typeface="Calibri" panose="020F0502020204030204" pitchFamily="34" charset="0"/>
                          </a:rPr>
                          <m:t>𝐿</m:t>
                        </m:r>
                      </m:sub>
                    </m:sSub>
                  </m:oMath>
                </a14:m>
                <a:r>
                  <a:rPr lang="en-US" kern="600" dirty="0">
                    <a:latin typeface="Calibri" panose="020F0502020204030204" pitchFamily="34" charset="0"/>
                    <a:ea typeface="Calibri" panose="020F0502020204030204" pitchFamily="34" charset="0"/>
                    <a:cs typeface="Calibri" panose="020F0502020204030204" pitchFamily="34" charset="0"/>
                  </a:rPr>
                  <a:t>: fraction reflected by water surface</a:t>
                </a:r>
              </a:p>
              <a:p>
                <a:pPr marL="457200" lvl="1" indent="0">
                  <a:buNone/>
                </a:pPr>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Content Placeholder 2">
                <a:extLst>
                  <a:ext uri="{FF2B5EF4-FFF2-40B4-BE49-F238E27FC236}">
                    <a16:creationId xmlns:a16="http://schemas.microsoft.com/office/drawing/2014/main" id="{597D781B-332F-D453-94BF-0C16BBDE49F9}"/>
                  </a:ext>
                </a:extLst>
              </p:cNvPr>
              <p:cNvSpPr>
                <a:spLocks noGrp="1" noRot="1" noChangeAspect="1" noMove="1" noResize="1" noEditPoints="1" noAdjustHandles="1" noChangeArrowheads="1" noChangeShapeType="1" noTextEdit="1"/>
              </p:cNvSpPr>
              <p:nvPr>
                <p:ph idx="1"/>
              </p:nvPr>
            </p:nvSpPr>
            <p:spPr>
              <a:xfrm>
                <a:off x="5330738" y="1146544"/>
                <a:ext cx="6467559" cy="5711456"/>
              </a:xfrm>
              <a:blipFill>
                <a:blip r:embed="rId3"/>
                <a:stretch>
                  <a:fillRect l="-1697" t="-1708" r="-94"/>
                </a:stretch>
              </a:blipFill>
            </p:spPr>
            <p:txBody>
              <a:bodyPr/>
              <a:lstStyle/>
              <a:p>
                <a:r>
                  <a:rPr lang="en-US">
                    <a:noFill/>
                  </a:rPr>
                  <a:t> </a:t>
                </a:r>
              </a:p>
            </p:txBody>
          </p:sp>
        </mc:Fallback>
      </mc:AlternateContent>
      <p:cxnSp>
        <p:nvCxnSpPr>
          <p:cNvPr id="22" name="Straight Connector 21">
            <a:extLst>
              <a:ext uri="{FF2B5EF4-FFF2-40B4-BE49-F238E27FC236}">
                <a16:creationId xmlns:a16="http://schemas.microsoft.com/office/drawing/2014/main" id="{EFB6F755-9525-CE77-CD24-612B06E2E846}"/>
              </a:ext>
            </a:extLst>
          </p:cNvPr>
          <p:cNvCxnSpPr>
            <a:cxnSpLocks/>
          </p:cNvCxnSpPr>
          <p:nvPr/>
        </p:nvCxnSpPr>
        <p:spPr>
          <a:xfrm flipH="1" flipV="1">
            <a:off x="241267" y="4049823"/>
            <a:ext cx="331682" cy="50845"/>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144138E-F4BB-9CD9-1504-4F3E6BCC1B09}"/>
              </a:ext>
            </a:extLst>
          </p:cNvPr>
          <p:cNvCxnSpPr>
            <a:cxnSpLocks/>
          </p:cNvCxnSpPr>
          <p:nvPr/>
        </p:nvCxnSpPr>
        <p:spPr>
          <a:xfrm>
            <a:off x="792104" y="2411840"/>
            <a:ext cx="3629160" cy="414737"/>
          </a:xfrm>
          <a:prstGeom prst="line">
            <a:avLst/>
          </a:prstGeom>
        </p:spPr>
        <p:style>
          <a:lnRef idx="1">
            <a:schemeClr val="accent1"/>
          </a:lnRef>
          <a:fillRef idx="0">
            <a:schemeClr val="accent1"/>
          </a:fillRef>
          <a:effectRef idx="0">
            <a:schemeClr val="accent1"/>
          </a:effectRef>
          <a:fontRef idx="minor">
            <a:schemeClr val="tx1"/>
          </a:fontRef>
        </p:style>
      </p:cxnSp>
      <p:pic>
        <p:nvPicPr>
          <p:cNvPr id="29" name="Picture 28" descr="A group of trees&#10;&#10;Description automatically generated with low confidence">
            <a:extLst>
              <a:ext uri="{FF2B5EF4-FFF2-40B4-BE49-F238E27FC236}">
                <a16:creationId xmlns:a16="http://schemas.microsoft.com/office/drawing/2014/main" id="{12096B9C-E3BC-CE78-76FD-D6AA488AFDB3}"/>
              </a:ext>
            </a:extLst>
          </p:cNvPr>
          <p:cNvPicPr>
            <a:picLocks noChangeAspect="1"/>
          </p:cNvPicPr>
          <p:nvPr/>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l="1138" r="63816"/>
          <a:stretch/>
        </p:blipFill>
        <p:spPr>
          <a:xfrm flipH="1">
            <a:off x="1964052" y="1906648"/>
            <a:ext cx="560870" cy="1018366"/>
          </a:xfrm>
          <a:prstGeom prst="rect">
            <a:avLst/>
          </a:prstGeom>
        </p:spPr>
      </p:pic>
      <p:grpSp>
        <p:nvGrpSpPr>
          <p:cNvPr id="39" name="Group 38">
            <a:extLst>
              <a:ext uri="{FF2B5EF4-FFF2-40B4-BE49-F238E27FC236}">
                <a16:creationId xmlns:a16="http://schemas.microsoft.com/office/drawing/2014/main" id="{A9DC3626-CC88-74FF-77A1-69587B068BAB}"/>
              </a:ext>
            </a:extLst>
          </p:cNvPr>
          <p:cNvGrpSpPr/>
          <p:nvPr/>
        </p:nvGrpSpPr>
        <p:grpSpPr>
          <a:xfrm>
            <a:off x="499381" y="2671927"/>
            <a:ext cx="3592630" cy="1914662"/>
            <a:chOff x="3826130" y="2505592"/>
            <a:chExt cx="4582260" cy="2384258"/>
          </a:xfrm>
        </p:grpSpPr>
        <p:sp>
          <p:nvSpPr>
            <p:cNvPr id="40" name="Freeform: Shape 39">
              <a:extLst>
                <a:ext uri="{FF2B5EF4-FFF2-40B4-BE49-F238E27FC236}">
                  <a16:creationId xmlns:a16="http://schemas.microsoft.com/office/drawing/2014/main" id="{6E4DCA94-1B37-7715-65BD-699971A6D081}"/>
                </a:ext>
              </a:extLst>
            </p:cNvPr>
            <p:cNvSpPr/>
            <p:nvPr/>
          </p:nvSpPr>
          <p:spPr>
            <a:xfrm>
              <a:off x="3826130" y="2505592"/>
              <a:ext cx="4578889" cy="1957387"/>
            </a:xfrm>
            <a:custGeom>
              <a:avLst/>
              <a:gdLst>
                <a:gd name="connsiteX0" fmla="*/ 0 w 4164807"/>
                <a:gd name="connsiteY0" fmla="*/ 1690688 h 1933575"/>
                <a:gd name="connsiteX1" fmla="*/ 2886075 w 4164807"/>
                <a:gd name="connsiteY1" fmla="*/ 0 h 1933575"/>
                <a:gd name="connsiteX2" fmla="*/ 4164807 w 4164807"/>
                <a:gd name="connsiteY2" fmla="*/ 140494 h 1933575"/>
                <a:gd name="connsiteX3" fmla="*/ 1633538 w 4164807"/>
                <a:gd name="connsiteY3" fmla="*/ 1933575 h 1933575"/>
                <a:gd name="connsiteX4" fmla="*/ 0 w 4164807"/>
                <a:gd name="connsiteY4" fmla="*/ 1690688 h 1933575"/>
                <a:gd name="connsiteX0" fmla="*/ 0 w 4162511"/>
                <a:gd name="connsiteY0" fmla="*/ 1690688 h 1933575"/>
                <a:gd name="connsiteX1" fmla="*/ 2886075 w 4162511"/>
                <a:gd name="connsiteY1" fmla="*/ 0 h 1933575"/>
                <a:gd name="connsiteX2" fmla="*/ 4162511 w 4162511"/>
                <a:gd name="connsiteY2" fmla="*/ 142876 h 1933575"/>
                <a:gd name="connsiteX3" fmla="*/ 1633538 w 4162511"/>
                <a:gd name="connsiteY3" fmla="*/ 1933575 h 1933575"/>
                <a:gd name="connsiteX4" fmla="*/ 0 w 4162511"/>
                <a:gd name="connsiteY4" fmla="*/ 1690688 h 1933575"/>
                <a:gd name="connsiteX0" fmla="*/ 0 w 4162511"/>
                <a:gd name="connsiteY0" fmla="*/ 1690688 h 1947862"/>
                <a:gd name="connsiteX1" fmla="*/ 2886075 w 4162511"/>
                <a:gd name="connsiteY1" fmla="*/ 0 h 1947862"/>
                <a:gd name="connsiteX2" fmla="*/ 4162511 w 4162511"/>
                <a:gd name="connsiteY2" fmla="*/ 142876 h 1947862"/>
                <a:gd name="connsiteX3" fmla="*/ 1775918 w 4162511"/>
                <a:gd name="connsiteY3" fmla="*/ 1947862 h 1947862"/>
                <a:gd name="connsiteX4" fmla="*/ 0 w 4162511"/>
                <a:gd name="connsiteY4" fmla="*/ 1690688 h 1947862"/>
                <a:gd name="connsiteX0" fmla="*/ 0 w 4162511"/>
                <a:gd name="connsiteY0" fmla="*/ 1690688 h 1966912"/>
                <a:gd name="connsiteX1" fmla="*/ 2886075 w 4162511"/>
                <a:gd name="connsiteY1" fmla="*/ 0 h 1966912"/>
                <a:gd name="connsiteX2" fmla="*/ 4162511 w 4162511"/>
                <a:gd name="connsiteY2" fmla="*/ 142876 h 1966912"/>
                <a:gd name="connsiteX3" fmla="*/ 1803475 w 4162511"/>
                <a:gd name="connsiteY3" fmla="*/ 1966912 h 1966912"/>
                <a:gd name="connsiteX4" fmla="*/ 0 w 4162511"/>
                <a:gd name="connsiteY4" fmla="*/ 1690688 h 1966912"/>
                <a:gd name="connsiteX0" fmla="*/ 0 w 4162511"/>
                <a:gd name="connsiteY0" fmla="*/ 1690688 h 1962149"/>
                <a:gd name="connsiteX1" fmla="*/ 2886075 w 4162511"/>
                <a:gd name="connsiteY1" fmla="*/ 0 h 1962149"/>
                <a:gd name="connsiteX2" fmla="*/ 4162511 w 4162511"/>
                <a:gd name="connsiteY2" fmla="*/ 142876 h 1962149"/>
                <a:gd name="connsiteX3" fmla="*/ 1794290 w 4162511"/>
                <a:gd name="connsiteY3" fmla="*/ 1962149 h 1962149"/>
                <a:gd name="connsiteX4" fmla="*/ 0 w 4162511"/>
                <a:gd name="connsiteY4" fmla="*/ 1690688 h 1962149"/>
                <a:gd name="connsiteX0" fmla="*/ 0 w 4162511"/>
                <a:gd name="connsiteY0" fmla="*/ 1690688 h 1957387"/>
                <a:gd name="connsiteX1" fmla="*/ 2886075 w 4162511"/>
                <a:gd name="connsiteY1" fmla="*/ 0 h 1957387"/>
                <a:gd name="connsiteX2" fmla="*/ 4162511 w 4162511"/>
                <a:gd name="connsiteY2" fmla="*/ 142876 h 1957387"/>
                <a:gd name="connsiteX3" fmla="*/ 1922008 w 4162511"/>
                <a:gd name="connsiteY3" fmla="*/ 1957387 h 1957387"/>
                <a:gd name="connsiteX4" fmla="*/ 0 w 4162511"/>
                <a:gd name="connsiteY4" fmla="*/ 1690688 h 19573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62511" h="1957387">
                  <a:moveTo>
                    <a:pt x="0" y="1690688"/>
                  </a:moveTo>
                  <a:lnTo>
                    <a:pt x="2886075" y="0"/>
                  </a:lnTo>
                  <a:lnTo>
                    <a:pt x="4162511" y="142876"/>
                  </a:lnTo>
                  <a:lnTo>
                    <a:pt x="1922008" y="1957387"/>
                  </a:lnTo>
                  <a:lnTo>
                    <a:pt x="0" y="1690688"/>
                  </a:ln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41" name="Freeform: Shape 40">
              <a:extLst>
                <a:ext uri="{FF2B5EF4-FFF2-40B4-BE49-F238E27FC236}">
                  <a16:creationId xmlns:a16="http://schemas.microsoft.com/office/drawing/2014/main" id="{76882047-DB9A-B247-E7AF-9C44DA69CC2A}"/>
                </a:ext>
              </a:extLst>
            </p:cNvPr>
            <p:cNvSpPr/>
            <p:nvPr/>
          </p:nvSpPr>
          <p:spPr>
            <a:xfrm>
              <a:off x="7005005" y="2507200"/>
              <a:ext cx="1403385" cy="403482"/>
            </a:xfrm>
            <a:custGeom>
              <a:avLst/>
              <a:gdLst>
                <a:gd name="connsiteX0" fmla="*/ 0 w 1645444"/>
                <a:gd name="connsiteY0" fmla="*/ 0 h 688181"/>
                <a:gd name="connsiteX1" fmla="*/ 235744 w 1645444"/>
                <a:gd name="connsiteY1" fmla="*/ 569118 h 688181"/>
                <a:gd name="connsiteX2" fmla="*/ 1059656 w 1645444"/>
                <a:gd name="connsiteY2" fmla="*/ 688181 h 688181"/>
                <a:gd name="connsiteX3" fmla="*/ 1645444 w 1645444"/>
                <a:gd name="connsiteY3" fmla="*/ 242887 h 688181"/>
                <a:gd name="connsiteX4" fmla="*/ 0 w 1645444"/>
                <a:gd name="connsiteY4" fmla="*/ 0 h 688181"/>
                <a:gd name="connsiteX0" fmla="*/ 0 w 1645444"/>
                <a:gd name="connsiteY0" fmla="*/ 0 h 692943"/>
                <a:gd name="connsiteX1" fmla="*/ 235744 w 1645444"/>
                <a:gd name="connsiteY1" fmla="*/ 569118 h 692943"/>
                <a:gd name="connsiteX2" fmla="*/ 1071562 w 1645444"/>
                <a:gd name="connsiteY2" fmla="*/ 692943 h 692943"/>
                <a:gd name="connsiteX3" fmla="*/ 1645444 w 1645444"/>
                <a:gd name="connsiteY3" fmla="*/ 242887 h 692943"/>
                <a:gd name="connsiteX4" fmla="*/ 0 w 1645444"/>
                <a:gd name="connsiteY4" fmla="*/ 0 h 692943"/>
                <a:gd name="connsiteX0" fmla="*/ 0 w 1740726"/>
                <a:gd name="connsiteY0" fmla="*/ 0 h 692943"/>
                <a:gd name="connsiteX1" fmla="*/ 235744 w 1740726"/>
                <a:gd name="connsiteY1" fmla="*/ 569118 h 692943"/>
                <a:gd name="connsiteX2" fmla="*/ 1071562 w 1740726"/>
                <a:gd name="connsiteY2" fmla="*/ 692943 h 692943"/>
                <a:gd name="connsiteX3" fmla="*/ 1740726 w 1740726"/>
                <a:gd name="connsiteY3" fmla="*/ 250972 h 692943"/>
                <a:gd name="connsiteX4" fmla="*/ 0 w 1740726"/>
                <a:gd name="connsiteY4" fmla="*/ 0 h 692943"/>
                <a:gd name="connsiteX0" fmla="*/ 0 w 1703843"/>
                <a:gd name="connsiteY0" fmla="*/ 0 h 676776"/>
                <a:gd name="connsiteX1" fmla="*/ 198861 w 1703843"/>
                <a:gd name="connsiteY1" fmla="*/ 552951 h 676776"/>
                <a:gd name="connsiteX2" fmla="*/ 1034679 w 1703843"/>
                <a:gd name="connsiteY2" fmla="*/ 676776 h 676776"/>
                <a:gd name="connsiteX3" fmla="*/ 1703843 w 1703843"/>
                <a:gd name="connsiteY3" fmla="*/ 234805 h 676776"/>
                <a:gd name="connsiteX4" fmla="*/ 0 w 1703843"/>
                <a:gd name="connsiteY4" fmla="*/ 0 h 676776"/>
                <a:gd name="connsiteX0" fmla="*/ 0 w 1694622"/>
                <a:gd name="connsiteY0" fmla="*/ 0 h 692944"/>
                <a:gd name="connsiteX1" fmla="*/ 189640 w 1694622"/>
                <a:gd name="connsiteY1" fmla="*/ 569119 h 692944"/>
                <a:gd name="connsiteX2" fmla="*/ 1025458 w 1694622"/>
                <a:gd name="connsiteY2" fmla="*/ 692944 h 692944"/>
                <a:gd name="connsiteX3" fmla="*/ 1694622 w 1694622"/>
                <a:gd name="connsiteY3" fmla="*/ 250973 h 692944"/>
                <a:gd name="connsiteX4" fmla="*/ 0 w 1694622"/>
                <a:gd name="connsiteY4" fmla="*/ 0 h 692944"/>
                <a:gd name="connsiteX0" fmla="*/ 0 w 1811418"/>
                <a:gd name="connsiteY0" fmla="*/ 0 h 684861"/>
                <a:gd name="connsiteX1" fmla="*/ 306436 w 1811418"/>
                <a:gd name="connsiteY1" fmla="*/ 561036 h 684861"/>
                <a:gd name="connsiteX2" fmla="*/ 1142254 w 1811418"/>
                <a:gd name="connsiteY2" fmla="*/ 684861 h 684861"/>
                <a:gd name="connsiteX3" fmla="*/ 1811418 w 1811418"/>
                <a:gd name="connsiteY3" fmla="*/ 242890 h 684861"/>
                <a:gd name="connsiteX4" fmla="*/ 0 w 1811418"/>
                <a:gd name="connsiteY4" fmla="*/ 0 h 6848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1418" h="684861">
                  <a:moveTo>
                    <a:pt x="0" y="0"/>
                  </a:moveTo>
                  <a:lnTo>
                    <a:pt x="306436" y="561036"/>
                  </a:lnTo>
                  <a:lnTo>
                    <a:pt x="1142254" y="684861"/>
                  </a:lnTo>
                  <a:lnTo>
                    <a:pt x="1811418" y="242890"/>
                  </a:lnTo>
                  <a:lnTo>
                    <a:pt x="0" y="0"/>
                  </a:ln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cxnSp>
          <p:nvCxnSpPr>
            <p:cNvPr id="45" name="Straight Connector 44">
              <a:extLst>
                <a:ext uri="{FF2B5EF4-FFF2-40B4-BE49-F238E27FC236}">
                  <a16:creationId xmlns:a16="http://schemas.microsoft.com/office/drawing/2014/main" id="{027B42F9-1D71-018A-F434-1E79CC7C9834}"/>
                </a:ext>
              </a:extLst>
            </p:cNvPr>
            <p:cNvCxnSpPr>
              <a:cxnSpLocks/>
              <a:stCxn id="47" idx="1"/>
              <a:endCxn id="41" idx="1"/>
            </p:cNvCxnSpPr>
            <p:nvPr/>
          </p:nvCxnSpPr>
          <p:spPr>
            <a:xfrm flipV="1">
              <a:off x="4343744" y="2837731"/>
              <a:ext cx="2898670" cy="1928294"/>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9054482D-F3A9-0B05-7515-4F09D3A5CCC6}"/>
                </a:ext>
              </a:extLst>
            </p:cNvPr>
            <p:cNvCxnSpPr>
              <a:cxnSpLocks/>
              <a:stCxn id="47" idx="2"/>
              <a:endCxn id="41" idx="2"/>
            </p:cNvCxnSpPr>
            <p:nvPr/>
          </p:nvCxnSpPr>
          <p:spPr>
            <a:xfrm flipV="1">
              <a:off x="5276305" y="2910682"/>
              <a:ext cx="2613654" cy="1979168"/>
            </a:xfrm>
            <a:prstGeom prst="line">
              <a:avLst/>
            </a:prstGeom>
          </p:spPr>
          <p:style>
            <a:lnRef idx="1">
              <a:schemeClr val="accent1"/>
            </a:lnRef>
            <a:fillRef idx="0">
              <a:schemeClr val="accent1"/>
            </a:fillRef>
            <a:effectRef idx="0">
              <a:schemeClr val="accent1"/>
            </a:effectRef>
            <a:fontRef idx="minor">
              <a:schemeClr val="tx1"/>
            </a:fontRef>
          </p:style>
        </p:cxnSp>
        <p:sp>
          <p:nvSpPr>
            <p:cNvPr id="47" name="Freeform: Shape 46">
              <a:extLst>
                <a:ext uri="{FF2B5EF4-FFF2-40B4-BE49-F238E27FC236}">
                  <a16:creationId xmlns:a16="http://schemas.microsoft.com/office/drawing/2014/main" id="{787225FB-E94F-4478-5B25-84E92C027A10}"/>
                </a:ext>
              </a:extLst>
            </p:cNvPr>
            <p:cNvSpPr/>
            <p:nvPr/>
          </p:nvSpPr>
          <p:spPr>
            <a:xfrm>
              <a:off x="3830682" y="4196907"/>
              <a:ext cx="2114505" cy="692943"/>
            </a:xfrm>
            <a:custGeom>
              <a:avLst/>
              <a:gdLst>
                <a:gd name="connsiteX0" fmla="*/ 0 w 1645444"/>
                <a:gd name="connsiteY0" fmla="*/ 0 h 688181"/>
                <a:gd name="connsiteX1" fmla="*/ 235744 w 1645444"/>
                <a:gd name="connsiteY1" fmla="*/ 569118 h 688181"/>
                <a:gd name="connsiteX2" fmla="*/ 1059656 w 1645444"/>
                <a:gd name="connsiteY2" fmla="*/ 688181 h 688181"/>
                <a:gd name="connsiteX3" fmla="*/ 1645444 w 1645444"/>
                <a:gd name="connsiteY3" fmla="*/ 242887 h 688181"/>
                <a:gd name="connsiteX4" fmla="*/ 0 w 1645444"/>
                <a:gd name="connsiteY4" fmla="*/ 0 h 688181"/>
                <a:gd name="connsiteX0" fmla="*/ 0 w 1645444"/>
                <a:gd name="connsiteY0" fmla="*/ 0 h 692943"/>
                <a:gd name="connsiteX1" fmla="*/ 235744 w 1645444"/>
                <a:gd name="connsiteY1" fmla="*/ 569118 h 692943"/>
                <a:gd name="connsiteX2" fmla="*/ 1071562 w 1645444"/>
                <a:gd name="connsiteY2" fmla="*/ 692943 h 692943"/>
                <a:gd name="connsiteX3" fmla="*/ 1645444 w 1645444"/>
                <a:gd name="connsiteY3" fmla="*/ 242887 h 692943"/>
                <a:gd name="connsiteX4" fmla="*/ 0 w 1645444"/>
                <a:gd name="connsiteY4" fmla="*/ 0 h 692943"/>
                <a:gd name="connsiteX0" fmla="*/ 0 w 1671055"/>
                <a:gd name="connsiteY0" fmla="*/ 0 h 692943"/>
                <a:gd name="connsiteX1" fmla="*/ 235744 w 1671055"/>
                <a:gd name="connsiteY1" fmla="*/ 569118 h 692943"/>
                <a:gd name="connsiteX2" fmla="*/ 1071562 w 1671055"/>
                <a:gd name="connsiteY2" fmla="*/ 692943 h 692943"/>
                <a:gd name="connsiteX3" fmla="*/ 1671055 w 1671055"/>
                <a:gd name="connsiteY3" fmla="*/ 266700 h 692943"/>
                <a:gd name="connsiteX4" fmla="*/ 0 w 1671055"/>
                <a:gd name="connsiteY4" fmla="*/ 0 h 692943"/>
                <a:gd name="connsiteX0" fmla="*/ 0 w 1895148"/>
                <a:gd name="connsiteY0" fmla="*/ 0 h 692943"/>
                <a:gd name="connsiteX1" fmla="*/ 459837 w 1895148"/>
                <a:gd name="connsiteY1" fmla="*/ 569118 h 692943"/>
                <a:gd name="connsiteX2" fmla="*/ 1295655 w 1895148"/>
                <a:gd name="connsiteY2" fmla="*/ 692943 h 692943"/>
                <a:gd name="connsiteX3" fmla="*/ 1895148 w 1895148"/>
                <a:gd name="connsiteY3" fmla="*/ 266700 h 692943"/>
                <a:gd name="connsiteX4" fmla="*/ 0 w 1895148"/>
                <a:gd name="connsiteY4" fmla="*/ 0 h 692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5148" h="692943">
                  <a:moveTo>
                    <a:pt x="0" y="0"/>
                  </a:moveTo>
                  <a:lnTo>
                    <a:pt x="459837" y="569118"/>
                  </a:lnTo>
                  <a:lnTo>
                    <a:pt x="1295655" y="692943"/>
                  </a:lnTo>
                  <a:lnTo>
                    <a:pt x="1895148" y="266700"/>
                  </a:lnTo>
                  <a:lnTo>
                    <a:pt x="0" y="0"/>
                  </a:ln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cxnSp>
        <p:nvCxnSpPr>
          <p:cNvPr id="48" name="Straight Arrow Connector 47">
            <a:extLst>
              <a:ext uri="{FF2B5EF4-FFF2-40B4-BE49-F238E27FC236}">
                <a16:creationId xmlns:a16="http://schemas.microsoft.com/office/drawing/2014/main" id="{853F5A2A-9B9F-4322-8000-6EAD2C6EB3B5}"/>
              </a:ext>
            </a:extLst>
          </p:cNvPr>
          <p:cNvCxnSpPr>
            <a:cxnSpLocks/>
          </p:cNvCxnSpPr>
          <p:nvPr/>
        </p:nvCxnSpPr>
        <p:spPr>
          <a:xfrm flipH="1">
            <a:off x="841609" y="4339971"/>
            <a:ext cx="512795" cy="362052"/>
          </a:xfrm>
          <a:prstGeom prst="straightConnector1">
            <a:avLst/>
          </a:prstGeom>
          <a:ln w="25400">
            <a:solidFill>
              <a:schemeClr val="accent1">
                <a:alpha val="39000"/>
              </a:schemeClr>
            </a:solidFill>
            <a:tailEnd type="stealth" w="lg" len="lg"/>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34F98B0C-2908-A23C-4807-4562A2ABFB9E}"/>
              </a:ext>
            </a:extLst>
          </p:cNvPr>
          <p:cNvSpPr txBox="1"/>
          <p:nvPr/>
        </p:nvSpPr>
        <p:spPr>
          <a:xfrm flipH="1">
            <a:off x="462096" y="4630325"/>
            <a:ext cx="412135" cy="369332"/>
          </a:xfrm>
          <a:prstGeom prst="rect">
            <a:avLst/>
          </a:prstGeom>
          <a:noFill/>
        </p:spPr>
        <p:txBody>
          <a:bodyPr wrap="square" rtlCol="0">
            <a:spAutoFit/>
          </a:bodyPr>
          <a:lstStyle/>
          <a:p>
            <a:r>
              <a:rPr lang="en-US" sz="18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⑥</a:t>
            </a:r>
            <a:endParaRPr lang="en-US" sz="1800" dirty="0">
              <a:solidFill>
                <a:schemeClr val="bg1">
                  <a:lumMod val="75000"/>
                </a:schemeClr>
              </a:solidFill>
              <a:latin typeface="Univers 57 Condensed" pitchFamily="50" charset="0"/>
            </a:endParaRPr>
          </a:p>
        </p:txBody>
      </p:sp>
      <p:sp>
        <p:nvSpPr>
          <p:cNvPr id="50" name="Freeform: Shape 49">
            <a:extLst>
              <a:ext uri="{FF2B5EF4-FFF2-40B4-BE49-F238E27FC236}">
                <a16:creationId xmlns:a16="http://schemas.microsoft.com/office/drawing/2014/main" id="{CF52ED6B-D927-F8C6-64E9-0A41182F2133}"/>
              </a:ext>
            </a:extLst>
          </p:cNvPr>
          <p:cNvSpPr/>
          <p:nvPr/>
        </p:nvSpPr>
        <p:spPr>
          <a:xfrm flipH="1">
            <a:off x="3037728" y="2734922"/>
            <a:ext cx="928266" cy="107086"/>
          </a:xfrm>
          <a:custGeom>
            <a:avLst/>
            <a:gdLst>
              <a:gd name="connsiteX0" fmla="*/ 0 w 1183967"/>
              <a:gd name="connsiteY0" fmla="*/ 128587 h 133350"/>
              <a:gd name="connsiteX1" fmla="*/ 40481 w 1183967"/>
              <a:gd name="connsiteY1" fmla="*/ 133350 h 133350"/>
              <a:gd name="connsiteX2" fmla="*/ 109537 w 1183967"/>
              <a:gd name="connsiteY2" fmla="*/ 128587 h 133350"/>
              <a:gd name="connsiteX3" fmla="*/ 157162 w 1183967"/>
              <a:gd name="connsiteY3" fmla="*/ 121443 h 133350"/>
              <a:gd name="connsiteX4" fmla="*/ 185737 w 1183967"/>
              <a:gd name="connsiteY4" fmla="*/ 116681 h 133350"/>
              <a:gd name="connsiteX5" fmla="*/ 195262 w 1183967"/>
              <a:gd name="connsiteY5" fmla="*/ 111918 h 133350"/>
              <a:gd name="connsiteX6" fmla="*/ 219075 w 1183967"/>
              <a:gd name="connsiteY6" fmla="*/ 104775 h 133350"/>
              <a:gd name="connsiteX7" fmla="*/ 273844 w 1183967"/>
              <a:gd name="connsiteY7" fmla="*/ 107156 h 133350"/>
              <a:gd name="connsiteX8" fmla="*/ 283369 w 1183967"/>
              <a:gd name="connsiteY8" fmla="*/ 109537 h 133350"/>
              <a:gd name="connsiteX9" fmla="*/ 369094 w 1183967"/>
              <a:gd name="connsiteY9" fmla="*/ 107156 h 133350"/>
              <a:gd name="connsiteX10" fmla="*/ 383381 w 1183967"/>
              <a:gd name="connsiteY10" fmla="*/ 104775 h 133350"/>
              <a:gd name="connsiteX11" fmla="*/ 426244 w 1183967"/>
              <a:gd name="connsiteY11" fmla="*/ 100012 h 133350"/>
              <a:gd name="connsiteX12" fmla="*/ 542925 w 1183967"/>
              <a:gd name="connsiteY12" fmla="*/ 92868 h 133350"/>
              <a:gd name="connsiteX13" fmla="*/ 554831 w 1183967"/>
              <a:gd name="connsiteY13" fmla="*/ 90487 h 133350"/>
              <a:gd name="connsiteX14" fmla="*/ 590550 w 1183967"/>
              <a:gd name="connsiteY14" fmla="*/ 85725 h 133350"/>
              <a:gd name="connsiteX15" fmla="*/ 633412 w 1183967"/>
              <a:gd name="connsiteY15" fmla="*/ 78581 h 133350"/>
              <a:gd name="connsiteX16" fmla="*/ 661987 w 1183967"/>
              <a:gd name="connsiteY16" fmla="*/ 71437 h 133350"/>
              <a:gd name="connsiteX17" fmla="*/ 676275 w 1183967"/>
              <a:gd name="connsiteY17" fmla="*/ 69056 h 133350"/>
              <a:gd name="connsiteX18" fmla="*/ 695325 w 1183967"/>
              <a:gd name="connsiteY18" fmla="*/ 64293 h 133350"/>
              <a:gd name="connsiteX19" fmla="*/ 778669 w 1183967"/>
              <a:gd name="connsiteY19" fmla="*/ 61912 h 133350"/>
              <a:gd name="connsiteX20" fmla="*/ 809625 w 1183967"/>
              <a:gd name="connsiteY20" fmla="*/ 54768 h 133350"/>
              <a:gd name="connsiteX21" fmla="*/ 840581 w 1183967"/>
              <a:gd name="connsiteY21" fmla="*/ 50006 h 133350"/>
              <a:gd name="connsiteX22" fmla="*/ 931069 w 1183967"/>
              <a:gd name="connsiteY22" fmla="*/ 47625 h 133350"/>
              <a:gd name="connsiteX23" fmla="*/ 957262 w 1183967"/>
              <a:gd name="connsiteY23" fmla="*/ 45243 h 133350"/>
              <a:gd name="connsiteX24" fmla="*/ 964406 w 1183967"/>
              <a:gd name="connsiteY24" fmla="*/ 42862 h 133350"/>
              <a:gd name="connsiteX25" fmla="*/ 981075 w 1183967"/>
              <a:gd name="connsiteY25" fmla="*/ 40481 h 133350"/>
              <a:gd name="connsiteX26" fmla="*/ 995362 w 1183967"/>
              <a:gd name="connsiteY26" fmla="*/ 38100 h 133350"/>
              <a:gd name="connsiteX27" fmla="*/ 1028700 w 1183967"/>
              <a:gd name="connsiteY27" fmla="*/ 33337 h 133350"/>
              <a:gd name="connsiteX28" fmla="*/ 1062037 w 1183967"/>
              <a:gd name="connsiteY28" fmla="*/ 26193 h 133350"/>
              <a:gd name="connsiteX29" fmla="*/ 1081087 w 1183967"/>
              <a:gd name="connsiteY29" fmla="*/ 21431 h 133350"/>
              <a:gd name="connsiteX30" fmla="*/ 1088231 w 1183967"/>
              <a:gd name="connsiteY30" fmla="*/ 19050 h 133350"/>
              <a:gd name="connsiteX31" fmla="*/ 1126331 w 1183967"/>
              <a:gd name="connsiteY31" fmla="*/ 14287 h 133350"/>
              <a:gd name="connsiteX32" fmla="*/ 1147762 w 1183967"/>
              <a:gd name="connsiteY32" fmla="*/ 9525 h 133350"/>
              <a:gd name="connsiteX33" fmla="*/ 1154906 w 1183967"/>
              <a:gd name="connsiteY33" fmla="*/ 7143 h 133350"/>
              <a:gd name="connsiteX34" fmla="*/ 1183481 w 1183967"/>
              <a:gd name="connsiteY34" fmla="*/ 4762 h 133350"/>
              <a:gd name="connsiteX35" fmla="*/ 1181100 w 1183967"/>
              <a:gd name="connsiteY35" fmla="*/ 0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183967" h="133350">
                <a:moveTo>
                  <a:pt x="0" y="128587"/>
                </a:moveTo>
                <a:cubicBezTo>
                  <a:pt x="15523" y="131691"/>
                  <a:pt x="21465" y="133350"/>
                  <a:pt x="40481" y="133350"/>
                </a:cubicBezTo>
                <a:cubicBezTo>
                  <a:pt x="55178" y="133350"/>
                  <a:pt x="92470" y="130009"/>
                  <a:pt x="109537" y="128587"/>
                </a:cubicBezTo>
                <a:cubicBezTo>
                  <a:pt x="136762" y="121782"/>
                  <a:pt x="95154" y="131777"/>
                  <a:pt x="157162" y="121443"/>
                </a:cubicBezTo>
                <a:lnTo>
                  <a:pt x="185737" y="116681"/>
                </a:lnTo>
                <a:cubicBezTo>
                  <a:pt x="188912" y="115093"/>
                  <a:pt x="191862" y="112938"/>
                  <a:pt x="195262" y="111918"/>
                </a:cubicBezTo>
                <a:cubicBezTo>
                  <a:pt x="224917" y="103021"/>
                  <a:pt x="196508" y="116057"/>
                  <a:pt x="219075" y="104775"/>
                </a:cubicBezTo>
                <a:cubicBezTo>
                  <a:pt x="237331" y="105569"/>
                  <a:pt x="255620" y="105806"/>
                  <a:pt x="273844" y="107156"/>
                </a:cubicBezTo>
                <a:cubicBezTo>
                  <a:pt x="277108" y="107398"/>
                  <a:pt x="280096" y="109537"/>
                  <a:pt x="283369" y="109537"/>
                </a:cubicBezTo>
                <a:cubicBezTo>
                  <a:pt x="311955" y="109537"/>
                  <a:pt x="340519" y="107950"/>
                  <a:pt x="369094" y="107156"/>
                </a:cubicBezTo>
                <a:cubicBezTo>
                  <a:pt x="373856" y="106362"/>
                  <a:pt x="378586" y="105339"/>
                  <a:pt x="383381" y="104775"/>
                </a:cubicBezTo>
                <a:cubicBezTo>
                  <a:pt x="448897" y="97066"/>
                  <a:pt x="379301" y="106717"/>
                  <a:pt x="426244" y="100012"/>
                </a:cubicBezTo>
                <a:cubicBezTo>
                  <a:pt x="464020" y="74828"/>
                  <a:pt x="427396" y="97399"/>
                  <a:pt x="542925" y="92868"/>
                </a:cubicBezTo>
                <a:cubicBezTo>
                  <a:pt x="546969" y="92709"/>
                  <a:pt x="550839" y="91152"/>
                  <a:pt x="554831" y="90487"/>
                </a:cubicBezTo>
                <a:cubicBezTo>
                  <a:pt x="564689" y="88844"/>
                  <a:pt x="580920" y="86929"/>
                  <a:pt x="590550" y="85725"/>
                </a:cubicBezTo>
                <a:cubicBezTo>
                  <a:pt x="647192" y="71563"/>
                  <a:pt x="566706" y="90710"/>
                  <a:pt x="633412" y="78581"/>
                </a:cubicBezTo>
                <a:cubicBezTo>
                  <a:pt x="643072" y="76825"/>
                  <a:pt x="652403" y="73567"/>
                  <a:pt x="661987" y="71437"/>
                </a:cubicBezTo>
                <a:cubicBezTo>
                  <a:pt x="666700" y="70390"/>
                  <a:pt x="671562" y="70103"/>
                  <a:pt x="676275" y="69056"/>
                </a:cubicBezTo>
                <a:cubicBezTo>
                  <a:pt x="686580" y="66766"/>
                  <a:pt x="682052" y="64957"/>
                  <a:pt x="695325" y="64293"/>
                </a:cubicBezTo>
                <a:cubicBezTo>
                  <a:pt x="723083" y="62905"/>
                  <a:pt x="750888" y="62706"/>
                  <a:pt x="778669" y="61912"/>
                </a:cubicBezTo>
                <a:cubicBezTo>
                  <a:pt x="793232" y="52204"/>
                  <a:pt x="780784" y="58889"/>
                  <a:pt x="809625" y="54768"/>
                </a:cubicBezTo>
                <a:cubicBezTo>
                  <a:pt x="836057" y="50992"/>
                  <a:pt x="794081" y="51985"/>
                  <a:pt x="840581" y="50006"/>
                </a:cubicBezTo>
                <a:cubicBezTo>
                  <a:pt x="870727" y="48723"/>
                  <a:pt x="900906" y="48419"/>
                  <a:pt x="931069" y="47625"/>
                </a:cubicBezTo>
                <a:cubicBezTo>
                  <a:pt x="939800" y="46831"/>
                  <a:pt x="948583" y="46483"/>
                  <a:pt x="957262" y="45243"/>
                </a:cubicBezTo>
                <a:cubicBezTo>
                  <a:pt x="959747" y="44888"/>
                  <a:pt x="961945" y="43354"/>
                  <a:pt x="964406" y="42862"/>
                </a:cubicBezTo>
                <a:cubicBezTo>
                  <a:pt x="969910" y="41761"/>
                  <a:pt x="975528" y="41334"/>
                  <a:pt x="981075" y="40481"/>
                </a:cubicBezTo>
                <a:cubicBezTo>
                  <a:pt x="985847" y="39747"/>
                  <a:pt x="990587" y="38816"/>
                  <a:pt x="995362" y="38100"/>
                </a:cubicBezTo>
                <a:lnTo>
                  <a:pt x="1028700" y="33337"/>
                </a:lnTo>
                <a:cubicBezTo>
                  <a:pt x="1057134" y="23860"/>
                  <a:pt x="1027710" y="32630"/>
                  <a:pt x="1062037" y="26193"/>
                </a:cubicBezTo>
                <a:cubicBezTo>
                  <a:pt x="1068470" y="24987"/>
                  <a:pt x="1074772" y="23153"/>
                  <a:pt x="1081087" y="21431"/>
                </a:cubicBezTo>
                <a:cubicBezTo>
                  <a:pt x="1083509" y="20771"/>
                  <a:pt x="1085770" y="19542"/>
                  <a:pt x="1088231" y="19050"/>
                </a:cubicBezTo>
                <a:cubicBezTo>
                  <a:pt x="1096737" y="17349"/>
                  <a:pt x="1118887" y="15114"/>
                  <a:pt x="1126331" y="14287"/>
                </a:cubicBezTo>
                <a:cubicBezTo>
                  <a:pt x="1142419" y="8925"/>
                  <a:pt x="1122606" y="15116"/>
                  <a:pt x="1147762" y="9525"/>
                </a:cubicBezTo>
                <a:cubicBezTo>
                  <a:pt x="1150212" y="8980"/>
                  <a:pt x="1152418" y="7475"/>
                  <a:pt x="1154906" y="7143"/>
                </a:cubicBezTo>
                <a:cubicBezTo>
                  <a:pt x="1164380" y="5880"/>
                  <a:pt x="1174260" y="7277"/>
                  <a:pt x="1183481" y="4762"/>
                </a:cubicBezTo>
                <a:cubicBezTo>
                  <a:pt x="1185193" y="4295"/>
                  <a:pt x="1181894" y="1587"/>
                  <a:pt x="1181100" y="0"/>
                </a:cubicBezTo>
              </a:path>
            </a:pathLst>
          </a:cu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1" name="Freeform: Shape 50">
            <a:extLst>
              <a:ext uri="{FF2B5EF4-FFF2-40B4-BE49-F238E27FC236}">
                <a16:creationId xmlns:a16="http://schemas.microsoft.com/office/drawing/2014/main" id="{2BB3661A-5CF1-3A5D-0B09-688E61C885D2}"/>
              </a:ext>
            </a:extLst>
          </p:cNvPr>
          <p:cNvSpPr/>
          <p:nvPr/>
        </p:nvSpPr>
        <p:spPr>
          <a:xfrm flipH="1">
            <a:off x="1980680" y="2835198"/>
            <a:ext cx="1993926" cy="1518323"/>
          </a:xfrm>
          <a:custGeom>
            <a:avLst/>
            <a:gdLst>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3994 w 2543175"/>
              <a:gd name="connsiteY112" fmla="*/ 1047750 h 1890712"/>
              <a:gd name="connsiteX113" fmla="*/ 1502569 w 2543175"/>
              <a:gd name="connsiteY113" fmla="*/ 1066800 h 1890712"/>
              <a:gd name="connsiteX114" fmla="*/ 1526382 w 2543175"/>
              <a:gd name="connsiteY114" fmla="*/ 1085850 h 1890712"/>
              <a:gd name="connsiteX115" fmla="*/ 1531144 w 2543175"/>
              <a:gd name="connsiteY115" fmla="*/ 1095375 h 1890712"/>
              <a:gd name="connsiteX116" fmla="*/ 1559719 w 2543175"/>
              <a:gd name="connsiteY116" fmla="*/ 1121569 h 1890712"/>
              <a:gd name="connsiteX117" fmla="*/ 1569244 w 2543175"/>
              <a:gd name="connsiteY117" fmla="*/ 1131094 h 1890712"/>
              <a:gd name="connsiteX118" fmla="*/ 1597819 w 2543175"/>
              <a:gd name="connsiteY118" fmla="*/ 1154906 h 1890712"/>
              <a:gd name="connsiteX119" fmla="*/ 1604963 w 2543175"/>
              <a:gd name="connsiteY119" fmla="*/ 1162050 h 1890712"/>
              <a:gd name="connsiteX120" fmla="*/ 1612107 w 2543175"/>
              <a:gd name="connsiteY120" fmla="*/ 1166812 h 1890712"/>
              <a:gd name="connsiteX121" fmla="*/ 1628775 w 2543175"/>
              <a:gd name="connsiteY121" fmla="*/ 1183481 h 1890712"/>
              <a:gd name="connsiteX122" fmla="*/ 1662113 w 2543175"/>
              <a:gd name="connsiteY122" fmla="*/ 1209675 h 1890712"/>
              <a:gd name="connsiteX123" fmla="*/ 1678782 w 2543175"/>
              <a:gd name="connsiteY123" fmla="*/ 1226344 h 1890712"/>
              <a:gd name="connsiteX124" fmla="*/ 1700213 w 2543175"/>
              <a:gd name="connsiteY124" fmla="*/ 1247775 h 1890712"/>
              <a:gd name="connsiteX125" fmla="*/ 1712119 w 2543175"/>
              <a:gd name="connsiteY125" fmla="*/ 1259681 h 1890712"/>
              <a:gd name="connsiteX126" fmla="*/ 1733550 w 2543175"/>
              <a:gd name="connsiteY126" fmla="*/ 1273969 h 1890712"/>
              <a:gd name="connsiteX127" fmla="*/ 1743075 w 2543175"/>
              <a:gd name="connsiteY127" fmla="*/ 1283494 h 1890712"/>
              <a:gd name="connsiteX128" fmla="*/ 1754982 w 2543175"/>
              <a:gd name="connsiteY128" fmla="*/ 1290637 h 1890712"/>
              <a:gd name="connsiteX129" fmla="*/ 1766888 w 2543175"/>
              <a:gd name="connsiteY129" fmla="*/ 1300162 h 1890712"/>
              <a:gd name="connsiteX130" fmla="*/ 1783557 w 2543175"/>
              <a:gd name="connsiteY130" fmla="*/ 1307306 h 1890712"/>
              <a:gd name="connsiteX131" fmla="*/ 1790700 w 2543175"/>
              <a:gd name="connsiteY131" fmla="*/ 1312069 h 1890712"/>
              <a:gd name="connsiteX132" fmla="*/ 1800225 w 2543175"/>
              <a:gd name="connsiteY132" fmla="*/ 1319212 h 1890712"/>
              <a:gd name="connsiteX133" fmla="*/ 1807369 w 2543175"/>
              <a:gd name="connsiteY133" fmla="*/ 1321594 h 1890712"/>
              <a:gd name="connsiteX134" fmla="*/ 1824038 w 2543175"/>
              <a:gd name="connsiteY134" fmla="*/ 1333500 h 1890712"/>
              <a:gd name="connsiteX135" fmla="*/ 1843088 w 2543175"/>
              <a:gd name="connsiteY135" fmla="*/ 1352550 h 1890712"/>
              <a:gd name="connsiteX136" fmla="*/ 1852613 w 2543175"/>
              <a:gd name="connsiteY136" fmla="*/ 1359694 h 1890712"/>
              <a:gd name="connsiteX137" fmla="*/ 1859757 w 2543175"/>
              <a:gd name="connsiteY137" fmla="*/ 1366837 h 1890712"/>
              <a:gd name="connsiteX138" fmla="*/ 1869282 w 2543175"/>
              <a:gd name="connsiteY138" fmla="*/ 1371600 h 1890712"/>
              <a:gd name="connsiteX139" fmla="*/ 1883569 w 2543175"/>
              <a:gd name="connsiteY139" fmla="*/ 1388269 h 1890712"/>
              <a:gd name="connsiteX140" fmla="*/ 1893094 w 2543175"/>
              <a:gd name="connsiteY140" fmla="*/ 1395412 h 1890712"/>
              <a:gd name="connsiteX141" fmla="*/ 1902619 w 2543175"/>
              <a:gd name="connsiteY141" fmla="*/ 1404937 h 1890712"/>
              <a:gd name="connsiteX142" fmla="*/ 1912144 w 2543175"/>
              <a:gd name="connsiteY142" fmla="*/ 1409700 h 1890712"/>
              <a:gd name="connsiteX143" fmla="*/ 1931194 w 2543175"/>
              <a:gd name="connsiteY143" fmla="*/ 1421606 h 1890712"/>
              <a:gd name="connsiteX144" fmla="*/ 1935957 w 2543175"/>
              <a:gd name="connsiteY144" fmla="*/ 1428750 h 1890712"/>
              <a:gd name="connsiteX145" fmla="*/ 1952625 w 2543175"/>
              <a:gd name="connsiteY145" fmla="*/ 1438275 h 1890712"/>
              <a:gd name="connsiteX146" fmla="*/ 1971675 w 2543175"/>
              <a:gd name="connsiteY146" fmla="*/ 1450181 h 1890712"/>
              <a:gd name="connsiteX147" fmla="*/ 1981200 w 2543175"/>
              <a:gd name="connsiteY147" fmla="*/ 1454944 h 1890712"/>
              <a:gd name="connsiteX148" fmla="*/ 1997869 w 2543175"/>
              <a:gd name="connsiteY148" fmla="*/ 1471612 h 1890712"/>
              <a:gd name="connsiteX149" fmla="*/ 2007394 w 2543175"/>
              <a:gd name="connsiteY149" fmla="*/ 1478756 h 1890712"/>
              <a:gd name="connsiteX150" fmla="*/ 2016919 w 2543175"/>
              <a:gd name="connsiteY150" fmla="*/ 1483519 h 1890712"/>
              <a:gd name="connsiteX151" fmla="*/ 2024063 w 2543175"/>
              <a:gd name="connsiteY151" fmla="*/ 1490662 h 1890712"/>
              <a:gd name="connsiteX152" fmla="*/ 2033588 w 2543175"/>
              <a:gd name="connsiteY152" fmla="*/ 1495425 h 1890712"/>
              <a:gd name="connsiteX153" fmla="*/ 2040732 w 2543175"/>
              <a:gd name="connsiteY153" fmla="*/ 1502569 h 1890712"/>
              <a:gd name="connsiteX154" fmla="*/ 2047875 w 2543175"/>
              <a:gd name="connsiteY154" fmla="*/ 1507331 h 1890712"/>
              <a:gd name="connsiteX155" fmla="*/ 2057400 w 2543175"/>
              <a:gd name="connsiteY155" fmla="*/ 1514475 h 1890712"/>
              <a:gd name="connsiteX156" fmla="*/ 2064544 w 2543175"/>
              <a:gd name="connsiteY156" fmla="*/ 1519237 h 1890712"/>
              <a:gd name="connsiteX157" fmla="*/ 2071688 w 2543175"/>
              <a:gd name="connsiteY157" fmla="*/ 1526381 h 1890712"/>
              <a:gd name="connsiteX158" fmla="*/ 2081213 w 2543175"/>
              <a:gd name="connsiteY158" fmla="*/ 1531144 h 1890712"/>
              <a:gd name="connsiteX159" fmla="*/ 2090738 w 2543175"/>
              <a:gd name="connsiteY159" fmla="*/ 1538287 h 1890712"/>
              <a:gd name="connsiteX160" fmla="*/ 2109788 w 2543175"/>
              <a:gd name="connsiteY160" fmla="*/ 1547812 h 1890712"/>
              <a:gd name="connsiteX161" fmla="*/ 2131219 w 2543175"/>
              <a:gd name="connsiteY161" fmla="*/ 1562100 h 1890712"/>
              <a:gd name="connsiteX162" fmla="*/ 2140744 w 2543175"/>
              <a:gd name="connsiteY162" fmla="*/ 1566862 h 1890712"/>
              <a:gd name="connsiteX163" fmla="*/ 2152650 w 2543175"/>
              <a:gd name="connsiteY163" fmla="*/ 1576387 h 1890712"/>
              <a:gd name="connsiteX164" fmla="*/ 2181225 w 2543175"/>
              <a:gd name="connsiteY164" fmla="*/ 1590675 h 1890712"/>
              <a:gd name="connsiteX165" fmla="*/ 2200275 w 2543175"/>
              <a:gd name="connsiteY165" fmla="*/ 1607344 h 1890712"/>
              <a:gd name="connsiteX166" fmla="*/ 2207419 w 2543175"/>
              <a:gd name="connsiteY166" fmla="*/ 1612106 h 1890712"/>
              <a:gd name="connsiteX167" fmla="*/ 2216944 w 2543175"/>
              <a:gd name="connsiteY167" fmla="*/ 1619250 h 1890712"/>
              <a:gd name="connsiteX168" fmla="*/ 2224088 w 2543175"/>
              <a:gd name="connsiteY168" fmla="*/ 1624012 h 1890712"/>
              <a:gd name="connsiteX169" fmla="*/ 2247900 w 2543175"/>
              <a:gd name="connsiteY169" fmla="*/ 1643062 h 1890712"/>
              <a:gd name="connsiteX170" fmla="*/ 2255044 w 2543175"/>
              <a:gd name="connsiteY170" fmla="*/ 1650206 h 1890712"/>
              <a:gd name="connsiteX171" fmla="*/ 2281238 w 2543175"/>
              <a:gd name="connsiteY171" fmla="*/ 1664494 h 1890712"/>
              <a:gd name="connsiteX172" fmla="*/ 2297907 w 2543175"/>
              <a:gd name="connsiteY172" fmla="*/ 1674019 h 1890712"/>
              <a:gd name="connsiteX173" fmla="*/ 2305050 w 2543175"/>
              <a:gd name="connsiteY173" fmla="*/ 1678781 h 1890712"/>
              <a:gd name="connsiteX174" fmla="*/ 2312194 w 2543175"/>
              <a:gd name="connsiteY174" fmla="*/ 1685925 h 1890712"/>
              <a:gd name="connsiteX175" fmla="*/ 2321719 w 2543175"/>
              <a:gd name="connsiteY175" fmla="*/ 1690687 h 1890712"/>
              <a:gd name="connsiteX176" fmla="*/ 2328863 w 2543175"/>
              <a:gd name="connsiteY176" fmla="*/ 1697831 h 1890712"/>
              <a:gd name="connsiteX177" fmla="*/ 2350294 w 2543175"/>
              <a:gd name="connsiteY177" fmla="*/ 1712119 h 1890712"/>
              <a:gd name="connsiteX178" fmla="*/ 2359819 w 2543175"/>
              <a:gd name="connsiteY178" fmla="*/ 1719262 h 1890712"/>
              <a:gd name="connsiteX179" fmla="*/ 2369344 w 2543175"/>
              <a:gd name="connsiteY179" fmla="*/ 1724025 h 1890712"/>
              <a:gd name="connsiteX180" fmla="*/ 2376488 w 2543175"/>
              <a:gd name="connsiteY180" fmla="*/ 1731169 h 1890712"/>
              <a:gd name="connsiteX181" fmla="*/ 2402682 w 2543175"/>
              <a:gd name="connsiteY181" fmla="*/ 1747837 h 1890712"/>
              <a:gd name="connsiteX182" fmla="*/ 2450307 w 2543175"/>
              <a:gd name="connsiteY182" fmla="*/ 1769269 h 1890712"/>
              <a:gd name="connsiteX183" fmla="*/ 2466975 w 2543175"/>
              <a:gd name="connsiteY183" fmla="*/ 1783556 h 1890712"/>
              <a:gd name="connsiteX184" fmla="*/ 2481263 w 2543175"/>
              <a:gd name="connsiteY184" fmla="*/ 1795462 h 1890712"/>
              <a:gd name="connsiteX185" fmla="*/ 2486025 w 2543175"/>
              <a:gd name="connsiteY185" fmla="*/ 1802606 h 1890712"/>
              <a:gd name="connsiteX186" fmla="*/ 2493169 w 2543175"/>
              <a:gd name="connsiteY186" fmla="*/ 1807369 h 1890712"/>
              <a:gd name="connsiteX187" fmla="*/ 2495550 w 2543175"/>
              <a:gd name="connsiteY187" fmla="*/ 1816894 h 1890712"/>
              <a:gd name="connsiteX188" fmla="*/ 2497932 w 2543175"/>
              <a:gd name="connsiteY188" fmla="*/ 1824037 h 1890712"/>
              <a:gd name="connsiteX189" fmla="*/ 2514600 w 2543175"/>
              <a:gd name="connsiteY189" fmla="*/ 1850231 h 1890712"/>
              <a:gd name="connsiteX190" fmla="*/ 2519363 w 2543175"/>
              <a:gd name="connsiteY190" fmla="*/ 1857375 h 1890712"/>
              <a:gd name="connsiteX191" fmla="*/ 2540794 w 2543175"/>
              <a:gd name="connsiteY191" fmla="*/ 1883569 h 1890712"/>
              <a:gd name="connsiteX192" fmla="*/ 2543175 w 2543175"/>
              <a:gd name="connsiteY19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502569 w 2543175"/>
              <a:gd name="connsiteY113" fmla="*/ 1066800 h 1890712"/>
              <a:gd name="connsiteX114" fmla="*/ 1526382 w 2543175"/>
              <a:gd name="connsiteY114" fmla="*/ 1085850 h 1890712"/>
              <a:gd name="connsiteX115" fmla="*/ 1531144 w 2543175"/>
              <a:gd name="connsiteY115" fmla="*/ 1095375 h 1890712"/>
              <a:gd name="connsiteX116" fmla="*/ 1559719 w 2543175"/>
              <a:gd name="connsiteY116" fmla="*/ 1121569 h 1890712"/>
              <a:gd name="connsiteX117" fmla="*/ 1569244 w 2543175"/>
              <a:gd name="connsiteY117" fmla="*/ 1131094 h 1890712"/>
              <a:gd name="connsiteX118" fmla="*/ 1597819 w 2543175"/>
              <a:gd name="connsiteY118" fmla="*/ 1154906 h 1890712"/>
              <a:gd name="connsiteX119" fmla="*/ 1604963 w 2543175"/>
              <a:gd name="connsiteY119" fmla="*/ 1162050 h 1890712"/>
              <a:gd name="connsiteX120" fmla="*/ 1612107 w 2543175"/>
              <a:gd name="connsiteY120" fmla="*/ 1166812 h 1890712"/>
              <a:gd name="connsiteX121" fmla="*/ 1628775 w 2543175"/>
              <a:gd name="connsiteY121" fmla="*/ 1183481 h 1890712"/>
              <a:gd name="connsiteX122" fmla="*/ 1662113 w 2543175"/>
              <a:gd name="connsiteY122" fmla="*/ 1209675 h 1890712"/>
              <a:gd name="connsiteX123" fmla="*/ 1678782 w 2543175"/>
              <a:gd name="connsiteY123" fmla="*/ 1226344 h 1890712"/>
              <a:gd name="connsiteX124" fmla="*/ 1700213 w 2543175"/>
              <a:gd name="connsiteY124" fmla="*/ 1247775 h 1890712"/>
              <a:gd name="connsiteX125" fmla="*/ 1712119 w 2543175"/>
              <a:gd name="connsiteY125" fmla="*/ 1259681 h 1890712"/>
              <a:gd name="connsiteX126" fmla="*/ 1733550 w 2543175"/>
              <a:gd name="connsiteY126" fmla="*/ 1273969 h 1890712"/>
              <a:gd name="connsiteX127" fmla="*/ 1743075 w 2543175"/>
              <a:gd name="connsiteY127" fmla="*/ 1283494 h 1890712"/>
              <a:gd name="connsiteX128" fmla="*/ 1754982 w 2543175"/>
              <a:gd name="connsiteY128" fmla="*/ 1290637 h 1890712"/>
              <a:gd name="connsiteX129" fmla="*/ 1766888 w 2543175"/>
              <a:gd name="connsiteY129" fmla="*/ 1300162 h 1890712"/>
              <a:gd name="connsiteX130" fmla="*/ 1783557 w 2543175"/>
              <a:gd name="connsiteY130" fmla="*/ 1307306 h 1890712"/>
              <a:gd name="connsiteX131" fmla="*/ 1790700 w 2543175"/>
              <a:gd name="connsiteY131" fmla="*/ 1312069 h 1890712"/>
              <a:gd name="connsiteX132" fmla="*/ 1800225 w 2543175"/>
              <a:gd name="connsiteY132" fmla="*/ 1319212 h 1890712"/>
              <a:gd name="connsiteX133" fmla="*/ 1807369 w 2543175"/>
              <a:gd name="connsiteY133" fmla="*/ 1321594 h 1890712"/>
              <a:gd name="connsiteX134" fmla="*/ 1824038 w 2543175"/>
              <a:gd name="connsiteY134" fmla="*/ 1333500 h 1890712"/>
              <a:gd name="connsiteX135" fmla="*/ 1843088 w 2543175"/>
              <a:gd name="connsiteY135" fmla="*/ 1352550 h 1890712"/>
              <a:gd name="connsiteX136" fmla="*/ 1852613 w 2543175"/>
              <a:gd name="connsiteY136" fmla="*/ 1359694 h 1890712"/>
              <a:gd name="connsiteX137" fmla="*/ 1859757 w 2543175"/>
              <a:gd name="connsiteY137" fmla="*/ 1366837 h 1890712"/>
              <a:gd name="connsiteX138" fmla="*/ 1869282 w 2543175"/>
              <a:gd name="connsiteY138" fmla="*/ 1371600 h 1890712"/>
              <a:gd name="connsiteX139" fmla="*/ 1883569 w 2543175"/>
              <a:gd name="connsiteY139" fmla="*/ 1388269 h 1890712"/>
              <a:gd name="connsiteX140" fmla="*/ 1893094 w 2543175"/>
              <a:gd name="connsiteY140" fmla="*/ 1395412 h 1890712"/>
              <a:gd name="connsiteX141" fmla="*/ 1902619 w 2543175"/>
              <a:gd name="connsiteY141" fmla="*/ 1404937 h 1890712"/>
              <a:gd name="connsiteX142" fmla="*/ 1912144 w 2543175"/>
              <a:gd name="connsiteY142" fmla="*/ 1409700 h 1890712"/>
              <a:gd name="connsiteX143" fmla="*/ 1931194 w 2543175"/>
              <a:gd name="connsiteY143" fmla="*/ 1421606 h 1890712"/>
              <a:gd name="connsiteX144" fmla="*/ 1935957 w 2543175"/>
              <a:gd name="connsiteY144" fmla="*/ 1428750 h 1890712"/>
              <a:gd name="connsiteX145" fmla="*/ 1952625 w 2543175"/>
              <a:gd name="connsiteY145" fmla="*/ 1438275 h 1890712"/>
              <a:gd name="connsiteX146" fmla="*/ 1971675 w 2543175"/>
              <a:gd name="connsiteY146" fmla="*/ 1450181 h 1890712"/>
              <a:gd name="connsiteX147" fmla="*/ 1981200 w 2543175"/>
              <a:gd name="connsiteY147" fmla="*/ 1454944 h 1890712"/>
              <a:gd name="connsiteX148" fmla="*/ 1997869 w 2543175"/>
              <a:gd name="connsiteY148" fmla="*/ 1471612 h 1890712"/>
              <a:gd name="connsiteX149" fmla="*/ 2007394 w 2543175"/>
              <a:gd name="connsiteY149" fmla="*/ 1478756 h 1890712"/>
              <a:gd name="connsiteX150" fmla="*/ 2016919 w 2543175"/>
              <a:gd name="connsiteY150" fmla="*/ 1483519 h 1890712"/>
              <a:gd name="connsiteX151" fmla="*/ 2024063 w 2543175"/>
              <a:gd name="connsiteY151" fmla="*/ 1490662 h 1890712"/>
              <a:gd name="connsiteX152" fmla="*/ 2033588 w 2543175"/>
              <a:gd name="connsiteY152" fmla="*/ 1495425 h 1890712"/>
              <a:gd name="connsiteX153" fmla="*/ 2040732 w 2543175"/>
              <a:gd name="connsiteY153" fmla="*/ 1502569 h 1890712"/>
              <a:gd name="connsiteX154" fmla="*/ 2047875 w 2543175"/>
              <a:gd name="connsiteY154" fmla="*/ 1507331 h 1890712"/>
              <a:gd name="connsiteX155" fmla="*/ 2057400 w 2543175"/>
              <a:gd name="connsiteY155" fmla="*/ 1514475 h 1890712"/>
              <a:gd name="connsiteX156" fmla="*/ 2064544 w 2543175"/>
              <a:gd name="connsiteY156" fmla="*/ 1519237 h 1890712"/>
              <a:gd name="connsiteX157" fmla="*/ 2071688 w 2543175"/>
              <a:gd name="connsiteY157" fmla="*/ 1526381 h 1890712"/>
              <a:gd name="connsiteX158" fmla="*/ 2081213 w 2543175"/>
              <a:gd name="connsiteY158" fmla="*/ 1531144 h 1890712"/>
              <a:gd name="connsiteX159" fmla="*/ 2090738 w 2543175"/>
              <a:gd name="connsiteY159" fmla="*/ 1538287 h 1890712"/>
              <a:gd name="connsiteX160" fmla="*/ 2109788 w 2543175"/>
              <a:gd name="connsiteY160" fmla="*/ 1547812 h 1890712"/>
              <a:gd name="connsiteX161" fmla="*/ 2131219 w 2543175"/>
              <a:gd name="connsiteY161" fmla="*/ 1562100 h 1890712"/>
              <a:gd name="connsiteX162" fmla="*/ 2140744 w 2543175"/>
              <a:gd name="connsiteY162" fmla="*/ 1566862 h 1890712"/>
              <a:gd name="connsiteX163" fmla="*/ 2152650 w 2543175"/>
              <a:gd name="connsiteY163" fmla="*/ 1576387 h 1890712"/>
              <a:gd name="connsiteX164" fmla="*/ 2181225 w 2543175"/>
              <a:gd name="connsiteY164" fmla="*/ 1590675 h 1890712"/>
              <a:gd name="connsiteX165" fmla="*/ 2200275 w 2543175"/>
              <a:gd name="connsiteY165" fmla="*/ 1607344 h 1890712"/>
              <a:gd name="connsiteX166" fmla="*/ 2207419 w 2543175"/>
              <a:gd name="connsiteY166" fmla="*/ 1612106 h 1890712"/>
              <a:gd name="connsiteX167" fmla="*/ 2216944 w 2543175"/>
              <a:gd name="connsiteY167" fmla="*/ 1619250 h 1890712"/>
              <a:gd name="connsiteX168" fmla="*/ 2224088 w 2543175"/>
              <a:gd name="connsiteY168" fmla="*/ 1624012 h 1890712"/>
              <a:gd name="connsiteX169" fmla="*/ 2247900 w 2543175"/>
              <a:gd name="connsiteY169" fmla="*/ 1643062 h 1890712"/>
              <a:gd name="connsiteX170" fmla="*/ 2255044 w 2543175"/>
              <a:gd name="connsiteY170" fmla="*/ 1650206 h 1890712"/>
              <a:gd name="connsiteX171" fmla="*/ 2281238 w 2543175"/>
              <a:gd name="connsiteY171" fmla="*/ 1664494 h 1890712"/>
              <a:gd name="connsiteX172" fmla="*/ 2297907 w 2543175"/>
              <a:gd name="connsiteY172" fmla="*/ 1674019 h 1890712"/>
              <a:gd name="connsiteX173" fmla="*/ 2305050 w 2543175"/>
              <a:gd name="connsiteY173" fmla="*/ 1678781 h 1890712"/>
              <a:gd name="connsiteX174" fmla="*/ 2312194 w 2543175"/>
              <a:gd name="connsiteY174" fmla="*/ 1685925 h 1890712"/>
              <a:gd name="connsiteX175" fmla="*/ 2321719 w 2543175"/>
              <a:gd name="connsiteY175" fmla="*/ 1690687 h 1890712"/>
              <a:gd name="connsiteX176" fmla="*/ 2328863 w 2543175"/>
              <a:gd name="connsiteY176" fmla="*/ 1697831 h 1890712"/>
              <a:gd name="connsiteX177" fmla="*/ 2350294 w 2543175"/>
              <a:gd name="connsiteY177" fmla="*/ 1712119 h 1890712"/>
              <a:gd name="connsiteX178" fmla="*/ 2359819 w 2543175"/>
              <a:gd name="connsiteY178" fmla="*/ 1719262 h 1890712"/>
              <a:gd name="connsiteX179" fmla="*/ 2369344 w 2543175"/>
              <a:gd name="connsiteY179" fmla="*/ 1724025 h 1890712"/>
              <a:gd name="connsiteX180" fmla="*/ 2376488 w 2543175"/>
              <a:gd name="connsiteY180" fmla="*/ 1731169 h 1890712"/>
              <a:gd name="connsiteX181" fmla="*/ 2402682 w 2543175"/>
              <a:gd name="connsiteY181" fmla="*/ 1747837 h 1890712"/>
              <a:gd name="connsiteX182" fmla="*/ 2450307 w 2543175"/>
              <a:gd name="connsiteY182" fmla="*/ 1769269 h 1890712"/>
              <a:gd name="connsiteX183" fmla="*/ 2466975 w 2543175"/>
              <a:gd name="connsiteY183" fmla="*/ 1783556 h 1890712"/>
              <a:gd name="connsiteX184" fmla="*/ 2481263 w 2543175"/>
              <a:gd name="connsiteY184" fmla="*/ 1795462 h 1890712"/>
              <a:gd name="connsiteX185" fmla="*/ 2486025 w 2543175"/>
              <a:gd name="connsiteY185" fmla="*/ 1802606 h 1890712"/>
              <a:gd name="connsiteX186" fmla="*/ 2493169 w 2543175"/>
              <a:gd name="connsiteY186" fmla="*/ 1807369 h 1890712"/>
              <a:gd name="connsiteX187" fmla="*/ 2495550 w 2543175"/>
              <a:gd name="connsiteY187" fmla="*/ 1816894 h 1890712"/>
              <a:gd name="connsiteX188" fmla="*/ 2497932 w 2543175"/>
              <a:gd name="connsiteY188" fmla="*/ 1824037 h 1890712"/>
              <a:gd name="connsiteX189" fmla="*/ 2514600 w 2543175"/>
              <a:gd name="connsiteY189" fmla="*/ 1850231 h 1890712"/>
              <a:gd name="connsiteX190" fmla="*/ 2519363 w 2543175"/>
              <a:gd name="connsiteY190" fmla="*/ 1857375 h 1890712"/>
              <a:gd name="connsiteX191" fmla="*/ 2540794 w 2543175"/>
              <a:gd name="connsiteY191" fmla="*/ 1883569 h 1890712"/>
              <a:gd name="connsiteX192" fmla="*/ 2543175 w 2543175"/>
              <a:gd name="connsiteY19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26382 w 2543175"/>
              <a:gd name="connsiteY114" fmla="*/ 1085850 h 1890712"/>
              <a:gd name="connsiteX115" fmla="*/ 1531144 w 2543175"/>
              <a:gd name="connsiteY115" fmla="*/ 1095375 h 1890712"/>
              <a:gd name="connsiteX116" fmla="*/ 1559719 w 2543175"/>
              <a:gd name="connsiteY116" fmla="*/ 1121569 h 1890712"/>
              <a:gd name="connsiteX117" fmla="*/ 1569244 w 2543175"/>
              <a:gd name="connsiteY117" fmla="*/ 1131094 h 1890712"/>
              <a:gd name="connsiteX118" fmla="*/ 1597819 w 2543175"/>
              <a:gd name="connsiteY118" fmla="*/ 1154906 h 1890712"/>
              <a:gd name="connsiteX119" fmla="*/ 1604963 w 2543175"/>
              <a:gd name="connsiteY119" fmla="*/ 1162050 h 1890712"/>
              <a:gd name="connsiteX120" fmla="*/ 1612107 w 2543175"/>
              <a:gd name="connsiteY120" fmla="*/ 1166812 h 1890712"/>
              <a:gd name="connsiteX121" fmla="*/ 1628775 w 2543175"/>
              <a:gd name="connsiteY121" fmla="*/ 1183481 h 1890712"/>
              <a:gd name="connsiteX122" fmla="*/ 1662113 w 2543175"/>
              <a:gd name="connsiteY122" fmla="*/ 1209675 h 1890712"/>
              <a:gd name="connsiteX123" fmla="*/ 1678782 w 2543175"/>
              <a:gd name="connsiteY123" fmla="*/ 1226344 h 1890712"/>
              <a:gd name="connsiteX124" fmla="*/ 1700213 w 2543175"/>
              <a:gd name="connsiteY124" fmla="*/ 1247775 h 1890712"/>
              <a:gd name="connsiteX125" fmla="*/ 1712119 w 2543175"/>
              <a:gd name="connsiteY125" fmla="*/ 1259681 h 1890712"/>
              <a:gd name="connsiteX126" fmla="*/ 1733550 w 2543175"/>
              <a:gd name="connsiteY126" fmla="*/ 1273969 h 1890712"/>
              <a:gd name="connsiteX127" fmla="*/ 1743075 w 2543175"/>
              <a:gd name="connsiteY127" fmla="*/ 1283494 h 1890712"/>
              <a:gd name="connsiteX128" fmla="*/ 1754982 w 2543175"/>
              <a:gd name="connsiteY128" fmla="*/ 1290637 h 1890712"/>
              <a:gd name="connsiteX129" fmla="*/ 1766888 w 2543175"/>
              <a:gd name="connsiteY129" fmla="*/ 1300162 h 1890712"/>
              <a:gd name="connsiteX130" fmla="*/ 1783557 w 2543175"/>
              <a:gd name="connsiteY130" fmla="*/ 1307306 h 1890712"/>
              <a:gd name="connsiteX131" fmla="*/ 1790700 w 2543175"/>
              <a:gd name="connsiteY131" fmla="*/ 1312069 h 1890712"/>
              <a:gd name="connsiteX132" fmla="*/ 1800225 w 2543175"/>
              <a:gd name="connsiteY132" fmla="*/ 1319212 h 1890712"/>
              <a:gd name="connsiteX133" fmla="*/ 1807369 w 2543175"/>
              <a:gd name="connsiteY133" fmla="*/ 1321594 h 1890712"/>
              <a:gd name="connsiteX134" fmla="*/ 1824038 w 2543175"/>
              <a:gd name="connsiteY134" fmla="*/ 1333500 h 1890712"/>
              <a:gd name="connsiteX135" fmla="*/ 1843088 w 2543175"/>
              <a:gd name="connsiteY135" fmla="*/ 1352550 h 1890712"/>
              <a:gd name="connsiteX136" fmla="*/ 1852613 w 2543175"/>
              <a:gd name="connsiteY136" fmla="*/ 1359694 h 1890712"/>
              <a:gd name="connsiteX137" fmla="*/ 1859757 w 2543175"/>
              <a:gd name="connsiteY137" fmla="*/ 1366837 h 1890712"/>
              <a:gd name="connsiteX138" fmla="*/ 1869282 w 2543175"/>
              <a:gd name="connsiteY138" fmla="*/ 1371600 h 1890712"/>
              <a:gd name="connsiteX139" fmla="*/ 1883569 w 2543175"/>
              <a:gd name="connsiteY139" fmla="*/ 1388269 h 1890712"/>
              <a:gd name="connsiteX140" fmla="*/ 1893094 w 2543175"/>
              <a:gd name="connsiteY140" fmla="*/ 1395412 h 1890712"/>
              <a:gd name="connsiteX141" fmla="*/ 1902619 w 2543175"/>
              <a:gd name="connsiteY141" fmla="*/ 1404937 h 1890712"/>
              <a:gd name="connsiteX142" fmla="*/ 1912144 w 2543175"/>
              <a:gd name="connsiteY142" fmla="*/ 1409700 h 1890712"/>
              <a:gd name="connsiteX143" fmla="*/ 1931194 w 2543175"/>
              <a:gd name="connsiteY143" fmla="*/ 1421606 h 1890712"/>
              <a:gd name="connsiteX144" fmla="*/ 1935957 w 2543175"/>
              <a:gd name="connsiteY144" fmla="*/ 1428750 h 1890712"/>
              <a:gd name="connsiteX145" fmla="*/ 1952625 w 2543175"/>
              <a:gd name="connsiteY145" fmla="*/ 1438275 h 1890712"/>
              <a:gd name="connsiteX146" fmla="*/ 1971675 w 2543175"/>
              <a:gd name="connsiteY146" fmla="*/ 1450181 h 1890712"/>
              <a:gd name="connsiteX147" fmla="*/ 1981200 w 2543175"/>
              <a:gd name="connsiteY147" fmla="*/ 1454944 h 1890712"/>
              <a:gd name="connsiteX148" fmla="*/ 1997869 w 2543175"/>
              <a:gd name="connsiteY148" fmla="*/ 1471612 h 1890712"/>
              <a:gd name="connsiteX149" fmla="*/ 2007394 w 2543175"/>
              <a:gd name="connsiteY149" fmla="*/ 1478756 h 1890712"/>
              <a:gd name="connsiteX150" fmla="*/ 2016919 w 2543175"/>
              <a:gd name="connsiteY150" fmla="*/ 1483519 h 1890712"/>
              <a:gd name="connsiteX151" fmla="*/ 2024063 w 2543175"/>
              <a:gd name="connsiteY151" fmla="*/ 1490662 h 1890712"/>
              <a:gd name="connsiteX152" fmla="*/ 2033588 w 2543175"/>
              <a:gd name="connsiteY152" fmla="*/ 1495425 h 1890712"/>
              <a:gd name="connsiteX153" fmla="*/ 2040732 w 2543175"/>
              <a:gd name="connsiteY153" fmla="*/ 1502569 h 1890712"/>
              <a:gd name="connsiteX154" fmla="*/ 2047875 w 2543175"/>
              <a:gd name="connsiteY154" fmla="*/ 1507331 h 1890712"/>
              <a:gd name="connsiteX155" fmla="*/ 2057400 w 2543175"/>
              <a:gd name="connsiteY155" fmla="*/ 1514475 h 1890712"/>
              <a:gd name="connsiteX156" fmla="*/ 2064544 w 2543175"/>
              <a:gd name="connsiteY156" fmla="*/ 1519237 h 1890712"/>
              <a:gd name="connsiteX157" fmla="*/ 2071688 w 2543175"/>
              <a:gd name="connsiteY157" fmla="*/ 1526381 h 1890712"/>
              <a:gd name="connsiteX158" fmla="*/ 2081213 w 2543175"/>
              <a:gd name="connsiteY158" fmla="*/ 1531144 h 1890712"/>
              <a:gd name="connsiteX159" fmla="*/ 2090738 w 2543175"/>
              <a:gd name="connsiteY159" fmla="*/ 1538287 h 1890712"/>
              <a:gd name="connsiteX160" fmla="*/ 2109788 w 2543175"/>
              <a:gd name="connsiteY160" fmla="*/ 1547812 h 1890712"/>
              <a:gd name="connsiteX161" fmla="*/ 2131219 w 2543175"/>
              <a:gd name="connsiteY161" fmla="*/ 1562100 h 1890712"/>
              <a:gd name="connsiteX162" fmla="*/ 2140744 w 2543175"/>
              <a:gd name="connsiteY162" fmla="*/ 1566862 h 1890712"/>
              <a:gd name="connsiteX163" fmla="*/ 2152650 w 2543175"/>
              <a:gd name="connsiteY163" fmla="*/ 1576387 h 1890712"/>
              <a:gd name="connsiteX164" fmla="*/ 2181225 w 2543175"/>
              <a:gd name="connsiteY164" fmla="*/ 1590675 h 1890712"/>
              <a:gd name="connsiteX165" fmla="*/ 2200275 w 2543175"/>
              <a:gd name="connsiteY165" fmla="*/ 1607344 h 1890712"/>
              <a:gd name="connsiteX166" fmla="*/ 2207419 w 2543175"/>
              <a:gd name="connsiteY166" fmla="*/ 1612106 h 1890712"/>
              <a:gd name="connsiteX167" fmla="*/ 2216944 w 2543175"/>
              <a:gd name="connsiteY167" fmla="*/ 1619250 h 1890712"/>
              <a:gd name="connsiteX168" fmla="*/ 2224088 w 2543175"/>
              <a:gd name="connsiteY168" fmla="*/ 1624012 h 1890712"/>
              <a:gd name="connsiteX169" fmla="*/ 2247900 w 2543175"/>
              <a:gd name="connsiteY169" fmla="*/ 1643062 h 1890712"/>
              <a:gd name="connsiteX170" fmla="*/ 2255044 w 2543175"/>
              <a:gd name="connsiteY170" fmla="*/ 1650206 h 1890712"/>
              <a:gd name="connsiteX171" fmla="*/ 2281238 w 2543175"/>
              <a:gd name="connsiteY171" fmla="*/ 1664494 h 1890712"/>
              <a:gd name="connsiteX172" fmla="*/ 2297907 w 2543175"/>
              <a:gd name="connsiteY172" fmla="*/ 1674019 h 1890712"/>
              <a:gd name="connsiteX173" fmla="*/ 2305050 w 2543175"/>
              <a:gd name="connsiteY173" fmla="*/ 1678781 h 1890712"/>
              <a:gd name="connsiteX174" fmla="*/ 2312194 w 2543175"/>
              <a:gd name="connsiteY174" fmla="*/ 1685925 h 1890712"/>
              <a:gd name="connsiteX175" fmla="*/ 2321719 w 2543175"/>
              <a:gd name="connsiteY175" fmla="*/ 1690687 h 1890712"/>
              <a:gd name="connsiteX176" fmla="*/ 2328863 w 2543175"/>
              <a:gd name="connsiteY176" fmla="*/ 1697831 h 1890712"/>
              <a:gd name="connsiteX177" fmla="*/ 2350294 w 2543175"/>
              <a:gd name="connsiteY177" fmla="*/ 1712119 h 1890712"/>
              <a:gd name="connsiteX178" fmla="*/ 2359819 w 2543175"/>
              <a:gd name="connsiteY178" fmla="*/ 1719262 h 1890712"/>
              <a:gd name="connsiteX179" fmla="*/ 2369344 w 2543175"/>
              <a:gd name="connsiteY179" fmla="*/ 1724025 h 1890712"/>
              <a:gd name="connsiteX180" fmla="*/ 2376488 w 2543175"/>
              <a:gd name="connsiteY180" fmla="*/ 1731169 h 1890712"/>
              <a:gd name="connsiteX181" fmla="*/ 2402682 w 2543175"/>
              <a:gd name="connsiteY181" fmla="*/ 1747837 h 1890712"/>
              <a:gd name="connsiteX182" fmla="*/ 2450307 w 2543175"/>
              <a:gd name="connsiteY182" fmla="*/ 1769269 h 1890712"/>
              <a:gd name="connsiteX183" fmla="*/ 2466975 w 2543175"/>
              <a:gd name="connsiteY183" fmla="*/ 1783556 h 1890712"/>
              <a:gd name="connsiteX184" fmla="*/ 2481263 w 2543175"/>
              <a:gd name="connsiteY184" fmla="*/ 1795462 h 1890712"/>
              <a:gd name="connsiteX185" fmla="*/ 2486025 w 2543175"/>
              <a:gd name="connsiteY185" fmla="*/ 1802606 h 1890712"/>
              <a:gd name="connsiteX186" fmla="*/ 2493169 w 2543175"/>
              <a:gd name="connsiteY186" fmla="*/ 1807369 h 1890712"/>
              <a:gd name="connsiteX187" fmla="*/ 2495550 w 2543175"/>
              <a:gd name="connsiteY187" fmla="*/ 1816894 h 1890712"/>
              <a:gd name="connsiteX188" fmla="*/ 2497932 w 2543175"/>
              <a:gd name="connsiteY188" fmla="*/ 1824037 h 1890712"/>
              <a:gd name="connsiteX189" fmla="*/ 2514600 w 2543175"/>
              <a:gd name="connsiteY189" fmla="*/ 1850231 h 1890712"/>
              <a:gd name="connsiteX190" fmla="*/ 2519363 w 2543175"/>
              <a:gd name="connsiteY190" fmla="*/ 1857375 h 1890712"/>
              <a:gd name="connsiteX191" fmla="*/ 2540794 w 2543175"/>
              <a:gd name="connsiteY191" fmla="*/ 1883569 h 1890712"/>
              <a:gd name="connsiteX192" fmla="*/ 2543175 w 2543175"/>
              <a:gd name="connsiteY19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26382 w 2543175"/>
              <a:gd name="connsiteY114" fmla="*/ 1085850 h 1890712"/>
              <a:gd name="connsiteX115" fmla="*/ 1559719 w 2543175"/>
              <a:gd name="connsiteY115" fmla="*/ 1121569 h 1890712"/>
              <a:gd name="connsiteX116" fmla="*/ 1569244 w 2543175"/>
              <a:gd name="connsiteY116" fmla="*/ 1131094 h 1890712"/>
              <a:gd name="connsiteX117" fmla="*/ 1597819 w 2543175"/>
              <a:gd name="connsiteY117" fmla="*/ 1154906 h 1890712"/>
              <a:gd name="connsiteX118" fmla="*/ 1604963 w 2543175"/>
              <a:gd name="connsiteY118" fmla="*/ 1162050 h 1890712"/>
              <a:gd name="connsiteX119" fmla="*/ 1612107 w 2543175"/>
              <a:gd name="connsiteY119" fmla="*/ 1166812 h 1890712"/>
              <a:gd name="connsiteX120" fmla="*/ 1628775 w 2543175"/>
              <a:gd name="connsiteY120" fmla="*/ 1183481 h 1890712"/>
              <a:gd name="connsiteX121" fmla="*/ 1662113 w 2543175"/>
              <a:gd name="connsiteY121" fmla="*/ 1209675 h 1890712"/>
              <a:gd name="connsiteX122" fmla="*/ 1678782 w 2543175"/>
              <a:gd name="connsiteY122" fmla="*/ 1226344 h 1890712"/>
              <a:gd name="connsiteX123" fmla="*/ 1700213 w 2543175"/>
              <a:gd name="connsiteY123" fmla="*/ 1247775 h 1890712"/>
              <a:gd name="connsiteX124" fmla="*/ 1712119 w 2543175"/>
              <a:gd name="connsiteY124" fmla="*/ 1259681 h 1890712"/>
              <a:gd name="connsiteX125" fmla="*/ 1733550 w 2543175"/>
              <a:gd name="connsiteY125" fmla="*/ 1273969 h 1890712"/>
              <a:gd name="connsiteX126" fmla="*/ 1743075 w 2543175"/>
              <a:gd name="connsiteY126" fmla="*/ 1283494 h 1890712"/>
              <a:gd name="connsiteX127" fmla="*/ 1754982 w 2543175"/>
              <a:gd name="connsiteY127" fmla="*/ 1290637 h 1890712"/>
              <a:gd name="connsiteX128" fmla="*/ 1766888 w 2543175"/>
              <a:gd name="connsiteY128" fmla="*/ 1300162 h 1890712"/>
              <a:gd name="connsiteX129" fmla="*/ 1783557 w 2543175"/>
              <a:gd name="connsiteY129" fmla="*/ 1307306 h 1890712"/>
              <a:gd name="connsiteX130" fmla="*/ 1790700 w 2543175"/>
              <a:gd name="connsiteY130" fmla="*/ 1312069 h 1890712"/>
              <a:gd name="connsiteX131" fmla="*/ 1800225 w 2543175"/>
              <a:gd name="connsiteY131" fmla="*/ 1319212 h 1890712"/>
              <a:gd name="connsiteX132" fmla="*/ 1807369 w 2543175"/>
              <a:gd name="connsiteY132" fmla="*/ 1321594 h 1890712"/>
              <a:gd name="connsiteX133" fmla="*/ 1824038 w 2543175"/>
              <a:gd name="connsiteY133" fmla="*/ 1333500 h 1890712"/>
              <a:gd name="connsiteX134" fmla="*/ 1843088 w 2543175"/>
              <a:gd name="connsiteY134" fmla="*/ 1352550 h 1890712"/>
              <a:gd name="connsiteX135" fmla="*/ 1852613 w 2543175"/>
              <a:gd name="connsiteY135" fmla="*/ 1359694 h 1890712"/>
              <a:gd name="connsiteX136" fmla="*/ 1859757 w 2543175"/>
              <a:gd name="connsiteY136" fmla="*/ 1366837 h 1890712"/>
              <a:gd name="connsiteX137" fmla="*/ 1869282 w 2543175"/>
              <a:gd name="connsiteY137" fmla="*/ 1371600 h 1890712"/>
              <a:gd name="connsiteX138" fmla="*/ 1883569 w 2543175"/>
              <a:gd name="connsiteY138" fmla="*/ 1388269 h 1890712"/>
              <a:gd name="connsiteX139" fmla="*/ 1893094 w 2543175"/>
              <a:gd name="connsiteY139" fmla="*/ 1395412 h 1890712"/>
              <a:gd name="connsiteX140" fmla="*/ 1902619 w 2543175"/>
              <a:gd name="connsiteY140" fmla="*/ 1404937 h 1890712"/>
              <a:gd name="connsiteX141" fmla="*/ 1912144 w 2543175"/>
              <a:gd name="connsiteY141" fmla="*/ 1409700 h 1890712"/>
              <a:gd name="connsiteX142" fmla="*/ 1931194 w 2543175"/>
              <a:gd name="connsiteY142" fmla="*/ 1421606 h 1890712"/>
              <a:gd name="connsiteX143" fmla="*/ 1935957 w 2543175"/>
              <a:gd name="connsiteY143" fmla="*/ 1428750 h 1890712"/>
              <a:gd name="connsiteX144" fmla="*/ 1952625 w 2543175"/>
              <a:gd name="connsiteY144" fmla="*/ 1438275 h 1890712"/>
              <a:gd name="connsiteX145" fmla="*/ 1971675 w 2543175"/>
              <a:gd name="connsiteY145" fmla="*/ 1450181 h 1890712"/>
              <a:gd name="connsiteX146" fmla="*/ 1981200 w 2543175"/>
              <a:gd name="connsiteY146" fmla="*/ 1454944 h 1890712"/>
              <a:gd name="connsiteX147" fmla="*/ 1997869 w 2543175"/>
              <a:gd name="connsiteY147" fmla="*/ 1471612 h 1890712"/>
              <a:gd name="connsiteX148" fmla="*/ 2007394 w 2543175"/>
              <a:gd name="connsiteY148" fmla="*/ 1478756 h 1890712"/>
              <a:gd name="connsiteX149" fmla="*/ 2016919 w 2543175"/>
              <a:gd name="connsiteY149" fmla="*/ 1483519 h 1890712"/>
              <a:gd name="connsiteX150" fmla="*/ 2024063 w 2543175"/>
              <a:gd name="connsiteY150" fmla="*/ 1490662 h 1890712"/>
              <a:gd name="connsiteX151" fmla="*/ 2033588 w 2543175"/>
              <a:gd name="connsiteY151" fmla="*/ 1495425 h 1890712"/>
              <a:gd name="connsiteX152" fmla="*/ 2040732 w 2543175"/>
              <a:gd name="connsiteY152" fmla="*/ 1502569 h 1890712"/>
              <a:gd name="connsiteX153" fmla="*/ 2047875 w 2543175"/>
              <a:gd name="connsiteY153" fmla="*/ 1507331 h 1890712"/>
              <a:gd name="connsiteX154" fmla="*/ 2057400 w 2543175"/>
              <a:gd name="connsiteY154" fmla="*/ 1514475 h 1890712"/>
              <a:gd name="connsiteX155" fmla="*/ 2064544 w 2543175"/>
              <a:gd name="connsiteY155" fmla="*/ 1519237 h 1890712"/>
              <a:gd name="connsiteX156" fmla="*/ 2071688 w 2543175"/>
              <a:gd name="connsiteY156" fmla="*/ 1526381 h 1890712"/>
              <a:gd name="connsiteX157" fmla="*/ 2081213 w 2543175"/>
              <a:gd name="connsiteY157" fmla="*/ 1531144 h 1890712"/>
              <a:gd name="connsiteX158" fmla="*/ 2090738 w 2543175"/>
              <a:gd name="connsiteY158" fmla="*/ 1538287 h 1890712"/>
              <a:gd name="connsiteX159" fmla="*/ 2109788 w 2543175"/>
              <a:gd name="connsiteY159" fmla="*/ 1547812 h 1890712"/>
              <a:gd name="connsiteX160" fmla="*/ 2131219 w 2543175"/>
              <a:gd name="connsiteY160" fmla="*/ 1562100 h 1890712"/>
              <a:gd name="connsiteX161" fmla="*/ 2140744 w 2543175"/>
              <a:gd name="connsiteY161" fmla="*/ 1566862 h 1890712"/>
              <a:gd name="connsiteX162" fmla="*/ 2152650 w 2543175"/>
              <a:gd name="connsiteY162" fmla="*/ 1576387 h 1890712"/>
              <a:gd name="connsiteX163" fmla="*/ 2181225 w 2543175"/>
              <a:gd name="connsiteY163" fmla="*/ 1590675 h 1890712"/>
              <a:gd name="connsiteX164" fmla="*/ 2200275 w 2543175"/>
              <a:gd name="connsiteY164" fmla="*/ 1607344 h 1890712"/>
              <a:gd name="connsiteX165" fmla="*/ 2207419 w 2543175"/>
              <a:gd name="connsiteY165" fmla="*/ 1612106 h 1890712"/>
              <a:gd name="connsiteX166" fmla="*/ 2216944 w 2543175"/>
              <a:gd name="connsiteY166" fmla="*/ 1619250 h 1890712"/>
              <a:gd name="connsiteX167" fmla="*/ 2224088 w 2543175"/>
              <a:gd name="connsiteY167" fmla="*/ 1624012 h 1890712"/>
              <a:gd name="connsiteX168" fmla="*/ 2247900 w 2543175"/>
              <a:gd name="connsiteY168" fmla="*/ 1643062 h 1890712"/>
              <a:gd name="connsiteX169" fmla="*/ 2255044 w 2543175"/>
              <a:gd name="connsiteY169" fmla="*/ 1650206 h 1890712"/>
              <a:gd name="connsiteX170" fmla="*/ 2281238 w 2543175"/>
              <a:gd name="connsiteY170" fmla="*/ 1664494 h 1890712"/>
              <a:gd name="connsiteX171" fmla="*/ 2297907 w 2543175"/>
              <a:gd name="connsiteY171" fmla="*/ 1674019 h 1890712"/>
              <a:gd name="connsiteX172" fmla="*/ 2305050 w 2543175"/>
              <a:gd name="connsiteY172" fmla="*/ 1678781 h 1890712"/>
              <a:gd name="connsiteX173" fmla="*/ 2312194 w 2543175"/>
              <a:gd name="connsiteY173" fmla="*/ 1685925 h 1890712"/>
              <a:gd name="connsiteX174" fmla="*/ 2321719 w 2543175"/>
              <a:gd name="connsiteY174" fmla="*/ 1690687 h 1890712"/>
              <a:gd name="connsiteX175" fmla="*/ 2328863 w 2543175"/>
              <a:gd name="connsiteY175" fmla="*/ 1697831 h 1890712"/>
              <a:gd name="connsiteX176" fmla="*/ 2350294 w 2543175"/>
              <a:gd name="connsiteY176" fmla="*/ 1712119 h 1890712"/>
              <a:gd name="connsiteX177" fmla="*/ 2359819 w 2543175"/>
              <a:gd name="connsiteY177" fmla="*/ 1719262 h 1890712"/>
              <a:gd name="connsiteX178" fmla="*/ 2369344 w 2543175"/>
              <a:gd name="connsiteY178" fmla="*/ 1724025 h 1890712"/>
              <a:gd name="connsiteX179" fmla="*/ 2376488 w 2543175"/>
              <a:gd name="connsiteY179" fmla="*/ 1731169 h 1890712"/>
              <a:gd name="connsiteX180" fmla="*/ 2402682 w 2543175"/>
              <a:gd name="connsiteY180" fmla="*/ 1747837 h 1890712"/>
              <a:gd name="connsiteX181" fmla="*/ 2450307 w 2543175"/>
              <a:gd name="connsiteY181" fmla="*/ 1769269 h 1890712"/>
              <a:gd name="connsiteX182" fmla="*/ 2466975 w 2543175"/>
              <a:gd name="connsiteY182" fmla="*/ 1783556 h 1890712"/>
              <a:gd name="connsiteX183" fmla="*/ 2481263 w 2543175"/>
              <a:gd name="connsiteY183" fmla="*/ 1795462 h 1890712"/>
              <a:gd name="connsiteX184" fmla="*/ 2486025 w 2543175"/>
              <a:gd name="connsiteY184" fmla="*/ 1802606 h 1890712"/>
              <a:gd name="connsiteX185" fmla="*/ 2493169 w 2543175"/>
              <a:gd name="connsiteY185" fmla="*/ 1807369 h 1890712"/>
              <a:gd name="connsiteX186" fmla="*/ 2495550 w 2543175"/>
              <a:gd name="connsiteY186" fmla="*/ 1816894 h 1890712"/>
              <a:gd name="connsiteX187" fmla="*/ 2497932 w 2543175"/>
              <a:gd name="connsiteY187" fmla="*/ 1824037 h 1890712"/>
              <a:gd name="connsiteX188" fmla="*/ 2514600 w 2543175"/>
              <a:gd name="connsiteY188" fmla="*/ 1850231 h 1890712"/>
              <a:gd name="connsiteX189" fmla="*/ 2519363 w 2543175"/>
              <a:gd name="connsiteY189" fmla="*/ 1857375 h 1890712"/>
              <a:gd name="connsiteX190" fmla="*/ 2540794 w 2543175"/>
              <a:gd name="connsiteY190" fmla="*/ 1883569 h 1890712"/>
              <a:gd name="connsiteX191" fmla="*/ 2543175 w 2543175"/>
              <a:gd name="connsiteY191"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59719 w 2543175"/>
              <a:gd name="connsiteY114" fmla="*/ 1121569 h 1890712"/>
              <a:gd name="connsiteX115" fmla="*/ 1569244 w 2543175"/>
              <a:gd name="connsiteY115" fmla="*/ 1131094 h 1890712"/>
              <a:gd name="connsiteX116" fmla="*/ 1597819 w 2543175"/>
              <a:gd name="connsiteY116" fmla="*/ 1154906 h 1890712"/>
              <a:gd name="connsiteX117" fmla="*/ 1604963 w 2543175"/>
              <a:gd name="connsiteY117" fmla="*/ 1162050 h 1890712"/>
              <a:gd name="connsiteX118" fmla="*/ 1612107 w 2543175"/>
              <a:gd name="connsiteY118" fmla="*/ 1166812 h 1890712"/>
              <a:gd name="connsiteX119" fmla="*/ 1628775 w 2543175"/>
              <a:gd name="connsiteY119" fmla="*/ 1183481 h 1890712"/>
              <a:gd name="connsiteX120" fmla="*/ 1662113 w 2543175"/>
              <a:gd name="connsiteY120" fmla="*/ 1209675 h 1890712"/>
              <a:gd name="connsiteX121" fmla="*/ 1678782 w 2543175"/>
              <a:gd name="connsiteY121" fmla="*/ 1226344 h 1890712"/>
              <a:gd name="connsiteX122" fmla="*/ 1700213 w 2543175"/>
              <a:gd name="connsiteY122" fmla="*/ 1247775 h 1890712"/>
              <a:gd name="connsiteX123" fmla="*/ 1712119 w 2543175"/>
              <a:gd name="connsiteY123" fmla="*/ 1259681 h 1890712"/>
              <a:gd name="connsiteX124" fmla="*/ 1733550 w 2543175"/>
              <a:gd name="connsiteY124" fmla="*/ 1273969 h 1890712"/>
              <a:gd name="connsiteX125" fmla="*/ 1743075 w 2543175"/>
              <a:gd name="connsiteY125" fmla="*/ 1283494 h 1890712"/>
              <a:gd name="connsiteX126" fmla="*/ 1754982 w 2543175"/>
              <a:gd name="connsiteY126" fmla="*/ 1290637 h 1890712"/>
              <a:gd name="connsiteX127" fmla="*/ 1766888 w 2543175"/>
              <a:gd name="connsiteY127" fmla="*/ 1300162 h 1890712"/>
              <a:gd name="connsiteX128" fmla="*/ 1783557 w 2543175"/>
              <a:gd name="connsiteY128" fmla="*/ 1307306 h 1890712"/>
              <a:gd name="connsiteX129" fmla="*/ 1790700 w 2543175"/>
              <a:gd name="connsiteY129" fmla="*/ 1312069 h 1890712"/>
              <a:gd name="connsiteX130" fmla="*/ 1800225 w 2543175"/>
              <a:gd name="connsiteY130" fmla="*/ 1319212 h 1890712"/>
              <a:gd name="connsiteX131" fmla="*/ 1807369 w 2543175"/>
              <a:gd name="connsiteY131" fmla="*/ 1321594 h 1890712"/>
              <a:gd name="connsiteX132" fmla="*/ 1824038 w 2543175"/>
              <a:gd name="connsiteY132" fmla="*/ 1333500 h 1890712"/>
              <a:gd name="connsiteX133" fmla="*/ 1843088 w 2543175"/>
              <a:gd name="connsiteY133" fmla="*/ 1352550 h 1890712"/>
              <a:gd name="connsiteX134" fmla="*/ 1852613 w 2543175"/>
              <a:gd name="connsiteY134" fmla="*/ 1359694 h 1890712"/>
              <a:gd name="connsiteX135" fmla="*/ 1859757 w 2543175"/>
              <a:gd name="connsiteY135" fmla="*/ 1366837 h 1890712"/>
              <a:gd name="connsiteX136" fmla="*/ 1869282 w 2543175"/>
              <a:gd name="connsiteY136" fmla="*/ 1371600 h 1890712"/>
              <a:gd name="connsiteX137" fmla="*/ 1883569 w 2543175"/>
              <a:gd name="connsiteY137" fmla="*/ 1388269 h 1890712"/>
              <a:gd name="connsiteX138" fmla="*/ 1893094 w 2543175"/>
              <a:gd name="connsiteY138" fmla="*/ 1395412 h 1890712"/>
              <a:gd name="connsiteX139" fmla="*/ 1902619 w 2543175"/>
              <a:gd name="connsiteY139" fmla="*/ 1404937 h 1890712"/>
              <a:gd name="connsiteX140" fmla="*/ 1912144 w 2543175"/>
              <a:gd name="connsiteY140" fmla="*/ 1409700 h 1890712"/>
              <a:gd name="connsiteX141" fmla="*/ 1931194 w 2543175"/>
              <a:gd name="connsiteY141" fmla="*/ 1421606 h 1890712"/>
              <a:gd name="connsiteX142" fmla="*/ 1935957 w 2543175"/>
              <a:gd name="connsiteY142" fmla="*/ 1428750 h 1890712"/>
              <a:gd name="connsiteX143" fmla="*/ 1952625 w 2543175"/>
              <a:gd name="connsiteY143" fmla="*/ 1438275 h 1890712"/>
              <a:gd name="connsiteX144" fmla="*/ 1971675 w 2543175"/>
              <a:gd name="connsiteY144" fmla="*/ 1450181 h 1890712"/>
              <a:gd name="connsiteX145" fmla="*/ 1981200 w 2543175"/>
              <a:gd name="connsiteY145" fmla="*/ 1454944 h 1890712"/>
              <a:gd name="connsiteX146" fmla="*/ 1997869 w 2543175"/>
              <a:gd name="connsiteY146" fmla="*/ 1471612 h 1890712"/>
              <a:gd name="connsiteX147" fmla="*/ 2007394 w 2543175"/>
              <a:gd name="connsiteY147" fmla="*/ 1478756 h 1890712"/>
              <a:gd name="connsiteX148" fmla="*/ 2016919 w 2543175"/>
              <a:gd name="connsiteY148" fmla="*/ 1483519 h 1890712"/>
              <a:gd name="connsiteX149" fmla="*/ 2024063 w 2543175"/>
              <a:gd name="connsiteY149" fmla="*/ 1490662 h 1890712"/>
              <a:gd name="connsiteX150" fmla="*/ 2033588 w 2543175"/>
              <a:gd name="connsiteY150" fmla="*/ 1495425 h 1890712"/>
              <a:gd name="connsiteX151" fmla="*/ 2040732 w 2543175"/>
              <a:gd name="connsiteY151" fmla="*/ 1502569 h 1890712"/>
              <a:gd name="connsiteX152" fmla="*/ 2047875 w 2543175"/>
              <a:gd name="connsiteY152" fmla="*/ 1507331 h 1890712"/>
              <a:gd name="connsiteX153" fmla="*/ 2057400 w 2543175"/>
              <a:gd name="connsiteY153" fmla="*/ 1514475 h 1890712"/>
              <a:gd name="connsiteX154" fmla="*/ 2064544 w 2543175"/>
              <a:gd name="connsiteY154" fmla="*/ 1519237 h 1890712"/>
              <a:gd name="connsiteX155" fmla="*/ 2071688 w 2543175"/>
              <a:gd name="connsiteY155" fmla="*/ 1526381 h 1890712"/>
              <a:gd name="connsiteX156" fmla="*/ 2081213 w 2543175"/>
              <a:gd name="connsiteY156" fmla="*/ 1531144 h 1890712"/>
              <a:gd name="connsiteX157" fmla="*/ 2090738 w 2543175"/>
              <a:gd name="connsiteY157" fmla="*/ 1538287 h 1890712"/>
              <a:gd name="connsiteX158" fmla="*/ 2109788 w 2543175"/>
              <a:gd name="connsiteY158" fmla="*/ 1547812 h 1890712"/>
              <a:gd name="connsiteX159" fmla="*/ 2131219 w 2543175"/>
              <a:gd name="connsiteY159" fmla="*/ 1562100 h 1890712"/>
              <a:gd name="connsiteX160" fmla="*/ 2140744 w 2543175"/>
              <a:gd name="connsiteY160" fmla="*/ 1566862 h 1890712"/>
              <a:gd name="connsiteX161" fmla="*/ 2152650 w 2543175"/>
              <a:gd name="connsiteY161" fmla="*/ 1576387 h 1890712"/>
              <a:gd name="connsiteX162" fmla="*/ 2181225 w 2543175"/>
              <a:gd name="connsiteY162" fmla="*/ 1590675 h 1890712"/>
              <a:gd name="connsiteX163" fmla="*/ 2200275 w 2543175"/>
              <a:gd name="connsiteY163" fmla="*/ 1607344 h 1890712"/>
              <a:gd name="connsiteX164" fmla="*/ 2207419 w 2543175"/>
              <a:gd name="connsiteY164" fmla="*/ 1612106 h 1890712"/>
              <a:gd name="connsiteX165" fmla="*/ 2216944 w 2543175"/>
              <a:gd name="connsiteY165" fmla="*/ 1619250 h 1890712"/>
              <a:gd name="connsiteX166" fmla="*/ 2224088 w 2543175"/>
              <a:gd name="connsiteY166" fmla="*/ 1624012 h 1890712"/>
              <a:gd name="connsiteX167" fmla="*/ 2247900 w 2543175"/>
              <a:gd name="connsiteY167" fmla="*/ 1643062 h 1890712"/>
              <a:gd name="connsiteX168" fmla="*/ 2255044 w 2543175"/>
              <a:gd name="connsiteY168" fmla="*/ 1650206 h 1890712"/>
              <a:gd name="connsiteX169" fmla="*/ 2281238 w 2543175"/>
              <a:gd name="connsiteY169" fmla="*/ 1664494 h 1890712"/>
              <a:gd name="connsiteX170" fmla="*/ 2297907 w 2543175"/>
              <a:gd name="connsiteY170" fmla="*/ 1674019 h 1890712"/>
              <a:gd name="connsiteX171" fmla="*/ 2305050 w 2543175"/>
              <a:gd name="connsiteY171" fmla="*/ 1678781 h 1890712"/>
              <a:gd name="connsiteX172" fmla="*/ 2312194 w 2543175"/>
              <a:gd name="connsiteY172" fmla="*/ 1685925 h 1890712"/>
              <a:gd name="connsiteX173" fmla="*/ 2321719 w 2543175"/>
              <a:gd name="connsiteY173" fmla="*/ 1690687 h 1890712"/>
              <a:gd name="connsiteX174" fmla="*/ 2328863 w 2543175"/>
              <a:gd name="connsiteY174" fmla="*/ 1697831 h 1890712"/>
              <a:gd name="connsiteX175" fmla="*/ 2350294 w 2543175"/>
              <a:gd name="connsiteY175" fmla="*/ 1712119 h 1890712"/>
              <a:gd name="connsiteX176" fmla="*/ 2359819 w 2543175"/>
              <a:gd name="connsiteY176" fmla="*/ 1719262 h 1890712"/>
              <a:gd name="connsiteX177" fmla="*/ 2369344 w 2543175"/>
              <a:gd name="connsiteY177" fmla="*/ 1724025 h 1890712"/>
              <a:gd name="connsiteX178" fmla="*/ 2376488 w 2543175"/>
              <a:gd name="connsiteY178" fmla="*/ 1731169 h 1890712"/>
              <a:gd name="connsiteX179" fmla="*/ 2402682 w 2543175"/>
              <a:gd name="connsiteY179" fmla="*/ 1747837 h 1890712"/>
              <a:gd name="connsiteX180" fmla="*/ 2450307 w 2543175"/>
              <a:gd name="connsiteY180" fmla="*/ 1769269 h 1890712"/>
              <a:gd name="connsiteX181" fmla="*/ 2466975 w 2543175"/>
              <a:gd name="connsiteY181" fmla="*/ 1783556 h 1890712"/>
              <a:gd name="connsiteX182" fmla="*/ 2481263 w 2543175"/>
              <a:gd name="connsiteY182" fmla="*/ 1795462 h 1890712"/>
              <a:gd name="connsiteX183" fmla="*/ 2486025 w 2543175"/>
              <a:gd name="connsiteY183" fmla="*/ 1802606 h 1890712"/>
              <a:gd name="connsiteX184" fmla="*/ 2493169 w 2543175"/>
              <a:gd name="connsiteY184" fmla="*/ 1807369 h 1890712"/>
              <a:gd name="connsiteX185" fmla="*/ 2495550 w 2543175"/>
              <a:gd name="connsiteY185" fmla="*/ 1816894 h 1890712"/>
              <a:gd name="connsiteX186" fmla="*/ 2497932 w 2543175"/>
              <a:gd name="connsiteY186" fmla="*/ 1824037 h 1890712"/>
              <a:gd name="connsiteX187" fmla="*/ 2514600 w 2543175"/>
              <a:gd name="connsiteY187" fmla="*/ 1850231 h 1890712"/>
              <a:gd name="connsiteX188" fmla="*/ 2519363 w 2543175"/>
              <a:gd name="connsiteY188" fmla="*/ 1857375 h 1890712"/>
              <a:gd name="connsiteX189" fmla="*/ 2540794 w 2543175"/>
              <a:gd name="connsiteY189" fmla="*/ 1883569 h 1890712"/>
              <a:gd name="connsiteX190" fmla="*/ 2543175 w 2543175"/>
              <a:gd name="connsiteY19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59719 w 2543175"/>
              <a:gd name="connsiteY114" fmla="*/ 1121569 h 1890712"/>
              <a:gd name="connsiteX115" fmla="*/ 1550194 w 2543175"/>
              <a:gd name="connsiteY115" fmla="*/ 1135856 h 1890712"/>
              <a:gd name="connsiteX116" fmla="*/ 1597819 w 2543175"/>
              <a:gd name="connsiteY116" fmla="*/ 1154906 h 1890712"/>
              <a:gd name="connsiteX117" fmla="*/ 1604963 w 2543175"/>
              <a:gd name="connsiteY117" fmla="*/ 1162050 h 1890712"/>
              <a:gd name="connsiteX118" fmla="*/ 1612107 w 2543175"/>
              <a:gd name="connsiteY118" fmla="*/ 1166812 h 1890712"/>
              <a:gd name="connsiteX119" fmla="*/ 1628775 w 2543175"/>
              <a:gd name="connsiteY119" fmla="*/ 1183481 h 1890712"/>
              <a:gd name="connsiteX120" fmla="*/ 1662113 w 2543175"/>
              <a:gd name="connsiteY120" fmla="*/ 1209675 h 1890712"/>
              <a:gd name="connsiteX121" fmla="*/ 1678782 w 2543175"/>
              <a:gd name="connsiteY121" fmla="*/ 1226344 h 1890712"/>
              <a:gd name="connsiteX122" fmla="*/ 1700213 w 2543175"/>
              <a:gd name="connsiteY122" fmla="*/ 1247775 h 1890712"/>
              <a:gd name="connsiteX123" fmla="*/ 1712119 w 2543175"/>
              <a:gd name="connsiteY123" fmla="*/ 1259681 h 1890712"/>
              <a:gd name="connsiteX124" fmla="*/ 1733550 w 2543175"/>
              <a:gd name="connsiteY124" fmla="*/ 1273969 h 1890712"/>
              <a:gd name="connsiteX125" fmla="*/ 1743075 w 2543175"/>
              <a:gd name="connsiteY125" fmla="*/ 1283494 h 1890712"/>
              <a:gd name="connsiteX126" fmla="*/ 1754982 w 2543175"/>
              <a:gd name="connsiteY126" fmla="*/ 1290637 h 1890712"/>
              <a:gd name="connsiteX127" fmla="*/ 1766888 w 2543175"/>
              <a:gd name="connsiteY127" fmla="*/ 1300162 h 1890712"/>
              <a:gd name="connsiteX128" fmla="*/ 1783557 w 2543175"/>
              <a:gd name="connsiteY128" fmla="*/ 1307306 h 1890712"/>
              <a:gd name="connsiteX129" fmla="*/ 1790700 w 2543175"/>
              <a:gd name="connsiteY129" fmla="*/ 1312069 h 1890712"/>
              <a:gd name="connsiteX130" fmla="*/ 1800225 w 2543175"/>
              <a:gd name="connsiteY130" fmla="*/ 1319212 h 1890712"/>
              <a:gd name="connsiteX131" fmla="*/ 1807369 w 2543175"/>
              <a:gd name="connsiteY131" fmla="*/ 1321594 h 1890712"/>
              <a:gd name="connsiteX132" fmla="*/ 1824038 w 2543175"/>
              <a:gd name="connsiteY132" fmla="*/ 1333500 h 1890712"/>
              <a:gd name="connsiteX133" fmla="*/ 1843088 w 2543175"/>
              <a:gd name="connsiteY133" fmla="*/ 1352550 h 1890712"/>
              <a:gd name="connsiteX134" fmla="*/ 1852613 w 2543175"/>
              <a:gd name="connsiteY134" fmla="*/ 1359694 h 1890712"/>
              <a:gd name="connsiteX135" fmla="*/ 1859757 w 2543175"/>
              <a:gd name="connsiteY135" fmla="*/ 1366837 h 1890712"/>
              <a:gd name="connsiteX136" fmla="*/ 1869282 w 2543175"/>
              <a:gd name="connsiteY136" fmla="*/ 1371600 h 1890712"/>
              <a:gd name="connsiteX137" fmla="*/ 1883569 w 2543175"/>
              <a:gd name="connsiteY137" fmla="*/ 1388269 h 1890712"/>
              <a:gd name="connsiteX138" fmla="*/ 1893094 w 2543175"/>
              <a:gd name="connsiteY138" fmla="*/ 1395412 h 1890712"/>
              <a:gd name="connsiteX139" fmla="*/ 1902619 w 2543175"/>
              <a:gd name="connsiteY139" fmla="*/ 1404937 h 1890712"/>
              <a:gd name="connsiteX140" fmla="*/ 1912144 w 2543175"/>
              <a:gd name="connsiteY140" fmla="*/ 1409700 h 1890712"/>
              <a:gd name="connsiteX141" fmla="*/ 1931194 w 2543175"/>
              <a:gd name="connsiteY141" fmla="*/ 1421606 h 1890712"/>
              <a:gd name="connsiteX142" fmla="*/ 1935957 w 2543175"/>
              <a:gd name="connsiteY142" fmla="*/ 1428750 h 1890712"/>
              <a:gd name="connsiteX143" fmla="*/ 1952625 w 2543175"/>
              <a:gd name="connsiteY143" fmla="*/ 1438275 h 1890712"/>
              <a:gd name="connsiteX144" fmla="*/ 1971675 w 2543175"/>
              <a:gd name="connsiteY144" fmla="*/ 1450181 h 1890712"/>
              <a:gd name="connsiteX145" fmla="*/ 1981200 w 2543175"/>
              <a:gd name="connsiteY145" fmla="*/ 1454944 h 1890712"/>
              <a:gd name="connsiteX146" fmla="*/ 1997869 w 2543175"/>
              <a:gd name="connsiteY146" fmla="*/ 1471612 h 1890712"/>
              <a:gd name="connsiteX147" fmla="*/ 2007394 w 2543175"/>
              <a:gd name="connsiteY147" fmla="*/ 1478756 h 1890712"/>
              <a:gd name="connsiteX148" fmla="*/ 2016919 w 2543175"/>
              <a:gd name="connsiteY148" fmla="*/ 1483519 h 1890712"/>
              <a:gd name="connsiteX149" fmla="*/ 2024063 w 2543175"/>
              <a:gd name="connsiteY149" fmla="*/ 1490662 h 1890712"/>
              <a:gd name="connsiteX150" fmla="*/ 2033588 w 2543175"/>
              <a:gd name="connsiteY150" fmla="*/ 1495425 h 1890712"/>
              <a:gd name="connsiteX151" fmla="*/ 2040732 w 2543175"/>
              <a:gd name="connsiteY151" fmla="*/ 1502569 h 1890712"/>
              <a:gd name="connsiteX152" fmla="*/ 2047875 w 2543175"/>
              <a:gd name="connsiteY152" fmla="*/ 1507331 h 1890712"/>
              <a:gd name="connsiteX153" fmla="*/ 2057400 w 2543175"/>
              <a:gd name="connsiteY153" fmla="*/ 1514475 h 1890712"/>
              <a:gd name="connsiteX154" fmla="*/ 2064544 w 2543175"/>
              <a:gd name="connsiteY154" fmla="*/ 1519237 h 1890712"/>
              <a:gd name="connsiteX155" fmla="*/ 2071688 w 2543175"/>
              <a:gd name="connsiteY155" fmla="*/ 1526381 h 1890712"/>
              <a:gd name="connsiteX156" fmla="*/ 2081213 w 2543175"/>
              <a:gd name="connsiteY156" fmla="*/ 1531144 h 1890712"/>
              <a:gd name="connsiteX157" fmla="*/ 2090738 w 2543175"/>
              <a:gd name="connsiteY157" fmla="*/ 1538287 h 1890712"/>
              <a:gd name="connsiteX158" fmla="*/ 2109788 w 2543175"/>
              <a:gd name="connsiteY158" fmla="*/ 1547812 h 1890712"/>
              <a:gd name="connsiteX159" fmla="*/ 2131219 w 2543175"/>
              <a:gd name="connsiteY159" fmla="*/ 1562100 h 1890712"/>
              <a:gd name="connsiteX160" fmla="*/ 2140744 w 2543175"/>
              <a:gd name="connsiteY160" fmla="*/ 1566862 h 1890712"/>
              <a:gd name="connsiteX161" fmla="*/ 2152650 w 2543175"/>
              <a:gd name="connsiteY161" fmla="*/ 1576387 h 1890712"/>
              <a:gd name="connsiteX162" fmla="*/ 2181225 w 2543175"/>
              <a:gd name="connsiteY162" fmla="*/ 1590675 h 1890712"/>
              <a:gd name="connsiteX163" fmla="*/ 2200275 w 2543175"/>
              <a:gd name="connsiteY163" fmla="*/ 1607344 h 1890712"/>
              <a:gd name="connsiteX164" fmla="*/ 2207419 w 2543175"/>
              <a:gd name="connsiteY164" fmla="*/ 1612106 h 1890712"/>
              <a:gd name="connsiteX165" fmla="*/ 2216944 w 2543175"/>
              <a:gd name="connsiteY165" fmla="*/ 1619250 h 1890712"/>
              <a:gd name="connsiteX166" fmla="*/ 2224088 w 2543175"/>
              <a:gd name="connsiteY166" fmla="*/ 1624012 h 1890712"/>
              <a:gd name="connsiteX167" fmla="*/ 2247900 w 2543175"/>
              <a:gd name="connsiteY167" fmla="*/ 1643062 h 1890712"/>
              <a:gd name="connsiteX168" fmla="*/ 2255044 w 2543175"/>
              <a:gd name="connsiteY168" fmla="*/ 1650206 h 1890712"/>
              <a:gd name="connsiteX169" fmla="*/ 2281238 w 2543175"/>
              <a:gd name="connsiteY169" fmla="*/ 1664494 h 1890712"/>
              <a:gd name="connsiteX170" fmla="*/ 2297907 w 2543175"/>
              <a:gd name="connsiteY170" fmla="*/ 1674019 h 1890712"/>
              <a:gd name="connsiteX171" fmla="*/ 2305050 w 2543175"/>
              <a:gd name="connsiteY171" fmla="*/ 1678781 h 1890712"/>
              <a:gd name="connsiteX172" fmla="*/ 2312194 w 2543175"/>
              <a:gd name="connsiteY172" fmla="*/ 1685925 h 1890712"/>
              <a:gd name="connsiteX173" fmla="*/ 2321719 w 2543175"/>
              <a:gd name="connsiteY173" fmla="*/ 1690687 h 1890712"/>
              <a:gd name="connsiteX174" fmla="*/ 2328863 w 2543175"/>
              <a:gd name="connsiteY174" fmla="*/ 1697831 h 1890712"/>
              <a:gd name="connsiteX175" fmla="*/ 2350294 w 2543175"/>
              <a:gd name="connsiteY175" fmla="*/ 1712119 h 1890712"/>
              <a:gd name="connsiteX176" fmla="*/ 2359819 w 2543175"/>
              <a:gd name="connsiteY176" fmla="*/ 1719262 h 1890712"/>
              <a:gd name="connsiteX177" fmla="*/ 2369344 w 2543175"/>
              <a:gd name="connsiteY177" fmla="*/ 1724025 h 1890712"/>
              <a:gd name="connsiteX178" fmla="*/ 2376488 w 2543175"/>
              <a:gd name="connsiteY178" fmla="*/ 1731169 h 1890712"/>
              <a:gd name="connsiteX179" fmla="*/ 2402682 w 2543175"/>
              <a:gd name="connsiteY179" fmla="*/ 1747837 h 1890712"/>
              <a:gd name="connsiteX180" fmla="*/ 2450307 w 2543175"/>
              <a:gd name="connsiteY180" fmla="*/ 1769269 h 1890712"/>
              <a:gd name="connsiteX181" fmla="*/ 2466975 w 2543175"/>
              <a:gd name="connsiteY181" fmla="*/ 1783556 h 1890712"/>
              <a:gd name="connsiteX182" fmla="*/ 2481263 w 2543175"/>
              <a:gd name="connsiteY182" fmla="*/ 1795462 h 1890712"/>
              <a:gd name="connsiteX183" fmla="*/ 2486025 w 2543175"/>
              <a:gd name="connsiteY183" fmla="*/ 1802606 h 1890712"/>
              <a:gd name="connsiteX184" fmla="*/ 2493169 w 2543175"/>
              <a:gd name="connsiteY184" fmla="*/ 1807369 h 1890712"/>
              <a:gd name="connsiteX185" fmla="*/ 2495550 w 2543175"/>
              <a:gd name="connsiteY185" fmla="*/ 1816894 h 1890712"/>
              <a:gd name="connsiteX186" fmla="*/ 2497932 w 2543175"/>
              <a:gd name="connsiteY186" fmla="*/ 1824037 h 1890712"/>
              <a:gd name="connsiteX187" fmla="*/ 2514600 w 2543175"/>
              <a:gd name="connsiteY187" fmla="*/ 1850231 h 1890712"/>
              <a:gd name="connsiteX188" fmla="*/ 2519363 w 2543175"/>
              <a:gd name="connsiteY188" fmla="*/ 1857375 h 1890712"/>
              <a:gd name="connsiteX189" fmla="*/ 2540794 w 2543175"/>
              <a:gd name="connsiteY189" fmla="*/ 1883569 h 1890712"/>
              <a:gd name="connsiteX190" fmla="*/ 2543175 w 2543175"/>
              <a:gd name="connsiteY19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59719 w 2543175"/>
              <a:gd name="connsiteY114" fmla="*/ 1121569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59819 w 2543175"/>
              <a:gd name="connsiteY175" fmla="*/ 1719262 h 1890712"/>
              <a:gd name="connsiteX176" fmla="*/ 2369344 w 2543175"/>
              <a:gd name="connsiteY176" fmla="*/ 1724025 h 1890712"/>
              <a:gd name="connsiteX177" fmla="*/ 2376488 w 2543175"/>
              <a:gd name="connsiteY177" fmla="*/ 1731169 h 1890712"/>
              <a:gd name="connsiteX178" fmla="*/ 2402682 w 2543175"/>
              <a:gd name="connsiteY178" fmla="*/ 1747837 h 1890712"/>
              <a:gd name="connsiteX179" fmla="*/ 2450307 w 2543175"/>
              <a:gd name="connsiteY179" fmla="*/ 1769269 h 1890712"/>
              <a:gd name="connsiteX180" fmla="*/ 2466975 w 2543175"/>
              <a:gd name="connsiteY180" fmla="*/ 1783556 h 1890712"/>
              <a:gd name="connsiteX181" fmla="*/ 2481263 w 2543175"/>
              <a:gd name="connsiteY181" fmla="*/ 1795462 h 1890712"/>
              <a:gd name="connsiteX182" fmla="*/ 2486025 w 2543175"/>
              <a:gd name="connsiteY182" fmla="*/ 1802606 h 1890712"/>
              <a:gd name="connsiteX183" fmla="*/ 2493169 w 2543175"/>
              <a:gd name="connsiteY183" fmla="*/ 1807369 h 1890712"/>
              <a:gd name="connsiteX184" fmla="*/ 2495550 w 2543175"/>
              <a:gd name="connsiteY184" fmla="*/ 1816894 h 1890712"/>
              <a:gd name="connsiteX185" fmla="*/ 2497932 w 2543175"/>
              <a:gd name="connsiteY185" fmla="*/ 1824037 h 1890712"/>
              <a:gd name="connsiteX186" fmla="*/ 2514600 w 2543175"/>
              <a:gd name="connsiteY186" fmla="*/ 1850231 h 1890712"/>
              <a:gd name="connsiteX187" fmla="*/ 2519363 w 2543175"/>
              <a:gd name="connsiteY187" fmla="*/ 1857375 h 1890712"/>
              <a:gd name="connsiteX188" fmla="*/ 2540794 w 2543175"/>
              <a:gd name="connsiteY188" fmla="*/ 1883569 h 1890712"/>
              <a:gd name="connsiteX189" fmla="*/ 2543175 w 2543175"/>
              <a:gd name="connsiteY18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59819 w 2543175"/>
              <a:gd name="connsiteY175" fmla="*/ 1719262 h 1890712"/>
              <a:gd name="connsiteX176" fmla="*/ 2369344 w 2543175"/>
              <a:gd name="connsiteY176" fmla="*/ 1724025 h 1890712"/>
              <a:gd name="connsiteX177" fmla="*/ 2376488 w 2543175"/>
              <a:gd name="connsiteY177" fmla="*/ 1731169 h 1890712"/>
              <a:gd name="connsiteX178" fmla="*/ 2402682 w 2543175"/>
              <a:gd name="connsiteY178" fmla="*/ 1747837 h 1890712"/>
              <a:gd name="connsiteX179" fmla="*/ 2450307 w 2543175"/>
              <a:gd name="connsiteY179" fmla="*/ 1769269 h 1890712"/>
              <a:gd name="connsiteX180" fmla="*/ 2466975 w 2543175"/>
              <a:gd name="connsiteY180" fmla="*/ 1783556 h 1890712"/>
              <a:gd name="connsiteX181" fmla="*/ 2481263 w 2543175"/>
              <a:gd name="connsiteY181" fmla="*/ 1795462 h 1890712"/>
              <a:gd name="connsiteX182" fmla="*/ 2486025 w 2543175"/>
              <a:gd name="connsiteY182" fmla="*/ 1802606 h 1890712"/>
              <a:gd name="connsiteX183" fmla="*/ 2493169 w 2543175"/>
              <a:gd name="connsiteY183" fmla="*/ 1807369 h 1890712"/>
              <a:gd name="connsiteX184" fmla="*/ 2495550 w 2543175"/>
              <a:gd name="connsiteY184" fmla="*/ 1816894 h 1890712"/>
              <a:gd name="connsiteX185" fmla="*/ 2497932 w 2543175"/>
              <a:gd name="connsiteY185" fmla="*/ 1824037 h 1890712"/>
              <a:gd name="connsiteX186" fmla="*/ 2514600 w 2543175"/>
              <a:gd name="connsiteY186" fmla="*/ 1850231 h 1890712"/>
              <a:gd name="connsiteX187" fmla="*/ 2519363 w 2543175"/>
              <a:gd name="connsiteY187" fmla="*/ 1857375 h 1890712"/>
              <a:gd name="connsiteX188" fmla="*/ 2540794 w 2543175"/>
              <a:gd name="connsiteY188" fmla="*/ 1883569 h 1890712"/>
              <a:gd name="connsiteX189" fmla="*/ 2543175 w 2543175"/>
              <a:gd name="connsiteY18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59819 w 2543175"/>
              <a:gd name="connsiteY175" fmla="*/ 1719262 h 1890712"/>
              <a:gd name="connsiteX176" fmla="*/ 2369344 w 2543175"/>
              <a:gd name="connsiteY176" fmla="*/ 1724025 h 1890712"/>
              <a:gd name="connsiteX177" fmla="*/ 2376488 w 2543175"/>
              <a:gd name="connsiteY177" fmla="*/ 1731169 h 1890712"/>
              <a:gd name="connsiteX178" fmla="*/ 2402682 w 2543175"/>
              <a:gd name="connsiteY178" fmla="*/ 1747837 h 1890712"/>
              <a:gd name="connsiteX179" fmla="*/ 2428876 w 2543175"/>
              <a:gd name="connsiteY179" fmla="*/ 1785938 h 1890712"/>
              <a:gd name="connsiteX180" fmla="*/ 2466975 w 2543175"/>
              <a:gd name="connsiteY180" fmla="*/ 1783556 h 1890712"/>
              <a:gd name="connsiteX181" fmla="*/ 2481263 w 2543175"/>
              <a:gd name="connsiteY181" fmla="*/ 1795462 h 1890712"/>
              <a:gd name="connsiteX182" fmla="*/ 2486025 w 2543175"/>
              <a:gd name="connsiteY182" fmla="*/ 1802606 h 1890712"/>
              <a:gd name="connsiteX183" fmla="*/ 2493169 w 2543175"/>
              <a:gd name="connsiteY183" fmla="*/ 1807369 h 1890712"/>
              <a:gd name="connsiteX184" fmla="*/ 2495550 w 2543175"/>
              <a:gd name="connsiteY184" fmla="*/ 1816894 h 1890712"/>
              <a:gd name="connsiteX185" fmla="*/ 2497932 w 2543175"/>
              <a:gd name="connsiteY185" fmla="*/ 1824037 h 1890712"/>
              <a:gd name="connsiteX186" fmla="*/ 2514600 w 2543175"/>
              <a:gd name="connsiteY186" fmla="*/ 1850231 h 1890712"/>
              <a:gd name="connsiteX187" fmla="*/ 2519363 w 2543175"/>
              <a:gd name="connsiteY187" fmla="*/ 1857375 h 1890712"/>
              <a:gd name="connsiteX188" fmla="*/ 2540794 w 2543175"/>
              <a:gd name="connsiteY188" fmla="*/ 1883569 h 1890712"/>
              <a:gd name="connsiteX189" fmla="*/ 2543175 w 2543175"/>
              <a:gd name="connsiteY18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59819 w 2543175"/>
              <a:gd name="connsiteY175" fmla="*/ 1719262 h 1890712"/>
              <a:gd name="connsiteX176" fmla="*/ 2369344 w 2543175"/>
              <a:gd name="connsiteY176" fmla="*/ 1724025 h 1890712"/>
              <a:gd name="connsiteX177" fmla="*/ 2376488 w 2543175"/>
              <a:gd name="connsiteY177" fmla="*/ 1731169 h 1890712"/>
              <a:gd name="connsiteX178" fmla="*/ 2428876 w 2543175"/>
              <a:gd name="connsiteY178" fmla="*/ 1785938 h 1890712"/>
              <a:gd name="connsiteX179" fmla="*/ 2466975 w 2543175"/>
              <a:gd name="connsiteY179" fmla="*/ 1783556 h 1890712"/>
              <a:gd name="connsiteX180" fmla="*/ 2481263 w 2543175"/>
              <a:gd name="connsiteY180" fmla="*/ 1795462 h 1890712"/>
              <a:gd name="connsiteX181" fmla="*/ 2486025 w 2543175"/>
              <a:gd name="connsiteY181" fmla="*/ 1802606 h 1890712"/>
              <a:gd name="connsiteX182" fmla="*/ 2493169 w 2543175"/>
              <a:gd name="connsiteY182" fmla="*/ 1807369 h 1890712"/>
              <a:gd name="connsiteX183" fmla="*/ 2495550 w 2543175"/>
              <a:gd name="connsiteY183" fmla="*/ 1816894 h 1890712"/>
              <a:gd name="connsiteX184" fmla="*/ 2497932 w 2543175"/>
              <a:gd name="connsiteY184" fmla="*/ 1824037 h 1890712"/>
              <a:gd name="connsiteX185" fmla="*/ 2514600 w 2543175"/>
              <a:gd name="connsiteY185" fmla="*/ 1850231 h 1890712"/>
              <a:gd name="connsiteX186" fmla="*/ 2519363 w 2543175"/>
              <a:gd name="connsiteY186" fmla="*/ 1857375 h 1890712"/>
              <a:gd name="connsiteX187" fmla="*/ 2540794 w 2543175"/>
              <a:gd name="connsiteY187" fmla="*/ 1883569 h 1890712"/>
              <a:gd name="connsiteX188" fmla="*/ 2543175 w 2543175"/>
              <a:gd name="connsiteY188"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59819 w 2543175"/>
              <a:gd name="connsiteY175" fmla="*/ 1719262 h 1890712"/>
              <a:gd name="connsiteX176" fmla="*/ 2369344 w 2543175"/>
              <a:gd name="connsiteY176" fmla="*/ 1724025 h 1890712"/>
              <a:gd name="connsiteX177" fmla="*/ 2428876 w 2543175"/>
              <a:gd name="connsiteY177" fmla="*/ 1785938 h 1890712"/>
              <a:gd name="connsiteX178" fmla="*/ 2466975 w 2543175"/>
              <a:gd name="connsiteY178" fmla="*/ 1783556 h 1890712"/>
              <a:gd name="connsiteX179" fmla="*/ 2481263 w 2543175"/>
              <a:gd name="connsiteY179" fmla="*/ 1795462 h 1890712"/>
              <a:gd name="connsiteX180" fmla="*/ 2486025 w 2543175"/>
              <a:gd name="connsiteY180" fmla="*/ 1802606 h 1890712"/>
              <a:gd name="connsiteX181" fmla="*/ 2493169 w 2543175"/>
              <a:gd name="connsiteY181" fmla="*/ 1807369 h 1890712"/>
              <a:gd name="connsiteX182" fmla="*/ 2495550 w 2543175"/>
              <a:gd name="connsiteY182" fmla="*/ 1816894 h 1890712"/>
              <a:gd name="connsiteX183" fmla="*/ 2497932 w 2543175"/>
              <a:gd name="connsiteY183" fmla="*/ 1824037 h 1890712"/>
              <a:gd name="connsiteX184" fmla="*/ 2514600 w 2543175"/>
              <a:gd name="connsiteY184" fmla="*/ 1850231 h 1890712"/>
              <a:gd name="connsiteX185" fmla="*/ 2519363 w 2543175"/>
              <a:gd name="connsiteY185" fmla="*/ 1857375 h 1890712"/>
              <a:gd name="connsiteX186" fmla="*/ 2540794 w 2543175"/>
              <a:gd name="connsiteY186" fmla="*/ 1883569 h 1890712"/>
              <a:gd name="connsiteX187" fmla="*/ 2543175 w 2543175"/>
              <a:gd name="connsiteY187"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69344 w 2543175"/>
              <a:gd name="connsiteY175" fmla="*/ 1724025 h 1890712"/>
              <a:gd name="connsiteX176" fmla="*/ 2428876 w 2543175"/>
              <a:gd name="connsiteY176" fmla="*/ 1785938 h 1890712"/>
              <a:gd name="connsiteX177" fmla="*/ 2466975 w 2543175"/>
              <a:gd name="connsiteY177" fmla="*/ 1783556 h 1890712"/>
              <a:gd name="connsiteX178" fmla="*/ 2481263 w 2543175"/>
              <a:gd name="connsiteY178" fmla="*/ 1795462 h 1890712"/>
              <a:gd name="connsiteX179" fmla="*/ 2486025 w 2543175"/>
              <a:gd name="connsiteY179" fmla="*/ 1802606 h 1890712"/>
              <a:gd name="connsiteX180" fmla="*/ 2493169 w 2543175"/>
              <a:gd name="connsiteY180" fmla="*/ 1807369 h 1890712"/>
              <a:gd name="connsiteX181" fmla="*/ 2495550 w 2543175"/>
              <a:gd name="connsiteY181" fmla="*/ 1816894 h 1890712"/>
              <a:gd name="connsiteX182" fmla="*/ 2497932 w 2543175"/>
              <a:gd name="connsiteY182" fmla="*/ 1824037 h 1890712"/>
              <a:gd name="connsiteX183" fmla="*/ 2514600 w 2543175"/>
              <a:gd name="connsiteY183" fmla="*/ 1850231 h 1890712"/>
              <a:gd name="connsiteX184" fmla="*/ 2519363 w 2543175"/>
              <a:gd name="connsiteY184" fmla="*/ 1857375 h 1890712"/>
              <a:gd name="connsiteX185" fmla="*/ 2540794 w 2543175"/>
              <a:gd name="connsiteY185" fmla="*/ 1883569 h 1890712"/>
              <a:gd name="connsiteX186" fmla="*/ 2543175 w 2543175"/>
              <a:gd name="connsiteY18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8863 w 2543175"/>
              <a:gd name="connsiteY172" fmla="*/ 1697831 h 1890712"/>
              <a:gd name="connsiteX173" fmla="*/ 2350294 w 2543175"/>
              <a:gd name="connsiteY173" fmla="*/ 1712119 h 1890712"/>
              <a:gd name="connsiteX174" fmla="*/ 2369344 w 2543175"/>
              <a:gd name="connsiteY174" fmla="*/ 1724025 h 1890712"/>
              <a:gd name="connsiteX175" fmla="*/ 2428876 w 2543175"/>
              <a:gd name="connsiteY175" fmla="*/ 1785938 h 1890712"/>
              <a:gd name="connsiteX176" fmla="*/ 2466975 w 2543175"/>
              <a:gd name="connsiteY176" fmla="*/ 1783556 h 1890712"/>
              <a:gd name="connsiteX177" fmla="*/ 2481263 w 2543175"/>
              <a:gd name="connsiteY177" fmla="*/ 1795462 h 1890712"/>
              <a:gd name="connsiteX178" fmla="*/ 2486025 w 2543175"/>
              <a:gd name="connsiteY178" fmla="*/ 1802606 h 1890712"/>
              <a:gd name="connsiteX179" fmla="*/ 2493169 w 2543175"/>
              <a:gd name="connsiteY179" fmla="*/ 1807369 h 1890712"/>
              <a:gd name="connsiteX180" fmla="*/ 2495550 w 2543175"/>
              <a:gd name="connsiteY180" fmla="*/ 1816894 h 1890712"/>
              <a:gd name="connsiteX181" fmla="*/ 2497932 w 2543175"/>
              <a:gd name="connsiteY181" fmla="*/ 1824037 h 1890712"/>
              <a:gd name="connsiteX182" fmla="*/ 2514600 w 2543175"/>
              <a:gd name="connsiteY182" fmla="*/ 1850231 h 1890712"/>
              <a:gd name="connsiteX183" fmla="*/ 2519363 w 2543175"/>
              <a:gd name="connsiteY183" fmla="*/ 1857375 h 1890712"/>
              <a:gd name="connsiteX184" fmla="*/ 2540794 w 2543175"/>
              <a:gd name="connsiteY184" fmla="*/ 1883569 h 1890712"/>
              <a:gd name="connsiteX185" fmla="*/ 2543175 w 2543175"/>
              <a:gd name="connsiteY185"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12194 w 2543175"/>
              <a:gd name="connsiteY170" fmla="*/ 1685925 h 1890712"/>
              <a:gd name="connsiteX171" fmla="*/ 2328863 w 2543175"/>
              <a:gd name="connsiteY171" fmla="*/ 1697831 h 1890712"/>
              <a:gd name="connsiteX172" fmla="*/ 2350294 w 2543175"/>
              <a:gd name="connsiteY172" fmla="*/ 1712119 h 1890712"/>
              <a:gd name="connsiteX173" fmla="*/ 2369344 w 2543175"/>
              <a:gd name="connsiteY173" fmla="*/ 1724025 h 1890712"/>
              <a:gd name="connsiteX174" fmla="*/ 2428876 w 2543175"/>
              <a:gd name="connsiteY174" fmla="*/ 1785938 h 1890712"/>
              <a:gd name="connsiteX175" fmla="*/ 2466975 w 2543175"/>
              <a:gd name="connsiteY175" fmla="*/ 1783556 h 1890712"/>
              <a:gd name="connsiteX176" fmla="*/ 2481263 w 2543175"/>
              <a:gd name="connsiteY176" fmla="*/ 1795462 h 1890712"/>
              <a:gd name="connsiteX177" fmla="*/ 2486025 w 2543175"/>
              <a:gd name="connsiteY177" fmla="*/ 1802606 h 1890712"/>
              <a:gd name="connsiteX178" fmla="*/ 2493169 w 2543175"/>
              <a:gd name="connsiteY178" fmla="*/ 1807369 h 1890712"/>
              <a:gd name="connsiteX179" fmla="*/ 2495550 w 2543175"/>
              <a:gd name="connsiteY179" fmla="*/ 1816894 h 1890712"/>
              <a:gd name="connsiteX180" fmla="*/ 2497932 w 2543175"/>
              <a:gd name="connsiteY180" fmla="*/ 1824037 h 1890712"/>
              <a:gd name="connsiteX181" fmla="*/ 2514600 w 2543175"/>
              <a:gd name="connsiteY181" fmla="*/ 1850231 h 1890712"/>
              <a:gd name="connsiteX182" fmla="*/ 2519363 w 2543175"/>
              <a:gd name="connsiteY182" fmla="*/ 1857375 h 1890712"/>
              <a:gd name="connsiteX183" fmla="*/ 2540794 w 2543175"/>
              <a:gd name="connsiteY183" fmla="*/ 1883569 h 1890712"/>
              <a:gd name="connsiteX184" fmla="*/ 2543175 w 2543175"/>
              <a:gd name="connsiteY18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12194 w 2543175"/>
              <a:gd name="connsiteY170" fmla="*/ 1685925 h 1890712"/>
              <a:gd name="connsiteX171" fmla="*/ 2328863 w 2543175"/>
              <a:gd name="connsiteY171" fmla="*/ 1697831 h 1890712"/>
              <a:gd name="connsiteX172" fmla="*/ 2350294 w 2543175"/>
              <a:gd name="connsiteY172" fmla="*/ 1712119 h 1890712"/>
              <a:gd name="connsiteX173" fmla="*/ 2369344 w 2543175"/>
              <a:gd name="connsiteY173" fmla="*/ 1724025 h 1890712"/>
              <a:gd name="connsiteX174" fmla="*/ 2428876 w 2543175"/>
              <a:gd name="connsiteY174" fmla="*/ 1785938 h 1890712"/>
              <a:gd name="connsiteX175" fmla="*/ 2466975 w 2543175"/>
              <a:gd name="connsiteY175" fmla="*/ 1783556 h 1890712"/>
              <a:gd name="connsiteX176" fmla="*/ 2481263 w 2543175"/>
              <a:gd name="connsiteY176" fmla="*/ 1795462 h 1890712"/>
              <a:gd name="connsiteX177" fmla="*/ 2486025 w 2543175"/>
              <a:gd name="connsiteY177" fmla="*/ 1802606 h 1890712"/>
              <a:gd name="connsiteX178" fmla="*/ 2495550 w 2543175"/>
              <a:gd name="connsiteY178" fmla="*/ 1816894 h 1890712"/>
              <a:gd name="connsiteX179" fmla="*/ 2497932 w 2543175"/>
              <a:gd name="connsiteY179" fmla="*/ 1824037 h 1890712"/>
              <a:gd name="connsiteX180" fmla="*/ 2514600 w 2543175"/>
              <a:gd name="connsiteY180" fmla="*/ 1850231 h 1890712"/>
              <a:gd name="connsiteX181" fmla="*/ 2519363 w 2543175"/>
              <a:gd name="connsiteY181" fmla="*/ 1857375 h 1890712"/>
              <a:gd name="connsiteX182" fmla="*/ 2540794 w 2543175"/>
              <a:gd name="connsiteY182" fmla="*/ 1883569 h 1890712"/>
              <a:gd name="connsiteX183" fmla="*/ 2543175 w 2543175"/>
              <a:gd name="connsiteY183"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12194 w 2543175"/>
              <a:gd name="connsiteY170" fmla="*/ 1685925 h 1890712"/>
              <a:gd name="connsiteX171" fmla="*/ 2328863 w 2543175"/>
              <a:gd name="connsiteY171" fmla="*/ 1697831 h 1890712"/>
              <a:gd name="connsiteX172" fmla="*/ 2350294 w 2543175"/>
              <a:gd name="connsiteY172" fmla="*/ 1712119 h 1890712"/>
              <a:gd name="connsiteX173" fmla="*/ 2369344 w 2543175"/>
              <a:gd name="connsiteY173" fmla="*/ 1724025 h 1890712"/>
              <a:gd name="connsiteX174" fmla="*/ 2428876 w 2543175"/>
              <a:gd name="connsiteY174" fmla="*/ 1785938 h 1890712"/>
              <a:gd name="connsiteX175" fmla="*/ 2466975 w 2543175"/>
              <a:gd name="connsiteY175" fmla="*/ 1783556 h 1890712"/>
              <a:gd name="connsiteX176" fmla="*/ 2481263 w 2543175"/>
              <a:gd name="connsiteY176" fmla="*/ 1795462 h 1890712"/>
              <a:gd name="connsiteX177" fmla="*/ 2486025 w 2543175"/>
              <a:gd name="connsiteY177" fmla="*/ 1802606 h 1890712"/>
              <a:gd name="connsiteX178" fmla="*/ 2497932 w 2543175"/>
              <a:gd name="connsiteY178" fmla="*/ 1824037 h 1890712"/>
              <a:gd name="connsiteX179" fmla="*/ 2514600 w 2543175"/>
              <a:gd name="connsiteY179" fmla="*/ 1850231 h 1890712"/>
              <a:gd name="connsiteX180" fmla="*/ 2519363 w 2543175"/>
              <a:gd name="connsiteY180" fmla="*/ 1857375 h 1890712"/>
              <a:gd name="connsiteX181" fmla="*/ 2540794 w 2543175"/>
              <a:gd name="connsiteY181" fmla="*/ 1883569 h 1890712"/>
              <a:gd name="connsiteX182" fmla="*/ 2543175 w 2543175"/>
              <a:gd name="connsiteY18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12194 w 2543175"/>
              <a:gd name="connsiteY170" fmla="*/ 1685925 h 1890712"/>
              <a:gd name="connsiteX171" fmla="*/ 2328863 w 2543175"/>
              <a:gd name="connsiteY171" fmla="*/ 1697831 h 1890712"/>
              <a:gd name="connsiteX172" fmla="*/ 2350294 w 2543175"/>
              <a:gd name="connsiteY172" fmla="*/ 1712119 h 1890712"/>
              <a:gd name="connsiteX173" fmla="*/ 2369344 w 2543175"/>
              <a:gd name="connsiteY173" fmla="*/ 1724025 h 1890712"/>
              <a:gd name="connsiteX174" fmla="*/ 2428876 w 2543175"/>
              <a:gd name="connsiteY174" fmla="*/ 1785938 h 1890712"/>
              <a:gd name="connsiteX175" fmla="*/ 2466975 w 2543175"/>
              <a:gd name="connsiteY175" fmla="*/ 1783556 h 1890712"/>
              <a:gd name="connsiteX176" fmla="*/ 2481263 w 2543175"/>
              <a:gd name="connsiteY176" fmla="*/ 1795462 h 1890712"/>
              <a:gd name="connsiteX177" fmla="*/ 2486025 w 2543175"/>
              <a:gd name="connsiteY177" fmla="*/ 1802606 h 1890712"/>
              <a:gd name="connsiteX178" fmla="*/ 2514600 w 2543175"/>
              <a:gd name="connsiteY178" fmla="*/ 1850231 h 1890712"/>
              <a:gd name="connsiteX179" fmla="*/ 2519363 w 2543175"/>
              <a:gd name="connsiteY179" fmla="*/ 1857375 h 1890712"/>
              <a:gd name="connsiteX180" fmla="*/ 2540794 w 2543175"/>
              <a:gd name="connsiteY180" fmla="*/ 1883569 h 1890712"/>
              <a:gd name="connsiteX181" fmla="*/ 2543175 w 2543175"/>
              <a:gd name="connsiteY181"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302419 w 2543175"/>
              <a:gd name="connsiteY26" fmla="*/ 204787 h 1890712"/>
              <a:gd name="connsiteX27" fmla="*/ 309563 w 2543175"/>
              <a:gd name="connsiteY27" fmla="*/ 209550 h 1890712"/>
              <a:gd name="connsiteX28" fmla="*/ 319088 w 2543175"/>
              <a:gd name="connsiteY28" fmla="*/ 219075 h 1890712"/>
              <a:gd name="connsiteX29" fmla="*/ 333375 w 2543175"/>
              <a:gd name="connsiteY29" fmla="*/ 228600 h 1890712"/>
              <a:gd name="connsiteX30" fmla="*/ 340519 w 2543175"/>
              <a:gd name="connsiteY30" fmla="*/ 233362 h 1890712"/>
              <a:gd name="connsiteX31" fmla="*/ 354807 w 2543175"/>
              <a:gd name="connsiteY31" fmla="*/ 247650 h 1890712"/>
              <a:gd name="connsiteX32" fmla="*/ 366713 w 2543175"/>
              <a:gd name="connsiteY32" fmla="*/ 264319 h 1890712"/>
              <a:gd name="connsiteX33" fmla="*/ 371475 w 2543175"/>
              <a:gd name="connsiteY33" fmla="*/ 271462 h 1890712"/>
              <a:gd name="connsiteX34" fmla="*/ 378619 w 2543175"/>
              <a:gd name="connsiteY34" fmla="*/ 276225 h 1890712"/>
              <a:gd name="connsiteX35" fmla="*/ 385763 w 2543175"/>
              <a:gd name="connsiteY35" fmla="*/ 283369 h 1890712"/>
              <a:gd name="connsiteX36" fmla="*/ 395288 w 2543175"/>
              <a:gd name="connsiteY36" fmla="*/ 288131 h 1890712"/>
              <a:gd name="connsiteX37" fmla="*/ 404813 w 2543175"/>
              <a:gd name="connsiteY37" fmla="*/ 295275 h 1890712"/>
              <a:gd name="connsiteX38" fmla="*/ 411957 w 2543175"/>
              <a:gd name="connsiteY38" fmla="*/ 297656 h 1890712"/>
              <a:gd name="connsiteX39" fmla="*/ 421482 w 2543175"/>
              <a:gd name="connsiteY39" fmla="*/ 302419 h 1890712"/>
              <a:gd name="connsiteX40" fmla="*/ 447675 w 2543175"/>
              <a:gd name="connsiteY40" fmla="*/ 307181 h 1890712"/>
              <a:gd name="connsiteX41" fmla="*/ 461963 w 2543175"/>
              <a:gd name="connsiteY41" fmla="*/ 321469 h 1890712"/>
              <a:gd name="connsiteX42" fmla="*/ 466725 w 2543175"/>
              <a:gd name="connsiteY42" fmla="*/ 328612 h 1890712"/>
              <a:gd name="connsiteX43" fmla="*/ 476250 w 2543175"/>
              <a:gd name="connsiteY43" fmla="*/ 335756 h 1890712"/>
              <a:gd name="connsiteX44" fmla="*/ 481013 w 2543175"/>
              <a:gd name="connsiteY44" fmla="*/ 342900 h 1890712"/>
              <a:gd name="connsiteX45" fmla="*/ 490538 w 2543175"/>
              <a:gd name="connsiteY45" fmla="*/ 352425 h 1890712"/>
              <a:gd name="connsiteX46" fmla="*/ 495300 w 2543175"/>
              <a:gd name="connsiteY46" fmla="*/ 359569 h 1890712"/>
              <a:gd name="connsiteX47" fmla="*/ 509588 w 2543175"/>
              <a:gd name="connsiteY47" fmla="*/ 376237 h 1890712"/>
              <a:gd name="connsiteX48" fmla="*/ 514350 w 2543175"/>
              <a:gd name="connsiteY48" fmla="*/ 383381 h 1890712"/>
              <a:gd name="connsiteX49" fmla="*/ 531019 w 2543175"/>
              <a:gd name="connsiteY49" fmla="*/ 397669 h 1890712"/>
              <a:gd name="connsiteX50" fmla="*/ 538163 w 2543175"/>
              <a:gd name="connsiteY50" fmla="*/ 407194 h 1890712"/>
              <a:gd name="connsiteX51" fmla="*/ 554832 w 2543175"/>
              <a:gd name="connsiteY51" fmla="*/ 421481 h 1890712"/>
              <a:gd name="connsiteX52" fmla="*/ 564357 w 2543175"/>
              <a:gd name="connsiteY52" fmla="*/ 431006 h 1890712"/>
              <a:gd name="connsiteX53" fmla="*/ 573882 w 2543175"/>
              <a:gd name="connsiteY53" fmla="*/ 438150 h 1890712"/>
              <a:gd name="connsiteX54" fmla="*/ 595313 w 2543175"/>
              <a:gd name="connsiteY54" fmla="*/ 454819 h 1890712"/>
              <a:gd name="connsiteX55" fmla="*/ 602457 w 2543175"/>
              <a:gd name="connsiteY55" fmla="*/ 457200 h 1890712"/>
              <a:gd name="connsiteX56" fmla="*/ 628650 w 2543175"/>
              <a:gd name="connsiteY56" fmla="*/ 469106 h 1890712"/>
              <a:gd name="connsiteX57" fmla="*/ 645319 w 2543175"/>
              <a:gd name="connsiteY57" fmla="*/ 483394 h 1890712"/>
              <a:gd name="connsiteX58" fmla="*/ 654844 w 2543175"/>
              <a:gd name="connsiteY58" fmla="*/ 488156 h 1890712"/>
              <a:gd name="connsiteX59" fmla="*/ 661988 w 2543175"/>
              <a:gd name="connsiteY59" fmla="*/ 497681 h 1890712"/>
              <a:gd name="connsiteX60" fmla="*/ 683419 w 2543175"/>
              <a:gd name="connsiteY60" fmla="*/ 514350 h 1890712"/>
              <a:gd name="connsiteX61" fmla="*/ 700088 w 2543175"/>
              <a:gd name="connsiteY61" fmla="*/ 526256 h 1890712"/>
              <a:gd name="connsiteX62" fmla="*/ 709613 w 2543175"/>
              <a:gd name="connsiteY62" fmla="*/ 535781 h 1890712"/>
              <a:gd name="connsiteX63" fmla="*/ 719138 w 2543175"/>
              <a:gd name="connsiteY63" fmla="*/ 542925 h 1890712"/>
              <a:gd name="connsiteX64" fmla="*/ 733425 w 2543175"/>
              <a:gd name="connsiteY64" fmla="*/ 557212 h 1890712"/>
              <a:gd name="connsiteX65" fmla="*/ 750094 w 2543175"/>
              <a:gd name="connsiteY65" fmla="*/ 569119 h 1890712"/>
              <a:gd name="connsiteX66" fmla="*/ 769144 w 2543175"/>
              <a:gd name="connsiteY66" fmla="*/ 581025 h 1890712"/>
              <a:gd name="connsiteX67" fmla="*/ 785813 w 2543175"/>
              <a:gd name="connsiteY67" fmla="*/ 590550 h 1890712"/>
              <a:gd name="connsiteX68" fmla="*/ 792957 w 2543175"/>
              <a:gd name="connsiteY68" fmla="*/ 600075 h 1890712"/>
              <a:gd name="connsiteX69" fmla="*/ 809625 w 2543175"/>
              <a:gd name="connsiteY69" fmla="*/ 611981 h 1890712"/>
              <a:gd name="connsiteX70" fmla="*/ 816769 w 2543175"/>
              <a:gd name="connsiteY70" fmla="*/ 619125 h 1890712"/>
              <a:gd name="connsiteX71" fmla="*/ 826294 w 2543175"/>
              <a:gd name="connsiteY71" fmla="*/ 626269 h 1890712"/>
              <a:gd name="connsiteX72" fmla="*/ 840582 w 2543175"/>
              <a:gd name="connsiteY72" fmla="*/ 638175 h 1890712"/>
              <a:gd name="connsiteX73" fmla="*/ 847725 w 2543175"/>
              <a:gd name="connsiteY73" fmla="*/ 645319 h 1890712"/>
              <a:gd name="connsiteX74" fmla="*/ 857250 w 2543175"/>
              <a:gd name="connsiteY74" fmla="*/ 652462 h 1890712"/>
              <a:gd name="connsiteX75" fmla="*/ 864394 w 2543175"/>
              <a:gd name="connsiteY75" fmla="*/ 657225 h 1890712"/>
              <a:gd name="connsiteX76" fmla="*/ 888207 w 2543175"/>
              <a:gd name="connsiteY76" fmla="*/ 676275 h 1890712"/>
              <a:gd name="connsiteX77" fmla="*/ 895350 w 2543175"/>
              <a:gd name="connsiteY77" fmla="*/ 681037 h 1890712"/>
              <a:gd name="connsiteX78" fmla="*/ 907257 w 2543175"/>
              <a:gd name="connsiteY78" fmla="*/ 683419 h 1890712"/>
              <a:gd name="connsiteX79" fmla="*/ 928688 w 2543175"/>
              <a:gd name="connsiteY79" fmla="*/ 695325 h 1890712"/>
              <a:gd name="connsiteX80" fmla="*/ 942975 w 2543175"/>
              <a:gd name="connsiteY80" fmla="*/ 700087 h 1890712"/>
              <a:gd name="connsiteX81" fmla="*/ 964407 w 2543175"/>
              <a:gd name="connsiteY81" fmla="*/ 716756 h 1890712"/>
              <a:gd name="connsiteX82" fmla="*/ 971550 w 2543175"/>
              <a:gd name="connsiteY82" fmla="*/ 723900 h 1890712"/>
              <a:gd name="connsiteX83" fmla="*/ 983457 w 2543175"/>
              <a:gd name="connsiteY83" fmla="*/ 733425 h 1890712"/>
              <a:gd name="connsiteX84" fmla="*/ 990600 w 2543175"/>
              <a:gd name="connsiteY84" fmla="*/ 738187 h 1890712"/>
              <a:gd name="connsiteX85" fmla="*/ 1007269 w 2543175"/>
              <a:gd name="connsiteY85" fmla="*/ 752475 h 1890712"/>
              <a:gd name="connsiteX86" fmla="*/ 1031082 w 2543175"/>
              <a:gd name="connsiteY86" fmla="*/ 766762 h 1890712"/>
              <a:gd name="connsiteX87" fmla="*/ 1042988 w 2543175"/>
              <a:gd name="connsiteY87" fmla="*/ 773906 h 1890712"/>
              <a:gd name="connsiteX88" fmla="*/ 1071563 w 2543175"/>
              <a:gd name="connsiteY88" fmla="*/ 785812 h 1890712"/>
              <a:gd name="connsiteX89" fmla="*/ 1097757 w 2543175"/>
              <a:gd name="connsiteY89" fmla="*/ 807244 h 1890712"/>
              <a:gd name="connsiteX90" fmla="*/ 1104900 w 2543175"/>
              <a:gd name="connsiteY90" fmla="*/ 814387 h 1890712"/>
              <a:gd name="connsiteX91" fmla="*/ 1121569 w 2543175"/>
              <a:gd name="connsiteY91" fmla="*/ 823912 h 1890712"/>
              <a:gd name="connsiteX92" fmla="*/ 1138238 w 2543175"/>
              <a:gd name="connsiteY92" fmla="*/ 835819 h 1890712"/>
              <a:gd name="connsiteX93" fmla="*/ 1147763 w 2543175"/>
              <a:gd name="connsiteY93" fmla="*/ 842962 h 1890712"/>
              <a:gd name="connsiteX94" fmla="*/ 1157288 w 2543175"/>
              <a:gd name="connsiteY94" fmla="*/ 847725 h 1890712"/>
              <a:gd name="connsiteX95" fmla="*/ 1178719 w 2543175"/>
              <a:gd name="connsiteY95" fmla="*/ 859631 h 1890712"/>
              <a:gd name="connsiteX96" fmla="*/ 1188244 w 2543175"/>
              <a:gd name="connsiteY96" fmla="*/ 866775 h 1890712"/>
              <a:gd name="connsiteX97" fmla="*/ 1195388 w 2543175"/>
              <a:gd name="connsiteY97" fmla="*/ 871537 h 1890712"/>
              <a:gd name="connsiteX98" fmla="*/ 1212057 w 2543175"/>
              <a:gd name="connsiteY98" fmla="*/ 883444 h 1890712"/>
              <a:gd name="connsiteX99" fmla="*/ 1226344 w 2543175"/>
              <a:gd name="connsiteY99" fmla="*/ 895350 h 1890712"/>
              <a:gd name="connsiteX100" fmla="*/ 1245394 w 2543175"/>
              <a:gd name="connsiteY100" fmla="*/ 907256 h 1890712"/>
              <a:gd name="connsiteX101" fmla="*/ 1254919 w 2543175"/>
              <a:gd name="connsiteY101" fmla="*/ 914400 h 1890712"/>
              <a:gd name="connsiteX102" fmla="*/ 1269207 w 2543175"/>
              <a:gd name="connsiteY102" fmla="*/ 921544 h 1890712"/>
              <a:gd name="connsiteX103" fmla="*/ 1290638 w 2543175"/>
              <a:gd name="connsiteY103" fmla="*/ 935831 h 1890712"/>
              <a:gd name="connsiteX104" fmla="*/ 1307307 w 2543175"/>
              <a:gd name="connsiteY104" fmla="*/ 952500 h 1890712"/>
              <a:gd name="connsiteX105" fmla="*/ 1333500 w 2543175"/>
              <a:gd name="connsiteY105" fmla="*/ 971550 h 1890712"/>
              <a:gd name="connsiteX106" fmla="*/ 1359694 w 2543175"/>
              <a:gd name="connsiteY106" fmla="*/ 990600 h 1890712"/>
              <a:gd name="connsiteX107" fmla="*/ 1373982 w 2543175"/>
              <a:gd name="connsiteY107" fmla="*/ 997744 h 1890712"/>
              <a:gd name="connsiteX108" fmla="*/ 1388269 w 2543175"/>
              <a:gd name="connsiteY108" fmla="*/ 1007269 h 1890712"/>
              <a:gd name="connsiteX109" fmla="*/ 1414463 w 2543175"/>
              <a:gd name="connsiteY109" fmla="*/ 1019175 h 1890712"/>
              <a:gd name="connsiteX110" fmla="*/ 1428750 w 2543175"/>
              <a:gd name="connsiteY110" fmla="*/ 1026319 h 1890712"/>
              <a:gd name="connsiteX111" fmla="*/ 1471613 w 2543175"/>
              <a:gd name="connsiteY111" fmla="*/ 1059656 h 1890712"/>
              <a:gd name="connsiteX112" fmla="*/ 1495425 w 2543175"/>
              <a:gd name="connsiteY112" fmla="*/ 1088231 h 1890712"/>
              <a:gd name="connsiteX113" fmla="*/ 1547812 w 2543175"/>
              <a:gd name="connsiteY113" fmla="*/ 1133475 h 1890712"/>
              <a:gd name="connsiteX114" fmla="*/ 1597819 w 2543175"/>
              <a:gd name="connsiteY114" fmla="*/ 1154906 h 1890712"/>
              <a:gd name="connsiteX115" fmla="*/ 1604963 w 2543175"/>
              <a:gd name="connsiteY115" fmla="*/ 1162050 h 1890712"/>
              <a:gd name="connsiteX116" fmla="*/ 1612107 w 2543175"/>
              <a:gd name="connsiteY116" fmla="*/ 1166812 h 1890712"/>
              <a:gd name="connsiteX117" fmla="*/ 1628775 w 2543175"/>
              <a:gd name="connsiteY117" fmla="*/ 1183481 h 1890712"/>
              <a:gd name="connsiteX118" fmla="*/ 1662113 w 2543175"/>
              <a:gd name="connsiteY118" fmla="*/ 1209675 h 1890712"/>
              <a:gd name="connsiteX119" fmla="*/ 1678782 w 2543175"/>
              <a:gd name="connsiteY119" fmla="*/ 1226344 h 1890712"/>
              <a:gd name="connsiteX120" fmla="*/ 1700213 w 2543175"/>
              <a:gd name="connsiteY120" fmla="*/ 1247775 h 1890712"/>
              <a:gd name="connsiteX121" fmla="*/ 1712119 w 2543175"/>
              <a:gd name="connsiteY121" fmla="*/ 1259681 h 1890712"/>
              <a:gd name="connsiteX122" fmla="*/ 1733550 w 2543175"/>
              <a:gd name="connsiteY122" fmla="*/ 1273969 h 1890712"/>
              <a:gd name="connsiteX123" fmla="*/ 1743075 w 2543175"/>
              <a:gd name="connsiteY123" fmla="*/ 1283494 h 1890712"/>
              <a:gd name="connsiteX124" fmla="*/ 1754982 w 2543175"/>
              <a:gd name="connsiteY124" fmla="*/ 1290637 h 1890712"/>
              <a:gd name="connsiteX125" fmla="*/ 1766888 w 2543175"/>
              <a:gd name="connsiteY125" fmla="*/ 1300162 h 1890712"/>
              <a:gd name="connsiteX126" fmla="*/ 1783557 w 2543175"/>
              <a:gd name="connsiteY126" fmla="*/ 1307306 h 1890712"/>
              <a:gd name="connsiteX127" fmla="*/ 1790700 w 2543175"/>
              <a:gd name="connsiteY127" fmla="*/ 1312069 h 1890712"/>
              <a:gd name="connsiteX128" fmla="*/ 1800225 w 2543175"/>
              <a:gd name="connsiteY128" fmla="*/ 1319212 h 1890712"/>
              <a:gd name="connsiteX129" fmla="*/ 1807369 w 2543175"/>
              <a:gd name="connsiteY129" fmla="*/ 1321594 h 1890712"/>
              <a:gd name="connsiteX130" fmla="*/ 1824038 w 2543175"/>
              <a:gd name="connsiteY130" fmla="*/ 1333500 h 1890712"/>
              <a:gd name="connsiteX131" fmla="*/ 1843088 w 2543175"/>
              <a:gd name="connsiteY131" fmla="*/ 1352550 h 1890712"/>
              <a:gd name="connsiteX132" fmla="*/ 1852613 w 2543175"/>
              <a:gd name="connsiteY132" fmla="*/ 1359694 h 1890712"/>
              <a:gd name="connsiteX133" fmla="*/ 1859757 w 2543175"/>
              <a:gd name="connsiteY133" fmla="*/ 1366837 h 1890712"/>
              <a:gd name="connsiteX134" fmla="*/ 1869282 w 2543175"/>
              <a:gd name="connsiteY134" fmla="*/ 1371600 h 1890712"/>
              <a:gd name="connsiteX135" fmla="*/ 1883569 w 2543175"/>
              <a:gd name="connsiteY135" fmla="*/ 1388269 h 1890712"/>
              <a:gd name="connsiteX136" fmla="*/ 1893094 w 2543175"/>
              <a:gd name="connsiteY136" fmla="*/ 1395412 h 1890712"/>
              <a:gd name="connsiteX137" fmla="*/ 1902619 w 2543175"/>
              <a:gd name="connsiteY137" fmla="*/ 1404937 h 1890712"/>
              <a:gd name="connsiteX138" fmla="*/ 1912144 w 2543175"/>
              <a:gd name="connsiteY138" fmla="*/ 1409700 h 1890712"/>
              <a:gd name="connsiteX139" fmla="*/ 1931194 w 2543175"/>
              <a:gd name="connsiteY139" fmla="*/ 1421606 h 1890712"/>
              <a:gd name="connsiteX140" fmla="*/ 1935957 w 2543175"/>
              <a:gd name="connsiteY140" fmla="*/ 1428750 h 1890712"/>
              <a:gd name="connsiteX141" fmla="*/ 1952625 w 2543175"/>
              <a:gd name="connsiteY141" fmla="*/ 1438275 h 1890712"/>
              <a:gd name="connsiteX142" fmla="*/ 1971675 w 2543175"/>
              <a:gd name="connsiteY142" fmla="*/ 1450181 h 1890712"/>
              <a:gd name="connsiteX143" fmla="*/ 1981200 w 2543175"/>
              <a:gd name="connsiteY143" fmla="*/ 1454944 h 1890712"/>
              <a:gd name="connsiteX144" fmla="*/ 1997869 w 2543175"/>
              <a:gd name="connsiteY144" fmla="*/ 1471612 h 1890712"/>
              <a:gd name="connsiteX145" fmla="*/ 2007394 w 2543175"/>
              <a:gd name="connsiteY145" fmla="*/ 1478756 h 1890712"/>
              <a:gd name="connsiteX146" fmla="*/ 2016919 w 2543175"/>
              <a:gd name="connsiteY146" fmla="*/ 1483519 h 1890712"/>
              <a:gd name="connsiteX147" fmla="*/ 2024063 w 2543175"/>
              <a:gd name="connsiteY147" fmla="*/ 1490662 h 1890712"/>
              <a:gd name="connsiteX148" fmla="*/ 2033588 w 2543175"/>
              <a:gd name="connsiteY148" fmla="*/ 1495425 h 1890712"/>
              <a:gd name="connsiteX149" fmla="*/ 2040732 w 2543175"/>
              <a:gd name="connsiteY149" fmla="*/ 1502569 h 1890712"/>
              <a:gd name="connsiteX150" fmla="*/ 2047875 w 2543175"/>
              <a:gd name="connsiteY150" fmla="*/ 1507331 h 1890712"/>
              <a:gd name="connsiteX151" fmla="*/ 2057400 w 2543175"/>
              <a:gd name="connsiteY151" fmla="*/ 1514475 h 1890712"/>
              <a:gd name="connsiteX152" fmla="*/ 2064544 w 2543175"/>
              <a:gd name="connsiteY152" fmla="*/ 1519237 h 1890712"/>
              <a:gd name="connsiteX153" fmla="*/ 2071688 w 2543175"/>
              <a:gd name="connsiteY153" fmla="*/ 1526381 h 1890712"/>
              <a:gd name="connsiteX154" fmla="*/ 2081213 w 2543175"/>
              <a:gd name="connsiteY154" fmla="*/ 1531144 h 1890712"/>
              <a:gd name="connsiteX155" fmla="*/ 2090738 w 2543175"/>
              <a:gd name="connsiteY155" fmla="*/ 1538287 h 1890712"/>
              <a:gd name="connsiteX156" fmla="*/ 2109788 w 2543175"/>
              <a:gd name="connsiteY156" fmla="*/ 1547812 h 1890712"/>
              <a:gd name="connsiteX157" fmla="*/ 2131219 w 2543175"/>
              <a:gd name="connsiteY157" fmla="*/ 1562100 h 1890712"/>
              <a:gd name="connsiteX158" fmla="*/ 2140744 w 2543175"/>
              <a:gd name="connsiteY158" fmla="*/ 1566862 h 1890712"/>
              <a:gd name="connsiteX159" fmla="*/ 2152650 w 2543175"/>
              <a:gd name="connsiteY159" fmla="*/ 1576387 h 1890712"/>
              <a:gd name="connsiteX160" fmla="*/ 2181225 w 2543175"/>
              <a:gd name="connsiteY160" fmla="*/ 1590675 h 1890712"/>
              <a:gd name="connsiteX161" fmla="*/ 2200275 w 2543175"/>
              <a:gd name="connsiteY161" fmla="*/ 1607344 h 1890712"/>
              <a:gd name="connsiteX162" fmla="*/ 2207419 w 2543175"/>
              <a:gd name="connsiteY162" fmla="*/ 1612106 h 1890712"/>
              <a:gd name="connsiteX163" fmla="*/ 2216944 w 2543175"/>
              <a:gd name="connsiteY163" fmla="*/ 1619250 h 1890712"/>
              <a:gd name="connsiteX164" fmla="*/ 2224088 w 2543175"/>
              <a:gd name="connsiteY164" fmla="*/ 1624012 h 1890712"/>
              <a:gd name="connsiteX165" fmla="*/ 2247900 w 2543175"/>
              <a:gd name="connsiteY165" fmla="*/ 1643062 h 1890712"/>
              <a:gd name="connsiteX166" fmla="*/ 2255044 w 2543175"/>
              <a:gd name="connsiteY166" fmla="*/ 1650206 h 1890712"/>
              <a:gd name="connsiteX167" fmla="*/ 2281238 w 2543175"/>
              <a:gd name="connsiteY167" fmla="*/ 1664494 h 1890712"/>
              <a:gd name="connsiteX168" fmla="*/ 2297907 w 2543175"/>
              <a:gd name="connsiteY168" fmla="*/ 1674019 h 1890712"/>
              <a:gd name="connsiteX169" fmla="*/ 2312194 w 2543175"/>
              <a:gd name="connsiteY169" fmla="*/ 1685925 h 1890712"/>
              <a:gd name="connsiteX170" fmla="*/ 2328863 w 2543175"/>
              <a:gd name="connsiteY170" fmla="*/ 1697831 h 1890712"/>
              <a:gd name="connsiteX171" fmla="*/ 2350294 w 2543175"/>
              <a:gd name="connsiteY171" fmla="*/ 1712119 h 1890712"/>
              <a:gd name="connsiteX172" fmla="*/ 2369344 w 2543175"/>
              <a:gd name="connsiteY172" fmla="*/ 1724025 h 1890712"/>
              <a:gd name="connsiteX173" fmla="*/ 2428876 w 2543175"/>
              <a:gd name="connsiteY173" fmla="*/ 1785938 h 1890712"/>
              <a:gd name="connsiteX174" fmla="*/ 2466975 w 2543175"/>
              <a:gd name="connsiteY174" fmla="*/ 1783556 h 1890712"/>
              <a:gd name="connsiteX175" fmla="*/ 2481263 w 2543175"/>
              <a:gd name="connsiteY175" fmla="*/ 1795462 h 1890712"/>
              <a:gd name="connsiteX176" fmla="*/ 2486025 w 2543175"/>
              <a:gd name="connsiteY176" fmla="*/ 1802606 h 1890712"/>
              <a:gd name="connsiteX177" fmla="*/ 2514600 w 2543175"/>
              <a:gd name="connsiteY177" fmla="*/ 1850231 h 1890712"/>
              <a:gd name="connsiteX178" fmla="*/ 2519363 w 2543175"/>
              <a:gd name="connsiteY178" fmla="*/ 1857375 h 1890712"/>
              <a:gd name="connsiteX179" fmla="*/ 2540794 w 2543175"/>
              <a:gd name="connsiteY179" fmla="*/ 1883569 h 1890712"/>
              <a:gd name="connsiteX180" fmla="*/ 2543175 w 2543175"/>
              <a:gd name="connsiteY18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302419 w 2543175"/>
              <a:gd name="connsiteY26" fmla="*/ 204787 h 1890712"/>
              <a:gd name="connsiteX27" fmla="*/ 309563 w 2543175"/>
              <a:gd name="connsiteY27" fmla="*/ 209550 h 1890712"/>
              <a:gd name="connsiteX28" fmla="*/ 333375 w 2543175"/>
              <a:gd name="connsiteY28" fmla="*/ 228600 h 1890712"/>
              <a:gd name="connsiteX29" fmla="*/ 340519 w 2543175"/>
              <a:gd name="connsiteY29" fmla="*/ 233362 h 1890712"/>
              <a:gd name="connsiteX30" fmla="*/ 354807 w 2543175"/>
              <a:gd name="connsiteY30" fmla="*/ 247650 h 1890712"/>
              <a:gd name="connsiteX31" fmla="*/ 366713 w 2543175"/>
              <a:gd name="connsiteY31" fmla="*/ 264319 h 1890712"/>
              <a:gd name="connsiteX32" fmla="*/ 371475 w 2543175"/>
              <a:gd name="connsiteY32" fmla="*/ 271462 h 1890712"/>
              <a:gd name="connsiteX33" fmla="*/ 378619 w 2543175"/>
              <a:gd name="connsiteY33" fmla="*/ 276225 h 1890712"/>
              <a:gd name="connsiteX34" fmla="*/ 385763 w 2543175"/>
              <a:gd name="connsiteY34" fmla="*/ 283369 h 1890712"/>
              <a:gd name="connsiteX35" fmla="*/ 395288 w 2543175"/>
              <a:gd name="connsiteY35" fmla="*/ 288131 h 1890712"/>
              <a:gd name="connsiteX36" fmla="*/ 404813 w 2543175"/>
              <a:gd name="connsiteY36" fmla="*/ 295275 h 1890712"/>
              <a:gd name="connsiteX37" fmla="*/ 411957 w 2543175"/>
              <a:gd name="connsiteY37" fmla="*/ 297656 h 1890712"/>
              <a:gd name="connsiteX38" fmla="*/ 421482 w 2543175"/>
              <a:gd name="connsiteY38" fmla="*/ 302419 h 1890712"/>
              <a:gd name="connsiteX39" fmla="*/ 447675 w 2543175"/>
              <a:gd name="connsiteY39" fmla="*/ 307181 h 1890712"/>
              <a:gd name="connsiteX40" fmla="*/ 461963 w 2543175"/>
              <a:gd name="connsiteY40" fmla="*/ 321469 h 1890712"/>
              <a:gd name="connsiteX41" fmla="*/ 466725 w 2543175"/>
              <a:gd name="connsiteY41" fmla="*/ 328612 h 1890712"/>
              <a:gd name="connsiteX42" fmla="*/ 476250 w 2543175"/>
              <a:gd name="connsiteY42" fmla="*/ 335756 h 1890712"/>
              <a:gd name="connsiteX43" fmla="*/ 481013 w 2543175"/>
              <a:gd name="connsiteY43" fmla="*/ 342900 h 1890712"/>
              <a:gd name="connsiteX44" fmla="*/ 490538 w 2543175"/>
              <a:gd name="connsiteY44" fmla="*/ 352425 h 1890712"/>
              <a:gd name="connsiteX45" fmla="*/ 495300 w 2543175"/>
              <a:gd name="connsiteY45" fmla="*/ 359569 h 1890712"/>
              <a:gd name="connsiteX46" fmla="*/ 509588 w 2543175"/>
              <a:gd name="connsiteY46" fmla="*/ 376237 h 1890712"/>
              <a:gd name="connsiteX47" fmla="*/ 514350 w 2543175"/>
              <a:gd name="connsiteY47" fmla="*/ 383381 h 1890712"/>
              <a:gd name="connsiteX48" fmla="*/ 531019 w 2543175"/>
              <a:gd name="connsiteY48" fmla="*/ 397669 h 1890712"/>
              <a:gd name="connsiteX49" fmla="*/ 538163 w 2543175"/>
              <a:gd name="connsiteY49" fmla="*/ 407194 h 1890712"/>
              <a:gd name="connsiteX50" fmla="*/ 554832 w 2543175"/>
              <a:gd name="connsiteY50" fmla="*/ 421481 h 1890712"/>
              <a:gd name="connsiteX51" fmla="*/ 564357 w 2543175"/>
              <a:gd name="connsiteY51" fmla="*/ 431006 h 1890712"/>
              <a:gd name="connsiteX52" fmla="*/ 573882 w 2543175"/>
              <a:gd name="connsiteY52" fmla="*/ 438150 h 1890712"/>
              <a:gd name="connsiteX53" fmla="*/ 595313 w 2543175"/>
              <a:gd name="connsiteY53" fmla="*/ 454819 h 1890712"/>
              <a:gd name="connsiteX54" fmla="*/ 602457 w 2543175"/>
              <a:gd name="connsiteY54" fmla="*/ 457200 h 1890712"/>
              <a:gd name="connsiteX55" fmla="*/ 628650 w 2543175"/>
              <a:gd name="connsiteY55" fmla="*/ 469106 h 1890712"/>
              <a:gd name="connsiteX56" fmla="*/ 645319 w 2543175"/>
              <a:gd name="connsiteY56" fmla="*/ 483394 h 1890712"/>
              <a:gd name="connsiteX57" fmla="*/ 654844 w 2543175"/>
              <a:gd name="connsiteY57" fmla="*/ 488156 h 1890712"/>
              <a:gd name="connsiteX58" fmla="*/ 661988 w 2543175"/>
              <a:gd name="connsiteY58" fmla="*/ 497681 h 1890712"/>
              <a:gd name="connsiteX59" fmla="*/ 683419 w 2543175"/>
              <a:gd name="connsiteY59" fmla="*/ 514350 h 1890712"/>
              <a:gd name="connsiteX60" fmla="*/ 700088 w 2543175"/>
              <a:gd name="connsiteY60" fmla="*/ 526256 h 1890712"/>
              <a:gd name="connsiteX61" fmla="*/ 709613 w 2543175"/>
              <a:gd name="connsiteY61" fmla="*/ 535781 h 1890712"/>
              <a:gd name="connsiteX62" fmla="*/ 719138 w 2543175"/>
              <a:gd name="connsiteY62" fmla="*/ 542925 h 1890712"/>
              <a:gd name="connsiteX63" fmla="*/ 733425 w 2543175"/>
              <a:gd name="connsiteY63" fmla="*/ 557212 h 1890712"/>
              <a:gd name="connsiteX64" fmla="*/ 750094 w 2543175"/>
              <a:gd name="connsiteY64" fmla="*/ 569119 h 1890712"/>
              <a:gd name="connsiteX65" fmla="*/ 769144 w 2543175"/>
              <a:gd name="connsiteY65" fmla="*/ 581025 h 1890712"/>
              <a:gd name="connsiteX66" fmla="*/ 785813 w 2543175"/>
              <a:gd name="connsiteY66" fmla="*/ 590550 h 1890712"/>
              <a:gd name="connsiteX67" fmla="*/ 792957 w 2543175"/>
              <a:gd name="connsiteY67" fmla="*/ 600075 h 1890712"/>
              <a:gd name="connsiteX68" fmla="*/ 809625 w 2543175"/>
              <a:gd name="connsiteY68" fmla="*/ 611981 h 1890712"/>
              <a:gd name="connsiteX69" fmla="*/ 816769 w 2543175"/>
              <a:gd name="connsiteY69" fmla="*/ 619125 h 1890712"/>
              <a:gd name="connsiteX70" fmla="*/ 826294 w 2543175"/>
              <a:gd name="connsiteY70" fmla="*/ 626269 h 1890712"/>
              <a:gd name="connsiteX71" fmla="*/ 840582 w 2543175"/>
              <a:gd name="connsiteY71" fmla="*/ 638175 h 1890712"/>
              <a:gd name="connsiteX72" fmla="*/ 847725 w 2543175"/>
              <a:gd name="connsiteY72" fmla="*/ 645319 h 1890712"/>
              <a:gd name="connsiteX73" fmla="*/ 857250 w 2543175"/>
              <a:gd name="connsiteY73" fmla="*/ 652462 h 1890712"/>
              <a:gd name="connsiteX74" fmla="*/ 864394 w 2543175"/>
              <a:gd name="connsiteY74" fmla="*/ 657225 h 1890712"/>
              <a:gd name="connsiteX75" fmla="*/ 888207 w 2543175"/>
              <a:gd name="connsiteY75" fmla="*/ 676275 h 1890712"/>
              <a:gd name="connsiteX76" fmla="*/ 895350 w 2543175"/>
              <a:gd name="connsiteY76" fmla="*/ 681037 h 1890712"/>
              <a:gd name="connsiteX77" fmla="*/ 907257 w 2543175"/>
              <a:gd name="connsiteY77" fmla="*/ 683419 h 1890712"/>
              <a:gd name="connsiteX78" fmla="*/ 928688 w 2543175"/>
              <a:gd name="connsiteY78" fmla="*/ 695325 h 1890712"/>
              <a:gd name="connsiteX79" fmla="*/ 942975 w 2543175"/>
              <a:gd name="connsiteY79" fmla="*/ 700087 h 1890712"/>
              <a:gd name="connsiteX80" fmla="*/ 964407 w 2543175"/>
              <a:gd name="connsiteY80" fmla="*/ 716756 h 1890712"/>
              <a:gd name="connsiteX81" fmla="*/ 971550 w 2543175"/>
              <a:gd name="connsiteY81" fmla="*/ 723900 h 1890712"/>
              <a:gd name="connsiteX82" fmla="*/ 983457 w 2543175"/>
              <a:gd name="connsiteY82" fmla="*/ 733425 h 1890712"/>
              <a:gd name="connsiteX83" fmla="*/ 990600 w 2543175"/>
              <a:gd name="connsiteY83" fmla="*/ 738187 h 1890712"/>
              <a:gd name="connsiteX84" fmla="*/ 1007269 w 2543175"/>
              <a:gd name="connsiteY84" fmla="*/ 752475 h 1890712"/>
              <a:gd name="connsiteX85" fmla="*/ 1031082 w 2543175"/>
              <a:gd name="connsiteY85" fmla="*/ 766762 h 1890712"/>
              <a:gd name="connsiteX86" fmla="*/ 1042988 w 2543175"/>
              <a:gd name="connsiteY86" fmla="*/ 773906 h 1890712"/>
              <a:gd name="connsiteX87" fmla="*/ 1071563 w 2543175"/>
              <a:gd name="connsiteY87" fmla="*/ 785812 h 1890712"/>
              <a:gd name="connsiteX88" fmla="*/ 1097757 w 2543175"/>
              <a:gd name="connsiteY88" fmla="*/ 807244 h 1890712"/>
              <a:gd name="connsiteX89" fmla="*/ 1104900 w 2543175"/>
              <a:gd name="connsiteY89" fmla="*/ 814387 h 1890712"/>
              <a:gd name="connsiteX90" fmla="*/ 1121569 w 2543175"/>
              <a:gd name="connsiteY90" fmla="*/ 823912 h 1890712"/>
              <a:gd name="connsiteX91" fmla="*/ 1138238 w 2543175"/>
              <a:gd name="connsiteY91" fmla="*/ 835819 h 1890712"/>
              <a:gd name="connsiteX92" fmla="*/ 1147763 w 2543175"/>
              <a:gd name="connsiteY92" fmla="*/ 842962 h 1890712"/>
              <a:gd name="connsiteX93" fmla="*/ 1157288 w 2543175"/>
              <a:gd name="connsiteY93" fmla="*/ 847725 h 1890712"/>
              <a:gd name="connsiteX94" fmla="*/ 1178719 w 2543175"/>
              <a:gd name="connsiteY94" fmla="*/ 859631 h 1890712"/>
              <a:gd name="connsiteX95" fmla="*/ 1188244 w 2543175"/>
              <a:gd name="connsiteY95" fmla="*/ 866775 h 1890712"/>
              <a:gd name="connsiteX96" fmla="*/ 1195388 w 2543175"/>
              <a:gd name="connsiteY96" fmla="*/ 871537 h 1890712"/>
              <a:gd name="connsiteX97" fmla="*/ 1212057 w 2543175"/>
              <a:gd name="connsiteY97" fmla="*/ 883444 h 1890712"/>
              <a:gd name="connsiteX98" fmla="*/ 1226344 w 2543175"/>
              <a:gd name="connsiteY98" fmla="*/ 895350 h 1890712"/>
              <a:gd name="connsiteX99" fmla="*/ 1245394 w 2543175"/>
              <a:gd name="connsiteY99" fmla="*/ 907256 h 1890712"/>
              <a:gd name="connsiteX100" fmla="*/ 1254919 w 2543175"/>
              <a:gd name="connsiteY100" fmla="*/ 914400 h 1890712"/>
              <a:gd name="connsiteX101" fmla="*/ 1269207 w 2543175"/>
              <a:gd name="connsiteY101" fmla="*/ 921544 h 1890712"/>
              <a:gd name="connsiteX102" fmla="*/ 1290638 w 2543175"/>
              <a:gd name="connsiteY102" fmla="*/ 935831 h 1890712"/>
              <a:gd name="connsiteX103" fmla="*/ 1307307 w 2543175"/>
              <a:gd name="connsiteY103" fmla="*/ 952500 h 1890712"/>
              <a:gd name="connsiteX104" fmla="*/ 1333500 w 2543175"/>
              <a:gd name="connsiteY104" fmla="*/ 971550 h 1890712"/>
              <a:gd name="connsiteX105" fmla="*/ 1359694 w 2543175"/>
              <a:gd name="connsiteY105" fmla="*/ 990600 h 1890712"/>
              <a:gd name="connsiteX106" fmla="*/ 1373982 w 2543175"/>
              <a:gd name="connsiteY106" fmla="*/ 997744 h 1890712"/>
              <a:gd name="connsiteX107" fmla="*/ 1388269 w 2543175"/>
              <a:gd name="connsiteY107" fmla="*/ 1007269 h 1890712"/>
              <a:gd name="connsiteX108" fmla="*/ 1414463 w 2543175"/>
              <a:gd name="connsiteY108" fmla="*/ 1019175 h 1890712"/>
              <a:gd name="connsiteX109" fmla="*/ 1428750 w 2543175"/>
              <a:gd name="connsiteY109" fmla="*/ 1026319 h 1890712"/>
              <a:gd name="connsiteX110" fmla="*/ 1471613 w 2543175"/>
              <a:gd name="connsiteY110" fmla="*/ 1059656 h 1890712"/>
              <a:gd name="connsiteX111" fmla="*/ 1495425 w 2543175"/>
              <a:gd name="connsiteY111" fmla="*/ 1088231 h 1890712"/>
              <a:gd name="connsiteX112" fmla="*/ 1547812 w 2543175"/>
              <a:gd name="connsiteY112" fmla="*/ 1133475 h 1890712"/>
              <a:gd name="connsiteX113" fmla="*/ 1597819 w 2543175"/>
              <a:gd name="connsiteY113" fmla="*/ 1154906 h 1890712"/>
              <a:gd name="connsiteX114" fmla="*/ 1604963 w 2543175"/>
              <a:gd name="connsiteY114" fmla="*/ 1162050 h 1890712"/>
              <a:gd name="connsiteX115" fmla="*/ 1612107 w 2543175"/>
              <a:gd name="connsiteY115" fmla="*/ 1166812 h 1890712"/>
              <a:gd name="connsiteX116" fmla="*/ 1628775 w 2543175"/>
              <a:gd name="connsiteY116" fmla="*/ 1183481 h 1890712"/>
              <a:gd name="connsiteX117" fmla="*/ 1662113 w 2543175"/>
              <a:gd name="connsiteY117" fmla="*/ 1209675 h 1890712"/>
              <a:gd name="connsiteX118" fmla="*/ 1678782 w 2543175"/>
              <a:gd name="connsiteY118" fmla="*/ 1226344 h 1890712"/>
              <a:gd name="connsiteX119" fmla="*/ 1700213 w 2543175"/>
              <a:gd name="connsiteY119" fmla="*/ 1247775 h 1890712"/>
              <a:gd name="connsiteX120" fmla="*/ 1712119 w 2543175"/>
              <a:gd name="connsiteY120" fmla="*/ 1259681 h 1890712"/>
              <a:gd name="connsiteX121" fmla="*/ 1733550 w 2543175"/>
              <a:gd name="connsiteY121" fmla="*/ 1273969 h 1890712"/>
              <a:gd name="connsiteX122" fmla="*/ 1743075 w 2543175"/>
              <a:gd name="connsiteY122" fmla="*/ 1283494 h 1890712"/>
              <a:gd name="connsiteX123" fmla="*/ 1754982 w 2543175"/>
              <a:gd name="connsiteY123" fmla="*/ 1290637 h 1890712"/>
              <a:gd name="connsiteX124" fmla="*/ 1766888 w 2543175"/>
              <a:gd name="connsiteY124" fmla="*/ 1300162 h 1890712"/>
              <a:gd name="connsiteX125" fmla="*/ 1783557 w 2543175"/>
              <a:gd name="connsiteY125" fmla="*/ 1307306 h 1890712"/>
              <a:gd name="connsiteX126" fmla="*/ 1790700 w 2543175"/>
              <a:gd name="connsiteY126" fmla="*/ 1312069 h 1890712"/>
              <a:gd name="connsiteX127" fmla="*/ 1800225 w 2543175"/>
              <a:gd name="connsiteY127" fmla="*/ 1319212 h 1890712"/>
              <a:gd name="connsiteX128" fmla="*/ 1807369 w 2543175"/>
              <a:gd name="connsiteY128" fmla="*/ 1321594 h 1890712"/>
              <a:gd name="connsiteX129" fmla="*/ 1824038 w 2543175"/>
              <a:gd name="connsiteY129" fmla="*/ 1333500 h 1890712"/>
              <a:gd name="connsiteX130" fmla="*/ 1843088 w 2543175"/>
              <a:gd name="connsiteY130" fmla="*/ 1352550 h 1890712"/>
              <a:gd name="connsiteX131" fmla="*/ 1852613 w 2543175"/>
              <a:gd name="connsiteY131" fmla="*/ 1359694 h 1890712"/>
              <a:gd name="connsiteX132" fmla="*/ 1859757 w 2543175"/>
              <a:gd name="connsiteY132" fmla="*/ 1366837 h 1890712"/>
              <a:gd name="connsiteX133" fmla="*/ 1869282 w 2543175"/>
              <a:gd name="connsiteY133" fmla="*/ 1371600 h 1890712"/>
              <a:gd name="connsiteX134" fmla="*/ 1883569 w 2543175"/>
              <a:gd name="connsiteY134" fmla="*/ 1388269 h 1890712"/>
              <a:gd name="connsiteX135" fmla="*/ 1893094 w 2543175"/>
              <a:gd name="connsiteY135" fmla="*/ 1395412 h 1890712"/>
              <a:gd name="connsiteX136" fmla="*/ 1902619 w 2543175"/>
              <a:gd name="connsiteY136" fmla="*/ 1404937 h 1890712"/>
              <a:gd name="connsiteX137" fmla="*/ 1912144 w 2543175"/>
              <a:gd name="connsiteY137" fmla="*/ 1409700 h 1890712"/>
              <a:gd name="connsiteX138" fmla="*/ 1931194 w 2543175"/>
              <a:gd name="connsiteY138" fmla="*/ 1421606 h 1890712"/>
              <a:gd name="connsiteX139" fmla="*/ 1935957 w 2543175"/>
              <a:gd name="connsiteY139" fmla="*/ 1428750 h 1890712"/>
              <a:gd name="connsiteX140" fmla="*/ 1952625 w 2543175"/>
              <a:gd name="connsiteY140" fmla="*/ 1438275 h 1890712"/>
              <a:gd name="connsiteX141" fmla="*/ 1971675 w 2543175"/>
              <a:gd name="connsiteY141" fmla="*/ 1450181 h 1890712"/>
              <a:gd name="connsiteX142" fmla="*/ 1981200 w 2543175"/>
              <a:gd name="connsiteY142" fmla="*/ 1454944 h 1890712"/>
              <a:gd name="connsiteX143" fmla="*/ 1997869 w 2543175"/>
              <a:gd name="connsiteY143" fmla="*/ 1471612 h 1890712"/>
              <a:gd name="connsiteX144" fmla="*/ 2007394 w 2543175"/>
              <a:gd name="connsiteY144" fmla="*/ 1478756 h 1890712"/>
              <a:gd name="connsiteX145" fmla="*/ 2016919 w 2543175"/>
              <a:gd name="connsiteY145" fmla="*/ 1483519 h 1890712"/>
              <a:gd name="connsiteX146" fmla="*/ 2024063 w 2543175"/>
              <a:gd name="connsiteY146" fmla="*/ 1490662 h 1890712"/>
              <a:gd name="connsiteX147" fmla="*/ 2033588 w 2543175"/>
              <a:gd name="connsiteY147" fmla="*/ 1495425 h 1890712"/>
              <a:gd name="connsiteX148" fmla="*/ 2040732 w 2543175"/>
              <a:gd name="connsiteY148" fmla="*/ 1502569 h 1890712"/>
              <a:gd name="connsiteX149" fmla="*/ 2047875 w 2543175"/>
              <a:gd name="connsiteY149" fmla="*/ 1507331 h 1890712"/>
              <a:gd name="connsiteX150" fmla="*/ 2057400 w 2543175"/>
              <a:gd name="connsiteY150" fmla="*/ 1514475 h 1890712"/>
              <a:gd name="connsiteX151" fmla="*/ 2064544 w 2543175"/>
              <a:gd name="connsiteY151" fmla="*/ 1519237 h 1890712"/>
              <a:gd name="connsiteX152" fmla="*/ 2071688 w 2543175"/>
              <a:gd name="connsiteY152" fmla="*/ 1526381 h 1890712"/>
              <a:gd name="connsiteX153" fmla="*/ 2081213 w 2543175"/>
              <a:gd name="connsiteY153" fmla="*/ 1531144 h 1890712"/>
              <a:gd name="connsiteX154" fmla="*/ 2090738 w 2543175"/>
              <a:gd name="connsiteY154" fmla="*/ 1538287 h 1890712"/>
              <a:gd name="connsiteX155" fmla="*/ 2109788 w 2543175"/>
              <a:gd name="connsiteY155" fmla="*/ 1547812 h 1890712"/>
              <a:gd name="connsiteX156" fmla="*/ 2131219 w 2543175"/>
              <a:gd name="connsiteY156" fmla="*/ 1562100 h 1890712"/>
              <a:gd name="connsiteX157" fmla="*/ 2140744 w 2543175"/>
              <a:gd name="connsiteY157" fmla="*/ 1566862 h 1890712"/>
              <a:gd name="connsiteX158" fmla="*/ 2152650 w 2543175"/>
              <a:gd name="connsiteY158" fmla="*/ 1576387 h 1890712"/>
              <a:gd name="connsiteX159" fmla="*/ 2181225 w 2543175"/>
              <a:gd name="connsiteY159" fmla="*/ 1590675 h 1890712"/>
              <a:gd name="connsiteX160" fmla="*/ 2200275 w 2543175"/>
              <a:gd name="connsiteY160" fmla="*/ 1607344 h 1890712"/>
              <a:gd name="connsiteX161" fmla="*/ 2207419 w 2543175"/>
              <a:gd name="connsiteY161" fmla="*/ 1612106 h 1890712"/>
              <a:gd name="connsiteX162" fmla="*/ 2216944 w 2543175"/>
              <a:gd name="connsiteY162" fmla="*/ 1619250 h 1890712"/>
              <a:gd name="connsiteX163" fmla="*/ 2224088 w 2543175"/>
              <a:gd name="connsiteY163" fmla="*/ 1624012 h 1890712"/>
              <a:gd name="connsiteX164" fmla="*/ 2247900 w 2543175"/>
              <a:gd name="connsiteY164" fmla="*/ 1643062 h 1890712"/>
              <a:gd name="connsiteX165" fmla="*/ 2255044 w 2543175"/>
              <a:gd name="connsiteY165" fmla="*/ 1650206 h 1890712"/>
              <a:gd name="connsiteX166" fmla="*/ 2281238 w 2543175"/>
              <a:gd name="connsiteY166" fmla="*/ 1664494 h 1890712"/>
              <a:gd name="connsiteX167" fmla="*/ 2297907 w 2543175"/>
              <a:gd name="connsiteY167" fmla="*/ 1674019 h 1890712"/>
              <a:gd name="connsiteX168" fmla="*/ 2312194 w 2543175"/>
              <a:gd name="connsiteY168" fmla="*/ 1685925 h 1890712"/>
              <a:gd name="connsiteX169" fmla="*/ 2328863 w 2543175"/>
              <a:gd name="connsiteY169" fmla="*/ 1697831 h 1890712"/>
              <a:gd name="connsiteX170" fmla="*/ 2350294 w 2543175"/>
              <a:gd name="connsiteY170" fmla="*/ 1712119 h 1890712"/>
              <a:gd name="connsiteX171" fmla="*/ 2369344 w 2543175"/>
              <a:gd name="connsiteY171" fmla="*/ 1724025 h 1890712"/>
              <a:gd name="connsiteX172" fmla="*/ 2428876 w 2543175"/>
              <a:gd name="connsiteY172" fmla="*/ 1785938 h 1890712"/>
              <a:gd name="connsiteX173" fmla="*/ 2466975 w 2543175"/>
              <a:gd name="connsiteY173" fmla="*/ 1783556 h 1890712"/>
              <a:gd name="connsiteX174" fmla="*/ 2481263 w 2543175"/>
              <a:gd name="connsiteY174" fmla="*/ 1795462 h 1890712"/>
              <a:gd name="connsiteX175" fmla="*/ 2486025 w 2543175"/>
              <a:gd name="connsiteY175" fmla="*/ 1802606 h 1890712"/>
              <a:gd name="connsiteX176" fmla="*/ 2514600 w 2543175"/>
              <a:gd name="connsiteY176" fmla="*/ 1850231 h 1890712"/>
              <a:gd name="connsiteX177" fmla="*/ 2519363 w 2543175"/>
              <a:gd name="connsiteY177" fmla="*/ 1857375 h 1890712"/>
              <a:gd name="connsiteX178" fmla="*/ 2540794 w 2543175"/>
              <a:gd name="connsiteY178" fmla="*/ 1883569 h 1890712"/>
              <a:gd name="connsiteX179" fmla="*/ 2543175 w 2543175"/>
              <a:gd name="connsiteY17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302419 w 2543175"/>
              <a:gd name="connsiteY25" fmla="*/ 204787 h 1890712"/>
              <a:gd name="connsiteX26" fmla="*/ 309563 w 2543175"/>
              <a:gd name="connsiteY26" fmla="*/ 209550 h 1890712"/>
              <a:gd name="connsiteX27" fmla="*/ 333375 w 2543175"/>
              <a:gd name="connsiteY27" fmla="*/ 228600 h 1890712"/>
              <a:gd name="connsiteX28" fmla="*/ 340519 w 2543175"/>
              <a:gd name="connsiteY28" fmla="*/ 233362 h 1890712"/>
              <a:gd name="connsiteX29" fmla="*/ 354807 w 2543175"/>
              <a:gd name="connsiteY29" fmla="*/ 247650 h 1890712"/>
              <a:gd name="connsiteX30" fmla="*/ 366713 w 2543175"/>
              <a:gd name="connsiteY30" fmla="*/ 264319 h 1890712"/>
              <a:gd name="connsiteX31" fmla="*/ 371475 w 2543175"/>
              <a:gd name="connsiteY31" fmla="*/ 271462 h 1890712"/>
              <a:gd name="connsiteX32" fmla="*/ 378619 w 2543175"/>
              <a:gd name="connsiteY32" fmla="*/ 276225 h 1890712"/>
              <a:gd name="connsiteX33" fmla="*/ 385763 w 2543175"/>
              <a:gd name="connsiteY33" fmla="*/ 283369 h 1890712"/>
              <a:gd name="connsiteX34" fmla="*/ 395288 w 2543175"/>
              <a:gd name="connsiteY34" fmla="*/ 288131 h 1890712"/>
              <a:gd name="connsiteX35" fmla="*/ 404813 w 2543175"/>
              <a:gd name="connsiteY35" fmla="*/ 295275 h 1890712"/>
              <a:gd name="connsiteX36" fmla="*/ 411957 w 2543175"/>
              <a:gd name="connsiteY36" fmla="*/ 297656 h 1890712"/>
              <a:gd name="connsiteX37" fmla="*/ 421482 w 2543175"/>
              <a:gd name="connsiteY37" fmla="*/ 302419 h 1890712"/>
              <a:gd name="connsiteX38" fmla="*/ 447675 w 2543175"/>
              <a:gd name="connsiteY38" fmla="*/ 307181 h 1890712"/>
              <a:gd name="connsiteX39" fmla="*/ 461963 w 2543175"/>
              <a:gd name="connsiteY39" fmla="*/ 321469 h 1890712"/>
              <a:gd name="connsiteX40" fmla="*/ 466725 w 2543175"/>
              <a:gd name="connsiteY40" fmla="*/ 328612 h 1890712"/>
              <a:gd name="connsiteX41" fmla="*/ 476250 w 2543175"/>
              <a:gd name="connsiteY41" fmla="*/ 335756 h 1890712"/>
              <a:gd name="connsiteX42" fmla="*/ 481013 w 2543175"/>
              <a:gd name="connsiteY42" fmla="*/ 342900 h 1890712"/>
              <a:gd name="connsiteX43" fmla="*/ 490538 w 2543175"/>
              <a:gd name="connsiteY43" fmla="*/ 352425 h 1890712"/>
              <a:gd name="connsiteX44" fmla="*/ 495300 w 2543175"/>
              <a:gd name="connsiteY44" fmla="*/ 359569 h 1890712"/>
              <a:gd name="connsiteX45" fmla="*/ 509588 w 2543175"/>
              <a:gd name="connsiteY45" fmla="*/ 376237 h 1890712"/>
              <a:gd name="connsiteX46" fmla="*/ 514350 w 2543175"/>
              <a:gd name="connsiteY46" fmla="*/ 383381 h 1890712"/>
              <a:gd name="connsiteX47" fmla="*/ 531019 w 2543175"/>
              <a:gd name="connsiteY47" fmla="*/ 397669 h 1890712"/>
              <a:gd name="connsiteX48" fmla="*/ 538163 w 2543175"/>
              <a:gd name="connsiteY48" fmla="*/ 407194 h 1890712"/>
              <a:gd name="connsiteX49" fmla="*/ 554832 w 2543175"/>
              <a:gd name="connsiteY49" fmla="*/ 421481 h 1890712"/>
              <a:gd name="connsiteX50" fmla="*/ 564357 w 2543175"/>
              <a:gd name="connsiteY50" fmla="*/ 431006 h 1890712"/>
              <a:gd name="connsiteX51" fmla="*/ 573882 w 2543175"/>
              <a:gd name="connsiteY51" fmla="*/ 438150 h 1890712"/>
              <a:gd name="connsiteX52" fmla="*/ 595313 w 2543175"/>
              <a:gd name="connsiteY52" fmla="*/ 454819 h 1890712"/>
              <a:gd name="connsiteX53" fmla="*/ 602457 w 2543175"/>
              <a:gd name="connsiteY53" fmla="*/ 457200 h 1890712"/>
              <a:gd name="connsiteX54" fmla="*/ 628650 w 2543175"/>
              <a:gd name="connsiteY54" fmla="*/ 469106 h 1890712"/>
              <a:gd name="connsiteX55" fmla="*/ 645319 w 2543175"/>
              <a:gd name="connsiteY55" fmla="*/ 483394 h 1890712"/>
              <a:gd name="connsiteX56" fmla="*/ 654844 w 2543175"/>
              <a:gd name="connsiteY56" fmla="*/ 488156 h 1890712"/>
              <a:gd name="connsiteX57" fmla="*/ 661988 w 2543175"/>
              <a:gd name="connsiteY57" fmla="*/ 497681 h 1890712"/>
              <a:gd name="connsiteX58" fmla="*/ 683419 w 2543175"/>
              <a:gd name="connsiteY58" fmla="*/ 514350 h 1890712"/>
              <a:gd name="connsiteX59" fmla="*/ 700088 w 2543175"/>
              <a:gd name="connsiteY59" fmla="*/ 526256 h 1890712"/>
              <a:gd name="connsiteX60" fmla="*/ 709613 w 2543175"/>
              <a:gd name="connsiteY60" fmla="*/ 535781 h 1890712"/>
              <a:gd name="connsiteX61" fmla="*/ 719138 w 2543175"/>
              <a:gd name="connsiteY61" fmla="*/ 542925 h 1890712"/>
              <a:gd name="connsiteX62" fmla="*/ 733425 w 2543175"/>
              <a:gd name="connsiteY62" fmla="*/ 557212 h 1890712"/>
              <a:gd name="connsiteX63" fmla="*/ 750094 w 2543175"/>
              <a:gd name="connsiteY63" fmla="*/ 569119 h 1890712"/>
              <a:gd name="connsiteX64" fmla="*/ 769144 w 2543175"/>
              <a:gd name="connsiteY64" fmla="*/ 581025 h 1890712"/>
              <a:gd name="connsiteX65" fmla="*/ 785813 w 2543175"/>
              <a:gd name="connsiteY65" fmla="*/ 590550 h 1890712"/>
              <a:gd name="connsiteX66" fmla="*/ 792957 w 2543175"/>
              <a:gd name="connsiteY66" fmla="*/ 600075 h 1890712"/>
              <a:gd name="connsiteX67" fmla="*/ 809625 w 2543175"/>
              <a:gd name="connsiteY67" fmla="*/ 611981 h 1890712"/>
              <a:gd name="connsiteX68" fmla="*/ 816769 w 2543175"/>
              <a:gd name="connsiteY68" fmla="*/ 619125 h 1890712"/>
              <a:gd name="connsiteX69" fmla="*/ 826294 w 2543175"/>
              <a:gd name="connsiteY69" fmla="*/ 626269 h 1890712"/>
              <a:gd name="connsiteX70" fmla="*/ 840582 w 2543175"/>
              <a:gd name="connsiteY70" fmla="*/ 638175 h 1890712"/>
              <a:gd name="connsiteX71" fmla="*/ 847725 w 2543175"/>
              <a:gd name="connsiteY71" fmla="*/ 645319 h 1890712"/>
              <a:gd name="connsiteX72" fmla="*/ 857250 w 2543175"/>
              <a:gd name="connsiteY72" fmla="*/ 652462 h 1890712"/>
              <a:gd name="connsiteX73" fmla="*/ 864394 w 2543175"/>
              <a:gd name="connsiteY73" fmla="*/ 657225 h 1890712"/>
              <a:gd name="connsiteX74" fmla="*/ 888207 w 2543175"/>
              <a:gd name="connsiteY74" fmla="*/ 676275 h 1890712"/>
              <a:gd name="connsiteX75" fmla="*/ 895350 w 2543175"/>
              <a:gd name="connsiteY75" fmla="*/ 681037 h 1890712"/>
              <a:gd name="connsiteX76" fmla="*/ 907257 w 2543175"/>
              <a:gd name="connsiteY76" fmla="*/ 683419 h 1890712"/>
              <a:gd name="connsiteX77" fmla="*/ 928688 w 2543175"/>
              <a:gd name="connsiteY77" fmla="*/ 695325 h 1890712"/>
              <a:gd name="connsiteX78" fmla="*/ 942975 w 2543175"/>
              <a:gd name="connsiteY78" fmla="*/ 700087 h 1890712"/>
              <a:gd name="connsiteX79" fmla="*/ 964407 w 2543175"/>
              <a:gd name="connsiteY79" fmla="*/ 716756 h 1890712"/>
              <a:gd name="connsiteX80" fmla="*/ 971550 w 2543175"/>
              <a:gd name="connsiteY80" fmla="*/ 723900 h 1890712"/>
              <a:gd name="connsiteX81" fmla="*/ 983457 w 2543175"/>
              <a:gd name="connsiteY81" fmla="*/ 733425 h 1890712"/>
              <a:gd name="connsiteX82" fmla="*/ 990600 w 2543175"/>
              <a:gd name="connsiteY82" fmla="*/ 738187 h 1890712"/>
              <a:gd name="connsiteX83" fmla="*/ 1007269 w 2543175"/>
              <a:gd name="connsiteY83" fmla="*/ 752475 h 1890712"/>
              <a:gd name="connsiteX84" fmla="*/ 1031082 w 2543175"/>
              <a:gd name="connsiteY84" fmla="*/ 766762 h 1890712"/>
              <a:gd name="connsiteX85" fmla="*/ 1042988 w 2543175"/>
              <a:gd name="connsiteY85" fmla="*/ 773906 h 1890712"/>
              <a:gd name="connsiteX86" fmla="*/ 1071563 w 2543175"/>
              <a:gd name="connsiteY86" fmla="*/ 785812 h 1890712"/>
              <a:gd name="connsiteX87" fmla="*/ 1097757 w 2543175"/>
              <a:gd name="connsiteY87" fmla="*/ 807244 h 1890712"/>
              <a:gd name="connsiteX88" fmla="*/ 1104900 w 2543175"/>
              <a:gd name="connsiteY88" fmla="*/ 814387 h 1890712"/>
              <a:gd name="connsiteX89" fmla="*/ 1121569 w 2543175"/>
              <a:gd name="connsiteY89" fmla="*/ 823912 h 1890712"/>
              <a:gd name="connsiteX90" fmla="*/ 1138238 w 2543175"/>
              <a:gd name="connsiteY90" fmla="*/ 835819 h 1890712"/>
              <a:gd name="connsiteX91" fmla="*/ 1147763 w 2543175"/>
              <a:gd name="connsiteY91" fmla="*/ 842962 h 1890712"/>
              <a:gd name="connsiteX92" fmla="*/ 1157288 w 2543175"/>
              <a:gd name="connsiteY92" fmla="*/ 847725 h 1890712"/>
              <a:gd name="connsiteX93" fmla="*/ 1178719 w 2543175"/>
              <a:gd name="connsiteY93" fmla="*/ 859631 h 1890712"/>
              <a:gd name="connsiteX94" fmla="*/ 1188244 w 2543175"/>
              <a:gd name="connsiteY94" fmla="*/ 866775 h 1890712"/>
              <a:gd name="connsiteX95" fmla="*/ 1195388 w 2543175"/>
              <a:gd name="connsiteY95" fmla="*/ 871537 h 1890712"/>
              <a:gd name="connsiteX96" fmla="*/ 1212057 w 2543175"/>
              <a:gd name="connsiteY96" fmla="*/ 883444 h 1890712"/>
              <a:gd name="connsiteX97" fmla="*/ 1226344 w 2543175"/>
              <a:gd name="connsiteY97" fmla="*/ 895350 h 1890712"/>
              <a:gd name="connsiteX98" fmla="*/ 1245394 w 2543175"/>
              <a:gd name="connsiteY98" fmla="*/ 907256 h 1890712"/>
              <a:gd name="connsiteX99" fmla="*/ 1254919 w 2543175"/>
              <a:gd name="connsiteY99" fmla="*/ 914400 h 1890712"/>
              <a:gd name="connsiteX100" fmla="*/ 1269207 w 2543175"/>
              <a:gd name="connsiteY100" fmla="*/ 921544 h 1890712"/>
              <a:gd name="connsiteX101" fmla="*/ 1290638 w 2543175"/>
              <a:gd name="connsiteY101" fmla="*/ 935831 h 1890712"/>
              <a:gd name="connsiteX102" fmla="*/ 1307307 w 2543175"/>
              <a:gd name="connsiteY102" fmla="*/ 952500 h 1890712"/>
              <a:gd name="connsiteX103" fmla="*/ 1333500 w 2543175"/>
              <a:gd name="connsiteY103" fmla="*/ 971550 h 1890712"/>
              <a:gd name="connsiteX104" fmla="*/ 1359694 w 2543175"/>
              <a:gd name="connsiteY104" fmla="*/ 990600 h 1890712"/>
              <a:gd name="connsiteX105" fmla="*/ 1373982 w 2543175"/>
              <a:gd name="connsiteY105" fmla="*/ 997744 h 1890712"/>
              <a:gd name="connsiteX106" fmla="*/ 1388269 w 2543175"/>
              <a:gd name="connsiteY106" fmla="*/ 1007269 h 1890712"/>
              <a:gd name="connsiteX107" fmla="*/ 1414463 w 2543175"/>
              <a:gd name="connsiteY107" fmla="*/ 1019175 h 1890712"/>
              <a:gd name="connsiteX108" fmla="*/ 1428750 w 2543175"/>
              <a:gd name="connsiteY108" fmla="*/ 1026319 h 1890712"/>
              <a:gd name="connsiteX109" fmla="*/ 1471613 w 2543175"/>
              <a:gd name="connsiteY109" fmla="*/ 1059656 h 1890712"/>
              <a:gd name="connsiteX110" fmla="*/ 1495425 w 2543175"/>
              <a:gd name="connsiteY110" fmla="*/ 1088231 h 1890712"/>
              <a:gd name="connsiteX111" fmla="*/ 1547812 w 2543175"/>
              <a:gd name="connsiteY111" fmla="*/ 1133475 h 1890712"/>
              <a:gd name="connsiteX112" fmla="*/ 1597819 w 2543175"/>
              <a:gd name="connsiteY112" fmla="*/ 1154906 h 1890712"/>
              <a:gd name="connsiteX113" fmla="*/ 1604963 w 2543175"/>
              <a:gd name="connsiteY113" fmla="*/ 1162050 h 1890712"/>
              <a:gd name="connsiteX114" fmla="*/ 1612107 w 2543175"/>
              <a:gd name="connsiteY114" fmla="*/ 1166812 h 1890712"/>
              <a:gd name="connsiteX115" fmla="*/ 1628775 w 2543175"/>
              <a:gd name="connsiteY115" fmla="*/ 1183481 h 1890712"/>
              <a:gd name="connsiteX116" fmla="*/ 1662113 w 2543175"/>
              <a:gd name="connsiteY116" fmla="*/ 1209675 h 1890712"/>
              <a:gd name="connsiteX117" fmla="*/ 1678782 w 2543175"/>
              <a:gd name="connsiteY117" fmla="*/ 1226344 h 1890712"/>
              <a:gd name="connsiteX118" fmla="*/ 1700213 w 2543175"/>
              <a:gd name="connsiteY118" fmla="*/ 1247775 h 1890712"/>
              <a:gd name="connsiteX119" fmla="*/ 1712119 w 2543175"/>
              <a:gd name="connsiteY119" fmla="*/ 1259681 h 1890712"/>
              <a:gd name="connsiteX120" fmla="*/ 1733550 w 2543175"/>
              <a:gd name="connsiteY120" fmla="*/ 1273969 h 1890712"/>
              <a:gd name="connsiteX121" fmla="*/ 1743075 w 2543175"/>
              <a:gd name="connsiteY121" fmla="*/ 1283494 h 1890712"/>
              <a:gd name="connsiteX122" fmla="*/ 1754982 w 2543175"/>
              <a:gd name="connsiteY122" fmla="*/ 1290637 h 1890712"/>
              <a:gd name="connsiteX123" fmla="*/ 1766888 w 2543175"/>
              <a:gd name="connsiteY123" fmla="*/ 1300162 h 1890712"/>
              <a:gd name="connsiteX124" fmla="*/ 1783557 w 2543175"/>
              <a:gd name="connsiteY124" fmla="*/ 1307306 h 1890712"/>
              <a:gd name="connsiteX125" fmla="*/ 1790700 w 2543175"/>
              <a:gd name="connsiteY125" fmla="*/ 1312069 h 1890712"/>
              <a:gd name="connsiteX126" fmla="*/ 1800225 w 2543175"/>
              <a:gd name="connsiteY126" fmla="*/ 1319212 h 1890712"/>
              <a:gd name="connsiteX127" fmla="*/ 1807369 w 2543175"/>
              <a:gd name="connsiteY127" fmla="*/ 1321594 h 1890712"/>
              <a:gd name="connsiteX128" fmla="*/ 1824038 w 2543175"/>
              <a:gd name="connsiteY128" fmla="*/ 1333500 h 1890712"/>
              <a:gd name="connsiteX129" fmla="*/ 1843088 w 2543175"/>
              <a:gd name="connsiteY129" fmla="*/ 1352550 h 1890712"/>
              <a:gd name="connsiteX130" fmla="*/ 1852613 w 2543175"/>
              <a:gd name="connsiteY130" fmla="*/ 1359694 h 1890712"/>
              <a:gd name="connsiteX131" fmla="*/ 1859757 w 2543175"/>
              <a:gd name="connsiteY131" fmla="*/ 1366837 h 1890712"/>
              <a:gd name="connsiteX132" fmla="*/ 1869282 w 2543175"/>
              <a:gd name="connsiteY132" fmla="*/ 1371600 h 1890712"/>
              <a:gd name="connsiteX133" fmla="*/ 1883569 w 2543175"/>
              <a:gd name="connsiteY133" fmla="*/ 1388269 h 1890712"/>
              <a:gd name="connsiteX134" fmla="*/ 1893094 w 2543175"/>
              <a:gd name="connsiteY134" fmla="*/ 1395412 h 1890712"/>
              <a:gd name="connsiteX135" fmla="*/ 1902619 w 2543175"/>
              <a:gd name="connsiteY135" fmla="*/ 1404937 h 1890712"/>
              <a:gd name="connsiteX136" fmla="*/ 1912144 w 2543175"/>
              <a:gd name="connsiteY136" fmla="*/ 1409700 h 1890712"/>
              <a:gd name="connsiteX137" fmla="*/ 1931194 w 2543175"/>
              <a:gd name="connsiteY137" fmla="*/ 1421606 h 1890712"/>
              <a:gd name="connsiteX138" fmla="*/ 1935957 w 2543175"/>
              <a:gd name="connsiteY138" fmla="*/ 1428750 h 1890712"/>
              <a:gd name="connsiteX139" fmla="*/ 1952625 w 2543175"/>
              <a:gd name="connsiteY139" fmla="*/ 1438275 h 1890712"/>
              <a:gd name="connsiteX140" fmla="*/ 1971675 w 2543175"/>
              <a:gd name="connsiteY140" fmla="*/ 1450181 h 1890712"/>
              <a:gd name="connsiteX141" fmla="*/ 1981200 w 2543175"/>
              <a:gd name="connsiteY141" fmla="*/ 1454944 h 1890712"/>
              <a:gd name="connsiteX142" fmla="*/ 1997869 w 2543175"/>
              <a:gd name="connsiteY142" fmla="*/ 1471612 h 1890712"/>
              <a:gd name="connsiteX143" fmla="*/ 2007394 w 2543175"/>
              <a:gd name="connsiteY143" fmla="*/ 1478756 h 1890712"/>
              <a:gd name="connsiteX144" fmla="*/ 2016919 w 2543175"/>
              <a:gd name="connsiteY144" fmla="*/ 1483519 h 1890712"/>
              <a:gd name="connsiteX145" fmla="*/ 2024063 w 2543175"/>
              <a:gd name="connsiteY145" fmla="*/ 1490662 h 1890712"/>
              <a:gd name="connsiteX146" fmla="*/ 2033588 w 2543175"/>
              <a:gd name="connsiteY146" fmla="*/ 1495425 h 1890712"/>
              <a:gd name="connsiteX147" fmla="*/ 2040732 w 2543175"/>
              <a:gd name="connsiteY147" fmla="*/ 1502569 h 1890712"/>
              <a:gd name="connsiteX148" fmla="*/ 2047875 w 2543175"/>
              <a:gd name="connsiteY148" fmla="*/ 1507331 h 1890712"/>
              <a:gd name="connsiteX149" fmla="*/ 2057400 w 2543175"/>
              <a:gd name="connsiteY149" fmla="*/ 1514475 h 1890712"/>
              <a:gd name="connsiteX150" fmla="*/ 2064544 w 2543175"/>
              <a:gd name="connsiteY150" fmla="*/ 1519237 h 1890712"/>
              <a:gd name="connsiteX151" fmla="*/ 2071688 w 2543175"/>
              <a:gd name="connsiteY151" fmla="*/ 1526381 h 1890712"/>
              <a:gd name="connsiteX152" fmla="*/ 2081213 w 2543175"/>
              <a:gd name="connsiteY152" fmla="*/ 1531144 h 1890712"/>
              <a:gd name="connsiteX153" fmla="*/ 2090738 w 2543175"/>
              <a:gd name="connsiteY153" fmla="*/ 1538287 h 1890712"/>
              <a:gd name="connsiteX154" fmla="*/ 2109788 w 2543175"/>
              <a:gd name="connsiteY154" fmla="*/ 1547812 h 1890712"/>
              <a:gd name="connsiteX155" fmla="*/ 2131219 w 2543175"/>
              <a:gd name="connsiteY155" fmla="*/ 1562100 h 1890712"/>
              <a:gd name="connsiteX156" fmla="*/ 2140744 w 2543175"/>
              <a:gd name="connsiteY156" fmla="*/ 1566862 h 1890712"/>
              <a:gd name="connsiteX157" fmla="*/ 2152650 w 2543175"/>
              <a:gd name="connsiteY157" fmla="*/ 1576387 h 1890712"/>
              <a:gd name="connsiteX158" fmla="*/ 2181225 w 2543175"/>
              <a:gd name="connsiteY158" fmla="*/ 1590675 h 1890712"/>
              <a:gd name="connsiteX159" fmla="*/ 2200275 w 2543175"/>
              <a:gd name="connsiteY159" fmla="*/ 1607344 h 1890712"/>
              <a:gd name="connsiteX160" fmla="*/ 2207419 w 2543175"/>
              <a:gd name="connsiteY160" fmla="*/ 1612106 h 1890712"/>
              <a:gd name="connsiteX161" fmla="*/ 2216944 w 2543175"/>
              <a:gd name="connsiteY161" fmla="*/ 1619250 h 1890712"/>
              <a:gd name="connsiteX162" fmla="*/ 2224088 w 2543175"/>
              <a:gd name="connsiteY162" fmla="*/ 1624012 h 1890712"/>
              <a:gd name="connsiteX163" fmla="*/ 2247900 w 2543175"/>
              <a:gd name="connsiteY163" fmla="*/ 1643062 h 1890712"/>
              <a:gd name="connsiteX164" fmla="*/ 2255044 w 2543175"/>
              <a:gd name="connsiteY164" fmla="*/ 1650206 h 1890712"/>
              <a:gd name="connsiteX165" fmla="*/ 2281238 w 2543175"/>
              <a:gd name="connsiteY165" fmla="*/ 1664494 h 1890712"/>
              <a:gd name="connsiteX166" fmla="*/ 2297907 w 2543175"/>
              <a:gd name="connsiteY166" fmla="*/ 1674019 h 1890712"/>
              <a:gd name="connsiteX167" fmla="*/ 2312194 w 2543175"/>
              <a:gd name="connsiteY167" fmla="*/ 1685925 h 1890712"/>
              <a:gd name="connsiteX168" fmla="*/ 2328863 w 2543175"/>
              <a:gd name="connsiteY168" fmla="*/ 1697831 h 1890712"/>
              <a:gd name="connsiteX169" fmla="*/ 2350294 w 2543175"/>
              <a:gd name="connsiteY169" fmla="*/ 1712119 h 1890712"/>
              <a:gd name="connsiteX170" fmla="*/ 2369344 w 2543175"/>
              <a:gd name="connsiteY170" fmla="*/ 1724025 h 1890712"/>
              <a:gd name="connsiteX171" fmla="*/ 2428876 w 2543175"/>
              <a:gd name="connsiteY171" fmla="*/ 1785938 h 1890712"/>
              <a:gd name="connsiteX172" fmla="*/ 2466975 w 2543175"/>
              <a:gd name="connsiteY172" fmla="*/ 1783556 h 1890712"/>
              <a:gd name="connsiteX173" fmla="*/ 2481263 w 2543175"/>
              <a:gd name="connsiteY173" fmla="*/ 1795462 h 1890712"/>
              <a:gd name="connsiteX174" fmla="*/ 2486025 w 2543175"/>
              <a:gd name="connsiteY174" fmla="*/ 1802606 h 1890712"/>
              <a:gd name="connsiteX175" fmla="*/ 2514600 w 2543175"/>
              <a:gd name="connsiteY175" fmla="*/ 1850231 h 1890712"/>
              <a:gd name="connsiteX176" fmla="*/ 2519363 w 2543175"/>
              <a:gd name="connsiteY176" fmla="*/ 1857375 h 1890712"/>
              <a:gd name="connsiteX177" fmla="*/ 2540794 w 2543175"/>
              <a:gd name="connsiteY177" fmla="*/ 1883569 h 1890712"/>
              <a:gd name="connsiteX178" fmla="*/ 2543175 w 2543175"/>
              <a:gd name="connsiteY178"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09563 w 2543175"/>
              <a:gd name="connsiteY25" fmla="*/ 209550 h 1890712"/>
              <a:gd name="connsiteX26" fmla="*/ 333375 w 2543175"/>
              <a:gd name="connsiteY26" fmla="*/ 228600 h 1890712"/>
              <a:gd name="connsiteX27" fmla="*/ 340519 w 2543175"/>
              <a:gd name="connsiteY27" fmla="*/ 233362 h 1890712"/>
              <a:gd name="connsiteX28" fmla="*/ 354807 w 2543175"/>
              <a:gd name="connsiteY28" fmla="*/ 247650 h 1890712"/>
              <a:gd name="connsiteX29" fmla="*/ 366713 w 2543175"/>
              <a:gd name="connsiteY29" fmla="*/ 264319 h 1890712"/>
              <a:gd name="connsiteX30" fmla="*/ 371475 w 2543175"/>
              <a:gd name="connsiteY30" fmla="*/ 271462 h 1890712"/>
              <a:gd name="connsiteX31" fmla="*/ 378619 w 2543175"/>
              <a:gd name="connsiteY31" fmla="*/ 276225 h 1890712"/>
              <a:gd name="connsiteX32" fmla="*/ 385763 w 2543175"/>
              <a:gd name="connsiteY32" fmla="*/ 283369 h 1890712"/>
              <a:gd name="connsiteX33" fmla="*/ 395288 w 2543175"/>
              <a:gd name="connsiteY33" fmla="*/ 288131 h 1890712"/>
              <a:gd name="connsiteX34" fmla="*/ 404813 w 2543175"/>
              <a:gd name="connsiteY34" fmla="*/ 295275 h 1890712"/>
              <a:gd name="connsiteX35" fmla="*/ 411957 w 2543175"/>
              <a:gd name="connsiteY35" fmla="*/ 297656 h 1890712"/>
              <a:gd name="connsiteX36" fmla="*/ 421482 w 2543175"/>
              <a:gd name="connsiteY36" fmla="*/ 302419 h 1890712"/>
              <a:gd name="connsiteX37" fmla="*/ 447675 w 2543175"/>
              <a:gd name="connsiteY37" fmla="*/ 307181 h 1890712"/>
              <a:gd name="connsiteX38" fmla="*/ 461963 w 2543175"/>
              <a:gd name="connsiteY38" fmla="*/ 321469 h 1890712"/>
              <a:gd name="connsiteX39" fmla="*/ 466725 w 2543175"/>
              <a:gd name="connsiteY39" fmla="*/ 328612 h 1890712"/>
              <a:gd name="connsiteX40" fmla="*/ 476250 w 2543175"/>
              <a:gd name="connsiteY40" fmla="*/ 335756 h 1890712"/>
              <a:gd name="connsiteX41" fmla="*/ 481013 w 2543175"/>
              <a:gd name="connsiteY41" fmla="*/ 342900 h 1890712"/>
              <a:gd name="connsiteX42" fmla="*/ 490538 w 2543175"/>
              <a:gd name="connsiteY42" fmla="*/ 352425 h 1890712"/>
              <a:gd name="connsiteX43" fmla="*/ 495300 w 2543175"/>
              <a:gd name="connsiteY43" fmla="*/ 359569 h 1890712"/>
              <a:gd name="connsiteX44" fmla="*/ 509588 w 2543175"/>
              <a:gd name="connsiteY44" fmla="*/ 376237 h 1890712"/>
              <a:gd name="connsiteX45" fmla="*/ 514350 w 2543175"/>
              <a:gd name="connsiteY45" fmla="*/ 383381 h 1890712"/>
              <a:gd name="connsiteX46" fmla="*/ 531019 w 2543175"/>
              <a:gd name="connsiteY46" fmla="*/ 397669 h 1890712"/>
              <a:gd name="connsiteX47" fmla="*/ 538163 w 2543175"/>
              <a:gd name="connsiteY47" fmla="*/ 407194 h 1890712"/>
              <a:gd name="connsiteX48" fmla="*/ 554832 w 2543175"/>
              <a:gd name="connsiteY48" fmla="*/ 421481 h 1890712"/>
              <a:gd name="connsiteX49" fmla="*/ 564357 w 2543175"/>
              <a:gd name="connsiteY49" fmla="*/ 431006 h 1890712"/>
              <a:gd name="connsiteX50" fmla="*/ 573882 w 2543175"/>
              <a:gd name="connsiteY50" fmla="*/ 438150 h 1890712"/>
              <a:gd name="connsiteX51" fmla="*/ 595313 w 2543175"/>
              <a:gd name="connsiteY51" fmla="*/ 454819 h 1890712"/>
              <a:gd name="connsiteX52" fmla="*/ 602457 w 2543175"/>
              <a:gd name="connsiteY52" fmla="*/ 457200 h 1890712"/>
              <a:gd name="connsiteX53" fmla="*/ 628650 w 2543175"/>
              <a:gd name="connsiteY53" fmla="*/ 469106 h 1890712"/>
              <a:gd name="connsiteX54" fmla="*/ 645319 w 2543175"/>
              <a:gd name="connsiteY54" fmla="*/ 483394 h 1890712"/>
              <a:gd name="connsiteX55" fmla="*/ 654844 w 2543175"/>
              <a:gd name="connsiteY55" fmla="*/ 488156 h 1890712"/>
              <a:gd name="connsiteX56" fmla="*/ 661988 w 2543175"/>
              <a:gd name="connsiteY56" fmla="*/ 497681 h 1890712"/>
              <a:gd name="connsiteX57" fmla="*/ 683419 w 2543175"/>
              <a:gd name="connsiteY57" fmla="*/ 514350 h 1890712"/>
              <a:gd name="connsiteX58" fmla="*/ 700088 w 2543175"/>
              <a:gd name="connsiteY58" fmla="*/ 526256 h 1890712"/>
              <a:gd name="connsiteX59" fmla="*/ 709613 w 2543175"/>
              <a:gd name="connsiteY59" fmla="*/ 535781 h 1890712"/>
              <a:gd name="connsiteX60" fmla="*/ 719138 w 2543175"/>
              <a:gd name="connsiteY60" fmla="*/ 542925 h 1890712"/>
              <a:gd name="connsiteX61" fmla="*/ 733425 w 2543175"/>
              <a:gd name="connsiteY61" fmla="*/ 557212 h 1890712"/>
              <a:gd name="connsiteX62" fmla="*/ 750094 w 2543175"/>
              <a:gd name="connsiteY62" fmla="*/ 569119 h 1890712"/>
              <a:gd name="connsiteX63" fmla="*/ 769144 w 2543175"/>
              <a:gd name="connsiteY63" fmla="*/ 581025 h 1890712"/>
              <a:gd name="connsiteX64" fmla="*/ 785813 w 2543175"/>
              <a:gd name="connsiteY64" fmla="*/ 590550 h 1890712"/>
              <a:gd name="connsiteX65" fmla="*/ 792957 w 2543175"/>
              <a:gd name="connsiteY65" fmla="*/ 600075 h 1890712"/>
              <a:gd name="connsiteX66" fmla="*/ 809625 w 2543175"/>
              <a:gd name="connsiteY66" fmla="*/ 611981 h 1890712"/>
              <a:gd name="connsiteX67" fmla="*/ 816769 w 2543175"/>
              <a:gd name="connsiteY67" fmla="*/ 619125 h 1890712"/>
              <a:gd name="connsiteX68" fmla="*/ 826294 w 2543175"/>
              <a:gd name="connsiteY68" fmla="*/ 626269 h 1890712"/>
              <a:gd name="connsiteX69" fmla="*/ 840582 w 2543175"/>
              <a:gd name="connsiteY69" fmla="*/ 638175 h 1890712"/>
              <a:gd name="connsiteX70" fmla="*/ 847725 w 2543175"/>
              <a:gd name="connsiteY70" fmla="*/ 645319 h 1890712"/>
              <a:gd name="connsiteX71" fmla="*/ 857250 w 2543175"/>
              <a:gd name="connsiteY71" fmla="*/ 652462 h 1890712"/>
              <a:gd name="connsiteX72" fmla="*/ 864394 w 2543175"/>
              <a:gd name="connsiteY72" fmla="*/ 657225 h 1890712"/>
              <a:gd name="connsiteX73" fmla="*/ 888207 w 2543175"/>
              <a:gd name="connsiteY73" fmla="*/ 676275 h 1890712"/>
              <a:gd name="connsiteX74" fmla="*/ 895350 w 2543175"/>
              <a:gd name="connsiteY74" fmla="*/ 681037 h 1890712"/>
              <a:gd name="connsiteX75" fmla="*/ 907257 w 2543175"/>
              <a:gd name="connsiteY75" fmla="*/ 683419 h 1890712"/>
              <a:gd name="connsiteX76" fmla="*/ 928688 w 2543175"/>
              <a:gd name="connsiteY76" fmla="*/ 695325 h 1890712"/>
              <a:gd name="connsiteX77" fmla="*/ 942975 w 2543175"/>
              <a:gd name="connsiteY77" fmla="*/ 700087 h 1890712"/>
              <a:gd name="connsiteX78" fmla="*/ 964407 w 2543175"/>
              <a:gd name="connsiteY78" fmla="*/ 716756 h 1890712"/>
              <a:gd name="connsiteX79" fmla="*/ 971550 w 2543175"/>
              <a:gd name="connsiteY79" fmla="*/ 723900 h 1890712"/>
              <a:gd name="connsiteX80" fmla="*/ 983457 w 2543175"/>
              <a:gd name="connsiteY80" fmla="*/ 733425 h 1890712"/>
              <a:gd name="connsiteX81" fmla="*/ 990600 w 2543175"/>
              <a:gd name="connsiteY81" fmla="*/ 738187 h 1890712"/>
              <a:gd name="connsiteX82" fmla="*/ 1007269 w 2543175"/>
              <a:gd name="connsiteY82" fmla="*/ 752475 h 1890712"/>
              <a:gd name="connsiteX83" fmla="*/ 1031082 w 2543175"/>
              <a:gd name="connsiteY83" fmla="*/ 766762 h 1890712"/>
              <a:gd name="connsiteX84" fmla="*/ 1042988 w 2543175"/>
              <a:gd name="connsiteY84" fmla="*/ 773906 h 1890712"/>
              <a:gd name="connsiteX85" fmla="*/ 1071563 w 2543175"/>
              <a:gd name="connsiteY85" fmla="*/ 785812 h 1890712"/>
              <a:gd name="connsiteX86" fmla="*/ 1097757 w 2543175"/>
              <a:gd name="connsiteY86" fmla="*/ 807244 h 1890712"/>
              <a:gd name="connsiteX87" fmla="*/ 1104900 w 2543175"/>
              <a:gd name="connsiteY87" fmla="*/ 814387 h 1890712"/>
              <a:gd name="connsiteX88" fmla="*/ 1121569 w 2543175"/>
              <a:gd name="connsiteY88" fmla="*/ 823912 h 1890712"/>
              <a:gd name="connsiteX89" fmla="*/ 1138238 w 2543175"/>
              <a:gd name="connsiteY89" fmla="*/ 835819 h 1890712"/>
              <a:gd name="connsiteX90" fmla="*/ 1147763 w 2543175"/>
              <a:gd name="connsiteY90" fmla="*/ 842962 h 1890712"/>
              <a:gd name="connsiteX91" fmla="*/ 1157288 w 2543175"/>
              <a:gd name="connsiteY91" fmla="*/ 847725 h 1890712"/>
              <a:gd name="connsiteX92" fmla="*/ 1178719 w 2543175"/>
              <a:gd name="connsiteY92" fmla="*/ 859631 h 1890712"/>
              <a:gd name="connsiteX93" fmla="*/ 1188244 w 2543175"/>
              <a:gd name="connsiteY93" fmla="*/ 866775 h 1890712"/>
              <a:gd name="connsiteX94" fmla="*/ 1195388 w 2543175"/>
              <a:gd name="connsiteY94" fmla="*/ 871537 h 1890712"/>
              <a:gd name="connsiteX95" fmla="*/ 1212057 w 2543175"/>
              <a:gd name="connsiteY95" fmla="*/ 883444 h 1890712"/>
              <a:gd name="connsiteX96" fmla="*/ 1226344 w 2543175"/>
              <a:gd name="connsiteY96" fmla="*/ 895350 h 1890712"/>
              <a:gd name="connsiteX97" fmla="*/ 1245394 w 2543175"/>
              <a:gd name="connsiteY97" fmla="*/ 907256 h 1890712"/>
              <a:gd name="connsiteX98" fmla="*/ 1254919 w 2543175"/>
              <a:gd name="connsiteY98" fmla="*/ 914400 h 1890712"/>
              <a:gd name="connsiteX99" fmla="*/ 1269207 w 2543175"/>
              <a:gd name="connsiteY99" fmla="*/ 921544 h 1890712"/>
              <a:gd name="connsiteX100" fmla="*/ 1290638 w 2543175"/>
              <a:gd name="connsiteY100" fmla="*/ 935831 h 1890712"/>
              <a:gd name="connsiteX101" fmla="*/ 1307307 w 2543175"/>
              <a:gd name="connsiteY101" fmla="*/ 952500 h 1890712"/>
              <a:gd name="connsiteX102" fmla="*/ 1333500 w 2543175"/>
              <a:gd name="connsiteY102" fmla="*/ 971550 h 1890712"/>
              <a:gd name="connsiteX103" fmla="*/ 1359694 w 2543175"/>
              <a:gd name="connsiteY103" fmla="*/ 990600 h 1890712"/>
              <a:gd name="connsiteX104" fmla="*/ 1373982 w 2543175"/>
              <a:gd name="connsiteY104" fmla="*/ 997744 h 1890712"/>
              <a:gd name="connsiteX105" fmla="*/ 1388269 w 2543175"/>
              <a:gd name="connsiteY105" fmla="*/ 1007269 h 1890712"/>
              <a:gd name="connsiteX106" fmla="*/ 1414463 w 2543175"/>
              <a:gd name="connsiteY106" fmla="*/ 1019175 h 1890712"/>
              <a:gd name="connsiteX107" fmla="*/ 1428750 w 2543175"/>
              <a:gd name="connsiteY107" fmla="*/ 1026319 h 1890712"/>
              <a:gd name="connsiteX108" fmla="*/ 1471613 w 2543175"/>
              <a:gd name="connsiteY108" fmla="*/ 1059656 h 1890712"/>
              <a:gd name="connsiteX109" fmla="*/ 1495425 w 2543175"/>
              <a:gd name="connsiteY109" fmla="*/ 1088231 h 1890712"/>
              <a:gd name="connsiteX110" fmla="*/ 1547812 w 2543175"/>
              <a:gd name="connsiteY110" fmla="*/ 1133475 h 1890712"/>
              <a:gd name="connsiteX111" fmla="*/ 1597819 w 2543175"/>
              <a:gd name="connsiteY111" fmla="*/ 1154906 h 1890712"/>
              <a:gd name="connsiteX112" fmla="*/ 1604963 w 2543175"/>
              <a:gd name="connsiteY112" fmla="*/ 1162050 h 1890712"/>
              <a:gd name="connsiteX113" fmla="*/ 1612107 w 2543175"/>
              <a:gd name="connsiteY113" fmla="*/ 1166812 h 1890712"/>
              <a:gd name="connsiteX114" fmla="*/ 1628775 w 2543175"/>
              <a:gd name="connsiteY114" fmla="*/ 1183481 h 1890712"/>
              <a:gd name="connsiteX115" fmla="*/ 1662113 w 2543175"/>
              <a:gd name="connsiteY115" fmla="*/ 1209675 h 1890712"/>
              <a:gd name="connsiteX116" fmla="*/ 1678782 w 2543175"/>
              <a:gd name="connsiteY116" fmla="*/ 1226344 h 1890712"/>
              <a:gd name="connsiteX117" fmla="*/ 1700213 w 2543175"/>
              <a:gd name="connsiteY117" fmla="*/ 1247775 h 1890712"/>
              <a:gd name="connsiteX118" fmla="*/ 1712119 w 2543175"/>
              <a:gd name="connsiteY118" fmla="*/ 1259681 h 1890712"/>
              <a:gd name="connsiteX119" fmla="*/ 1733550 w 2543175"/>
              <a:gd name="connsiteY119" fmla="*/ 1273969 h 1890712"/>
              <a:gd name="connsiteX120" fmla="*/ 1743075 w 2543175"/>
              <a:gd name="connsiteY120" fmla="*/ 1283494 h 1890712"/>
              <a:gd name="connsiteX121" fmla="*/ 1754982 w 2543175"/>
              <a:gd name="connsiteY121" fmla="*/ 1290637 h 1890712"/>
              <a:gd name="connsiteX122" fmla="*/ 1766888 w 2543175"/>
              <a:gd name="connsiteY122" fmla="*/ 1300162 h 1890712"/>
              <a:gd name="connsiteX123" fmla="*/ 1783557 w 2543175"/>
              <a:gd name="connsiteY123" fmla="*/ 1307306 h 1890712"/>
              <a:gd name="connsiteX124" fmla="*/ 1790700 w 2543175"/>
              <a:gd name="connsiteY124" fmla="*/ 1312069 h 1890712"/>
              <a:gd name="connsiteX125" fmla="*/ 1800225 w 2543175"/>
              <a:gd name="connsiteY125" fmla="*/ 1319212 h 1890712"/>
              <a:gd name="connsiteX126" fmla="*/ 1807369 w 2543175"/>
              <a:gd name="connsiteY126" fmla="*/ 1321594 h 1890712"/>
              <a:gd name="connsiteX127" fmla="*/ 1824038 w 2543175"/>
              <a:gd name="connsiteY127" fmla="*/ 1333500 h 1890712"/>
              <a:gd name="connsiteX128" fmla="*/ 1843088 w 2543175"/>
              <a:gd name="connsiteY128" fmla="*/ 1352550 h 1890712"/>
              <a:gd name="connsiteX129" fmla="*/ 1852613 w 2543175"/>
              <a:gd name="connsiteY129" fmla="*/ 1359694 h 1890712"/>
              <a:gd name="connsiteX130" fmla="*/ 1859757 w 2543175"/>
              <a:gd name="connsiteY130" fmla="*/ 1366837 h 1890712"/>
              <a:gd name="connsiteX131" fmla="*/ 1869282 w 2543175"/>
              <a:gd name="connsiteY131" fmla="*/ 1371600 h 1890712"/>
              <a:gd name="connsiteX132" fmla="*/ 1883569 w 2543175"/>
              <a:gd name="connsiteY132" fmla="*/ 1388269 h 1890712"/>
              <a:gd name="connsiteX133" fmla="*/ 1893094 w 2543175"/>
              <a:gd name="connsiteY133" fmla="*/ 1395412 h 1890712"/>
              <a:gd name="connsiteX134" fmla="*/ 1902619 w 2543175"/>
              <a:gd name="connsiteY134" fmla="*/ 1404937 h 1890712"/>
              <a:gd name="connsiteX135" fmla="*/ 1912144 w 2543175"/>
              <a:gd name="connsiteY135" fmla="*/ 1409700 h 1890712"/>
              <a:gd name="connsiteX136" fmla="*/ 1931194 w 2543175"/>
              <a:gd name="connsiteY136" fmla="*/ 1421606 h 1890712"/>
              <a:gd name="connsiteX137" fmla="*/ 1935957 w 2543175"/>
              <a:gd name="connsiteY137" fmla="*/ 1428750 h 1890712"/>
              <a:gd name="connsiteX138" fmla="*/ 1952625 w 2543175"/>
              <a:gd name="connsiteY138" fmla="*/ 1438275 h 1890712"/>
              <a:gd name="connsiteX139" fmla="*/ 1971675 w 2543175"/>
              <a:gd name="connsiteY139" fmla="*/ 1450181 h 1890712"/>
              <a:gd name="connsiteX140" fmla="*/ 1981200 w 2543175"/>
              <a:gd name="connsiteY140" fmla="*/ 1454944 h 1890712"/>
              <a:gd name="connsiteX141" fmla="*/ 1997869 w 2543175"/>
              <a:gd name="connsiteY141" fmla="*/ 1471612 h 1890712"/>
              <a:gd name="connsiteX142" fmla="*/ 2007394 w 2543175"/>
              <a:gd name="connsiteY142" fmla="*/ 1478756 h 1890712"/>
              <a:gd name="connsiteX143" fmla="*/ 2016919 w 2543175"/>
              <a:gd name="connsiteY143" fmla="*/ 1483519 h 1890712"/>
              <a:gd name="connsiteX144" fmla="*/ 2024063 w 2543175"/>
              <a:gd name="connsiteY144" fmla="*/ 1490662 h 1890712"/>
              <a:gd name="connsiteX145" fmla="*/ 2033588 w 2543175"/>
              <a:gd name="connsiteY145" fmla="*/ 1495425 h 1890712"/>
              <a:gd name="connsiteX146" fmla="*/ 2040732 w 2543175"/>
              <a:gd name="connsiteY146" fmla="*/ 1502569 h 1890712"/>
              <a:gd name="connsiteX147" fmla="*/ 2047875 w 2543175"/>
              <a:gd name="connsiteY147" fmla="*/ 1507331 h 1890712"/>
              <a:gd name="connsiteX148" fmla="*/ 2057400 w 2543175"/>
              <a:gd name="connsiteY148" fmla="*/ 1514475 h 1890712"/>
              <a:gd name="connsiteX149" fmla="*/ 2064544 w 2543175"/>
              <a:gd name="connsiteY149" fmla="*/ 1519237 h 1890712"/>
              <a:gd name="connsiteX150" fmla="*/ 2071688 w 2543175"/>
              <a:gd name="connsiteY150" fmla="*/ 1526381 h 1890712"/>
              <a:gd name="connsiteX151" fmla="*/ 2081213 w 2543175"/>
              <a:gd name="connsiteY151" fmla="*/ 1531144 h 1890712"/>
              <a:gd name="connsiteX152" fmla="*/ 2090738 w 2543175"/>
              <a:gd name="connsiteY152" fmla="*/ 1538287 h 1890712"/>
              <a:gd name="connsiteX153" fmla="*/ 2109788 w 2543175"/>
              <a:gd name="connsiteY153" fmla="*/ 1547812 h 1890712"/>
              <a:gd name="connsiteX154" fmla="*/ 2131219 w 2543175"/>
              <a:gd name="connsiteY154" fmla="*/ 1562100 h 1890712"/>
              <a:gd name="connsiteX155" fmla="*/ 2140744 w 2543175"/>
              <a:gd name="connsiteY155" fmla="*/ 1566862 h 1890712"/>
              <a:gd name="connsiteX156" fmla="*/ 2152650 w 2543175"/>
              <a:gd name="connsiteY156" fmla="*/ 1576387 h 1890712"/>
              <a:gd name="connsiteX157" fmla="*/ 2181225 w 2543175"/>
              <a:gd name="connsiteY157" fmla="*/ 1590675 h 1890712"/>
              <a:gd name="connsiteX158" fmla="*/ 2200275 w 2543175"/>
              <a:gd name="connsiteY158" fmla="*/ 1607344 h 1890712"/>
              <a:gd name="connsiteX159" fmla="*/ 2207419 w 2543175"/>
              <a:gd name="connsiteY159" fmla="*/ 1612106 h 1890712"/>
              <a:gd name="connsiteX160" fmla="*/ 2216944 w 2543175"/>
              <a:gd name="connsiteY160" fmla="*/ 1619250 h 1890712"/>
              <a:gd name="connsiteX161" fmla="*/ 2224088 w 2543175"/>
              <a:gd name="connsiteY161" fmla="*/ 1624012 h 1890712"/>
              <a:gd name="connsiteX162" fmla="*/ 2247900 w 2543175"/>
              <a:gd name="connsiteY162" fmla="*/ 1643062 h 1890712"/>
              <a:gd name="connsiteX163" fmla="*/ 2255044 w 2543175"/>
              <a:gd name="connsiteY163" fmla="*/ 1650206 h 1890712"/>
              <a:gd name="connsiteX164" fmla="*/ 2281238 w 2543175"/>
              <a:gd name="connsiteY164" fmla="*/ 1664494 h 1890712"/>
              <a:gd name="connsiteX165" fmla="*/ 2297907 w 2543175"/>
              <a:gd name="connsiteY165" fmla="*/ 1674019 h 1890712"/>
              <a:gd name="connsiteX166" fmla="*/ 2312194 w 2543175"/>
              <a:gd name="connsiteY166" fmla="*/ 1685925 h 1890712"/>
              <a:gd name="connsiteX167" fmla="*/ 2328863 w 2543175"/>
              <a:gd name="connsiteY167" fmla="*/ 1697831 h 1890712"/>
              <a:gd name="connsiteX168" fmla="*/ 2350294 w 2543175"/>
              <a:gd name="connsiteY168" fmla="*/ 1712119 h 1890712"/>
              <a:gd name="connsiteX169" fmla="*/ 2369344 w 2543175"/>
              <a:gd name="connsiteY169" fmla="*/ 1724025 h 1890712"/>
              <a:gd name="connsiteX170" fmla="*/ 2428876 w 2543175"/>
              <a:gd name="connsiteY170" fmla="*/ 1785938 h 1890712"/>
              <a:gd name="connsiteX171" fmla="*/ 2466975 w 2543175"/>
              <a:gd name="connsiteY171" fmla="*/ 1783556 h 1890712"/>
              <a:gd name="connsiteX172" fmla="*/ 2481263 w 2543175"/>
              <a:gd name="connsiteY172" fmla="*/ 1795462 h 1890712"/>
              <a:gd name="connsiteX173" fmla="*/ 2486025 w 2543175"/>
              <a:gd name="connsiteY173" fmla="*/ 1802606 h 1890712"/>
              <a:gd name="connsiteX174" fmla="*/ 2514600 w 2543175"/>
              <a:gd name="connsiteY174" fmla="*/ 1850231 h 1890712"/>
              <a:gd name="connsiteX175" fmla="*/ 2519363 w 2543175"/>
              <a:gd name="connsiteY175" fmla="*/ 1857375 h 1890712"/>
              <a:gd name="connsiteX176" fmla="*/ 2540794 w 2543175"/>
              <a:gd name="connsiteY176" fmla="*/ 1883569 h 1890712"/>
              <a:gd name="connsiteX177" fmla="*/ 2543175 w 2543175"/>
              <a:gd name="connsiteY177"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78619 w 2543175"/>
              <a:gd name="connsiteY30" fmla="*/ 276225 h 1890712"/>
              <a:gd name="connsiteX31" fmla="*/ 385763 w 2543175"/>
              <a:gd name="connsiteY31" fmla="*/ 283369 h 1890712"/>
              <a:gd name="connsiteX32" fmla="*/ 395288 w 2543175"/>
              <a:gd name="connsiteY32" fmla="*/ 288131 h 1890712"/>
              <a:gd name="connsiteX33" fmla="*/ 404813 w 2543175"/>
              <a:gd name="connsiteY33" fmla="*/ 295275 h 1890712"/>
              <a:gd name="connsiteX34" fmla="*/ 411957 w 2543175"/>
              <a:gd name="connsiteY34" fmla="*/ 297656 h 1890712"/>
              <a:gd name="connsiteX35" fmla="*/ 421482 w 2543175"/>
              <a:gd name="connsiteY35" fmla="*/ 302419 h 1890712"/>
              <a:gd name="connsiteX36" fmla="*/ 447675 w 2543175"/>
              <a:gd name="connsiteY36" fmla="*/ 307181 h 1890712"/>
              <a:gd name="connsiteX37" fmla="*/ 461963 w 2543175"/>
              <a:gd name="connsiteY37" fmla="*/ 321469 h 1890712"/>
              <a:gd name="connsiteX38" fmla="*/ 466725 w 2543175"/>
              <a:gd name="connsiteY38" fmla="*/ 328612 h 1890712"/>
              <a:gd name="connsiteX39" fmla="*/ 476250 w 2543175"/>
              <a:gd name="connsiteY39" fmla="*/ 335756 h 1890712"/>
              <a:gd name="connsiteX40" fmla="*/ 481013 w 2543175"/>
              <a:gd name="connsiteY40" fmla="*/ 342900 h 1890712"/>
              <a:gd name="connsiteX41" fmla="*/ 490538 w 2543175"/>
              <a:gd name="connsiteY41" fmla="*/ 352425 h 1890712"/>
              <a:gd name="connsiteX42" fmla="*/ 495300 w 2543175"/>
              <a:gd name="connsiteY42" fmla="*/ 359569 h 1890712"/>
              <a:gd name="connsiteX43" fmla="*/ 509588 w 2543175"/>
              <a:gd name="connsiteY43" fmla="*/ 376237 h 1890712"/>
              <a:gd name="connsiteX44" fmla="*/ 514350 w 2543175"/>
              <a:gd name="connsiteY44" fmla="*/ 383381 h 1890712"/>
              <a:gd name="connsiteX45" fmla="*/ 531019 w 2543175"/>
              <a:gd name="connsiteY45" fmla="*/ 397669 h 1890712"/>
              <a:gd name="connsiteX46" fmla="*/ 538163 w 2543175"/>
              <a:gd name="connsiteY46" fmla="*/ 407194 h 1890712"/>
              <a:gd name="connsiteX47" fmla="*/ 554832 w 2543175"/>
              <a:gd name="connsiteY47" fmla="*/ 421481 h 1890712"/>
              <a:gd name="connsiteX48" fmla="*/ 564357 w 2543175"/>
              <a:gd name="connsiteY48" fmla="*/ 431006 h 1890712"/>
              <a:gd name="connsiteX49" fmla="*/ 573882 w 2543175"/>
              <a:gd name="connsiteY49" fmla="*/ 438150 h 1890712"/>
              <a:gd name="connsiteX50" fmla="*/ 595313 w 2543175"/>
              <a:gd name="connsiteY50" fmla="*/ 454819 h 1890712"/>
              <a:gd name="connsiteX51" fmla="*/ 602457 w 2543175"/>
              <a:gd name="connsiteY51" fmla="*/ 457200 h 1890712"/>
              <a:gd name="connsiteX52" fmla="*/ 628650 w 2543175"/>
              <a:gd name="connsiteY52" fmla="*/ 469106 h 1890712"/>
              <a:gd name="connsiteX53" fmla="*/ 645319 w 2543175"/>
              <a:gd name="connsiteY53" fmla="*/ 483394 h 1890712"/>
              <a:gd name="connsiteX54" fmla="*/ 654844 w 2543175"/>
              <a:gd name="connsiteY54" fmla="*/ 488156 h 1890712"/>
              <a:gd name="connsiteX55" fmla="*/ 661988 w 2543175"/>
              <a:gd name="connsiteY55" fmla="*/ 497681 h 1890712"/>
              <a:gd name="connsiteX56" fmla="*/ 683419 w 2543175"/>
              <a:gd name="connsiteY56" fmla="*/ 514350 h 1890712"/>
              <a:gd name="connsiteX57" fmla="*/ 700088 w 2543175"/>
              <a:gd name="connsiteY57" fmla="*/ 526256 h 1890712"/>
              <a:gd name="connsiteX58" fmla="*/ 709613 w 2543175"/>
              <a:gd name="connsiteY58" fmla="*/ 535781 h 1890712"/>
              <a:gd name="connsiteX59" fmla="*/ 719138 w 2543175"/>
              <a:gd name="connsiteY59" fmla="*/ 542925 h 1890712"/>
              <a:gd name="connsiteX60" fmla="*/ 733425 w 2543175"/>
              <a:gd name="connsiteY60" fmla="*/ 557212 h 1890712"/>
              <a:gd name="connsiteX61" fmla="*/ 750094 w 2543175"/>
              <a:gd name="connsiteY61" fmla="*/ 569119 h 1890712"/>
              <a:gd name="connsiteX62" fmla="*/ 769144 w 2543175"/>
              <a:gd name="connsiteY62" fmla="*/ 581025 h 1890712"/>
              <a:gd name="connsiteX63" fmla="*/ 785813 w 2543175"/>
              <a:gd name="connsiteY63" fmla="*/ 590550 h 1890712"/>
              <a:gd name="connsiteX64" fmla="*/ 792957 w 2543175"/>
              <a:gd name="connsiteY64" fmla="*/ 600075 h 1890712"/>
              <a:gd name="connsiteX65" fmla="*/ 809625 w 2543175"/>
              <a:gd name="connsiteY65" fmla="*/ 611981 h 1890712"/>
              <a:gd name="connsiteX66" fmla="*/ 816769 w 2543175"/>
              <a:gd name="connsiteY66" fmla="*/ 619125 h 1890712"/>
              <a:gd name="connsiteX67" fmla="*/ 826294 w 2543175"/>
              <a:gd name="connsiteY67" fmla="*/ 626269 h 1890712"/>
              <a:gd name="connsiteX68" fmla="*/ 840582 w 2543175"/>
              <a:gd name="connsiteY68" fmla="*/ 638175 h 1890712"/>
              <a:gd name="connsiteX69" fmla="*/ 847725 w 2543175"/>
              <a:gd name="connsiteY69" fmla="*/ 645319 h 1890712"/>
              <a:gd name="connsiteX70" fmla="*/ 857250 w 2543175"/>
              <a:gd name="connsiteY70" fmla="*/ 652462 h 1890712"/>
              <a:gd name="connsiteX71" fmla="*/ 864394 w 2543175"/>
              <a:gd name="connsiteY71" fmla="*/ 657225 h 1890712"/>
              <a:gd name="connsiteX72" fmla="*/ 888207 w 2543175"/>
              <a:gd name="connsiteY72" fmla="*/ 676275 h 1890712"/>
              <a:gd name="connsiteX73" fmla="*/ 895350 w 2543175"/>
              <a:gd name="connsiteY73" fmla="*/ 681037 h 1890712"/>
              <a:gd name="connsiteX74" fmla="*/ 907257 w 2543175"/>
              <a:gd name="connsiteY74" fmla="*/ 683419 h 1890712"/>
              <a:gd name="connsiteX75" fmla="*/ 928688 w 2543175"/>
              <a:gd name="connsiteY75" fmla="*/ 695325 h 1890712"/>
              <a:gd name="connsiteX76" fmla="*/ 942975 w 2543175"/>
              <a:gd name="connsiteY76" fmla="*/ 700087 h 1890712"/>
              <a:gd name="connsiteX77" fmla="*/ 964407 w 2543175"/>
              <a:gd name="connsiteY77" fmla="*/ 716756 h 1890712"/>
              <a:gd name="connsiteX78" fmla="*/ 971550 w 2543175"/>
              <a:gd name="connsiteY78" fmla="*/ 723900 h 1890712"/>
              <a:gd name="connsiteX79" fmla="*/ 983457 w 2543175"/>
              <a:gd name="connsiteY79" fmla="*/ 733425 h 1890712"/>
              <a:gd name="connsiteX80" fmla="*/ 990600 w 2543175"/>
              <a:gd name="connsiteY80" fmla="*/ 738187 h 1890712"/>
              <a:gd name="connsiteX81" fmla="*/ 1007269 w 2543175"/>
              <a:gd name="connsiteY81" fmla="*/ 752475 h 1890712"/>
              <a:gd name="connsiteX82" fmla="*/ 1031082 w 2543175"/>
              <a:gd name="connsiteY82" fmla="*/ 766762 h 1890712"/>
              <a:gd name="connsiteX83" fmla="*/ 1042988 w 2543175"/>
              <a:gd name="connsiteY83" fmla="*/ 773906 h 1890712"/>
              <a:gd name="connsiteX84" fmla="*/ 1071563 w 2543175"/>
              <a:gd name="connsiteY84" fmla="*/ 785812 h 1890712"/>
              <a:gd name="connsiteX85" fmla="*/ 1097757 w 2543175"/>
              <a:gd name="connsiteY85" fmla="*/ 807244 h 1890712"/>
              <a:gd name="connsiteX86" fmla="*/ 1104900 w 2543175"/>
              <a:gd name="connsiteY86" fmla="*/ 814387 h 1890712"/>
              <a:gd name="connsiteX87" fmla="*/ 1121569 w 2543175"/>
              <a:gd name="connsiteY87" fmla="*/ 823912 h 1890712"/>
              <a:gd name="connsiteX88" fmla="*/ 1138238 w 2543175"/>
              <a:gd name="connsiteY88" fmla="*/ 835819 h 1890712"/>
              <a:gd name="connsiteX89" fmla="*/ 1147763 w 2543175"/>
              <a:gd name="connsiteY89" fmla="*/ 842962 h 1890712"/>
              <a:gd name="connsiteX90" fmla="*/ 1157288 w 2543175"/>
              <a:gd name="connsiteY90" fmla="*/ 847725 h 1890712"/>
              <a:gd name="connsiteX91" fmla="*/ 1178719 w 2543175"/>
              <a:gd name="connsiteY91" fmla="*/ 859631 h 1890712"/>
              <a:gd name="connsiteX92" fmla="*/ 1188244 w 2543175"/>
              <a:gd name="connsiteY92" fmla="*/ 866775 h 1890712"/>
              <a:gd name="connsiteX93" fmla="*/ 1195388 w 2543175"/>
              <a:gd name="connsiteY93" fmla="*/ 871537 h 1890712"/>
              <a:gd name="connsiteX94" fmla="*/ 1212057 w 2543175"/>
              <a:gd name="connsiteY94" fmla="*/ 883444 h 1890712"/>
              <a:gd name="connsiteX95" fmla="*/ 1226344 w 2543175"/>
              <a:gd name="connsiteY95" fmla="*/ 895350 h 1890712"/>
              <a:gd name="connsiteX96" fmla="*/ 1245394 w 2543175"/>
              <a:gd name="connsiteY96" fmla="*/ 907256 h 1890712"/>
              <a:gd name="connsiteX97" fmla="*/ 1254919 w 2543175"/>
              <a:gd name="connsiteY97" fmla="*/ 914400 h 1890712"/>
              <a:gd name="connsiteX98" fmla="*/ 1269207 w 2543175"/>
              <a:gd name="connsiteY98" fmla="*/ 921544 h 1890712"/>
              <a:gd name="connsiteX99" fmla="*/ 1290638 w 2543175"/>
              <a:gd name="connsiteY99" fmla="*/ 935831 h 1890712"/>
              <a:gd name="connsiteX100" fmla="*/ 1307307 w 2543175"/>
              <a:gd name="connsiteY100" fmla="*/ 952500 h 1890712"/>
              <a:gd name="connsiteX101" fmla="*/ 1333500 w 2543175"/>
              <a:gd name="connsiteY101" fmla="*/ 971550 h 1890712"/>
              <a:gd name="connsiteX102" fmla="*/ 1359694 w 2543175"/>
              <a:gd name="connsiteY102" fmla="*/ 990600 h 1890712"/>
              <a:gd name="connsiteX103" fmla="*/ 1373982 w 2543175"/>
              <a:gd name="connsiteY103" fmla="*/ 997744 h 1890712"/>
              <a:gd name="connsiteX104" fmla="*/ 1388269 w 2543175"/>
              <a:gd name="connsiteY104" fmla="*/ 1007269 h 1890712"/>
              <a:gd name="connsiteX105" fmla="*/ 1414463 w 2543175"/>
              <a:gd name="connsiteY105" fmla="*/ 1019175 h 1890712"/>
              <a:gd name="connsiteX106" fmla="*/ 1428750 w 2543175"/>
              <a:gd name="connsiteY106" fmla="*/ 1026319 h 1890712"/>
              <a:gd name="connsiteX107" fmla="*/ 1471613 w 2543175"/>
              <a:gd name="connsiteY107" fmla="*/ 1059656 h 1890712"/>
              <a:gd name="connsiteX108" fmla="*/ 1495425 w 2543175"/>
              <a:gd name="connsiteY108" fmla="*/ 1088231 h 1890712"/>
              <a:gd name="connsiteX109" fmla="*/ 1547812 w 2543175"/>
              <a:gd name="connsiteY109" fmla="*/ 1133475 h 1890712"/>
              <a:gd name="connsiteX110" fmla="*/ 1597819 w 2543175"/>
              <a:gd name="connsiteY110" fmla="*/ 1154906 h 1890712"/>
              <a:gd name="connsiteX111" fmla="*/ 1604963 w 2543175"/>
              <a:gd name="connsiteY111" fmla="*/ 1162050 h 1890712"/>
              <a:gd name="connsiteX112" fmla="*/ 1612107 w 2543175"/>
              <a:gd name="connsiteY112" fmla="*/ 1166812 h 1890712"/>
              <a:gd name="connsiteX113" fmla="*/ 1628775 w 2543175"/>
              <a:gd name="connsiteY113" fmla="*/ 1183481 h 1890712"/>
              <a:gd name="connsiteX114" fmla="*/ 1662113 w 2543175"/>
              <a:gd name="connsiteY114" fmla="*/ 1209675 h 1890712"/>
              <a:gd name="connsiteX115" fmla="*/ 1678782 w 2543175"/>
              <a:gd name="connsiteY115" fmla="*/ 1226344 h 1890712"/>
              <a:gd name="connsiteX116" fmla="*/ 1700213 w 2543175"/>
              <a:gd name="connsiteY116" fmla="*/ 1247775 h 1890712"/>
              <a:gd name="connsiteX117" fmla="*/ 1712119 w 2543175"/>
              <a:gd name="connsiteY117" fmla="*/ 1259681 h 1890712"/>
              <a:gd name="connsiteX118" fmla="*/ 1733550 w 2543175"/>
              <a:gd name="connsiteY118" fmla="*/ 1273969 h 1890712"/>
              <a:gd name="connsiteX119" fmla="*/ 1743075 w 2543175"/>
              <a:gd name="connsiteY119" fmla="*/ 1283494 h 1890712"/>
              <a:gd name="connsiteX120" fmla="*/ 1754982 w 2543175"/>
              <a:gd name="connsiteY120" fmla="*/ 1290637 h 1890712"/>
              <a:gd name="connsiteX121" fmla="*/ 1766888 w 2543175"/>
              <a:gd name="connsiteY121" fmla="*/ 1300162 h 1890712"/>
              <a:gd name="connsiteX122" fmla="*/ 1783557 w 2543175"/>
              <a:gd name="connsiteY122" fmla="*/ 1307306 h 1890712"/>
              <a:gd name="connsiteX123" fmla="*/ 1790700 w 2543175"/>
              <a:gd name="connsiteY123" fmla="*/ 1312069 h 1890712"/>
              <a:gd name="connsiteX124" fmla="*/ 1800225 w 2543175"/>
              <a:gd name="connsiteY124" fmla="*/ 1319212 h 1890712"/>
              <a:gd name="connsiteX125" fmla="*/ 1807369 w 2543175"/>
              <a:gd name="connsiteY125" fmla="*/ 1321594 h 1890712"/>
              <a:gd name="connsiteX126" fmla="*/ 1824038 w 2543175"/>
              <a:gd name="connsiteY126" fmla="*/ 1333500 h 1890712"/>
              <a:gd name="connsiteX127" fmla="*/ 1843088 w 2543175"/>
              <a:gd name="connsiteY127" fmla="*/ 1352550 h 1890712"/>
              <a:gd name="connsiteX128" fmla="*/ 1852613 w 2543175"/>
              <a:gd name="connsiteY128" fmla="*/ 1359694 h 1890712"/>
              <a:gd name="connsiteX129" fmla="*/ 1859757 w 2543175"/>
              <a:gd name="connsiteY129" fmla="*/ 1366837 h 1890712"/>
              <a:gd name="connsiteX130" fmla="*/ 1869282 w 2543175"/>
              <a:gd name="connsiteY130" fmla="*/ 1371600 h 1890712"/>
              <a:gd name="connsiteX131" fmla="*/ 1883569 w 2543175"/>
              <a:gd name="connsiteY131" fmla="*/ 1388269 h 1890712"/>
              <a:gd name="connsiteX132" fmla="*/ 1893094 w 2543175"/>
              <a:gd name="connsiteY132" fmla="*/ 1395412 h 1890712"/>
              <a:gd name="connsiteX133" fmla="*/ 1902619 w 2543175"/>
              <a:gd name="connsiteY133" fmla="*/ 1404937 h 1890712"/>
              <a:gd name="connsiteX134" fmla="*/ 1912144 w 2543175"/>
              <a:gd name="connsiteY134" fmla="*/ 1409700 h 1890712"/>
              <a:gd name="connsiteX135" fmla="*/ 1931194 w 2543175"/>
              <a:gd name="connsiteY135" fmla="*/ 1421606 h 1890712"/>
              <a:gd name="connsiteX136" fmla="*/ 1935957 w 2543175"/>
              <a:gd name="connsiteY136" fmla="*/ 1428750 h 1890712"/>
              <a:gd name="connsiteX137" fmla="*/ 1952625 w 2543175"/>
              <a:gd name="connsiteY137" fmla="*/ 1438275 h 1890712"/>
              <a:gd name="connsiteX138" fmla="*/ 1971675 w 2543175"/>
              <a:gd name="connsiteY138" fmla="*/ 1450181 h 1890712"/>
              <a:gd name="connsiteX139" fmla="*/ 1981200 w 2543175"/>
              <a:gd name="connsiteY139" fmla="*/ 1454944 h 1890712"/>
              <a:gd name="connsiteX140" fmla="*/ 1997869 w 2543175"/>
              <a:gd name="connsiteY140" fmla="*/ 1471612 h 1890712"/>
              <a:gd name="connsiteX141" fmla="*/ 2007394 w 2543175"/>
              <a:gd name="connsiteY141" fmla="*/ 1478756 h 1890712"/>
              <a:gd name="connsiteX142" fmla="*/ 2016919 w 2543175"/>
              <a:gd name="connsiteY142" fmla="*/ 1483519 h 1890712"/>
              <a:gd name="connsiteX143" fmla="*/ 2024063 w 2543175"/>
              <a:gd name="connsiteY143" fmla="*/ 1490662 h 1890712"/>
              <a:gd name="connsiteX144" fmla="*/ 2033588 w 2543175"/>
              <a:gd name="connsiteY144" fmla="*/ 1495425 h 1890712"/>
              <a:gd name="connsiteX145" fmla="*/ 2040732 w 2543175"/>
              <a:gd name="connsiteY145" fmla="*/ 1502569 h 1890712"/>
              <a:gd name="connsiteX146" fmla="*/ 2047875 w 2543175"/>
              <a:gd name="connsiteY146" fmla="*/ 1507331 h 1890712"/>
              <a:gd name="connsiteX147" fmla="*/ 2057400 w 2543175"/>
              <a:gd name="connsiteY147" fmla="*/ 1514475 h 1890712"/>
              <a:gd name="connsiteX148" fmla="*/ 2064544 w 2543175"/>
              <a:gd name="connsiteY148" fmla="*/ 1519237 h 1890712"/>
              <a:gd name="connsiteX149" fmla="*/ 2071688 w 2543175"/>
              <a:gd name="connsiteY149" fmla="*/ 1526381 h 1890712"/>
              <a:gd name="connsiteX150" fmla="*/ 2081213 w 2543175"/>
              <a:gd name="connsiteY150" fmla="*/ 1531144 h 1890712"/>
              <a:gd name="connsiteX151" fmla="*/ 2090738 w 2543175"/>
              <a:gd name="connsiteY151" fmla="*/ 1538287 h 1890712"/>
              <a:gd name="connsiteX152" fmla="*/ 2109788 w 2543175"/>
              <a:gd name="connsiteY152" fmla="*/ 1547812 h 1890712"/>
              <a:gd name="connsiteX153" fmla="*/ 2131219 w 2543175"/>
              <a:gd name="connsiteY153" fmla="*/ 1562100 h 1890712"/>
              <a:gd name="connsiteX154" fmla="*/ 2140744 w 2543175"/>
              <a:gd name="connsiteY154" fmla="*/ 1566862 h 1890712"/>
              <a:gd name="connsiteX155" fmla="*/ 2152650 w 2543175"/>
              <a:gd name="connsiteY155" fmla="*/ 1576387 h 1890712"/>
              <a:gd name="connsiteX156" fmla="*/ 2181225 w 2543175"/>
              <a:gd name="connsiteY156" fmla="*/ 1590675 h 1890712"/>
              <a:gd name="connsiteX157" fmla="*/ 2200275 w 2543175"/>
              <a:gd name="connsiteY157" fmla="*/ 1607344 h 1890712"/>
              <a:gd name="connsiteX158" fmla="*/ 2207419 w 2543175"/>
              <a:gd name="connsiteY158" fmla="*/ 1612106 h 1890712"/>
              <a:gd name="connsiteX159" fmla="*/ 2216944 w 2543175"/>
              <a:gd name="connsiteY159" fmla="*/ 1619250 h 1890712"/>
              <a:gd name="connsiteX160" fmla="*/ 2224088 w 2543175"/>
              <a:gd name="connsiteY160" fmla="*/ 1624012 h 1890712"/>
              <a:gd name="connsiteX161" fmla="*/ 2247900 w 2543175"/>
              <a:gd name="connsiteY161" fmla="*/ 1643062 h 1890712"/>
              <a:gd name="connsiteX162" fmla="*/ 2255044 w 2543175"/>
              <a:gd name="connsiteY162" fmla="*/ 1650206 h 1890712"/>
              <a:gd name="connsiteX163" fmla="*/ 2281238 w 2543175"/>
              <a:gd name="connsiteY163" fmla="*/ 1664494 h 1890712"/>
              <a:gd name="connsiteX164" fmla="*/ 2297907 w 2543175"/>
              <a:gd name="connsiteY164" fmla="*/ 1674019 h 1890712"/>
              <a:gd name="connsiteX165" fmla="*/ 2312194 w 2543175"/>
              <a:gd name="connsiteY165" fmla="*/ 1685925 h 1890712"/>
              <a:gd name="connsiteX166" fmla="*/ 2328863 w 2543175"/>
              <a:gd name="connsiteY166" fmla="*/ 1697831 h 1890712"/>
              <a:gd name="connsiteX167" fmla="*/ 2350294 w 2543175"/>
              <a:gd name="connsiteY167" fmla="*/ 1712119 h 1890712"/>
              <a:gd name="connsiteX168" fmla="*/ 2369344 w 2543175"/>
              <a:gd name="connsiteY168" fmla="*/ 1724025 h 1890712"/>
              <a:gd name="connsiteX169" fmla="*/ 2428876 w 2543175"/>
              <a:gd name="connsiteY169" fmla="*/ 1785938 h 1890712"/>
              <a:gd name="connsiteX170" fmla="*/ 2466975 w 2543175"/>
              <a:gd name="connsiteY170" fmla="*/ 1783556 h 1890712"/>
              <a:gd name="connsiteX171" fmla="*/ 2481263 w 2543175"/>
              <a:gd name="connsiteY171" fmla="*/ 1795462 h 1890712"/>
              <a:gd name="connsiteX172" fmla="*/ 2486025 w 2543175"/>
              <a:gd name="connsiteY172" fmla="*/ 1802606 h 1890712"/>
              <a:gd name="connsiteX173" fmla="*/ 2514600 w 2543175"/>
              <a:gd name="connsiteY173" fmla="*/ 1850231 h 1890712"/>
              <a:gd name="connsiteX174" fmla="*/ 2519363 w 2543175"/>
              <a:gd name="connsiteY174" fmla="*/ 1857375 h 1890712"/>
              <a:gd name="connsiteX175" fmla="*/ 2540794 w 2543175"/>
              <a:gd name="connsiteY175" fmla="*/ 1883569 h 1890712"/>
              <a:gd name="connsiteX176" fmla="*/ 2543175 w 2543175"/>
              <a:gd name="connsiteY17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78619 w 2543175"/>
              <a:gd name="connsiteY30" fmla="*/ 276225 h 1890712"/>
              <a:gd name="connsiteX31" fmla="*/ 385763 w 2543175"/>
              <a:gd name="connsiteY31" fmla="*/ 283369 h 1890712"/>
              <a:gd name="connsiteX32" fmla="*/ 395288 w 2543175"/>
              <a:gd name="connsiteY32" fmla="*/ 288131 h 1890712"/>
              <a:gd name="connsiteX33" fmla="*/ 404813 w 2543175"/>
              <a:gd name="connsiteY33" fmla="*/ 295275 h 1890712"/>
              <a:gd name="connsiteX34" fmla="*/ 411957 w 2543175"/>
              <a:gd name="connsiteY34" fmla="*/ 297656 h 1890712"/>
              <a:gd name="connsiteX35" fmla="*/ 421482 w 2543175"/>
              <a:gd name="connsiteY35" fmla="*/ 302419 h 1890712"/>
              <a:gd name="connsiteX36" fmla="*/ 447675 w 2543175"/>
              <a:gd name="connsiteY36" fmla="*/ 307181 h 1890712"/>
              <a:gd name="connsiteX37" fmla="*/ 466725 w 2543175"/>
              <a:gd name="connsiteY37" fmla="*/ 328612 h 1890712"/>
              <a:gd name="connsiteX38" fmla="*/ 476250 w 2543175"/>
              <a:gd name="connsiteY38" fmla="*/ 335756 h 1890712"/>
              <a:gd name="connsiteX39" fmla="*/ 481013 w 2543175"/>
              <a:gd name="connsiteY39" fmla="*/ 342900 h 1890712"/>
              <a:gd name="connsiteX40" fmla="*/ 490538 w 2543175"/>
              <a:gd name="connsiteY40" fmla="*/ 352425 h 1890712"/>
              <a:gd name="connsiteX41" fmla="*/ 495300 w 2543175"/>
              <a:gd name="connsiteY41" fmla="*/ 359569 h 1890712"/>
              <a:gd name="connsiteX42" fmla="*/ 509588 w 2543175"/>
              <a:gd name="connsiteY42" fmla="*/ 376237 h 1890712"/>
              <a:gd name="connsiteX43" fmla="*/ 514350 w 2543175"/>
              <a:gd name="connsiteY43" fmla="*/ 383381 h 1890712"/>
              <a:gd name="connsiteX44" fmla="*/ 531019 w 2543175"/>
              <a:gd name="connsiteY44" fmla="*/ 397669 h 1890712"/>
              <a:gd name="connsiteX45" fmla="*/ 538163 w 2543175"/>
              <a:gd name="connsiteY45" fmla="*/ 407194 h 1890712"/>
              <a:gd name="connsiteX46" fmla="*/ 554832 w 2543175"/>
              <a:gd name="connsiteY46" fmla="*/ 421481 h 1890712"/>
              <a:gd name="connsiteX47" fmla="*/ 564357 w 2543175"/>
              <a:gd name="connsiteY47" fmla="*/ 431006 h 1890712"/>
              <a:gd name="connsiteX48" fmla="*/ 573882 w 2543175"/>
              <a:gd name="connsiteY48" fmla="*/ 438150 h 1890712"/>
              <a:gd name="connsiteX49" fmla="*/ 595313 w 2543175"/>
              <a:gd name="connsiteY49" fmla="*/ 454819 h 1890712"/>
              <a:gd name="connsiteX50" fmla="*/ 602457 w 2543175"/>
              <a:gd name="connsiteY50" fmla="*/ 457200 h 1890712"/>
              <a:gd name="connsiteX51" fmla="*/ 628650 w 2543175"/>
              <a:gd name="connsiteY51" fmla="*/ 469106 h 1890712"/>
              <a:gd name="connsiteX52" fmla="*/ 645319 w 2543175"/>
              <a:gd name="connsiteY52" fmla="*/ 483394 h 1890712"/>
              <a:gd name="connsiteX53" fmla="*/ 654844 w 2543175"/>
              <a:gd name="connsiteY53" fmla="*/ 488156 h 1890712"/>
              <a:gd name="connsiteX54" fmla="*/ 661988 w 2543175"/>
              <a:gd name="connsiteY54" fmla="*/ 497681 h 1890712"/>
              <a:gd name="connsiteX55" fmla="*/ 683419 w 2543175"/>
              <a:gd name="connsiteY55" fmla="*/ 514350 h 1890712"/>
              <a:gd name="connsiteX56" fmla="*/ 700088 w 2543175"/>
              <a:gd name="connsiteY56" fmla="*/ 526256 h 1890712"/>
              <a:gd name="connsiteX57" fmla="*/ 709613 w 2543175"/>
              <a:gd name="connsiteY57" fmla="*/ 535781 h 1890712"/>
              <a:gd name="connsiteX58" fmla="*/ 719138 w 2543175"/>
              <a:gd name="connsiteY58" fmla="*/ 542925 h 1890712"/>
              <a:gd name="connsiteX59" fmla="*/ 733425 w 2543175"/>
              <a:gd name="connsiteY59" fmla="*/ 557212 h 1890712"/>
              <a:gd name="connsiteX60" fmla="*/ 750094 w 2543175"/>
              <a:gd name="connsiteY60" fmla="*/ 569119 h 1890712"/>
              <a:gd name="connsiteX61" fmla="*/ 769144 w 2543175"/>
              <a:gd name="connsiteY61" fmla="*/ 581025 h 1890712"/>
              <a:gd name="connsiteX62" fmla="*/ 785813 w 2543175"/>
              <a:gd name="connsiteY62" fmla="*/ 590550 h 1890712"/>
              <a:gd name="connsiteX63" fmla="*/ 792957 w 2543175"/>
              <a:gd name="connsiteY63" fmla="*/ 600075 h 1890712"/>
              <a:gd name="connsiteX64" fmla="*/ 809625 w 2543175"/>
              <a:gd name="connsiteY64" fmla="*/ 611981 h 1890712"/>
              <a:gd name="connsiteX65" fmla="*/ 816769 w 2543175"/>
              <a:gd name="connsiteY65" fmla="*/ 619125 h 1890712"/>
              <a:gd name="connsiteX66" fmla="*/ 826294 w 2543175"/>
              <a:gd name="connsiteY66" fmla="*/ 626269 h 1890712"/>
              <a:gd name="connsiteX67" fmla="*/ 840582 w 2543175"/>
              <a:gd name="connsiteY67" fmla="*/ 638175 h 1890712"/>
              <a:gd name="connsiteX68" fmla="*/ 847725 w 2543175"/>
              <a:gd name="connsiteY68" fmla="*/ 645319 h 1890712"/>
              <a:gd name="connsiteX69" fmla="*/ 857250 w 2543175"/>
              <a:gd name="connsiteY69" fmla="*/ 652462 h 1890712"/>
              <a:gd name="connsiteX70" fmla="*/ 864394 w 2543175"/>
              <a:gd name="connsiteY70" fmla="*/ 657225 h 1890712"/>
              <a:gd name="connsiteX71" fmla="*/ 888207 w 2543175"/>
              <a:gd name="connsiteY71" fmla="*/ 676275 h 1890712"/>
              <a:gd name="connsiteX72" fmla="*/ 895350 w 2543175"/>
              <a:gd name="connsiteY72" fmla="*/ 681037 h 1890712"/>
              <a:gd name="connsiteX73" fmla="*/ 907257 w 2543175"/>
              <a:gd name="connsiteY73" fmla="*/ 683419 h 1890712"/>
              <a:gd name="connsiteX74" fmla="*/ 928688 w 2543175"/>
              <a:gd name="connsiteY74" fmla="*/ 695325 h 1890712"/>
              <a:gd name="connsiteX75" fmla="*/ 942975 w 2543175"/>
              <a:gd name="connsiteY75" fmla="*/ 700087 h 1890712"/>
              <a:gd name="connsiteX76" fmla="*/ 964407 w 2543175"/>
              <a:gd name="connsiteY76" fmla="*/ 716756 h 1890712"/>
              <a:gd name="connsiteX77" fmla="*/ 971550 w 2543175"/>
              <a:gd name="connsiteY77" fmla="*/ 723900 h 1890712"/>
              <a:gd name="connsiteX78" fmla="*/ 983457 w 2543175"/>
              <a:gd name="connsiteY78" fmla="*/ 733425 h 1890712"/>
              <a:gd name="connsiteX79" fmla="*/ 990600 w 2543175"/>
              <a:gd name="connsiteY79" fmla="*/ 738187 h 1890712"/>
              <a:gd name="connsiteX80" fmla="*/ 1007269 w 2543175"/>
              <a:gd name="connsiteY80" fmla="*/ 752475 h 1890712"/>
              <a:gd name="connsiteX81" fmla="*/ 1031082 w 2543175"/>
              <a:gd name="connsiteY81" fmla="*/ 766762 h 1890712"/>
              <a:gd name="connsiteX82" fmla="*/ 1042988 w 2543175"/>
              <a:gd name="connsiteY82" fmla="*/ 773906 h 1890712"/>
              <a:gd name="connsiteX83" fmla="*/ 1071563 w 2543175"/>
              <a:gd name="connsiteY83" fmla="*/ 785812 h 1890712"/>
              <a:gd name="connsiteX84" fmla="*/ 1097757 w 2543175"/>
              <a:gd name="connsiteY84" fmla="*/ 807244 h 1890712"/>
              <a:gd name="connsiteX85" fmla="*/ 1104900 w 2543175"/>
              <a:gd name="connsiteY85" fmla="*/ 814387 h 1890712"/>
              <a:gd name="connsiteX86" fmla="*/ 1121569 w 2543175"/>
              <a:gd name="connsiteY86" fmla="*/ 823912 h 1890712"/>
              <a:gd name="connsiteX87" fmla="*/ 1138238 w 2543175"/>
              <a:gd name="connsiteY87" fmla="*/ 835819 h 1890712"/>
              <a:gd name="connsiteX88" fmla="*/ 1147763 w 2543175"/>
              <a:gd name="connsiteY88" fmla="*/ 842962 h 1890712"/>
              <a:gd name="connsiteX89" fmla="*/ 1157288 w 2543175"/>
              <a:gd name="connsiteY89" fmla="*/ 847725 h 1890712"/>
              <a:gd name="connsiteX90" fmla="*/ 1178719 w 2543175"/>
              <a:gd name="connsiteY90" fmla="*/ 859631 h 1890712"/>
              <a:gd name="connsiteX91" fmla="*/ 1188244 w 2543175"/>
              <a:gd name="connsiteY91" fmla="*/ 866775 h 1890712"/>
              <a:gd name="connsiteX92" fmla="*/ 1195388 w 2543175"/>
              <a:gd name="connsiteY92" fmla="*/ 871537 h 1890712"/>
              <a:gd name="connsiteX93" fmla="*/ 1212057 w 2543175"/>
              <a:gd name="connsiteY93" fmla="*/ 883444 h 1890712"/>
              <a:gd name="connsiteX94" fmla="*/ 1226344 w 2543175"/>
              <a:gd name="connsiteY94" fmla="*/ 895350 h 1890712"/>
              <a:gd name="connsiteX95" fmla="*/ 1245394 w 2543175"/>
              <a:gd name="connsiteY95" fmla="*/ 907256 h 1890712"/>
              <a:gd name="connsiteX96" fmla="*/ 1254919 w 2543175"/>
              <a:gd name="connsiteY96" fmla="*/ 914400 h 1890712"/>
              <a:gd name="connsiteX97" fmla="*/ 1269207 w 2543175"/>
              <a:gd name="connsiteY97" fmla="*/ 921544 h 1890712"/>
              <a:gd name="connsiteX98" fmla="*/ 1290638 w 2543175"/>
              <a:gd name="connsiteY98" fmla="*/ 935831 h 1890712"/>
              <a:gd name="connsiteX99" fmla="*/ 1307307 w 2543175"/>
              <a:gd name="connsiteY99" fmla="*/ 952500 h 1890712"/>
              <a:gd name="connsiteX100" fmla="*/ 1333500 w 2543175"/>
              <a:gd name="connsiteY100" fmla="*/ 971550 h 1890712"/>
              <a:gd name="connsiteX101" fmla="*/ 1359694 w 2543175"/>
              <a:gd name="connsiteY101" fmla="*/ 990600 h 1890712"/>
              <a:gd name="connsiteX102" fmla="*/ 1373982 w 2543175"/>
              <a:gd name="connsiteY102" fmla="*/ 997744 h 1890712"/>
              <a:gd name="connsiteX103" fmla="*/ 1388269 w 2543175"/>
              <a:gd name="connsiteY103" fmla="*/ 1007269 h 1890712"/>
              <a:gd name="connsiteX104" fmla="*/ 1414463 w 2543175"/>
              <a:gd name="connsiteY104" fmla="*/ 1019175 h 1890712"/>
              <a:gd name="connsiteX105" fmla="*/ 1428750 w 2543175"/>
              <a:gd name="connsiteY105" fmla="*/ 1026319 h 1890712"/>
              <a:gd name="connsiteX106" fmla="*/ 1471613 w 2543175"/>
              <a:gd name="connsiteY106" fmla="*/ 1059656 h 1890712"/>
              <a:gd name="connsiteX107" fmla="*/ 1495425 w 2543175"/>
              <a:gd name="connsiteY107" fmla="*/ 1088231 h 1890712"/>
              <a:gd name="connsiteX108" fmla="*/ 1547812 w 2543175"/>
              <a:gd name="connsiteY108" fmla="*/ 1133475 h 1890712"/>
              <a:gd name="connsiteX109" fmla="*/ 1597819 w 2543175"/>
              <a:gd name="connsiteY109" fmla="*/ 1154906 h 1890712"/>
              <a:gd name="connsiteX110" fmla="*/ 1604963 w 2543175"/>
              <a:gd name="connsiteY110" fmla="*/ 1162050 h 1890712"/>
              <a:gd name="connsiteX111" fmla="*/ 1612107 w 2543175"/>
              <a:gd name="connsiteY111" fmla="*/ 1166812 h 1890712"/>
              <a:gd name="connsiteX112" fmla="*/ 1628775 w 2543175"/>
              <a:gd name="connsiteY112" fmla="*/ 1183481 h 1890712"/>
              <a:gd name="connsiteX113" fmla="*/ 1662113 w 2543175"/>
              <a:gd name="connsiteY113" fmla="*/ 1209675 h 1890712"/>
              <a:gd name="connsiteX114" fmla="*/ 1678782 w 2543175"/>
              <a:gd name="connsiteY114" fmla="*/ 1226344 h 1890712"/>
              <a:gd name="connsiteX115" fmla="*/ 1700213 w 2543175"/>
              <a:gd name="connsiteY115" fmla="*/ 1247775 h 1890712"/>
              <a:gd name="connsiteX116" fmla="*/ 1712119 w 2543175"/>
              <a:gd name="connsiteY116" fmla="*/ 1259681 h 1890712"/>
              <a:gd name="connsiteX117" fmla="*/ 1733550 w 2543175"/>
              <a:gd name="connsiteY117" fmla="*/ 1273969 h 1890712"/>
              <a:gd name="connsiteX118" fmla="*/ 1743075 w 2543175"/>
              <a:gd name="connsiteY118" fmla="*/ 1283494 h 1890712"/>
              <a:gd name="connsiteX119" fmla="*/ 1754982 w 2543175"/>
              <a:gd name="connsiteY119" fmla="*/ 1290637 h 1890712"/>
              <a:gd name="connsiteX120" fmla="*/ 1766888 w 2543175"/>
              <a:gd name="connsiteY120" fmla="*/ 1300162 h 1890712"/>
              <a:gd name="connsiteX121" fmla="*/ 1783557 w 2543175"/>
              <a:gd name="connsiteY121" fmla="*/ 1307306 h 1890712"/>
              <a:gd name="connsiteX122" fmla="*/ 1790700 w 2543175"/>
              <a:gd name="connsiteY122" fmla="*/ 1312069 h 1890712"/>
              <a:gd name="connsiteX123" fmla="*/ 1800225 w 2543175"/>
              <a:gd name="connsiteY123" fmla="*/ 1319212 h 1890712"/>
              <a:gd name="connsiteX124" fmla="*/ 1807369 w 2543175"/>
              <a:gd name="connsiteY124" fmla="*/ 1321594 h 1890712"/>
              <a:gd name="connsiteX125" fmla="*/ 1824038 w 2543175"/>
              <a:gd name="connsiteY125" fmla="*/ 1333500 h 1890712"/>
              <a:gd name="connsiteX126" fmla="*/ 1843088 w 2543175"/>
              <a:gd name="connsiteY126" fmla="*/ 1352550 h 1890712"/>
              <a:gd name="connsiteX127" fmla="*/ 1852613 w 2543175"/>
              <a:gd name="connsiteY127" fmla="*/ 1359694 h 1890712"/>
              <a:gd name="connsiteX128" fmla="*/ 1859757 w 2543175"/>
              <a:gd name="connsiteY128" fmla="*/ 1366837 h 1890712"/>
              <a:gd name="connsiteX129" fmla="*/ 1869282 w 2543175"/>
              <a:gd name="connsiteY129" fmla="*/ 1371600 h 1890712"/>
              <a:gd name="connsiteX130" fmla="*/ 1883569 w 2543175"/>
              <a:gd name="connsiteY130" fmla="*/ 1388269 h 1890712"/>
              <a:gd name="connsiteX131" fmla="*/ 1893094 w 2543175"/>
              <a:gd name="connsiteY131" fmla="*/ 1395412 h 1890712"/>
              <a:gd name="connsiteX132" fmla="*/ 1902619 w 2543175"/>
              <a:gd name="connsiteY132" fmla="*/ 1404937 h 1890712"/>
              <a:gd name="connsiteX133" fmla="*/ 1912144 w 2543175"/>
              <a:gd name="connsiteY133" fmla="*/ 1409700 h 1890712"/>
              <a:gd name="connsiteX134" fmla="*/ 1931194 w 2543175"/>
              <a:gd name="connsiteY134" fmla="*/ 1421606 h 1890712"/>
              <a:gd name="connsiteX135" fmla="*/ 1935957 w 2543175"/>
              <a:gd name="connsiteY135" fmla="*/ 1428750 h 1890712"/>
              <a:gd name="connsiteX136" fmla="*/ 1952625 w 2543175"/>
              <a:gd name="connsiteY136" fmla="*/ 1438275 h 1890712"/>
              <a:gd name="connsiteX137" fmla="*/ 1971675 w 2543175"/>
              <a:gd name="connsiteY137" fmla="*/ 1450181 h 1890712"/>
              <a:gd name="connsiteX138" fmla="*/ 1981200 w 2543175"/>
              <a:gd name="connsiteY138" fmla="*/ 1454944 h 1890712"/>
              <a:gd name="connsiteX139" fmla="*/ 1997869 w 2543175"/>
              <a:gd name="connsiteY139" fmla="*/ 1471612 h 1890712"/>
              <a:gd name="connsiteX140" fmla="*/ 2007394 w 2543175"/>
              <a:gd name="connsiteY140" fmla="*/ 1478756 h 1890712"/>
              <a:gd name="connsiteX141" fmla="*/ 2016919 w 2543175"/>
              <a:gd name="connsiteY141" fmla="*/ 1483519 h 1890712"/>
              <a:gd name="connsiteX142" fmla="*/ 2024063 w 2543175"/>
              <a:gd name="connsiteY142" fmla="*/ 1490662 h 1890712"/>
              <a:gd name="connsiteX143" fmla="*/ 2033588 w 2543175"/>
              <a:gd name="connsiteY143" fmla="*/ 1495425 h 1890712"/>
              <a:gd name="connsiteX144" fmla="*/ 2040732 w 2543175"/>
              <a:gd name="connsiteY144" fmla="*/ 1502569 h 1890712"/>
              <a:gd name="connsiteX145" fmla="*/ 2047875 w 2543175"/>
              <a:gd name="connsiteY145" fmla="*/ 1507331 h 1890712"/>
              <a:gd name="connsiteX146" fmla="*/ 2057400 w 2543175"/>
              <a:gd name="connsiteY146" fmla="*/ 1514475 h 1890712"/>
              <a:gd name="connsiteX147" fmla="*/ 2064544 w 2543175"/>
              <a:gd name="connsiteY147" fmla="*/ 1519237 h 1890712"/>
              <a:gd name="connsiteX148" fmla="*/ 2071688 w 2543175"/>
              <a:gd name="connsiteY148" fmla="*/ 1526381 h 1890712"/>
              <a:gd name="connsiteX149" fmla="*/ 2081213 w 2543175"/>
              <a:gd name="connsiteY149" fmla="*/ 1531144 h 1890712"/>
              <a:gd name="connsiteX150" fmla="*/ 2090738 w 2543175"/>
              <a:gd name="connsiteY150" fmla="*/ 1538287 h 1890712"/>
              <a:gd name="connsiteX151" fmla="*/ 2109788 w 2543175"/>
              <a:gd name="connsiteY151" fmla="*/ 1547812 h 1890712"/>
              <a:gd name="connsiteX152" fmla="*/ 2131219 w 2543175"/>
              <a:gd name="connsiteY152" fmla="*/ 1562100 h 1890712"/>
              <a:gd name="connsiteX153" fmla="*/ 2140744 w 2543175"/>
              <a:gd name="connsiteY153" fmla="*/ 1566862 h 1890712"/>
              <a:gd name="connsiteX154" fmla="*/ 2152650 w 2543175"/>
              <a:gd name="connsiteY154" fmla="*/ 1576387 h 1890712"/>
              <a:gd name="connsiteX155" fmla="*/ 2181225 w 2543175"/>
              <a:gd name="connsiteY155" fmla="*/ 1590675 h 1890712"/>
              <a:gd name="connsiteX156" fmla="*/ 2200275 w 2543175"/>
              <a:gd name="connsiteY156" fmla="*/ 1607344 h 1890712"/>
              <a:gd name="connsiteX157" fmla="*/ 2207419 w 2543175"/>
              <a:gd name="connsiteY157" fmla="*/ 1612106 h 1890712"/>
              <a:gd name="connsiteX158" fmla="*/ 2216944 w 2543175"/>
              <a:gd name="connsiteY158" fmla="*/ 1619250 h 1890712"/>
              <a:gd name="connsiteX159" fmla="*/ 2224088 w 2543175"/>
              <a:gd name="connsiteY159" fmla="*/ 1624012 h 1890712"/>
              <a:gd name="connsiteX160" fmla="*/ 2247900 w 2543175"/>
              <a:gd name="connsiteY160" fmla="*/ 1643062 h 1890712"/>
              <a:gd name="connsiteX161" fmla="*/ 2255044 w 2543175"/>
              <a:gd name="connsiteY161" fmla="*/ 1650206 h 1890712"/>
              <a:gd name="connsiteX162" fmla="*/ 2281238 w 2543175"/>
              <a:gd name="connsiteY162" fmla="*/ 1664494 h 1890712"/>
              <a:gd name="connsiteX163" fmla="*/ 2297907 w 2543175"/>
              <a:gd name="connsiteY163" fmla="*/ 1674019 h 1890712"/>
              <a:gd name="connsiteX164" fmla="*/ 2312194 w 2543175"/>
              <a:gd name="connsiteY164" fmla="*/ 1685925 h 1890712"/>
              <a:gd name="connsiteX165" fmla="*/ 2328863 w 2543175"/>
              <a:gd name="connsiteY165" fmla="*/ 1697831 h 1890712"/>
              <a:gd name="connsiteX166" fmla="*/ 2350294 w 2543175"/>
              <a:gd name="connsiteY166" fmla="*/ 1712119 h 1890712"/>
              <a:gd name="connsiteX167" fmla="*/ 2369344 w 2543175"/>
              <a:gd name="connsiteY167" fmla="*/ 1724025 h 1890712"/>
              <a:gd name="connsiteX168" fmla="*/ 2428876 w 2543175"/>
              <a:gd name="connsiteY168" fmla="*/ 1785938 h 1890712"/>
              <a:gd name="connsiteX169" fmla="*/ 2466975 w 2543175"/>
              <a:gd name="connsiteY169" fmla="*/ 1783556 h 1890712"/>
              <a:gd name="connsiteX170" fmla="*/ 2481263 w 2543175"/>
              <a:gd name="connsiteY170" fmla="*/ 1795462 h 1890712"/>
              <a:gd name="connsiteX171" fmla="*/ 2486025 w 2543175"/>
              <a:gd name="connsiteY171" fmla="*/ 1802606 h 1890712"/>
              <a:gd name="connsiteX172" fmla="*/ 2514600 w 2543175"/>
              <a:gd name="connsiteY172" fmla="*/ 1850231 h 1890712"/>
              <a:gd name="connsiteX173" fmla="*/ 2519363 w 2543175"/>
              <a:gd name="connsiteY173" fmla="*/ 1857375 h 1890712"/>
              <a:gd name="connsiteX174" fmla="*/ 2540794 w 2543175"/>
              <a:gd name="connsiteY174" fmla="*/ 1883569 h 1890712"/>
              <a:gd name="connsiteX175" fmla="*/ 2543175 w 2543175"/>
              <a:gd name="connsiteY175"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78619 w 2543175"/>
              <a:gd name="connsiteY30" fmla="*/ 276225 h 1890712"/>
              <a:gd name="connsiteX31" fmla="*/ 385763 w 2543175"/>
              <a:gd name="connsiteY31" fmla="*/ 283369 h 1890712"/>
              <a:gd name="connsiteX32" fmla="*/ 395288 w 2543175"/>
              <a:gd name="connsiteY32" fmla="*/ 288131 h 1890712"/>
              <a:gd name="connsiteX33" fmla="*/ 404813 w 2543175"/>
              <a:gd name="connsiteY33" fmla="*/ 295275 h 1890712"/>
              <a:gd name="connsiteX34" fmla="*/ 411957 w 2543175"/>
              <a:gd name="connsiteY34" fmla="*/ 297656 h 1890712"/>
              <a:gd name="connsiteX35" fmla="*/ 421482 w 2543175"/>
              <a:gd name="connsiteY35" fmla="*/ 302419 h 1890712"/>
              <a:gd name="connsiteX36" fmla="*/ 466725 w 2543175"/>
              <a:gd name="connsiteY36" fmla="*/ 328612 h 1890712"/>
              <a:gd name="connsiteX37" fmla="*/ 476250 w 2543175"/>
              <a:gd name="connsiteY37" fmla="*/ 335756 h 1890712"/>
              <a:gd name="connsiteX38" fmla="*/ 481013 w 2543175"/>
              <a:gd name="connsiteY38" fmla="*/ 342900 h 1890712"/>
              <a:gd name="connsiteX39" fmla="*/ 490538 w 2543175"/>
              <a:gd name="connsiteY39" fmla="*/ 352425 h 1890712"/>
              <a:gd name="connsiteX40" fmla="*/ 495300 w 2543175"/>
              <a:gd name="connsiteY40" fmla="*/ 359569 h 1890712"/>
              <a:gd name="connsiteX41" fmla="*/ 509588 w 2543175"/>
              <a:gd name="connsiteY41" fmla="*/ 376237 h 1890712"/>
              <a:gd name="connsiteX42" fmla="*/ 514350 w 2543175"/>
              <a:gd name="connsiteY42" fmla="*/ 383381 h 1890712"/>
              <a:gd name="connsiteX43" fmla="*/ 531019 w 2543175"/>
              <a:gd name="connsiteY43" fmla="*/ 397669 h 1890712"/>
              <a:gd name="connsiteX44" fmla="*/ 538163 w 2543175"/>
              <a:gd name="connsiteY44" fmla="*/ 407194 h 1890712"/>
              <a:gd name="connsiteX45" fmla="*/ 554832 w 2543175"/>
              <a:gd name="connsiteY45" fmla="*/ 421481 h 1890712"/>
              <a:gd name="connsiteX46" fmla="*/ 564357 w 2543175"/>
              <a:gd name="connsiteY46" fmla="*/ 431006 h 1890712"/>
              <a:gd name="connsiteX47" fmla="*/ 573882 w 2543175"/>
              <a:gd name="connsiteY47" fmla="*/ 438150 h 1890712"/>
              <a:gd name="connsiteX48" fmla="*/ 595313 w 2543175"/>
              <a:gd name="connsiteY48" fmla="*/ 454819 h 1890712"/>
              <a:gd name="connsiteX49" fmla="*/ 602457 w 2543175"/>
              <a:gd name="connsiteY49" fmla="*/ 457200 h 1890712"/>
              <a:gd name="connsiteX50" fmla="*/ 628650 w 2543175"/>
              <a:gd name="connsiteY50" fmla="*/ 469106 h 1890712"/>
              <a:gd name="connsiteX51" fmla="*/ 645319 w 2543175"/>
              <a:gd name="connsiteY51" fmla="*/ 483394 h 1890712"/>
              <a:gd name="connsiteX52" fmla="*/ 654844 w 2543175"/>
              <a:gd name="connsiteY52" fmla="*/ 488156 h 1890712"/>
              <a:gd name="connsiteX53" fmla="*/ 661988 w 2543175"/>
              <a:gd name="connsiteY53" fmla="*/ 497681 h 1890712"/>
              <a:gd name="connsiteX54" fmla="*/ 683419 w 2543175"/>
              <a:gd name="connsiteY54" fmla="*/ 514350 h 1890712"/>
              <a:gd name="connsiteX55" fmla="*/ 700088 w 2543175"/>
              <a:gd name="connsiteY55" fmla="*/ 526256 h 1890712"/>
              <a:gd name="connsiteX56" fmla="*/ 709613 w 2543175"/>
              <a:gd name="connsiteY56" fmla="*/ 535781 h 1890712"/>
              <a:gd name="connsiteX57" fmla="*/ 719138 w 2543175"/>
              <a:gd name="connsiteY57" fmla="*/ 542925 h 1890712"/>
              <a:gd name="connsiteX58" fmla="*/ 733425 w 2543175"/>
              <a:gd name="connsiteY58" fmla="*/ 557212 h 1890712"/>
              <a:gd name="connsiteX59" fmla="*/ 750094 w 2543175"/>
              <a:gd name="connsiteY59" fmla="*/ 569119 h 1890712"/>
              <a:gd name="connsiteX60" fmla="*/ 769144 w 2543175"/>
              <a:gd name="connsiteY60" fmla="*/ 581025 h 1890712"/>
              <a:gd name="connsiteX61" fmla="*/ 785813 w 2543175"/>
              <a:gd name="connsiteY61" fmla="*/ 590550 h 1890712"/>
              <a:gd name="connsiteX62" fmla="*/ 792957 w 2543175"/>
              <a:gd name="connsiteY62" fmla="*/ 600075 h 1890712"/>
              <a:gd name="connsiteX63" fmla="*/ 809625 w 2543175"/>
              <a:gd name="connsiteY63" fmla="*/ 611981 h 1890712"/>
              <a:gd name="connsiteX64" fmla="*/ 816769 w 2543175"/>
              <a:gd name="connsiteY64" fmla="*/ 619125 h 1890712"/>
              <a:gd name="connsiteX65" fmla="*/ 826294 w 2543175"/>
              <a:gd name="connsiteY65" fmla="*/ 626269 h 1890712"/>
              <a:gd name="connsiteX66" fmla="*/ 840582 w 2543175"/>
              <a:gd name="connsiteY66" fmla="*/ 638175 h 1890712"/>
              <a:gd name="connsiteX67" fmla="*/ 847725 w 2543175"/>
              <a:gd name="connsiteY67" fmla="*/ 645319 h 1890712"/>
              <a:gd name="connsiteX68" fmla="*/ 857250 w 2543175"/>
              <a:gd name="connsiteY68" fmla="*/ 652462 h 1890712"/>
              <a:gd name="connsiteX69" fmla="*/ 864394 w 2543175"/>
              <a:gd name="connsiteY69" fmla="*/ 657225 h 1890712"/>
              <a:gd name="connsiteX70" fmla="*/ 888207 w 2543175"/>
              <a:gd name="connsiteY70" fmla="*/ 676275 h 1890712"/>
              <a:gd name="connsiteX71" fmla="*/ 895350 w 2543175"/>
              <a:gd name="connsiteY71" fmla="*/ 681037 h 1890712"/>
              <a:gd name="connsiteX72" fmla="*/ 907257 w 2543175"/>
              <a:gd name="connsiteY72" fmla="*/ 683419 h 1890712"/>
              <a:gd name="connsiteX73" fmla="*/ 928688 w 2543175"/>
              <a:gd name="connsiteY73" fmla="*/ 695325 h 1890712"/>
              <a:gd name="connsiteX74" fmla="*/ 942975 w 2543175"/>
              <a:gd name="connsiteY74" fmla="*/ 700087 h 1890712"/>
              <a:gd name="connsiteX75" fmla="*/ 964407 w 2543175"/>
              <a:gd name="connsiteY75" fmla="*/ 716756 h 1890712"/>
              <a:gd name="connsiteX76" fmla="*/ 971550 w 2543175"/>
              <a:gd name="connsiteY76" fmla="*/ 723900 h 1890712"/>
              <a:gd name="connsiteX77" fmla="*/ 983457 w 2543175"/>
              <a:gd name="connsiteY77" fmla="*/ 733425 h 1890712"/>
              <a:gd name="connsiteX78" fmla="*/ 990600 w 2543175"/>
              <a:gd name="connsiteY78" fmla="*/ 738187 h 1890712"/>
              <a:gd name="connsiteX79" fmla="*/ 1007269 w 2543175"/>
              <a:gd name="connsiteY79" fmla="*/ 752475 h 1890712"/>
              <a:gd name="connsiteX80" fmla="*/ 1031082 w 2543175"/>
              <a:gd name="connsiteY80" fmla="*/ 766762 h 1890712"/>
              <a:gd name="connsiteX81" fmla="*/ 1042988 w 2543175"/>
              <a:gd name="connsiteY81" fmla="*/ 773906 h 1890712"/>
              <a:gd name="connsiteX82" fmla="*/ 1071563 w 2543175"/>
              <a:gd name="connsiteY82" fmla="*/ 785812 h 1890712"/>
              <a:gd name="connsiteX83" fmla="*/ 1097757 w 2543175"/>
              <a:gd name="connsiteY83" fmla="*/ 807244 h 1890712"/>
              <a:gd name="connsiteX84" fmla="*/ 1104900 w 2543175"/>
              <a:gd name="connsiteY84" fmla="*/ 814387 h 1890712"/>
              <a:gd name="connsiteX85" fmla="*/ 1121569 w 2543175"/>
              <a:gd name="connsiteY85" fmla="*/ 823912 h 1890712"/>
              <a:gd name="connsiteX86" fmla="*/ 1138238 w 2543175"/>
              <a:gd name="connsiteY86" fmla="*/ 835819 h 1890712"/>
              <a:gd name="connsiteX87" fmla="*/ 1147763 w 2543175"/>
              <a:gd name="connsiteY87" fmla="*/ 842962 h 1890712"/>
              <a:gd name="connsiteX88" fmla="*/ 1157288 w 2543175"/>
              <a:gd name="connsiteY88" fmla="*/ 847725 h 1890712"/>
              <a:gd name="connsiteX89" fmla="*/ 1178719 w 2543175"/>
              <a:gd name="connsiteY89" fmla="*/ 859631 h 1890712"/>
              <a:gd name="connsiteX90" fmla="*/ 1188244 w 2543175"/>
              <a:gd name="connsiteY90" fmla="*/ 866775 h 1890712"/>
              <a:gd name="connsiteX91" fmla="*/ 1195388 w 2543175"/>
              <a:gd name="connsiteY91" fmla="*/ 871537 h 1890712"/>
              <a:gd name="connsiteX92" fmla="*/ 1212057 w 2543175"/>
              <a:gd name="connsiteY92" fmla="*/ 883444 h 1890712"/>
              <a:gd name="connsiteX93" fmla="*/ 1226344 w 2543175"/>
              <a:gd name="connsiteY93" fmla="*/ 895350 h 1890712"/>
              <a:gd name="connsiteX94" fmla="*/ 1245394 w 2543175"/>
              <a:gd name="connsiteY94" fmla="*/ 907256 h 1890712"/>
              <a:gd name="connsiteX95" fmla="*/ 1254919 w 2543175"/>
              <a:gd name="connsiteY95" fmla="*/ 914400 h 1890712"/>
              <a:gd name="connsiteX96" fmla="*/ 1269207 w 2543175"/>
              <a:gd name="connsiteY96" fmla="*/ 921544 h 1890712"/>
              <a:gd name="connsiteX97" fmla="*/ 1290638 w 2543175"/>
              <a:gd name="connsiteY97" fmla="*/ 935831 h 1890712"/>
              <a:gd name="connsiteX98" fmla="*/ 1307307 w 2543175"/>
              <a:gd name="connsiteY98" fmla="*/ 952500 h 1890712"/>
              <a:gd name="connsiteX99" fmla="*/ 1333500 w 2543175"/>
              <a:gd name="connsiteY99" fmla="*/ 971550 h 1890712"/>
              <a:gd name="connsiteX100" fmla="*/ 1359694 w 2543175"/>
              <a:gd name="connsiteY100" fmla="*/ 990600 h 1890712"/>
              <a:gd name="connsiteX101" fmla="*/ 1373982 w 2543175"/>
              <a:gd name="connsiteY101" fmla="*/ 997744 h 1890712"/>
              <a:gd name="connsiteX102" fmla="*/ 1388269 w 2543175"/>
              <a:gd name="connsiteY102" fmla="*/ 1007269 h 1890712"/>
              <a:gd name="connsiteX103" fmla="*/ 1414463 w 2543175"/>
              <a:gd name="connsiteY103" fmla="*/ 1019175 h 1890712"/>
              <a:gd name="connsiteX104" fmla="*/ 1428750 w 2543175"/>
              <a:gd name="connsiteY104" fmla="*/ 1026319 h 1890712"/>
              <a:gd name="connsiteX105" fmla="*/ 1471613 w 2543175"/>
              <a:gd name="connsiteY105" fmla="*/ 1059656 h 1890712"/>
              <a:gd name="connsiteX106" fmla="*/ 1495425 w 2543175"/>
              <a:gd name="connsiteY106" fmla="*/ 1088231 h 1890712"/>
              <a:gd name="connsiteX107" fmla="*/ 1547812 w 2543175"/>
              <a:gd name="connsiteY107" fmla="*/ 1133475 h 1890712"/>
              <a:gd name="connsiteX108" fmla="*/ 1597819 w 2543175"/>
              <a:gd name="connsiteY108" fmla="*/ 1154906 h 1890712"/>
              <a:gd name="connsiteX109" fmla="*/ 1604963 w 2543175"/>
              <a:gd name="connsiteY109" fmla="*/ 1162050 h 1890712"/>
              <a:gd name="connsiteX110" fmla="*/ 1612107 w 2543175"/>
              <a:gd name="connsiteY110" fmla="*/ 1166812 h 1890712"/>
              <a:gd name="connsiteX111" fmla="*/ 1628775 w 2543175"/>
              <a:gd name="connsiteY111" fmla="*/ 1183481 h 1890712"/>
              <a:gd name="connsiteX112" fmla="*/ 1662113 w 2543175"/>
              <a:gd name="connsiteY112" fmla="*/ 1209675 h 1890712"/>
              <a:gd name="connsiteX113" fmla="*/ 1678782 w 2543175"/>
              <a:gd name="connsiteY113" fmla="*/ 1226344 h 1890712"/>
              <a:gd name="connsiteX114" fmla="*/ 1700213 w 2543175"/>
              <a:gd name="connsiteY114" fmla="*/ 1247775 h 1890712"/>
              <a:gd name="connsiteX115" fmla="*/ 1712119 w 2543175"/>
              <a:gd name="connsiteY115" fmla="*/ 1259681 h 1890712"/>
              <a:gd name="connsiteX116" fmla="*/ 1733550 w 2543175"/>
              <a:gd name="connsiteY116" fmla="*/ 1273969 h 1890712"/>
              <a:gd name="connsiteX117" fmla="*/ 1743075 w 2543175"/>
              <a:gd name="connsiteY117" fmla="*/ 1283494 h 1890712"/>
              <a:gd name="connsiteX118" fmla="*/ 1754982 w 2543175"/>
              <a:gd name="connsiteY118" fmla="*/ 1290637 h 1890712"/>
              <a:gd name="connsiteX119" fmla="*/ 1766888 w 2543175"/>
              <a:gd name="connsiteY119" fmla="*/ 1300162 h 1890712"/>
              <a:gd name="connsiteX120" fmla="*/ 1783557 w 2543175"/>
              <a:gd name="connsiteY120" fmla="*/ 1307306 h 1890712"/>
              <a:gd name="connsiteX121" fmla="*/ 1790700 w 2543175"/>
              <a:gd name="connsiteY121" fmla="*/ 1312069 h 1890712"/>
              <a:gd name="connsiteX122" fmla="*/ 1800225 w 2543175"/>
              <a:gd name="connsiteY122" fmla="*/ 1319212 h 1890712"/>
              <a:gd name="connsiteX123" fmla="*/ 1807369 w 2543175"/>
              <a:gd name="connsiteY123" fmla="*/ 1321594 h 1890712"/>
              <a:gd name="connsiteX124" fmla="*/ 1824038 w 2543175"/>
              <a:gd name="connsiteY124" fmla="*/ 1333500 h 1890712"/>
              <a:gd name="connsiteX125" fmla="*/ 1843088 w 2543175"/>
              <a:gd name="connsiteY125" fmla="*/ 1352550 h 1890712"/>
              <a:gd name="connsiteX126" fmla="*/ 1852613 w 2543175"/>
              <a:gd name="connsiteY126" fmla="*/ 1359694 h 1890712"/>
              <a:gd name="connsiteX127" fmla="*/ 1859757 w 2543175"/>
              <a:gd name="connsiteY127" fmla="*/ 1366837 h 1890712"/>
              <a:gd name="connsiteX128" fmla="*/ 1869282 w 2543175"/>
              <a:gd name="connsiteY128" fmla="*/ 1371600 h 1890712"/>
              <a:gd name="connsiteX129" fmla="*/ 1883569 w 2543175"/>
              <a:gd name="connsiteY129" fmla="*/ 1388269 h 1890712"/>
              <a:gd name="connsiteX130" fmla="*/ 1893094 w 2543175"/>
              <a:gd name="connsiteY130" fmla="*/ 1395412 h 1890712"/>
              <a:gd name="connsiteX131" fmla="*/ 1902619 w 2543175"/>
              <a:gd name="connsiteY131" fmla="*/ 1404937 h 1890712"/>
              <a:gd name="connsiteX132" fmla="*/ 1912144 w 2543175"/>
              <a:gd name="connsiteY132" fmla="*/ 1409700 h 1890712"/>
              <a:gd name="connsiteX133" fmla="*/ 1931194 w 2543175"/>
              <a:gd name="connsiteY133" fmla="*/ 1421606 h 1890712"/>
              <a:gd name="connsiteX134" fmla="*/ 1935957 w 2543175"/>
              <a:gd name="connsiteY134" fmla="*/ 1428750 h 1890712"/>
              <a:gd name="connsiteX135" fmla="*/ 1952625 w 2543175"/>
              <a:gd name="connsiteY135" fmla="*/ 1438275 h 1890712"/>
              <a:gd name="connsiteX136" fmla="*/ 1971675 w 2543175"/>
              <a:gd name="connsiteY136" fmla="*/ 1450181 h 1890712"/>
              <a:gd name="connsiteX137" fmla="*/ 1981200 w 2543175"/>
              <a:gd name="connsiteY137" fmla="*/ 1454944 h 1890712"/>
              <a:gd name="connsiteX138" fmla="*/ 1997869 w 2543175"/>
              <a:gd name="connsiteY138" fmla="*/ 1471612 h 1890712"/>
              <a:gd name="connsiteX139" fmla="*/ 2007394 w 2543175"/>
              <a:gd name="connsiteY139" fmla="*/ 1478756 h 1890712"/>
              <a:gd name="connsiteX140" fmla="*/ 2016919 w 2543175"/>
              <a:gd name="connsiteY140" fmla="*/ 1483519 h 1890712"/>
              <a:gd name="connsiteX141" fmla="*/ 2024063 w 2543175"/>
              <a:gd name="connsiteY141" fmla="*/ 1490662 h 1890712"/>
              <a:gd name="connsiteX142" fmla="*/ 2033588 w 2543175"/>
              <a:gd name="connsiteY142" fmla="*/ 1495425 h 1890712"/>
              <a:gd name="connsiteX143" fmla="*/ 2040732 w 2543175"/>
              <a:gd name="connsiteY143" fmla="*/ 1502569 h 1890712"/>
              <a:gd name="connsiteX144" fmla="*/ 2047875 w 2543175"/>
              <a:gd name="connsiteY144" fmla="*/ 1507331 h 1890712"/>
              <a:gd name="connsiteX145" fmla="*/ 2057400 w 2543175"/>
              <a:gd name="connsiteY145" fmla="*/ 1514475 h 1890712"/>
              <a:gd name="connsiteX146" fmla="*/ 2064544 w 2543175"/>
              <a:gd name="connsiteY146" fmla="*/ 1519237 h 1890712"/>
              <a:gd name="connsiteX147" fmla="*/ 2071688 w 2543175"/>
              <a:gd name="connsiteY147" fmla="*/ 1526381 h 1890712"/>
              <a:gd name="connsiteX148" fmla="*/ 2081213 w 2543175"/>
              <a:gd name="connsiteY148" fmla="*/ 1531144 h 1890712"/>
              <a:gd name="connsiteX149" fmla="*/ 2090738 w 2543175"/>
              <a:gd name="connsiteY149" fmla="*/ 1538287 h 1890712"/>
              <a:gd name="connsiteX150" fmla="*/ 2109788 w 2543175"/>
              <a:gd name="connsiteY150" fmla="*/ 1547812 h 1890712"/>
              <a:gd name="connsiteX151" fmla="*/ 2131219 w 2543175"/>
              <a:gd name="connsiteY151" fmla="*/ 1562100 h 1890712"/>
              <a:gd name="connsiteX152" fmla="*/ 2140744 w 2543175"/>
              <a:gd name="connsiteY152" fmla="*/ 1566862 h 1890712"/>
              <a:gd name="connsiteX153" fmla="*/ 2152650 w 2543175"/>
              <a:gd name="connsiteY153" fmla="*/ 1576387 h 1890712"/>
              <a:gd name="connsiteX154" fmla="*/ 2181225 w 2543175"/>
              <a:gd name="connsiteY154" fmla="*/ 1590675 h 1890712"/>
              <a:gd name="connsiteX155" fmla="*/ 2200275 w 2543175"/>
              <a:gd name="connsiteY155" fmla="*/ 1607344 h 1890712"/>
              <a:gd name="connsiteX156" fmla="*/ 2207419 w 2543175"/>
              <a:gd name="connsiteY156" fmla="*/ 1612106 h 1890712"/>
              <a:gd name="connsiteX157" fmla="*/ 2216944 w 2543175"/>
              <a:gd name="connsiteY157" fmla="*/ 1619250 h 1890712"/>
              <a:gd name="connsiteX158" fmla="*/ 2224088 w 2543175"/>
              <a:gd name="connsiteY158" fmla="*/ 1624012 h 1890712"/>
              <a:gd name="connsiteX159" fmla="*/ 2247900 w 2543175"/>
              <a:gd name="connsiteY159" fmla="*/ 1643062 h 1890712"/>
              <a:gd name="connsiteX160" fmla="*/ 2255044 w 2543175"/>
              <a:gd name="connsiteY160" fmla="*/ 1650206 h 1890712"/>
              <a:gd name="connsiteX161" fmla="*/ 2281238 w 2543175"/>
              <a:gd name="connsiteY161" fmla="*/ 1664494 h 1890712"/>
              <a:gd name="connsiteX162" fmla="*/ 2297907 w 2543175"/>
              <a:gd name="connsiteY162" fmla="*/ 1674019 h 1890712"/>
              <a:gd name="connsiteX163" fmla="*/ 2312194 w 2543175"/>
              <a:gd name="connsiteY163" fmla="*/ 1685925 h 1890712"/>
              <a:gd name="connsiteX164" fmla="*/ 2328863 w 2543175"/>
              <a:gd name="connsiteY164" fmla="*/ 1697831 h 1890712"/>
              <a:gd name="connsiteX165" fmla="*/ 2350294 w 2543175"/>
              <a:gd name="connsiteY165" fmla="*/ 1712119 h 1890712"/>
              <a:gd name="connsiteX166" fmla="*/ 2369344 w 2543175"/>
              <a:gd name="connsiteY166" fmla="*/ 1724025 h 1890712"/>
              <a:gd name="connsiteX167" fmla="*/ 2428876 w 2543175"/>
              <a:gd name="connsiteY167" fmla="*/ 1785938 h 1890712"/>
              <a:gd name="connsiteX168" fmla="*/ 2466975 w 2543175"/>
              <a:gd name="connsiteY168" fmla="*/ 1783556 h 1890712"/>
              <a:gd name="connsiteX169" fmla="*/ 2481263 w 2543175"/>
              <a:gd name="connsiteY169" fmla="*/ 1795462 h 1890712"/>
              <a:gd name="connsiteX170" fmla="*/ 2486025 w 2543175"/>
              <a:gd name="connsiteY170" fmla="*/ 1802606 h 1890712"/>
              <a:gd name="connsiteX171" fmla="*/ 2514600 w 2543175"/>
              <a:gd name="connsiteY171" fmla="*/ 1850231 h 1890712"/>
              <a:gd name="connsiteX172" fmla="*/ 2519363 w 2543175"/>
              <a:gd name="connsiteY172" fmla="*/ 1857375 h 1890712"/>
              <a:gd name="connsiteX173" fmla="*/ 2540794 w 2543175"/>
              <a:gd name="connsiteY173" fmla="*/ 1883569 h 1890712"/>
              <a:gd name="connsiteX174" fmla="*/ 2543175 w 2543175"/>
              <a:gd name="connsiteY17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78619 w 2543175"/>
              <a:gd name="connsiteY30" fmla="*/ 276225 h 1890712"/>
              <a:gd name="connsiteX31" fmla="*/ 385763 w 2543175"/>
              <a:gd name="connsiteY31" fmla="*/ 283369 h 1890712"/>
              <a:gd name="connsiteX32" fmla="*/ 395288 w 2543175"/>
              <a:gd name="connsiteY32" fmla="*/ 288131 h 1890712"/>
              <a:gd name="connsiteX33" fmla="*/ 404813 w 2543175"/>
              <a:gd name="connsiteY33" fmla="*/ 295275 h 1890712"/>
              <a:gd name="connsiteX34" fmla="*/ 411957 w 2543175"/>
              <a:gd name="connsiteY34" fmla="*/ 297656 h 1890712"/>
              <a:gd name="connsiteX35" fmla="*/ 466725 w 2543175"/>
              <a:gd name="connsiteY35" fmla="*/ 328612 h 1890712"/>
              <a:gd name="connsiteX36" fmla="*/ 476250 w 2543175"/>
              <a:gd name="connsiteY36" fmla="*/ 335756 h 1890712"/>
              <a:gd name="connsiteX37" fmla="*/ 481013 w 2543175"/>
              <a:gd name="connsiteY37" fmla="*/ 342900 h 1890712"/>
              <a:gd name="connsiteX38" fmla="*/ 490538 w 2543175"/>
              <a:gd name="connsiteY38" fmla="*/ 352425 h 1890712"/>
              <a:gd name="connsiteX39" fmla="*/ 495300 w 2543175"/>
              <a:gd name="connsiteY39" fmla="*/ 359569 h 1890712"/>
              <a:gd name="connsiteX40" fmla="*/ 509588 w 2543175"/>
              <a:gd name="connsiteY40" fmla="*/ 376237 h 1890712"/>
              <a:gd name="connsiteX41" fmla="*/ 514350 w 2543175"/>
              <a:gd name="connsiteY41" fmla="*/ 383381 h 1890712"/>
              <a:gd name="connsiteX42" fmla="*/ 531019 w 2543175"/>
              <a:gd name="connsiteY42" fmla="*/ 397669 h 1890712"/>
              <a:gd name="connsiteX43" fmla="*/ 538163 w 2543175"/>
              <a:gd name="connsiteY43" fmla="*/ 407194 h 1890712"/>
              <a:gd name="connsiteX44" fmla="*/ 554832 w 2543175"/>
              <a:gd name="connsiteY44" fmla="*/ 421481 h 1890712"/>
              <a:gd name="connsiteX45" fmla="*/ 564357 w 2543175"/>
              <a:gd name="connsiteY45" fmla="*/ 431006 h 1890712"/>
              <a:gd name="connsiteX46" fmla="*/ 573882 w 2543175"/>
              <a:gd name="connsiteY46" fmla="*/ 438150 h 1890712"/>
              <a:gd name="connsiteX47" fmla="*/ 595313 w 2543175"/>
              <a:gd name="connsiteY47" fmla="*/ 454819 h 1890712"/>
              <a:gd name="connsiteX48" fmla="*/ 602457 w 2543175"/>
              <a:gd name="connsiteY48" fmla="*/ 457200 h 1890712"/>
              <a:gd name="connsiteX49" fmla="*/ 628650 w 2543175"/>
              <a:gd name="connsiteY49" fmla="*/ 469106 h 1890712"/>
              <a:gd name="connsiteX50" fmla="*/ 645319 w 2543175"/>
              <a:gd name="connsiteY50" fmla="*/ 483394 h 1890712"/>
              <a:gd name="connsiteX51" fmla="*/ 654844 w 2543175"/>
              <a:gd name="connsiteY51" fmla="*/ 488156 h 1890712"/>
              <a:gd name="connsiteX52" fmla="*/ 661988 w 2543175"/>
              <a:gd name="connsiteY52" fmla="*/ 497681 h 1890712"/>
              <a:gd name="connsiteX53" fmla="*/ 683419 w 2543175"/>
              <a:gd name="connsiteY53" fmla="*/ 514350 h 1890712"/>
              <a:gd name="connsiteX54" fmla="*/ 700088 w 2543175"/>
              <a:gd name="connsiteY54" fmla="*/ 526256 h 1890712"/>
              <a:gd name="connsiteX55" fmla="*/ 709613 w 2543175"/>
              <a:gd name="connsiteY55" fmla="*/ 535781 h 1890712"/>
              <a:gd name="connsiteX56" fmla="*/ 719138 w 2543175"/>
              <a:gd name="connsiteY56" fmla="*/ 542925 h 1890712"/>
              <a:gd name="connsiteX57" fmla="*/ 733425 w 2543175"/>
              <a:gd name="connsiteY57" fmla="*/ 557212 h 1890712"/>
              <a:gd name="connsiteX58" fmla="*/ 750094 w 2543175"/>
              <a:gd name="connsiteY58" fmla="*/ 569119 h 1890712"/>
              <a:gd name="connsiteX59" fmla="*/ 769144 w 2543175"/>
              <a:gd name="connsiteY59" fmla="*/ 581025 h 1890712"/>
              <a:gd name="connsiteX60" fmla="*/ 785813 w 2543175"/>
              <a:gd name="connsiteY60" fmla="*/ 590550 h 1890712"/>
              <a:gd name="connsiteX61" fmla="*/ 792957 w 2543175"/>
              <a:gd name="connsiteY61" fmla="*/ 600075 h 1890712"/>
              <a:gd name="connsiteX62" fmla="*/ 809625 w 2543175"/>
              <a:gd name="connsiteY62" fmla="*/ 611981 h 1890712"/>
              <a:gd name="connsiteX63" fmla="*/ 816769 w 2543175"/>
              <a:gd name="connsiteY63" fmla="*/ 619125 h 1890712"/>
              <a:gd name="connsiteX64" fmla="*/ 826294 w 2543175"/>
              <a:gd name="connsiteY64" fmla="*/ 626269 h 1890712"/>
              <a:gd name="connsiteX65" fmla="*/ 840582 w 2543175"/>
              <a:gd name="connsiteY65" fmla="*/ 638175 h 1890712"/>
              <a:gd name="connsiteX66" fmla="*/ 847725 w 2543175"/>
              <a:gd name="connsiteY66" fmla="*/ 645319 h 1890712"/>
              <a:gd name="connsiteX67" fmla="*/ 857250 w 2543175"/>
              <a:gd name="connsiteY67" fmla="*/ 652462 h 1890712"/>
              <a:gd name="connsiteX68" fmla="*/ 864394 w 2543175"/>
              <a:gd name="connsiteY68" fmla="*/ 657225 h 1890712"/>
              <a:gd name="connsiteX69" fmla="*/ 888207 w 2543175"/>
              <a:gd name="connsiteY69" fmla="*/ 676275 h 1890712"/>
              <a:gd name="connsiteX70" fmla="*/ 895350 w 2543175"/>
              <a:gd name="connsiteY70" fmla="*/ 681037 h 1890712"/>
              <a:gd name="connsiteX71" fmla="*/ 907257 w 2543175"/>
              <a:gd name="connsiteY71" fmla="*/ 683419 h 1890712"/>
              <a:gd name="connsiteX72" fmla="*/ 928688 w 2543175"/>
              <a:gd name="connsiteY72" fmla="*/ 695325 h 1890712"/>
              <a:gd name="connsiteX73" fmla="*/ 942975 w 2543175"/>
              <a:gd name="connsiteY73" fmla="*/ 700087 h 1890712"/>
              <a:gd name="connsiteX74" fmla="*/ 964407 w 2543175"/>
              <a:gd name="connsiteY74" fmla="*/ 716756 h 1890712"/>
              <a:gd name="connsiteX75" fmla="*/ 971550 w 2543175"/>
              <a:gd name="connsiteY75" fmla="*/ 723900 h 1890712"/>
              <a:gd name="connsiteX76" fmla="*/ 983457 w 2543175"/>
              <a:gd name="connsiteY76" fmla="*/ 733425 h 1890712"/>
              <a:gd name="connsiteX77" fmla="*/ 990600 w 2543175"/>
              <a:gd name="connsiteY77" fmla="*/ 738187 h 1890712"/>
              <a:gd name="connsiteX78" fmla="*/ 1007269 w 2543175"/>
              <a:gd name="connsiteY78" fmla="*/ 752475 h 1890712"/>
              <a:gd name="connsiteX79" fmla="*/ 1031082 w 2543175"/>
              <a:gd name="connsiteY79" fmla="*/ 766762 h 1890712"/>
              <a:gd name="connsiteX80" fmla="*/ 1042988 w 2543175"/>
              <a:gd name="connsiteY80" fmla="*/ 773906 h 1890712"/>
              <a:gd name="connsiteX81" fmla="*/ 1071563 w 2543175"/>
              <a:gd name="connsiteY81" fmla="*/ 785812 h 1890712"/>
              <a:gd name="connsiteX82" fmla="*/ 1097757 w 2543175"/>
              <a:gd name="connsiteY82" fmla="*/ 807244 h 1890712"/>
              <a:gd name="connsiteX83" fmla="*/ 1104900 w 2543175"/>
              <a:gd name="connsiteY83" fmla="*/ 814387 h 1890712"/>
              <a:gd name="connsiteX84" fmla="*/ 1121569 w 2543175"/>
              <a:gd name="connsiteY84" fmla="*/ 823912 h 1890712"/>
              <a:gd name="connsiteX85" fmla="*/ 1138238 w 2543175"/>
              <a:gd name="connsiteY85" fmla="*/ 835819 h 1890712"/>
              <a:gd name="connsiteX86" fmla="*/ 1147763 w 2543175"/>
              <a:gd name="connsiteY86" fmla="*/ 842962 h 1890712"/>
              <a:gd name="connsiteX87" fmla="*/ 1157288 w 2543175"/>
              <a:gd name="connsiteY87" fmla="*/ 847725 h 1890712"/>
              <a:gd name="connsiteX88" fmla="*/ 1178719 w 2543175"/>
              <a:gd name="connsiteY88" fmla="*/ 859631 h 1890712"/>
              <a:gd name="connsiteX89" fmla="*/ 1188244 w 2543175"/>
              <a:gd name="connsiteY89" fmla="*/ 866775 h 1890712"/>
              <a:gd name="connsiteX90" fmla="*/ 1195388 w 2543175"/>
              <a:gd name="connsiteY90" fmla="*/ 871537 h 1890712"/>
              <a:gd name="connsiteX91" fmla="*/ 1212057 w 2543175"/>
              <a:gd name="connsiteY91" fmla="*/ 883444 h 1890712"/>
              <a:gd name="connsiteX92" fmla="*/ 1226344 w 2543175"/>
              <a:gd name="connsiteY92" fmla="*/ 895350 h 1890712"/>
              <a:gd name="connsiteX93" fmla="*/ 1245394 w 2543175"/>
              <a:gd name="connsiteY93" fmla="*/ 907256 h 1890712"/>
              <a:gd name="connsiteX94" fmla="*/ 1254919 w 2543175"/>
              <a:gd name="connsiteY94" fmla="*/ 914400 h 1890712"/>
              <a:gd name="connsiteX95" fmla="*/ 1269207 w 2543175"/>
              <a:gd name="connsiteY95" fmla="*/ 921544 h 1890712"/>
              <a:gd name="connsiteX96" fmla="*/ 1290638 w 2543175"/>
              <a:gd name="connsiteY96" fmla="*/ 935831 h 1890712"/>
              <a:gd name="connsiteX97" fmla="*/ 1307307 w 2543175"/>
              <a:gd name="connsiteY97" fmla="*/ 952500 h 1890712"/>
              <a:gd name="connsiteX98" fmla="*/ 1333500 w 2543175"/>
              <a:gd name="connsiteY98" fmla="*/ 971550 h 1890712"/>
              <a:gd name="connsiteX99" fmla="*/ 1359694 w 2543175"/>
              <a:gd name="connsiteY99" fmla="*/ 990600 h 1890712"/>
              <a:gd name="connsiteX100" fmla="*/ 1373982 w 2543175"/>
              <a:gd name="connsiteY100" fmla="*/ 997744 h 1890712"/>
              <a:gd name="connsiteX101" fmla="*/ 1388269 w 2543175"/>
              <a:gd name="connsiteY101" fmla="*/ 1007269 h 1890712"/>
              <a:gd name="connsiteX102" fmla="*/ 1414463 w 2543175"/>
              <a:gd name="connsiteY102" fmla="*/ 1019175 h 1890712"/>
              <a:gd name="connsiteX103" fmla="*/ 1428750 w 2543175"/>
              <a:gd name="connsiteY103" fmla="*/ 1026319 h 1890712"/>
              <a:gd name="connsiteX104" fmla="*/ 1471613 w 2543175"/>
              <a:gd name="connsiteY104" fmla="*/ 1059656 h 1890712"/>
              <a:gd name="connsiteX105" fmla="*/ 1495425 w 2543175"/>
              <a:gd name="connsiteY105" fmla="*/ 1088231 h 1890712"/>
              <a:gd name="connsiteX106" fmla="*/ 1547812 w 2543175"/>
              <a:gd name="connsiteY106" fmla="*/ 1133475 h 1890712"/>
              <a:gd name="connsiteX107" fmla="*/ 1597819 w 2543175"/>
              <a:gd name="connsiteY107" fmla="*/ 1154906 h 1890712"/>
              <a:gd name="connsiteX108" fmla="*/ 1604963 w 2543175"/>
              <a:gd name="connsiteY108" fmla="*/ 1162050 h 1890712"/>
              <a:gd name="connsiteX109" fmla="*/ 1612107 w 2543175"/>
              <a:gd name="connsiteY109" fmla="*/ 1166812 h 1890712"/>
              <a:gd name="connsiteX110" fmla="*/ 1628775 w 2543175"/>
              <a:gd name="connsiteY110" fmla="*/ 1183481 h 1890712"/>
              <a:gd name="connsiteX111" fmla="*/ 1662113 w 2543175"/>
              <a:gd name="connsiteY111" fmla="*/ 1209675 h 1890712"/>
              <a:gd name="connsiteX112" fmla="*/ 1678782 w 2543175"/>
              <a:gd name="connsiteY112" fmla="*/ 1226344 h 1890712"/>
              <a:gd name="connsiteX113" fmla="*/ 1700213 w 2543175"/>
              <a:gd name="connsiteY113" fmla="*/ 1247775 h 1890712"/>
              <a:gd name="connsiteX114" fmla="*/ 1712119 w 2543175"/>
              <a:gd name="connsiteY114" fmla="*/ 1259681 h 1890712"/>
              <a:gd name="connsiteX115" fmla="*/ 1733550 w 2543175"/>
              <a:gd name="connsiteY115" fmla="*/ 1273969 h 1890712"/>
              <a:gd name="connsiteX116" fmla="*/ 1743075 w 2543175"/>
              <a:gd name="connsiteY116" fmla="*/ 1283494 h 1890712"/>
              <a:gd name="connsiteX117" fmla="*/ 1754982 w 2543175"/>
              <a:gd name="connsiteY117" fmla="*/ 1290637 h 1890712"/>
              <a:gd name="connsiteX118" fmla="*/ 1766888 w 2543175"/>
              <a:gd name="connsiteY118" fmla="*/ 1300162 h 1890712"/>
              <a:gd name="connsiteX119" fmla="*/ 1783557 w 2543175"/>
              <a:gd name="connsiteY119" fmla="*/ 1307306 h 1890712"/>
              <a:gd name="connsiteX120" fmla="*/ 1790700 w 2543175"/>
              <a:gd name="connsiteY120" fmla="*/ 1312069 h 1890712"/>
              <a:gd name="connsiteX121" fmla="*/ 1800225 w 2543175"/>
              <a:gd name="connsiteY121" fmla="*/ 1319212 h 1890712"/>
              <a:gd name="connsiteX122" fmla="*/ 1807369 w 2543175"/>
              <a:gd name="connsiteY122" fmla="*/ 1321594 h 1890712"/>
              <a:gd name="connsiteX123" fmla="*/ 1824038 w 2543175"/>
              <a:gd name="connsiteY123" fmla="*/ 1333500 h 1890712"/>
              <a:gd name="connsiteX124" fmla="*/ 1843088 w 2543175"/>
              <a:gd name="connsiteY124" fmla="*/ 1352550 h 1890712"/>
              <a:gd name="connsiteX125" fmla="*/ 1852613 w 2543175"/>
              <a:gd name="connsiteY125" fmla="*/ 1359694 h 1890712"/>
              <a:gd name="connsiteX126" fmla="*/ 1859757 w 2543175"/>
              <a:gd name="connsiteY126" fmla="*/ 1366837 h 1890712"/>
              <a:gd name="connsiteX127" fmla="*/ 1869282 w 2543175"/>
              <a:gd name="connsiteY127" fmla="*/ 1371600 h 1890712"/>
              <a:gd name="connsiteX128" fmla="*/ 1883569 w 2543175"/>
              <a:gd name="connsiteY128" fmla="*/ 1388269 h 1890712"/>
              <a:gd name="connsiteX129" fmla="*/ 1893094 w 2543175"/>
              <a:gd name="connsiteY129" fmla="*/ 1395412 h 1890712"/>
              <a:gd name="connsiteX130" fmla="*/ 1902619 w 2543175"/>
              <a:gd name="connsiteY130" fmla="*/ 1404937 h 1890712"/>
              <a:gd name="connsiteX131" fmla="*/ 1912144 w 2543175"/>
              <a:gd name="connsiteY131" fmla="*/ 1409700 h 1890712"/>
              <a:gd name="connsiteX132" fmla="*/ 1931194 w 2543175"/>
              <a:gd name="connsiteY132" fmla="*/ 1421606 h 1890712"/>
              <a:gd name="connsiteX133" fmla="*/ 1935957 w 2543175"/>
              <a:gd name="connsiteY133" fmla="*/ 1428750 h 1890712"/>
              <a:gd name="connsiteX134" fmla="*/ 1952625 w 2543175"/>
              <a:gd name="connsiteY134" fmla="*/ 1438275 h 1890712"/>
              <a:gd name="connsiteX135" fmla="*/ 1971675 w 2543175"/>
              <a:gd name="connsiteY135" fmla="*/ 1450181 h 1890712"/>
              <a:gd name="connsiteX136" fmla="*/ 1981200 w 2543175"/>
              <a:gd name="connsiteY136" fmla="*/ 1454944 h 1890712"/>
              <a:gd name="connsiteX137" fmla="*/ 1997869 w 2543175"/>
              <a:gd name="connsiteY137" fmla="*/ 1471612 h 1890712"/>
              <a:gd name="connsiteX138" fmla="*/ 2007394 w 2543175"/>
              <a:gd name="connsiteY138" fmla="*/ 1478756 h 1890712"/>
              <a:gd name="connsiteX139" fmla="*/ 2016919 w 2543175"/>
              <a:gd name="connsiteY139" fmla="*/ 1483519 h 1890712"/>
              <a:gd name="connsiteX140" fmla="*/ 2024063 w 2543175"/>
              <a:gd name="connsiteY140" fmla="*/ 1490662 h 1890712"/>
              <a:gd name="connsiteX141" fmla="*/ 2033588 w 2543175"/>
              <a:gd name="connsiteY141" fmla="*/ 1495425 h 1890712"/>
              <a:gd name="connsiteX142" fmla="*/ 2040732 w 2543175"/>
              <a:gd name="connsiteY142" fmla="*/ 1502569 h 1890712"/>
              <a:gd name="connsiteX143" fmla="*/ 2047875 w 2543175"/>
              <a:gd name="connsiteY143" fmla="*/ 1507331 h 1890712"/>
              <a:gd name="connsiteX144" fmla="*/ 2057400 w 2543175"/>
              <a:gd name="connsiteY144" fmla="*/ 1514475 h 1890712"/>
              <a:gd name="connsiteX145" fmla="*/ 2064544 w 2543175"/>
              <a:gd name="connsiteY145" fmla="*/ 1519237 h 1890712"/>
              <a:gd name="connsiteX146" fmla="*/ 2071688 w 2543175"/>
              <a:gd name="connsiteY146" fmla="*/ 1526381 h 1890712"/>
              <a:gd name="connsiteX147" fmla="*/ 2081213 w 2543175"/>
              <a:gd name="connsiteY147" fmla="*/ 1531144 h 1890712"/>
              <a:gd name="connsiteX148" fmla="*/ 2090738 w 2543175"/>
              <a:gd name="connsiteY148" fmla="*/ 1538287 h 1890712"/>
              <a:gd name="connsiteX149" fmla="*/ 2109788 w 2543175"/>
              <a:gd name="connsiteY149" fmla="*/ 1547812 h 1890712"/>
              <a:gd name="connsiteX150" fmla="*/ 2131219 w 2543175"/>
              <a:gd name="connsiteY150" fmla="*/ 1562100 h 1890712"/>
              <a:gd name="connsiteX151" fmla="*/ 2140744 w 2543175"/>
              <a:gd name="connsiteY151" fmla="*/ 1566862 h 1890712"/>
              <a:gd name="connsiteX152" fmla="*/ 2152650 w 2543175"/>
              <a:gd name="connsiteY152" fmla="*/ 1576387 h 1890712"/>
              <a:gd name="connsiteX153" fmla="*/ 2181225 w 2543175"/>
              <a:gd name="connsiteY153" fmla="*/ 1590675 h 1890712"/>
              <a:gd name="connsiteX154" fmla="*/ 2200275 w 2543175"/>
              <a:gd name="connsiteY154" fmla="*/ 1607344 h 1890712"/>
              <a:gd name="connsiteX155" fmla="*/ 2207419 w 2543175"/>
              <a:gd name="connsiteY155" fmla="*/ 1612106 h 1890712"/>
              <a:gd name="connsiteX156" fmla="*/ 2216944 w 2543175"/>
              <a:gd name="connsiteY156" fmla="*/ 1619250 h 1890712"/>
              <a:gd name="connsiteX157" fmla="*/ 2224088 w 2543175"/>
              <a:gd name="connsiteY157" fmla="*/ 1624012 h 1890712"/>
              <a:gd name="connsiteX158" fmla="*/ 2247900 w 2543175"/>
              <a:gd name="connsiteY158" fmla="*/ 1643062 h 1890712"/>
              <a:gd name="connsiteX159" fmla="*/ 2255044 w 2543175"/>
              <a:gd name="connsiteY159" fmla="*/ 1650206 h 1890712"/>
              <a:gd name="connsiteX160" fmla="*/ 2281238 w 2543175"/>
              <a:gd name="connsiteY160" fmla="*/ 1664494 h 1890712"/>
              <a:gd name="connsiteX161" fmla="*/ 2297907 w 2543175"/>
              <a:gd name="connsiteY161" fmla="*/ 1674019 h 1890712"/>
              <a:gd name="connsiteX162" fmla="*/ 2312194 w 2543175"/>
              <a:gd name="connsiteY162" fmla="*/ 1685925 h 1890712"/>
              <a:gd name="connsiteX163" fmla="*/ 2328863 w 2543175"/>
              <a:gd name="connsiteY163" fmla="*/ 1697831 h 1890712"/>
              <a:gd name="connsiteX164" fmla="*/ 2350294 w 2543175"/>
              <a:gd name="connsiteY164" fmla="*/ 1712119 h 1890712"/>
              <a:gd name="connsiteX165" fmla="*/ 2369344 w 2543175"/>
              <a:gd name="connsiteY165" fmla="*/ 1724025 h 1890712"/>
              <a:gd name="connsiteX166" fmla="*/ 2428876 w 2543175"/>
              <a:gd name="connsiteY166" fmla="*/ 1785938 h 1890712"/>
              <a:gd name="connsiteX167" fmla="*/ 2466975 w 2543175"/>
              <a:gd name="connsiteY167" fmla="*/ 1783556 h 1890712"/>
              <a:gd name="connsiteX168" fmla="*/ 2481263 w 2543175"/>
              <a:gd name="connsiteY168" fmla="*/ 1795462 h 1890712"/>
              <a:gd name="connsiteX169" fmla="*/ 2486025 w 2543175"/>
              <a:gd name="connsiteY169" fmla="*/ 1802606 h 1890712"/>
              <a:gd name="connsiteX170" fmla="*/ 2514600 w 2543175"/>
              <a:gd name="connsiteY170" fmla="*/ 1850231 h 1890712"/>
              <a:gd name="connsiteX171" fmla="*/ 2519363 w 2543175"/>
              <a:gd name="connsiteY171" fmla="*/ 1857375 h 1890712"/>
              <a:gd name="connsiteX172" fmla="*/ 2540794 w 2543175"/>
              <a:gd name="connsiteY172" fmla="*/ 1883569 h 1890712"/>
              <a:gd name="connsiteX173" fmla="*/ 2543175 w 2543175"/>
              <a:gd name="connsiteY173"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78619 w 2543175"/>
              <a:gd name="connsiteY30" fmla="*/ 276225 h 1890712"/>
              <a:gd name="connsiteX31" fmla="*/ 385763 w 2543175"/>
              <a:gd name="connsiteY31" fmla="*/ 283369 h 1890712"/>
              <a:gd name="connsiteX32" fmla="*/ 404813 w 2543175"/>
              <a:gd name="connsiteY32" fmla="*/ 295275 h 1890712"/>
              <a:gd name="connsiteX33" fmla="*/ 411957 w 2543175"/>
              <a:gd name="connsiteY33" fmla="*/ 297656 h 1890712"/>
              <a:gd name="connsiteX34" fmla="*/ 466725 w 2543175"/>
              <a:gd name="connsiteY34" fmla="*/ 328612 h 1890712"/>
              <a:gd name="connsiteX35" fmla="*/ 476250 w 2543175"/>
              <a:gd name="connsiteY35" fmla="*/ 335756 h 1890712"/>
              <a:gd name="connsiteX36" fmla="*/ 481013 w 2543175"/>
              <a:gd name="connsiteY36" fmla="*/ 342900 h 1890712"/>
              <a:gd name="connsiteX37" fmla="*/ 490538 w 2543175"/>
              <a:gd name="connsiteY37" fmla="*/ 352425 h 1890712"/>
              <a:gd name="connsiteX38" fmla="*/ 495300 w 2543175"/>
              <a:gd name="connsiteY38" fmla="*/ 359569 h 1890712"/>
              <a:gd name="connsiteX39" fmla="*/ 509588 w 2543175"/>
              <a:gd name="connsiteY39" fmla="*/ 376237 h 1890712"/>
              <a:gd name="connsiteX40" fmla="*/ 514350 w 2543175"/>
              <a:gd name="connsiteY40" fmla="*/ 383381 h 1890712"/>
              <a:gd name="connsiteX41" fmla="*/ 531019 w 2543175"/>
              <a:gd name="connsiteY41" fmla="*/ 397669 h 1890712"/>
              <a:gd name="connsiteX42" fmla="*/ 538163 w 2543175"/>
              <a:gd name="connsiteY42" fmla="*/ 407194 h 1890712"/>
              <a:gd name="connsiteX43" fmla="*/ 554832 w 2543175"/>
              <a:gd name="connsiteY43" fmla="*/ 421481 h 1890712"/>
              <a:gd name="connsiteX44" fmla="*/ 564357 w 2543175"/>
              <a:gd name="connsiteY44" fmla="*/ 431006 h 1890712"/>
              <a:gd name="connsiteX45" fmla="*/ 573882 w 2543175"/>
              <a:gd name="connsiteY45" fmla="*/ 438150 h 1890712"/>
              <a:gd name="connsiteX46" fmla="*/ 595313 w 2543175"/>
              <a:gd name="connsiteY46" fmla="*/ 454819 h 1890712"/>
              <a:gd name="connsiteX47" fmla="*/ 602457 w 2543175"/>
              <a:gd name="connsiteY47" fmla="*/ 457200 h 1890712"/>
              <a:gd name="connsiteX48" fmla="*/ 628650 w 2543175"/>
              <a:gd name="connsiteY48" fmla="*/ 469106 h 1890712"/>
              <a:gd name="connsiteX49" fmla="*/ 645319 w 2543175"/>
              <a:gd name="connsiteY49" fmla="*/ 483394 h 1890712"/>
              <a:gd name="connsiteX50" fmla="*/ 654844 w 2543175"/>
              <a:gd name="connsiteY50" fmla="*/ 488156 h 1890712"/>
              <a:gd name="connsiteX51" fmla="*/ 661988 w 2543175"/>
              <a:gd name="connsiteY51" fmla="*/ 497681 h 1890712"/>
              <a:gd name="connsiteX52" fmla="*/ 683419 w 2543175"/>
              <a:gd name="connsiteY52" fmla="*/ 514350 h 1890712"/>
              <a:gd name="connsiteX53" fmla="*/ 700088 w 2543175"/>
              <a:gd name="connsiteY53" fmla="*/ 526256 h 1890712"/>
              <a:gd name="connsiteX54" fmla="*/ 709613 w 2543175"/>
              <a:gd name="connsiteY54" fmla="*/ 535781 h 1890712"/>
              <a:gd name="connsiteX55" fmla="*/ 719138 w 2543175"/>
              <a:gd name="connsiteY55" fmla="*/ 542925 h 1890712"/>
              <a:gd name="connsiteX56" fmla="*/ 733425 w 2543175"/>
              <a:gd name="connsiteY56" fmla="*/ 557212 h 1890712"/>
              <a:gd name="connsiteX57" fmla="*/ 750094 w 2543175"/>
              <a:gd name="connsiteY57" fmla="*/ 569119 h 1890712"/>
              <a:gd name="connsiteX58" fmla="*/ 769144 w 2543175"/>
              <a:gd name="connsiteY58" fmla="*/ 581025 h 1890712"/>
              <a:gd name="connsiteX59" fmla="*/ 785813 w 2543175"/>
              <a:gd name="connsiteY59" fmla="*/ 590550 h 1890712"/>
              <a:gd name="connsiteX60" fmla="*/ 792957 w 2543175"/>
              <a:gd name="connsiteY60" fmla="*/ 600075 h 1890712"/>
              <a:gd name="connsiteX61" fmla="*/ 809625 w 2543175"/>
              <a:gd name="connsiteY61" fmla="*/ 611981 h 1890712"/>
              <a:gd name="connsiteX62" fmla="*/ 816769 w 2543175"/>
              <a:gd name="connsiteY62" fmla="*/ 619125 h 1890712"/>
              <a:gd name="connsiteX63" fmla="*/ 826294 w 2543175"/>
              <a:gd name="connsiteY63" fmla="*/ 626269 h 1890712"/>
              <a:gd name="connsiteX64" fmla="*/ 840582 w 2543175"/>
              <a:gd name="connsiteY64" fmla="*/ 638175 h 1890712"/>
              <a:gd name="connsiteX65" fmla="*/ 847725 w 2543175"/>
              <a:gd name="connsiteY65" fmla="*/ 645319 h 1890712"/>
              <a:gd name="connsiteX66" fmla="*/ 857250 w 2543175"/>
              <a:gd name="connsiteY66" fmla="*/ 652462 h 1890712"/>
              <a:gd name="connsiteX67" fmla="*/ 864394 w 2543175"/>
              <a:gd name="connsiteY67" fmla="*/ 657225 h 1890712"/>
              <a:gd name="connsiteX68" fmla="*/ 888207 w 2543175"/>
              <a:gd name="connsiteY68" fmla="*/ 676275 h 1890712"/>
              <a:gd name="connsiteX69" fmla="*/ 895350 w 2543175"/>
              <a:gd name="connsiteY69" fmla="*/ 681037 h 1890712"/>
              <a:gd name="connsiteX70" fmla="*/ 907257 w 2543175"/>
              <a:gd name="connsiteY70" fmla="*/ 683419 h 1890712"/>
              <a:gd name="connsiteX71" fmla="*/ 928688 w 2543175"/>
              <a:gd name="connsiteY71" fmla="*/ 695325 h 1890712"/>
              <a:gd name="connsiteX72" fmla="*/ 942975 w 2543175"/>
              <a:gd name="connsiteY72" fmla="*/ 700087 h 1890712"/>
              <a:gd name="connsiteX73" fmla="*/ 964407 w 2543175"/>
              <a:gd name="connsiteY73" fmla="*/ 716756 h 1890712"/>
              <a:gd name="connsiteX74" fmla="*/ 971550 w 2543175"/>
              <a:gd name="connsiteY74" fmla="*/ 723900 h 1890712"/>
              <a:gd name="connsiteX75" fmla="*/ 983457 w 2543175"/>
              <a:gd name="connsiteY75" fmla="*/ 733425 h 1890712"/>
              <a:gd name="connsiteX76" fmla="*/ 990600 w 2543175"/>
              <a:gd name="connsiteY76" fmla="*/ 738187 h 1890712"/>
              <a:gd name="connsiteX77" fmla="*/ 1007269 w 2543175"/>
              <a:gd name="connsiteY77" fmla="*/ 752475 h 1890712"/>
              <a:gd name="connsiteX78" fmla="*/ 1031082 w 2543175"/>
              <a:gd name="connsiteY78" fmla="*/ 766762 h 1890712"/>
              <a:gd name="connsiteX79" fmla="*/ 1042988 w 2543175"/>
              <a:gd name="connsiteY79" fmla="*/ 773906 h 1890712"/>
              <a:gd name="connsiteX80" fmla="*/ 1071563 w 2543175"/>
              <a:gd name="connsiteY80" fmla="*/ 785812 h 1890712"/>
              <a:gd name="connsiteX81" fmla="*/ 1097757 w 2543175"/>
              <a:gd name="connsiteY81" fmla="*/ 807244 h 1890712"/>
              <a:gd name="connsiteX82" fmla="*/ 1104900 w 2543175"/>
              <a:gd name="connsiteY82" fmla="*/ 814387 h 1890712"/>
              <a:gd name="connsiteX83" fmla="*/ 1121569 w 2543175"/>
              <a:gd name="connsiteY83" fmla="*/ 823912 h 1890712"/>
              <a:gd name="connsiteX84" fmla="*/ 1138238 w 2543175"/>
              <a:gd name="connsiteY84" fmla="*/ 835819 h 1890712"/>
              <a:gd name="connsiteX85" fmla="*/ 1147763 w 2543175"/>
              <a:gd name="connsiteY85" fmla="*/ 842962 h 1890712"/>
              <a:gd name="connsiteX86" fmla="*/ 1157288 w 2543175"/>
              <a:gd name="connsiteY86" fmla="*/ 847725 h 1890712"/>
              <a:gd name="connsiteX87" fmla="*/ 1178719 w 2543175"/>
              <a:gd name="connsiteY87" fmla="*/ 859631 h 1890712"/>
              <a:gd name="connsiteX88" fmla="*/ 1188244 w 2543175"/>
              <a:gd name="connsiteY88" fmla="*/ 866775 h 1890712"/>
              <a:gd name="connsiteX89" fmla="*/ 1195388 w 2543175"/>
              <a:gd name="connsiteY89" fmla="*/ 871537 h 1890712"/>
              <a:gd name="connsiteX90" fmla="*/ 1212057 w 2543175"/>
              <a:gd name="connsiteY90" fmla="*/ 883444 h 1890712"/>
              <a:gd name="connsiteX91" fmla="*/ 1226344 w 2543175"/>
              <a:gd name="connsiteY91" fmla="*/ 895350 h 1890712"/>
              <a:gd name="connsiteX92" fmla="*/ 1245394 w 2543175"/>
              <a:gd name="connsiteY92" fmla="*/ 907256 h 1890712"/>
              <a:gd name="connsiteX93" fmla="*/ 1254919 w 2543175"/>
              <a:gd name="connsiteY93" fmla="*/ 914400 h 1890712"/>
              <a:gd name="connsiteX94" fmla="*/ 1269207 w 2543175"/>
              <a:gd name="connsiteY94" fmla="*/ 921544 h 1890712"/>
              <a:gd name="connsiteX95" fmla="*/ 1290638 w 2543175"/>
              <a:gd name="connsiteY95" fmla="*/ 935831 h 1890712"/>
              <a:gd name="connsiteX96" fmla="*/ 1307307 w 2543175"/>
              <a:gd name="connsiteY96" fmla="*/ 952500 h 1890712"/>
              <a:gd name="connsiteX97" fmla="*/ 1333500 w 2543175"/>
              <a:gd name="connsiteY97" fmla="*/ 971550 h 1890712"/>
              <a:gd name="connsiteX98" fmla="*/ 1359694 w 2543175"/>
              <a:gd name="connsiteY98" fmla="*/ 990600 h 1890712"/>
              <a:gd name="connsiteX99" fmla="*/ 1373982 w 2543175"/>
              <a:gd name="connsiteY99" fmla="*/ 997744 h 1890712"/>
              <a:gd name="connsiteX100" fmla="*/ 1388269 w 2543175"/>
              <a:gd name="connsiteY100" fmla="*/ 1007269 h 1890712"/>
              <a:gd name="connsiteX101" fmla="*/ 1414463 w 2543175"/>
              <a:gd name="connsiteY101" fmla="*/ 1019175 h 1890712"/>
              <a:gd name="connsiteX102" fmla="*/ 1428750 w 2543175"/>
              <a:gd name="connsiteY102" fmla="*/ 1026319 h 1890712"/>
              <a:gd name="connsiteX103" fmla="*/ 1471613 w 2543175"/>
              <a:gd name="connsiteY103" fmla="*/ 1059656 h 1890712"/>
              <a:gd name="connsiteX104" fmla="*/ 1495425 w 2543175"/>
              <a:gd name="connsiteY104" fmla="*/ 1088231 h 1890712"/>
              <a:gd name="connsiteX105" fmla="*/ 1547812 w 2543175"/>
              <a:gd name="connsiteY105" fmla="*/ 1133475 h 1890712"/>
              <a:gd name="connsiteX106" fmla="*/ 1597819 w 2543175"/>
              <a:gd name="connsiteY106" fmla="*/ 1154906 h 1890712"/>
              <a:gd name="connsiteX107" fmla="*/ 1604963 w 2543175"/>
              <a:gd name="connsiteY107" fmla="*/ 1162050 h 1890712"/>
              <a:gd name="connsiteX108" fmla="*/ 1612107 w 2543175"/>
              <a:gd name="connsiteY108" fmla="*/ 1166812 h 1890712"/>
              <a:gd name="connsiteX109" fmla="*/ 1628775 w 2543175"/>
              <a:gd name="connsiteY109" fmla="*/ 1183481 h 1890712"/>
              <a:gd name="connsiteX110" fmla="*/ 1662113 w 2543175"/>
              <a:gd name="connsiteY110" fmla="*/ 1209675 h 1890712"/>
              <a:gd name="connsiteX111" fmla="*/ 1678782 w 2543175"/>
              <a:gd name="connsiteY111" fmla="*/ 1226344 h 1890712"/>
              <a:gd name="connsiteX112" fmla="*/ 1700213 w 2543175"/>
              <a:gd name="connsiteY112" fmla="*/ 1247775 h 1890712"/>
              <a:gd name="connsiteX113" fmla="*/ 1712119 w 2543175"/>
              <a:gd name="connsiteY113" fmla="*/ 1259681 h 1890712"/>
              <a:gd name="connsiteX114" fmla="*/ 1733550 w 2543175"/>
              <a:gd name="connsiteY114" fmla="*/ 1273969 h 1890712"/>
              <a:gd name="connsiteX115" fmla="*/ 1743075 w 2543175"/>
              <a:gd name="connsiteY115" fmla="*/ 1283494 h 1890712"/>
              <a:gd name="connsiteX116" fmla="*/ 1754982 w 2543175"/>
              <a:gd name="connsiteY116" fmla="*/ 1290637 h 1890712"/>
              <a:gd name="connsiteX117" fmla="*/ 1766888 w 2543175"/>
              <a:gd name="connsiteY117" fmla="*/ 1300162 h 1890712"/>
              <a:gd name="connsiteX118" fmla="*/ 1783557 w 2543175"/>
              <a:gd name="connsiteY118" fmla="*/ 1307306 h 1890712"/>
              <a:gd name="connsiteX119" fmla="*/ 1790700 w 2543175"/>
              <a:gd name="connsiteY119" fmla="*/ 1312069 h 1890712"/>
              <a:gd name="connsiteX120" fmla="*/ 1800225 w 2543175"/>
              <a:gd name="connsiteY120" fmla="*/ 1319212 h 1890712"/>
              <a:gd name="connsiteX121" fmla="*/ 1807369 w 2543175"/>
              <a:gd name="connsiteY121" fmla="*/ 1321594 h 1890712"/>
              <a:gd name="connsiteX122" fmla="*/ 1824038 w 2543175"/>
              <a:gd name="connsiteY122" fmla="*/ 1333500 h 1890712"/>
              <a:gd name="connsiteX123" fmla="*/ 1843088 w 2543175"/>
              <a:gd name="connsiteY123" fmla="*/ 1352550 h 1890712"/>
              <a:gd name="connsiteX124" fmla="*/ 1852613 w 2543175"/>
              <a:gd name="connsiteY124" fmla="*/ 1359694 h 1890712"/>
              <a:gd name="connsiteX125" fmla="*/ 1859757 w 2543175"/>
              <a:gd name="connsiteY125" fmla="*/ 1366837 h 1890712"/>
              <a:gd name="connsiteX126" fmla="*/ 1869282 w 2543175"/>
              <a:gd name="connsiteY126" fmla="*/ 1371600 h 1890712"/>
              <a:gd name="connsiteX127" fmla="*/ 1883569 w 2543175"/>
              <a:gd name="connsiteY127" fmla="*/ 1388269 h 1890712"/>
              <a:gd name="connsiteX128" fmla="*/ 1893094 w 2543175"/>
              <a:gd name="connsiteY128" fmla="*/ 1395412 h 1890712"/>
              <a:gd name="connsiteX129" fmla="*/ 1902619 w 2543175"/>
              <a:gd name="connsiteY129" fmla="*/ 1404937 h 1890712"/>
              <a:gd name="connsiteX130" fmla="*/ 1912144 w 2543175"/>
              <a:gd name="connsiteY130" fmla="*/ 1409700 h 1890712"/>
              <a:gd name="connsiteX131" fmla="*/ 1931194 w 2543175"/>
              <a:gd name="connsiteY131" fmla="*/ 1421606 h 1890712"/>
              <a:gd name="connsiteX132" fmla="*/ 1935957 w 2543175"/>
              <a:gd name="connsiteY132" fmla="*/ 1428750 h 1890712"/>
              <a:gd name="connsiteX133" fmla="*/ 1952625 w 2543175"/>
              <a:gd name="connsiteY133" fmla="*/ 1438275 h 1890712"/>
              <a:gd name="connsiteX134" fmla="*/ 1971675 w 2543175"/>
              <a:gd name="connsiteY134" fmla="*/ 1450181 h 1890712"/>
              <a:gd name="connsiteX135" fmla="*/ 1981200 w 2543175"/>
              <a:gd name="connsiteY135" fmla="*/ 1454944 h 1890712"/>
              <a:gd name="connsiteX136" fmla="*/ 1997869 w 2543175"/>
              <a:gd name="connsiteY136" fmla="*/ 1471612 h 1890712"/>
              <a:gd name="connsiteX137" fmla="*/ 2007394 w 2543175"/>
              <a:gd name="connsiteY137" fmla="*/ 1478756 h 1890712"/>
              <a:gd name="connsiteX138" fmla="*/ 2016919 w 2543175"/>
              <a:gd name="connsiteY138" fmla="*/ 1483519 h 1890712"/>
              <a:gd name="connsiteX139" fmla="*/ 2024063 w 2543175"/>
              <a:gd name="connsiteY139" fmla="*/ 1490662 h 1890712"/>
              <a:gd name="connsiteX140" fmla="*/ 2033588 w 2543175"/>
              <a:gd name="connsiteY140" fmla="*/ 1495425 h 1890712"/>
              <a:gd name="connsiteX141" fmla="*/ 2040732 w 2543175"/>
              <a:gd name="connsiteY141" fmla="*/ 1502569 h 1890712"/>
              <a:gd name="connsiteX142" fmla="*/ 2047875 w 2543175"/>
              <a:gd name="connsiteY142" fmla="*/ 1507331 h 1890712"/>
              <a:gd name="connsiteX143" fmla="*/ 2057400 w 2543175"/>
              <a:gd name="connsiteY143" fmla="*/ 1514475 h 1890712"/>
              <a:gd name="connsiteX144" fmla="*/ 2064544 w 2543175"/>
              <a:gd name="connsiteY144" fmla="*/ 1519237 h 1890712"/>
              <a:gd name="connsiteX145" fmla="*/ 2071688 w 2543175"/>
              <a:gd name="connsiteY145" fmla="*/ 1526381 h 1890712"/>
              <a:gd name="connsiteX146" fmla="*/ 2081213 w 2543175"/>
              <a:gd name="connsiteY146" fmla="*/ 1531144 h 1890712"/>
              <a:gd name="connsiteX147" fmla="*/ 2090738 w 2543175"/>
              <a:gd name="connsiteY147" fmla="*/ 1538287 h 1890712"/>
              <a:gd name="connsiteX148" fmla="*/ 2109788 w 2543175"/>
              <a:gd name="connsiteY148" fmla="*/ 1547812 h 1890712"/>
              <a:gd name="connsiteX149" fmla="*/ 2131219 w 2543175"/>
              <a:gd name="connsiteY149" fmla="*/ 1562100 h 1890712"/>
              <a:gd name="connsiteX150" fmla="*/ 2140744 w 2543175"/>
              <a:gd name="connsiteY150" fmla="*/ 1566862 h 1890712"/>
              <a:gd name="connsiteX151" fmla="*/ 2152650 w 2543175"/>
              <a:gd name="connsiteY151" fmla="*/ 1576387 h 1890712"/>
              <a:gd name="connsiteX152" fmla="*/ 2181225 w 2543175"/>
              <a:gd name="connsiteY152" fmla="*/ 1590675 h 1890712"/>
              <a:gd name="connsiteX153" fmla="*/ 2200275 w 2543175"/>
              <a:gd name="connsiteY153" fmla="*/ 1607344 h 1890712"/>
              <a:gd name="connsiteX154" fmla="*/ 2207419 w 2543175"/>
              <a:gd name="connsiteY154" fmla="*/ 1612106 h 1890712"/>
              <a:gd name="connsiteX155" fmla="*/ 2216944 w 2543175"/>
              <a:gd name="connsiteY155" fmla="*/ 1619250 h 1890712"/>
              <a:gd name="connsiteX156" fmla="*/ 2224088 w 2543175"/>
              <a:gd name="connsiteY156" fmla="*/ 1624012 h 1890712"/>
              <a:gd name="connsiteX157" fmla="*/ 2247900 w 2543175"/>
              <a:gd name="connsiteY157" fmla="*/ 1643062 h 1890712"/>
              <a:gd name="connsiteX158" fmla="*/ 2255044 w 2543175"/>
              <a:gd name="connsiteY158" fmla="*/ 1650206 h 1890712"/>
              <a:gd name="connsiteX159" fmla="*/ 2281238 w 2543175"/>
              <a:gd name="connsiteY159" fmla="*/ 1664494 h 1890712"/>
              <a:gd name="connsiteX160" fmla="*/ 2297907 w 2543175"/>
              <a:gd name="connsiteY160" fmla="*/ 1674019 h 1890712"/>
              <a:gd name="connsiteX161" fmla="*/ 2312194 w 2543175"/>
              <a:gd name="connsiteY161" fmla="*/ 1685925 h 1890712"/>
              <a:gd name="connsiteX162" fmla="*/ 2328863 w 2543175"/>
              <a:gd name="connsiteY162" fmla="*/ 1697831 h 1890712"/>
              <a:gd name="connsiteX163" fmla="*/ 2350294 w 2543175"/>
              <a:gd name="connsiteY163" fmla="*/ 1712119 h 1890712"/>
              <a:gd name="connsiteX164" fmla="*/ 2369344 w 2543175"/>
              <a:gd name="connsiteY164" fmla="*/ 1724025 h 1890712"/>
              <a:gd name="connsiteX165" fmla="*/ 2428876 w 2543175"/>
              <a:gd name="connsiteY165" fmla="*/ 1785938 h 1890712"/>
              <a:gd name="connsiteX166" fmla="*/ 2466975 w 2543175"/>
              <a:gd name="connsiteY166" fmla="*/ 1783556 h 1890712"/>
              <a:gd name="connsiteX167" fmla="*/ 2481263 w 2543175"/>
              <a:gd name="connsiteY167" fmla="*/ 1795462 h 1890712"/>
              <a:gd name="connsiteX168" fmla="*/ 2486025 w 2543175"/>
              <a:gd name="connsiteY168" fmla="*/ 1802606 h 1890712"/>
              <a:gd name="connsiteX169" fmla="*/ 2514600 w 2543175"/>
              <a:gd name="connsiteY169" fmla="*/ 1850231 h 1890712"/>
              <a:gd name="connsiteX170" fmla="*/ 2519363 w 2543175"/>
              <a:gd name="connsiteY170" fmla="*/ 1857375 h 1890712"/>
              <a:gd name="connsiteX171" fmla="*/ 2540794 w 2543175"/>
              <a:gd name="connsiteY171" fmla="*/ 1883569 h 1890712"/>
              <a:gd name="connsiteX172" fmla="*/ 2543175 w 2543175"/>
              <a:gd name="connsiteY17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85763 w 2543175"/>
              <a:gd name="connsiteY30" fmla="*/ 283369 h 1890712"/>
              <a:gd name="connsiteX31" fmla="*/ 404813 w 2543175"/>
              <a:gd name="connsiteY31" fmla="*/ 295275 h 1890712"/>
              <a:gd name="connsiteX32" fmla="*/ 411957 w 2543175"/>
              <a:gd name="connsiteY32" fmla="*/ 297656 h 1890712"/>
              <a:gd name="connsiteX33" fmla="*/ 466725 w 2543175"/>
              <a:gd name="connsiteY33" fmla="*/ 328612 h 1890712"/>
              <a:gd name="connsiteX34" fmla="*/ 476250 w 2543175"/>
              <a:gd name="connsiteY34" fmla="*/ 335756 h 1890712"/>
              <a:gd name="connsiteX35" fmla="*/ 481013 w 2543175"/>
              <a:gd name="connsiteY35" fmla="*/ 342900 h 1890712"/>
              <a:gd name="connsiteX36" fmla="*/ 490538 w 2543175"/>
              <a:gd name="connsiteY36" fmla="*/ 352425 h 1890712"/>
              <a:gd name="connsiteX37" fmla="*/ 495300 w 2543175"/>
              <a:gd name="connsiteY37" fmla="*/ 359569 h 1890712"/>
              <a:gd name="connsiteX38" fmla="*/ 509588 w 2543175"/>
              <a:gd name="connsiteY38" fmla="*/ 376237 h 1890712"/>
              <a:gd name="connsiteX39" fmla="*/ 514350 w 2543175"/>
              <a:gd name="connsiteY39" fmla="*/ 383381 h 1890712"/>
              <a:gd name="connsiteX40" fmla="*/ 531019 w 2543175"/>
              <a:gd name="connsiteY40" fmla="*/ 397669 h 1890712"/>
              <a:gd name="connsiteX41" fmla="*/ 538163 w 2543175"/>
              <a:gd name="connsiteY41" fmla="*/ 407194 h 1890712"/>
              <a:gd name="connsiteX42" fmla="*/ 554832 w 2543175"/>
              <a:gd name="connsiteY42" fmla="*/ 421481 h 1890712"/>
              <a:gd name="connsiteX43" fmla="*/ 564357 w 2543175"/>
              <a:gd name="connsiteY43" fmla="*/ 431006 h 1890712"/>
              <a:gd name="connsiteX44" fmla="*/ 573882 w 2543175"/>
              <a:gd name="connsiteY44" fmla="*/ 438150 h 1890712"/>
              <a:gd name="connsiteX45" fmla="*/ 595313 w 2543175"/>
              <a:gd name="connsiteY45" fmla="*/ 454819 h 1890712"/>
              <a:gd name="connsiteX46" fmla="*/ 602457 w 2543175"/>
              <a:gd name="connsiteY46" fmla="*/ 457200 h 1890712"/>
              <a:gd name="connsiteX47" fmla="*/ 628650 w 2543175"/>
              <a:gd name="connsiteY47" fmla="*/ 469106 h 1890712"/>
              <a:gd name="connsiteX48" fmla="*/ 645319 w 2543175"/>
              <a:gd name="connsiteY48" fmla="*/ 483394 h 1890712"/>
              <a:gd name="connsiteX49" fmla="*/ 654844 w 2543175"/>
              <a:gd name="connsiteY49" fmla="*/ 488156 h 1890712"/>
              <a:gd name="connsiteX50" fmla="*/ 661988 w 2543175"/>
              <a:gd name="connsiteY50" fmla="*/ 497681 h 1890712"/>
              <a:gd name="connsiteX51" fmla="*/ 683419 w 2543175"/>
              <a:gd name="connsiteY51" fmla="*/ 514350 h 1890712"/>
              <a:gd name="connsiteX52" fmla="*/ 700088 w 2543175"/>
              <a:gd name="connsiteY52" fmla="*/ 526256 h 1890712"/>
              <a:gd name="connsiteX53" fmla="*/ 709613 w 2543175"/>
              <a:gd name="connsiteY53" fmla="*/ 535781 h 1890712"/>
              <a:gd name="connsiteX54" fmla="*/ 719138 w 2543175"/>
              <a:gd name="connsiteY54" fmla="*/ 542925 h 1890712"/>
              <a:gd name="connsiteX55" fmla="*/ 733425 w 2543175"/>
              <a:gd name="connsiteY55" fmla="*/ 557212 h 1890712"/>
              <a:gd name="connsiteX56" fmla="*/ 750094 w 2543175"/>
              <a:gd name="connsiteY56" fmla="*/ 569119 h 1890712"/>
              <a:gd name="connsiteX57" fmla="*/ 769144 w 2543175"/>
              <a:gd name="connsiteY57" fmla="*/ 581025 h 1890712"/>
              <a:gd name="connsiteX58" fmla="*/ 785813 w 2543175"/>
              <a:gd name="connsiteY58" fmla="*/ 590550 h 1890712"/>
              <a:gd name="connsiteX59" fmla="*/ 792957 w 2543175"/>
              <a:gd name="connsiteY59" fmla="*/ 600075 h 1890712"/>
              <a:gd name="connsiteX60" fmla="*/ 809625 w 2543175"/>
              <a:gd name="connsiteY60" fmla="*/ 611981 h 1890712"/>
              <a:gd name="connsiteX61" fmla="*/ 816769 w 2543175"/>
              <a:gd name="connsiteY61" fmla="*/ 619125 h 1890712"/>
              <a:gd name="connsiteX62" fmla="*/ 826294 w 2543175"/>
              <a:gd name="connsiteY62" fmla="*/ 626269 h 1890712"/>
              <a:gd name="connsiteX63" fmla="*/ 840582 w 2543175"/>
              <a:gd name="connsiteY63" fmla="*/ 638175 h 1890712"/>
              <a:gd name="connsiteX64" fmla="*/ 847725 w 2543175"/>
              <a:gd name="connsiteY64" fmla="*/ 645319 h 1890712"/>
              <a:gd name="connsiteX65" fmla="*/ 857250 w 2543175"/>
              <a:gd name="connsiteY65" fmla="*/ 652462 h 1890712"/>
              <a:gd name="connsiteX66" fmla="*/ 864394 w 2543175"/>
              <a:gd name="connsiteY66" fmla="*/ 657225 h 1890712"/>
              <a:gd name="connsiteX67" fmla="*/ 888207 w 2543175"/>
              <a:gd name="connsiteY67" fmla="*/ 676275 h 1890712"/>
              <a:gd name="connsiteX68" fmla="*/ 895350 w 2543175"/>
              <a:gd name="connsiteY68" fmla="*/ 681037 h 1890712"/>
              <a:gd name="connsiteX69" fmla="*/ 907257 w 2543175"/>
              <a:gd name="connsiteY69" fmla="*/ 683419 h 1890712"/>
              <a:gd name="connsiteX70" fmla="*/ 928688 w 2543175"/>
              <a:gd name="connsiteY70" fmla="*/ 695325 h 1890712"/>
              <a:gd name="connsiteX71" fmla="*/ 942975 w 2543175"/>
              <a:gd name="connsiteY71" fmla="*/ 700087 h 1890712"/>
              <a:gd name="connsiteX72" fmla="*/ 964407 w 2543175"/>
              <a:gd name="connsiteY72" fmla="*/ 716756 h 1890712"/>
              <a:gd name="connsiteX73" fmla="*/ 971550 w 2543175"/>
              <a:gd name="connsiteY73" fmla="*/ 723900 h 1890712"/>
              <a:gd name="connsiteX74" fmla="*/ 983457 w 2543175"/>
              <a:gd name="connsiteY74" fmla="*/ 733425 h 1890712"/>
              <a:gd name="connsiteX75" fmla="*/ 990600 w 2543175"/>
              <a:gd name="connsiteY75" fmla="*/ 738187 h 1890712"/>
              <a:gd name="connsiteX76" fmla="*/ 1007269 w 2543175"/>
              <a:gd name="connsiteY76" fmla="*/ 752475 h 1890712"/>
              <a:gd name="connsiteX77" fmla="*/ 1031082 w 2543175"/>
              <a:gd name="connsiteY77" fmla="*/ 766762 h 1890712"/>
              <a:gd name="connsiteX78" fmla="*/ 1042988 w 2543175"/>
              <a:gd name="connsiteY78" fmla="*/ 773906 h 1890712"/>
              <a:gd name="connsiteX79" fmla="*/ 1071563 w 2543175"/>
              <a:gd name="connsiteY79" fmla="*/ 785812 h 1890712"/>
              <a:gd name="connsiteX80" fmla="*/ 1097757 w 2543175"/>
              <a:gd name="connsiteY80" fmla="*/ 807244 h 1890712"/>
              <a:gd name="connsiteX81" fmla="*/ 1104900 w 2543175"/>
              <a:gd name="connsiteY81" fmla="*/ 814387 h 1890712"/>
              <a:gd name="connsiteX82" fmla="*/ 1121569 w 2543175"/>
              <a:gd name="connsiteY82" fmla="*/ 823912 h 1890712"/>
              <a:gd name="connsiteX83" fmla="*/ 1138238 w 2543175"/>
              <a:gd name="connsiteY83" fmla="*/ 835819 h 1890712"/>
              <a:gd name="connsiteX84" fmla="*/ 1147763 w 2543175"/>
              <a:gd name="connsiteY84" fmla="*/ 842962 h 1890712"/>
              <a:gd name="connsiteX85" fmla="*/ 1157288 w 2543175"/>
              <a:gd name="connsiteY85" fmla="*/ 847725 h 1890712"/>
              <a:gd name="connsiteX86" fmla="*/ 1178719 w 2543175"/>
              <a:gd name="connsiteY86" fmla="*/ 859631 h 1890712"/>
              <a:gd name="connsiteX87" fmla="*/ 1188244 w 2543175"/>
              <a:gd name="connsiteY87" fmla="*/ 866775 h 1890712"/>
              <a:gd name="connsiteX88" fmla="*/ 1195388 w 2543175"/>
              <a:gd name="connsiteY88" fmla="*/ 871537 h 1890712"/>
              <a:gd name="connsiteX89" fmla="*/ 1212057 w 2543175"/>
              <a:gd name="connsiteY89" fmla="*/ 883444 h 1890712"/>
              <a:gd name="connsiteX90" fmla="*/ 1226344 w 2543175"/>
              <a:gd name="connsiteY90" fmla="*/ 895350 h 1890712"/>
              <a:gd name="connsiteX91" fmla="*/ 1245394 w 2543175"/>
              <a:gd name="connsiteY91" fmla="*/ 907256 h 1890712"/>
              <a:gd name="connsiteX92" fmla="*/ 1254919 w 2543175"/>
              <a:gd name="connsiteY92" fmla="*/ 914400 h 1890712"/>
              <a:gd name="connsiteX93" fmla="*/ 1269207 w 2543175"/>
              <a:gd name="connsiteY93" fmla="*/ 921544 h 1890712"/>
              <a:gd name="connsiteX94" fmla="*/ 1290638 w 2543175"/>
              <a:gd name="connsiteY94" fmla="*/ 935831 h 1890712"/>
              <a:gd name="connsiteX95" fmla="*/ 1307307 w 2543175"/>
              <a:gd name="connsiteY95" fmla="*/ 952500 h 1890712"/>
              <a:gd name="connsiteX96" fmla="*/ 1333500 w 2543175"/>
              <a:gd name="connsiteY96" fmla="*/ 971550 h 1890712"/>
              <a:gd name="connsiteX97" fmla="*/ 1359694 w 2543175"/>
              <a:gd name="connsiteY97" fmla="*/ 990600 h 1890712"/>
              <a:gd name="connsiteX98" fmla="*/ 1373982 w 2543175"/>
              <a:gd name="connsiteY98" fmla="*/ 997744 h 1890712"/>
              <a:gd name="connsiteX99" fmla="*/ 1388269 w 2543175"/>
              <a:gd name="connsiteY99" fmla="*/ 1007269 h 1890712"/>
              <a:gd name="connsiteX100" fmla="*/ 1414463 w 2543175"/>
              <a:gd name="connsiteY100" fmla="*/ 1019175 h 1890712"/>
              <a:gd name="connsiteX101" fmla="*/ 1428750 w 2543175"/>
              <a:gd name="connsiteY101" fmla="*/ 1026319 h 1890712"/>
              <a:gd name="connsiteX102" fmla="*/ 1471613 w 2543175"/>
              <a:gd name="connsiteY102" fmla="*/ 1059656 h 1890712"/>
              <a:gd name="connsiteX103" fmla="*/ 1495425 w 2543175"/>
              <a:gd name="connsiteY103" fmla="*/ 1088231 h 1890712"/>
              <a:gd name="connsiteX104" fmla="*/ 1547812 w 2543175"/>
              <a:gd name="connsiteY104" fmla="*/ 1133475 h 1890712"/>
              <a:gd name="connsiteX105" fmla="*/ 1597819 w 2543175"/>
              <a:gd name="connsiteY105" fmla="*/ 1154906 h 1890712"/>
              <a:gd name="connsiteX106" fmla="*/ 1604963 w 2543175"/>
              <a:gd name="connsiteY106" fmla="*/ 1162050 h 1890712"/>
              <a:gd name="connsiteX107" fmla="*/ 1612107 w 2543175"/>
              <a:gd name="connsiteY107" fmla="*/ 1166812 h 1890712"/>
              <a:gd name="connsiteX108" fmla="*/ 1628775 w 2543175"/>
              <a:gd name="connsiteY108" fmla="*/ 1183481 h 1890712"/>
              <a:gd name="connsiteX109" fmla="*/ 1662113 w 2543175"/>
              <a:gd name="connsiteY109" fmla="*/ 1209675 h 1890712"/>
              <a:gd name="connsiteX110" fmla="*/ 1678782 w 2543175"/>
              <a:gd name="connsiteY110" fmla="*/ 1226344 h 1890712"/>
              <a:gd name="connsiteX111" fmla="*/ 1700213 w 2543175"/>
              <a:gd name="connsiteY111" fmla="*/ 1247775 h 1890712"/>
              <a:gd name="connsiteX112" fmla="*/ 1712119 w 2543175"/>
              <a:gd name="connsiteY112" fmla="*/ 1259681 h 1890712"/>
              <a:gd name="connsiteX113" fmla="*/ 1733550 w 2543175"/>
              <a:gd name="connsiteY113" fmla="*/ 1273969 h 1890712"/>
              <a:gd name="connsiteX114" fmla="*/ 1743075 w 2543175"/>
              <a:gd name="connsiteY114" fmla="*/ 1283494 h 1890712"/>
              <a:gd name="connsiteX115" fmla="*/ 1754982 w 2543175"/>
              <a:gd name="connsiteY115" fmla="*/ 1290637 h 1890712"/>
              <a:gd name="connsiteX116" fmla="*/ 1766888 w 2543175"/>
              <a:gd name="connsiteY116" fmla="*/ 1300162 h 1890712"/>
              <a:gd name="connsiteX117" fmla="*/ 1783557 w 2543175"/>
              <a:gd name="connsiteY117" fmla="*/ 1307306 h 1890712"/>
              <a:gd name="connsiteX118" fmla="*/ 1790700 w 2543175"/>
              <a:gd name="connsiteY118" fmla="*/ 1312069 h 1890712"/>
              <a:gd name="connsiteX119" fmla="*/ 1800225 w 2543175"/>
              <a:gd name="connsiteY119" fmla="*/ 1319212 h 1890712"/>
              <a:gd name="connsiteX120" fmla="*/ 1807369 w 2543175"/>
              <a:gd name="connsiteY120" fmla="*/ 1321594 h 1890712"/>
              <a:gd name="connsiteX121" fmla="*/ 1824038 w 2543175"/>
              <a:gd name="connsiteY121" fmla="*/ 1333500 h 1890712"/>
              <a:gd name="connsiteX122" fmla="*/ 1843088 w 2543175"/>
              <a:gd name="connsiteY122" fmla="*/ 1352550 h 1890712"/>
              <a:gd name="connsiteX123" fmla="*/ 1852613 w 2543175"/>
              <a:gd name="connsiteY123" fmla="*/ 1359694 h 1890712"/>
              <a:gd name="connsiteX124" fmla="*/ 1859757 w 2543175"/>
              <a:gd name="connsiteY124" fmla="*/ 1366837 h 1890712"/>
              <a:gd name="connsiteX125" fmla="*/ 1869282 w 2543175"/>
              <a:gd name="connsiteY125" fmla="*/ 1371600 h 1890712"/>
              <a:gd name="connsiteX126" fmla="*/ 1883569 w 2543175"/>
              <a:gd name="connsiteY126" fmla="*/ 1388269 h 1890712"/>
              <a:gd name="connsiteX127" fmla="*/ 1893094 w 2543175"/>
              <a:gd name="connsiteY127" fmla="*/ 1395412 h 1890712"/>
              <a:gd name="connsiteX128" fmla="*/ 1902619 w 2543175"/>
              <a:gd name="connsiteY128" fmla="*/ 1404937 h 1890712"/>
              <a:gd name="connsiteX129" fmla="*/ 1912144 w 2543175"/>
              <a:gd name="connsiteY129" fmla="*/ 1409700 h 1890712"/>
              <a:gd name="connsiteX130" fmla="*/ 1931194 w 2543175"/>
              <a:gd name="connsiteY130" fmla="*/ 1421606 h 1890712"/>
              <a:gd name="connsiteX131" fmla="*/ 1935957 w 2543175"/>
              <a:gd name="connsiteY131" fmla="*/ 1428750 h 1890712"/>
              <a:gd name="connsiteX132" fmla="*/ 1952625 w 2543175"/>
              <a:gd name="connsiteY132" fmla="*/ 1438275 h 1890712"/>
              <a:gd name="connsiteX133" fmla="*/ 1971675 w 2543175"/>
              <a:gd name="connsiteY133" fmla="*/ 1450181 h 1890712"/>
              <a:gd name="connsiteX134" fmla="*/ 1981200 w 2543175"/>
              <a:gd name="connsiteY134" fmla="*/ 1454944 h 1890712"/>
              <a:gd name="connsiteX135" fmla="*/ 1997869 w 2543175"/>
              <a:gd name="connsiteY135" fmla="*/ 1471612 h 1890712"/>
              <a:gd name="connsiteX136" fmla="*/ 2007394 w 2543175"/>
              <a:gd name="connsiteY136" fmla="*/ 1478756 h 1890712"/>
              <a:gd name="connsiteX137" fmla="*/ 2016919 w 2543175"/>
              <a:gd name="connsiteY137" fmla="*/ 1483519 h 1890712"/>
              <a:gd name="connsiteX138" fmla="*/ 2024063 w 2543175"/>
              <a:gd name="connsiteY138" fmla="*/ 1490662 h 1890712"/>
              <a:gd name="connsiteX139" fmla="*/ 2033588 w 2543175"/>
              <a:gd name="connsiteY139" fmla="*/ 1495425 h 1890712"/>
              <a:gd name="connsiteX140" fmla="*/ 2040732 w 2543175"/>
              <a:gd name="connsiteY140" fmla="*/ 1502569 h 1890712"/>
              <a:gd name="connsiteX141" fmla="*/ 2047875 w 2543175"/>
              <a:gd name="connsiteY141" fmla="*/ 1507331 h 1890712"/>
              <a:gd name="connsiteX142" fmla="*/ 2057400 w 2543175"/>
              <a:gd name="connsiteY142" fmla="*/ 1514475 h 1890712"/>
              <a:gd name="connsiteX143" fmla="*/ 2064544 w 2543175"/>
              <a:gd name="connsiteY143" fmla="*/ 1519237 h 1890712"/>
              <a:gd name="connsiteX144" fmla="*/ 2071688 w 2543175"/>
              <a:gd name="connsiteY144" fmla="*/ 1526381 h 1890712"/>
              <a:gd name="connsiteX145" fmla="*/ 2081213 w 2543175"/>
              <a:gd name="connsiteY145" fmla="*/ 1531144 h 1890712"/>
              <a:gd name="connsiteX146" fmla="*/ 2090738 w 2543175"/>
              <a:gd name="connsiteY146" fmla="*/ 1538287 h 1890712"/>
              <a:gd name="connsiteX147" fmla="*/ 2109788 w 2543175"/>
              <a:gd name="connsiteY147" fmla="*/ 1547812 h 1890712"/>
              <a:gd name="connsiteX148" fmla="*/ 2131219 w 2543175"/>
              <a:gd name="connsiteY148" fmla="*/ 1562100 h 1890712"/>
              <a:gd name="connsiteX149" fmla="*/ 2140744 w 2543175"/>
              <a:gd name="connsiteY149" fmla="*/ 1566862 h 1890712"/>
              <a:gd name="connsiteX150" fmla="*/ 2152650 w 2543175"/>
              <a:gd name="connsiteY150" fmla="*/ 1576387 h 1890712"/>
              <a:gd name="connsiteX151" fmla="*/ 2181225 w 2543175"/>
              <a:gd name="connsiteY151" fmla="*/ 1590675 h 1890712"/>
              <a:gd name="connsiteX152" fmla="*/ 2200275 w 2543175"/>
              <a:gd name="connsiteY152" fmla="*/ 1607344 h 1890712"/>
              <a:gd name="connsiteX153" fmla="*/ 2207419 w 2543175"/>
              <a:gd name="connsiteY153" fmla="*/ 1612106 h 1890712"/>
              <a:gd name="connsiteX154" fmla="*/ 2216944 w 2543175"/>
              <a:gd name="connsiteY154" fmla="*/ 1619250 h 1890712"/>
              <a:gd name="connsiteX155" fmla="*/ 2224088 w 2543175"/>
              <a:gd name="connsiteY155" fmla="*/ 1624012 h 1890712"/>
              <a:gd name="connsiteX156" fmla="*/ 2247900 w 2543175"/>
              <a:gd name="connsiteY156" fmla="*/ 1643062 h 1890712"/>
              <a:gd name="connsiteX157" fmla="*/ 2255044 w 2543175"/>
              <a:gd name="connsiteY157" fmla="*/ 1650206 h 1890712"/>
              <a:gd name="connsiteX158" fmla="*/ 2281238 w 2543175"/>
              <a:gd name="connsiteY158" fmla="*/ 1664494 h 1890712"/>
              <a:gd name="connsiteX159" fmla="*/ 2297907 w 2543175"/>
              <a:gd name="connsiteY159" fmla="*/ 1674019 h 1890712"/>
              <a:gd name="connsiteX160" fmla="*/ 2312194 w 2543175"/>
              <a:gd name="connsiteY160" fmla="*/ 1685925 h 1890712"/>
              <a:gd name="connsiteX161" fmla="*/ 2328863 w 2543175"/>
              <a:gd name="connsiteY161" fmla="*/ 1697831 h 1890712"/>
              <a:gd name="connsiteX162" fmla="*/ 2350294 w 2543175"/>
              <a:gd name="connsiteY162" fmla="*/ 1712119 h 1890712"/>
              <a:gd name="connsiteX163" fmla="*/ 2369344 w 2543175"/>
              <a:gd name="connsiteY163" fmla="*/ 1724025 h 1890712"/>
              <a:gd name="connsiteX164" fmla="*/ 2428876 w 2543175"/>
              <a:gd name="connsiteY164" fmla="*/ 1785938 h 1890712"/>
              <a:gd name="connsiteX165" fmla="*/ 2466975 w 2543175"/>
              <a:gd name="connsiteY165" fmla="*/ 1783556 h 1890712"/>
              <a:gd name="connsiteX166" fmla="*/ 2481263 w 2543175"/>
              <a:gd name="connsiteY166" fmla="*/ 1795462 h 1890712"/>
              <a:gd name="connsiteX167" fmla="*/ 2486025 w 2543175"/>
              <a:gd name="connsiteY167" fmla="*/ 1802606 h 1890712"/>
              <a:gd name="connsiteX168" fmla="*/ 2514600 w 2543175"/>
              <a:gd name="connsiteY168" fmla="*/ 1850231 h 1890712"/>
              <a:gd name="connsiteX169" fmla="*/ 2519363 w 2543175"/>
              <a:gd name="connsiteY169" fmla="*/ 1857375 h 1890712"/>
              <a:gd name="connsiteX170" fmla="*/ 2540794 w 2543175"/>
              <a:gd name="connsiteY170" fmla="*/ 1883569 h 1890712"/>
              <a:gd name="connsiteX171" fmla="*/ 2543175 w 2543175"/>
              <a:gd name="connsiteY171"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54807 w 2543175"/>
              <a:gd name="connsiteY26" fmla="*/ 247650 h 1890712"/>
              <a:gd name="connsiteX27" fmla="*/ 366713 w 2543175"/>
              <a:gd name="connsiteY27" fmla="*/ 264319 h 1890712"/>
              <a:gd name="connsiteX28" fmla="*/ 371475 w 2543175"/>
              <a:gd name="connsiteY28" fmla="*/ 271462 h 1890712"/>
              <a:gd name="connsiteX29" fmla="*/ 385763 w 2543175"/>
              <a:gd name="connsiteY29" fmla="*/ 283369 h 1890712"/>
              <a:gd name="connsiteX30" fmla="*/ 404813 w 2543175"/>
              <a:gd name="connsiteY30" fmla="*/ 295275 h 1890712"/>
              <a:gd name="connsiteX31" fmla="*/ 411957 w 2543175"/>
              <a:gd name="connsiteY31" fmla="*/ 297656 h 1890712"/>
              <a:gd name="connsiteX32" fmla="*/ 466725 w 2543175"/>
              <a:gd name="connsiteY32" fmla="*/ 328612 h 1890712"/>
              <a:gd name="connsiteX33" fmla="*/ 476250 w 2543175"/>
              <a:gd name="connsiteY33" fmla="*/ 335756 h 1890712"/>
              <a:gd name="connsiteX34" fmla="*/ 481013 w 2543175"/>
              <a:gd name="connsiteY34" fmla="*/ 342900 h 1890712"/>
              <a:gd name="connsiteX35" fmla="*/ 490538 w 2543175"/>
              <a:gd name="connsiteY35" fmla="*/ 352425 h 1890712"/>
              <a:gd name="connsiteX36" fmla="*/ 495300 w 2543175"/>
              <a:gd name="connsiteY36" fmla="*/ 359569 h 1890712"/>
              <a:gd name="connsiteX37" fmla="*/ 509588 w 2543175"/>
              <a:gd name="connsiteY37" fmla="*/ 376237 h 1890712"/>
              <a:gd name="connsiteX38" fmla="*/ 514350 w 2543175"/>
              <a:gd name="connsiteY38" fmla="*/ 383381 h 1890712"/>
              <a:gd name="connsiteX39" fmla="*/ 531019 w 2543175"/>
              <a:gd name="connsiteY39" fmla="*/ 397669 h 1890712"/>
              <a:gd name="connsiteX40" fmla="*/ 538163 w 2543175"/>
              <a:gd name="connsiteY40" fmla="*/ 407194 h 1890712"/>
              <a:gd name="connsiteX41" fmla="*/ 554832 w 2543175"/>
              <a:gd name="connsiteY41" fmla="*/ 421481 h 1890712"/>
              <a:gd name="connsiteX42" fmla="*/ 564357 w 2543175"/>
              <a:gd name="connsiteY42" fmla="*/ 431006 h 1890712"/>
              <a:gd name="connsiteX43" fmla="*/ 573882 w 2543175"/>
              <a:gd name="connsiteY43" fmla="*/ 438150 h 1890712"/>
              <a:gd name="connsiteX44" fmla="*/ 595313 w 2543175"/>
              <a:gd name="connsiteY44" fmla="*/ 454819 h 1890712"/>
              <a:gd name="connsiteX45" fmla="*/ 602457 w 2543175"/>
              <a:gd name="connsiteY45" fmla="*/ 457200 h 1890712"/>
              <a:gd name="connsiteX46" fmla="*/ 628650 w 2543175"/>
              <a:gd name="connsiteY46" fmla="*/ 469106 h 1890712"/>
              <a:gd name="connsiteX47" fmla="*/ 645319 w 2543175"/>
              <a:gd name="connsiteY47" fmla="*/ 483394 h 1890712"/>
              <a:gd name="connsiteX48" fmla="*/ 654844 w 2543175"/>
              <a:gd name="connsiteY48" fmla="*/ 488156 h 1890712"/>
              <a:gd name="connsiteX49" fmla="*/ 661988 w 2543175"/>
              <a:gd name="connsiteY49" fmla="*/ 497681 h 1890712"/>
              <a:gd name="connsiteX50" fmla="*/ 683419 w 2543175"/>
              <a:gd name="connsiteY50" fmla="*/ 514350 h 1890712"/>
              <a:gd name="connsiteX51" fmla="*/ 700088 w 2543175"/>
              <a:gd name="connsiteY51" fmla="*/ 526256 h 1890712"/>
              <a:gd name="connsiteX52" fmla="*/ 709613 w 2543175"/>
              <a:gd name="connsiteY52" fmla="*/ 535781 h 1890712"/>
              <a:gd name="connsiteX53" fmla="*/ 719138 w 2543175"/>
              <a:gd name="connsiteY53" fmla="*/ 542925 h 1890712"/>
              <a:gd name="connsiteX54" fmla="*/ 733425 w 2543175"/>
              <a:gd name="connsiteY54" fmla="*/ 557212 h 1890712"/>
              <a:gd name="connsiteX55" fmla="*/ 750094 w 2543175"/>
              <a:gd name="connsiteY55" fmla="*/ 569119 h 1890712"/>
              <a:gd name="connsiteX56" fmla="*/ 769144 w 2543175"/>
              <a:gd name="connsiteY56" fmla="*/ 581025 h 1890712"/>
              <a:gd name="connsiteX57" fmla="*/ 785813 w 2543175"/>
              <a:gd name="connsiteY57" fmla="*/ 590550 h 1890712"/>
              <a:gd name="connsiteX58" fmla="*/ 792957 w 2543175"/>
              <a:gd name="connsiteY58" fmla="*/ 600075 h 1890712"/>
              <a:gd name="connsiteX59" fmla="*/ 809625 w 2543175"/>
              <a:gd name="connsiteY59" fmla="*/ 611981 h 1890712"/>
              <a:gd name="connsiteX60" fmla="*/ 816769 w 2543175"/>
              <a:gd name="connsiteY60" fmla="*/ 619125 h 1890712"/>
              <a:gd name="connsiteX61" fmla="*/ 826294 w 2543175"/>
              <a:gd name="connsiteY61" fmla="*/ 626269 h 1890712"/>
              <a:gd name="connsiteX62" fmla="*/ 840582 w 2543175"/>
              <a:gd name="connsiteY62" fmla="*/ 638175 h 1890712"/>
              <a:gd name="connsiteX63" fmla="*/ 847725 w 2543175"/>
              <a:gd name="connsiteY63" fmla="*/ 645319 h 1890712"/>
              <a:gd name="connsiteX64" fmla="*/ 857250 w 2543175"/>
              <a:gd name="connsiteY64" fmla="*/ 652462 h 1890712"/>
              <a:gd name="connsiteX65" fmla="*/ 864394 w 2543175"/>
              <a:gd name="connsiteY65" fmla="*/ 657225 h 1890712"/>
              <a:gd name="connsiteX66" fmla="*/ 888207 w 2543175"/>
              <a:gd name="connsiteY66" fmla="*/ 676275 h 1890712"/>
              <a:gd name="connsiteX67" fmla="*/ 895350 w 2543175"/>
              <a:gd name="connsiteY67" fmla="*/ 681037 h 1890712"/>
              <a:gd name="connsiteX68" fmla="*/ 907257 w 2543175"/>
              <a:gd name="connsiteY68" fmla="*/ 683419 h 1890712"/>
              <a:gd name="connsiteX69" fmla="*/ 928688 w 2543175"/>
              <a:gd name="connsiteY69" fmla="*/ 695325 h 1890712"/>
              <a:gd name="connsiteX70" fmla="*/ 942975 w 2543175"/>
              <a:gd name="connsiteY70" fmla="*/ 700087 h 1890712"/>
              <a:gd name="connsiteX71" fmla="*/ 964407 w 2543175"/>
              <a:gd name="connsiteY71" fmla="*/ 716756 h 1890712"/>
              <a:gd name="connsiteX72" fmla="*/ 971550 w 2543175"/>
              <a:gd name="connsiteY72" fmla="*/ 723900 h 1890712"/>
              <a:gd name="connsiteX73" fmla="*/ 983457 w 2543175"/>
              <a:gd name="connsiteY73" fmla="*/ 733425 h 1890712"/>
              <a:gd name="connsiteX74" fmla="*/ 990600 w 2543175"/>
              <a:gd name="connsiteY74" fmla="*/ 738187 h 1890712"/>
              <a:gd name="connsiteX75" fmla="*/ 1007269 w 2543175"/>
              <a:gd name="connsiteY75" fmla="*/ 752475 h 1890712"/>
              <a:gd name="connsiteX76" fmla="*/ 1031082 w 2543175"/>
              <a:gd name="connsiteY76" fmla="*/ 766762 h 1890712"/>
              <a:gd name="connsiteX77" fmla="*/ 1042988 w 2543175"/>
              <a:gd name="connsiteY77" fmla="*/ 773906 h 1890712"/>
              <a:gd name="connsiteX78" fmla="*/ 1071563 w 2543175"/>
              <a:gd name="connsiteY78" fmla="*/ 785812 h 1890712"/>
              <a:gd name="connsiteX79" fmla="*/ 1097757 w 2543175"/>
              <a:gd name="connsiteY79" fmla="*/ 807244 h 1890712"/>
              <a:gd name="connsiteX80" fmla="*/ 1104900 w 2543175"/>
              <a:gd name="connsiteY80" fmla="*/ 814387 h 1890712"/>
              <a:gd name="connsiteX81" fmla="*/ 1121569 w 2543175"/>
              <a:gd name="connsiteY81" fmla="*/ 823912 h 1890712"/>
              <a:gd name="connsiteX82" fmla="*/ 1138238 w 2543175"/>
              <a:gd name="connsiteY82" fmla="*/ 835819 h 1890712"/>
              <a:gd name="connsiteX83" fmla="*/ 1147763 w 2543175"/>
              <a:gd name="connsiteY83" fmla="*/ 842962 h 1890712"/>
              <a:gd name="connsiteX84" fmla="*/ 1157288 w 2543175"/>
              <a:gd name="connsiteY84" fmla="*/ 847725 h 1890712"/>
              <a:gd name="connsiteX85" fmla="*/ 1178719 w 2543175"/>
              <a:gd name="connsiteY85" fmla="*/ 859631 h 1890712"/>
              <a:gd name="connsiteX86" fmla="*/ 1188244 w 2543175"/>
              <a:gd name="connsiteY86" fmla="*/ 866775 h 1890712"/>
              <a:gd name="connsiteX87" fmla="*/ 1195388 w 2543175"/>
              <a:gd name="connsiteY87" fmla="*/ 871537 h 1890712"/>
              <a:gd name="connsiteX88" fmla="*/ 1212057 w 2543175"/>
              <a:gd name="connsiteY88" fmla="*/ 883444 h 1890712"/>
              <a:gd name="connsiteX89" fmla="*/ 1226344 w 2543175"/>
              <a:gd name="connsiteY89" fmla="*/ 895350 h 1890712"/>
              <a:gd name="connsiteX90" fmla="*/ 1245394 w 2543175"/>
              <a:gd name="connsiteY90" fmla="*/ 907256 h 1890712"/>
              <a:gd name="connsiteX91" fmla="*/ 1254919 w 2543175"/>
              <a:gd name="connsiteY91" fmla="*/ 914400 h 1890712"/>
              <a:gd name="connsiteX92" fmla="*/ 1269207 w 2543175"/>
              <a:gd name="connsiteY92" fmla="*/ 921544 h 1890712"/>
              <a:gd name="connsiteX93" fmla="*/ 1290638 w 2543175"/>
              <a:gd name="connsiteY93" fmla="*/ 935831 h 1890712"/>
              <a:gd name="connsiteX94" fmla="*/ 1307307 w 2543175"/>
              <a:gd name="connsiteY94" fmla="*/ 952500 h 1890712"/>
              <a:gd name="connsiteX95" fmla="*/ 1333500 w 2543175"/>
              <a:gd name="connsiteY95" fmla="*/ 971550 h 1890712"/>
              <a:gd name="connsiteX96" fmla="*/ 1359694 w 2543175"/>
              <a:gd name="connsiteY96" fmla="*/ 990600 h 1890712"/>
              <a:gd name="connsiteX97" fmla="*/ 1373982 w 2543175"/>
              <a:gd name="connsiteY97" fmla="*/ 997744 h 1890712"/>
              <a:gd name="connsiteX98" fmla="*/ 1388269 w 2543175"/>
              <a:gd name="connsiteY98" fmla="*/ 1007269 h 1890712"/>
              <a:gd name="connsiteX99" fmla="*/ 1414463 w 2543175"/>
              <a:gd name="connsiteY99" fmla="*/ 1019175 h 1890712"/>
              <a:gd name="connsiteX100" fmla="*/ 1428750 w 2543175"/>
              <a:gd name="connsiteY100" fmla="*/ 1026319 h 1890712"/>
              <a:gd name="connsiteX101" fmla="*/ 1471613 w 2543175"/>
              <a:gd name="connsiteY101" fmla="*/ 1059656 h 1890712"/>
              <a:gd name="connsiteX102" fmla="*/ 1495425 w 2543175"/>
              <a:gd name="connsiteY102" fmla="*/ 1088231 h 1890712"/>
              <a:gd name="connsiteX103" fmla="*/ 1547812 w 2543175"/>
              <a:gd name="connsiteY103" fmla="*/ 1133475 h 1890712"/>
              <a:gd name="connsiteX104" fmla="*/ 1597819 w 2543175"/>
              <a:gd name="connsiteY104" fmla="*/ 1154906 h 1890712"/>
              <a:gd name="connsiteX105" fmla="*/ 1604963 w 2543175"/>
              <a:gd name="connsiteY105" fmla="*/ 1162050 h 1890712"/>
              <a:gd name="connsiteX106" fmla="*/ 1612107 w 2543175"/>
              <a:gd name="connsiteY106" fmla="*/ 1166812 h 1890712"/>
              <a:gd name="connsiteX107" fmla="*/ 1628775 w 2543175"/>
              <a:gd name="connsiteY107" fmla="*/ 1183481 h 1890712"/>
              <a:gd name="connsiteX108" fmla="*/ 1662113 w 2543175"/>
              <a:gd name="connsiteY108" fmla="*/ 1209675 h 1890712"/>
              <a:gd name="connsiteX109" fmla="*/ 1678782 w 2543175"/>
              <a:gd name="connsiteY109" fmla="*/ 1226344 h 1890712"/>
              <a:gd name="connsiteX110" fmla="*/ 1700213 w 2543175"/>
              <a:gd name="connsiteY110" fmla="*/ 1247775 h 1890712"/>
              <a:gd name="connsiteX111" fmla="*/ 1712119 w 2543175"/>
              <a:gd name="connsiteY111" fmla="*/ 1259681 h 1890712"/>
              <a:gd name="connsiteX112" fmla="*/ 1733550 w 2543175"/>
              <a:gd name="connsiteY112" fmla="*/ 1273969 h 1890712"/>
              <a:gd name="connsiteX113" fmla="*/ 1743075 w 2543175"/>
              <a:gd name="connsiteY113" fmla="*/ 1283494 h 1890712"/>
              <a:gd name="connsiteX114" fmla="*/ 1754982 w 2543175"/>
              <a:gd name="connsiteY114" fmla="*/ 1290637 h 1890712"/>
              <a:gd name="connsiteX115" fmla="*/ 1766888 w 2543175"/>
              <a:gd name="connsiteY115" fmla="*/ 1300162 h 1890712"/>
              <a:gd name="connsiteX116" fmla="*/ 1783557 w 2543175"/>
              <a:gd name="connsiteY116" fmla="*/ 1307306 h 1890712"/>
              <a:gd name="connsiteX117" fmla="*/ 1790700 w 2543175"/>
              <a:gd name="connsiteY117" fmla="*/ 1312069 h 1890712"/>
              <a:gd name="connsiteX118" fmla="*/ 1800225 w 2543175"/>
              <a:gd name="connsiteY118" fmla="*/ 1319212 h 1890712"/>
              <a:gd name="connsiteX119" fmla="*/ 1807369 w 2543175"/>
              <a:gd name="connsiteY119" fmla="*/ 1321594 h 1890712"/>
              <a:gd name="connsiteX120" fmla="*/ 1824038 w 2543175"/>
              <a:gd name="connsiteY120" fmla="*/ 1333500 h 1890712"/>
              <a:gd name="connsiteX121" fmla="*/ 1843088 w 2543175"/>
              <a:gd name="connsiteY121" fmla="*/ 1352550 h 1890712"/>
              <a:gd name="connsiteX122" fmla="*/ 1852613 w 2543175"/>
              <a:gd name="connsiteY122" fmla="*/ 1359694 h 1890712"/>
              <a:gd name="connsiteX123" fmla="*/ 1859757 w 2543175"/>
              <a:gd name="connsiteY123" fmla="*/ 1366837 h 1890712"/>
              <a:gd name="connsiteX124" fmla="*/ 1869282 w 2543175"/>
              <a:gd name="connsiteY124" fmla="*/ 1371600 h 1890712"/>
              <a:gd name="connsiteX125" fmla="*/ 1883569 w 2543175"/>
              <a:gd name="connsiteY125" fmla="*/ 1388269 h 1890712"/>
              <a:gd name="connsiteX126" fmla="*/ 1893094 w 2543175"/>
              <a:gd name="connsiteY126" fmla="*/ 1395412 h 1890712"/>
              <a:gd name="connsiteX127" fmla="*/ 1902619 w 2543175"/>
              <a:gd name="connsiteY127" fmla="*/ 1404937 h 1890712"/>
              <a:gd name="connsiteX128" fmla="*/ 1912144 w 2543175"/>
              <a:gd name="connsiteY128" fmla="*/ 1409700 h 1890712"/>
              <a:gd name="connsiteX129" fmla="*/ 1931194 w 2543175"/>
              <a:gd name="connsiteY129" fmla="*/ 1421606 h 1890712"/>
              <a:gd name="connsiteX130" fmla="*/ 1935957 w 2543175"/>
              <a:gd name="connsiteY130" fmla="*/ 1428750 h 1890712"/>
              <a:gd name="connsiteX131" fmla="*/ 1952625 w 2543175"/>
              <a:gd name="connsiteY131" fmla="*/ 1438275 h 1890712"/>
              <a:gd name="connsiteX132" fmla="*/ 1971675 w 2543175"/>
              <a:gd name="connsiteY132" fmla="*/ 1450181 h 1890712"/>
              <a:gd name="connsiteX133" fmla="*/ 1981200 w 2543175"/>
              <a:gd name="connsiteY133" fmla="*/ 1454944 h 1890712"/>
              <a:gd name="connsiteX134" fmla="*/ 1997869 w 2543175"/>
              <a:gd name="connsiteY134" fmla="*/ 1471612 h 1890712"/>
              <a:gd name="connsiteX135" fmla="*/ 2007394 w 2543175"/>
              <a:gd name="connsiteY135" fmla="*/ 1478756 h 1890712"/>
              <a:gd name="connsiteX136" fmla="*/ 2016919 w 2543175"/>
              <a:gd name="connsiteY136" fmla="*/ 1483519 h 1890712"/>
              <a:gd name="connsiteX137" fmla="*/ 2024063 w 2543175"/>
              <a:gd name="connsiteY137" fmla="*/ 1490662 h 1890712"/>
              <a:gd name="connsiteX138" fmla="*/ 2033588 w 2543175"/>
              <a:gd name="connsiteY138" fmla="*/ 1495425 h 1890712"/>
              <a:gd name="connsiteX139" fmla="*/ 2040732 w 2543175"/>
              <a:gd name="connsiteY139" fmla="*/ 1502569 h 1890712"/>
              <a:gd name="connsiteX140" fmla="*/ 2047875 w 2543175"/>
              <a:gd name="connsiteY140" fmla="*/ 1507331 h 1890712"/>
              <a:gd name="connsiteX141" fmla="*/ 2057400 w 2543175"/>
              <a:gd name="connsiteY141" fmla="*/ 1514475 h 1890712"/>
              <a:gd name="connsiteX142" fmla="*/ 2064544 w 2543175"/>
              <a:gd name="connsiteY142" fmla="*/ 1519237 h 1890712"/>
              <a:gd name="connsiteX143" fmla="*/ 2071688 w 2543175"/>
              <a:gd name="connsiteY143" fmla="*/ 1526381 h 1890712"/>
              <a:gd name="connsiteX144" fmla="*/ 2081213 w 2543175"/>
              <a:gd name="connsiteY144" fmla="*/ 1531144 h 1890712"/>
              <a:gd name="connsiteX145" fmla="*/ 2090738 w 2543175"/>
              <a:gd name="connsiteY145" fmla="*/ 1538287 h 1890712"/>
              <a:gd name="connsiteX146" fmla="*/ 2109788 w 2543175"/>
              <a:gd name="connsiteY146" fmla="*/ 1547812 h 1890712"/>
              <a:gd name="connsiteX147" fmla="*/ 2131219 w 2543175"/>
              <a:gd name="connsiteY147" fmla="*/ 1562100 h 1890712"/>
              <a:gd name="connsiteX148" fmla="*/ 2140744 w 2543175"/>
              <a:gd name="connsiteY148" fmla="*/ 1566862 h 1890712"/>
              <a:gd name="connsiteX149" fmla="*/ 2152650 w 2543175"/>
              <a:gd name="connsiteY149" fmla="*/ 1576387 h 1890712"/>
              <a:gd name="connsiteX150" fmla="*/ 2181225 w 2543175"/>
              <a:gd name="connsiteY150" fmla="*/ 1590675 h 1890712"/>
              <a:gd name="connsiteX151" fmla="*/ 2200275 w 2543175"/>
              <a:gd name="connsiteY151" fmla="*/ 1607344 h 1890712"/>
              <a:gd name="connsiteX152" fmla="*/ 2207419 w 2543175"/>
              <a:gd name="connsiteY152" fmla="*/ 1612106 h 1890712"/>
              <a:gd name="connsiteX153" fmla="*/ 2216944 w 2543175"/>
              <a:gd name="connsiteY153" fmla="*/ 1619250 h 1890712"/>
              <a:gd name="connsiteX154" fmla="*/ 2224088 w 2543175"/>
              <a:gd name="connsiteY154" fmla="*/ 1624012 h 1890712"/>
              <a:gd name="connsiteX155" fmla="*/ 2247900 w 2543175"/>
              <a:gd name="connsiteY155" fmla="*/ 1643062 h 1890712"/>
              <a:gd name="connsiteX156" fmla="*/ 2255044 w 2543175"/>
              <a:gd name="connsiteY156" fmla="*/ 1650206 h 1890712"/>
              <a:gd name="connsiteX157" fmla="*/ 2281238 w 2543175"/>
              <a:gd name="connsiteY157" fmla="*/ 1664494 h 1890712"/>
              <a:gd name="connsiteX158" fmla="*/ 2297907 w 2543175"/>
              <a:gd name="connsiteY158" fmla="*/ 1674019 h 1890712"/>
              <a:gd name="connsiteX159" fmla="*/ 2312194 w 2543175"/>
              <a:gd name="connsiteY159" fmla="*/ 1685925 h 1890712"/>
              <a:gd name="connsiteX160" fmla="*/ 2328863 w 2543175"/>
              <a:gd name="connsiteY160" fmla="*/ 1697831 h 1890712"/>
              <a:gd name="connsiteX161" fmla="*/ 2350294 w 2543175"/>
              <a:gd name="connsiteY161" fmla="*/ 1712119 h 1890712"/>
              <a:gd name="connsiteX162" fmla="*/ 2369344 w 2543175"/>
              <a:gd name="connsiteY162" fmla="*/ 1724025 h 1890712"/>
              <a:gd name="connsiteX163" fmla="*/ 2428876 w 2543175"/>
              <a:gd name="connsiteY163" fmla="*/ 1785938 h 1890712"/>
              <a:gd name="connsiteX164" fmla="*/ 2466975 w 2543175"/>
              <a:gd name="connsiteY164" fmla="*/ 1783556 h 1890712"/>
              <a:gd name="connsiteX165" fmla="*/ 2481263 w 2543175"/>
              <a:gd name="connsiteY165" fmla="*/ 1795462 h 1890712"/>
              <a:gd name="connsiteX166" fmla="*/ 2486025 w 2543175"/>
              <a:gd name="connsiteY166" fmla="*/ 1802606 h 1890712"/>
              <a:gd name="connsiteX167" fmla="*/ 2514600 w 2543175"/>
              <a:gd name="connsiteY167" fmla="*/ 1850231 h 1890712"/>
              <a:gd name="connsiteX168" fmla="*/ 2519363 w 2543175"/>
              <a:gd name="connsiteY168" fmla="*/ 1857375 h 1890712"/>
              <a:gd name="connsiteX169" fmla="*/ 2540794 w 2543175"/>
              <a:gd name="connsiteY169" fmla="*/ 1883569 h 1890712"/>
              <a:gd name="connsiteX170" fmla="*/ 2543175 w 2543175"/>
              <a:gd name="connsiteY17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33375 w 2543175"/>
              <a:gd name="connsiteY25" fmla="*/ 228600 h 1890712"/>
              <a:gd name="connsiteX26" fmla="*/ 354807 w 2543175"/>
              <a:gd name="connsiteY26" fmla="*/ 247650 h 1890712"/>
              <a:gd name="connsiteX27" fmla="*/ 366713 w 2543175"/>
              <a:gd name="connsiteY27" fmla="*/ 264319 h 1890712"/>
              <a:gd name="connsiteX28" fmla="*/ 371475 w 2543175"/>
              <a:gd name="connsiteY28" fmla="*/ 271462 h 1890712"/>
              <a:gd name="connsiteX29" fmla="*/ 385763 w 2543175"/>
              <a:gd name="connsiteY29" fmla="*/ 283369 h 1890712"/>
              <a:gd name="connsiteX30" fmla="*/ 404813 w 2543175"/>
              <a:gd name="connsiteY30" fmla="*/ 295275 h 1890712"/>
              <a:gd name="connsiteX31" fmla="*/ 411957 w 2543175"/>
              <a:gd name="connsiteY31" fmla="*/ 297656 h 1890712"/>
              <a:gd name="connsiteX32" fmla="*/ 466725 w 2543175"/>
              <a:gd name="connsiteY32" fmla="*/ 328612 h 1890712"/>
              <a:gd name="connsiteX33" fmla="*/ 476250 w 2543175"/>
              <a:gd name="connsiteY33" fmla="*/ 335756 h 1890712"/>
              <a:gd name="connsiteX34" fmla="*/ 481013 w 2543175"/>
              <a:gd name="connsiteY34" fmla="*/ 342900 h 1890712"/>
              <a:gd name="connsiteX35" fmla="*/ 490538 w 2543175"/>
              <a:gd name="connsiteY35" fmla="*/ 352425 h 1890712"/>
              <a:gd name="connsiteX36" fmla="*/ 495300 w 2543175"/>
              <a:gd name="connsiteY36" fmla="*/ 359569 h 1890712"/>
              <a:gd name="connsiteX37" fmla="*/ 509588 w 2543175"/>
              <a:gd name="connsiteY37" fmla="*/ 376237 h 1890712"/>
              <a:gd name="connsiteX38" fmla="*/ 514350 w 2543175"/>
              <a:gd name="connsiteY38" fmla="*/ 383381 h 1890712"/>
              <a:gd name="connsiteX39" fmla="*/ 531019 w 2543175"/>
              <a:gd name="connsiteY39" fmla="*/ 397669 h 1890712"/>
              <a:gd name="connsiteX40" fmla="*/ 538163 w 2543175"/>
              <a:gd name="connsiteY40" fmla="*/ 407194 h 1890712"/>
              <a:gd name="connsiteX41" fmla="*/ 554832 w 2543175"/>
              <a:gd name="connsiteY41" fmla="*/ 421481 h 1890712"/>
              <a:gd name="connsiteX42" fmla="*/ 564357 w 2543175"/>
              <a:gd name="connsiteY42" fmla="*/ 431006 h 1890712"/>
              <a:gd name="connsiteX43" fmla="*/ 573882 w 2543175"/>
              <a:gd name="connsiteY43" fmla="*/ 438150 h 1890712"/>
              <a:gd name="connsiteX44" fmla="*/ 595313 w 2543175"/>
              <a:gd name="connsiteY44" fmla="*/ 454819 h 1890712"/>
              <a:gd name="connsiteX45" fmla="*/ 602457 w 2543175"/>
              <a:gd name="connsiteY45" fmla="*/ 457200 h 1890712"/>
              <a:gd name="connsiteX46" fmla="*/ 628650 w 2543175"/>
              <a:gd name="connsiteY46" fmla="*/ 469106 h 1890712"/>
              <a:gd name="connsiteX47" fmla="*/ 645319 w 2543175"/>
              <a:gd name="connsiteY47" fmla="*/ 483394 h 1890712"/>
              <a:gd name="connsiteX48" fmla="*/ 654844 w 2543175"/>
              <a:gd name="connsiteY48" fmla="*/ 488156 h 1890712"/>
              <a:gd name="connsiteX49" fmla="*/ 661988 w 2543175"/>
              <a:gd name="connsiteY49" fmla="*/ 497681 h 1890712"/>
              <a:gd name="connsiteX50" fmla="*/ 683419 w 2543175"/>
              <a:gd name="connsiteY50" fmla="*/ 514350 h 1890712"/>
              <a:gd name="connsiteX51" fmla="*/ 700088 w 2543175"/>
              <a:gd name="connsiteY51" fmla="*/ 526256 h 1890712"/>
              <a:gd name="connsiteX52" fmla="*/ 709613 w 2543175"/>
              <a:gd name="connsiteY52" fmla="*/ 535781 h 1890712"/>
              <a:gd name="connsiteX53" fmla="*/ 719138 w 2543175"/>
              <a:gd name="connsiteY53" fmla="*/ 542925 h 1890712"/>
              <a:gd name="connsiteX54" fmla="*/ 733425 w 2543175"/>
              <a:gd name="connsiteY54" fmla="*/ 557212 h 1890712"/>
              <a:gd name="connsiteX55" fmla="*/ 750094 w 2543175"/>
              <a:gd name="connsiteY55" fmla="*/ 569119 h 1890712"/>
              <a:gd name="connsiteX56" fmla="*/ 769144 w 2543175"/>
              <a:gd name="connsiteY56" fmla="*/ 581025 h 1890712"/>
              <a:gd name="connsiteX57" fmla="*/ 785813 w 2543175"/>
              <a:gd name="connsiteY57" fmla="*/ 590550 h 1890712"/>
              <a:gd name="connsiteX58" fmla="*/ 792957 w 2543175"/>
              <a:gd name="connsiteY58" fmla="*/ 600075 h 1890712"/>
              <a:gd name="connsiteX59" fmla="*/ 809625 w 2543175"/>
              <a:gd name="connsiteY59" fmla="*/ 611981 h 1890712"/>
              <a:gd name="connsiteX60" fmla="*/ 816769 w 2543175"/>
              <a:gd name="connsiteY60" fmla="*/ 619125 h 1890712"/>
              <a:gd name="connsiteX61" fmla="*/ 826294 w 2543175"/>
              <a:gd name="connsiteY61" fmla="*/ 626269 h 1890712"/>
              <a:gd name="connsiteX62" fmla="*/ 840582 w 2543175"/>
              <a:gd name="connsiteY62" fmla="*/ 638175 h 1890712"/>
              <a:gd name="connsiteX63" fmla="*/ 847725 w 2543175"/>
              <a:gd name="connsiteY63" fmla="*/ 645319 h 1890712"/>
              <a:gd name="connsiteX64" fmla="*/ 857250 w 2543175"/>
              <a:gd name="connsiteY64" fmla="*/ 652462 h 1890712"/>
              <a:gd name="connsiteX65" fmla="*/ 864394 w 2543175"/>
              <a:gd name="connsiteY65" fmla="*/ 657225 h 1890712"/>
              <a:gd name="connsiteX66" fmla="*/ 888207 w 2543175"/>
              <a:gd name="connsiteY66" fmla="*/ 676275 h 1890712"/>
              <a:gd name="connsiteX67" fmla="*/ 895350 w 2543175"/>
              <a:gd name="connsiteY67" fmla="*/ 681037 h 1890712"/>
              <a:gd name="connsiteX68" fmla="*/ 907257 w 2543175"/>
              <a:gd name="connsiteY68" fmla="*/ 683419 h 1890712"/>
              <a:gd name="connsiteX69" fmla="*/ 928688 w 2543175"/>
              <a:gd name="connsiteY69" fmla="*/ 695325 h 1890712"/>
              <a:gd name="connsiteX70" fmla="*/ 942975 w 2543175"/>
              <a:gd name="connsiteY70" fmla="*/ 700087 h 1890712"/>
              <a:gd name="connsiteX71" fmla="*/ 964407 w 2543175"/>
              <a:gd name="connsiteY71" fmla="*/ 716756 h 1890712"/>
              <a:gd name="connsiteX72" fmla="*/ 971550 w 2543175"/>
              <a:gd name="connsiteY72" fmla="*/ 723900 h 1890712"/>
              <a:gd name="connsiteX73" fmla="*/ 983457 w 2543175"/>
              <a:gd name="connsiteY73" fmla="*/ 733425 h 1890712"/>
              <a:gd name="connsiteX74" fmla="*/ 990600 w 2543175"/>
              <a:gd name="connsiteY74" fmla="*/ 738187 h 1890712"/>
              <a:gd name="connsiteX75" fmla="*/ 1007269 w 2543175"/>
              <a:gd name="connsiteY75" fmla="*/ 752475 h 1890712"/>
              <a:gd name="connsiteX76" fmla="*/ 1031082 w 2543175"/>
              <a:gd name="connsiteY76" fmla="*/ 766762 h 1890712"/>
              <a:gd name="connsiteX77" fmla="*/ 1042988 w 2543175"/>
              <a:gd name="connsiteY77" fmla="*/ 773906 h 1890712"/>
              <a:gd name="connsiteX78" fmla="*/ 1071563 w 2543175"/>
              <a:gd name="connsiteY78" fmla="*/ 785812 h 1890712"/>
              <a:gd name="connsiteX79" fmla="*/ 1097757 w 2543175"/>
              <a:gd name="connsiteY79" fmla="*/ 807244 h 1890712"/>
              <a:gd name="connsiteX80" fmla="*/ 1104900 w 2543175"/>
              <a:gd name="connsiteY80" fmla="*/ 814387 h 1890712"/>
              <a:gd name="connsiteX81" fmla="*/ 1121569 w 2543175"/>
              <a:gd name="connsiteY81" fmla="*/ 823912 h 1890712"/>
              <a:gd name="connsiteX82" fmla="*/ 1138238 w 2543175"/>
              <a:gd name="connsiteY82" fmla="*/ 835819 h 1890712"/>
              <a:gd name="connsiteX83" fmla="*/ 1147763 w 2543175"/>
              <a:gd name="connsiteY83" fmla="*/ 842962 h 1890712"/>
              <a:gd name="connsiteX84" fmla="*/ 1157288 w 2543175"/>
              <a:gd name="connsiteY84" fmla="*/ 847725 h 1890712"/>
              <a:gd name="connsiteX85" fmla="*/ 1178719 w 2543175"/>
              <a:gd name="connsiteY85" fmla="*/ 859631 h 1890712"/>
              <a:gd name="connsiteX86" fmla="*/ 1188244 w 2543175"/>
              <a:gd name="connsiteY86" fmla="*/ 866775 h 1890712"/>
              <a:gd name="connsiteX87" fmla="*/ 1195388 w 2543175"/>
              <a:gd name="connsiteY87" fmla="*/ 871537 h 1890712"/>
              <a:gd name="connsiteX88" fmla="*/ 1212057 w 2543175"/>
              <a:gd name="connsiteY88" fmla="*/ 883444 h 1890712"/>
              <a:gd name="connsiteX89" fmla="*/ 1226344 w 2543175"/>
              <a:gd name="connsiteY89" fmla="*/ 895350 h 1890712"/>
              <a:gd name="connsiteX90" fmla="*/ 1245394 w 2543175"/>
              <a:gd name="connsiteY90" fmla="*/ 907256 h 1890712"/>
              <a:gd name="connsiteX91" fmla="*/ 1254919 w 2543175"/>
              <a:gd name="connsiteY91" fmla="*/ 914400 h 1890712"/>
              <a:gd name="connsiteX92" fmla="*/ 1269207 w 2543175"/>
              <a:gd name="connsiteY92" fmla="*/ 921544 h 1890712"/>
              <a:gd name="connsiteX93" fmla="*/ 1290638 w 2543175"/>
              <a:gd name="connsiteY93" fmla="*/ 935831 h 1890712"/>
              <a:gd name="connsiteX94" fmla="*/ 1307307 w 2543175"/>
              <a:gd name="connsiteY94" fmla="*/ 952500 h 1890712"/>
              <a:gd name="connsiteX95" fmla="*/ 1333500 w 2543175"/>
              <a:gd name="connsiteY95" fmla="*/ 971550 h 1890712"/>
              <a:gd name="connsiteX96" fmla="*/ 1359694 w 2543175"/>
              <a:gd name="connsiteY96" fmla="*/ 990600 h 1890712"/>
              <a:gd name="connsiteX97" fmla="*/ 1373982 w 2543175"/>
              <a:gd name="connsiteY97" fmla="*/ 997744 h 1890712"/>
              <a:gd name="connsiteX98" fmla="*/ 1388269 w 2543175"/>
              <a:gd name="connsiteY98" fmla="*/ 1007269 h 1890712"/>
              <a:gd name="connsiteX99" fmla="*/ 1414463 w 2543175"/>
              <a:gd name="connsiteY99" fmla="*/ 1019175 h 1890712"/>
              <a:gd name="connsiteX100" fmla="*/ 1428750 w 2543175"/>
              <a:gd name="connsiteY100" fmla="*/ 1026319 h 1890712"/>
              <a:gd name="connsiteX101" fmla="*/ 1471613 w 2543175"/>
              <a:gd name="connsiteY101" fmla="*/ 1059656 h 1890712"/>
              <a:gd name="connsiteX102" fmla="*/ 1495425 w 2543175"/>
              <a:gd name="connsiteY102" fmla="*/ 1088231 h 1890712"/>
              <a:gd name="connsiteX103" fmla="*/ 1547812 w 2543175"/>
              <a:gd name="connsiteY103" fmla="*/ 1133475 h 1890712"/>
              <a:gd name="connsiteX104" fmla="*/ 1597819 w 2543175"/>
              <a:gd name="connsiteY104" fmla="*/ 1154906 h 1890712"/>
              <a:gd name="connsiteX105" fmla="*/ 1604963 w 2543175"/>
              <a:gd name="connsiteY105" fmla="*/ 1162050 h 1890712"/>
              <a:gd name="connsiteX106" fmla="*/ 1612107 w 2543175"/>
              <a:gd name="connsiteY106" fmla="*/ 1166812 h 1890712"/>
              <a:gd name="connsiteX107" fmla="*/ 1628775 w 2543175"/>
              <a:gd name="connsiteY107" fmla="*/ 1183481 h 1890712"/>
              <a:gd name="connsiteX108" fmla="*/ 1662113 w 2543175"/>
              <a:gd name="connsiteY108" fmla="*/ 1209675 h 1890712"/>
              <a:gd name="connsiteX109" fmla="*/ 1678782 w 2543175"/>
              <a:gd name="connsiteY109" fmla="*/ 1226344 h 1890712"/>
              <a:gd name="connsiteX110" fmla="*/ 1700213 w 2543175"/>
              <a:gd name="connsiteY110" fmla="*/ 1247775 h 1890712"/>
              <a:gd name="connsiteX111" fmla="*/ 1712119 w 2543175"/>
              <a:gd name="connsiteY111" fmla="*/ 1259681 h 1890712"/>
              <a:gd name="connsiteX112" fmla="*/ 1733550 w 2543175"/>
              <a:gd name="connsiteY112" fmla="*/ 1273969 h 1890712"/>
              <a:gd name="connsiteX113" fmla="*/ 1743075 w 2543175"/>
              <a:gd name="connsiteY113" fmla="*/ 1283494 h 1890712"/>
              <a:gd name="connsiteX114" fmla="*/ 1754982 w 2543175"/>
              <a:gd name="connsiteY114" fmla="*/ 1290637 h 1890712"/>
              <a:gd name="connsiteX115" fmla="*/ 1766888 w 2543175"/>
              <a:gd name="connsiteY115" fmla="*/ 1300162 h 1890712"/>
              <a:gd name="connsiteX116" fmla="*/ 1783557 w 2543175"/>
              <a:gd name="connsiteY116" fmla="*/ 1307306 h 1890712"/>
              <a:gd name="connsiteX117" fmla="*/ 1790700 w 2543175"/>
              <a:gd name="connsiteY117" fmla="*/ 1312069 h 1890712"/>
              <a:gd name="connsiteX118" fmla="*/ 1800225 w 2543175"/>
              <a:gd name="connsiteY118" fmla="*/ 1319212 h 1890712"/>
              <a:gd name="connsiteX119" fmla="*/ 1807369 w 2543175"/>
              <a:gd name="connsiteY119" fmla="*/ 1321594 h 1890712"/>
              <a:gd name="connsiteX120" fmla="*/ 1824038 w 2543175"/>
              <a:gd name="connsiteY120" fmla="*/ 1333500 h 1890712"/>
              <a:gd name="connsiteX121" fmla="*/ 1843088 w 2543175"/>
              <a:gd name="connsiteY121" fmla="*/ 1352550 h 1890712"/>
              <a:gd name="connsiteX122" fmla="*/ 1852613 w 2543175"/>
              <a:gd name="connsiteY122" fmla="*/ 1359694 h 1890712"/>
              <a:gd name="connsiteX123" fmla="*/ 1859757 w 2543175"/>
              <a:gd name="connsiteY123" fmla="*/ 1366837 h 1890712"/>
              <a:gd name="connsiteX124" fmla="*/ 1869282 w 2543175"/>
              <a:gd name="connsiteY124" fmla="*/ 1371600 h 1890712"/>
              <a:gd name="connsiteX125" fmla="*/ 1883569 w 2543175"/>
              <a:gd name="connsiteY125" fmla="*/ 1388269 h 1890712"/>
              <a:gd name="connsiteX126" fmla="*/ 1893094 w 2543175"/>
              <a:gd name="connsiteY126" fmla="*/ 1395412 h 1890712"/>
              <a:gd name="connsiteX127" fmla="*/ 1902619 w 2543175"/>
              <a:gd name="connsiteY127" fmla="*/ 1404937 h 1890712"/>
              <a:gd name="connsiteX128" fmla="*/ 1912144 w 2543175"/>
              <a:gd name="connsiteY128" fmla="*/ 1409700 h 1890712"/>
              <a:gd name="connsiteX129" fmla="*/ 1931194 w 2543175"/>
              <a:gd name="connsiteY129" fmla="*/ 1421606 h 1890712"/>
              <a:gd name="connsiteX130" fmla="*/ 1935957 w 2543175"/>
              <a:gd name="connsiteY130" fmla="*/ 1428750 h 1890712"/>
              <a:gd name="connsiteX131" fmla="*/ 1952625 w 2543175"/>
              <a:gd name="connsiteY131" fmla="*/ 1438275 h 1890712"/>
              <a:gd name="connsiteX132" fmla="*/ 1971675 w 2543175"/>
              <a:gd name="connsiteY132" fmla="*/ 1450181 h 1890712"/>
              <a:gd name="connsiteX133" fmla="*/ 1981200 w 2543175"/>
              <a:gd name="connsiteY133" fmla="*/ 1454944 h 1890712"/>
              <a:gd name="connsiteX134" fmla="*/ 1997869 w 2543175"/>
              <a:gd name="connsiteY134" fmla="*/ 1471612 h 1890712"/>
              <a:gd name="connsiteX135" fmla="*/ 2007394 w 2543175"/>
              <a:gd name="connsiteY135" fmla="*/ 1478756 h 1890712"/>
              <a:gd name="connsiteX136" fmla="*/ 2016919 w 2543175"/>
              <a:gd name="connsiteY136" fmla="*/ 1483519 h 1890712"/>
              <a:gd name="connsiteX137" fmla="*/ 2024063 w 2543175"/>
              <a:gd name="connsiteY137" fmla="*/ 1490662 h 1890712"/>
              <a:gd name="connsiteX138" fmla="*/ 2033588 w 2543175"/>
              <a:gd name="connsiteY138" fmla="*/ 1495425 h 1890712"/>
              <a:gd name="connsiteX139" fmla="*/ 2040732 w 2543175"/>
              <a:gd name="connsiteY139" fmla="*/ 1502569 h 1890712"/>
              <a:gd name="connsiteX140" fmla="*/ 2047875 w 2543175"/>
              <a:gd name="connsiteY140" fmla="*/ 1507331 h 1890712"/>
              <a:gd name="connsiteX141" fmla="*/ 2057400 w 2543175"/>
              <a:gd name="connsiteY141" fmla="*/ 1514475 h 1890712"/>
              <a:gd name="connsiteX142" fmla="*/ 2064544 w 2543175"/>
              <a:gd name="connsiteY142" fmla="*/ 1519237 h 1890712"/>
              <a:gd name="connsiteX143" fmla="*/ 2071688 w 2543175"/>
              <a:gd name="connsiteY143" fmla="*/ 1526381 h 1890712"/>
              <a:gd name="connsiteX144" fmla="*/ 2081213 w 2543175"/>
              <a:gd name="connsiteY144" fmla="*/ 1531144 h 1890712"/>
              <a:gd name="connsiteX145" fmla="*/ 2090738 w 2543175"/>
              <a:gd name="connsiteY145" fmla="*/ 1538287 h 1890712"/>
              <a:gd name="connsiteX146" fmla="*/ 2109788 w 2543175"/>
              <a:gd name="connsiteY146" fmla="*/ 1547812 h 1890712"/>
              <a:gd name="connsiteX147" fmla="*/ 2131219 w 2543175"/>
              <a:gd name="connsiteY147" fmla="*/ 1562100 h 1890712"/>
              <a:gd name="connsiteX148" fmla="*/ 2140744 w 2543175"/>
              <a:gd name="connsiteY148" fmla="*/ 1566862 h 1890712"/>
              <a:gd name="connsiteX149" fmla="*/ 2152650 w 2543175"/>
              <a:gd name="connsiteY149" fmla="*/ 1576387 h 1890712"/>
              <a:gd name="connsiteX150" fmla="*/ 2181225 w 2543175"/>
              <a:gd name="connsiteY150" fmla="*/ 1590675 h 1890712"/>
              <a:gd name="connsiteX151" fmla="*/ 2200275 w 2543175"/>
              <a:gd name="connsiteY151" fmla="*/ 1607344 h 1890712"/>
              <a:gd name="connsiteX152" fmla="*/ 2207419 w 2543175"/>
              <a:gd name="connsiteY152" fmla="*/ 1612106 h 1890712"/>
              <a:gd name="connsiteX153" fmla="*/ 2216944 w 2543175"/>
              <a:gd name="connsiteY153" fmla="*/ 1619250 h 1890712"/>
              <a:gd name="connsiteX154" fmla="*/ 2224088 w 2543175"/>
              <a:gd name="connsiteY154" fmla="*/ 1624012 h 1890712"/>
              <a:gd name="connsiteX155" fmla="*/ 2247900 w 2543175"/>
              <a:gd name="connsiteY155" fmla="*/ 1643062 h 1890712"/>
              <a:gd name="connsiteX156" fmla="*/ 2255044 w 2543175"/>
              <a:gd name="connsiteY156" fmla="*/ 1650206 h 1890712"/>
              <a:gd name="connsiteX157" fmla="*/ 2281238 w 2543175"/>
              <a:gd name="connsiteY157" fmla="*/ 1664494 h 1890712"/>
              <a:gd name="connsiteX158" fmla="*/ 2297907 w 2543175"/>
              <a:gd name="connsiteY158" fmla="*/ 1674019 h 1890712"/>
              <a:gd name="connsiteX159" fmla="*/ 2312194 w 2543175"/>
              <a:gd name="connsiteY159" fmla="*/ 1685925 h 1890712"/>
              <a:gd name="connsiteX160" fmla="*/ 2328863 w 2543175"/>
              <a:gd name="connsiteY160" fmla="*/ 1697831 h 1890712"/>
              <a:gd name="connsiteX161" fmla="*/ 2350294 w 2543175"/>
              <a:gd name="connsiteY161" fmla="*/ 1712119 h 1890712"/>
              <a:gd name="connsiteX162" fmla="*/ 2369344 w 2543175"/>
              <a:gd name="connsiteY162" fmla="*/ 1724025 h 1890712"/>
              <a:gd name="connsiteX163" fmla="*/ 2428876 w 2543175"/>
              <a:gd name="connsiteY163" fmla="*/ 1785938 h 1890712"/>
              <a:gd name="connsiteX164" fmla="*/ 2466975 w 2543175"/>
              <a:gd name="connsiteY164" fmla="*/ 1783556 h 1890712"/>
              <a:gd name="connsiteX165" fmla="*/ 2481263 w 2543175"/>
              <a:gd name="connsiteY165" fmla="*/ 1795462 h 1890712"/>
              <a:gd name="connsiteX166" fmla="*/ 2486025 w 2543175"/>
              <a:gd name="connsiteY166" fmla="*/ 1802606 h 1890712"/>
              <a:gd name="connsiteX167" fmla="*/ 2514600 w 2543175"/>
              <a:gd name="connsiteY167" fmla="*/ 1850231 h 1890712"/>
              <a:gd name="connsiteX168" fmla="*/ 2519363 w 2543175"/>
              <a:gd name="connsiteY168" fmla="*/ 1857375 h 1890712"/>
              <a:gd name="connsiteX169" fmla="*/ 2540794 w 2543175"/>
              <a:gd name="connsiteY169" fmla="*/ 1883569 h 1890712"/>
              <a:gd name="connsiteX170" fmla="*/ 2543175 w 2543175"/>
              <a:gd name="connsiteY17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54807 w 2543175"/>
              <a:gd name="connsiteY25" fmla="*/ 247650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73982 w 2543175"/>
              <a:gd name="connsiteY96" fmla="*/ 997744 h 1890712"/>
              <a:gd name="connsiteX97" fmla="*/ 1388269 w 2543175"/>
              <a:gd name="connsiteY97" fmla="*/ 1007269 h 1890712"/>
              <a:gd name="connsiteX98" fmla="*/ 1414463 w 2543175"/>
              <a:gd name="connsiteY98" fmla="*/ 1019175 h 1890712"/>
              <a:gd name="connsiteX99" fmla="*/ 1428750 w 2543175"/>
              <a:gd name="connsiteY99" fmla="*/ 1026319 h 1890712"/>
              <a:gd name="connsiteX100" fmla="*/ 1471613 w 2543175"/>
              <a:gd name="connsiteY100" fmla="*/ 1059656 h 1890712"/>
              <a:gd name="connsiteX101" fmla="*/ 1495425 w 2543175"/>
              <a:gd name="connsiteY101" fmla="*/ 1088231 h 1890712"/>
              <a:gd name="connsiteX102" fmla="*/ 1547812 w 2543175"/>
              <a:gd name="connsiteY102" fmla="*/ 1133475 h 1890712"/>
              <a:gd name="connsiteX103" fmla="*/ 1597819 w 2543175"/>
              <a:gd name="connsiteY103" fmla="*/ 1154906 h 1890712"/>
              <a:gd name="connsiteX104" fmla="*/ 1604963 w 2543175"/>
              <a:gd name="connsiteY104" fmla="*/ 1162050 h 1890712"/>
              <a:gd name="connsiteX105" fmla="*/ 1612107 w 2543175"/>
              <a:gd name="connsiteY105" fmla="*/ 1166812 h 1890712"/>
              <a:gd name="connsiteX106" fmla="*/ 1628775 w 2543175"/>
              <a:gd name="connsiteY106" fmla="*/ 1183481 h 1890712"/>
              <a:gd name="connsiteX107" fmla="*/ 1662113 w 2543175"/>
              <a:gd name="connsiteY107" fmla="*/ 1209675 h 1890712"/>
              <a:gd name="connsiteX108" fmla="*/ 1678782 w 2543175"/>
              <a:gd name="connsiteY108" fmla="*/ 1226344 h 1890712"/>
              <a:gd name="connsiteX109" fmla="*/ 1700213 w 2543175"/>
              <a:gd name="connsiteY109" fmla="*/ 1247775 h 1890712"/>
              <a:gd name="connsiteX110" fmla="*/ 1712119 w 2543175"/>
              <a:gd name="connsiteY110" fmla="*/ 1259681 h 1890712"/>
              <a:gd name="connsiteX111" fmla="*/ 1733550 w 2543175"/>
              <a:gd name="connsiteY111" fmla="*/ 1273969 h 1890712"/>
              <a:gd name="connsiteX112" fmla="*/ 1743075 w 2543175"/>
              <a:gd name="connsiteY112" fmla="*/ 1283494 h 1890712"/>
              <a:gd name="connsiteX113" fmla="*/ 1754982 w 2543175"/>
              <a:gd name="connsiteY113" fmla="*/ 1290637 h 1890712"/>
              <a:gd name="connsiteX114" fmla="*/ 1766888 w 2543175"/>
              <a:gd name="connsiteY114" fmla="*/ 1300162 h 1890712"/>
              <a:gd name="connsiteX115" fmla="*/ 1783557 w 2543175"/>
              <a:gd name="connsiteY115" fmla="*/ 1307306 h 1890712"/>
              <a:gd name="connsiteX116" fmla="*/ 1790700 w 2543175"/>
              <a:gd name="connsiteY116" fmla="*/ 1312069 h 1890712"/>
              <a:gd name="connsiteX117" fmla="*/ 1800225 w 2543175"/>
              <a:gd name="connsiteY117" fmla="*/ 1319212 h 1890712"/>
              <a:gd name="connsiteX118" fmla="*/ 1807369 w 2543175"/>
              <a:gd name="connsiteY118" fmla="*/ 1321594 h 1890712"/>
              <a:gd name="connsiteX119" fmla="*/ 1824038 w 2543175"/>
              <a:gd name="connsiteY119" fmla="*/ 1333500 h 1890712"/>
              <a:gd name="connsiteX120" fmla="*/ 1843088 w 2543175"/>
              <a:gd name="connsiteY120" fmla="*/ 1352550 h 1890712"/>
              <a:gd name="connsiteX121" fmla="*/ 1852613 w 2543175"/>
              <a:gd name="connsiteY121" fmla="*/ 1359694 h 1890712"/>
              <a:gd name="connsiteX122" fmla="*/ 1859757 w 2543175"/>
              <a:gd name="connsiteY122" fmla="*/ 1366837 h 1890712"/>
              <a:gd name="connsiteX123" fmla="*/ 1869282 w 2543175"/>
              <a:gd name="connsiteY123" fmla="*/ 1371600 h 1890712"/>
              <a:gd name="connsiteX124" fmla="*/ 1883569 w 2543175"/>
              <a:gd name="connsiteY124" fmla="*/ 1388269 h 1890712"/>
              <a:gd name="connsiteX125" fmla="*/ 1893094 w 2543175"/>
              <a:gd name="connsiteY125" fmla="*/ 1395412 h 1890712"/>
              <a:gd name="connsiteX126" fmla="*/ 1902619 w 2543175"/>
              <a:gd name="connsiteY126" fmla="*/ 1404937 h 1890712"/>
              <a:gd name="connsiteX127" fmla="*/ 1912144 w 2543175"/>
              <a:gd name="connsiteY127" fmla="*/ 1409700 h 1890712"/>
              <a:gd name="connsiteX128" fmla="*/ 1931194 w 2543175"/>
              <a:gd name="connsiteY128" fmla="*/ 1421606 h 1890712"/>
              <a:gd name="connsiteX129" fmla="*/ 1935957 w 2543175"/>
              <a:gd name="connsiteY129" fmla="*/ 1428750 h 1890712"/>
              <a:gd name="connsiteX130" fmla="*/ 1952625 w 2543175"/>
              <a:gd name="connsiteY130" fmla="*/ 1438275 h 1890712"/>
              <a:gd name="connsiteX131" fmla="*/ 1971675 w 2543175"/>
              <a:gd name="connsiteY131" fmla="*/ 1450181 h 1890712"/>
              <a:gd name="connsiteX132" fmla="*/ 1981200 w 2543175"/>
              <a:gd name="connsiteY132" fmla="*/ 1454944 h 1890712"/>
              <a:gd name="connsiteX133" fmla="*/ 1997869 w 2543175"/>
              <a:gd name="connsiteY133" fmla="*/ 1471612 h 1890712"/>
              <a:gd name="connsiteX134" fmla="*/ 2007394 w 2543175"/>
              <a:gd name="connsiteY134" fmla="*/ 1478756 h 1890712"/>
              <a:gd name="connsiteX135" fmla="*/ 2016919 w 2543175"/>
              <a:gd name="connsiteY135" fmla="*/ 1483519 h 1890712"/>
              <a:gd name="connsiteX136" fmla="*/ 2024063 w 2543175"/>
              <a:gd name="connsiteY136" fmla="*/ 1490662 h 1890712"/>
              <a:gd name="connsiteX137" fmla="*/ 2033588 w 2543175"/>
              <a:gd name="connsiteY137" fmla="*/ 1495425 h 1890712"/>
              <a:gd name="connsiteX138" fmla="*/ 2040732 w 2543175"/>
              <a:gd name="connsiteY138" fmla="*/ 1502569 h 1890712"/>
              <a:gd name="connsiteX139" fmla="*/ 2047875 w 2543175"/>
              <a:gd name="connsiteY139" fmla="*/ 1507331 h 1890712"/>
              <a:gd name="connsiteX140" fmla="*/ 2057400 w 2543175"/>
              <a:gd name="connsiteY140" fmla="*/ 1514475 h 1890712"/>
              <a:gd name="connsiteX141" fmla="*/ 2064544 w 2543175"/>
              <a:gd name="connsiteY141" fmla="*/ 1519237 h 1890712"/>
              <a:gd name="connsiteX142" fmla="*/ 2071688 w 2543175"/>
              <a:gd name="connsiteY142" fmla="*/ 1526381 h 1890712"/>
              <a:gd name="connsiteX143" fmla="*/ 2081213 w 2543175"/>
              <a:gd name="connsiteY143" fmla="*/ 1531144 h 1890712"/>
              <a:gd name="connsiteX144" fmla="*/ 2090738 w 2543175"/>
              <a:gd name="connsiteY144" fmla="*/ 1538287 h 1890712"/>
              <a:gd name="connsiteX145" fmla="*/ 2109788 w 2543175"/>
              <a:gd name="connsiteY145" fmla="*/ 1547812 h 1890712"/>
              <a:gd name="connsiteX146" fmla="*/ 2131219 w 2543175"/>
              <a:gd name="connsiteY146" fmla="*/ 1562100 h 1890712"/>
              <a:gd name="connsiteX147" fmla="*/ 2140744 w 2543175"/>
              <a:gd name="connsiteY147" fmla="*/ 1566862 h 1890712"/>
              <a:gd name="connsiteX148" fmla="*/ 2152650 w 2543175"/>
              <a:gd name="connsiteY148" fmla="*/ 1576387 h 1890712"/>
              <a:gd name="connsiteX149" fmla="*/ 2181225 w 2543175"/>
              <a:gd name="connsiteY149" fmla="*/ 1590675 h 1890712"/>
              <a:gd name="connsiteX150" fmla="*/ 2200275 w 2543175"/>
              <a:gd name="connsiteY150" fmla="*/ 1607344 h 1890712"/>
              <a:gd name="connsiteX151" fmla="*/ 2207419 w 2543175"/>
              <a:gd name="connsiteY151" fmla="*/ 1612106 h 1890712"/>
              <a:gd name="connsiteX152" fmla="*/ 2216944 w 2543175"/>
              <a:gd name="connsiteY152" fmla="*/ 1619250 h 1890712"/>
              <a:gd name="connsiteX153" fmla="*/ 2224088 w 2543175"/>
              <a:gd name="connsiteY153" fmla="*/ 1624012 h 1890712"/>
              <a:gd name="connsiteX154" fmla="*/ 2247900 w 2543175"/>
              <a:gd name="connsiteY154" fmla="*/ 1643062 h 1890712"/>
              <a:gd name="connsiteX155" fmla="*/ 2255044 w 2543175"/>
              <a:gd name="connsiteY155" fmla="*/ 1650206 h 1890712"/>
              <a:gd name="connsiteX156" fmla="*/ 2281238 w 2543175"/>
              <a:gd name="connsiteY156" fmla="*/ 1664494 h 1890712"/>
              <a:gd name="connsiteX157" fmla="*/ 2297907 w 2543175"/>
              <a:gd name="connsiteY157" fmla="*/ 1674019 h 1890712"/>
              <a:gd name="connsiteX158" fmla="*/ 2312194 w 2543175"/>
              <a:gd name="connsiteY158" fmla="*/ 1685925 h 1890712"/>
              <a:gd name="connsiteX159" fmla="*/ 2328863 w 2543175"/>
              <a:gd name="connsiteY159" fmla="*/ 1697831 h 1890712"/>
              <a:gd name="connsiteX160" fmla="*/ 2350294 w 2543175"/>
              <a:gd name="connsiteY160" fmla="*/ 1712119 h 1890712"/>
              <a:gd name="connsiteX161" fmla="*/ 2369344 w 2543175"/>
              <a:gd name="connsiteY161" fmla="*/ 1724025 h 1890712"/>
              <a:gd name="connsiteX162" fmla="*/ 2428876 w 2543175"/>
              <a:gd name="connsiteY162" fmla="*/ 1785938 h 1890712"/>
              <a:gd name="connsiteX163" fmla="*/ 2466975 w 2543175"/>
              <a:gd name="connsiteY163" fmla="*/ 1783556 h 1890712"/>
              <a:gd name="connsiteX164" fmla="*/ 2481263 w 2543175"/>
              <a:gd name="connsiteY164" fmla="*/ 1795462 h 1890712"/>
              <a:gd name="connsiteX165" fmla="*/ 2486025 w 2543175"/>
              <a:gd name="connsiteY165" fmla="*/ 1802606 h 1890712"/>
              <a:gd name="connsiteX166" fmla="*/ 2514600 w 2543175"/>
              <a:gd name="connsiteY166" fmla="*/ 1850231 h 1890712"/>
              <a:gd name="connsiteX167" fmla="*/ 2519363 w 2543175"/>
              <a:gd name="connsiteY167" fmla="*/ 1857375 h 1890712"/>
              <a:gd name="connsiteX168" fmla="*/ 2540794 w 2543175"/>
              <a:gd name="connsiteY168" fmla="*/ 1883569 h 1890712"/>
              <a:gd name="connsiteX169" fmla="*/ 2543175 w 2543175"/>
              <a:gd name="connsiteY16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73982 w 2543175"/>
              <a:gd name="connsiteY96" fmla="*/ 997744 h 1890712"/>
              <a:gd name="connsiteX97" fmla="*/ 1388269 w 2543175"/>
              <a:gd name="connsiteY97" fmla="*/ 1007269 h 1890712"/>
              <a:gd name="connsiteX98" fmla="*/ 1414463 w 2543175"/>
              <a:gd name="connsiteY98" fmla="*/ 1019175 h 1890712"/>
              <a:gd name="connsiteX99" fmla="*/ 1428750 w 2543175"/>
              <a:gd name="connsiteY99" fmla="*/ 1026319 h 1890712"/>
              <a:gd name="connsiteX100" fmla="*/ 1471613 w 2543175"/>
              <a:gd name="connsiteY100" fmla="*/ 1059656 h 1890712"/>
              <a:gd name="connsiteX101" fmla="*/ 1495425 w 2543175"/>
              <a:gd name="connsiteY101" fmla="*/ 1088231 h 1890712"/>
              <a:gd name="connsiteX102" fmla="*/ 1547812 w 2543175"/>
              <a:gd name="connsiteY102" fmla="*/ 1133475 h 1890712"/>
              <a:gd name="connsiteX103" fmla="*/ 1597819 w 2543175"/>
              <a:gd name="connsiteY103" fmla="*/ 1154906 h 1890712"/>
              <a:gd name="connsiteX104" fmla="*/ 1604963 w 2543175"/>
              <a:gd name="connsiteY104" fmla="*/ 1162050 h 1890712"/>
              <a:gd name="connsiteX105" fmla="*/ 1612107 w 2543175"/>
              <a:gd name="connsiteY105" fmla="*/ 1166812 h 1890712"/>
              <a:gd name="connsiteX106" fmla="*/ 1628775 w 2543175"/>
              <a:gd name="connsiteY106" fmla="*/ 1183481 h 1890712"/>
              <a:gd name="connsiteX107" fmla="*/ 1662113 w 2543175"/>
              <a:gd name="connsiteY107" fmla="*/ 1209675 h 1890712"/>
              <a:gd name="connsiteX108" fmla="*/ 1678782 w 2543175"/>
              <a:gd name="connsiteY108" fmla="*/ 1226344 h 1890712"/>
              <a:gd name="connsiteX109" fmla="*/ 1700213 w 2543175"/>
              <a:gd name="connsiteY109" fmla="*/ 1247775 h 1890712"/>
              <a:gd name="connsiteX110" fmla="*/ 1712119 w 2543175"/>
              <a:gd name="connsiteY110" fmla="*/ 1259681 h 1890712"/>
              <a:gd name="connsiteX111" fmla="*/ 1733550 w 2543175"/>
              <a:gd name="connsiteY111" fmla="*/ 1273969 h 1890712"/>
              <a:gd name="connsiteX112" fmla="*/ 1743075 w 2543175"/>
              <a:gd name="connsiteY112" fmla="*/ 1283494 h 1890712"/>
              <a:gd name="connsiteX113" fmla="*/ 1754982 w 2543175"/>
              <a:gd name="connsiteY113" fmla="*/ 1290637 h 1890712"/>
              <a:gd name="connsiteX114" fmla="*/ 1766888 w 2543175"/>
              <a:gd name="connsiteY114" fmla="*/ 1300162 h 1890712"/>
              <a:gd name="connsiteX115" fmla="*/ 1783557 w 2543175"/>
              <a:gd name="connsiteY115" fmla="*/ 1307306 h 1890712"/>
              <a:gd name="connsiteX116" fmla="*/ 1790700 w 2543175"/>
              <a:gd name="connsiteY116" fmla="*/ 1312069 h 1890712"/>
              <a:gd name="connsiteX117" fmla="*/ 1800225 w 2543175"/>
              <a:gd name="connsiteY117" fmla="*/ 1319212 h 1890712"/>
              <a:gd name="connsiteX118" fmla="*/ 1807369 w 2543175"/>
              <a:gd name="connsiteY118" fmla="*/ 1321594 h 1890712"/>
              <a:gd name="connsiteX119" fmla="*/ 1824038 w 2543175"/>
              <a:gd name="connsiteY119" fmla="*/ 1333500 h 1890712"/>
              <a:gd name="connsiteX120" fmla="*/ 1843088 w 2543175"/>
              <a:gd name="connsiteY120" fmla="*/ 1352550 h 1890712"/>
              <a:gd name="connsiteX121" fmla="*/ 1852613 w 2543175"/>
              <a:gd name="connsiteY121" fmla="*/ 1359694 h 1890712"/>
              <a:gd name="connsiteX122" fmla="*/ 1859757 w 2543175"/>
              <a:gd name="connsiteY122" fmla="*/ 1366837 h 1890712"/>
              <a:gd name="connsiteX123" fmla="*/ 1869282 w 2543175"/>
              <a:gd name="connsiteY123" fmla="*/ 1371600 h 1890712"/>
              <a:gd name="connsiteX124" fmla="*/ 1883569 w 2543175"/>
              <a:gd name="connsiteY124" fmla="*/ 1388269 h 1890712"/>
              <a:gd name="connsiteX125" fmla="*/ 1893094 w 2543175"/>
              <a:gd name="connsiteY125" fmla="*/ 1395412 h 1890712"/>
              <a:gd name="connsiteX126" fmla="*/ 1902619 w 2543175"/>
              <a:gd name="connsiteY126" fmla="*/ 1404937 h 1890712"/>
              <a:gd name="connsiteX127" fmla="*/ 1912144 w 2543175"/>
              <a:gd name="connsiteY127" fmla="*/ 1409700 h 1890712"/>
              <a:gd name="connsiteX128" fmla="*/ 1931194 w 2543175"/>
              <a:gd name="connsiteY128" fmla="*/ 1421606 h 1890712"/>
              <a:gd name="connsiteX129" fmla="*/ 1935957 w 2543175"/>
              <a:gd name="connsiteY129" fmla="*/ 1428750 h 1890712"/>
              <a:gd name="connsiteX130" fmla="*/ 1952625 w 2543175"/>
              <a:gd name="connsiteY130" fmla="*/ 1438275 h 1890712"/>
              <a:gd name="connsiteX131" fmla="*/ 1971675 w 2543175"/>
              <a:gd name="connsiteY131" fmla="*/ 1450181 h 1890712"/>
              <a:gd name="connsiteX132" fmla="*/ 1981200 w 2543175"/>
              <a:gd name="connsiteY132" fmla="*/ 1454944 h 1890712"/>
              <a:gd name="connsiteX133" fmla="*/ 1997869 w 2543175"/>
              <a:gd name="connsiteY133" fmla="*/ 1471612 h 1890712"/>
              <a:gd name="connsiteX134" fmla="*/ 2007394 w 2543175"/>
              <a:gd name="connsiteY134" fmla="*/ 1478756 h 1890712"/>
              <a:gd name="connsiteX135" fmla="*/ 2016919 w 2543175"/>
              <a:gd name="connsiteY135" fmla="*/ 1483519 h 1890712"/>
              <a:gd name="connsiteX136" fmla="*/ 2024063 w 2543175"/>
              <a:gd name="connsiteY136" fmla="*/ 1490662 h 1890712"/>
              <a:gd name="connsiteX137" fmla="*/ 2033588 w 2543175"/>
              <a:gd name="connsiteY137" fmla="*/ 1495425 h 1890712"/>
              <a:gd name="connsiteX138" fmla="*/ 2040732 w 2543175"/>
              <a:gd name="connsiteY138" fmla="*/ 1502569 h 1890712"/>
              <a:gd name="connsiteX139" fmla="*/ 2047875 w 2543175"/>
              <a:gd name="connsiteY139" fmla="*/ 1507331 h 1890712"/>
              <a:gd name="connsiteX140" fmla="*/ 2057400 w 2543175"/>
              <a:gd name="connsiteY140" fmla="*/ 1514475 h 1890712"/>
              <a:gd name="connsiteX141" fmla="*/ 2064544 w 2543175"/>
              <a:gd name="connsiteY141" fmla="*/ 1519237 h 1890712"/>
              <a:gd name="connsiteX142" fmla="*/ 2071688 w 2543175"/>
              <a:gd name="connsiteY142" fmla="*/ 1526381 h 1890712"/>
              <a:gd name="connsiteX143" fmla="*/ 2081213 w 2543175"/>
              <a:gd name="connsiteY143" fmla="*/ 1531144 h 1890712"/>
              <a:gd name="connsiteX144" fmla="*/ 2090738 w 2543175"/>
              <a:gd name="connsiteY144" fmla="*/ 1538287 h 1890712"/>
              <a:gd name="connsiteX145" fmla="*/ 2109788 w 2543175"/>
              <a:gd name="connsiteY145" fmla="*/ 1547812 h 1890712"/>
              <a:gd name="connsiteX146" fmla="*/ 2131219 w 2543175"/>
              <a:gd name="connsiteY146" fmla="*/ 1562100 h 1890712"/>
              <a:gd name="connsiteX147" fmla="*/ 2140744 w 2543175"/>
              <a:gd name="connsiteY147" fmla="*/ 1566862 h 1890712"/>
              <a:gd name="connsiteX148" fmla="*/ 2152650 w 2543175"/>
              <a:gd name="connsiteY148" fmla="*/ 1576387 h 1890712"/>
              <a:gd name="connsiteX149" fmla="*/ 2181225 w 2543175"/>
              <a:gd name="connsiteY149" fmla="*/ 1590675 h 1890712"/>
              <a:gd name="connsiteX150" fmla="*/ 2200275 w 2543175"/>
              <a:gd name="connsiteY150" fmla="*/ 1607344 h 1890712"/>
              <a:gd name="connsiteX151" fmla="*/ 2207419 w 2543175"/>
              <a:gd name="connsiteY151" fmla="*/ 1612106 h 1890712"/>
              <a:gd name="connsiteX152" fmla="*/ 2216944 w 2543175"/>
              <a:gd name="connsiteY152" fmla="*/ 1619250 h 1890712"/>
              <a:gd name="connsiteX153" fmla="*/ 2224088 w 2543175"/>
              <a:gd name="connsiteY153" fmla="*/ 1624012 h 1890712"/>
              <a:gd name="connsiteX154" fmla="*/ 2247900 w 2543175"/>
              <a:gd name="connsiteY154" fmla="*/ 1643062 h 1890712"/>
              <a:gd name="connsiteX155" fmla="*/ 2255044 w 2543175"/>
              <a:gd name="connsiteY155" fmla="*/ 1650206 h 1890712"/>
              <a:gd name="connsiteX156" fmla="*/ 2281238 w 2543175"/>
              <a:gd name="connsiteY156" fmla="*/ 1664494 h 1890712"/>
              <a:gd name="connsiteX157" fmla="*/ 2297907 w 2543175"/>
              <a:gd name="connsiteY157" fmla="*/ 1674019 h 1890712"/>
              <a:gd name="connsiteX158" fmla="*/ 2312194 w 2543175"/>
              <a:gd name="connsiteY158" fmla="*/ 1685925 h 1890712"/>
              <a:gd name="connsiteX159" fmla="*/ 2328863 w 2543175"/>
              <a:gd name="connsiteY159" fmla="*/ 1697831 h 1890712"/>
              <a:gd name="connsiteX160" fmla="*/ 2350294 w 2543175"/>
              <a:gd name="connsiteY160" fmla="*/ 1712119 h 1890712"/>
              <a:gd name="connsiteX161" fmla="*/ 2369344 w 2543175"/>
              <a:gd name="connsiteY161" fmla="*/ 1724025 h 1890712"/>
              <a:gd name="connsiteX162" fmla="*/ 2428876 w 2543175"/>
              <a:gd name="connsiteY162" fmla="*/ 1785938 h 1890712"/>
              <a:gd name="connsiteX163" fmla="*/ 2466975 w 2543175"/>
              <a:gd name="connsiteY163" fmla="*/ 1783556 h 1890712"/>
              <a:gd name="connsiteX164" fmla="*/ 2481263 w 2543175"/>
              <a:gd name="connsiteY164" fmla="*/ 1795462 h 1890712"/>
              <a:gd name="connsiteX165" fmla="*/ 2486025 w 2543175"/>
              <a:gd name="connsiteY165" fmla="*/ 1802606 h 1890712"/>
              <a:gd name="connsiteX166" fmla="*/ 2514600 w 2543175"/>
              <a:gd name="connsiteY166" fmla="*/ 1850231 h 1890712"/>
              <a:gd name="connsiteX167" fmla="*/ 2519363 w 2543175"/>
              <a:gd name="connsiteY167" fmla="*/ 1857375 h 1890712"/>
              <a:gd name="connsiteX168" fmla="*/ 2540794 w 2543175"/>
              <a:gd name="connsiteY168" fmla="*/ 1883569 h 1890712"/>
              <a:gd name="connsiteX169" fmla="*/ 2543175 w 2543175"/>
              <a:gd name="connsiteY16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73982 w 2543175"/>
              <a:gd name="connsiteY96" fmla="*/ 997744 h 1890712"/>
              <a:gd name="connsiteX97" fmla="*/ 1388269 w 2543175"/>
              <a:gd name="connsiteY97" fmla="*/ 1007269 h 1890712"/>
              <a:gd name="connsiteX98" fmla="*/ 1414463 w 2543175"/>
              <a:gd name="connsiteY98" fmla="*/ 1019175 h 1890712"/>
              <a:gd name="connsiteX99" fmla="*/ 1435894 w 2543175"/>
              <a:gd name="connsiteY99" fmla="*/ 1054894 h 1890712"/>
              <a:gd name="connsiteX100" fmla="*/ 1471613 w 2543175"/>
              <a:gd name="connsiteY100" fmla="*/ 1059656 h 1890712"/>
              <a:gd name="connsiteX101" fmla="*/ 1495425 w 2543175"/>
              <a:gd name="connsiteY101" fmla="*/ 1088231 h 1890712"/>
              <a:gd name="connsiteX102" fmla="*/ 1547812 w 2543175"/>
              <a:gd name="connsiteY102" fmla="*/ 1133475 h 1890712"/>
              <a:gd name="connsiteX103" fmla="*/ 1597819 w 2543175"/>
              <a:gd name="connsiteY103" fmla="*/ 1154906 h 1890712"/>
              <a:gd name="connsiteX104" fmla="*/ 1604963 w 2543175"/>
              <a:gd name="connsiteY104" fmla="*/ 1162050 h 1890712"/>
              <a:gd name="connsiteX105" fmla="*/ 1612107 w 2543175"/>
              <a:gd name="connsiteY105" fmla="*/ 1166812 h 1890712"/>
              <a:gd name="connsiteX106" fmla="*/ 1628775 w 2543175"/>
              <a:gd name="connsiteY106" fmla="*/ 1183481 h 1890712"/>
              <a:gd name="connsiteX107" fmla="*/ 1662113 w 2543175"/>
              <a:gd name="connsiteY107" fmla="*/ 1209675 h 1890712"/>
              <a:gd name="connsiteX108" fmla="*/ 1678782 w 2543175"/>
              <a:gd name="connsiteY108" fmla="*/ 1226344 h 1890712"/>
              <a:gd name="connsiteX109" fmla="*/ 1700213 w 2543175"/>
              <a:gd name="connsiteY109" fmla="*/ 1247775 h 1890712"/>
              <a:gd name="connsiteX110" fmla="*/ 1712119 w 2543175"/>
              <a:gd name="connsiteY110" fmla="*/ 1259681 h 1890712"/>
              <a:gd name="connsiteX111" fmla="*/ 1733550 w 2543175"/>
              <a:gd name="connsiteY111" fmla="*/ 1273969 h 1890712"/>
              <a:gd name="connsiteX112" fmla="*/ 1743075 w 2543175"/>
              <a:gd name="connsiteY112" fmla="*/ 1283494 h 1890712"/>
              <a:gd name="connsiteX113" fmla="*/ 1754982 w 2543175"/>
              <a:gd name="connsiteY113" fmla="*/ 1290637 h 1890712"/>
              <a:gd name="connsiteX114" fmla="*/ 1766888 w 2543175"/>
              <a:gd name="connsiteY114" fmla="*/ 1300162 h 1890712"/>
              <a:gd name="connsiteX115" fmla="*/ 1783557 w 2543175"/>
              <a:gd name="connsiteY115" fmla="*/ 1307306 h 1890712"/>
              <a:gd name="connsiteX116" fmla="*/ 1790700 w 2543175"/>
              <a:gd name="connsiteY116" fmla="*/ 1312069 h 1890712"/>
              <a:gd name="connsiteX117" fmla="*/ 1800225 w 2543175"/>
              <a:gd name="connsiteY117" fmla="*/ 1319212 h 1890712"/>
              <a:gd name="connsiteX118" fmla="*/ 1807369 w 2543175"/>
              <a:gd name="connsiteY118" fmla="*/ 1321594 h 1890712"/>
              <a:gd name="connsiteX119" fmla="*/ 1824038 w 2543175"/>
              <a:gd name="connsiteY119" fmla="*/ 1333500 h 1890712"/>
              <a:gd name="connsiteX120" fmla="*/ 1843088 w 2543175"/>
              <a:gd name="connsiteY120" fmla="*/ 1352550 h 1890712"/>
              <a:gd name="connsiteX121" fmla="*/ 1852613 w 2543175"/>
              <a:gd name="connsiteY121" fmla="*/ 1359694 h 1890712"/>
              <a:gd name="connsiteX122" fmla="*/ 1859757 w 2543175"/>
              <a:gd name="connsiteY122" fmla="*/ 1366837 h 1890712"/>
              <a:gd name="connsiteX123" fmla="*/ 1869282 w 2543175"/>
              <a:gd name="connsiteY123" fmla="*/ 1371600 h 1890712"/>
              <a:gd name="connsiteX124" fmla="*/ 1883569 w 2543175"/>
              <a:gd name="connsiteY124" fmla="*/ 1388269 h 1890712"/>
              <a:gd name="connsiteX125" fmla="*/ 1893094 w 2543175"/>
              <a:gd name="connsiteY125" fmla="*/ 1395412 h 1890712"/>
              <a:gd name="connsiteX126" fmla="*/ 1902619 w 2543175"/>
              <a:gd name="connsiteY126" fmla="*/ 1404937 h 1890712"/>
              <a:gd name="connsiteX127" fmla="*/ 1912144 w 2543175"/>
              <a:gd name="connsiteY127" fmla="*/ 1409700 h 1890712"/>
              <a:gd name="connsiteX128" fmla="*/ 1931194 w 2543175"/>
              <a:gd name="connsiteY128" fmla="*/ 1421606 h 1890712"/>
              <a:gd name="connsiteX129" fmla="*/ 1935957 w 2543175"/>
              <a:gd name="connsiteY129" fmla="*/ 1428750 h 1890712"/>
              <a:gd name="connsiteX130" fmla="*/ 1952625 w 2543175"/>
              <a:gd name="connsiteY130" fmla="*/ 1438275 h 1890712"/>
              <a:gd name="connsiteX131" fmla="*/ 1971675 w 2543175"/>
              <a:gd name="connsiteY131" fmla="*/ 1450181 h 1890712"/>
              <a:gd name="connsiteX132" fmla="*/ 1981200 w 2543175"/>
              <a:gd name="connsiteY132" fmla="*/ 1454944 h 1890712"/>
              <a:gd name="connsiteX133" fmla="*/ 1997869 w 2543175"/>
              <a:gd name="connsiteY133" fmla="*/ 1471612 h 1890712"/>
              <a:gd name="connsiteX134" fmla="*/ 2007394 w 2543175"/>
              <a:gd name="connsiteY134" fmla="*/ 1478756 h 1890712"/>
              <a:gd name="connsiteX135" fmla="*/ 2016919 w 2543175"/>
              <a:gd name="connsiteY135" fmla="*/ 1483519 h 1890712"/>
              <a:gd name="connsiteX136" fmla="*/ 2024063 w 2543175"/>
              <a:gd name="connsiteY136" fmla="*/ 1490662 h 1890712"/>
              <a:gd name="connsiteX137" fmla="*/ 2033588 w 2543175"/>
              <a:gd name="connsiteY137" fmla="*/ 1495425 h 1890712"/>
              <a:gd name="connsiteX138" fmla="*/ 2040732 w 2543175"/>
              <a:gd name="connsiteY138" fmla="*/ 1502569 h 1890712"/>
              <a:gd name="connsiteX139" fmla="*/ 2047875 w 2543175"/>
              <a:gd name="connsiteY139" fmla="*/ 1507331 h 1890712"/>
              <a:gd name="connsiteX140" fmla="*/ 2057400 w 2543175"/>
              <a:gd name="connsiteY140" fmla="*/ 1514475 h 1890712"/>
              <a:gd name="connsiteX141" fmla="*/ 2064544 w 2543175"/>
              <a:gd name="connsiteY141" fmla="*/ 1519237 h 1890712"/>
              <a:gd name="connsiteX142" fmla="*/ 2071688 w 2543175"/>
              <a:gd name="connsiteY142" fmla="*/ 1526381 h 1890712"/>
              <a:gd name="connsiteX143" fmla="*/ 2081213 w 2543175"/>
              <a:gd name="connsiteY143" fmla="*/ 1531144 h 1890712"/>
              <a:gd name="connsiteX144" fmla="*/ 2090738 w 2543175"/>
              <a:gd name="connsiteY144" fmla="*/ 1538287 h 1890712"/>
              <a:gd name="connsiteX145" fmla="*/ 2109788 w 2543175"/>
              <a:gd name="connsiteY145" fmla="*/ 1547812 h 1890712"/>
              <a:gd name="connsiteX146" fmla="*/ 2131219 w 2543175"/>
              <a:gd name="connsiteY146" fmla="*/ 1562100 h 1890712"/>
              <a:gd name="connsiteX147" fmla="*/ 2140744 w 2543175"/>
              <a:gd name="connsiteY147" fmla="*/ 1566862 h 1890712"/>
              <a:gd name="connsiteX148" fmla="*/ 2152650 w 2543175"/>
              <a:gd name="connsiteY148" fmla="*/ 1576387 h 1890712"/>
              <a:gd name="connsiteX149" fmla="*/ 2181225 w 2543175"/>
              <a:gd name="connsiteY149" fmla="*/ 1590675 h 1890712"/>
              <a:gd name="connsiteX150" fmla="*/ 2200275 w 2543175"/>
              <a:gd name="connsiteY150" fmla="*/ 1607344 h 1890712"/>
              <a:gd name="connsiteX151" fmla="*/ 2207419 w 2543175"/>
              <a:gd name="connsiteY151" fmla="*/ 1612106 h 1890712"/>
              <a:gd name="connsiteX152" fmla="*/ 2216944 w 2543175"/>
              <a:gd name="connsiteY152" fmla="*/ 1619250 h 1890712"/>
              <a:gd name="connsiteX153" fmla="*/ 2224088 w 2543175"/>
              <a:gd name="connsiteY153" fmla="*/ 1624012 h 1890712"/>
              <a:gd name="connsiteX154" fmla="*/ 2247900 w 2543175"/>
              <a:gd name="connsiteY154" fmla="*/ 1643062 h 1890712"/>
              <a:gd name="connsiteX155" fmla="*/ 2255044 w 2543175"/>
              <a:gd name="connsiteY155" fmla="*/ 1650206 h 1890712"/>
              <a:gd name="connsiteX156" fmla="*/ 2281238 w 2543175"/>
              <a:gd name="connsiteY156" fmla="*/ 1664494 h 1890712"/>
              <a:gd name="connsiteX157" fmla="*/ 2297907 w 2543175"/>
              <a:gd name="connsiteY157" fmla="*/ 1674019 h 1890712"/>
              <a:gd name="connsiteX158" fmla="*/ 2312194 w 2543175"/>
              <a:gd name="connsiteY158" fmla="*/ 1685925 h 1890712"/>
              <a:gd name="connsiteX159" fmla="*/ 2328863 w 2543175"/>
              <a:gd name="connsiteY159" fmla="*/ 1697831 h 1890712"/>
              <a:gd name="connsiteX160" fmla="*/ 2350294 w 2543175"/>
              <a:gd name="connsiteY160" fmla="*/ 1712119 h 1890712"/>
              <a:gd name="connsiteX161" fmla="*/ 2369344 w 2543175"/>
              <a:gd name="connsiteY161" fmla="*/ 1724025 h 1890712"/>
              <a:gd name="connsiteX162" fmla="*/ 2428876 w 2543175"/>
              <a:gd name="connsiteY162" fmla="*/ 1785938 h 1890712"/>
              <a:gd name="connsiteX163" fmla="*/ 2466975 w 2543175"/>
              <a:gd name="connsiteY163" fmla="*/ 1783556 h 1890712"/>
              <a:gd name="connsiteX164" fmla="*/ 2481263 w 2543175"/>
              <a:gd name="connsiteY164" fmla="*/ 1795462 h 1890712"/>
              <a:gd name="connsiteX165" fmla="*/ 2486025 w 2543175"/>
              <a:gd name="connsiteY165" fmla="*/ 1802606 h 1890712"/>
              <a:gd name="connsiteX166" fmla="*/ 2514600 w 2543175"/>
              <a:gd name="connsiteY166" fmla="*/ 1850231 h 1890712"/>
              <a:gd name="connsiteX167" fmla="*/ 2519363 w 2543175"/>
              <a:gd name="connsiteY167" fmla="*/ 1857375 h 1890712"/>
              <a:gd name="connsiteX168" fmla="*/ 2540794 w 2543175"/>
              <a:gd name="connsiteY168" fmla="*/ 1883569 h 1890712"/>
              <a:gd name="connsiteX169" fmla="*/ 2543175 w 2543175"/>
              <a:gd name="connsiteY16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73982 w 2543175"/>
              <a:gd name="connsiteY96" fmla="*/ 997744 h 1890712"/>
              <a:gd name="connsiteX97" fmla="*/ 1388269 w 2543175"/>
              <a:gd name="connsiteY97" fmla="*/ 1007269 h 1890712"/>
              <a:gd name="connsiteX98" fmla="*/ 1435894 w 2543175"/>
              <a:gd name="connsiteY98" fmla="*/ 1054894 h 1890712"/>
              <a:gd name="connsiteX99" fmla="*/ 1471613 w 2543175"/>
              <a:gd name="connsiteY99" fmla="*/ 1059656 h 1890712"/>
              <a:gd name="connsiteX100" fmla="*/ 1495425 w 2543175"/>
              <a:gd name="connsiteY100" fmla="*/ 1088231 h 1890712"/>
              <a:gd name="connsiteX101" fmla="*/ 1547812 w 2543175"/>
              <a:gd name="connsiteY101" fmla="*/ 1133475 h 1890712"/>
              <a:gd name="connsiteX102" fmla="*/ 1597819 w 2543175"/>
              <a:gd name="connsiteY102" fmla="*/ 1154906 h 1890712"/>
              <a:gd name="connsiteX103" fmla="*/ 1604963 w 2543175"/>
              <a:gd name="connsiteY103" fmla="*/ 1162050 h 1890712"/>
              <a:gd name="connsiteX104" fmla="*/ 1612107 w 2543175"/>
              <a:gd name="connsiteY104" fmla="*/ 1166812 h 1890712"/>
              <a:gd name="connsiteX105" fmla="*/ 1628775 w 2543175"/>
              <a:gd name="connsiteY105" fmla="*/ 1183481 h 1890712"/>
              <a:gd name="connsiteX106" fmla="*/ 1662113 w 2543175"/>
              <a:gd name="connsiteY106" fmla="*/ 1209675 h 1890712"/>
              <a:gd name="connsiteX107" fmla="*/ 1678782 w 2543175"/>
              <a:gd name="connsiteY107" fmla="*/ 1226344 h 1890712"/>
              <a:gd name="connsiteX108" fmla="*/ 1700213 w 2543175"/>
              <a:gd name="connsiteY108" fmla="*/ 1247775 h 1890712"/>
              <a:gd name="connsiteX109" fmla="*/ 1712119 w 2543175"/>
              <a:gd name="connsiteY109" fmla="*/ 1259681 h 1890712"/>
              <a:gd name="connsiteX110" fmla="*/ 1733550 w 2543175"/>
              <a:gd name="connsiteY110" fmla="*/ 1273969 h 1890712"/>
              <a:gd name="connsiteX111" fmla="*/ 1743075 w 2543175"/>
              <a:gd name="connsiteY111" fmla="*/ 1283494 h 1890712"/>
              <a:gd name="connsiteX112" fmla="*/ 1754982 w 2543175"/>
              <a:gd name="connsiteY112" fmla="*/ 1290637 h 1890712"/>
              <a:gd name="connsiteX113" fmla="*/ 1766888 w 2543175"/>
              <a:gd name="connsiteY113" fmla="*/ 1300162 h 1890712"/>
              <a:gd name="connsiteX114" fmla="*/ 1783557 w 2543175"/>
              <a:gd name="connsiteY114" fmla="*/ 1307306 h 1890712"/>
              <a:gd name="connsiteX115" fmla="*/ 1790700 w 2543175"/>
              <a:gd name="connsiteY115" fmla="*/ 1312069 h 1890712"/>
              <a:gd name="connsiteX116" fmla="*/ 1800225 w 2543175"/>
              <a:gd name="connsiteY116" fmla="*/ 1319212 h 1890712"/>
              <a:gd name="connsiteX117" fmla="*/ 1807369 w 2543175"/>
              <a:gd name="connsiteY117" fmla="*/ 1321594 h 1890712"/>
              <a:gd name="connsiteX118" fmla="*/ 1824038 w 2543175"/>
              <a:gd name="connsiteY118" fmla="*/ 1333500 h 1890712"/>
              <a:gd name="connsiteX119" fmla="*/ 1843088 w 2543175"/>
              <a:gd name="connsiteY119" fmla="*/ 1352550 h 1890712"/>
              <a:gd name="connsiteX120" fmla="*/ 1852613 w 2543175"/>
              <a:gd name="connsiteY120" fmla="*/ 1359694 h 1890712"/>
              <a:gd name="connsiteX121" fmla="*/ 1859757 w 2543175"/>
              <a:gd name="connsiteY121" fmla="*/ 1366837 h 1890712"/>
              <a:gd name="connsiteX122" fmla="*/ 1869282 w 2543175"/>
              <a:gd name="connsiteY122" fmla="*/ 1371600 h 1890712"/>
              <a:gd name="connsiteX123" fmla="*/ 1883569 w 2543175"/>
              <a:gd name="connsiteY123" fmla="*/ 1388269 h 1890712"/>
              <a:gd name="connsiteX124" fmla="*/ 1893094 w 2543175"/>
              <a:gd name="connsiteY124" fmla="*/ 1395412 h 1890712"/>
              <a:gd name="connsiteX125" fmla="*/ 1902619 w 2543175"/>
              <a:gd name="connsiteY125" fmla="*/ 1404937 h 1890712"/>
              <a:gd name="connsiteX126" fmla="*/ 1912144 w 2543175"/>
              <a:gd name="connsiteY126" fmla="*/ 1409700 h 1890712"/>
              <a:gd name="connsiteX127" fmla="*/ 1931194 w 2543175"/>
              <a:gd name="connsiteY127" fmla="*/ 1421606 h 1890712"/>
              <a:gd name="connsiteX128" fmla="*/ 1935957 w 2543175"/>
              <a:gd name="connsiteY128" fmla="*/ 1428750 h 1890712"/>
              <a:gd name="connsiteX129" fmla="*/ 1952625 w 2543175"/>
              <a:gd name="connsiteY129" fmla="*/ 1438275 h 1890712"/>
              <a:gd name="connsiteX130" fmla="*/ 1971675 w 2543175"/>
              <a:gd name="connsiteY130" fmla="*/ 1450181 h 1890712"/>
              <a:gd name="connsiteX131" fmla="*/ 1981200 w 2543175"/>
              <a:gd name="connsiteY131" fmla="*/ 1454944 h 1890712"/>
              <a:gd name="connsiteX132" fmla="*/ 1997869 w 2543175"/>
              <a:gd name="connsiteY132" fmla="*/ 1471612 h 1890712"/>
              <a:gd name="connsiteX133" fmla="*/ 2007394 w 2543175"/>
              <a:gd name="connsiteY133" fmla="*/ 1478756 h 1890712"/>
              <a:gd name="connsiteX134" fmla="*/ 2016919 w 2543175"/>
              <a:gd name="connsiteY134" fmla="*/ 1483519 h 1890712"/>
              <a:gd name="connsiteX135" fmla="*/ 2024063 w 2543175"/>
              <a:gd name="connsiteY135" fmla="*/ 1490662 h 1890712"/>
              <a:gd name="connsiteX136" fmla="*/ 2033588 w 2543175"/>
              <a:gd name="connsiteY136" fmla="*/ 1495425 h 1890712"/>
              <a:gd name="connsiteX137" fmla="*/ 2040732 w 2543175"/>
              <a:gd name="connsiteY137" fmla="*/ 1502569 h 1890712"/>
              <a:gd name="connsiteX138" fmla="*/ 2047875 w 2543175"/>
              <a:gd name="connsiteY138" fmla="*/ 1507331 h 1890712"/>
              <a:gd name="connsiteX139" fmla="*/ 2057400 w 2543175"/>
              <a:gd name="connsiteY139" fmla="*/ 1514475 h 1890712"/>
              <a:gd name="connsiteX140" fmla="*/ 2064544 w 2543175"/>
              <a:gd name="connsiteY140" fmla="*/ 1519237 h 1890712"/>
              <a:gd name="connsiteX141" fmla="*/ 2071688 w 2543175"/>
              <a:gd name="connsiteY141" fmla="*/ 1526381 h 1890712"/>
              <a:gd name="connsiteX142" fmla="*/ 2081213 w 2543175"/>
              <a:gd name="connsiteY142" fmla="*/ 1531144 h 1890712"/>
              <a:gd name="connsiteX143" fmla="*/ 2090738 w 2543175"/>
              <a:gd name="connsiteY143" fmla="*/ 1538287 h 1890712"/>
              <a:gd name="connsiteX144" fmla="*/ 2109788 w 2543175"/>
              <a:gd name="connsiteY144" fmla="*/ 1547812 h 1890712"/>
              <a:gd name="connsiteX145" fmla="*/ 2131219 w 2543175"/>
              <a:gd name="connsiteY145" fmla="*/ 1562100 h 1890712"/>
              <a:gd name="connsiteX146" fmla="*/ 2140744 w 2543175"/>
              <a:gd name="connsiteY146" fmla="*/ 1566862 h 1890712"/>
              <a:gd name="connsiteX147" fmla="*/ 2152650 w 2543175"/>
              <a:gd name="connsiteY147" fmla="*/ 1576387 h 1890712"/>
              <a:gd name="connsiteX148" fmla="*/ 2181225 w 2543175"/>
              <a:gd name="connsiteY148" fmla="*/ 1590675 h 1890712"/>
              <a:gd name="connsiteX149" fmla="*/ 2200275 w 2543175"/>
              <a:gd name="connsiteY149" fmla="*/ 1607344 h 1890712"/>
              <a:gd name="connsiteX150" fmla="*/ 2207419 w 2543175"/>
              <a:gd name="connsiteY150" fmla="*/ 1612106 h 1890712"/>
              <a:gd name="connsiteX151" fmla="*/ 2216944 w 2543175"/>
              <a:gd name="connsiteY151" fmla="*/ 1619250 h 1890712"/>
              <a:gd name="connsiteX152" fmla="*/ 2224088 w 2543175"/>
              <a:gd name="connsiteY152" fmla="*/ 1624012 h 1890712"/>
              <a:gd name="connsiteX153" fmla="*/ 2247900 w 2543175"/>
              <a:gd name="connsiteY153" fmla="*/ 1643062 h 1890712"/>
              <a:gd name="connsiteX154" fmla="*/ 2255044 w 2543175"/>
              <a:gd name="connsiteY154" fmla="*/ 1650206 h 1890712"/>
              <a:gd name="connsiteX155" fmla="*/ 2281238 w 2543175"/>
              <a:gd name="connsiteY155" fmla="*/ 1664494 h 1890712"/>
              <a:gd name="connsiteX156" fmla="*/ 2297907 w 2543175"/>
              <a:gd name="connsiteY156" fmla="*/ 1674019 h 1890712"/>
              <a:gd name="connsiteX157" fmla="*/ 2312194 w 2543175"/>
              <a:gd name="connsiteY157" fmla="*/ 1685925 h 1890712"/>
              <a:gd name="connsiteX158" fmla="*/ 2328863 w 2543175"/>
              <a:gd name="connsiteY158" fmla="*/ 1697831 h 1890712"/>
              <a:gd name="connsiteX159" fmla="*/ 2350294 w 2543175"/>
              <a:gd name="connsiteY159" fmla="*/ 1712119 h 1890712"/>
              <a:gd name="connsiteX160" fmla="*/ 2369344 w 2543175"/>
              <a:gd name="connsiteY160" fmla="*/ 1724025 h 1890712"/>
              <a:gd name="connsiteX161" fmla="*/ 2428876 w 2543175"/>
              <a:gd name="connsiteY161" fmla="*/ 1785938 h 1890712"/>
              <a:gd name="connsiteX162" fmla="*/ 2466975 w 2543175"/>
              <a:gd name="connsiteY162" fmla="*/ 1783556 h 1890712"/>
              <a:gd name="connsiteX163" fmla="*/ 2481263 w 2543175"/>
              <a:gd name="connsiteY163" fmla="*/ 1795462 h 1890712"/>
              <a:gd name="connsiteX164" fmla="*/ 2486025 w 2543175"/>
              <a:gd name="connsiteY164" fmla="*/ 1802606 h 1890712"/>
              <a:gd name="connsiteX165" fmla="*/ 2514600 w 2543175"/>
              <a:gd name="connsiteY165" fmla="*/ 1850231 h 1890712"/>
              <a:gd name="connsiteX166" fmla="*/ 2519363 w 2543175"/>
              <a:gd name="connsiteY166" fmla="*/ 1857375 h 1890712"/>
              <a:gd name="connsiteX167" fmla="*/ 2540794 w 2543175"/>
              <a:gd name="connsiteY167" fmla="*/ 1883569 h 1890712"/>
              <a:gd name="connsiteX168" fmla="*/ 2543175 w 2543175"/>
              <a:gd name="connsiteY168"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73982 w 2543175"/>
              <a:gd name="connsiteY96" fmla="*/ 997744 h 1890712"/>
              <a:gd name="connsiteX97" fmla="*/ 1435894 w 2543175"/>
              <a:gd name="connsiteY97" fmla="*/ 1054894 h 1890712"/>
              <a:gd name="connsiteX98" fmla="*/ 1471613 w 2543175"/>
              <a:gd name="connsiteY98" fmla="*/ 1059656 h 1890712"/>
              <a:gd name="connsiteX99" fmla="*/ 1495425 w 2543175"/>
              <a:gd name="connsiteY99" fmla="*/ 1088231 h 1890712"/>
              <a:gd name="connsiteX100" fmla="*/ 1547812 w 2543175"/>
              <a:gd name="connsiteY100" fmla="*/ 1133475 h 1890712"/>
              <a:gd name="connsiteX101" fmla="*/ 1597819 w 2543175"/>
              <a:gd name="connsiteY101" fmla="*/ 1154906 h 1890712"/>
              <a:gd name="connsiteX102" fmla="*/ 1604963 w 2543175"/>
              <a:gd name="connsiteY102" fmla="*/ 1162050 h 1890712"/>
              <a:gd name="connsiteX103" fmla="*/ 1612107 w 2543175"/>
              <a:gd name="connsiteY103" fmla="*/ 1166812 h 1890712"/>
              <a:gd name="connsiteX104" fmla="*/ 1628775 w 2543175"/>
              <a:gd name="connsiteY104" fmla="*/ 1183481 h 1890712"/>
              <a:gd name="connsiteX105" fmla="*/ 1662113 w 2543175"/>
              <a:gd name="connsiteY105" fmla="*/ 1209675 h 1890712"/>
              <a:gd name="connsiteX106" fmla="*/ 1678782 w 2543175"/>
              <a:gd name="connsiteY106" fmla="*/ 1226344 h 1890712"/>
              <a:gd name="connsiteX107" fmla="*/ 1700213 w 2543175"/>
              <a:gd name="connsiteY107" fmla="*/ 1247775 h 1890712"/>
              <a:gd name="connsiteX108" fmla="*/ 1712119 w 2543175"/>
              <a:gd name="connsiteY108" fmla="*/ 1259681 h 1890712"/>
              <a:gd name="connsiteX109" fmla="*/ 1733550 w 2543175"/>
              <a:gd name="connsiteY109" fmla="*/ 1273969 h 1890712"/>
              <a:gd name="connsiteX110" fmla="*/ 1743075 w 2543175"/>
              <a:gd name="connsiteY110" fmla="*/ 1283494 h 1890712"/>
              <a:gd name="connsiteX111" fmla="*/ 1754982 w 2543175"/>
              <a:gd name="connsiteY111" fmla="*/ 1290637 h 1890712"/>
              <a:gd name="connsiteX112" fmla="*/ 1766888 w 2543175"/>
              <a:gd name="connsiteY112" fmla="*/ 1300162 h 1890712"/>
              <a:gd name="connsiteX113" fmla="*/ 1783557 w 2543175"/>
              <a:gd name="connsiteY113" fmla="*/ 1307306 h 1890712"/>
              <a:gd name="connsiteX114" fmla="*/ 1790700 w 2543175"/>
              <a:gd name="connsiteY114" fmla="*/ 1312069 h 1890712"/>
              <a:gd name="connsiteX115" fmla="*/ 1800225 w 2543175"/>
              <a:gd name="connsiteY115" fmla="*/ 1319212 h 1890712"/>
              <a:gd name="connsiteX116" fmla="*/ 1807369 w 2543175"/>
              <a:gd name="connsiteY116" fmla="*/ 1321594 h 1890712"/>
              <a:gd name="connsiteX117" fmla="*/ 1824038 w 2543175"/>
              <a:gd name="connsiteY117" fmla="*/ 1333500 h 1890712"/>
              <a:gd name="connsiteX118" fmla="*/ 1843088 w 2543175"/>
              <a:gd name="connsiteY118" fmla="*/ 1352550 h 1890712"/>
              <a:gd name="connsiteX119" fmla="*/ 1852613 w 2543175"/>
              <a:gd name="connsiteY119" fmla="*/ 1359694 h 1890712"/>
              <a:gd name="connsiteX120" fmla="*/ 1859757 w 2543175"/>
              <a:gd name="connsiteY120" fmla="*/ 1366837 h 1890712"/>
              <a:gd name="connsiteX121" fmla="*/ 1869282 w 2543175"/>
              <a:gd name="connsiteY121" fmla="*/ 1371600 h 1890712"/>
              <a:gd name="connsiteX122" fmla="*/ 1883569 w 2543175"/>
              <a:gd name="connsiteY122" fmla="*/ 1388269 h 1890712"/>
              <a:gd name="connsiteX123" fmla="*/ 1893094 w 2543175"/>
              <a:gd name="connsiteY123" fmla="*/ 1395412 h 1890712"/>
              <a:gd name="connsiteX124" fmla="*/ 1902619 w 2543175"/>
              <a:gd name="connsiteY124" fmla="*/ 1404937 h 1890712"/>
              <a:gd name="connsiteX125" fmla="*/ 1912144 w 2543175"/>
              <a:gd name="connsiteY125" fmla="*/ 1409700 h 1890712"/>
              <a:gd name="connsiteX126" fmla="*/ 1931194 w 2543175"/>
              <a:gd name="connsiteY126" fmla="*/ 1421606 h 1890712"/>
              <a:gd name="connsiteX127" fmla="*/ 1935957 w 2543175"/>
              <a:gd name="connsiteY127" fmla="*/ 1428750 h 1890712"/>
              <a:gd name="connsiteX128" fmla="*/ 1952625 w 2543175"/>
              <a:gd name="connsiteY128" fmla="*/ 1438275 h 1890712"/>
              <a:gd name="connsiteX129" fmla="*/ 1971675 w 2543175"/>
              <a:gd name="connsiteY129" fmla="*/ 1450181 h 1890712"/>
              <a:gd name="connsiteX130" fmla="*/ 1981200 w 2543175"/>
              <a:gd name="connsiteY130" fmla="*/ 1454944 h 1890712"/>
              <a:gd name="connsiteX131" fmla="*/ 1997869 w 2543175"/>
              <a:gd name="connsiteY131" fmla="*/ 1471612 h 1890712"/>
              <a:gd name="connsiteX132" fmla="*/ 2007394 w 2543175"/>
              <a:gd name="connsiteY132" fmla="*/ 1478756 h 1890712"/>
              <a:gd name="connsiteX133" fmla="*/ 2016919 w 2543175"/>
              <a:gd name="connsiteY133" fmla="*/ 1483519 h 1890712"/>
              <a:gd name="connsiteX134" fmla="*/ 2024063 w 2543175"/>
              <a:gd name="connsiteY134" fmla="*/ 1490662 h 1890712"/>
              <a:gd name="connsiteX135" fmla="*/ 2033588 w 2543175"/>
              <a:gd name="connsiteY135" fmla="*/ 1495425 h 1890712"/>
              <a:gd name="connsiteX136" fmla="*/ 2040732 w 2543175"/>
              <a:gd name="connsiteY136" fmla="*/ 1502569 h 1890712"/>
              <a:gd name="connsiteX137" fmla="*/ 2047875 w 2543175"/>
              <a:gd name="connsiteY137" fmla="*/ 1507331 h 1890712"/>
              <a:gd name="connsiteX138" fmla="*/ 2057400 w 2543175"/>
              <a:gd name="connsiteY138" fmla="*/ 1514475 h 1890712"/>
              <a:gd name="connsiteX139" fmla="*/ 2064544 w 2543175"/>
              <a:gd name="connsiteY139" fmla="*/ 1519237 h 1890712"/>
              <a:gd name="connsiteX140" fmla="*/ 2071688 w 2543175"/>
              <a:gd name="connsiteY140" fmla="*/ 1526381 h 1890712"/>
              <a:gd name="connsiteX141" fmla="*/ 2081213 w 2543175"/>
              <a:gd name="connsiteY141" fmla="*/ 1531144 h 1890712"/>
              <a:gd name="connsiteX142" fmla="*/ 2090738 w 2543175"/>
              <a:gd name="connsiteY142" fmla="*/ 1538287 h 1890712"/>
              <a:gd name="connsiteX143" fmla="*/ 2109788 w 2543175"/>
              <a:gd name="connsiteY143" fmla="*/ 1547812 h 1890712"/>
              <a:gd name="connsiteX144" fmla="*/ 2131219 w 2543175"/>
              <a:gd name="connsiteY144" fmla="*/ 1562100 h 1890712"/>
              <a:gd name="connsiteX145" fmla="*/ 2140744 w 2543175"/>
              <a:gd name="connsiteY145" fmla="*/ 1566862 h 1890712"/>
              <a:gd name="connsiteX146" fmla="*/ 2152650 w 2543175"/>
              <a:gd name="connsiteY146" fmla="*/ 1576387 h 1890712"/>
              <a:gd name="connsiteX147" fmla="*/ 2181225 w 2543175"/>
              <a:gd name="connsiteY147" fmla="*/ 1590675 h 1890712"/>
              <a:gd name="connsiteX148" fmla="*/ 2200275 w 2543175"/>
              <a:gd name="connsiteY148" fmla="*/ 1607344 h 1890712"/>
              <a:gd name="connsiteX149" fmla="*/ 2207419 w 2543175"/>
              <a:gd name="connsiteY149" fmla="*/ 1612106 h 1890712"/>
              <a:gd name="connsiteX150" fmla="*/ 2216944 w 2543175"/>
              <a:gd name="connsiteY150" fmla="*/ 1619250 h 1890712"/>
              <a:gd name="connsiteX151" fmla="*/ 2224088 w 2543175"/>
              <a:gd name="connsiteY151" fmla="*/ 1624012 h 1890712"/>
              <a:gd name="connsiteX152" fmla="*/ 2247900 w 2543175"/>
              <a:gd name="connsiteY152" fmla="*/ 1643062 h 1890712"/>
              <a:gd name="connsiteX153" fmla="*/ 2255044 w 2543175"/>
              <a:gd name="connsiteY153" fmla="*/ 1650206 h 1890712"/>
              <a:gd name="connsiteX154" fmla="*/ 2281238 w 2543175"/>
              <a:gd name="connsiteY154" fmla="*/ 1664494 h 1890712"/>
              <a:gd name="connsiteX155" fmla="*/ 2297907 w 2543175"/>
              <a:gd name="connsiteY155" fmla="*/ 1674019 h 1890712"/>
              <a:gd name="connsiteX156" fmla="*/ 2312194 w 2543175"/>
              <a:gd name="connsiteY156" fmla="*/ 1685925 h 1890712"/>
              <a:gd name="connsiteX157" fmla="*/ 2328863 w 2543175"/>
              <a:gd name="connsiteY157" fmla="*/ 1697831 h 1890712"/>
              <a:gd name="connsiteX158" fmla="*/ 2350294 w 2543175"/>
              <a:gd name="connsiteY158" fmla="*/ 1712119 h 1890712"/>
              <a:gd name="connsiteX159" fmla="*/ 2369344 w 2543175"/>
              <a:gd name="connsiteY159" fmla="*/ 1724025 h 1890712"/>
              <a:gd name="connsiteX160" fmla="*/ 2428876 w 2543175"/>
              <a:gd name="connsiteY160" fmla="*/ 1785938 h 1890712"/>
              <a:gd name="connsiteX161" fmla="*/ 2466975 w 2543175"/>
              <a:gd name="connsiteY161" fmla="*/ 1783556 h 1890712"/>
              <a:gd name="connsiteX162" fmla="*/ 2481263 w 2543175"/>
              <a:gd name="connsiteY162" fmla="*/ 1795462 h 1890712"/>
              <a:gd name="connsiteX163" fmla="*/ 2486025 w 2543175"/>
              <a:gd name="connsiteY163" fmla="*/ 1802606 h 1890712"/>
              <a:gd name="connsiteX164" fmla="*/ 2514600 w 2543175"/>
              <a:gd name="connsiteY164" fmla="*/ 1850231 h 1890712"/>
              <a:gd name="connsiteX165" fmla="*/ 2519363 w 2543175"/>
              <a:gd name="connsiteY165" fmla="*/ 1857375 h 1890712"/>
              <a:gd name="connsiteX166" fmla="*/ 2540794 w 2543175"/>
              <a:gd name="connsiteY166" fmla="*/ 1883569 h 1890712"/>
              <a:gd name="connsiteX167" fmla="*/ 2543175 w 2543175"/>
              <a:gd name="connsiteY167"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71613 w 2543175"/>
              <a:gd name="connsiteY98" fmla="*/ 1059656 h 1890712"/>
              <a:gd name="connsiteX99" fmla="*/ 1495425 w 2543175"/>
              <a:gd name="connsiteY99" fmla="*/ 1088231 h 1890712"/>
              <a:gd name="connsiteX100" fmla="*/ 1547812 w 2543175"/>
              <a:gd name="connsiteY100" fmla="*/ 1133475 h 1890712"/>
              <a:gd name="connsiteX101" fmla="*/ 1597819 w 2543175"/>
              <a:gd name="connsiteY101" fmla="*/ 1154906 h 1890712"/>
              <a:gd name="connsiteX102" fmla="*/ 1604963 w 2543175"/>
              <a:gd name="connsiteY102" fmla="*/ 1162050 h 1890712"/>
              <a:gd name="connsiteX103" fmla="*/ 1612107 w 2543175"/>
              <a:gd name="connsiteY103" fmla="*/ 1166812 h 1890712"/>
              <a:gd name="connsiteX104" fmla="*/ 1628775 w 2543175"/>
              <a:gd name="connsiteY104" fmla="*/ 1183481 h 1890712"/>
              <a:gd name="connsiteX105" fmla="*/ 1662113 w 2543175"/>
              <a:gd name="connsiteY105" fmla="*/ 1209675 h 1890712"/>
              <a:gd name="connsiteX106" fmla="*/ 1678782 w 2543175"/>
              <a:gd name="connsiteY106" fmla="*/ 1226344 h 1890712"/>
              <a:gd name="connsiteX107" fmla="*/ 1700213 w 2543175"/>
              <a:gd name="connsiteY107" fmla="*/ 1247775 h 1890712"/>
              <a:gd name="connsiteX108" fmla="*/ 1712119 w 2543175"/>
              <a:gd name="connsiteY108" fmla="*/ 1259681 h 1890712"/>
              <a:gd name="connsiteX109" fmla="*/ 1733550 w 2543175"/>
              <a:gd name="connsiteY109" fmla="*/ 1273969 h 1890712"/>
              <a:gd name="connsiteX110" fmla="*/ 1743075 w 2543175"/>
              <a:gd name="connsiteY110" fmla="*/ 1283494 h 1890712"/>
              <a:gd name="connsiteX111" fmla="*/ 1754982 w 2543175"/>
              <a:gd name="connsiteY111" fmla="*/ 1290637 h 1890712"/>
              <a:gd name="connsiteX112" fmla="*/ 1766888 w 2543175"/>
              <a:gd name="connsiteY112" fmla="*/ 1300162 h 1890712"/>
              <a:gd name="connsiteX113" fmla="*/ 1783557 w 2543175"/>
              <a:gd name="connsiteY113" fmla="*/ 1307306 h 1890712"/>
              <a:gd name="connsiteX114" fmla="*/ 1790700 w 2543175"/>
              <a:gd name="connsiteY114" fmla="*/ 1312069 h 1890712"/>
              <a:gd name="connsiteX115" fmla="*/ 1800225 w 2543175"/>
              <a:gd name="connsiteY115" fmla="*/ 1319212 h 1890712"/>
              <a:gd name="connsiteX116" fmla="*/ 1807369 w 2543175"/>
              <a:gd name="connsiteY116" fmla="*/ 1321594 h 1890712"/>
              <a:gd name="connsiteX117" fmla="*/ 1824038 w 2543175"/>
              <a:gd name="connsiteY117" fmla="*/ 1333500 h 1890712"/>
              <a:gd name="connsiteX118" fmla="*/ 1843088 w 2543175"/>
              <a:gd name="connsiteY118" fmla="*/ 1352550 h 1890712"/>
              <a:gd name="connsiteX119" fmla="*/ 1852613 w 2543175"/>
              <a:gd name="connsiteY119" fmla="*/ 1359694 h 1890712"/>
              <a:gd name="connsiteX120" fmla="*/ 1859757 w 2543175"/>
              <a:gd name="connsiteY120" fmla="*/ 1366837 h 1890712"/>
              <a:gd name="connsiteX121" fmla="*/ 1869282 w 2543175"/>
              <a:gd name="connsiteY121" fmla="*/ 1371600 h 1890712"/>
              <a:gd name="connsiteX122" fmla="*/ 1883569 w 2543175"/>
              <a:gd name="connsiteY122" fmla="*/ 1388269 h 1890712"/>
              <a:gd name="connsiteX123" fmla="*/ 1893094 w 2543175"/>
              <a:gd name="connsiteY123" fmla="*/ 1395412 h 1890712"/>
              <a:gd name="connsiteX124" fmla="*/ 1902619 w 2543175"/>
              <a:gd name="connsiteY124" fmla="*/ 1404937 h 1890712"/>
              <a:gd name="connsiteX125" fmla="*/ 1912144 w 2543175"/>
              <a:gd name="connsiteY125" fmla="*/ 1409700 h 1890712"/>
              <a:gd name="connsiteX126" fmla="*/ 1931194 w 2543175"/>
              <a:gd name="connsiteY126" fmla="*/ 1421606 h 1890712"/>
              <a:gd name="connsiteX127" fmla="*/ 1935957 w 2543175"/>
              <a:gd name="connsiteY127" fmla="*/ 1428750 h 1890712"/>
              <a:gd name="connsiteX128" fmla="*/ 1952625 w 2543175"/>
              <a:gd name="connsiteY128" fmla="*/ 1438275 h 1890712"/>
              <a:gd name="connsiteX129" fmla="*/ 1971675 w 2543175"/>
              <a:gd name="connsiteY129" fmla="*/ 1450181 h 1890712"/>
              <a:gd name="connsiteX130" fmla="*/ 1981200 w 2543175"/>
              <a:gd name="connsiteY130" fmla="*/ 1454944 h 1890712"/>
              <a:gd name="connsiteX131" fmla="*/ 1997869 w 2543175"/>
              <a:gd name="connsiteY131" fmla="*/ 1471612 h 1890712"/>
              <a:gd name="connsiteX132" fmla="*/ 2007394 w 2543175"/>
              <a:gd name="connsiteY132" fmla="*/ 1478756 h 1890712"/>
              <a:gd name="connsiteX133" fmla="*/ 2016919 w 2543175"/>
              <a:gd name="connsiteY133" fmla="*/ 1483519 h 1890712"/>
              <a:gd name="connsiteX134" fmla="*/ 2024063 w 2543175"/>
              <a:gd name="connsiteY134" fmla="*/ 1490662 h 1890712"/>
              <a:gd name="connsiteX135" fmla="*/ 2033588 w 2543175"/>
              <a:gd name="connsiteY135" fmla="*/ 1495425 h 1890712"/>
              <a:gd name="connsiteX136" fmla="*/ 2040732 w 2543175"/>
              <a:gd name="connsiteY136" fmla="*/ 1502569 h 1890712"/>
              <a:gd name="connsiteX137" fmla="*/ 2047875 w 2543175"/>
              <a:gd name="connsiteY137" fmla="*/ 1507331 h 1890712"/>
              <a:gd name="connsiteX138" fmla="*/ 2057400 w 2543175"/>
              <a:gd name="connsiteY138" fmla="*/ 1514475 h 1890712"/>
              <a:gd name="connsiteX139" fmla="*/ 2064544 w 2543175"/>
              <a:gd name="connsiteY139" fmla="*/ 1519237 h 1890712"/>
              <a:gd name="connsiteX140" fmla="*/ 2071688 w 2543175"/>
              <a:gd name="connsiteY140" fmla="*/ 1526381 h 1890712"/>
              <a:gd name="connsiteX141" fmla="*/ 2081213 w 2543175"/>
              <a:gd name="connsiteY141" fmla="*/ 1531144 h 1890712"/>
              <a:gd name="connsiteX142" fmla="*/ 2090738 w 2543175"/>
              <a:gd name="connsiteY142" fmla="*/ 1538287 h 1890712"/>
              <a:gd name="connsiteX143" fmla="*/ 2109788 w 2543175"/>
              <a:gd name="connsiteY143" fmla="*/ 1547812 h 1890712"/>
              <a:gd name="connsiteX144" fmla="*/ 2131219 w 2543175"/>
              <a:gd name="connsiteY144" fmla="*/ 1562100 h 1890712"/>
              <a:gd name="connsiteX145" fmla="*/ 2140744 w 2543175"/>
              <a:gd name="connsiteY145" fmla="*/ 1566862 h 1890712"/>
              <a:gd name="connsiteX146" fmla="*/ 2152650 w 2543175"/>
              <a:gd name="connsiteY146" fmla="*/ 1576387 h 1890712"/>
              <a:gd name="connsiteX147" fmla="*/ 2181225 w 2543175"/>
              <a:gd name="connsiteY147" fmla="*/ 1590675 h 1890712"/>
              <a:gd name="connsiteX148" fmla="*/ 2200275 w 2543175"/>
              <a:gd name="connsiteY148" fmla="*/ 1607344 h 1890712"/>
              <a:gd name="connsiteX149" fmla="*/ 2207419 w 2543175"/>
              <a:gd name="connsiteY149" fmla="*/ 1612106 h 1890712"/>
              <a:gd name="connsiteX150" fmla="*/ 2216944 w 2543175"/>
              <a:gd name="connsiteY150" fmla="*/ 1619250 h 1890712"/>
              <a:gd name="connsiteX151" fmla="*/ 2224088 w 2543175"/>
              <a:gd name="connsiteY151" fmla="*/ 1624012 h 1890712"/>
              <a:gd name="connsiteX152" fmla="*/ 2247900 w 2543175"/>
              <a:gd name="connsiteY152" fmla="*/ 1643062 h 1890712"/>
              <a:gd name="connsiteX153" fmla="*/ 2255044 w 2543175"/>
              <a:gd name="connsiteY153" fmla="*/ 1650206 h 1890712"/>
              <a:gd name="connsiteX154" fmla="*/ 2281238 w 2543175"/>
              <a:gd name="connsiteY154" fmla="*/ 1664494 h 1890712"/>
              <a:gd name="connsiteX155" fmla="*/ 2297907 w 2543175"/>
              <a:gd name="connsiteY155" fmla="*/ 1674019 h 1890712"/>
              <a:gd name="connsiteX156" fmla="*/ 2312194 w 2543175"/>
              <a:gd name="connsiteY156" fmla="*/ 1685925 h 1890712"/>
              <a:gd name="connsiteX157" fmla="*/ 2328863 w 2543175"/>
              <a:gd name="connsiteY157" fmla="*/ 1697831 h 1890712"/>
              <a:gd name="connsiteX158" fmla="*/ 2350294 w 2543175"/>
              <a:gd name="connsiteY158" fmla="*/ 1712119 h 1890712"/>
              <a:gd name="connsiteX159" fmla="*/ 2369344 w 2543175"/>
              <a:gd name="connsiteY159" fmla="*/ 1724025 h 1890712"/>
              <a:gd name="connsiteX160" fmla="*/ 2428876 w 2543175"/>
              <a:gd name="connsiteY160" fmla="*/ 1785938 h 1890712"/>
              <a:gd name="connsiteX161" fmla="*/ 2466975 w 2543175"/>
              <a:gd name="connsiteY161" fmla="*/ 1783556 h 1890712"/>
              <a:gd name="connsiteX162" fmla="*/ 2481263 w 2543175"/>
              <a:gd name="connsiteY162" fmla="*/ 1795462 h 1890712"/>
              <a:gd name="connsiteX163" fmla="*/ 2486025 w 2543175"/>
              <a:gd name="connsiteY163" fmla="*/ 1802606 h 1890712"/>
              <a:gd name="connsiteX164" fmla="*/ 2514600 w 2543175"/>
              <a:gd name="connsiteY164" fmla="*/ 1850231 h 1890712"/>
              <a:gd name="connsiteX165" fmla="*/ 2519363 w 2543175"/>
              <a:gd name="connsiteY165" fmla="*/ 1857375 h 1890712"/>
              <a:gd name="connsiteX166" fmla="*/ 2540794 w 2543175"/>
              <a:gd name="connsiteY166" fmla="*/ 1883569 h 1890712"/>
              <a:gd name="connsiteX167" fmla="*/ 2543175 w 2543175"/>
              <a:gd name="connsiteY167"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5425 w 2543175"/>
              <a:gd name="connsiteY98" fmla="*/ 1088231 h 1890712"/>
              <a:gd name="connsiteX99" fmla="*/ 1547812 w 2543175"/>
              <a:gd name="connsiteY99" fmla="*/ 1133475 h 1890712"/>
              <a:gd name="connsiteX100" fmla="*/ 1597819 w 2543175"/>
              <a:gd name="connsiteY100" fmla="*/ 1154906 h 1890712"/>
              <a:gd name="connsiteX101" fmla="*/ 1604963 w 2543175"/>
              <a:gd name="connsiteY101" fmla="*/ 1162050 h 1890712"/>
              <a:gd name="connsiteX102" fmla="*/ 1612107 w 2543175"/>
              <a:gd name="connsiteY102" fmla="*/ 1166812 h 1890712"/>
              <a:gd name="connsiteX103" fmla="*/ 1628775 w 2543175"/>
              <a:gd name="connsiteY103" fmla="*/ 1183481 h 1890712"/>
              <a:gd name="connsiteX104" fmla="*/ 1662113 w 2543175"/>
              <a:gd name="connsiteY104" fmla="*/ 1209675 h 1890712"/>
              <a:gd name="connsiteX105" fmla="*/ 1678782 w 2543175"/>
              <a:gd name="connsiteY105" fmla="*/ 1226344 h 1890712"/>
              <a:gd name="connsiteX106" fmla="*/ 1700213 w 2543175"/>
              <a:gd name="connsiteY106" fmla="*/ 1247775 h 1890712"/>
              <a:gd name="connsiteX107" fmla="*/ 1712119 w 2543175"/>
              <a:gd name="connsiteY107" fmla="*/ 1259681 h 1890712"/>
              <a:gd name="connsiteX108" fmla="*/ 1733550 w 2543175"/>
              <a:gd name="connsiteY108" fmla="*/ 1273969 h 1890712"/>
              <a:gd name="connsiteX109" fmla="*/ 1743075 w 2543175"/>
              <a:gd name="connsiteY109" fmla="*/ 1283494 h 1890712"/>
              <a:gd name="connsiteX110" fmla="*/ 1754982 w 2543175"/>
              <a:gd name="connsiteY110" fmla="*/ 1290637 h 1890712"/>
              <a:gd name="connsiteX111" fmla="*/ 1766888 w 2543175"/>
              <a:gd name="connsiteY111" fmla="*/ 1300162 h 1890712"/>
              <a:gd name="connsiteX112" fmla="*/ 1783557 w 2543175"/>
              <a:gd name="connsiteY112" fmla="*/ 1307306 h 1890712"/>
              <a:gd name="connsiteX113" fmla="*/ 1790700 w 2543175"/>
              <a:gd name="connsiteY113" fmla="*/ 1312069 h 1890712"/>
              <a:gd name="connsiteX114" fmla="*/ 1800225 w 2543175"/>
              <a:gd name="connsiteY114" fmla="*/ 1319212 h 1890712"/>
              <a:gd name="connsiteX115" fmla="*/ 1807369 w 2543175"/>
              <a:gd name="connsiteY115" fmla="*/ 1321594 h 1890712"/>
              <a:gd name="connsiteX116" fmla="*/ 1824038 w 2543175"/>
              <a:gd name="connsiteY116" fmla="*/ 1333500 h 1890712"/>
              <a:gd name="connsiteX117" fmla="*/ 1843088 w 2543175"/>
              <a:gd name="connsiteY117" fmla="*/ 1352550 h 1890712"/>
              <a:gd name="connsiteX118" fmla="*/ 1852613 w 2543175"/>
              <a:gd name="connsiteY118" fmla="*/ 1359694 h 1890712"/>
              <a:gd name="connsiteX119" fmla="*/ 1859757 w 2543175"/>
              <a:gd name="connsiteY119" fmla="*/ 1366837 h 1890712"/>
              <a:gd name="connsiteX120" fmla="*/ 1869282 w 2543175"/>
              <a:gd name="connsiteY120" fmla="*/ 1371600 h 1890712"/>
              <a:gd name="connsiteX121" fmla="*/ 1883569 w 2543175"/>
              <a:gd name="connsiteY121" fmla="*/ 1388269 h 1890712"/>
              <a:gd name="connsiteX122" fmla="*/ 1893094 w 2543175"/>
              <a:gd name="connsiteY122" fmla="*/ 1395412 h 1890712"/>
              <a:gd name="connsiteX123" fmla="*/ 1902619 w 2543175"/>
              <a:gd name="connsiteY123" fmla="*/ 1404937 h 1890712"/>
              <a:gd name="connsiteX124" fmla="*/ 1912144 w 2543175"/>
              <a:gd name="connsiteY124" fmla="*/ 1409700 h 1890712"/>
              <a:gd name="connsiteX125" fmla="*/ 1931194 w 2543175"/>
              <a:gd name="connsiteY125" fmla="*/ 1421606 h 1890712"/>
              <a:gd name="connsiteX126" fmla="*/ 1935957 w 2543175"/>
              <a:gd name="connsiteY126" fmla="*/ 1428750 h 1890712"/>
              <a:gd name="connsiteX127" fmla="*/ 1952625 w 2543175"/>
              <a:gd name="connsiteY127" fmla="*/ 1438275 h 1890712"/>
              <a:gd name="connsiteX128" fmla="*/ 1971675 w 2543175"/>
              <a:gd name="connsiteY128" fmla="*/ 1450181 h 1890712"/>
              <a:gd name="connsiteX129" fmla="*/ 1981200 w 2543175"/>
              <a:gd name="connsiteY129" fmla="*/ 1454944 h 1890712"/>
              <a:gd name="connsiteX130" fmla="*/ 1997869 w 2543175"/>
              <a:gd name="connsiteY130" fmla="*/ 1471612 h 1890712"/>
              <a:gd name="connsiteX131" fmla="*/ 2007394 w 2543175"/>
              <a:gd name="connsiteY131" fmla="*/ 1478756 h 1890712"/>
              <a:gd name="connsiteX132" fmla="*/ 2016919 w 2543175"/>
              <a:gd name="connsiteY132" fmla="*/ 1483519 h 1890712"/>
              <a:gd name="connsiteX133" fmla="*/ 2024063 w 2543175"/>
              <a:gd name="connsiteY133" fmla="*/ 1490662 h 1890712"/>
              <a:gd name="connsiteX134" fmla="*/ 2033588 w 2543175"/>
              <a:gd name="connsiteY134" fmla="*/ 1495425 h 1890712"/>
              <a:gd name="connsiteX135" fmla="*/ 2040732 w 2543175"/>
              <a:gd name="connsiteY135" fmla="*/ 1502569 h 1890712"/>
              <a:gd name="connsiteX136" fmla="*/ 2047875 w 2543175"/>
              <a:gd name="connsiteY136" fmla="*/ 1507331 h 1890712"/>
              <a:gd name="connsiteX137" fmla="*/ 2057400 w 2543175"/>
              <a:gd name="connsiteY137" fmla="*/ 1514475 h 1890712"/>
              <a:gd name="connsiteX138" fmla="*/ 2064544 w 2543175"/>
              <a:gd name="connsiteY138" fmla="*/ 1519237 h 1890712"/>
              <a:gd name="connsiteX139" fmla="*/ 2071688 w 2543175"/>
              <a:gd name="connsiteY139" fmla="*/ 1526381 h 1890712"/>
              <a:gd name="connsiteX140" fmla="*/ 2081213 w 2543175"/>
              <a:gd name="connsiteY140" fmla="*/ 1531144 h 1890712"/>
              <a:gd name="connsiteX141" fmla="*/ 2090738 w 2543175"/>
              <a:gd name="connsiteY141" fmla="*/ 1538287 h 1890712"/>
              <a:gd name="connsiteX142" fmla="*/ 2109788 w 2543175"/>
              <a:gd name="connsiteY142" fmla="*/ 1547812 h 1890712"/>
              <a:gd name="connsiteX143" fmla="*/ 2131219 w 2543175"/>
              <a:gd name="connsiteY143" fmla="*/ 1562100 h 1890712"/>
              <a:gd name="connsiteX144" fmla="*/ 2140744 w 2543175"/>
              <a:gd name="connsiteY144" fmla="*/ 1566862 h 1890712"/>
              <a:gd name="connsiteX145" fmla="*/ 2152650 w 2543175"/>
              <a:gd name="connsiteY145" fmla="*/ 1576387 h 1890712"/>
              <a:gd name="connsiteX146" fmla="*/ 2181225 w 2543175"/>
              <a:gd name="connsiteY146" fmla="*/ 1590675 h 1890712"/>
              <a:gd name="connsiteX147" fmla="*/ 2200275 w 2543175"/>
              <a:gd name="connsiteY147" fmla="*/ 1607344 h 1890712"/>
              <a:gd name="connsiteX148" fmla="*/ 2207419 w 2543175"/>
              <a:gd name="connsiteY148" fmla="*/ 1612106 h 1890712"/>
              <a:gd name="connsiteX149" fmla="*/ 2216944 w 2543175"/>
              <a:gd name="connsiteY149" fmla="*/ 1619250 h 1890712"/>
              <a:gd name="connsiteX150" fmla="*/ 2224088 w 2543175"/>
              <a:gd name="connsiteY150" fmla="*/ 1624012 h 1890712"/>
              <a:gd name="connsiteX151" fmla="*/ 2247900 w 2543175"/>
              <a:gd name="connsiteY151" fmla="*/ 1643062 h 1890712"/>
              <a:gd name="connsiteX152" fmla="*/ 2255044 w 2543175"/>
              <a:gd name="connsiteY152" fmla="*/ 1650206 h 1890712"/>
              <a:gd name="connsiteX153" fmla="*/ 2281238 w 2543175"/>
              <a:gd name="connsiteY153" fmla="*/ 1664494 h 1890712"/>
              <a:gd name="connsiteX154" fmla="*/ 2297907 w 2543175"/>
              <a:gd name="connsiteY154" fmla="*/ 1674019 h 1890712"/>
              <a:gd name="connsiteX155" fmla="*/ 2312194 w 2543175"/>
              <a:gd name="connsiteY155" fmla="*/ 1685925 h 1890712"/>
              <a:gd name="connsiteX156" fmla="*/ 2328863 w 2543175"/>
              <a:gd name="connsiteY156" fmla="*/ 1697831 h 1890712"/>
              <a:gd name="connsiteX157" fmla="*/ 2350294 w 2543175"/>
              <a:gd name="connsiteY157" fmla="*/ 1712119 h 1890712"/>
              <a:gd name="connsiteX158" fmla="*/ 2369344 w 2543175"/>
              <a:gd name="connsiteY158" fmla="*/ 1724025 h 1890712"/>
              <a:gd name="connsiteX159" fmla="*/ 2428876 w 2543175"/>
              <a:gd name="connsiteY159" fmla="*/ 1785938 h 1890712"/>
              <a:gd name="connsiteX160" fmla="*/ 2466975 w 2543175"/>
              <a:gd name="connsiteY160" fmla="*/ 1783556 h 1890712"/>
              <a:gd name="connsiteX161" fmla="*/ 2481263 w 2543175"/>
              <a:gd name="connsiteY161" fmla="*/ 1795462 h 1890712"/>
              <a:gd name="connsiteX162" fmla="*/ 2486025 w 2543175"/>
              <a:gd name="connsiteY162" fmla="*/ 1802606 h 1890712"/>
              <a:gd name="connsiteX163" fmla="*/ 2514600 w 2543175"/>
              <a:gd name="connsiteY163" fmla="*/ 1850231 h 1890712"/>
              <a:gd name="connsiteX164" fmla="*/ 2519363 w 2543175"/>
              <a:gd name="connsiteY164" fmla="*/ 1857375 h 1890712"/>
              <a:gd name="connsiteX165" fmla="*/ 2540794 w 2543175"/>
              <a:gd name="connsiteY165" fmla="*/ 1883569 h 1890712"/>
              <a:gd name="connsiteX166" fmla="*/ 2543175 w 2543175"/>
              <a:gd name="connsiteY16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47812 w 2543175"/>
              <a:gd name="connsiteY99" fmla="*/ 1133475 h 1890712"/>
              <a:gd name="connsiteX100" fmla="*/ 1597819 w 2543175"/>
              <a:gd name="connsiteY100" fmla="*/ 1154906 h 1890712"/>
              <a:gd name="connsiteX101" fmla="*/ 1604963 w 2543175"/>
              <a:gd name="connsiteY101" fmla="*/ 1162050 h 1890712"/>
              <a:gd name="connsiteX102" fmla="*/ 1612107 w 2543175"/>
              <a:gd name="connsiteY102" fmla="*/ 1166812 h 1890712"/>
              <a:gd name="connsiteX103" fmla="*/ 1628775 w 2543175"/>
              <a:gd name="connsiteY103" fmla="*/ 1183481 h 1890712"/>
              <a:gd name="connsiteX104" fmla="*/ 1662113 w 2543175"/>
              <a:gd name="connsiteY104" fmla="*/ 1209675 h 1890712"/>
              <a:gd name="connsiteX105" fmla="*/ 1678782 w 2543175"/>
              <a:gd name="connsiteY105" fmla="*/ 1226344 h 1890712"/>
              <a:gd name="connsiteX106" fmla="*/ 1700213 w 2543175"/>
              <a:gd name="connsiteY106" fmla="*/ 1247775 h 1890712"/>
              <a:gd name="connsiteX107" fmla="*/ 1712119 w 2543175"/>
              <a:gd name="connsiteY107" fmla="*/ 1259681 h 1890712"/>
              <a:gd name="connsiteX108" fmla="*/ 1733550 w 2543175"/>
              <a:gd name="connsiteY108" fmla="*/ 1273969 h 1890712"/>
              <a:gd name="connsiteX109" fmla="*/ 1743075 w 2543175"/>
              <a:gd name="connsiteY109" fmla="*/ 1283494 h 1890712"/>
              <a:gd name="connsiteX110" fmla="*/ 1754982 w 2543175"/>
              <a:gd name="connsiteY110" fmla="*/ 1290637 h 1890712"/>
              <a:gd name="connsiteX111" fmla="*/ 1766888 w 2543175"/>
              <a:gd name="connsiteY111" fmla="*/ 1300162 h 1890712"/>
              <a:gd name="connsiteX112" fmla="*/ 1783557 w 2543175"/>
              <a:gd name="connsiteY112" fmla="*/ 1307306 h 1890712"/>
              <a:gd name="connsiteX113" fmla="*/ 1790700 w 2543175"/>
              <a:gd name="connsiteY113" fmla="*/ 1312069 h 1890712"/>
              <a:gd name="connsiteX114" fmla="*/ 1800225 w 2543175"/>
              <a:gd name="connsiteY114" fmla="*/ 1319212 h 1890712"/>
              <a:gd name="connsiteX115" fmla="*/ 1807369 w 2543175"/>
              <a:gd name="connsiteY115" fmla="*/ 1321594 h 1890712"/>
              <a:gd name="connsiteX116" fmla="*/ 1824038 w 2543175"/>
              <a:gd name="connsiteY116" fmla="*/ 1333500 h 1890712"/>
              <a:gd name="connsiteX117" fmla="*/ 1843088 w 2543175"/>
              <a:gd name="connsiteY117" fmla="*/ 1352550 h 1890712"/>
              <a:gd name="connsiteX118" fmla="*/ 1852613 w 2543175"/>
              <a:gd name="connsiteY118" fmla="*/ 1359694 h 1890712"/>
              <a:gd name="connsiteX119" fmla="*/ 1859757 w 2543175"/>
              <a:gd name="connsiteY119" fmla="*/ 1366837 h 1890712"/>
              <a:gd name="connsiteX120" fmla="*/ 1869282 w 2543175"/>
              <a:gd name="connsiteY120" fmla="*/ 1371600 h 1890712"/>
              <a:gd name="connsiteX121" fmla="*/ 1883569 w 2543175"/>
              <a:gd name="connsiteY121" fmla="*/ 1388269 h 1890712"/>
              <a:gd name="connsiteX122" fmla="*/ 1893094 w 2543175"/>
              <a:gd name="connsiteY122" fmla="*/ 1395412 h 1890712"/>
              <a:gd name="connsiteX123" fmla="*/ 1902619 w 2543175"/>
              <a:gd name="connsiteY123" fmla="*/ 1404937 h 1890712"/>
              <a:gd name="connsiteX124" fmla="*/ 1912144 w 2543175"/>
              <a:gd name="connsiteY124" fmla="*/ 1409700 h 1890712"/>
              <a:gd name="connsiteX125" fmla="*/ 1931194 w 2543175"/>
              <a:gd name="connsiteY125" fmla="*/ 1421606 h 1890712"/>
              <a:gd name="connsiteX126" fmla="*/ 1935957 w 2543175"/>
              <a:gd name="connsiteY126" fmla="*/ 1428750 h 1890712"/>
              <a:gd name="connsiteX127" fmla="*/ 1952625 w 2543175"/>
              <a:gd name="connsiteY127" fmla="*/ 1438275 h 1890712"/>
              <a:gd name="connsiteX128" fmla="*/ 1971675 w 2543175"/>
              <a:gd name="connsiteY128" fmla="*/ 1450181 h 1890712"/>
              <a:gd name="connsiteX129" fmla="*/ 1981200 w 2543175"/>
              <a:gd name="connsiteY129" fmla="*/ 1454944 h 1890712"/>
              <a:gd name="connsiteX130" fmla="*/ 1997869 w 2543175"/>
              <a:gd name="connsiteY130" fmla="*/ 1471612 h 1890712"/>
              <a:gd name="connsiteX131" fmla="*/ 2007394 w 2543175"/>
              <a:gd name="connsiteY131" fmla="*/ 1478756 h 1890712"/>
              <a:gd name="connsiteX132" fmla="*/ 2016919 w 2543175"/>
              <a:gd name="connsiteY132" fmla="*/ 1483519 h 1890712"/>
              <a:gd name="connsiteX133" fmla="*/ 2024063 w 2543175"/>
              <a:gd name="connsiteY133" fmla="*/ 1490662 h 1890712"/>
              <a:gd name="connsiteX134" fmla="*/ 2033588 w 2543175"/>
              <a:gd name="connsiteY134" fmla="*/ 1495425 h 1890712"/>
              <a:gd name="connsiteX135" fmla="*/ 2040732 w 2543175"/>
              <a:gd name="connsiteY135" fmla="*/ 1502569 h 1890712"/>
              <a:gd name="connsiteX136" fmla="*/ 2047875 w 2543175"/>
              <a:gd name="connsiteY136" fmla="*/ 1507331 h 1890712"/>
              <a:gd name="connsiteX137" fmla="*/ 2057400 w 2543175"/>
              <a:gd name="connsiteY137" fmla="*/ 1514475 h 1890712"/>
              <a:gd name="connsiteX138" fmla="*/ 2064544 w 2543175"/>
              <a:gd name="connsiteY138" fmla="*/ 1519237 h 1890712"/>
              <a:gd name="connsiteX139" fmla="*/ 2071688 w 2543175"/>
              <a:gd name="connsiteY139" fmla="*/ 1526381 h 1890712"/>
              <a:gd name="connsiteX140" fmla="*/ 2081213 w 2543175"/>
              <a:gd name="connsiteY140" fmla="*/ 1531144 h 1890712"/>
              <a:gd name="connsiteX141" fmla="*/ 2090738 w 2543175"/>
              <a:gd name="connsiteY141" fmla="*/ 1538287 h 1890712"/>
              <a:gd name="connsiteX142" fmla="*/ 2109788 w 2543175"/>
              <a:gd name="connsiteY142" fmla="*/ 1547812 h 1890712"/>
              <a:gd name="connsiteX143" fmla="*/ 2131219 w 2543175"/>
              <a:gd name="connsiteY143" fmla="*/ 1562100 h 1890712"/>
              <a:gd name="connsiteX144" fmla="*/ 2140744 w 2543175"/>
              <a:gd name="connsiteY144" fmla="*/ 1566862 h 1890712"/>
              <a:gd name="connsiteX145" fmla="*/ 2152650 w 2543175"/>
              <a:gd name="connsiteY145" fmla="*/ 1576387 h 1890712"/>
              <a:gd name="connsiteX146" fmla="*/ 2181225 w 2543175"/>
              <a:gd name="connsiteY146" fmla="*/ 1590675 h 1890712"/>
              <a:gd name="connsiteX147" fmla="*/ 2200275 w 2543175"/>
              <a:gd name="connsiteY147" fmla="*/ 1607344 h 1890712"/>
              <a:gd name="connsiteX148" fmla="*/ 2207419 w 2543175"/>
              <a:gd name="connsiteY148" fmla="*/ 1612106 h 1890712"/>
              <a:gd name="connsiteX149" fmla="*/ 2216944 w 2543175"/>
              <a:gd name="connsiteY149" fmla="*/ 1619250 h 1890712"/>
              <a:gd name="connsiteX150" fmla="*/ 2224088 w 2543175"/>
              <a:gd name="connsiteY150" fmla="*/ 1624012 h 1890712"/>
              <a:gd name="connsiteX151" fmla="*/ 2247900 w 2543175"/>
              <a:gd name="connsiteY151" fmla="*/ 1643062 h 1890712"/>
              <a:gd name="connsiteX152" fmla="*/ 2255044 w 2543175"/>
              <a:gd name="connsiteY152" fmla="*/ 1650206 h 1890712"/>
              <a:gd name="connsiteX153" fmla="*/ 2281238 w 2543175"/>
              <a:gd name="connsiteY153" fmla="*/ 1664494 h 1890712"/>
              <a:gd name="connsiteX154" fmla="*/ 2297907 w 2543175"/>
              <a:gd name="connsiteY154" fmla="*/ 1674019 h 1890712"/>
              <a:gd name="connsiteX155" fmla="*/ 2312194 w 2543175"/>
              <a:gd name="connsiteY155" fmla="*/ 1685925 h 1890712"/>
              <a:gd name="connsiteX156" fmla="*/ 2328863 w 2543175"/>
              <a:gd name="connsiteY156" fmla="*/ 1697831 h 1890712"/>
              <a:gd name="connsiteX157" fmla="*/ 2350294 w 2543175"/>
              <a:gd name="connsiteY157" fmla="*/ 1712119 h 1890712"/>
              <a:gd name="connsiteX158" fmla="*/ 2369344 w 2543175"/>
              <a:gd name="connsiteY158" fmla="*/ 1724025 h 1890712"/>
              <a:gd name="connsiteX159" fmla="*/ 2428876 w 2543175"/>
              <a:gd name="connsiteY159" fmla="*/ 1785938 h 1890712"/>
              <a:gd name="connsiteX160" fmla="*/ 2466975 w 2543175"/>
              <a:gd name="connsiteY160" fmla="*/ 1783556 h 1890712"/>
              <a:gd name="connsiteX161" fmla="*/ 2481263 w 2543175"/>
              <a:gd name="connsiteY161" fmla="*/ 1795462 h 1890712"/>
              <a:gd name="connsiteX162" fmla="*/ 2486025 w 2543175"/>
              <a:gd name="connsiteY162" fmla="*/ 1802606 h 1890712"/>
              <a:gd name="connsiteX163" fmla="*/ 2514600 w 2543175"/>
              <a:gd name="connsiteY163" fmla="*/ 1850231 h 1890712"/>
              <a:gd name="connsiteX164" fmla="*/ 2519363 w 2543175"/>
              <a:gd name="connsiteY164" fmla="*/ 1857375 h 1890712"/>
              <a:gd name="connsiteX165" fmla="*/ 2540794 w 2543175"/>
              <a:gd name="connsiteY165" fmla="*/ 1883569 h 1890712"/>
              <a:gd name="connsiteX166" fmla="*/ 2543175 w 2543175"/>
              <a:gd name="connsiteY16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7819 w 2543175"/>
              <a:gd name="connsiteY100" fmla="*/ 1154906 h 1890712"/>
              <a:gd name="connsiteX101" fmla="*/ 1604963 w 2543175"/>
              <a:gd name="connsiteY101" fmla="*/ 1162050 h 1890712"/>
              <a:gd name="connsiteX102" fmla="*/ 1612107 w 2543175"/>
              <a:gd name="connsiteY102" fmla="*/ 1166812 h 1890712"/>
              <a:gd name="connsiteX103" fmla="*/ 1628775 w 2543175"/>
              <a:gd name="connsiteY103" fmla="*/ 1183481 h 1890712"/>
              <a:gd name="connsiteX104" fmla="*/ 1662113 w 2543175"/>
              <a:gd name="connsiteY104" fmla="*/ 1209675 h 1890712"/>
              <a:gd name="connsiteX105" fmla="*/ 1678782 w 2543175"/>
              <a:gd name="connsiteY105" fmla="*/ 1226344 h 1890712"/>
              <a:gd name="connsiteX106" fmla="*/ 1700213 w 2543175"/>
              <a:gd name="connsiteY106" fmla="*/ 1247775 h 1890712"/>
              <a:gd name="connsiteX107" fmla="*/ 1712119 w 2543175"/>
              <a:gd name="connsiteY107" fmla="*/ 1259681 h 1890712"/>
              <a:gd name="connsiteX108" fmla="*/ 1733550 w 2543175"/>
              <a:gd name="connsiteY108" fmla="*/ 1273969 h 1890712"/>
              <a:gd name="connsiteX109" fmla="*/ 1743075 w 2543175"/>
              <a:gd name="connsiteY109" fmla="*/ 1283494 h 1890712"/>
              <a:gd name="connsiteX110" fmla="*/ 1754982 w 2543175"/>
              <a:gd name="connsiteY110" fmla="*/ 1290637 h 1890712"/>
              <a:gd name="connsiteX111" fmla="*/ 1766888 w 2543175"/>
              <a:gd name="connsiteY111" fmla="*/ 1300162 h 1890712"/>
              <a:gd name="connsiteX112" fmla="*/ 1783557 w 2543175"/>
              <a:gd name="connsiteY112" fmla="*/ 1307306 h 1890712"/>
              <a:gd name="connsiteX113" fmla="*/ 1790700 w 2543175"/>
              <a:gd name="connsiteY113" fmla="*/ 1312069 h 1890712"/>
              <a:gd name="connsiteX114" fmla="*/ 1800225 w 2543175"/>
              <a:gd name="connsiteY114" fmla="*/ 1319212 h 1890712"/>
              <a:gd name="connsiteX115" fmla="*/ 1807369 w 2543175"/>
              <a:gd name="connsiteY115" fmla="*/ 1321594 h 1890712"/>
              <a:gd name="connsiteX116" fmla="*/ 1824038 w 2543175"/>
              <a:gd name="connsiteY116" fmla="*/ 1333500 h 1890712"/>
              <a:gd name="connsiteX117" fmla="*/ 1843088 w 2543175"/>
              <a:gd name="connsiteY117" fmla="*/ 1352550 h 1890712"/>
              <a:gd name="connsiteX118" fmla="*/ 1852613 w 2543175"/>
              <a:gd name="connsiteY118" fmla="*/ 1359694 h 1890712"/>
              <a:gd name="connsiteX119" fmla="*/ 1859757 w 2543175"/>
              <a:gd name="connsiteY119" fmla="*/ 1366837 h 1890712"/>
              <a:gd name="connsiteX120" fmla="*/ 1869282 w 2543175"/>
              <a:gd name="connsiteY120" fmla="*/ 1371600 h 1890712"/>
              <a:gd name="connsiteX121" fmla="*/ 1883569 w 2543175"/>
              <a:gd name="connsiteY121" fmla="*/ 1388269 h 1890712"/>
              <a:gd name="connsiteX122" fmla="*/ 1893094 w 2543175"/>
              <a:gd name="connsiteY122" fmla="*/ 1395412 h 1890712"/>
              <a:gd name="connsiteX123" fmla="*/ 1902619 w 2543175"/>
              <a:gd name="connsiteY123" fmla="*/ 1404937 h 1890712"/>
              <a:gd name="connsiteX124" fmla="*/ 1912144 w 2543175"/>
              <a:gd name="connsiteY124" fmla="*/ 1409700 h 1890712"/>
              <a:gd name="connsiteX125" fmla="*/ 1931194 w 2543175"/>
              <a:gd name="connsiteY125" fmla="*/ 1421606 h 1890712"/>
              <a:gd name="connsiteX126" fmla="*/ 1935957 w 2543175"/>
              <a:gd name="connsiteY126" fmla="*/ 1428750 h 1890712"/>
              <a:gd name="connsiteX127" fmla="*/ 1952625 w 2543175"/>
              <a:gd name="connsiteY127" fmla="*/ 1438275 h 1890712"/>
              <a:gd name="connsiteX128" fmla="*/ 1971675 w 2543175"/>
              <a:gd name="connsiteY128" fmla="*/ 1450181 h 1890712"/>
              <a:gd name="connsiteX129" fmla="*/ 1981200 w 2543175"/>
              <a:gd name="connsiteY129" fmla="*/ 1454944 h 1890712"/>
              <a:gd name="connsiteX130" fmla="*/ 1997869 w 2543175"/>
              <a:gd name="connsiteY130" fmla="*/ 1471612 h 1890712"/>
              <a:gd name="connsiteX131" fmla="*/ 2007394 w 2543175"/>
              <a:gd name="connsiteY131" fmla="*/ 1478756 h 1890712"/>
              <a:gd name="connsiteX132" fmla="*/ 2016919 w 2543175"/>
              <a:gd name="connsiteY132" fmla="*/ 1483519 h 1890712"/>
              <a:gd name="connsiteX133" fmla="*/ 2024063 w 2543175"/>
              <a:gd name="connsiteY133" fmla="*/ 1490662 h 1890712"/>
              <a:gd name="connsiteX134" fmla="*/ 2033588 w 2543175"/>
              <a:gd name="connsiteY134" fmla="*/ 1495425 h 1890712"/>
              <a:gd name="connsiteX135" fmla="*/ 2040732 w 2543175"/>
              <a:gd name="connsiteY135" fmla="*/ 1502569 h 1890712"/>
              <a:gd name="connsiteX136" fmla="*/ 2047875 w 2543175"/>
              <a:gd name="connsiteY136" fmla="*/ 1507331 h 1890712"/>
              <a:gd name="connsiteX137" fmla="*/ 2057400 w 2543175"/>
              <a:gd name="connsiteY137" fmla="*/ 1514475 h 1890712"/>
              <a:gd name="connsiteX138" fmla="*/ 2064544 w 2543175"/>
              <a:gd name="connsiteY138" fmla="*/ 1519237 h 1890712"/>
              <a:gd name="connsiteX139" fmla="*/ 2071688 w 2543175"/>
              <a:gd name="connsiteY139" fmla="*/ 1526381 h 1890712"/>
              <a:gd name="connsiteX140" fmla="*/ 2081213 w 2543175"/>
              <a:gd name="connsiteY140" fmla="*/ 1531144 h 1890712"/>
              <a:gd name="connsiteX141" fmla="*/ 2090738 w 2543175"/>
              <a:gd name="connsiteY141" fmla="*/ 1538287 h 1890712"/>
              <a:gd name="connsiteX142" fmla="*/ 2109788 w 2543175"/>
              <a:gd name="connsiteY142" fmla="*/ 1547812 h 1890712"/>
              <a:gd name="connsiteX143" fmla="*/ 2131219 w 2543175"/>
              <a:gd name="connsiteY143" fmla="*/ 1562100 h 1890712"/>
              <a:gd name="connsiteX144" fmla="*/ 2140744 w 2543175"/>
              <a:gd name="connsiteY144" fmla="*/ 1566862 h 1890712"/>
              <a:gd name="connsiteX145" fmla="*/ 2152650 w 2543175"/>
              <a:gd name="connsiteY145" fmla="*/ 1576387 h 1890712"/>
              <a:gd name="connsiteX146" fmla="*/ 2181225 w 2543175"/>
              <a:gd name="connsiteY146" fmla="*/ 1590675 h 1890712"/>
              <a:gd name="connsiteX147" fmla="*/ 2200275 w 2543175"/>
              <a:gd name="connsiteY147" fmla="*/ 1607344 h 1890712"/>
              <a:gd name="connsiteX148" fmla="*/ 2207419 w 2543175"/>
              <a:gd name="connsiteY148" fmla="*/ 1612106 h 1890712"/>
              <a:gd name="connsiteX149" fmla="*/ 2216944 w 2543175"/>
              <a:gd name="connsiteY149" fmla="*/ 1619250 h 1890712"/>
              <a:gd name="connsiteX150" fmla="*/ 2224088 w 2543175"/>
              <a:gd name="connsiteY150" fmla="*/ 1624012 h 1890712"/>
              <a:gd name="connsiteX151" fmla="*/ 2247900 w 2543175"/>
              <a:gd name="connsiteY151" fmla="*/ 1643062 h 1890712"/>
              <a:gd name="connsiteX152" fmla="*/ 2255044 w 2543175"/>
              <a:gd name="connsiteY152" fmla="*/ 1650206 h 1890712"/>
              <a:gd name="connsiteX153" fmla="*/ 2281238 w 2543175"/>
              <a:gd name="connsiteY153" fmla="*/ 1664494 h 1890712"/>
              <a:gd name="connsiteX154" fmla="*/ 2297907 w 2543175"/>
              <a:gd name="connsiteY154" fmla="*/ 1674019 h 1890712"/>
              <a:gd name="connsiteX155" fmla="*/ 2312194 w 2543175"/>
              <a:gd name="connsiteY155" fmla="*/ 1685925 h 1890712"/>
              <a:gd name="connsiteX156" fmla="*/ 2328863 w 2543175"/>
              <a:gd name="connsiteY156" fmla="*/ 1697831 h 1890712"/>
              <a:gd name="connsiteX157" fmla="*/ 2350294 w 2543175"/>
              <a:gd name="connsiteY157" fmla="*/ 1712119 h 1890712"/>
              <a:gd name="connsiteX158" fmla="*/ 2369344 w 2543175"/>
              <a:gd name="connsiteY158" fmla="*/ 1724025 h 1890712"/>
              <a:gd name="connsiteX159" fmla="*/ 2428876 w 2543175"/>
              <a:gd name="connsiteY159" fmla="*/ 1785938 h 1890712"/>
              <a:gd name="connsiteX160" fmla="*/ 2466975 w 2543175"/>
              <a:gd name="connsiteY160" fmla="*/ 1783556 h 1890712"/>
              <a:gd name="connsiteX161" fmla="*/ 2481263 w 2543175"/>
              <a:gd name="connsiteY161" fmla="*/ 1795462 h 1890712"/>
              <a:gd name="connsiteX162" fmla="*/ 2486025 w 2543175"/>
              <a:gd name="connsiteY162" fmla="*/ 1802606 h 1890712"/>
              <a:gd name="connsiteX163" fmla="*/ 2514600 w 2543175"/>
              <a:gd name="connsiteY163" fmla="*/ 1850231 h 1890712"/>
              <a:gd name="connsiteX164" fmla="*/ 2519363 w 2543175"/>
              <a:gd name="connsiteY164" fmla="*/ 1857375 h 1890712"/>
              <a:gd name="connsiteX165" fmla="*/ 2540794 w 2543175"/>
              <a:gd name="connsiteY165" fmla="*/ 1883569 h 1890712"/>
              <a:gd name="connsiteX166" fmla="*/ 2543175 w 2543175"/>
              <a:gd name="connsiteY16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7819 w 2543175"/>
              <a:gd name="connsiteY100" fmla="*/ 1154906 h 1890712"/>
              <a:gd name="connsiteX101" fmla="*/ 1604963 w 2543175"/>
              <a:gd name="connsiteY101" fmla="*/ 1162050 h 1890712"/>
              <a:gd name="connsiteX102" fmla="*/ 1628775 w 2543175"/>
              <a:gd name="connsiteY102" fmla="*/ 1183481 h 1890712"/>
              <a:gd name="connsiteX103" fmla="*/ 1662113 w 2543175"/>
              <a:gd name="connsiteY103" fmla="*/ 1209675 h 1890712"/>
              <a:gd name="connsiteX104" fmla="*/ 1678782 w 2543175"/>
              <a:gd name="connsiteY104" fmla="*/ 1226344 h 1890712"/>
              <a:gd name="connsiteX105" fmla="*/ 1700213 w 2543175"/>
              <a:gd name="connsiteY105" fmla="*/ 1247775 h 1890712"/>
              <a:gd name="connsiteX106" fmla="*/ 1712119 w 2543175"/>
              <a:gd name="connsiteY106" fmla="*/ 1259681 h 1890712"/>
              <a:gd name="connsiteX107" fmla="*/ 1733550 w 2543175"/>
              <a:gd name="connsiteY107" fmla="*/ 1273969 h 1890712"/>
              <a:gd name="connsiteX108" fmla="*/ 1743075 w 2543175"/>
              <a:gd name="connsiteY108" fmla="*/ 1283494 h 1890712"/>
              <a:gd name="connsiteX109" fmla="*/ 1754982 w 2543175"/>
              <a:gd name="connsiteY109" fmla="*/ 1290637 h 1890712"/>
              <a:gd name="connsiteX110" fmla="*/ 1766888 w 2543175"/>
              <a:gd name="connsiteY110" fmla="*/ 1300162 h 1890712"/>
              <a:gd name="connsiteX111" fmla="*/ 1783557 w 2543175"/>
              <a:gd name="connsiteY111" fmla="*/ 1307306 h 1890712"/>
              <a:gd name="connsiteX112" fmla="*/ 1790700 w 2543175"/>
              <a:gd name="connsiteY112" fmla="*/ 1312069 h 1890712"/>
              <a:gd name="connsiteX113" fmla="*/ 1800225 w 2543175"/>
              <a:gd name="connsiteY113" fmla="*/ 1319212 h 1890712"/>
              <a:gd name="connsiteX114" fmla="*/ 1807369 w 2543175"/>
              <a:gd name="connsiteY114" fmla="*/ 1321594 h 1890712"/>
              <a:gd name="connsiteX115" fmla="*/ 1824038 w 2543175"/>
              <a:gd name="connsiteY115" fmla="*/ 1333500 h 1890712"/>
              <a:gd name="connsiteX116" fmla="*/ 1843088 w 2543175"/>
              <a:gd name="connsiteY116" fmla="*/ 1352550 h 1890712"/>
              <a:gd name="connsiteX117" fmla="*/ 1852613 w 2543175"/>
              <a:gd name="connsiteY117" fmla="*/ 1359694 h 1890712"/>
              <a:gd name="connsiteX118" fmla="*/ 1859757 w 2543175"/>
              <a:gd name="connsiteY118" fmla="*/ 1366837 h 1890712"/>
              <a:gd name="connsiteX119" fmla="*/ 1869282 w 2543175"/>
              <a:gd name="connsiteY119" fmla="*/ 1371600 h 1890712"/>
              <a:gd name="connsiteX120" fmla="*/ 1883569 w 2543175"/>
              <a:gd name="connsiteY120" fmla="*/ 1388269 h 1890712"/>
              <a:gd name="connsiteX121" fmla="*/ 1893094 w 2543175"/>
              <a:gd name="connsiteY121" fmla="*/ 1395412 h 1890712"/>
              <a:gd name="connsiteX122" fmla="*/ 1902619 w 2543175"/>
              <a:gd name="connsiteY122" fmla="*/ 1404937 h 1890712"/>
              <a:gd name="connsiteX123" fmla="*/ 1912144 w 2543175"/>
              <a:gd name="connsiteY123" fmla="*/ 1409700 h 1890712"/>
              <a:gd name="connsiteX124" fmla="*/ 1931194 w 2543175"/>
              <a:gd name="connsiteY124" fmla="*/ 1421606 h 1890712"/>
              <a:gd name="connsiteX125" fmla="*/ 1935957 w 2543175"/>
              <a:gd name="connsiteY125" fmla="*/ 1428750 h 1890712"/>
              <a:gd name="connsiteX126" fmla="*/ 1952625 w 2543175"/>
              <a:gd name="connsiteY126" fmla="*/ 1438275 h 1890712"/>
              <a:gd name="connsiteX127" fmla="*/ 1971675 w 2543175"/>
              <a:gd name="connsiteY127" fmla="*/ 1450181 h 1890712"/>
              <a:gd name="connsiteX128" fmla="*/ 1981200 w 2543175"/>
              <a:gd name="connsiteY128" fmla="*/ 1454944 h 1890712"/>
              <a:gd name="connsiteX129" fmla="*/ 1997869 w 2543175"/>
              <a:gd name="connsiteY129" fmla="*/ 1471612 h 1890712"/>
              <a:gd name="connsiteX130" fmla="*/ 2007394 w 2543175"/>
              <a:gd name="connsiteY130" fmla="*/ 1478756 h 1890712"/>
              <a:gd name="connsiteX131" fmla="*/ 2016919 w 2543175"/>
              <a:gd name="connsiteY131" fmla="*/ 1483519 h 1890712"/>
              <a:gd name="connsiteX132" fmla="*/ 2024063 w 2543175"/>
              <a:gd name="connsiteY132" fmla="*/ 1490662 h 1890712"/>
              <a:gd name="connsiteX133" fmla="*/ 2033588 w 2543175"/>
              <a:gd name="connsiteY133" fmla="*/ 1495425 h 1890712"/>
              <a:gd name="connsiteX134" fmla="*/ 2040732 w 2543175"/>
              <a:gd name="connsiteY134" fmla="*/ 1502569 h 1890712"/>
              <a:gd name="connsiteX135" fmla="*/ 2047875 w 2543175"/>
              <a:gd name="connsiteY135" fmla="*/ 1507331 h 1890712"/>
              <a:gd name="connsiteX136" fmla="*/ 2057400 w 2543175"/>
              <a:gd name="connsiteY136" fmla="*/ 1514475 h 1890712"/>
              <a:gd name="connsiteX137" fmla="*/ 2064544 w 2543175"/>
              <a:gd name="connsiteY137" fmla="*/ 1519237 h 1890712"/>
              <a:gd name="connsiteX138" fmla="*/ 2071688 w 2543175"/>
              <a:gd name="connsiteY138" fmla="*/ 1526381 h 1890712"/>
              <a:gd name="connsiteX139" fmla="*/ 2081213 w 2543175"/>
              <a:gd name="connsiteY139" fmla="*/ 1531144 h 1890712"/>
              <a:gd name="connsiteX140" fmla="*/ 2090738 w 2543175"/>
              <a:gd name="connsiteY140" fmla="*/ 1538287 h 1890712"/>
              <a:gd name="connsiteX141" fmla="*/ 2109788 w 2543175"/>
              <a:gd name="connsiteY141" fmla="*/ 1547812 h 1890712"/>
              <a:gd name="connsiteX142" fmla="*/ 2131219 w 2543175"/>
              <a:gd name="connsiteY142" fmla="*/ 1562100 h 1890712"/>
              <a:gd name="connsiteX143" fmla="*/ 2140744 w 2543175"/>
              <a:gd name="connsiteY143" fmla="*/ 1566862 h 1890712"/>
              <a:gd name="connsiteX144" fmla="*/ 2152650 w 2543175"/>
              <a:gd name="connsiteY144" fmla="*/ 1576387 h 1890712"/>
              <a:gd name="connsiteX145" fmla="*/ 2181225 w 2543175"/>
              <a:gd name="connsiteY145" fmla="*/ 1590675 h 1890712"/>
              <a:gd name="connsiteX146" fmla="*/ 2200275 w 2543175"/>
              <a:gd name="connsiteY146" fmla="*/ 1607344 h 1890712"/>
              <a:gd name="connsiteX147" fmla="*/ 2207419 w 2543175"/>
              <a:gd name="connsiteY147" fmla="*/ 1612106 h 1890712"/>
              <a:gd name="connsiteX148" fmla="*/ 2216944 w 2543175"/>
              <a:gd name="connsiteY148" fmla="*/ 1619250 h 1890712"/>
              <a:gd name="connsiteX149" fmla="*/ 2224088 w 2543175"/>
              <a:gd name="connsiteY149" fmla="*/ 1624012 h 1890712"/>
              <a:gd name="connsiteX150" fmla="*/ 2247900 w 2543175"/>
              <a:gd name="connsiteY150" fmla="*/ 1643062 h 1890712"/>
              <a:gd name="connsiteX151" fmla="*/ 2255044 w 2543175"/>
              <a:gd name="connsiteY151" fmla="*/ 1650206 h 1890712"/>
              <a:gd name="connsiteX152" fmla="*/ 2281238 w 2543175"/>
              <a:gd name="connsiteY152" fmla="*/ 1664494 h 1890712"/>
              <a:gd name="connsiteX153" fmla="*/ 2297907 w 2543175"/>
              <a:gd name="connsiteY153" fmla="*/ 1674019 h 1890712"/>
              <a:gd name="connsiteX154" fmla="*/ 2312194 w 2543175"/>
              <a:gd name="connsiteY154" fmla="*/ 1685925 h 1890712"/>
              <a:gd name="connsiteX155" fmla="*/ 2328863 w 2543175"/>
              <a:gd name="connsiteY155" fmla="*/ 1697831 h 1890712"/>
              <a:gd name="connsiteX156" fmla="*/ 2350294 w 2543175"/>
              <a:gd name="connsiteY156" fmla="*/ 1712119 h 1890712"/>
              <a:gd name="connsiteX157" fmla="*/ 2369344 w 2543175"/>
              <a:gd name="connsiteY157" fmla="*/ 1724025 h 1890712"/>
              <a:gd name="connsiteX158" fmla="*/ 2428876 w 2543175"/>
              <a:gd name="connsiteY158" fmla="*/ 1785938 h 1890712"/>
              <a:gd name="connsiteX159" fmla="*/ 2466975 w 2543175"/>
              <a:gd name="connsiteY159" fmla="*/ 1783556 h 1890712"/>
              <a:gd name="connsiteX160" fmla="*/ 2481263 w 2543175"/>
              <a:gd name="connsiteY160" fmla="*/ 1795462 h 1890712"/>
              <a:gd name="connsiteX161" fmla="*/ 2486025 w 2543175"/>
              <a:gd name="connsiteY161" fmla="*/ 1802606 h 1890712"/>
              <a:gd name="connsiteX162" fmla="*/ 2514600 w 2543175"/>
              <a:gd name="connsiteY162" fmla="*/ 1850231 h 1890712"/>
              <a:gd name="connsiteX163" fmla="*/ 2519363 w 2543175"/>
              <a:gd name="connsiteY163" fmla="*/ 1857375 h 1890712"/>
              <a:gd name="connsiteX164" fmla="*/ 2540794 w 2543175"/>
              <a:gd name="connsiteY164" fmla="*/ 1883569 h 1890712"/>
              <a:gd name="connsiteX165" fmla="*/ 2543175 w 2543175"/>
              <a:gd name="connsiteY165"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7819 w 2543175"/>
              <a:gd name="connsiteY100" fmla="*/ 1154906 h 1890712"/>
              <a:gd name="connsiteX101" fmla="*/ 1628775 w 2543175"/>
              <a:gd name="connsiteY101" fmla="*/ 1183481 h 1890712"/>
              <a:gd name="connsiteX102" fmla="*/ 1662113 w 2543175"/>
              <a:gd name="connsiteY102" fmla="*/ 1209675 h 1890712"/>
              <a:gd name="connsiteX103" fmla="*/ 1678782 w 2543175"/>
              <a:gd name="connsiteY103" fmla="*/ 1226344 h 1890712"/>
              <a:gd name="connsiteX104" fmla="*/ 1700213 w 2543175"/>
              <a:gd name="connsiteY104" fmla="*/ 1247775 h 1890712"/>
              <a:gd name="connsiteX105" fmla="*/ 1712119 w 2543175"/>
              <a:gd name="connsiteY105" fmla="*/ 1259681 h 1890712"/>
              <a:gd name="connsiteX106" fmla="*/ 1733550 w 2543175"/>
              <a:gd name="connsiteY106" fmla="*/ 1273969 h 1890712"/>
              <a:gd name="connsiteX107" fmla="*/ 1743075 w 2543175"/>
              <a:gd name="connsiteY107" fmla="*/ 1283494 h 1890712"/>
              <a:gd name="connsiteX108" fmla="*/ 1754982 w 2543175"/>
              <a:gd name="connsiteY108" fmla="*/ 1290637 h 1890712"/>
              <a:gd name="connsiteX109" fmla="*/ 1766888 w 2543175"/>
              <a:gd name="connsiteY109" fmla="*/ 1300162 h 1890712"/>
              <a:gd name="connsiteX110" fmla="*/ 1783557 w 2543175"/>
              <a:gd name="connsiteY110" fmla="*/ 1307306 h 1890712"/>
              <a:gd name="connsiteX111" fmla="*/ 1790700 w 2543175"/>
              <a:gd name="connsiteY111" fmla="*/ 1312069 h 1890712"/>
              <a:gd name="connsiteX112" fmla="*/ 1800225 w 2543175"/>
              <a:gd name="connsiteY112" fmla="*/ 1319212 h 1890712"/>
              <a:gd name="connsiteX113" fmla="*/ 1807369 w 2543175"/>
              <a:gd name="connsiteY113" fmla="*/ 1321594 h 1890712"/>
              <a:gd name="connsiteX114" fmla="*/ 1824038 w 2543175"/>
              <a:gd name="connsiteY114" fmla="*/ 1333500 h 1890712"/>
              <a:gd name="connsiteX115" fmla="*/ 1843088 w 2543175"/>
              <a:gd name="connsiteY115" fmla="*/ 1352550 h 1890712"/>
              <a:gd name="connsiteX116" fmla="*/ 1852613 w 2543175"/>
              <a:gd name="connsiteY116" fmla="*/ 1359694 h 1890712"/>
              <a:gd name="connsiteX117" fmla="*/ 1859757 w 2543175"/>
              <a:gd name="connsiteY117" fmla="*/ 1366837 h 1890712"/>
              <a:gd name="connsiteX118" fmla="*/ 1869282 w 2543175"/>
              <a:gd name="connsiteY118" fmla="*/ 1371600 h 1890712"/>
              <a:gd name="connsiteX119" fmla="*/ 1883569 w 2543175"/>
              <a:gd name="connsiteY119" fmla="*/ 1388269 h 1890712"/>
              <a:gd name="connsiteX120" fmla="*/ 1893094 w 2543175"/>
              <a:gd name="connsiteY120" fmla="*/ 1395412 h 1890712"/>
              <a:gd name="connsiteX121" fmla="*/ 1902619 w 2543175"/>
              <a:gd name="connsiteY121" fmla="*/ 1404937 h 1890712"/>
              <a:gd name="connsiteX122" fmla="*/ 1912144 w 2543175"/>
              <a:gd name="connsiteY122" fmla="*/ 1409700 h 1890712"/>
              <a:gd name="connsiteX123" fmla="*/ 1931194 w 2543175"/>
              <a:gd name="connsiteY123" fmla="*/ 1421606 h 1890712"/>
              <a:gd name="connsiteX124" fmla="*/ 1935957 w 2543175"/>
              <a:gd name="connsiteY124" fmla="*/ 1428750 h 1890712"/>
              <a:gd name="connsiteX125" fmla="*/ 1952625 w 2543175"/>
              <a:gd name="connsiteY125" fmla="*/ 1438275 h 1890712"/>
              <a:gd name="connsiteX126" fmla="*/ 1971675 w 2543175"/>
              <a:gd name="connsiteY126" fmla="*/ 1450181 h 1890712"/>
              <a:gd name="connsiteX127" fmla="*/ 1981200 w 2543175"/>
              <a:gd name="connsiteY127" fmla="*/ 1454944 h 1890712"/>
              <a:gd name="connsiteX128" fmla="*/ 1997869 w 2543175"/>
              <a:gd name="connsiteY128" fmla="*/ 1471612 h 1890712"/>
              <a:gd name="connsiteX129" fmla="*/ 2007394 w 2543175"/>
              <a:gd name="connsiteY129" fmla="*/ 1478756 h 1890712"/>
              <a:gd name="connsiteX130" fmla="*/ 2016919 w 2543175"/>
              <a:gd name="connsiteY130" fmla="*/ 1483519 h 1890712"/>
              <a:gd name="connsiteX131" fmla="*/ 2024063 w 2543175"/>
              <a:gd name="connsiteY131" fmla="*/ 1490662 h 1890712"/>
              <a:gd name="connsiteX132" fmla="*/ 2033588 w 2543175"/>
              <a:gd name="connsiteY132" fmla="*/ 1495425 h 1890712"/>
              <a:gd name="connsiteX133" fmla="*/ 2040732 w 2543175"/>
              <a:gd name="connsiteY133" fmla="*/ 1502569 h 1890712"/>
              <a:gd name="connsiteX134" fmla="*/ 2047875 w 2543175"/>
              <a:gd name="connsiteY134" fmla="*/ 1507331 h 1890712"/>
              <a:gd name="connsiteX135" fmla="*/ 2057400 w 2543175"/>
              <a:gd name="connsiteY135" fmla="*/ 1514475 h 1890712"/>
              <a:gd name="connsiteX136" fmla="*/ 2064544 w 2543175"/>
              <a:gd name="connsiteY136" fmla="*/ 1519237 h 1890712"/>
              <a:gd name="connsiteX137" fmla="*/ 2071688 w 2543175"/>
              <a:gd name="connsiteY137" fmla="*/ 1526381 h 1890712"/>
              <a:gd name="connsiteX138" fmla="*/ 2081213 w 2543175"/>
              <a:gd name="connsiteY138" fmla="*/ 1531144 h 1890712"/>
              <a:gd name="connsiteX139" fmla="*/ 2090738 w 2543175"/>
              <a:gd name="connsiteY139" fmla="*/ 1538287 h 1890712"/>
              <a:gd name="connsiteX140" fmla="*/ 2109788 w 2543175"/>
              <a:gd name="connsiteY140" fmla="*/ 1547812 h 1890712"/>
              <a:gd name="connsiteX141" fmla="*/ 2131219 w 2543175"/>
              <a:gd name="connsiteY141" fmla="*/ 1562100 h 1890712"/>
              <a:gd name="connsiteX142" fmla="*/ 2140744 w 2543175"/>
              <a:gd name="connsiteY142" fmla="*/ 1566862 h 1890712"/>
              <a:gd name="connsiteX143" fmla="*/ 2152650 w 2543175"/>
              <a:gd name="connsiteY143" fmla="*/ 1576387 h 1890712"/>
              <a:gd name="connsiteX144" fmla="*/ 2181225 w 2543175"/>
              <a:gd name="connsiteY144" fmla="*/ 1590675 h 1890712"/>
              <a:gd name="connsiteX145" fmla="*/ 2200275 w 2543175"/>
              <a:gd name="connsiteY145" fmla="*/ 1607344 h 1890712"/>
              <a:gd name="connsiteX146" fmla="*/ 2207419 w 2543175"/>
              <a:gd name="connsiteY146" fmla="*/ 1612106 h 1890712"/>
              <a:gd name="connsiteX147" fmla="*/ 2216944 w 2543175"/>
              <a:gd name="connsiteY147" fmla="*/ 1619250 h 1890712"/>
              <a:gd name="connsiteX148" fmla="*/ 2224088 w 2543175"/>
              <a:gd name="connsiteY148" fmla="*/ 1624012 h 1890712"/>
              <a:gd name="connsiteX149" fmla="*/ 2247900 w 2543175"/>
              <a:gd name="connsiteY149" fmla="*/ 1643062 h 1890712"/>
              <a:gd name="connsiteX150" fmla="*/ 2255044 w 2543175"/>
              <a:gd name="connsiteY150" fmla="*/ 1650206 h 1890712"/>
              <a:gd name="connsiteX151" fmla="*/ 2281238 w 2543175"/>
              <a:gd name="connsiteY151" fmla="*/ 1664494 h 1890712"/>
              <a:gd name="connsiteX152" fmla="*/ 2297907 w 2543175"/>
              <a:gd name="connsiteY152" fmla="*/ 1674019 h 1890712"/>
              <a:gd name="connsiteX153" fmla="*/ 2312194 w 2543175"/>
              <a:gd name="connsiteY153" fmla="*/ 1685925 h 1890712"/>
              <a:gd name="connsiteX154" fmla="*/ 2328863 w 2543175"/>
              <a:gd name="connsiteY154" fmla="*/ 1697831 h 1890712"/>
              <a:gd name="connsiteX155" fmla="*/ 2350294 w 2543175"/>
              <a:gd name="connsiteY155" fmla="*/ 1712119 h 1890712"/>
              <a:gd name="connsiteX156" fmla="*/ 2369344 w 2543175"/>
              <a:gd name="connsiteY156" fmla="*/ 1724025 h 1890712"/>
              <a:gd name="connsiteX157" fmla="*/ 2428876 w 2543175"/>
              <a:gd name="connsiteY157" fmla="*/ 1785938 h 1890712"/>
              <a:gd name="connsiteX158" fmla="*/ 2466975 w 2543175"/>
              <a:gd name="connsiteY158" fmla="*/ 1783556 h 1890712"/>
              <a:gd name="connsiteX159" fmla="*/ 2481263 w 2543175"/>
              <a:gd name="connsiteY159" fmla="*/ 1795462 h 1890712"/>
              <a:gd name="connsiteX160" fmla="*/ 2486025 w 2543175"/>
              <a:gd name="connsiteY160" fmla="*/ 1802606 h 1890712"/>
              <a:gd name="connsiteX161" fmla="*/ 2514600 w 2543175"/>
              <a:gd name="connsiteY161" fmla="*/ 1850231 h 1890712"/>
              <a:gd name="connsiteX162" fmla="*/ 2519363 w 2543175"/>
              <a:gd name="connsiteY162" fmla="*/ 1857375 h 1890712"/>
              <a:gd name="connsiteX163" fmla="*/ 2540794 w 2543175"/>
              <a:gd name="connsiteY163" fmla="*/ 1883569 h 1890712"/>
              <a:gd name="connsiteX164" fmla="*/ 2543175 w 2543175"/>
              <a:gd name="connsiteY16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183481 h 1890712"/>
              <a:gd name="connsiteX102" fmla="*/ 1662113 w 2543175"/>
              <a:gd name="connsiteY102" fmla="*/ 1209675 h 1890712"/>
              <a:gd name="connsiteX103" fmla="*/ 1678782 w 2543175"/>
              <a:gd name="connsiteY103" fmla="*/ 1226344 h 1890712"/>
              <a:gd name="connsiteX104" fmla="*/ 1700213 w 2543175"/>
              <a:gd name="connsiteY104" fmla="*/ 1247775 h 1890712"/>
              <a:gd name="connsiteX105" fmla="*/ 1712119 w 2543175"/>
              <a:gd name="connsiteY105" fmla="*/ 1259681 h 1890712"/>
              <a:gd name="connsiteX106" fmla="*/ 1733550 w 2543175"/>
              <a:gd name="connsiteY106" fmla="*/ 1273969 h 1890712"/>
              <a:gd name="connsiteX107" fmla="*/ 1743075 w 2543175"/>
              <a:gd name="connsiteY107" fmla="*/ 1283494 h 1890712"/>
              <a:gd name="connsiteX108" fmla="*/ 1754982 w 2543175"/>
              <a:gd name="connsiteY108" fmla="*/ 1290637 h 1890712"/>
              <a:gd name="connsiteX109" fmla="*/ 1766888 w 2543175"/>
              <a:gd name="connsiteY109" fmla="*/ 1300162 h 1890712"/>
              <a:gd name="connsiteX110" fmla="*/ 1783557 w 2543175"/>
              <a:gd name="connsiteY110" fmla="*/ 1307306 h 1890712"/>
              <a:gd name="connsiteX111" fmla="*/ 1790700 w 2543175"/>
              <a:gd name="connsiteY111" fmla="*/ 1312069 h 1890712"/>
              <a:gd name="connsiteX112" fmla="*/ 1800225 w 2543175"/>
              <a:gd name="connsiteY112" fmla="*/ 1319212 h 1890712"/>
              <a:gd name="connsiteX113" fmla="*/ 1807369 w 2543175"/>
              <a:gd name="connsiteY113" fmla="*/ 1321594 h 1890712"/>
              <a:gd name="connsiteX114" fmla="*/ 1824038 w 2543175"/>
              <a:gd name="connsiteY114" fmla="*/ 1333500 h 1890712"/>
              <a:gd name="connsiteX115" fmla="*/ 1843088 w 2543175"/>
              <a:gd name="connsiteY115" fmla="*/ 1352550 h 1890712"/>
              <a:gd name="connsiteX116" fmla="*/ 1852613 w 2543175"/>
              <a:gd name="connsiteY116" fmla="*/ 1359694 h 1890712"/>
              <a:gd name="connsiteX117" fmla="*/ 1859757 w 2543175"/>
              <a:gd name="connsiteY117" fmla="*/ 1366837 h 1890712"/>
              <a:gd name="connsiteX118" fmla="*/ 1869282 w 2543175"/>
              <a:gd name="connsiteY118" fmla="*/ 1371600 h 1890712"/>
              <a:gd name="connsiteX119" fmla="*/ 1883569 w 2543175"/>
              <a:gd name="connsiteY119" fmla="*/ 1388269 h 1890712"/>
              <a:gd name="connsiteX120" fmla="*/ 1893094 w 2543175"/>
              <a:gd name="connsiteY120" fmla="*/ 1395412 h 1890712"/>
              <a:gd name="connsiteX121" fmla="*/ 1902619 w 2543175"/>
              <a:gd name="connsiteY121" fmla="*/ 1404937 h 1890712"/>
              <a:gd name="connsiteX122" fmla="*/ 1912144 w 2543175"/>
              <a:gd name="connsiteY122" fmla="*/ 1409700 h 1890712"/>
              <a:gd name="connsiteX123" fmla="*/ 1931194 w 2543175"/>
              <a:gd name="connsiteY123" fmla="*/ 1421606 h 1890712"/>
              <a:gd name="connsiteX124" fmla="*/ 1935957 w 2543175"/>
              <a:gd name="connsiteY124" fmla="*/ 1428750 h 1890712"/>
              <a:gd name="connsiteX125" fmla="*/ 1952625 w 2543175"/>
              <a:gd name="connsiteY125" fmla="*/ 1438275 h 1890712"/>
              <a:gd name="connsiteX126" fmla="*/ 1971675 w 2543175"/>
              <a:gd name="connsiteY126" fmla="*/ 1450181 h 1890712"/>
              <a:gd name="connsiteX127" fmla="*/ 1981200 w 2543175"/>
              <a:gd name="connsiteY127" fmla="*/ 1454944 h 1890712"/>
              <a:gd name="connsiteX128" fmla="*/ 1997869 w 2543175"/>
              <a:gd name="connsiteY128" fmla="*/ 1471612 h 1890712"/>
              <a:gd name="connsiteX129" fmla="*/ 2007394 w 2543175"/>
              <a:gd name="connsiteY129" fmla="*/ 1478756 h 1890712"/>
              <a:gd name="connsiteX130" fmla="*/ 2016919 w 2543175"/>
              <a:gd name="connsiteY130" fmla="*/ 1483519 h 1890712"/>
              <a:gd name="connsiteX131" fmla="*/ 2024063 w 2543175"/>
              <a:gd name="connsiteY131" fmla="*/ 1490662 h 1890712"/>
              <a:gd name="connsiteX132" fmla="*/ 2033588 w 2543175"/>
              <a:gd name="connsiteY132" fmla="*/ 1495425 h 1890712"/>
              <a:gd name="connsiteX133" fmla="*/ 2040732 w 2543175"/>
              <a:gd name="connsiteY133" fmla="*/ 1502569 h 1890712"/>
              <a:gd name="connsiteX134" fmla="*/ 2047875 w 2543175"/>
              <a:gd name="connsiteY134" fmla="*/ 1507331 h 1890712"/>
              <a:gd name="connsiteX135" fmla="*/ 2057400 w 2543175"/>
              <a:gd name="connsiteY135" fmla="*/ 1514475 h 1890712"/>
              <a:gd name="connsiteX136" fmla="*/ 2064544 w 2543175"/>
              <a:gd name="connsiteY136" fmla="*/ 1519237 h 1890712"/>
              <a:gd name="connsiteX137" fmla="*/ 2071688 w 2543175"/>
              <a:gd name="connsiteY137" fmla="*/ 1526381 h 1890712"/>
              <a:gd name="connsiteX138" fmla="*/ 2081213 w 2543175"/>
              <a:gd name="connsiteY138" fmla="*/ 1531144 h 1890712"/>
              <a:gd name="connsiteX139" fmla="*/ 2090738 w 2543175"/>
              <a:gd name="connsiteY139" fmla="*/ 1538287 h 1890712"/>
              <a:gd name="connsiteX140" fmla="*/ 2109788 w 2543175"/>
              <a:gd name="connsiteY140" fmla="*/ 1547812 h 1890712"/>
              <a:gd name="connsiteX141" fmla="*/ 2131219 w 2543175"/>
              <a:gd name="connsiteY141" fmla="*/ 1562100 h 1890712"/>
              <a:gd name="connsiteX142" fmla="*/ 2140744 w 2543175"/>
              <a:gd name="connsiteY142" fmla="*/ 1566862 h 1890712"/>
              <a:gd name="connsiteX143" fmla="*/ 2152650 w 2543175"/>
              <a:gd name="connsiteY143" fmla="*/ 1576387 h 1890712"/>
              <a:gd name="connsiteX144" fmla="*/ 2181225 w 2543175"/>
              <a:gd name="connsiteY144" fmla="*/ 1590675 h 1890712"/>
              <a:gd name="connsiteX145" fmla="*/ 2200275 w 2543175"/>
              <a:gd name="connsiteY145" fmla="*/ 1607344 h 1890712"/>
              <a:gd name="connsiteX146" fmla="*/ 2207419 w 2543175"/>
              <a:gd name="connsiteY146" fmla="*/ 1612106 h 1890712"/>
              <a:gd name="connsiteX147" fmla="*/ 2216944 w 2543175"/>
              <a:gd name="connsiteY147" fmla="*/ 1619250 h 1890712"/>
              <a:gd name="connsiteX148" fmla="*/ 2224088 w 2543175"/>
              <a:gd name="connsiteY148" fmla="*/ 1624012 h 1890712"/>
              <a:gd name="connsiteX149" fmla="*/ 2247900 w 2543175"/>
              <a:gd name="connsiteY149" fmla="*/ 1643062 h 1890712"/>
              <a:gd name="connsiteX150" fmla="*/ 2255044 w 2543175"/>
              <a:gd name="connsiteY150" fmla="*/ 1650206 h 1890712"/>
              <a:gd name="connsiteX151" fmla="*/ 2281238 w 2543175"/>
              <a:gd name="connsiteY151" fmla="*/ 1664494 h 1890712"/>
              <a:gd name="connsiteX152" fmla="*/ 2297907 w 2543175"/>
              <a:gd name="connsiteY152" fmla="*/ 1674019 h 1890712"/>
              <a:gd name="connsiteX153" fmla="*/ 2312194 w 2543175"/>
              <a:gd name="connsiteY153" fmla="*/ 1685925 h 1890712"/>
              <a:gd name="connsiteX154" fmla="*/ 2328863 w 2543175"/>
              <a:gd name="connsiteY154" fmla="*/ 1697831 h 1890712"/>
              <a:gd name="connsiteX155" fmla="*/ 2350294 w 2543175"/>
              <a:gd name="connsiteY155" fmla="*/ 1712119 h 1890712"/>
              <a:gd name="connsiteX156" fmla="*/ 2369344 w 2543175"/>
              <a:gd name="connsiteY156" fmla="*/ 1724025 h 1890712"/>
              <a:gd name="connsiteX157" fmla="*/ 2428876 w 2543175"/>
              <a:gd name="connsiteY157" fmla="*/ 1785938 h 1890712"/>
              <a:gd name="connsiteX158" fmla="*/ 2466975 w 2543175"/>
              <a:gd name="connsiteY158" fmla="*/ 1783556 h 1890712"/>
              <a:gd name="connsiteX159" fmla="*/ 2481263 w 2543175"/>
              <a:gd name="connsiteY159" fmla="*/ 1795462 h 1890712"/>
              <a:gd name="connsiteX160" fmla="*/ 2486025 w 2543175"/>
              <a:gd name="connsiteY160" fmla="*/ 1802606 h 1890712"/>
              <a:gd name="connsiteX161" fmla="*/ 2514600 w 2543175"/>
              <a:gd name="connsiteY161" fmla="*/ 1850231 h 1890712"/>
              <a:gd name="connsiteX162" fmla="*/ 2519363 w 2543175"/>
              <a:gd name="connsiteY162" fmla="*/ 1857375 h 1890712"/>
              <a:gd name="connsiteX163" fmla="*/ 2540794 w 2543175"/>
              <a:gd name="connsiteY163" fmla="*/ 1883569 h 1890712"/>
              <a:gd name="connsiteX164" fmla="*/ 2543175 w 2543175"/>
              <a:gd name="connsiteY16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09675 h 1890712"/>
              <a:gd name="connsiteX103" fmla="*/ 1678782 w 2543175"/>
              <a:gd name="connsiteY103" fmla="*/ 1226344 h 1890712"/>
              <a:gd name="connsiteX104" fmla="*/ 1700213 w 2543175"/>
              <a:gd name="connsiteY104" fmla="*/ 1247775 h 1890712"/>
              <a:gd name="connsiteX105" fmla="*/ 1712119 w 2543175"/>
              <a:gd name="connsiteY105" fmla="*/ 1259681 h 1890712"/>
              <a:gd name="connsiteX106" fmla="*/ 1733550 w 2543175"/>
              <a:gd name="connsiteY106" fmla="*/ 1273969 h 1890712"/>
              <a:gd name="connsiteX107" fmla="*/ 1743075 w 2543175"/>
              <a:gd name="connsiteY107" fmla="*/ 1283494 h 1890712"/>
              <a:gd name="connsiteX108" fmla="*/ 1754982 w 2543175"/>
              <a:gd name="connsiteY108" fmla="*/ 1290637 h 1890712"/>
              <a:gd name="connsiteX109" fmla="*/ 1766888 w 2543175"/>
              <a:gd name="connsiteY109" fmla="*/ 1300162 h 1890712"/>
              <a:gd name="connsiteX110" fmla="*/ 1783557 w 2543175"/>
              <a:gd name="connsiteY110" fmla="*/ 1307306 h 1890712"/>
              <a:gd name="connsiteX111" fmla="*/ 1790700 w 2543175"/>
              <a:gd name="connsiteY111" fmla="*/ 1312069 h 1890712"/>
              <a:gd name="connsiteX112" fmla="*/ 1800225 w 2543175"/>
              <a:gd name="connsiteY112" fmla="*/ 1319212 h 1890712"/>
              <a:gd name="connsiteX113" fmla="*/ 1807369 w 2543175"/>
              <a:gd name="connsiteY113" fmla="*/ 1321594 h 1890712"/>
              <a:gd name="connsiteX114" fmla="*/ 1824038 w 2543175"/>
              <a:gd name="connsiteY114" fmla="*/ 1333500 h 1890712"/>
              <a:gd name="connsiteX115" fmla="*/ 1843088 w 2543175"/>
              <a:gd name="connsiteY115" fmla="*/ 1352550 h 1890712"/>
              <a:gd name="connsiteX116" fmla="*/ 1852613 w 2543175"/>
              <a:gd name="connsiteY116" fmla="*/ 1359694 h 1890712"/>
              <a:gd name="connsiteX117" fmla="*/ 1859757 w 2543175"/>
              <a:gd name="connsiteY117" fmla="*/ 1366837 h 1890712"/>
              <a:gd name="connsiteX118" fmla="*/ 1869282 w 2543175"/>
              <a:gd name="connsiteY118" fmla="*/ 1371600 h 1890712"/>
              <a:gd name="connsiteX119" fmla="*/ 1883569 w 2543175"/>
              <a:gd name="connsiteY119" fmla="*/ 1388269 h 1890712"/>
              <a:gd name="connsiteX120" fmla="*/ 1893094 w 2543175"/>
              <a:gd name="connsiteY120" fmla="*/ 1395412 h 1890712"/>
              <a:gd name="connsiteX121" fmla="*/ 1902619 w 2543175"/>
              <a:gd name="connsiteY121" fmla="*/ 1404937 h 1890712"/>
              <a:gd name="connsiteX122" fmla="*/ 1912144 w 2543175"/>
              <a:gd name="connsiteY122" fmla="*/ 1409700 h 1890712"/>
              <a:gd name="connsiteX123" fmla="*/ 1931194 w 2543175"/>
              <a:gd name="connsiteY123" fmla="*/ 1421606 h 1890712"/>
              <a:gd name="connsiteX124" fmla="*/ 1935957 w 2543175"/>
              <a:gd name="connsiteY124" fmla="*/ 1428750 h 1890712"/>
              <a:gd name="connsiteX125" fmla="*/ 1952625 w 2543175"/>
              <a:gd name="connsiteY125" fmla="*/ 1438275 h 1890712"/>
              <a:gd name="connsiteX126" fmla="*/ 1971675 w 2543175"/>
              <a:gd name="connsiteY126" fmla="*/ 1450181 h 1890712"/>
              <a:gd name="connsiteX127" fmla="*/ 1981200 w 2543175"/>
              <a:gd name="connsiteY127" fmla="*/ 1454944 h 1890712"/>
              <a:gd name="connsiteX128" fmla="*/ 1997869 w 2543175"/>
              <a:gd name="connsiteY128" fmla="*/ 1471612 h 1890712"/>
              <a:gd name="connsiteX129" fmla="*/ 2007394 w 2543175"/>
              <a:gd name="connsiteY129" fmla="*/ 1478756 h 1890712"/>
              <a:gd name="connsiteX130" fmla="*/ 2016919 w 2543175"/>
              <a:gd name="connsiteY130" fmla="*/ 1483519 h 1890712"/>
              <a:gd name="connsiteX131" fmla="*/ 2024063 w 2543175"/>
              <a:gd name="connsiteY131" fmla="*/ 1490662 h 1890712"/>
              <a:gd name="connsiteX132" fmla="*/ 2033588 w 2543175"/>
              <a:gd name="connsiteY132" fmla="*/ 1495425 h 1890712"/>
              <a:gd name="connsiteX133" fmla="*/ 2040732 w 2543175"/>
              <a:gd name="connsiteY133" fmla="*/ 1502569 h 1890712"/>
              <a:gd name="connsiteX134" fmla="*/ 2047875 w 2543175"/>
              <a:gd name="connsiteY134" fmla="*/ 1507331 h 1890712"/>
              <a:gd name="connsiteX135" fmla="*/ 2057400 w 2543175"/>
              <a:gd name="connsiteY135" fmla="*/ 1514475 h 1890712"/>
              <a:gd name="connsiteX136" fmla="*/ 2064544 w 2543175"/>
              <a:gd name="connsiteY136" fmla="*/ 1519237 h 1890712"/>
              <a:gd name="connsiteX137" fmla="*/ 2071688 w 2543175"/>
              <a:gd name="connsiteY137" fmla="*/ 1526381 h 1890712"/>
              <a:gd name="connsiteX138" fmla="*/ 2081213 w 2543175"/>
              <a:gd name="connsiteY138" fmla="*/ 1531144 h 1890712"/>
              <a:gd name="connsiteX139" fmla="*/ 2090738 w 2543175"/>
              <a:gd name="connsiteY139" fmla="*/ 1538287 h 1890712"/>
              <a:gd name="connsiteX140" fmla="*/ 2109788 w 2543175"/>
              <a:gd name="connsiteY140" fmla="*/ 1547812 h 1890712"/>
              <a:gd name="connsiteX141" fmla="*/ 2131219 w 2543175"/>
              <a:gd name="connsiteY141" fmla="*/ 1562100 h 1890712"/>
              <a:gd name="connsiteX142" fmla="*/ 2140744 w 2543175"/>
              <a:gd name="connsiteY142" fmla="*/ 1566862 h 1890712"/>
              <a:gd name="connsiteX143" fmla="*/ 2152650 w 2543175"/>
              <a:gd name="connsiteY143" fmla="*/ 1576387 h 1890712"/>
              <a:gd name="connsiteX144" fmla="*/ 2181225 w 2543175"/>
              <a:gd name="connsiteY144" fmla="*/ 1590675 h 1890712"/>
              <a:gd name="connsiteX145" fmla="*/ 2200275 w 2543175"/>
              <a:gd name="connsiteY145" fmla="*/ 1607344 h 1890712"/>
              <a:gd name="connsiteX146" fmla="*/ 2207419 w 2543175"/>
              <a:gd name="connsiteY146" fmla="*/ 1612106 h 1890712"/>
              <a:gd name="connsiteX147" fmla="*/ 2216944 w 2543175"/>
              <a:gd name="connsiteY147" fmla="*/ 1619250 h 1890712"/>
              <a:gd name="connsiteX148" fmla="*/ 2224088 w 2543175"/>
              <a:gd name="connsiteY148" fmla="*/ 1624012 h 1890712"/>
              <a:gd name="connsiteX149" fmla="*/ 2247900 w 2543175"/>
              <a:gd name="connsiteY149" fmla="*/ 1643062 h 1890712"/>
              <a:gd name="connsiteX150" fmla="*/ 2255044 w 2543175"/>
              <a:gd name="connsiteY150" fmla="*/ 1650206 h 1890712"/>
              <a:gd name="connsiteX151" fmla="*/ 2281238 w 2543175"/>
              <a:gd name="connsiteY151" fmla="*/ 1664494 h 1890712"/>
              <a:gd name="connsiteX152" fmla="*/ 2297907 w 2543175"/>
              <a:gd name="connsiteY152" fmla="*/ 1674019 h 1890712"/>
              <a:gd name="connsiteX153" fmla="*/ 2312194 w 2543175"/>
              <a:gd name="connsiteY153" fmla="*/ 1685925 h 1890712"/>
              <a:gd name="connsiteX154" fmla="*/ 2328863 w 2543175"/>
              <a:gd name="connsiteY154" fmla="*/ 1697831 h 1890712"/>
              <a:gd name="connsiteX155" fmla="*/ 2350294 w 2543175"/>
              <a:gd name="connsiteY155" fmla="*/ 1712119 h 1890712"/>
              <a:gd name="connsiteX156" fmla="*/ 2369344 w 2543175"/>
              <a:gd name="connsiteY156" fmla="*/ 1724025 h 1890712"/>
              <a:gd name="connsiteX157" fmla="*/ 2428876 w 2543175"/>
              <a:gd name="connsiteY157" fmla="*/ 1785938 h 1890712"/>
              <a:gd name="connsiteX158" fmla="*/ 2466975 w 2543175"/>
              <a:gd name="connsiteY158" fmla="*/ 1783556 h 1890712"/>
              <a:gd name="connsiteX159" fmla="*/ 2481263 w 2543175"/>
              <a:gd name="connsiteY159" fmla="*/ 1795462 h 1890712"/>
              <a:gd name="connsiteX160" fmla="*/ 2486025 w 2543175"/>
              <a:gd name="connsiteY160" fmla="*/ 1802606 h 1890712"/>
              <a:gd name="connsiteX161" fmla="*/ 2514600 w 2543175"/>
              <a:gd name="connsiteY161" fmla="*/ 1850231 h 1890712"/>
              <a:gd name="connsiteX162" fmla="*/ 2519363 w 2543175"/>
              <a:gd name="connsiteY162" fmla="*/ 1857375 h 1890712"/>
              <a:gd name="connsiteX163" fmla="*/ 2540794 w 2543175"/>
              <a:gd name="connsiteY163" fmla="*/ 1883569 h 1890712"/>
              <a:gd name="connsiteX164" fmla="*/ 2543175 w 2543175"/>
              <a:gd name="connsiteY16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678782 w 2543175"/>
              <a:gd name="connsiteY103" fmla="*/ 1226344 h 1890712"/>
              <a:gd name="connsiteX104" fmla="*/ 1700213 w 2543175"/>
              <a:gd name="connsiteY104" fmla="*/ 1247775 h 1890712"/>
              <a:gd name="connsiteX105" fmla="*/ 1712119 w 2543175"/>
              <a:gd name="connsiteY105" fmla="*/ 1259681 h 1890712"/>
              <a:gd name="connsiteX106" fmla="*/ 1733550 w 2543175"/>
              <a:gd name="connsiteY106" fmla="*/ 1273969 h 1890712"/>
              <a:gd name="connsiteX107" fmla="*/ 1743075 w 2543175"/>
              <a:gd name="connsiteY107" fmla="*/ 1283494 h 1890712"/>
              <a:gd name="connsiteX108" fmla="*/ 1754982 w 2543175"/>
              <a:gd name="connsiteY108" fmla="*/ 1290637 h 1890712"/>
              <a:gd name="connsiteX109" fmla="*/ 1766888 w 2543175"/>
              <a:gd name="connsiteY109" fmla="*/ 1300162 h 1890712"/>
              <a:gd name="connsiteX110" fmla="*/ 1783557 w 2543175"/>
              <a:gd name="connsiteY110" fmla="*/ 1307306 h 1890712"/>
              <a:gd name="connsiteX111" fmla="*/ 1790700 w 2543175"/>
              <a:gd name="connsiteY111" fmla="*/ 1312069 h 1890712"/>
              <a:gd name="connsiteX112" fmla="*/ 1800225 w 2543175"/>
              <a:gd name="connsiteY112" fmla="*/ 1319212 h 1890712"/>
              <a:gd name="connsiteX113" fmla="*/ 1807369 w 2543175"/>
              <a:gd name="connsiteY113" fmla="*/ 1321594 h 1890712"/>
              <a:gd name="connsiteX114" fmla="*/ 1824038 w 2543175"/>
              <a:gd name="connsiteY114" fmla="*/ 1333500 h 1890712"/>
              <a:gd name="connsiteX115" fmla="*/ 1843088 w 2543175"/>
              <a:gd name="connsiteY115" fmla="*/ 1352550 h 1890712"/>
              <a:gd name="connsiteX116" fmla="*/ 1852613 w 2543175"/>
              <a:gd name="connsiteY116" fmla="*/ 1359694 h 1890712"/>
              <a:gd name="connsiteX117" fmla="*/ 1859757 w 2543175"/>
              <a:gd name="connsiteY117" fmla="*/ 1366837 h 1890712"/>
              <a:gd name="connsiteX118" fmla="*/ 1869282 w 2543175"/>
              <a:gd name="connsiteY118" fmla="*/ 1371600 h 1890712"/>
              <a:gd name="connsiteX119" fmla="*/ 1883569 w 2543175"/>
              <a:gd name="connsiteY119" fmla="*/ 1388269 h 1890712"/>
              <a:gd name="connsiteX120" fmla="*/ 1893094 w 2543175"/>
              <a:gd name="connsiteY120" fmla="*/ 1395412 h 1890712"/>
              <a:gd name="connsiteX121" fmla="*/ 1902619 w 2543175"/>
              <a:gd name="connsiteY121" fmla="*/ 1404937 h 1890712"/>
              <a:gd name="connsiteX122" fmla="*/ 1912144 w 2543175"/>
              <a:gd name="connsiteY122" fmla="*/ 1409700 h 1890712"/>
              <a:gd name="connsiteX123" fmla="*/ 1931194 w 2543175"/>
              <a:gd name="connsiteY123" fmla="*/ 1421606 h 1890712"/>
              <a:gd name="connsiteX124" fmla="*/ 1935957 w 2543175"/>
              <a:gd name="connsiteY124" fmla="*/ 1428750 h 1890712"/>
              <a:gd name="connsiteX125" fmla="*/ 1952625 w 2543175"/>
              <a:gd name="connsiteY125" fmla="*/ 1438275 h 1890712"/>
              <a:gd name="connsiteX126" fmla="*/ 1971675 w 2543175"/>
              <a:gd name="connsiteY126" fmla="*/ 1450181 h 1890712"/>
              <a:gd name="connsiteX127" fmla="*/ 1981200 w 2543175"/>
              <a:gd name="connsiteY127" fmla="*/ 1454944 h 1890712"/>
              <a:gd name="connsiteX128" fmla="*/ 1997869 w 2543175"/>
              <a:gd name="connsiteY128" fmla="*/ 1471612 h 1890712"/>
              <a:gd name="connsiteX129" fmla="*/ 2007394 w 2543175"/>
              <a:gd name="connsiteY129" fmla="*/ 1478756 h 1890712"/>
              <a:gd name="connsiteX130" fmla="*/ 2016919 w 2543175"/>
              <a:gd name="connsiteY130" fmla="*/ 1483519 h 1890712"/>
              <a:gd name="connsiteX131" fmla="*/ 2024063 w 2543175"/>
              <a:gd name="connsiteY131" fmla="*/ 1490662 h 1890712"/>
              <a:gd name="connsiteX132" fmla="*/ 2033588 w 2543175"/>
              <a:gd name="connsiteY132" fmla="*/ 1495425 h 1890712"/>
              <a:gd name="connsiteX133" fmla="*/ 2040732 w 2543175"/>
              <a:gd name="connsiteY133" fmla="*/ 1502569 h 1890712"/>
              <a:gd name="connsiteX134" fmla="*/ 2047875 w 2543175"/>
              <a:gd name="connsiteY134" fmla="*/ 1507331 h 1890712"/>
              <a:gd name="connsiteX135" fmla="*/ 2057400 w 2543175"/>
              <a:gd name="connsiteY135" fmla="*/ 1514475 h 1890712"/>
              <a:gd name="connsiteX136" fmla="*/ 2064544 w 2543175"/>
              <a:gd name="connsiteY136" fmla="*/ 1519237 h 1890712"/>
              <a:gd name="connsiteX137" fmla="*/ 2071688 w 2543175"/>
              <a:gd name="connsiteY137" fmla="*/ 1526381 h 1890712"/>
              <a:gd name="connsiteX138" fmla="*/ 2081213 w 2543175"/>
              <a:gd name="connsiteY138" fmla="*/ 1531144 h 1890712"/>
              <a:gd name="connsiteX139" fmla="*/ 2090738 w 2543175"/>
              <a:gd name="connsiteY139" fmla="*/ 1538287 h 1890712"/>
              <a:gd name="connsiteX140" fmla="*/ 2109788 w 2543175"/>
              <a:gd name="connsiteY140" fmla="*/ 1547812 h 1890712"/>
              <a:gd name="connsiteX141" fmla="*/ 2131219 w 2543175"/>
              <a:gd name="connsiteY141" fmla="*/ 1562100 h 1890712"/>
              <a:gd name="connsiteX142" fmla="*/ 2140744 w 2543175"/>
              <a:gd name="connsiteY142" fmla="*/ 1566862 h 1890712"/>
              <a:gd name="connsiteX143" fmla="*/ 2152650 w 2543175"/>
              <a:gd name="connsiteY143" fmla="*/ 1576387 h 1890712"/>
              <a:gd name="connsiteX144" fmla="*/ 2181225 w 2543175"/>
              <a:gd name="connsiteY144" fmla="*/ 1590675 h 1890712"/>
              <a:gd name="connsiteX145" fmla="*/ 2200275 w 2543175"/>
              <a:gd name="connsiteY145" fmla="*/ 1607344 h 1890712"/>
              <a:gd name="connsiteX146" fmla="*/ 2207419 w 2543175"/>
              <a:gd name="connsiteY146" fmla="*/ 1612106 h 1890712"/>
              <a:gd name="connsiteX147" fmla="*/ 2216944 w 2543175"/>
              <a:gd name="connsiteY147" fmla="*/ 1619250 h 1890712"/>
              <a:gd name="connsiteX148" fmla="*/ 2224088 w 2543175"/>
              <a:gd name="connsiteY148" fmla="*/ 1624012 h 1890712"/>
              <a:gd name="connsiteX149" fmla="*/ 2247900 w 2543175"/>
              <a:gd name="connsiteY149" fmla="*/ 1643062 h 1890712"/>
              <a:gd name="connsiteX150" fmla="*/ 2255044 w 2543175"/>
              <a:gd name="connsiteY150" fmla="*/ 1650206 h 1890712"/>
              <a:gd name="connsiteX151" fmla="*/ 2281238 w 2543175"/>
              <a:gd name="connsiteY151" fmla="*/ 1664494 h 1890712"/>
              <a:gd name="connsiteX152" fmla="*/ 2297907 w 2543175"/>
              <a:gd name="connsiteY152" fmla="*/ 1674019 h 1890712"/>
              <a:gd name="connsiteX153" fmla="*/ 2312194 w 2543175"/>
              <a:gd name="connsiteY153" fmla="*/ 1685925 h 1890712"/>
              <a:gd name="connsiteX154" fmla="*/ 2328863 w 2543175"/>
              <a:gd name="connsiteY154" fmla="*/ 1697831 h 1890712"/>
              <a:gd name="connsiteX155" fmla="*/ 2350294 w 2543175"/>
              <a:gd name="connsiteY155" fmla="*/ 1712119 h 1890712"/>
              <a:gd name="connsiteX156" fmla="*/ 2369344 w 2543175"/>
              <a:gd name="connsiteY156" fmla="*/ 1724025 h 1890712"/>
              <a:gd name="connsiteX157" fmla="*/ 2428876 w 2543175"/>
              <a:gd name="connsiteY157" fmla="*/ 1785938 h 1890712"/>
              <a:gd name="connsiteX158" fmla="*/ 2466975 w 2543175"/>
              <a:gd name="connsiteY158" fmla="*/ 1783556 h 1890712"/>
              <a:gd name="connsiteX159" fmla="*/ 2481263 w 2543175"/>
              <a:gd name="connsiteY159" fmla="*/ 1795462 h 1890712"/>
              <a:gd name="connsiteX160" fmla="*/ 2486025 w 2543175"/>
              <a:gd name="connsiteY160" fmla="*/ 1802606 h 1890712"/>
              <a:gd name="connsiteX161" fmla="*/ 2514600 w 2543175"/>
              <a:gd name="connsiteY161" fmla="*/ 1850231 h 1890712"/>
              <a:gd name="connsiteX162" fmla="*/ 2519363 w 2543175"/>
              <a:gd name="connsiteY162" fmla="*/ 1857375 h 1890712"/>
              <a:gd name="connsiteX163" fmla="*/ 2540794 w 2543175"/>
              <a:gd name="connsiteY163" fmla="*/ 1883569 h 1890712"/>
              <a:gd name="connsiteX164" fmla="*/ 2543175 w 2543175"/>
              <a:gd name="connsiteY16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24088 w 2543175"/>
              <a:gd name="connsiteY147" fmla="*/ 1624012 h 1890712"/>
              <a:gd name="connsiteX148" fmla="*/ 2247900 w 2543175"/>
              <a:gd name="connsiteY148" fmla="*/ 1643062 h 1890712"/>
              <a:gd name="connsiteX149" fmla="*/ 2255044 w 2543175"/>
              <a:gd name="connsiteY149" fmla="*/ 1650206 h 1890712"/>
              <a:gd name="connsiteX150" fmla="*/ 2281238 w 2543175"/>
              <a:gd name="connsiteY150" fmla="*/ 1664494 h 1890712"/>
              <a:gd name="connsiteX151" fmla="*/ 2297907 w 2543175"/>
              <a:gd name="connsiteY151" fmla="*/ 1674019 h 1890712"/>
              <a:gd name="connsiteX152" fmla="*/ 2312194 w 2543175"/>
              <a:gd name="connsiteY152" fmla="*/ 1685925 h 1890712"/>
              <a:gd name="connsiteX153" fmla="*/ 2328863 w 2543175"/>
              <a:gd name="connsiteY153" fmla="*/ 1697831 h 1890712"/>
              <a:gd name="connsiteX154" fmla="*/ 2350294 w 2543175"/>
              <a:gd name="connsiteY154" fmla="*/ 1712119 h 1890712"/>
              <a:gd name="connsiteX155" fmla="*/ 2369344 w 2543175"/>
              <a:gd name="connsiteY155" fmla="*/ 1724025 h 1890712"/>
              <a:gd name="connsiteX156" fmla="*/ 2428876 w 2543175"/>
              <a:gd name="connsiteY156" fmla="*/ 1785938 h 1890712"/>
              <a:gd name="connsiteX157" fmla="*/ 2466975 w 2543175"/>
              <a:gd name="connsiteY157" fmla="*/ 1783556 h 1890712"/>
              <a:gd name="connsiteX158" fmla="*/ 2481263 w 2543175"/>
              <a:gd name="connsiteY158" fmla="*/ 1795462 h 1890712"/>
              <a:gd name="connsiteX159" fmla="*/ 2486025 w 2543175"/>
              <a:gd name="connsiteY159" fmla="*/ 1802606 h 1890712"/>
              <a:gd name="connsiteX160" fmla="*/ 2514600 w 2543175"/>
              <a:gd name="connsiteY160" fmla="*/ 1850231 h 1890712"/>
              <a:gd name="connsiteX161" fmla="*/ 2519363 w 2543175"/>
              <a:gd name="connsiteY161" fmla="*/ 1857375 h 1890712"/>
              <a:gd name="connsiteX162" fmla="*/ 2540794 w 2543175"/>
              <a:gd name="connsiteY162" fmla="*/ 1883569 h 1890712"/>
              <a:gd name="connsiteX163" fmla="*/ 2543175 w 2543175"/>
              <a:gd name="connsiteY163"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24088 w 2543175"/>
              <a:gd name="connsiteY147" fmla="*/ 1624012 h 1890712"/>
              <a:gd name="connsiteX148" fmla="*/ 2247900 w 2543175"/>
              <a:gd name="connsiteY148" fmla="*/ 1643062 h 1890712"/>
              <a:gd name="connsiteX149" fmla="*/ 2255044 w 2543175"/>
              <a:gd name="connsiteY149" fmla="*/ 1650206 h 1890712"/>
              <a:gd name="connsiteX150" fmla="*/ 2281238 w 2543175"/>
              <a:gd name="connsiteY150" fmla="*/ 1664494 h 1890712"/>
              <a:gd name="connsiteX151" fmla="*/ 2297907 w 2543175"/>
              <a:gd name="connsiteY151" fmla="*/ 1674019 h 1890712"/>
              <a:gd name="connsiteX152" fmla="*/ 2312194 w 2543175"/>
              <a:gd name="connsiteY152" fmla="*/ 1685925 h 1890712"/>
              <a:gd name="connsiteX153" fmla="*/ 2328863 w 2543175"/>
              <a:gd name="connsiteY153" fmla="*/ 1697831 h 1890712"/>
              <a:gd name="connsiteX154" fmla="*/ 2350294 w 2543175"/>
              <a:gd name="connsiteY154" fmla="*/ 1712119 h 1890712"/>
              <a:gd name="connsiteX155" fmla="*/ 2428876 w 2543175"/>
              <a:gd name="connsiteY155" fmla="*/ 1785938 h 1890712"/>
              <a:gd name="connsiteX156" fmla="*/ 2466975 w 2543175"/>
              <a:gd name="connsiteY156" fmla="*/ 1783556 h 1890712"/>
              <a:gd name="connsiteX157" fmla="*/ 2481263 w 2543175"/>
              <a:gd name="connsiteY157" fmla="*/ 1795462 h 1890712"/>
              <a:gd name="connsiteX158" fmla="*/ 2486025 w 2543175"/>
              <a:gd name="connsiteY158" fmla="*/ 1802606 h 1890712"/>
              <a:gd name="connsiteX159" fmla="*/ 2514600 w 2543175"/>
              <a:gd name="connsiteY159" fmla="*/ 1850231 h 1890712"/>
              <a:gd name="connsiteX160" fmla="*/ 2519363 w 2543175"/>
              <a:gd name="connsiteY160" fmla="*/ 1857375 h 1890712"/>
              <a:gd name="connsiteX161" fmla="*/ 2540794 w 2543175"/>
              <a:gd name="connsiteY161" fmla="*/ 1883569 h 1890712"/>
              <a:gd name="connsiteX162" fmla="*/ 2543175 w 2543175"/>
              <a:gd name="connsiteY16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297907 w 2543175"/>
              <a:gd name="connsiteY150" fmla="*/ 1674019 h 1890712"/>
              <a:gd name="connsiteX151" fmla="*/ 2312194 w 2543175"/>
              <a:gd name="connsiteY151" fmla="*/ 1685925 h 1890712"/>
              <a:gd name="connsiteX152" fmla="*/ 2328863 w 2543175"/>
              <a:gd name="connsiteY152" fmla="*/ 1697831 h 1890712"/>
              <a:gd name="connsiteX153" fmla="*/ 2350294 w 2543175"/>
              <a:gd name="connsiteY153" fmla="*/ 1712119 h 1890712"/>
              <a:gd name="connsiteX154" fmla="*/ 2428876 w 2543175"/>
              <a:gd name="connsiteY154" fmla="*/ 1785938 h 1890712"/>
              <a:gd name="connsiteX155" fmla="*/ 2466975 w 2543175"/>
              <a:gd name="connsiteY155" fmla="*/ 1783556 h 1890712"/>
              <a:gd name="connsiteX156" fmla="*/ 2481263 w 2543175"/>
              <a:gd name="connsiteY156" fmla="*/ 1795462 h 1890712"/>
              <a:gd name="connsiteX157" fmla="*/ 2486025 w 2543175"/>
              <a:gd name="connsiteY157" fmla="*/ 1802606 h 1890712"/>
              <a:gd name="connsiteX158" fmla="*/ 2514600 w 2543175"/>
              <a:gd name="connsiteY158" fmla="*/ 1850231 h 1890712"/>
              <a:gd name="connsiteX159" fmla="*/ 2519363 w 2543175"/>
              <a:gd name="connsiteY159" fmla="*/ 1857375 h 1890712"/>
              <a:gd name="connsiteX160" fmla="*/ 2540794 w 2543175"/>
              <a:gd name="connsiteY160" fmla="*/ 1883569 h 1890712"/>
              <a:gd name="connsiteX161" fmla="*/ 2543175 w 2543175"/>
              <a:gd name="connsiteY161"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297907 w 2543175"/>
              <a:gd name="connsiteY150" fmla="*/ 1674019 h 1890712"/>
              <a:gd name="connsiteX151" fmla="*/ 2312194 w 2543175"/>
              <a:gd name="connsiteY151" fmla="*/ 1685925 h 1890712"/>
              <a:gd name="connsiteX152" fmla="*/ 2328863 w 2543175"/>
              <a:gd name="connsiteY152" fmla="*/ 1697831 h 1890712"/>
              <a:gd name="connsiteX153" fmla="*/ 2350294 w 2543175"/>
              <a:gd name="connsiteY153" fmla="*/ 1712119 h 1890712"/>
              <a:gd name="connsiteX154" fmla="*/ 2428876 w 2543175"/>
              <a:gd name="connsiteY154" fmla="*/ 1785938 h 1890712"/>
              <a:gd name="connsiteX155" fmla="*/ 2481263 w 2543175"/>
              <a:gd name="connsiteY155" fmla="*/ 1795462 h 1890712"/>
              <a:gd name="connsiteX156" fmla="*/ 2486025 w 2543175"/>
              <a:gd name="connsiteY156" fmla="*/ 1802606 h 1890712"/>
              <a:gd name="connsiteX157" fmla="*/ 2514600 w 2543175"/>
              <a:gd name="connsiteY157" fmla="*/ 1850231 h 1890712"/>
              <a:gd name="connsiteX158" fmla="*/ 2519363 w 2543175"/>
              <a:gd name="connsiteY158" fmla="*/ 1857375 h 1890712"/>
              <a:gd name="connsiteX159" fmla="*/ 2540794 w 2543175"/>
              <a:gd name="connsiteY159" fmla="*/ 1883569 h 1890712"/>
              <a:gd name="connsiteX160" fmla="*/ 2543175 w 2543175"/>
              <a:gd name="connsiteY16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297907 w 2543175"/>
              <a:gd name="connsiteY150" fmla="*/ 1674019 h 1890712"/>
              <a:gd name="connsiteX151" fmla="*/ 2312194 w 2543175"/>
              <a:gd name="connsiteY151" fmla="*/ 1685925 h 1890712"/>
              <a:gd name="connsiteX152" fmla="*/ 2328863 w 2543175"/>
              <a:gd name="connsiteY152" fmla="*/ 1697831 h 1890712"/>
              <a:gd name="connsiteX153" fmla="*/ 2350294 w 2543175"/>
              <a:gd name="connsiteY153" fmla="*/ 1712119 h 1890712"/>
              <a:gd name="connsiteX154" fmla="*/ 2428876 w 2543175"/>
              <a:gd name="connsiteY154" fmla="*/ 1785938 h 1890712"/>
              <a:gd name="connsiteX155" fmla="*/ 2481263 w 2543175"/>
              <a:gd name="connsiteY155" fmla="*/ 1795462 h 1890712"/>
              <a:gd name="connsiteX156" fmla="*/ 2514600 w 2543175"/>
              <a:gd name="connsiteY156" fmla="*/ 1850231 h 1890712"/>
              <a:gd name="connsiteX157" fmla="*/ 2519363 w 2543175"/>
              <a:gd name="connsiteY157" fmla="*/ 1857375 h 1890712"/>
              <a:gd name="connsiteX158" fmla="*/ 2540794 w 2543175"/>
              <a:gd name="connsiteY158" fmla="*/ 1883569 h 1890712"/>
              <a:gd name="connsiteX159" fmla="*/ 2543175 w 2543175"/>
              <a:gd name="connsiteY15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297907 w 2543175"/>
              <a:gd name="connsiteY150" fmla="*/ 1674019 h 1890712"/>
              <a:gd name="connsiteX151" fmla="*/ 2312194 w 2543175"/>
              <a:gd name="connsiteY151" fmla="*/ 1685925 h 1890712"/>
              <a:gd name="connsiteX152" fmla="*/ 2328863 w 2543175"/>
              <a:gd name="connsiteY152" fmla="*/ 1697831 h 1890712"/>
              <a:gd name="connsiteX153" fmla="*/ 2350294 w 2543175"/>
              <a:gd name="connsiteY153" fmla="*/ 1712119 h 1890712"/>
              <a:gd name="connsiteX154" fmla="*/ 2428876 w 2543175"/>
              <a:gd name="connsiteY154" fmla="*/ 1785938 h 1890712"/>
              <a:gd name="connsiteX155" fmla="*/ 2469356 w 2543175"/>
              <a:gd name="connsiteY155" fmla="*/ 1816894 h 1890712"/>
              <a:gd name="connsiteX156" fmla="*/ 2514600 w 2543175"/>
              <a:gd name="connsiteY156" fmla="*/ 1850231 h 1890712"/>
              <a:gd name="connsiteX157" fmla="*/ 2519363 w 2543175"/>
              <a:gd name="connsiteY157" fmla="*/ 1857375 h 1890712"/>
              <a:gd name="connsiteX158" fmla="*/ 2540794 w 2543175"/>
              <a:gd name="connsiteY158" fmla="*/ 1883569 h 1890712"/>
              <a:gd name="connsiteX159" fmla="*/ 2543175 w 2543175"/>
              <a:gd name="connsiteY15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297907 w 2543175"/>
              <a:gd name="connsiteY150" fmla="*/ 1674019 h 1890712"/>
              <a:gd name="connsiteX151" fmla="*/ 2312194 w 2543175"/>
              <a:gd name="connsiteY151" fmla="*/ 1685925 h 1890712"/>
              <a:gd name="connsiteX152" fmla="*/ 2350294 w 2543175"/>
              <a:gd name="connsiteY152" fmla="*/ 1712119 h 1890712"/>
              <a:gd name="connsiteX153" fmla="*/ 2428876 w 2543175"/>
              <a:gd name="connsiteY153" fmla="*/ 1785938 h 1890712"/>
              <a:gd name="connsiteX154" fmla="*/ 2469356 w 2543175"/>
              <a:gd name="connsiteY154" fmla="*/ 1816894 h 1890712"/>
              <a:gd name="connsiteX155" fmla="*/ 2514600 w 2543175"/>
              <a:gd name="connsiteY155" fmla="*/ 1850231 h 1890712"/>
              <a:gd name="connsiteX156" fmla="*/ 2519363 w 2543175"/>
              <a:gd name="connsiteY156" fmla="*/ 1857375 h 1890712"/>
              <a:gd name="connsiteX157" fmla="*/ 2540794 w 2543175"/>
              <a:gd name="connsiteY157" fmla="*/ 1883569 h 1890712"/>
              <a:gd name="connsiteX158" fmla="*/ 2543175 w 2543175"/>
              <a:gd name="connsiteY158"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312194 w 2543175"/>
              <a:gd name="connsiteY150" fmla="*/ 1685925 h 1890712"/>
              <a:gd name="connsiteX151" fmla="*/ 2350294 w 2543175"/>
              <a:gd name="connsiteY151" fmla="*/ 1712119 h 1890712"/>
              <a:gd name="connsiteX152" fmla="*/ 2428876 w 2543175"/>
              <a:gd name="connsiteY152" fmla="*/ 1785938 h 1890712"/>
              <a:gd name="connsiteX153" fmla="*/ 2469356 w 2543175"/>
              <a:gd name="connsiteY153" fmla="*/ 1816894 h 1890712"/>
              <a:gd name="connsiteX154" fmla="*/ 2514600 w 2543175"/>
              <a:gd name="connsiteY154" fmla="*/ 1850231 h 1890712"/>
              <a:gd name="connsiteX155" fmla="*/ 2519363 w 2543175"/>
              <a:gd name="connsiteY155" fmla="*/ 1857375 h 1890712"/>
              <a:gd name="connsiteX156" fmla="*/ 2540794 w 2543175"/>
              <a:gd name="connsiteY156" fmla="*/ 1883569 h 1890712"/>
              <a:gd name="connsiteX157" fmla="*/ 2543175 w 2543175"/>
              <a:gd name="connsiteY157"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81238 w 2543175"/>
              <a:gd name="connsiteY148" fmla="*/ 1664494 h 1890712"/>
              <a:gd name="connsiteX149" fmla="*/ 2312194 w 2543175"/>
              <a:gd name="connsiteY149" fmla="*/ 1685925 h 1890712"/>
              <a:gd name="connsiteX150" fmla="*/ 2350294 w 2543175"/>
              <a:gd name="connsiteY150" fmla="*/ 1712119 h 1890712"/>
              <a:gd name="connsiteX151" fmla="*/ 2428876 w 2543175"/>
              <a:gd name="connsiteY151" fmla="*/ 1785938 h 1890712"/>
              <a:gd name="connsiteX152" fmla="*/ 2469356 w 2543175"/>
              <a:gd name="connsiteY152" fmla="*/ 1816894 h 1890712"/>
              <a:gd name="connsiteX153" fmla="*/ 2514600 w 2543175"/>
              <a:gd name="connsiteY153" fmla="*/ 1850231 h 1890712"/>
              <a:gd name="connsiteX154" fmla="*/ 2519363 w 2543175"/>
              <a:gd name="connsiteY154" fmla="*/ 1857375 h 1890712"/>
              <a:gd name="connsiteX155" fmla="*/ 2540794 w 2543175"/>
              <a:gd name="connsiteY155" fmla="*/ 1883569 h 1890712"/>
              <a:gd name="connsiteX156" fmla="*/ 2543175 w 2543175"/>
              <a:gd name="connsiteY15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81238 w 2543175"/>
              <a:gd name="connsiteY148" fmla="*/ 1674019 h 1890712"/>
              <a:gd name="connsiteX149" fmla="*/ 2312194 w 2543175"/>
              <a:gd name="connsiteY149" fmla="*/ 1685925 h 1890712"/>
              <a:gd name="connsiteX150" fmla="*/ 2350294 w 2543175"/>
              <a:gd name="connsiteY150" fmla="*/ 1712119 h 1890712"/>
              <a:gd name="connsiteX151" fmla="*/ 2428876 w 2543175"/>
              <a:gd name="connsiteY151" fmla="*/ 1785938 h 1890712"/>
              <a:gd name="connsiteX152" fmla="*/ 2469356 w 2543175"/>
              <a:gd name="connsiteY152" fmla="*/ 1816894 h 1890712"/>
              <a:gd name="connsiteX153" fmla="*/ 2514600 w 2543175"/>
              <a:gd name="connsiteY153" fmla="*/ 1850231 h 1890712"/>
              <a:gd name="connsiteX154" fmla="*/ 2519363 w 2543175"/>
              <a:gd name="connsiteY154" fmla="*/ 1857375 h 1890712"/>
              <a:gd name="connsiteX155" fmla="*/ 2540794 w 2543175"/>
              <a:gd name="connsiteY155" fmla="*/ 1883569 h 1890712"/>
              <a:gd name="connsiteX156" fmla="*/ 2543175 w 2543175"/>
              <a:gd name="connsiteY15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81238 w 2543175"/>
              <a:gd name="connsiteY148" fmla="*/ 1674019 h 1890712"/>
              <a:gd name="connsiteX149" fmla="*/ 2312194 w 2543175"/>
              <a:gd name="connsiteY149" fmla="*/ 1702594 h 1890712"/>
              <a:gd name="connsiteX150" fmla="*/ 2350294 w 2543175"/>
              <a:gd name="connsiteY150" fmla="*/ 1712119 h 1890712"/>
              <a:gd name="connsiteX151" fmla="*/ 2428876 w 2543175"/>
              <a:gd name="connsiteY151" fmla="*/ 1785938 h 1890712"/>
              <a:gd name="connsiteX152" fmla="*/ 2469356 w 2543175"/>
              <a:gd name="connsiteY152" fmla="*/ 1816894 h 1890712"/>
              <a:gd name="connsiteX153" fmla="*/ 2514600 w 2543175"/>
              <a:gd name="connsiteY153" fmla="*/ 1850231 h 1890712"/>
              <a:gd name="connsiteX154" fmla="*/ 2519363 w 2543175"/>
              <a:gd name="connsiteY154" fmla="*/ 1857375 h 1890712"/>
              <a:gd name="connsiteX155" fmla="*/ 2540794 w 2543175"/>
              <a:gd name="connsiteY155" fmla="*/ 1883569 h 1890712"/>
              <a:gd name="connsiteX156" fmla="*/ 2543175 w 2543175"/>
              <a:gd name="connsiteY15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81238 w 2543175"/>
              <a:gd name="connsiteY148" fmla="*/ 1674019 h 1890712"/>
              <a:gd name="connsiteX149" fmla="*/ 2312194 w 2543175"/>
              <a:gd name="connsiteY149" fmla="*/ 1702594 h 1890712"/>
              <a:gd name="connsiteX150" fmla="*/ 2369344 w 2543175"/>
              <a:gd name="connsiteY150" fmla="*/ 1757363 h 1890712"/>
              <a:gd name="connsiteX151" fmla="*/ 2428876 w 2543175"/>
              <a:gd name="connsiteY151" fmla="*/ 1785938 h 1890712"/>
              <a:gd name="connsiteX152" fmla="*/ 2469356 w 2543175"/>
              <a:gd name="connsiteY152" fmla="*/ 1816894 h 1890712"/>
              <a:gd name="connsiteX153" fmla="*/ 2514600 w 2543175"/>
              <a:gd name="connsiteY153" fmla="*/ 1850231 h 1890712"/>
              <a:gd name="connsiteX154" fmla="*/ 2519363 w 2543175"/>
              <a:gd name="connsiteY154" fmla="*/ 1857375 h 1890712"/>
              <a:gd name="connsiteX155" fmla="*/ 2540794 w 2543175"/>
              <a:gd name="connsiteY155" fmla="*/ 1883569 h 1890712"/>
              <a:gd name="connsiteX156" fmla="*/ 2543175 w 2543175"/>
              <a:gd name="connsiteY15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907257 w 2543175"/>
              <a:gd name="connsiteY66" fmla="*/ 683419 h 1890712"/>
              <a:gd name="connsiteX67" fmla="*/ 928688 w 2543175"/>
              <a:gd name="connsiteY67" fmla="*/ 695325 h 1890712"/>
              <a:gd name="connsiteX68" fmla="*/ 942975 w 2543175"/>
              <a:gd name="connsiteY68" fmla="*/ 700087 h 1890712"/>
              <a:gd name="connsiteX69" fmla="*/ 964407 w 2543175"/>
              <a:gd name="connsiteY69" fmla="*/ 716756 h 1890712"/>
              <a:gd name="connsiteX70" fmla="*/ 971550 w 2543175"/>
              <a:gd name="connsiteY70" fmla="*/ 723900 h 1890712"/>
              <a:gd name="connsiteX71" fmla="*/ 983457 w 2543175"/>
              <a:gd name="connsiteY71" fmla="*/ 733425 h 1890712"/>
              <a:gd name="connsiteX72" fmla="*/ 990600 w 2543175"/>
              <a:gd name="connsiteY72" fmla="*/ 738187 h 1890712"/>
              <a:gd name="connsiteX73" fmla="*/ 1007269 w 2543175"/>
              <a:gd name="connsiteY73" fmla="*/ 752475 h 1890712"/>
              <a:gd name="connsiteX74" fmla="*/ 1031082 w 2543175"/>
              <a:gd name="connsiteY74" fmla="*/ 766762 h 1890712"/>
              <a:gd name="connsiteX75" fmla="*/ 1042988 w 2543175"/>
              <a:gd name="connsiteY75" fmla="*/ 773906 h 1890712"/>
              <a:gd name="connsiteX76" fmla="*/ 1071563 w 2543175"/>
              <a:gd name="connsiteY76" fmla="*/ 785812 h 1890712"/>
              <a:gd name="connsiteX77" fmla="*/ 1097757 w 2543175"/>
              <a:gd name="connsiteY77" fmla="*/ 807244 h 1890712"/>
              <a:gd name="connsiteX78" fmla="*/ 1104900 w 2543175"/>
              <a:gd name="connsiteY78" fmla="*/ 814387 h 1890712"/>
              <a:gd name="connsiteX79" fmla="*/ 1121569 w 2543175"/>
              <a:gd name="connsiteY79" fmla="*/ 823912 h 1890712"/>
              <a:gd name="connsiteX80" fmla="*/ 1138238 w 2543175"/>
              <a:gd name="connsiteY80" fmla="*/ 835819 h 1890712"/>
              <a:gd name="connsiteX81" fmla="*/ 1147763 w 2543175"/>
              <a:gd name="connsiteY81" fmla="*/ 842962 h 1890712"/>
              <a:gd name="connsiteX82" fmla="*/ 1157288 w 2543175"/>
              <a:gd name="connsiteY82" fmla="*/ 847725 h 1890712"/>
              <a:gd name="connsiteX83" fmla="*/ 1178719 w 2543175"/>
              <a:gd name="connsiteY83" fmla="*/ 859631 h 1890712"/>
              <a:gd name="connsiteX84" fmla="*/ 1188244 w 2543175"/>
              <a:gd name="connsiteY84" fmla="*/ 866775 h 1890712"/>
              <a:gd name="connsiteX85" fmla="*/ 1195388 w 2543175"/>
              <a:gd name="connsiteY85" fmla="*/ 871537 h 1890712"/>
              <a:gd name="connsiteX86" fmla="*/ 1212057 w 2543175"/>
              <a:gd name="connsiteY86" fmla="*/ 883444 h 1890712"/>
              <a:gd name="connsiteX87" fmla="*/ 1226344 w 2543175"/>
              <a:gd name="connsiteY87" fmla="*/ 895350 h 1890712"/>
              <a:gd name="connsiteX88" fmla="*/ 1245394 w 2543175"/>
              <a:gd name="connsiteY88" fmla="*/ 907256 h 1890712"/>
              <a:gd name="connsiteX89" fmla="*/ 1254919 w 2543175"/>
              <a:gd name="connsiteY89" fmla="*/ 914400 h 1890712"/>
              <a:gd name="connsiteX90" fmla="*/ 1269207 w 2543175"/>
              <a:gd name="connsiteY90" fmla="*/ 921544 h 1890712"/>
              <a:gd name="connsiteX91" fmla="*/ 1290638 w 2543175"/>
              <a:gd name="connsiteY91" fmla="*/ 935831 h 1890712"/>
              <a:gd name="connsiteX92" fmla="*/ 1307307 w 2543175"/>
              <a:gd name="connsiteY92" fmla="*/ 952500 h 1890712"/>
              <a:gd name="connsiteX93" fmla="*/ 1333500 w 2543175"/>
              <a:gd name="connsiteY93" fmla="*/ 971550 h 1890712"/>
              <a:gd name="connsiteX94" fmla="*/ 1359694 w 2543175"/>
              <a:gd name="connsiteY94" fmla="*/ 990600 h 1890712"/>
              <a:gd name="connsiteX95" fmla="*/ 1385888 w 2543175"/>
              <a:gd name="connsiteY95" fmla="*/ 1021557 h 1890712"/>
              <a:gd name="connsiteX96" fmla="*/ 1435894 w 2543175"/>
              <a:gd name="connsiteY96" fmla="*/ 1054894 h 1890712"/>
              <a:gd name="connsiteX97" fmla="*/ 1497806 w 2543175"/>
              <a:gd name="connsiteY97" fmla="*/ 1104900 h 1890712"/>
              <a:gd name="connsiteX98" fmla="*/ 1559718 w 2543175"/>
              <a:gd name="connsiteY98" fmla="*/ 1154906 h 1890712"/>
              <a:gd name="connsiteX99" fmla="*/ 1595438 w 2543175"/>
              <a:gd name="connsiteY99" fmla="*/ 1181100 h 1890712"/>
              <a:gd name="connsiteX100" fmla="*/ 1628775 w 2543175"/>
              <a:gd name="connsiteY100" fmla="*/ 1207294 h 1890712"/>
              <a:gd name="connsiteX101" fmla="*/ 1662113 w 2543175"/>
              <a:gd name="connsiteY101" fmla="*/ 1231107 h 1890712"/>
              <a:gd name="connsiteX102" fmla="*/ 1700213 w 2543175"/>
              <a:gd name="connsiteY102" fmla="*/ 1247775 h 1890712"/>
              <a:gd name="connsiteX103" fmla="*/ 1712119 w 2543175"/>
              <a:gd name="connsiteY103" fmla="*/ 1259681 h 1890712"/>
              <a:gd name="connsiteX104" fmla="*/ 1733550 w 2543175"/>
              <a:gd name="connsiteY104" fmla="*/ 1273969 h 1890712"/>
              <a:gd name="connsiteX105" fmla="*/ 1743075 w 2543175"/>
              <a:gd name="connsiteY105" fmla="*/ 1283494 h 1890712"/>
              <a:gd name="connsiteX106" fmla="*/ 1754982 w 2543175"/>
              <a:gd name="connsiteY106" fmla="*/ 1290637 h 1890712"/>
              <a:gd name="connsiteX107" fmla="*/ 1766888 w 2543175"/>
              <a:gd name="connsiteY107" fmla="*/ 1300162 h 1890712"/>
              <a:gd name="connsiteX108" fmla="*/ 1783557 w 2543175"/>
              <a:gd name="connsiteY108" fmla="*/ 1307306 h 1890712"/>
              <a:gd name="connsiteX109" fmla="*/ 1790700 w 2543175"/>
              <a:gd name="connsiteY109" fmla="*/ 1312069 h 1890712"/>
              <a:gd name="connsiteX110" fmla="*/ 1800225 w 2543175"/>
              <a:gd name="connsiteY110" fmla="*/ 1319212 h 1890712"/>
              <a:gd name="connsiteX111" fmla="*/ 1807369 w 2543175"/>
              <a:gd name="connsiteY111" fmla="*/ 1321594 h 1890712"/>
              <a:gd name="connsiteX112" fmla="*/ 1824038 w 2543175"/>
              <a:gd name="connsiteY112" fmla="*/ 1333500 h 1890712"/>
              <a:gd name="connsiteX113" fmla="*/ 1843088 w 2543175"/>
              <a:gd name="connsiteY113" fmla="*/ 1352550 h 1890712"/>
              <a:gd name="connsiteX114" fmla="*/ 1852613 w 2543175"/>
              <a:gd name="connsiteY114" fmla="*/ 1359694 h 1890712"/>
              <a:gd name="connsiteX115" fmla="*/ 1859757 w 2543175"/>
              <a:gd name="connsiteY115" fmla="*/ 1366837 h 1890712"/>
              <a:gd name="connsiteX116" fmla="*/ 1869282 w 2543175"/>
              <a:gd name="connsiteY116" fmla="*/ 1371600 h 1890712"/>
              <a:gd name="connsiteX117" fmla="*/ 1883569 w 2543175"/>
              <a:gd name="connsiteY117" fmla="*/ 1388269 h 1890712"/>
              <a:gd name="connsiteX118" fmla="*/ 1893094 w 2543175"/>
              <a:gd name="connsiteY118" fmla="*/ 1395412 h 1890712"/>
              <a:gd name="connsiteX119" fmla="*/ 1902619 w 2543175"/>
              <a:gd name="connsiteY119" fmla="*/ 1404937 h 1890712"/>
              <a:gd name="connsiteX120" fmla="*/ 1912144 w 2543175"/>
              <a:gd name="connsiteY120" fmla="*/ 1409700 h 1890712"/>
              <a:gd name="connsiteX121" fmla="*/ 1931194 w 2543175"/>
              <a:gd name="connsiteY121" fmla="*/ 1421606 h 1890712"/>
              <a:gd name="connsiteX122" fmla="*/ 1935957 w 2543175"/>
              <a:gd name="connsiteY122" fmla="*/ 1428750 h 1890712"/>
              <a:gd name="connsiteX123" fmla="*/ 1952625 w 2543175"/>
              <a:gd name="connsiteY123" fmla="*/ 1438275 h 1890712"/>
              <a:gd name="connsiteX124" fmla="*/ 1971675 w 2543175"/>
              <a:gd name="connsiteY124" fmla="*/ 1450181 h 1890712"/>
              <a:gd name="connsiteX125" fmla="*/ 1981200 w 2543175"/>
              <a:gd name="connsiteY125" fmla="*/ 1454944 h 1890712"/>
              <a:gd name="connsiteX126" fmla="*/ 1997869 w 2543175"/>
              <a:gd name="connsiteY126" fmla="*/ 1471612 h 1890712"/>
              <a:gd name="connsiteX127" fmla="*/ 2007394 w 2543175"/>
              <a:gd name="connsiteY127" fmla="*/ 1478756 h 1890712"/>
              <a:gd name="connsiteX128" fmla="*/ 2016919 w 2543175"/>
              <a:gd name="connsiteY128" fmla="*/ 1483519 h 1890712"/>
              <a:gd name="connsiteX129" fmla="*/ 2024063 w 2543175"/>
              <a:gd name="connsiteY129" fmla="*/ 1490662 h 1890712"/>
              <a:gd name="connsiteX130" fmla="*/ 2033588 w 2543175"/>
              <a:gd name="connsiteY130" fmla="*/ 1495425 h 1890712"/>
              <a:gd name="connsiteX131" fmla="*/ 2040732 w 2543175"/>
              <a:gd name="connsiteY131" fmla="*/ 1502569 h 1890712"/>
              <a:gd name="connsiteX132" fmla="*/ 2047875 w 2543175"/>
              <a:gd name="connsiteY132" fmla="*/ 1507331 h 1890712"/>
              <a:gd name="connsiteX133" fmla="*/ 2057400 w 2543175"/>
              <a:gd name="connsiteY133" fmla="*/ 1514475 h 1890712"/>
              <a:gd name="connsiteX134" fmla="*/ 2064544 w 2543175"/>
              <a:gd name="connsiteY134" fmla="*/ 1519237 h 1890712"/>
              <a:gd name="connsiteX135" fmla="*/ 2071688 w 2543175"/>
              <a:gd name="connsiteY135" fmla="*/ 1526381 h 1890712"/>
              <a:gd name="connsiteX136" fmla="*/ 2081213 w 2543175"/>
              <a:gd name="connsiteY136" fmla="*/ 1531144 h 1890712"/>
              <a:gd name="connsiteX137" fmla="*/ 2090738 w 2543175"/>
              <a:gd name="connsiteY137" fmla="*/ 1538287 h 1890712"/>
              <a:gd name="connsiteX138" fmla="*/ 2109788 w 2543175"/>
              <a:gd name="connsiteY138" fmla="*/ 1547812 h 1890712"/>
              <a:gd name="connsiteX139" fmla="*/ 2131219 w 2543175"/>
              <a:gd name="connsiteY139" fmla="*/ 1562100 h 1890712"/>
              <a:gd name="connsiteX140" fmla="*/ 2140744 w 2543175"/>
              <a:gd name="connsiteY140" fmla="*/ 1566862 h 1890712"/>
              <a:gd name="connsiteX141" fmla="*/ 2152650 w 2543175"/>
              <a:gd name="connsiteY141" fmla="*/ 1576387 h 1890712"/>
              <a:gd name="connsiteX142" fmla="*/ 2181225 w 2543175"/>
              <a:gd name="connsiteY142" fmla="*/ 1590675 h 1890712"/>
              <a:gd name="connsiteX143" fmla="*/ 2200275 w 2543175"/>
              <a:gd name="connsiteY143" fmla="*/ 1607344 h 1890712"/>
              <a:gd name="connsiteX144" fmla="*/ 2207419 w 2543175"/>
              <a:gd name="connsiteY144" fmla="*/ 1612106 h 1890712"/>
              <a:gd name="connsiteX145" fmla="*/ 2216944 w 2543175"/>
              <a:gd name="connsiteY145" fmla="*/ 1619250 h 1890712"/>
              <a:gd name="connsiteX146" fmla="*/ 2247900 w 2543175"/>
              <a:gd name="connsiteY146" fmla="*/ 1643062 h 1890712"/>
              <a:gd name="connsiteX147" fmla="*/ 2281238 w 2543175"/>
              <a:gd name="connsiteY147" fmla="*/ 1674019 h 1890712"/>
              <a:gd name="connsiteX148" fmla="*/ 2312194 w 2543175"/>
              <a:gd name="connsiteY148" fmla="*/ 1702594 h 1890712"/>
              <a:gd name="connsiteX149" fmla="*/ 2369344 w 2543175"/>
              <a:gd name="connsiteY149" fmla="*/ 1757363 h 1890712"/>
              <a:gd name="connsiteX150" fmla="*/ 2428876 w 2543175"/>
              <a:gd name="connsiteY150" fmla="*/ 1785938 h 1890712"/>
              <a:gd name="connsiteX151" fmla="*/ 2469356 w 2543175"/>
              <a:gd name="connsiteY151" fmla="*/ 1816894 h 1890712"/>
              <a:gd name="connsiteX152" fmla="*/ 2514600 w 2543175"/>
              <a:gd name="connsiteY152" fmla="*/ 1850231 h 1890712"/>
              <a:gd name="connsiteX153" fmla="*/ 2519363 w 2543175"/>
              <a:gd name="connsiteY153" fmla="*/ 1857375 h 1890712"/>
              <a:gd name="connsiteX154" fmla="*/ 2540794 w 2543175"/>
              <a:gd name="connsiteY154" fmla="*/ 1883569 h 1890712"/>
              <a:gd name="connsiteX155" fmla="*/ 2543175 w 2543175"/>
              <a:gd name="connsiteY155"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88207 w 2543175"/>
              <a:gd name="connsiteY64" fmla="*/ 676275 h 1890712"/>
              <a:gd name="connsiteX65" fmla="*/ 907257 w 2543175"/>
              <a:gd name="connsiteY65" fmla="*/ 683419 h 1890712"/>
              <a:gd name="connsiteX66" fmla="*/ 928688 w 2543175"/>
              <a:gd name="connsiteY66" fmla="*/ 695325 h 1890712"/>
              <a:gd name="connsiteX67" fmla="*/ 942975 w 2543175"/>
              <a:gd name="connsiteY67" fmla="*/ 700087 h 1890712"/>
              <a:gd name="connsiteX68" fmla="*/ 964407 w 2543175"/>
              <a:gd name="connsiteY68" fmla="*/ 716756 h 1890712"/>
              <a:gd name="connsiteX69" fmla="*/ 971550 w 2543175"/>
              <a:gd name="connsiteY69" fmla="*/ 723900 h 1890712"/>
              <a:gd name="connsiteX70" fmla="*/ 983457 w 2543175"/>
              <a:gd name="connsiteY70" fmla="*/ 733425 h 1890712"/>
              <a:gd name="connsiteX71" fmla="*/ 990600 w 2543175"/>
              <a:gd name="connsiteY71" fmla="*/ 738187 h 1890712"/>
              <a:gd name="connsiteX72" fmla="*/ 1007269 w 2543175"/>
              <a:gd name="connsiteY72" fmla="*/ 752475 h 1890712"/>
              <a:gd name="connsiteX73" fmla="*/ 1031082 w 2543175"/>
              <a:gd name="connsiteY73" fmla="*/ 766762 h 1890712"/>
              <a:gd name="connsiteX74" fmla="*/ 1042988 w 2543175"/>
              <a:gd name="connsiteY74" fmla="*/ 773906 h 1890712"/>
              <a:gd name="connsiteX75" fmla="*/ 1071563 w 2543175"/>
              <a:gd name="connsiteY75" fmla="*/ 785812 h 1890712"/>
              <a:gd name="connsiteX76" fmla="*/ 1097757 w 2543175"/>
              <a:gd name="connsiteY76" fmla="*/ 807244 h 1890712"/>
              <a:gd name="connsiteX77" fmla="*/ 1104900 w 2543175"/>
              <a:gd name="connsiteY77" fmla="*/ 814387 h 1890712"/>
              <a:gd name="connsiteX78" fmla="*/ 1121569 w 2543175"/>
              <a:gd name="connsiteY78" fmla="*/ 823912 h 1890712"/>
              <a:gd name="connsiteX79" fmla="*/ 1138238 w 2543175"/>
              <a:gd name="connsiteY79" fmla="*/ 835819 h 1890712"/>
              <a:gd name="connsiteX80" fmla="*/ 1147763 w 2543175"/>
              <a:gd name="connsiteY80" fmla="*/ 842962 h 1890712"/>
              <a:gd name="connsiteX81" fmla="*/ 1157288 w 2543175"/>
              <a:gd name="connsiteY81" fmla="*/ 847725 h 1890712"/>
              <a:gd name="connsiteX82" fmla="*/ 1178719 w 2543175"/>
              <a:gd name="connsiteY82" fmla="*/ 859631 h 1890712"/>
              <a:gd name="connsiteX83" fmla="*/ 1188244 w 2543175"/>
              <a:gd name="connsiteY83" fmla="*/ 866775 h 1890712"/>
              <a:gd name="connsiteX84" fmla="*/ 1195388 w 2543175"/>
              <a:gd name="connsiteY84" fmla="*/ 871537 h 1890712"/>
              <a:gd name="connsiteX85" fmla="*/ 1212057 w 2543175"/>
              <a:gd name="connsiteY85" fmla="*/ 883444 h 1890712"/>
              <a:gd name="connsiteX86" fmla="*/ 1226344 w 2543175"/>
              <a:gd name="connsiteY86" fmla="*/ 895350 h 1890712"/>
              <a:gd name="connsiteX87" fmla="*/ 1245394 w 2543175"/>
              <a:gd name="connsiteY87" fmla="*/ 907256 h 1890712"/>
              <a:gd name="connsiteX88" fmla="*/ 1254919 w 2543175"/>
              <a:gd name="connsiteY88" fmla="*/ 914400 h 1890712"/>
              <a:gd name="connsiteX89" fmla="*/ 1269207 w 2543175"/>
              <a:gd name="connsiteY89" fmla="*/ 921544 h 1890712"/>
              <a:gd name="connsiteX90" fmla="*/ 1290638 w 2543175"/>
              <a:gd name="connsiteY90" fmla="*/ 935831 h 1890712"/>
              <a:gd name="connsiteX91" fmla="*/ 1307307 w 2543175"/>
              <a:gd name="connsiteY91" fmla="*/ 952500 h 1890712"/>
              <a:gd name="connsiteX92" fmla="*/ 1333500 w 2543175"/>
              <a:gd name="connsiteY92" fmla="*/ 971550 h 1890712"/>
              <a:gd name="connsiteX93" fmla="*/ 1359694 w 2543175"/>
              <a:gd name="connsiteY93" fmla="*/ 990600 h 1890712"/>
              <a:gd name="connsiteX94" fmla="*/ 1385888 w 2543175"/>
              <a:gd name="connsiteY94" fmla="*/ 1021557 h 1890712"/>
              <a:gd name="connsiteX95" fmla="*/ 1435894 w 2543175"/>
              <a:gd name="connsiteY95" fmla="*/ 1054894 h 1890712"/>
              <a:gd name="connsiteX96" fmla="*/ 1497806 w 2543175"/>
              <a:gd name="connsiteY96" fmla="*/ 1104900 h 1890712"/>
              <a:gd name="connsiteX97" fmla="*/ 1559718 w 2543175"/>
              <a:gd name="connsiteY97" fmla="*/ 1154906 h 1890712"/>
              <a:gd name="connsiteX98" fmla="*/ 1595438 w 2543175"/>
              <a:gd name="connsiteY98" fmla="*/ 1181100 h 1890712"/>
              <a:gd name="connsiteX99" fmla="*/ 1628775 w 2543175"/>
              <a:gd name="connsiteY99" fmla="*/ 1207294 h 1890712"/>
              <a:gd name="connsiteX100" fmla="*/ 1662113 w 2543175"/>
              <a:gd name="connsiteY100" fmla="*/ 1231107 h 1890712"/>
              <a:gd name="connsiteX101" fmla="*/ 1700213 w 2543175"/>
              <a:gd name="connsiteY101" fmla="*/ 1247775 h 1890712"/>
              <a:gd name="connsiteX102" fmla="*/ 1712119 w 2543175"/>
              <a:gd name="connsiteY102" fmla="*/ 1259681 h 1890712"/>
              <a:gd name="connsiteX103" fmla="*/ 1733550 w 2543175"/>
              <a:gd name="connsiteY103" fmla="*/ 1273969 h 1890712"/>
              <a:gd name="connsiteX104" fmla="*/ 1743075 w 2543175"/>
              <a:gd name="connsiteY104" fmla="*/ 1283494 h 1890712"/>
              <a:gd name="connsiteX105" fmla="*/ 1754982 w 2543175"/>
              <a:gd name="connsiteY105" fmla="*/ 1290637 h 1890712"/>
              <a:gd name="connsiteX106" fmla="*/ 1766888 w 2543175"/>
              <a:gd name="connsiteY106" fmla="*/ 1300162 h 1890712"/>
              <a:gd name="connsiteX107" fmla="*/ 1783557 w 2543175"/>
              <a:gd name="connsiteY107" fmla="*/ 1307306 h 1890712"/>
              <a:gd name="connsiteX108" fmla="*/ 1790700 w 2543175"/>
              <a:gd name="connsiteY108" fmla="*/ 1312069 h 1890712"/>
              <a:gd name="connsiteX109" fmla="*/ 1800225 w 2543175"/>
              <a:gd name="connsiteY109" fmla="*/ 1319212 h 1890712"/>
              <a:gd name="connsiteX110" fmla="*/ 1807369 w 2543175"/>
              <a:gd name="connsiteY110" fmla="*/ 1321594 h 1890712"/>
              <a:gd name="connsiteX111" fmla="*/ 1824038 w 2543175"/>
              <a:gd name="connsiteY111" fmla="*/ 1333500 h 1890712"/>
              <a:gd name="connsiteX112" fmla="*/ 1843088 w 2543175"/>
              <a:gd name="connsiteY112" fmla="*/ 1352550 h 1890712"/>
              <a:gd name="connsiteX113" fmla="*/ 1852613 w 2543175"/>
              <a:gd name="connsiteY113" fmla="*/ 1359694 h 1890712"/>
              <a:gd name="connsiteX114" fmla="*/ 1859757 w 2543175"/>
              <a:gd name="connsiteY114" fmla="*/ 1366837 h 1890712"/>
              <a:gd name="connsiteX115" fmla="*/ 1869282 w 2543175"/>
              <a:gd name="connsiteY115" fmla="*/ 1371600 h 1890712"/>
              <a:gd name="connsiteX116" fmla="*/ 1883569 w 2543175"/>
              <a:gd name="connsiteY116" fmla="*/ 1388269 h 1890712"/>
              <a:gd name="connsiteX117" fmla="*/ 1893094 w 2543175"/>
              <a:gd name="connsiteY117" fmla="*/ 1395412 h 1890712"/>
              <a:gd name="connsiteX118" fmla="*/ 1902619 w 2543175"/>
              <a:gd name="connsiteY118" fmla="*/ 1404937 h 1890712"/>
              <a:gd name="connsiteX119" fmla="*/ 1912144 w 2543175"/>
              <a:gd name="connsiteY119" fmla="*/ 1409700 h 1890712"/>
              <a:gd name="connsiteX120" fmla="*/ 1931194 w 2543175"/>
              <a:gd name="connsiteY120" fmla="*/ 1421606 h 1890712"/>
              <a:gd name="connsiteX121" fmla="*/ 1935957 w 2543175"/>
              <a:gd name="connsiteY121" fmla="*/ 1428750 h 1890712"/>
              <a:gd name="connsiteX122" fmla="*/ 1952625 w 2543175"/>
              <a:gd name="connsiteY122" fmla="*/ 1438275 h 1890712"/>
              <a:gd name="connsiteX123" fmla="*/ 1971675 w 2543175"/>
              <a:gd name="connsiteY123" fmla="*/ 1450181 h 1890712"/>
              <a:gd name="connsiteX124" fmla="*/ 1981200 w 2543175"/>
              <a:gd name="connsiteY124" fmla="*/ 1454944 h 1890712"/>
              <a:gd name="connsiteX125" fmla="*/ 1997869 w 2543175"/>
              <a:gd name="connsiteY125" fmla="*/ 1471612 h 1890712"/>
              <a:gd name="connsiteX126" fmla="*/ 2007394 w 2543175"/>
              <a:gd name="connsiteY126" fmla="*/ 1478756 h 1890712"/>
              <a:gd name="connsiteX127" fmla="*/ 2016919 w 2543175"/>
              <a:gd name="connsiteY127" fmla="*/ 1483519 h 1890712"/>
              <a:gd name="connsiteX128" fmla="*/ 2024063 w 2543175"/>
              <a:gd name="connsiteY128" fmla="*/ 1490662 h 1890712"/>
              <a:gd name="connsiteX129" fmla="*/ 2033588 w 2543175"/>
              <a:gd name="connsiteY129" fmla="*/ 1495425 h 1890712"/>
              <a:gd name="connsiteX130" fmla="*/ 2040732 w 2543175"/>
              <a:gd name="connsiteY130" fmla="*/ 1502569 h 1890712"/>
              <a:gd name="connsiteX131" fmla="*/ 2047875 w 2543175"/>
              <a:gd name="connsiteY131" fmla="*/ 1507331 h 1890712"/>
              <a:gd name="connsiteX132" fmla="*/ 2057400 w 2543175"/>
              <a:gd name="connsiteY132" fmla="*/ 1514475 h 1890712"/>
              <a:gd name="connsiteX133" fmla="*/ 2064544 w 2543175"/>
              <a:gd name="connsiteY133" fmla="*/ 1519237 h 1890712"/>
              <a:gd name="connsiteX134" fmla="*/ 2071688 w 2543175"/>
              <a:gd name="connsiteY134" fmla="*/ 1526381 h 1890712"/>
              <a:gd name="connsiteX135" fmla="*/ 2081213 w 2543175"/>
              <a:gd name="connsiteY135" fmla="*/ 1531144 h 1890712"/>
              <a:gd name="connsiteX136" fmla="*/ 2090738 w 2543175"/>
              <a:gd name="connsiteY136" fmla="*/ 1538287 h 1890712"/>
              <a:gd name="connsiteX137" fmla="*/ 2109788 w 2543175"/>
              <a:gd name="connsiteY137" fmla="*/ 1547812 h 1890712"/>
              <a:gd name="connsiteX138" fmla="*/ 2131219 w 2543175"/>
              <a:gd name="connsiteY138" fmla="*/ 1562100 h 1890712"/>
              <a:gd name="connsiteX139" fmla="*/ 2140744 w 2543175"/>
              <a:gd name="connsiteY139" fmla="*/ 1566862 h 1890712"/>
              <a:gd name="connsiteX140" fmla="*/ 2152650 w 2543175"/>
              <a:gd name="connsiteY140" fmla="*/ 1576387 h 1890712"/>
              <a:gd name="connsiteX141" fmla="*/ 2181225 w 2543175"/>
              <a:gd name="connsiteY141" fmla="*/ 1590675 h 1890712"/>
              <a:gd name="connsiteX142" fmla="*/ 2200275 w 2543175"/>
              <a:gd name="connsiteY142" fmla="*/ 1607344 h 1890712"/>
              <a:gd name="connsiteX143" fmla="*/ 2207419 w 2543175"/>
              <a:gd name="connsiteY143" fmla="*/ 1612106 h 1890712"/>
              <a:gd name="connsiteX144" fmla="*/ 2216944 w 2543175"/>
              <a:gd name="connsiteY144" fmla="*/ 1619250 h 1890712"/>
              <a:gd name="connsiteX145" fmla="*/ 2247900 w 2543175"/>
              <a:gd name="connsiteY145" fmla="*/ 1643062 h 1890712"/>
              <a:gd name="connsiteX146" fmla="*/ 2281238 w 2543175"/>
              <a:gd name="connsiteY146" fmla="*/ 1674019 h 1890712"/>
              <a:gd name="connsiteX147" fmla="*/ 2312194 w 2543175"/>
              <a:gd name="connsiteY147" fmla="*/ 1702594 h 1890712"/>
              <a:gd name="connsiteX148" fmla="*/ 2369344 w 2543175"/>
              <a:gd name="connsiteY148" fmla="*/ 1757363 h 1890712"/>
              <a:gd name="connsiteX149" fmla="*/ 2428876 w 2543175"/>
              <a:gd name="connsiteY149" fmla="*/ 1785938 h 1890712"/>
              <a:gd name="connsiteX150" fmla="*/ 2469356 w 2543175"/>
              <a:gd name="connsiteY150" fmla="*/ 1816894 h 1890712"/>
              <a:gd name="connsiteX151" fmla="*/ 2514600 w 2543175"/>
              <a:gd name="connsiteY151" fmla="*/ 1850231 h 1890712"/>
              <a:gd name="connsiteX152" fmla="*/ 2519363 w 2543175"/>
              <a:gd name="connsiteY152" fmla="*/ 1857375 h 1890712"/>
              <a:gd name="connsiteX153" fmla="*/ 2540794 w 2543175"/>
              <a:gd name="connsiteY153" fmla="*/ 1883569 h 1890712"/>
              <a:gd name="connsiteX154" fmla="*/ 2543175 w 2543175"/>
              <a:gd name="connsiteY154" fmla="*/ 1890712 h 1890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2543175" h="1890712">
                <a:moveTo>
                  <a:pt x="0" y="0"/>
                </a:moveTo>
                <a:cubicBezTo>
                  <a:pt x="3969" y="3969"/>
                  <a:pt x="7477" y="8460"/>
                  <a:pt x="11907" y="11906"/>
                </a:cubicBezTo>
                <a:cubicBezTo>
                  <a:pt x="14709" y="14085"/>
                  <a:pt x="18922" y="14159"/>
                  <a:pt x="21432" y="16669"/>
                </a:cubicBezTo>
                <a:cubicBezTo>
                  <a:pt x="23207" y="18444"/>
                  <a:pt x="22354" y="21770"/>
                  <a:pt x="23813" y="23812"/>
                </a:cubicBezTo>
                <a:cubicBezTo>
                  <a:pt x="26423" y="27466"/>
                  <a:pt x="30381" y="29958"/>
                  <a:pt x="33338" y="33337"/>
                </a:cubicBezTo>
                <a:cubicBezTo>
                  <a:pt x="35951" y="36324"/>
                  <a:pt x="37676" y="40056"/>
                  <a:pt x="40482" y="42862"/>
                </a:cubicBezTo>
                <a:cubicBezTo>
                  <a:pt x="42506" y="44886"/>
                  <a:pt x="45296" y="45961"/>
                  <a:pt x="47625" y="47625"/>
                </a:cubicBezTo>
                <a:cubicBezTo>
                  <a:pt x="50854" y="49932"/>
                  <a:pt x="53920" y="52462"/>
                  <a:pt x="57150" y="54769"/>
                </a:cubicBezTo>
                <a:cubicBezTo>
                  <a:pt x="59479" y="56432"/>
                  <a:pt x="62004" y="57814"/>
                  <a:pt x="64294" y="59531"/>
                </a:cubicBezTo>
                <a:cubicBezTo>
                  <a:pt x="70526" y="64205"/>
                  <a:pt x="76425" y="69975"/>
                  <a:pt x="83344" y="73819"/>
                </a:cubicBezTo>
                <a:cubicBezTo>
                  <a:pt x="87999" y="76405"/>
                  <a:pt x="92977" y="78376"/>
                  <a:pt x="97632" y="80962"/>
                </a:cubicBezTo>
                <a:cubicBezTo>
                  <a:pt x="100134" y="82352"/>
                  <a:pt x="102602" y="83862"/>
                  <a:pt x="104775" y="85725"/>
                </a:cubicBezTo>
                <a:cubicBezTo>
                  <a:pt x="108184" y="88647"/>
                  <a:pt x="110492" y="92870"/>
                  <a:pt x="114300" y="95250"/>
                </a:cubicBezTo>
                <a:cubicBezTo>
                  <a:pt x="117075" y="96984"/>
                  <a:pt x="120650" y="96837"/>
                  <a:pt x="123825" y="97631"/>
                </a:cubicBezTo>
                <a:cubicBezTo>
                  <a:pt x="126206" y="100012"/>
                  <a:pt x="128412" y="102583"/>
                  <a:pt x="130969" y="104775"/>
                </a:cubicBezTo>
                <a:cubicBezTo>
                  <a:pt x="133982" y="107358"/>
                  <a:pt x="137264" y="109612"/>
                  <a:pt x="140494" y="111919"/>
                </a:cubicBezTo>
                <a:cubicBezTo>
                  <a:pt x="142823" y="113582"/>
                  <a:pt x="145439" y="114849"/>
                  <a:pt x="147638" y="116681"/>
                </a:cubicBezTo>
                <a:cubicBezTo>
                  <a:pt x="162120" y="128749"/>
                  <a:pt x="146681" y="119775"/>
                  <a:pt x="164307" y="128587"/>
                </a:cubicBezTo>
                <a:cubicBezTo>
                  <a:pt x="175940" y="140221"/>
                  <a:pt x="166351" y="132138"/>
                  <a:pt x="180975" y="140494"/>
                </a:cubicBezTo>
                <a:cubicBezTo>
                  <a:pt x="186596" y="143706"/>
                  <a:pt x="192522" y="148741"/>
                  <a:pt x="197644" y="152400"/>
                </a:cubicBezTo>
                <a:cubicBezTo>
                  <a:pt x="199973" y="154063"/>
                  <a:pt x="202459" y="155499"/>
                  <a:pt x="204788" y="157162"/>
                </a:cubicBezTo>
                <a:cubicBezTo>
                  <a:pt x="208018" y="159469"/>
                  <a:pt x="211507" y="161500"/>
                  <a:pt x="214313" y="164306"/>
                </a:cubicBezTo>
                <a:cubicBezTo>
                  <a:pt x="225954" y="175947"/>
                  <a:pt x="216166" y="172508"/>
                  <a:pt x="230982" y="180975"/>
                </a:cubicBezTo>
                <a:cubicBezTo>
                  <a:pt x="233514" y="182422"/>
                  <a:pt x="236141" y="179387"/>
                  <a:pt x="247650" y="185737"/>
                </a:cubicBezTo>
                <a:cubicBezTo>
                  <a:pt x="259159" y="192087"/>
                  <a:pt x="284163" y="207566"/>
                  <a:pt x="300038" y="219075"/>
                </a:cubicBezTo>
                <a:cubicBezTo>
                  <a:pt x="315913" y="230584"/>
                  <a:pt x="331788" y="247253"/>
                  <a:pt x="342900" y="254794"/>
                </a:cubicBezTo>
                <a:cubicBezTo>
                  <a:pt x="351711" y="272418"/>
                  <a:pt x="361951" y="261541"/>
                  <a:pt x="366713" y="264319"/>
                </a:cubicBezTo>
                <a:cubicBezTo>
                  <a:pt x="371475" y="267097"/>
                  <a:pt x="368300" y="268287"/>
                  <a:pt x="371475" y="271462"/>
                </a:cubicBezTo>
                <a:cubicBezTo>
                  <a:pt x="374650" y="274637"/>
                  <a:pt x="380207" y="279400"/>
                  <a:pt x="385763" y="283369"/>
                </a:cubicBezTo>
                <a:cubicBezTo>
                  <a:pt x="391319" y="287338"/>
                  <a:pt x="400447" y="292894"/>
                  <a:pt x="404813" y="295275"/>
                </a:cubicBezTo>
                <a:cubicBezTo>
                  <a:pt x="409179" y="297656"/>
                  <a:pt x="401638" y="292100"/>
                  <a:pt x="411957" y="297656"/>
                </a:cubicBezTo>
                <a:cubicBezTo>
                  <a:pt x="422276" y="303212"/>
                  <a:pt x="456010" y="322262"/>
                  <a:pt x="466725" y="328612"/>
                </a:cubicBezTo>
                <a:cubicBezTo>
                  <a:pt x="477440" y="334962"/>
                  <a:pt x="473444" y="332950"/>
                  <a:pt x="476250" y="335756"/>
                </a:cubicBezTo>
                <a:cubicBezTo>
                  <a:pt x="478274" y="337780"/>
                  <a:pt x="479150" y="340727"/>
                  <a:pt x="481013" y="342900"/>
                </a:cubicBezTo>
                <a:cubicBezTo>
                  <a:pt x="483935" y="346309"/>
                  <a:pt x="487616" y="349016"/>
                  <a:pt x="490538" y="352425"/>
                </a:cubicBezTo>
                <a:cubicBezTo>
                  <a:pt x="492400" y="354598"/>
                  <a:pt x="493637" y="357240"/>
                  <a:pt x="495300" y="359569"/>
                </a:cubicBezTo>
                <a:cubicBezTo>
                  <a:pt x="513137" y="384542"/>
                  <a:pt x="492279" y="355466"/>
                  <a:pt x="509588" y="376237"/>
                </a:cubicBezTo>
                <a:cubicBezTo>
                  <a:pt x="511420" y="378436"/>
                  <a:pt x="512518" y="381182"/>
                  <a:pt x="514350" y="383381"/>
                </a:cubicBezTo>
                <a:cubicBezTo>
                  <a:pt x="527305" y="398928"/>
                  <a:pt x="515259" y="381909"/>
                  <a:pt x="531019" y="397669"/>
                </a:cubicBezTo>
                <a:cubicBezTo>
                  <a:pt x="533825" y="400475"/>
                  <a:pt x="535550" y="404207"/>
                  <a:pt x="538163" y="407194"/>
                </a:cubicBezTo>
                <a:cubicBezTo>
                  <a:pt x="555321" y="426803"/>
                  <a:pt x="540377" y="409091"/>
                  <a:pt x="554832" y="421481"/>
                </a:cubicBezTo>
                <a:cubicBezTo>
                  <a:pt x="558241" y="424403"/>
                  <a:pt x="560978" y="428049"/>
                  <a:pt x="564357" y="431006"/>
                </a:cubicBezTo>
                <a:cubicBezTo>
                  <a:pt x="567344" y="433619"/>
                  <a:pt x="570783" y="435671"/>
                  <a:pt x="573882" y="438150"/>
                </a:cubicBezTo>
                <a:cubicBezTo>
                  <a:pt x="577392" y="440958"/>
                  <a:pt x="589001" y="451663"/>
                  <a:pt x="595313" y="454819"/>
                </a:cubicBezTo>
                <a:cubicBezTo>
                  <a:pt x="597558" y="455942"/>
                  <a:pt x="600212" y="456077"/>
                  <a:pt x="602457" y="457200"/>
                </a:cubicBezTo>
                <a:cubicBezTo>
                  <a:pt x="627542" y="469743"/>
                  <a:pt x="610065" y="464460"/>
                  <a:pt x="628650" y="469106"/>
                </a:cubicBezTo>
                <a:cubicBezTo>
                  <a:pt x="634206" y="473869"/>
                  <a:pt x="639401" y="479090"/>
                  <a:pt x="645319" y="483394"/>
                </a:cubicBezTo>
                <a:cubicBezTo>
                  <a:pt x="648190" y="485482"/>
                  <a:pt x="652149" y="485846"/>
                  <a:pt x="654844" y="488156"/>
                </a:cubicBezTo>
                <a:cubicBezTo>
                  <a:pt x="657857" y="490739"/>
                  <a:pt x="659062" y="494999"/>
                  <a:pt x="661988" y="497681"/>
                </a:cubicBezTo>
                <a:cubicBezTo>
                  <a:pt x="668659" y="503796"/>
                  <a:pt x="675889" y="509330"/>
                  <a:pt x="683419" y="514350"/>
                </a:cubicBezTo>
                <a:cubicBezTo>
                  <a:pt x="688757" y="517908"/>
                  <a:pt x="695358" y="522117"/>
                  <a:pt x="700088" y="526256"/>
                </a:cubicBezTo>
                <a:cubicBezTo>
                  <a:pt x="703467" y="529213"/>
                  <a:pt x="706234" y="532824"/>
                  <a:pt x="709613" y="535781"/>
                </a:cubicBezTo>
                <a:cubicBezTo>
                  <a:pt x="712600" y="538394"/>
                  <a:pt x="716188" y="540270"/>
                  <a:pt x="719138" y="542925"/>
                </a:cubicBezTo>
                <a:cubicBezTo>
                  <a:pt x="724144" y="547430"/>
                  <a:pt x="727401" y="554200"/>
                  <a:pt x="733425" y="557212"/>
                </a:cubicBezTo>
                <a:cubicBezTo>
                  <a:pt x="758177" y="569589"/>
                  <a:pt x="728852" y="553670"/>
                  <a:pt x="750094" y="569119"/>
                </a:cubicBezTo>
                <a:cubicBezTo>
                  <a:pt x="756150" y="573523"/>
                  <a:pt x="762723" y="577172"/>
                  <a:pt x="769144" y="581025"/>
                </a:cubicBezTo>
                <a:cubicBezTo>
                  <a:pt x="774632" y="584317"/>
                  <a:pt x="785813" y="590550"/>
                  <a:pt x="785813" y="590550"/>
                </a:cubicBezTo>
                <a:cubicBezTo>
                  <a:pt x="788194" y="593725"/>
                  <a:pt x="790151" y="597269"/>
                  <a:pt x="792957" y="600075"/>
                </a:cubicBezTo>
                <a:cubicBezTo>
                  <a:pt x="801539" y="608657"/>
                  <a:pt x="801510" y="605219"/>
                  <a:pt x="809625" y="611981"/>
                </a:cubicBezTo>
                <a:cubicBezTo>
                  <a:pt x="812212" y="614137"/>
                  <a:pt x="814212" y="616933"/>
                  <a:pt x="816769" y="619125"/>
                </a:cubicBezTo>
                <a:cubicBezTo>
                  <a:pt x="819782" y="621708"/>
                  <a:pt x="823195" y="623790"/>
                  <a:pt x="826294" y="626269"/>
                </a:cubicBezTo>
                <a:cubicBezTo>
                  <a:pt x="831135" y="630142"/>
                  <a:pt x="835948" y="634056"/>
                  <a:pt x="840582" y="638175"/>
                </a:cubicBezTo>
                <a:cubicBezTo>
                  <a:pt x="843099" y="640412"/>
                  <a:pt x="845168" y="643127"/>
                  <a:pt x="847725" y="645319"/>
                </a:cubicBezTo>
                <a:cubicBezTo>
                  <a:pt x="850738" y="647902"/>
                  <a:pt x="850503" y="647303"/>
                  <a:pt x="857250" y="652462"/>
                </a:cubicBezTo>
                <a:cubicBezTo>
                  <a:pt x="863997" y="657621"/>
                  <a:pt x="879873" y="671116"/>
                  <a:pt x="888207" y="676275"/>
                </a:cubicBezTo>
                <a:cubicBezTo>
                  <a:pt x="896541" y="681434"/>
                  <a:pt x="900510" y="680244"/>
                  <a:pt x="907257" y="683419"/>
                </a:cubicBezTo>
                <a:cubicBezTo>
                  <a:pt x="913293" y="687040"/>
                  <a:pt x="921861" y="692594"/>
                  <a:pt x="928688" y="695325"/>
                </a:cubicBezTo>
                <a:cubicBezTo>
                  <a:pt x="933349" y="697189"/>
                  <a:pt x="938213" y="698500"/>
                  <a:pt x="942975" y="700087"/>
                </a:cubicBezTo>
                <a:cubicBezTo>
                  <a:pt x="950119" y="705643"/>
                  <a:pt x="958008" y="710356"/>
                  <a:pt x="964407" y="716756"/>
                </a:cubicBezTo>
                <a:cubicBezTo>
                  <a:pt x="966788" y="719137"/>
                  <a:pt x="969016" y="721682"/>
                  <a:pt x="971550" y="723900"/>
                </a:cubicBezTo>
                <a:cubicBezTo>
                  <a:pt x="975375" y="727247"/>
                  <a:pt x="979391" y="730375"/>
                  <a:pt x="983457" y="733425"/>
                </a:cubicBezTo>
                <a:cubicBezTo>
                  <a:pt x="985746" y="735142"/>
                  <a:pt x="988402" y="736355"/>
                  <a:pt x="990600" y="738187"/>
                </a:cubicBezTo>
                <a:cubicBezTo>
                  <a:pt x="1003421" y="748872"/>
                  <a:pt x="991667" y="742445"/>
                  <a:pt x="1007269" y="752475"/>
                </a:cubicBezTo>
                <a:cubicBezTo>
                  <a:pt x="1015056" y="757481"/>
                  <a:pt x="1023144" y="762000"/>
                  <a:pt x="1031082" y="766762"/>
                </a:cubicBezTo>
                <a:cubicBezTo>
                  <a:pt x="1035051" y="769143"/>
                  <a:pt x="1038597" y="772442"/>
                  <a:pt x="1042988" y="773906"/>
                </a:cubicBezTo>
                <a:cubicBezTo>
                  <a:pt x="1062326" y="780353"/>
                  <a:pt x="1052785" y="776424"/>
                  <a:pt x="1071563" y="785812"/>
                </a:cubicBezTo>
                <a:cubicBezTo>
                  <a:pt x="1104554" y="818805"/>
                  <a:pt x="1069470" y="786029"/>
                  <a:pt x="1097757" y="807244"/>
                </a:cubicBezTo>
                <a:cubicBezTo>
                  <a:pt x="1100451" y="809264"/>
                  <a:pt x="1102343" y="812196"/>
                  <a:pt x="1104900" y="814387"/>
                </a:cubicBezTo>
                <a:cubicBezTo>
                  <a:pt x="1114075" y="822251"/>
                  <a:pt x="1112151" y="820773"/>
                  <a:pt x="1121569" y="823912"/>
                </a:cubicBezTo>
                <a:cubicBezTo>
                  <a:pt x="1135186" y="837529"/>
                  <a:pt x="1121524" y="825373"/>
                  <a:pt x="1138238" y="835819"/>
                </a:cubicBezTo>
                <a:cubicBezTo>
                  <a:pt x="1141603" y="837922"/>
                  <a:pt x="1144398" y="840859"/>
                  <a:pt x="1147763" y="842962"/>
                </a:cubicBezTo>
                <a:cubicBezTo>
                  <a:pt x="1150773" y="844843"/>
                  <a:pt x="1154334" y="845756"/>
                  <a:pt x="1157288" y="847725"/>
                </a:cubicBezTo>
                <a:cubicBezTo>
                  <a:pt x="1176376" y="860451"/>
                  <a:pt x="1161284" y="855273"/>
                  <a:pt x="1178719" y="859631"/>
                </a:cubicBezTo>
                <a:cubicBezTo>
                  <a:pt x="1181894" y="862012"/>
                  <a:pt x="1185014" y="864468"/>
                  <a:pt x="1188244" y="866775"/>
                </a:cubicBezTo>
                <a:cubicBezTo>
                  <a:pt x="1190573" y="868438"/>
                  <a:pt x="1193364" y="869513"/>
                  <a:pt x="1195388" y="871537"/>
                </a:cubicBezTo>
                <a:cubicBezTo>
                  <a:pt x="1208545" y="884693"/>
                  <a:pt x="1195343" y="879264"/>
                  <a:pt x="1212057" y="883444"/>
                </a:cubicBezTo>
                <a:cubicBezTo>
                  <a:pt x="1227843" y="893968"/>
                  <a:pt x="1210302" y="881600"/>
                  <a:pt x="1226344" y="895350"/>
                </a:cubicBezTo>
                <a:cubicBezTo>
                  <a:pt x="1240876" y="907806"/>
                  <a:pt x="1230381" y="897873"/>
                  <a:pt x="1245394" y="907256"/>
                </a:cubicBezTo>
                <a:cubicBezTo>
                  <a:pt x="1248760" y="909359"/>
                  <a:pt x="1251516" y="912358"/>
                  <a:pt x="1254919" y="914400"/>
                </a:cubicBezTo>
                <a:cubicBezTo>
                  <a:pt x="1259485" y="917140"/>
                  <a:pt x="1264532" y="918994"/>
                  <a:pt x="1269207" y="921544"/>
                </a:cubicBezTo>
                <a:cubicBezTo>
                  <a:pt x="1275474" y="924962"/>
                  <a:pt x="1285165" y="930855"/>
                  <a:pt x="1290638" y="935831"/>
                </a:cubicBezTo>
                <a:cubicBezTo>
                  <a:pt x="1296452" y="941117"/>
                  <a:pt x="1300769" y="948141"/>
                  <a:pt x="1307307" y="952500"/>
                </a:cubicBezTo>
                <a:cubicBezTo>
                  <a:pt x="1319614" y="960705"/>
                  <a:pt x="1316156" y="958208"/>
                  <a:pt x="1333500" y="971550"/>
                </a:cubicBezTo>
                <a:cubicBezTo>
                  <a:pt x="1345211" y="980558"/>
                  <a:pt x="1350963" y="982266"/>
                  <a:pt x="1359694" y="990600"/>
                </a:cubicBezTo>
                <a:cubicBezTo>
                  <a:pt x="1368425" y="998934"/>
                  <a:pt x="1373188" y="1010841"/>
                  <a:pt x="1385888" y="1021557"/>
                </a:cubicBezTo>
                <a:cubicBezTo>
                  <a:pt x="1398588" y="1032273"/>
                  <a:pt x="1417241" y="1041004"/>
                  <a:pt x="1435894" y="1054894"/>
                </a:cubicBezTo>
                <a:cubicBezTo>
                  <a:pt x="1454547" y="1068784"/>
                  <a:pt x="1477169" y="1088231"/>
                  <a:pt x="1497806" y="1104900"/>
                </a:cubicBezTo>
                <a:lnTo>
                  <a:pt x="1559718" y="1154906"/>
                </a:lnTo>
                <a:cubicBezTo>
                  <a:pt x="1575990" y="1167606"/>
                  <a:pt x="1583929" y="1172369"/>
                  <a:pt x="1595438" y="1181100"/>
                </a:cubicBezTo>
                <a:cubicBezTo>
                  <a:pt x="1606947" y="1189831"/>
                  <a:pt x="1617663" y="1198960"/>
                  <a:pt x="1628775" y="1207294"/>
                </a:cubicBezTo>
                <a:cubicBezTo>
                  <a:pt x="1639887" y="1215628"/>
                  <a:pt x="1650207" y="1224360"/>
                  <a:pt x="1662113" y="1231107"/>
                </a:cubicBezTo>
                <a:cubicBezTo>
                  <a:pt x="1674019" y="1237854"/>
                  <a:pt x="1691879" y="1243013"/>
                  <a:pt x="1700213" y="1247775"/>
                </a:cubicBezTo>
                <a:cubicBezTo>
                  <a:pt x="1704182" y="1251744"/>
                  <a:pt x="1707306" y="1256793"/>
                  <a:pt x="1712119" y="1259681"/>
                </a:cubicBezTo>
                <a:cubicBezTo>
                  <a:pt x="1720417" y="1264660"/>
                  <a:pt x="1726335" y="1267656"/>
                  <a:pt x="1733550" y="1273969"/>
                </a:cubicBezTo>
                <a:cubicBezTo>
                  <a:pt x="1736929" y="1276926"/>
                  <a:pt x="1739531" y="1280737"/>
                  <a:pt x="1743075" y="1283494"/>
                </a:cubicBezTo>
                <a:cubicBezTo>
                  <a:pt x="1746729" y="1286335"/>
                  <a:pt x="1751190" y="1287983"/>
                  <a:pt x="1754982" y="1290637"/>
                </a:cubicBezTo>
                <a:cubicBezTo>
                  <a:pt x="1759146" y="1293551"/>
                  <a:pt x="1762659" y="1297343"/>
                  <a:pt x="1766888" y="1300162"/>
                </a:cubicBezTo>
                <a:cubicBezTo>
                  <a:pt x="1772775" y="1304087"/>
                  <a:pt x="1777205" y="1305189"/>
                  <a:pt x="1783557" y="1307306"/>
                </a:cubicBezTo>
                <a:cubicBezTo>
                  <a:pt x="1785938" y="1308894"/>
                  <a:pt x="1788371" y="1310406"/>
                  <a:pt x="1790700" y="1312069"/>
                </a:cubicBezTo>
                <a:cubicBezTo>
                  <a:pt x="1793929" y="1314376"/>
                  <a:pt x="1796779" y="1317243"/>
                  <a:pt x="1800225" y="1319212"/>
                </a:cubicBezTo>
                <a:cubicBezTo>
                  <a:pt x="1802404" y="1320457"/>
                  <a:pt x="1804988" y="1320800"/>
                  <a:pt x="1807369" y="1321594"/>
                </a:cubicBezTo>
                <a:cubicBezTo>
                  <a:pt x="1812925" y="1325563"/>
                  <a:pt x="1818878" y="1329028"/>
                  <a:pt x="1824038" y="1333500"/>
                </a:cubicBezTo>
                <a:cubicBezTo>
                  <a:pt x="1830824" y="1339381"/>
                  <a:pt x="1835904" y="1347162"/>
                  <a:pt x="1843088" y="1352550"/>
                </a:cubicBezTo>
                <a:cubicBezTo>
                  <a:pt x="1846263" y="1354931"/>
                  <a:pt x="1849600" y="1357111"/>
                  <a:pt x="1852613" y="1359694"/>
                </a:cubicBezTo>
                <a:cubicBezTo>
                  <a:pt x="1855170" y="1361885"/>
                  <a:pt x="1857017" y="1364880"/>
                  <a:pt x="1859757" y="1366837"/>
                </a:cubicBezTo>
                <a:cubicBezTo>
                  <a:pt x="1862646" y="1368900"/>
                  <a:pt x="1866107" y="1370012"/>
                  <a:pt x="1869282" y="1371600"/>
                </a:cubicBezTo>
                <a:cubicBezTo>
                  <a:pt x="1874928" y="1379129"/>
                  <a:pt x="1876604" y="1382299"/>
                  <a:pt x="1883569" y="1388269"/>
                </a:cubicBezTo>
                <a:cubicBezTo>
                  <a:pt x="1886582" y="1390852"/>
                  <a:pt x="1890107" y="1392799"/>
                  <a:pt x="1893094" y="1395412"/>
                </a:cubicBezTo>
                <a:cubicBezTo>
                  <a:pt x="1896473" y="1398369"/>
                  <a:pt x="1899027" y="1402243"/>
                  <a:pt x="1902619" y="1404937"/>
                </a:cubicBezTo>
                <a:cubicBezTo>
                  <a:pt x="1905459" y="1407067"/>
                  <a:pt x="1909078" y="1407911"/>
                  <a:pt x="1912144" y="1409700"/>
                </a:cubicBezTo>
                <a:cubicBezTo>
                  <a:pt x="1918612" y="1413473"/>
                  <a:pt x="1931194" y="1421606"/>
                  <a:pt x="1931194" y="1421606"/>
                </a:cubicBezTo>
                <a:cubicBezTo>
                  <a:pt x="1932782" y="1423987"/>
                  <a:pt x="1933933" y="1426726"/>
                  <a:pt x="1935957" y="1428750"/>
                </a:cubicBezTo>
                <a:cubicBezTo>
                  <a:pt x="1939923" y="1432716"/>
                  <a:pt x="1948145" y="1435662"/>
                  <a:pt x="1952625" y="1438275"/>
                </a:cubicBezTo>
                <a:cubicBezTo>
                  <a:pt x="1959093" y="1442048"/>
                  <a:pt x="1964978" y="1446832"/>
                  <a:pt x="1971675" y="1450181"/>
                </a:cubicBezTo>
                <a:cubicBezTo>
                  <a:pt x="1974850" y="1451769"/>
                  <a:pt x="1978453" y="1452696"/>
                  <a:pt x="1981200" y="1454944"/>
                </a:cubicBezTo>
                <a:cubicBezTo>
                  <a:pt x="1987282" y="1459920"/>
                  <a:pt x="1991583" y="1466897"/>
                  <a:pt x="1997869" y="1471612"/>
                </a:cubicBezTo>
                <a:cubicBezTo>
                  <a:pt x="2001044" y="1473993"/>
                  <a:pt x="2004029" y="1476652"/>
                  <a:pt x="2007394" y="1478756"/>
                </a:cubicBezTo>
                <a:cubicBezTo>
                  <a:pt x="2010404" y="1480637"/>
                  <a:pt x="2014030" y="1481456"/>
                  <a:pt x="2016919" y="1483519"/>
                </a:cubicBezTo>
                <a:cubicBezTo>
                  <a:pt x="2019659" y="1485476"/>
                  <a:pt x="2021323" y="1488705"/>
                  <a:pt x="2024063" y="1490662"/>
                </a:cubicBezTo>
                <a:cubicBezTo>
                  <a:pt x="2026952" y="1492725"/>
                  <a:pt x="2030699" y="1493362"/>
                  <a:pt x="2033588" y="1495425"/>
                </a:cubicBezTo>
                <a:cubicBezTo>
                  <a:pt x="2036328" y="1497383"/>
                  <a:pt x="2038145" y="1500413"/>
                  <a:pt x="2040732" y="1502569"/>
                </a:cubicBezTo>
                <a:cubicBezTo>
                  <a:pt x="2042930" y="1504401"/>
                  <a:pt x="2045546" y="1505668"/>
                  <a:pt x="2047875" y="1507331"/>
                </a:cubicBezTo>
                <a:cubicBezTo>
                  <a:pt x="2051105" y="1509638"/>
                  <a:pt x="2054170" y="1512168"/>
                  <a:pt x="2057400" y="1514475"/>
                </a:cubicBezTo>
                <a:cubicBezTo>
                  <a:pt x="2059729" y="1516138"/>
                  <a:pt x="2062345" y="1517405"/>
                  <a:pt x="2064544" y="1519237"/>
                </a:cubicBezTo>
                <a:cubicBezTo>
                  <a:pt x="2067131" y="1521393"/>
                  <a:pt x="2068948" y="1524423"/>
                  <a:pt x="2071688" y="1526381"/>
                </a:cubicBezTo>
                <a:cubicBezTo>
                  <a:pt x="2074577" y="1528444"/>
                  <a:pt x="2078203" y="1529263"/>
                  <a:pt x="2081213" y="1531144"/>
                </a:cubicBezTo>
                <a:cubicBezTo>
                  <a:pt x="2084578" y="1533247"/>
                  <a:pt x="2087310" y="1536287"/>
                  <a:pt x="2090738" y="1538287"/>
                </a:cubicBezTo>
                <a:cubicBezTo>
                  <a:pt x="2096870" y="1541864"/>
                  <a:pt x="2103537" y="1544446"/>
                  <a:pt x="2109788" y="1547812"/>
                </a:cubicBezTo>
                <a:cubicBezTo>
                  <a:pt x="2136499" y="1562195"/>
                  <a:pt x="2108214" y="1547722"/>
                  <a:pt x="2131219" y="1562100"/>
                </a:cubicBezTo>
                <a:cubicBezTo>
                  <a:pt x="2134229" y="1563981"/>
                  <a:pt x="2137790" y="1564893"/>
                  <a:pt x="2140744" y="1566862"/>
                </a:cubicBezTo>
                <a:cubicBezTo>
                  <a:pt x="2144973" y="1569681"/>
                  <a:pt x="2148188" y="1573953"/>
                  <a:pt x="2152650" y="1576387"/>
                </a:cubicBezTo>
                <a:cubicBezTo>
                  <a:pt x="2180316" y="1591478"/>
                  <a:pt x="2153699" y="1568654"/>
                  <a:pt x="2181225" y="1590675"/>
                </a:cubicBezTo>
                <a:cubicBezTo>
                  <a:pt x="2216124" y="1618594"/>
                  <a:pt x="2167211" y="1583728"/>
                  <a:pt x="2200275" y="1607344"/>
                </a:cubicBezTo>
                <a:cubicBezTo>
                  <a:pt x="2202604" y="1609007"/>
                  <a:pt x="2205090" y="1610443"/>
                  <a:pt x="2207419" y="1612106"/>
                </a:cubicBezTo>
                <a:cubicBezTo>
                  <a:pt x="2210649" y="1614413"/>
                  <a:pt x="2210197" y="1614091"/>
                  <a:pt x="2216944" y="1619250"/>
                </a:cubicBezTo>
                <a:cubicBezTo>
                  <a:pt x="2223691" y="1624409"/>
                  <a:pt x="2241550" y="1637903"/>
                  <a:pt x="2247900" y="1643062"/>
                </a:cubicBezTo>
                <a:cubicBezTo>
                  <a:pt x="2258616" y="1650603"/>
                  <a:pt x="2270522" y="1664097"/>
                  <a:pt x="2281238" y="1674019"/>
                </a:cubicBezTo>
                <a:cubicBezTo>
                  <a:pt x="2291954" y="1683941"/>
                  <a:pt x="2297510" y="1688703"/>
                  <a:pt x="2312194" y="1702594"/>
                </a:cubicBezTo>
                <a:cubicBezTo>
                  <a:pt x="2326878" y="1716485"/>
                  <a:pt x="2349897" y="1743472"/>
                  <a:pt x="2369344" y="1757363"/>
                </a:cubicBezTo>
                <a:cubicBezTo>
                  <a:pt x="2388791" y="1771254"/>
                  <a:pt x="2412207" y="1776016"/>
                  <a:pt x="2428876" y="1785938"/>
                </a:cubicBezTo>
                <a:cubicBezTo>
                  <a:pt x="2445545" y="1795860"/>
                  <a:pt x="2459831" y="1814116"/>
                  <a:pt x="2469356" y="1816894"/>
                </a:cubicBezTo>
                <a:cubicBezTo>
                  <a:pt x="2484437" y="1828006"/>
                  <a:pt x="2506266" y="1843484"/>
                  <a:pt x="2514600" y="1850231"/>
                </a:cubicBezTo>
                <a:cubicBezTo>
                  <a:pt x="2522934" y="1856978"/>
                  <a:pt x="2517478" y="1855221"/>
                  <a:pt x="2519363" y="1857375"/>
                </a:cubicBezTo>
                <a:cubicBezTo>
                  <a:pt x="2526535" y="1865571"/>
                  <a:pt x="2537112" y="1872522"/>
                  <a:pt x="2540794" y="1883569"/>
                </a:cubicBezTo>
                <a:lnTo>
                  <a:pt x="2543175" y="1890712"/>
                </a:lnTo>
              </a:path>
            </a:pathLst>
          </a:cu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2" name="Freeform: Shape 51">
            <a:extLst>
              <a:ext uri="{FF2B5EF4-FFF2-40B4-BE49-F238E27FC236}">
                <a16:creationId xmlns:a16="http://schemas.microsoft.com/office/drawing/2014/main" id="{4F867DB4-CBCD-A4A9-D6F6-3A4FA37B63A8}"/>
              </a:ext>
            </a:extLst>
          </p:cNvPr>
          <p:cNvSpPr/>
          <p:nvPr/>
        </p:nvSpPr>
        <p:spPr>
          <a:xfrm rot="267086" flipH="1">
            <a:off x="682458" y="2645605"/>
            <a:ext cx="2310408" cy="1598126"/>
          </a:xfrm>
          <a:custGeom>
            <a:avLst/>
            <a:gdLst>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3994 w 2543175"/>
              <a:gd name="connsiteY112" fmla="*/ 1047750 h 1890712"/>
              <a:gd name="connsiteX113" fmla="*/ 1502569 w 2543175"/>
              <a:gd name="connsiteY113" fmla="*/ 1066800 h 1890712"/>
              <a:gd name="connsiteX114" fmla="*/ 1526382 w 2543175"/>
              <a:gd name="connsiteY114" fmla="*/ 1085850 h 1890712"/>
              <a:gd name="connsiteX115" fmla="*/ 1531144 w 2543175"/>
              <a:gd name="connsiteY115" fmla="*/ 1095375 h 1890712"/>
              <a:gd name="connsiteX116" fmla="*/ 1559719 w 2543175"/>
              <a:gd name="connsiteY116" fmla="*/ 1121569 h 1890712"/>
              <a:gd name="connsiteX117" fmla="*/ 1569244 w 2543175"/>
              <a:gd name="connsiteY117" fmla="*/ 1131094 h 1890712"/>
              <a:gd name="connsiteX118" fmla="*/ 1597819 w 2543175"/>
              <a:gd name="connsiteY118" fmla="*/ 1154906 h 1890712"/>
              <a:gd name="connsiteX119" fmla="*/ 1604963 w 2543175"/>
              <a:gd name="connsiteY119" fmla="*/ 1162050 h 1890712"/>
              <a:gd name="connsiteX120" fmla="*/ 1612107 w 2543175"/>
              <a:gd name="connsiteY120" fmla="*/ 1166812 h 1890712"/>
              <a:gd name="connsiteX121" fmla="*/ 1628775 w 2543175"/>
              <a:gd name="connsiteY121" fmla="*/ 1183481 h 1890712"/>
              <a:gd name="connsiteX122" fmla="*/ 1662113 w 2543175"/>
              <a:gd name="connsiteY122" fmla="*/ 1209675 h 1890712"/>
              <a:gd name="connsiteX123" fmla="*/ 1678782 w 2543175"/>
              <a:gd name="connsiteY123" fmla="*/ 1226344 h 1890712"/>
              <a:gd name="connsiteX124" fmla="*/ 1700213 w 2543175"/>
              <a:gd name="connsiteY124" fmla="*/ 1247775 h 1890712"/>
              <a:gd name="connsiteX125" fmla="*/ 1712119 w 2543175"/>
              <a:gd name="connsiteY125" fmla="*/ 1259681 h 1890712"/>
              <a:gd name="connsiteX126" fmla="*/ 1733550 w 2543175"/>
              <a:gd name="connsiteY126" fmla="*/ 1273969 h 1890712"/>
              <a:gd name="connsiteX127" fmla="*/ 1743075 w 2543175"/>
              <a:gd name="connsiteY127" fmla="*/ 1283494 h 1890712"/>
              <a:gd name="connsiteX128" fmla="*/ 1754982 w 2543175"/>
              <a:gd name="connsiteY128" fmla="*/ 1290637 h 1890712"/>
              <a:gd name="connsiteX129" fmla="*/ 1766888 w 2543175"/>
              <a:gd name="connsiteY129" fmla="*/ 1300162 h 1890712"/>
              <a:gd name="connsiteX130" fmla="*/ 1783557 w 2543175"/>
              <a:gd name="connsiteY130" fmla="*/ 1307306 h 1890712"/>
              <a:gd name="connsiteX131" fmla="*/ 1790700 w 2543175"/>
              <a:gd name="connsiteY131" fmla="*/ 1312069 h 1890712"/>
              <a:gd name="connsiteX132" fmla="*/ 1800225 w 2543175"/>
              <a:gd name="connsiteY132" fmla="*/ 1319212 h 1890712"/>
              <a:gd name="connsiteX133" fmla="*/ 1807369 w 2543175"/>
              <a:gd name="connsiteY133" fmla="*/ 1321594 h 1890712"/>
              <a:gd name="connsiteX134" fmla="*/ 1824038 w 2543175"/>
              <a:gd name="connsiteY134" fmla="*/ 1333500 h 1890712"/>
              <a:gd name="connsiteX135" fmla="*/ 1843088 w 2543175"/>
              <a:gd name="connsiteY135" fmla="*/ 1352550 h 1890712"/>
              <a:gd name="connsiteX136" fmla="*/ 1852613 w 2543175"/>
              <a:gd name="connsiteY136" fmla="*/ 1359694 h 1890712"/>
              <a:gd name="connsiteX137" fmla="*/ 1859757 w 2543175"/>
              <a:gd name="connsiteY137" fmla="*/ 1366837 h 1890712"/>
              <a:gd name="connsiteX138" fmla="*/ 1869282 w 2543175"/>
              <a:gd name="connsiteY138" fmla="*/ 1371600 h 1890712"/>
              <a:gd name="connsiteX139" fmla="*/ 1883569 w 2543175"/>
              <a:gd name="connsiteY139" fmla="*/ 1388269 h 1890712"/>
              <a:gd name="connsiteX140" fmla="*/ 1893094 w 2543175"/>
              <a:gd name="connsiteY140" fmla="*/ 1395412 h 1890712"/>
              <a:gd name="connsiteX141" fmla="*/ 1902619 w 2543175"/>
              <a:gd name="connsiteY141" fmla="*/ 1404937 h 1890712"/>
              <a:gd name="connsiteX142" fmla="*/ 1912144 w 2543175"/>
              <a:gd name="connsiteY142" fmla="*/ 1409700 h 1890712"/>
              <a:gd name="connsiteX143" fmla="*/ 1931194 w 2543175"/>
              <a:gd name="connsiteY143" fmla="*/ 1421606 h 1890712"/>
              <a:gd name="connsiteX144" fmla="*/ 1935957 w 2543175"/>
              <a:gd name="connsiteY144" fmla="*/ 1428750 h 1890712"/>
              <a:gd name="connsiteX145" fmla="*/ 1952625 w 2543175"/>
              <a:gd name="connsiteY145" fmla="*/ 1438275 h 1890712"/>
              <a:gd name="connsiteX146" fmla="*/ 1971675 w 2543175"/>
              <a:gd name="connsiteY146" fmla="*/ 1450181 h 1890712"/>
              <a:gd name="connsiteX147" fmla="*/ 1981200 w 2543175"/>
              <a:gd name="connsiteY147" fmla="*/ 1454944 h 1890712"/>
              <a:gd name="connsiteX148" fmla="*/ 1997869 w 2543175"/>
              <a:gd name="connsiteY148" fmla="*/ 1471612 h 1890712"/>
              <a:gd name="connsiteX149" fmla="*/ 2007394 w 2543175"/>
              <a:gd name="connsiteY149" fmla="*/ 1478756 h 1890712"/>
              <a:gd name="connsiteX150" fmla="*/ 2016919 w 2543175"/>
              <a:gd name="connsiteY150" fmla="*/ 1483519 h 1890712"/>
              <a:gd name="connsiteX151" fmla="*/ 2024063 w 2543175"/>
              <a:gd name="connsiteY151" fmla="*/ 1490662 h 1890712"/>
              <a:gd name="connsiteX152" fmla="*/ 2033588 w 2543175"/>
              <a:gd name="connsiteY152" fmla="*/ 1495425 h 1890712"/>
              <a:gd name="connsiteX153" fmla="*/ 2040732 w 2543175"/>
              <a:gd name="connsiteY153" fmla="*/ 1502569 h 1890712"/>
              <a:gd name="connsiteX154" fmla="*/ 2047875 w 2543175"/>
              <a:gd name="connsiteY154" fmla="*/ 1507331 h 1890712"/>
              <a:gd name="connsiteX155" fmla="*/ 2057400 w 2543175"/>
              <a:gd name="connsiteY155" fmla="*/ 1514475 h 1890712"/>
              <a:gd name="connsiteX156" fmla="*/ 2064544 w 2543175"/>
              <a:gd name="connsiteY156" fmla="*/ 1519237 h 1890712"/>
              <a:gd name="connsiteX157" fmla="*/ 2071688 w 2543175"/>
              <a:gd name="connsiteY157" fmla="*/ 1526381 h 1890712"/>
              <a:gd name="connsiteX158" fmla="*/ 2081213 w 2543175"/>
              <a:gd name="connsiteY158" fmla="*/ 1531144 h 1890712"/>
              <a:gd name="connsiteX159" fmla="*/ 2090738 w 2543175"/>
              <a:gd name="connsiteY159" fmla="*/ 1538287 h 1890712"/>
              <a:gd name="connsiteX160" fmla="*/ 2109788 w 2543175"/>
              <a:gd name="connsiteY160" fmla="*/ 1547812 h 1890712"/>
              <a:gd name="connsiteX161" fmla="*/ 2131219 w 2543175"/>
              <a:gd name="connsiteY161" fmla="*/ 1562100 h 1890712"/>
              <a:gd name="connsiteX162" fmla="*/ 2140744 w 2543175"/>
              <a:gd name="connsiteY162" fmla="*/ 1566862 h 1890712"/>
              <a:gd name="connsiteX163" fmla="*/ 2152650 w 2543175"/>
              <a:gd name="connsiteY163" fmla="*/ 1576387 h 1890712"/>
              <a:gd name="connsiteX164" fmla="*/ 2181225 w 2543175"/>
              <a:gd name="connsiteY164" fmla="*/ 1590675 h 1890712"/>
              <a:gd name="connsiteX165" fmla="*/ 2200275 w 2543175"/>
              <a:gd name="connsiteY165" fmla="*/ 1607344 h 1890712"/>
              <a:gd name="connsiteX166" fmla="*/ 2207419 w 2543175"/>
              <a:gd name="connsiteY166" fmla="*/ 1612106 h 1890712"/>
              <a:gd name="connsiteX167" fmla="*/ 2216944 w 2543175"/>
              <a:gd name="connsiteY167" fmla="*/ 1619250 h 1890712"/>
              <a:gd name="connsiteX168" fmla="*/ 2224088 w 2543175"/>
              <a:gd name="connsiteY168" fmla="*/ 1624012 h 1890712"/>
              <a:gd name="connsiteX169" fmla="*/ 2247900 w 2543175"/>
              <a:gd name="connsiteY169" fmla="*/ 1643062 h 1890712"/>
              <a:gd name="connsiteX170" fmla="*/ 2255044 w 2543175"/>
              <a:gd name="connsiteY170" fmla="*/ 1650206 h 1890712"/>
              <a:gd name="connsiteX171" fmla="*/ 2281238 w 2543175"/>
              <a:gd name="connsiteY171" fmla="*/ 1664494 h 1890712"/>
              <a:gd name="connsiteX172" fmla="*/ 2297907 w 2543175"/>
              <a:gd name="connsiteY172" fmla="*/ 1674019 h 1890712"/>
              <a:gd name="connsiteX173" fmla="*/ 2305050 w 2543175"/>
              <a:gd name="connsiteY173" fmla="*/ 1678781 h 1890712"/>
              <a:gd name="connsiteX174" fmla="*/ 2312194 w 2543175"/>
              <a:gd name="connsiteY174" fmla="*/ 1685925 h 1890712"/>
              <a:gd name="connsiteX175" fmla="*/ 2321719 w 2543175"/>
              <a:gd name="connsiteY175" fmla="*/ 1690687 h 1890712"/>
              <a:gd name="connsiteX176" fmla="*/ 2328863 w 2543175"/>
              <a:gd name="connsiteY176" fmla="*/ 1697831 h 1890712"/>
              <a:gd name="connsiteX177" fmla="*/ 2350294 w 2543175"/>
              <a:gd name="connsiteY177" fmla="*/ 1712119 h 1890712"/>
              <a:gd name="connsiteX178" fmla="*/ 2359819 w 2543175"/>
              <a:gd name="connsiteY178" fmla="*/ 1719262 h 1890712"/>
              <a:gd name="connsiteX179" fmla="*/ 2369344 w 2543175"/>
              <a:gd name="connsiteY179" fmla="*/ 1724025 h 1890712"/>
              <a:gd name="connsiteX180" fmla="*/ 2376488 w 2543175"/>
              <a:gd name="connsiteY180" fmla="*/ 1731169 h 1890712"/>
              <a:gd name="connsiteX181" fmla="*/ 2402682 w 2543175"/>
              <a:gd name="connsiteY181" fmla="*/ 1747837 h 1890712"/>
              <a:gd name="connsiteX182" fmla="*/ 2450307 w 2543175"/>
              <a:gd name="connsiteY182" fmla="*/ 1769269 h 1890712"/>
              <a:gd name="connsiteX183" fmla="*/ 2466975 w 2543175"/>
              <a:gd name="connsiteY183" fmla="*/ 1783556 h 1890712"/>
              <a:gd name="connsiteX184" fmla="*/ 2481263 w 2543175"/>
              <a:gd name="connsiteY184" fmla="*/ 1795462 h 1890712"/>
              <a:gd name="connsiteX185" fmla="*/ 2486025 w 2543175"/>
              <a:gd name="connsiteY185" fmla="*/ 1802606 h 1890712"/>
              <a:gd name="connsiteX186" fmla="*/ 2493169 w 2543175"/>
              <a:gd name="connsiteY186" fmla="*/ 1807369 h 1890712"/>
              <a:gd name="connsiteX187" fmla="*/ 2495550 w 2543175"/>
              <a:gd name="connsiteY187" fmla="*/ 1816894 h 1890712"/>
              <a:gd name="connsiteX188" fmla="*/ 2497932 w 2543175"/>
              <a:gd name="connsiteY188" fmla="*/ 1824037 h 1890712"/>
              <a:gd name="connsiteX189" fmla="*/ 2514600 w 2543175"/>
              <a:gd name="connsiteY189" fmla="*/ 1850231 h 1890712"/>
              <a:gd name="connsiteX190" fmla="*/ 2519363 w 2543175"/>
              <a:gd name="connsiteY190" fmla="*/ 1857375 h 1890712"/>
              <a:gd name="connsiteX191" fmla="*/ 2540794 w 2543175"/>
              <a:gd name="connsiteY191" fmla="*/ 1883569 h 1890712"/>
              <a:gd name="connsiteX192" fmla="*/ 2543175 w 2543175"/>
              <a:gd name="connsiteY19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502569 w 2543175"/>
              <a:gd name="connsiteY113" fmla="*/ 1066800 h 1890712"/>
              <a:gd name="connsiteX114" fmla="*/ 1526382 w 2543175"/>
              <a:gd name="connsiteY114" fmla="*/ 1085850 h 1890712"/>
              <a:gd name="connsiteX115" fmla="*/ 1531144 w 2543175"/>
              <a:gd name="connsiteY115" fmla="*/ 1095375 h 1890712"/>
              <a:gd name="connsiteX116" fmla="*/ 1559719 w 2543175"/>
              <a:gd name="connsiteY116" fmla="*/ 1121569 h 1890712"/>
              <a:gd name="connsiteX117" fmla="*/ 1569244 w 2543175"/>
              <a:gd name="connsiteY117" fmla="*/ 1131094 h 1890712"/>
              <a:gd name="connsiteX118" fmla="*/ 1597819 w 2543175"/>
              <a:gd name="connsiteY118" fmla="*/ 1154906 h 1890712"/>
              <a:gd name="connsiteX119" fmla="*/ 1604963 w 2543175"/>
              <a:gd name="connsiteY119" fmla="*/ 1162050 h 1890712"/>
              <a:gd name="connsiteX120" fmla="*/ 1612107 w 2543175"/>
              <a:gd name="connsiteY120" fmla="*/ 1166812 h 1890712"/>
              <a:gd name="connsiteX121" fmla="*/ 1628775 w 2543175"/>
              <a:gd name="connsiteY121" fmla="*/ 1183481 h 1890712"/>
              <a:gd name="connsiteX122" fmla="*/ 1662113 w 2543175"/>
              <a:gd name="connsiteY122" fmla="*/ 1209675 h 1890712"/>
              <a:gd name="connsiteX123" fmla="*/ 1678782 w 2543175"/>
              <a:gd name="connsiteY123" fmla="*/ 1226344 h 1890712"/>
              <a:gd name="connsiteX124" fmla="*/ 1700213 w 2543175"/>
              <a:gd name="connsiteY124" fmla="*/ 1247775 h 1890712"/>
              <a:gd name="connsiteX125" fmla="*/ 1712119 w 2543175"/>
              <a:gd name="connsiteY125" fmla="*/ 1259681 h 1890712"/>
              <a:gd name="connsiteX126" fmla="*/ 1733550 w 2543175"/>
              <a:gd name="connsiteY126" fmla="*/ 1273969 h 1890712"/>
              <a:gd name="connsiteX127" fmla="*/ 1743075 w 2543175"/>
              <a:gd name="connsiteY127" fmla="*/ 1283494 h 1890712"/>
              <a:gd name="connsiteX128" fmla="*/ 1754982 w 2543175"/>
              <a:gd name="connsiteY128" fmla="*/ 1290637 h 1890712"/>
              <a:gd name="connsiteX129" fmla="*/ 1766888 w 2543175"/>
              <a:gd name="connsiteY129" fmla="*/ 1300162 h 1890712"/>
              <a:gd name="connsiteX130" fmla="*/ 1783557 w 2543175"/>
              <a:gd name="connsiteY130" fmla="*/ 1307306 h 1890712"/>
              <a:gd name="connsiteX131" fmla="*/ 1790700 w 2543175"/>
              <a:gd name="connsiteY131" fmla="*/ 1312069 h 1890712"/>
              <a:gd name="connsiteX132" fmla="*/ 1800225 w 2543175"/>
              <a:gd name="connsiteY132" fmla="*/ 1319212 h 1890712"/>
              <a:gd name="connsiteX133" fmla="*/ 1807369 w 2543175"/>
              <a:gd name="connsiteY133" fmla="*/ 1321594 h 1890712"/>
              <a:gd name="connsiteX134" fmla="*/ 1824038 w 2543175"/>
              <a:gd name="connsiteY134" fmla="*/ 1333500 h 1890712"/>
              <a:gd name="connsiteX135" fmla="*/ 1843088 w 2543175"/>
              <a:gd name="connsiteY135" fmla="*/ 1352550 h 1890712"/>
              <a:gd name="connsiteX136" fmla="*/ 1852613 w 2543175"/>
              <a:gd name="connsiteY136" fmla="*/ 1359694 h 1890712"/>
              <a:gd name="connsiteX137" fmla="*/ 1859757 w 2543175"/>
              <a:gd name="connsiteY137" fmla="*/ 1366837 h 1890712"/>
              <a:gd name="connsiteX138" fmla="*/ 1869282 w 2543175"/>
              <a:gd name="connsiteY138" fmla="*/ 1371600 h 1890712"/>
              <a:gd name="connsiteX139" fmla="*/ 1883569 w 2543175"/>
              <a:gd name="connsiteY139" fmla="*/ 1388269 h 1890712"/>
              <a:gd name="connsiteX140" fmla="*/ 1893094 w 2543175"/>
              <a:gd name="connsiteY140" fmla="*/ 1395412 h 1890712"/>
              <a:gd name="connsiteX141" fmla="*/ 1902619 w 2543175"/>
              <a:gd name="connsiteY141" fmla="*/ 1404937 h 1890712"/>
              <a:gd name="connsiteX142" fmla="*/ 1912144 w 2543175"/>
              <a:gd name="connsiteY142" fmla="*/ 1409700 h 1890712"/>
              <a:gd name="connsiteX143" fmla="*/ 1931194 w 2543175"/>
              <a:gd name="connsiteY143" fmla="*/ 1421606 h 1890712"/>
              <a:gd name="connsiteX144" fmla="*/ 1935957 w 2543175"/>
              <a:gd name="connsiteY144" fmla="*/ 1428750 h 1890712"/>
              <a:gd name="connsiteX145" fmla="*/ 1952625 w 2543175"/>
              <a:gd name="connsiteY145" fmla="*/ 1438275 h 1890712"/>
              <a:gd name="connsiteX146" fmla="*/ 1971675 w 2543175"/>
              <a:gd name="connsiteY146" fmla="*/ 1450181 h 1890712"/>
              <a:gd name="connsiteX147" fmla="*/ 1981200 w 2543175"/>
              <a:gd name="connsiteY147" fmla="*/ 1454944 h 1890712"/>
              <a:gd name="connsiteX148" fmla="*/ 1997869 w 2543175"/>
              <a:gd name="connsiteY148" fmla="*/ 1471612 h 1890712"/>
              <a:gd name="connsiteX149" fmla="*/ 2007394 w 2543175"/>
              <a:gd name="connsiteY149" fmla="*/ 1478756 h 1890712"/>
              <a:gd name="connsiteX150" fmla="*/ 2016919 w 2543175"/>
              <a:gd name="connsiteY150" fmla="*/ 1483519 h 1890712"/>
              <a:gd name="connsiteX151" fmla="*/ 2024063 w 2543175"/>
              <a:gd name="connsiteY151" fmla="*/ 1490662 h 1890712"/>
              <a:gd name="connsiteX152" fmla="*/ 2033588 w 2543175"/>
              <a:gd name="connsiteY152" fmla="*/ 1495425 h 1890712"/>
              <a:gd name="connsiteX153" fmla="*/ 2040732 w 2543175"/>
              <a:gd name="connsiteY153" fmla="*/ 1502569 h 1890712"/>
              <a:gd name="connsiteX154" fmla="*/ 2047875 w 2543175"/>
              <a:gd name="connsiteY154" fmla="*/ 1507331 h 1890712"/>
              <a:gd name="connsiteX155" fmla="*/ 2057400 w 2543175"/>
              <a:gd name="connsiteY155" fmla="*/ 1514475 h 1890712"/>
              <a:gd name="connsiteX156" fmla="*/ 2064544 w 2543175"/>
              <a:gd name="connsiteY156" fmla="*/ 1519237 h 1890712"/>
              <a:gd name="connsiteX157" fmla="*/ 2071688 w 2543175"/>
              <a:gd name="connsiteY157" fmla="*/ 1526381 h 1890712"/>
              <a:gd name="connsiteX158" fmla="*/ 2081213 w 2543175"/>
              <a:gd name="connsiteY158" fmla="*/ 1531144 h 1890712"/>
              <a:gd name="connsiteX159" fmla="*/ 2090738 w 2543175"/>
              <a:gd name="connsiteY159" fmla="*/ 1538287 h 1890712"/>
              <a:gd name="connsiteX160" fmla="*/ 2109788 w 2543175"/>
              <a:gd name="connsiteY160" fmla="*/ 1547812 h 1890712"/>
              <a:gd name="connsiteX161" fmla="*/ 2131219 w 2543175"/>
              <a:gd name="connsiteY161" fmla="*/ 1562100 h 1890712"/>
              <a:gd name="connsiteX162" fmla="*/ 2140744 w 2543175"/>
              <a:gd name="connsiteY162" fmla="*/ 1566862 h 1890712"/>
              <a:gd name="connsiteX163" fmla="*/ 2152650 w 2543175"/>
              <a:gd name="connsiteY163" fmla="*/ 1576387 h 1890712"/>
              <a:gd name="connsiteX164" fmla="*/ 2181225 w 2543175"/>
              <a:gd name="connsiteY164" fmla="*/ 1590675 h 1890712"/>
              <a:gd name="connsiteX165" fmla="*/ 2200275 w 2543175"/>
              <a:gd name="connsiteY165" fmla="*/ 1607344 h 1890712"/>
              <a:gd name="connsiteX166" fmla="*/ 2207419 w 2543175"/>
              <a:gd name="connsiteY166" fmla="*/ 1612106 h 1890712"/>
              <a:gd name="connsiteX167" fmla="*/ 2216944 w 2543175"/>
              <a:gd name="connsiteY167" fmla="*/ 1619250 h 1890712"/>
              <a:gd name="connsiteX168" fmla="*/ 2224088 w 2543175"/>
              <a:gd name="connsiteY168" fmla="*/ 1624012 h 1890712"/>
              <a:gd name="connsiteX169" fmla="*/ 2247900 w 2543175"/>
              <a:gd name="connsiteY169" fmla="*/ 1643062 h 1890712"/>
              <a:gd name="connsiteX170" fmla="*/ 2255044 w 2543175"/>
              <a:gd name="connsiteY170" fmla="*/ 1650206 h 1890712"/>
              <a:gd name="connsiteX171" fmla="*/ 2281238 w 2543175"/>
              <a:gd name="connsiteY171" fmla="*/ 1664494 h 1890712"/>
              <a:gd name="connsiteX172" fmla="*/ 2297907 w 2543175"/>
              <a:gd name="connsiteY172" fmla="*/ 1674019 h 1890712"/>
              <a:gd name="connsiteX173" fmla="*/ 2305050 w 2543175"/>
              <a:gd name="connsiteY173" fmla="*/ 1678781 h 1890712"/>
              <a:gd name="connsiteX174" fmla="*/ 2312194 w 2543175"/>
              <a:gd name="connsiteY174" fmla="*/ 1685925 h 1890712"/>
              <a:gd name="connsiteX175" fmla="*/ 2321719 w 2543175"/>
              <a:gd name="connsiteY175" fmla="*/ 1690687 h 1890712"/>
              <a:gd name="connsiteX176" fmla="*/ 2328863 w 2543175"/>
              <a:gd name="connsiteY176" fmla="*/ 1697831 h 1890712"/>
              <a:gd name="connsiteX177" fmla="*/ 2350294 w 2543175"/>
              <a:gd name="connsiteY177" fmla="*/ 1712119 h 1890712"/>
              <a:gd name="connsiteX178" fmla="*/ 2359819 w 2543175"/>
              <a:gd name="connsiteY178" fmla="*/ 1719262 h 1890712"/>
              <a:gd name="connsiteX179" fmla="*/ 2369344 w 2543175"/>
              <a:gd name="connsiteY179" fmla="*/ 1724025 h 1890712"/>
              <a:gd name="connsiteX180" fmla="*/ 2376488 w 2543175"/>
              <a:gd name="connsiteY180" fmla="*/ 1731169 h 1890712"/>
              <a:gd name="connsiteX181" fmla="*/ 2402682 w 2543175"/>
              <a:gd name="connsiteY181" fmla="*/ 1747837 h 1890712"/>
              <a:gd name="connsiteX182" fmla="*/ 2450307 w 2543175"/>
              <a:gd name="connsiteY182" fmla="*/ 1769269 h 1890712"/>
              <a:gd name="connsiteX183" fmla="*/ 2466975 w 2543175"/>
              <a:gd name="connsiteY183" fmla="*/ 1783556 h 1890712"/>
              <a:gd name="connsiteX184" fmla="*/ 2481263 w 2543175"/>
              <a:gd name="connsiteY184" fmla="*/ 1795462 h 1890712"/>
              <a:gd name="connsiteX185" fmla="*/ 2486025 w 2543175"/>
              <a:gd name="connsiteY185" fmla="*/ 1802606 h 1890712"/>
              <a:gd name="connsiteX186" fmla="*/ 2493169 w 2543175"/>
              <a:gd name="connsiteY186" fmla="*/ 1807369 h 1890712"/>
              <a:gd name="connsiteX187" fmla="*/ 2495550 w 2543175"/>
              <a:gd name="connsiteY187" fmla="*/ 1816894 h 1890712"/>
              <a:gd name="connsiteX188" fmla="*/ 2497932 w 2543175"/>
              <a:gd name="connsiteY188" fmla="*/ 1824037 h 1890712"/>
              <a:gd name="connsiteX189" fmla="*/ 2514600 w 2543175"/>
              <a:gd name="connsiteY189" fmla="*/ 1850231 h 1890712"/>
              <a:gd name="connsiteX190" fmla="*/ 2519363 w 2543175"/>
              <a:gd name="connsiteY190" fmla="*/ 1857375 h 1890712"/>
              <a:gd name="connsiteX191" fmla="*/ 2540794 w 2543175"/>
              <a:gd name="connsiteY191" fmla="*/ 1883569 h 1890712"/>
              <a:gd name="connsiteX192" fmla="*/ 2543175 w 2543175"/>
              <a:gd name="connsiteY19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26382 w 2543175"/>
              <a:gd name="connsiteY114" fmla="*/ 1085850 h 1890712"/>
              <a:gd name="connsiteX115" fmla="*/ 1531144 w 2543175"/>
              <a:gd name="connsiteY115" fmla="*/ 1095375 h 1890712"/>
              <a:gd name="connsiteX116" fmla="*/ 1559719 w 2543175"/>
              <a:gd name="connsiteY116" fmla="*/ 1121569 h 1890712"/>
              <a:gd name="connsiteX117" fmla="*/ 1569244 w 2543175"/>
              <a:gd name="connsiteY117" fmla="*/ 1131094 h 1890712"/>
              <a:gd name="connsiteX118" fmla="*/ 1597819 w 2543175"/>
              <a:gd name="connsiteY118" fmla="*/ 1154906 h 1890712"/>
              <a:gd name="connsiteX119" fmla="*/ 1604963 w 2543175"/>
              <a:gd name="connsiteY119" fmla="*/ 1162050 h 1890712"/>
              <a:gd name="connsiteX120" fmla="*/ 1612107 w 2543175"/>
              <a:gd name="connsiteY120" fmla="*/ 1166812 h 1890712"/>
              <a:gd name="connsiteX121" fmla="*/ 1628775 w 2543175"/>
              <a:gd name="connsiteY121" fmla="*/ 1183481 h 1890712"/>
              <a:gd name="connsiteX122" fmla="*/ 1662113 w 2543175"/>
              <a:gd name="connsiteY122" fmla="*/ 1209675 h 1890712"/>
              <a:gd name="connsiteX123" fmla="*/ 1678782 w 2543175"/>
              <a:gd name="connsiteY123" fmla="*/ 1226344 h 1890712"/>
              <a:gd name="connsiteX124" fmla="*/ 1700213 w 2543175"/>
              <a:gd name="connsiteY124" fmla="*/ 1247775 h 1890712"/>
              <a:gd name="connsiteX125" fmla="*/ 1712119 w 2543175"/>
              <a:gd name="connsiteY125" fmla="*/ 1259681 h 1890712"/>
              <a:gd name="connsiteX126" fmla="*/ 1733550 w 2543175"/>
              <a:gd name="connsiteY126" fmla="*/ 1273969 h 1890712"/>
              <a:gd name="connsiteX127" fmla="*/ 1743075 w 2543175"/>
              <a:gd name="connsiteY127" fmla="*/ 1283494 h 1890712"/>
              <a:gd name="connsiteX128" fmla="*/ 1754982 w 2543175"/>
              <a:gd name="connsiteY128" fmla="*/ 1290637 h 1890712"/>
              <a:gd name="connsiteX129" fmla="*/ 1766888 w 2543175"/>
              <a:gd name="connsiteY129" fmla="*/ 1300162 h 1890712"/>
              <a:gd name="connsiteX130" fmla="*/ 1783557 w 2543175"/>
              <a:gd name="connsiteY130" fmla="*/ 1307306 h 1890712"/>
              <a:gd name="connsiteX131" fmla="*/ 1790700 w 2543175"/>
              <a:gd name="connsiteY131" fmla="*/ 1312069 h 1890712"/>
              <a:gd name="connsiteX132" fmla="*/ 1800225 w 2543175"/>
              <a:gd name="connsiteY132" fmla="*/ 1319212 h 1890712"/>
              <a:gd name="connsiteX133" fmla="*/ 1807369 w 2543175"/>
              <a:gd name="connsiteY133" fmla="*/ 1321594 h 1890712"/>
              <a:gd name="connsiteX134" fmla="*/ 1824038 w 2543175"/>
              <a:gd name="connsiteY134" fmla="*/ 1333500 h 1890712"/>
              <a:gd name="connsiteX135" fmla="*/ 1843088 w 2543175"/>
              <a:gd name="connsiteY135" fmla="*/ 1352550 h 1890712"/>
              <a:gd name="connsiteX136" fmla="*/ 1852613 w 2543175"/>
              <a:gd name="connsiteY136" fmla="*/ 1359694 h 1890712"/>
              <a:gd name="connsiteX137" fmla="*/ 1859757 w 2543175"/>
              <a:gd name="connsiteY137" fmla="*/ 1366837 h 1890712"/>
              <a:gd name="connsiteX138" fmla="*/ 1869282 w 2543175"/>
              <a:gd name="connsiteY138" fmla="*/ 1371600 h 1890712"/>
              <a:gd name="connsiteX139" fmla="*/ 1883569 w 2543175"/>
              <a:gd name="connsiteY139" fmla="*/ 1388269 h 1890712"/>
              <a:gd name="connsiteX140" fmla="*/ 1893094 w 2543175"/>
              <a:gd name="connsiteY140" fmla="*/ 1395412 h 1890712"/>
              <a:gd name="connsiteX141" fmla="*/ 1902619 w 2543175"/>
              <a:gd name="connsiteY141" fmla="*/ 1404937 h 1890712"/>
              <a:gd name="connsiteX142" fmla="*/ 1912144 w 2543175"/>
              <a:gd name="connsiteY142" fmla="*/ 1409700 h 1890712"/>
              <a:gd name="connsiteX143" fmla="*/ 1931194 w 2543175"/>
              <a:gd name="connsiteY143" fmla="*/ 1421606 h 1890712"/>
              <a:gd name="connsiteX144" fmla="*/ 1935957 w 2543175"/>
              <a:gd name="connsiteY144" fmla="*/ 1428750 h 1890712"/>
              <a:gd name="connsiteX145" fmla="*/ 1952625 w 2543175"/>
              <a:gd name="connsiteY145" fmla="*/ 1438275 h 1890712"/>
              <a:gd name="connsiteX146" fmla="*/ 1971675 w 2543175"/>
              <a:gd name="connsiteY146" fmla="*/ 1450181 h 1890712"/>
              <a:gd name="connsiteX147" fmla="*/ 1981200 w 2543175"/>
              <a:gd name="connsiteY147" fmla="*/ 1454944 h 1890712"/>
              <a:gd name="connsiteX148" fmla="*/ 1997869 w 2543175"/>
              <a:gd name="connsiteY148" fmla="*/ 1471612 h 1890712"/>
              <a:gd name="connsiteX149" fmla="*/ 2007394 w 2543175"/>
              <a:gd name="connsiteY149" fmla="*/ 1478756 h 1890712"/>
              <a:gd name="connsiteX150" fmla="*/ 2016919 w 2543175"/>
              <a:gd name="connsiteY150" fmla="*/ 1483519 h 1890712"/>
              <a:gd name="connsiteX151" fmla="*/ 2024063 w 2543175"/>
              <a:gd name="connsiteY151" fmla="*/ 1490662 h 1890712"/>
              <a:gd name="connsiteX152" fmla="*/ 2033588 w 2543175"/>
              <a:gd name="connsiteY152" fmla="*/ 1495425 h 1890712"/>
              <a:gd name="connsiteX153" fmla="*/ 2040732 w 2543175"/>
              <a:gd name="connsiteY153" fmla="*/ 1502569 h 1890712"/>
              <a:gd name="connsiteX154" fmla="*/ 2047875 w 2543175"/>
              <a:gd name="connsiteY154" fmla="*/ 1507331 h 1890712"/>
              <a:gd name="connsiteX155" fmla="*/ 2057400 w 2543175"/>
              <a:gd name="connsiteY155" fmla="*/ 1514475 h 1890712"/>
              <a:gd name="connsiteX156" fmla="*/ 2064544 w 2543175"/>
              <a:gd name="connsiteY156" fmla="*/ 1519237 h 1890712"/>
              <a:gd name="connsiteX157" fmla="*/ 2071688 w 2543175"/>
              <a:gd name="connsiteY157" fmla="*/ 1526381 h 1890712"/>
              <a:gd name="connsiteX158" fmla="*/ 2081213 w 2543175"/>
              <a:gd name="connsiteY158" fmla="*/ 1531144 h 1890712"/>
              <a:gd name="connsiteX159" fmla="*/ 2090738 w 2543175"/>
              <a:gd name="connsiteY159" fmla="*/ 1538287 h 1890712"/>
              <a:gd name="connsiteX160" fmla="*/ 2109788 w 2543175"/>
              <a:gd name="connsiteY160" fmla="*/ 1547812 h 1890712"/>
              <a:gd name="connsiteX161" fmla="*/ 2131219 w 2543175"/>
              <a:gd name="connsiteY161" fmla="*/ 1562100 h 1890712"/>
              <a:gd name="connsiteX162" fmla="*/ 2140744 w 2543175"/>
              <a:gd name="connsiteY162" fmla="*/ 1566862 h 1890712"/>
              <a:gd name="connsiteX163" fmla="*/ 2152650 w 2543175"/>
              <a:gd name="connsiteY163" fmla="*/ 1576387 h 1890712"/>
              <a:gd name="connsiteX164" fmla="*/ 2181225 w 2543175"/>
              <a:gd name="connsiteY164" fmla="*/ 1590675 h 1890712"/>
              <a:gd name="connsiteX165" fmla="*/ 2200275 w 2543175"/>
              <a:gd name="connsiteY165" fmla="*/ 1607344 h 1890712"/>
              <a:gd name="connsiteX166" fmla="*/ 2207419 w 2543175"/>
              <a:gd name="connsiteY166" fmla="*/ 1612106 h 1890712"/>
              <a:gd name="connsiteX167" fmla="*/ 2216944 w 2543175"/>
              <a:gd name="connsiteY167" fmla="*/ 1619250 h 1890712"/>
              <a:gd name="connsiteX168" fmla="*/ 2224088 w 2543175"/>
              <a:gd name="connsiteY168" fmla="*/ 1624012 h 1890712"/>
              <a:gd name="connsiteX169" fmla="*/ 2247900 w 2543175"/>
              <a:gd name="connsiteY169" fmla="*/ 1643062 h 1890712"/>
              <a:gd name="connsiteX170" fmla="*/ 2255044 w 2543175"/>
              <a:gd name="connsiteY170" fmla="*/ 1650206 h 1890712"/>
              <a:gd name="connsiteX171" fmla="*/ 2281238 w 2543175"/>
              <a:gd name="connsiteY171" fmla="*/ 1664494 h 1890712"/>
              <a:gd name="connsiteX172" fmla="*/ 2297907 w 2543175"/>
              <a:gd name="connsiteY172" fmla="*/ 1674019 h 1890712"/>
              <a:gd name="connsiteX173" fmla="*/ 2305050 w 2543175"/>
              <a:gd name="connsiteY173" fmla="*/ 1678781 h 1890712"/>
              <a:gd name="connsiteX174" fmla="*/ 2312194 w 2543175"/>
              <a:gd name="connsiteY174" fmla="*/ 1685925 h 1890712"/>
              <a:gd name="connsiteX175" fmla="*/ 2321719 w 2543175"/>
              <a:gd name="connsiteY175" fmla="*/ 1690687 h 1890712"/>
              <a:gd name="connsiteX176" fmla="*/ 2328863 w 2543175"/>
              <a:gd name="connsiteY176" fmla="*/ 1697831 h 1890712"/>
              <a:gd name="connsiteX177" fmla="*/ 2350294 w 2543175"/>
              <a:gd name="connsiteY177" fmla="*/ 1712119 h 1890712"/>
              <a:gd name="connsiteX178" fmla="*/ 2359819 w 2543175"/>
              <a:gd name="connsiteY178" fmla="*/ 1719262 h 1890712"/>
              <a:gd name="connsiteX179" fmla="*/ 2369344 w 2543175"/>
              <a:gd name="connsiteY179" fmla="*/ 1724025 h 1890712"/>
              <a:gd name="connsiteX180" fmla="*/ 2376488 w 2543175"/>
              <a:gd name="connsiteY180" fmla="*/ 1731169 h 1890712"/>
              <a:gd name="connsiteX181" fmla="*/ 2402682 w 2543175"/>
              <a:gd name="connsiteY181" fmla="*/ 1747837 h 1890712"/>
              <a:gd name="connsiteX182" fmla="*/ 2450307 w 2543175"/>
              <a:gd name="connsiteY182" fmla="*/ 1769269 h 1890712"/>
              <a:gd name="connsiteX183" fmla="*/ 2466975 w 2543175"/>
              <a:gd name="connsiteY183" fmla="*/ 1783556 h 1890712"/>
              <a:gd name="connsiteX184" fmla="*/ 2481263 w 2543175"/>
              <a:gd name="connsiteY184" fmla="*/ 1795462 h 1890712"/>
              <a:gd name="connsiteX185" fmla="*/ 2486025 w 2543175"/>
              <a:gd name="connsiteY185" fmla="*/ 1802606 h 1890712"/>
              <a:gd name="connsiteX186" fmla="*/ 2493169 w 2543175"/>
              <a:gd name="connsiteY186" fmla="*/ 1807369 h 1890712"/>
              <a:gd name="connsiteX187" fmla="*/ 2495550 w 2543175"/>
              <a:gd name="connsiteY187" fmla="*/ 1816894 h 1890712"/>
              <a:gd name="connsiteX188" fmla="*/ 2497932 w 2543175"/>
              <a:gd name="connsiteY188" fmla="*/ 1824037 h 1890712"/>
              <a:gd name="connsiteX189" fmla="*/ 2514600 w 2543175"/>
              <a:gd name="connsiteY189" fmla="*/ 1850231 h 1890712"/>
              <a:gd name="connsiteX190" fmla="*/ 2519363 w 2543175"/>
              <a:gd name="connsiteY190" fmla="*/ 1857375 h 1890712"/>
              <a:gd name="connsiteX191" fmla="*/ 2540794 w 2543175"/>
              <a:gd name="connsiteY191" fmla="*/ 1883569 h 1890712"/>
              <a:gd name="connsiteX192" fmla="*/ 2543175 w 2543175"/>
              <a:gd name="connsiteY19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26382 w 2543175"/>
              <a:gd name="connsiteY114" fmla="*/ 1085850 h 1890712"/>
              <a:gd name="connsiteX115" fmla="*/ 1559719 w 2543175"/>
              <a:gd name="connsiteY115" fmla="*/ 1121569 h 1890712"/>
              <a:gd name="connsiteX116" fmla="*/ 1569244 w 2543175"/>
              <a:gd name="connsiteY116" fmla="*/ 1131094 h 1890712"/>
              <a:gd name="connsiteX117" fmla="*/ 1597819 w 2543175"/>
              <a:gd name="connsiteY117" fmla="*/ 1154906 h 1890712"/>
              <a:gd name="connsiteX118" fmla="*/ 1604963 w 2543175"/>
              <a:gd name="connsiteY118" fmla="*/ 1162050 h 1890712"/>
              <a:gd name="connsiteX119" fmla="*/ 1612107 w 2543175"/>
              <a:gd name="connsiteY119" fmla="*/ 1166812 h 1890712"/>
              <a:gd name="connsiteX120" fmla="*/ 1628775 w 2543175"/>
              <a:gd name="connsiteY120" fmla="*/ 1183481 h 1890712"/>
              <a:gd name="connsiteX121" fmla="*/ 1662113 w 2543175"/>
              <a:gd name="connsiteY121" fmla="*/ 1209675 h 1890712"/>
              <a:gd name="connsiteX122" fmla="*/ 1678782 w 2543175"/>
              <a:gd name="connsiteY122" fmla="*/ 1226344 h 1890712"/>
              <a:gd name="connsiteX123" fmla="*/ 1700213 w 2543175"/>
              <a:gd name="connsiteY123" fmla="*/ 1247775 h 1890712"/>
              <a:gd name="connsiteX124" fmla="*/ 1712119 w 2543175"/>
              <a:gd name="connsiteY124" fmla="*/ 1259681 h 1890712"/>
              <a:gd name="connsiteX125" fmla="*/ 1733550 w 2543175"/>
              <a:gd name="connsiteY125" fmla="*/ 1273969 h 1890712"/>
              <a:gd name="connsiteX126" fmla="*/ 1743075 w 2543175"/>
              <a:gd name="connsiteY126" fmla="*/ 1283494 h 1890712"/>
              <a:gd name="connsiteX127" fmla="*/ 1754982 w 2543175"/>
              <a:gd name="connsiteY127" fmla="*/ 1290637 h 1890712"/>
              <a:gd name="connsiteX128" fmla="*/ 1766888 w 2543175"/>
              <a:gd name="connsiteY128" fmla="*/ 1300162 h 1890712"/>
              <a:gd name="connsiteX129" fmla="*/ 1783557 w 2543175"/>
              <a:gd name="connsiteY129" fmla="*/ 1307306 h 1890712"/>
              <a:gd name="connsiteX130" fmla="*/ 1790700 w 2543175"/>
              <a:gd name="connsiteY130" fmla="*/ 1312069 h 1890712"/>
              <a:gd name="connsiteX131" fmla="*/ 1800225 w 2543175"/>
              <a:gd name="connsiteY131" fmla="*/ 1319212 h 1890712"/>
              <a:gd name="connsiteX132" fmla="*/ 1807369 w 2543175"/>
              <a:gd name="connsiteY132" fmla="*/ 1321594 h 1890712"/>
              <a:gd name="connsiteX133" fmla="*/ 1824038 w 2543175"/>
              <a:gd name="connsiteY133" fmla="*/ 1333500 h 1890712"/>
              <a:gd name="connsiteX134" fmla="*/ 1843088 w 2543175"/>
              <a:gd name="connsiteY134" fmla="*/ 1352550 h 1890712"/>
              <a:gd name="connsiteX135" fmla="*/ 1852613 w 2543175"/>
              <a:gd name="connsiteY135" fmla="*/ 1359694 h 1890712"/>
              <a:gd name="connsiteX136" fmla="*/ 1859757 w 2543175"/>
              <a:gd name="connsiteY136" fmla="*/ 1366837 h 1890712"/>
              <a:gd name="connsiteX137" fmla="*/ 1869282 w 2543175"/>
              <a:gd name="connsiteY137" fmla="*/ 1371600 h 1890712"/>
              <a:gd name="connsiteX138" fmla="*/ 1883569 w 2543175"/>
              <a:gd name="connsiteY138" fmla="*/ 1388269 h 1890712"/>
              <a:gd name="connsiteX139" fmla="*/ 1893094 w 2543175"/>
              <a:gd name="connsiteY139" fmla="*/ 1395412 h 1890712"/>
              <a:gd name="connsiteX140" fmla="*/ 1902619 w 2543175"/>
              <a:gd name="connsiteY140" fmla="*/ 1404937 h 1890712"/>
              <a:gd name="connsiteX141" fmla="*/ 1912144 w 2543175"/>
              <a:gd name="connsiteY141" fmla="*/ 1409700 h 1890712"/>
              <a:gd name="connsiteX142" fmla="*/ 1931194 w 2543175"/>
              <a:gd name="connsiteY142" fmla="*/ 1421606 h 1890712"/>
              <a:gd name="connsiteX143" fmla="*/ 1935957 w 2543175"/>
              <a:gd name="connsiteY143" fmla="*/ 1428750 h 1890712"/>
              <a:gd name="connsiteX144" fmla="*/ 1952625 w 2543175"/>
              <a:gd name="connsiteY144" fmla="*/ 1438275 h 1890712"/>
              <a:gd name="connsiteX145" fmla="*/ 1971675 w 2543175"/>
              <a:gd name="connsiteY145" fmla="*/ 1450181 h 1890712"/>
              <a:gd name="connsiteX146" fmla="*/ 1981200 w 2543175"/>
              <a:gd name="connsiteY146" fmla="*/ 1454944 h 1890712"/>
              <a:gd name="connsiteX147" fmla="*/ 1997869 w 2543175"/>
              <a:gd name="connsiteY147" fmla="*/ 1471612 h 1890712"/>
              <a:gd name="connsiteX148" fmla="*/ 2007394 w 2543175"/>
              <a:gd name="connsiteY148" fmla="*/ 1478756 h 1890712"/>
              <a:gd name="connsiteX149" fmla="*/ 2016919 w 2543175"/>
              <a:gd name="connsiteY149" fmla="*/ 1483519 h 1890712"/>
              <a:gd name="connsiteX150" fmla="*/ 2024063 w 2543175"/>
              <a:gd name="connsiteY150" fmla="*/ 1490662 h 1890712"/>
              <a:gd name="connsiteX151" fmla="*/ 2033588 w 2543175"/>
              <a:gd name="connsiteY151" fmla="*/ 1495425 h 1890712"/>
              <a:gd name="connsiteX152" fmla="*/ 2040732 w 2543175"/>
              <a:gd name="connsiteY152" fmla="*/ 1502569 h 1890712"/>
              <a:gd name="connsiteX153" fmla="*/ 2047875 w 2543175"/>
              <a:gd name="connsiteY153" fmla="*/ 1507331 h 1890712"/>
              <a:gd name="connsiteX154" fmla="*/ 2057400 w 2543175"/>
              <a:gd name="connsiteY154" fmla="*/ 1514475 h 1890712"/>
              <a:gd name="connsiteX155" fmla="*/ 2064544 w 2543175"/>
              <a:gd name="connsiteY155" fmla="*/ 1519237 h 1890712"/>
              <a:gd name="connsiteX156" fmla="*/ 2071688 w 2543175"/>
              <a:gd name="connsiteY156" fmla="*/ 1526381 h 1890712"/>
              <a:gd name="connsiteX157" fmla="*/ 2081213 w 2543175"/>
              <a:gd name="connsiteY157" fmla="*/ 1531144 h 1890712"/>
              <a:gd name="connsiteX158" fmla="*/ 2090738 w 2543175"/>
              <a:gd name="connsiteY158" fmla="*/ 1538287 h 1890712"/>
              <a:gd name="connsiteX159" fmla="*/ 2109788 w 2543175"/>
              <a:gd name="connsiteY159" fmla="*/ 1547812 h 1890712"/>
              <a:gd name="connsiteX160" fmla="*/ 2131219 w 2543175"/>
              <a:gd name="connsiteY160" fmla="*/ 1562100 h 1890712"/>
              <a:gd name="connsiteX161" fmla="*/ 2140744 w 2543175"/>
              <a:gd name="connsiteY161" fmla="*/ 1566862 h 1890712"/>
              <a:gd name="connsiteX162" fmla="*/ 2152650 w 2543175"/>
              <a:gd name="connsiteY162" fmla="*/ 1576387 h 1890712"/>
              <a:gd name="connsiteX163" fmla="*/ 2181225 w 2543175"/>
              <a:gd name="connsiteY163" fmla="*/ 1590675 h 1890712"/>
              <a:gd name="connsiteX164" fmla="*/ 2200275 w 2543175"/>
              <a:gd name="connsiteY164" fmla="*/ 1607344 h 1890712"/>
              <a:gd name="connsiteX165" fmla="*/ 2207419 w 2543175"/>
              <a:gd name="connsiteY165" fmla="*/ 1612106 h 1890712"/>
              <a:gd name="connsiteX166" fmla="*/ 2216944 w 2543175"/>
              <a:gd name="connsiteY166" fmla="*/ 1619250 h 1890712"/>
              <a:gd name="connsiteX167" fmla="*/ 2224088 w 2543175"/>
              <a:gd name="connsiteY167" fmla="*/ 1624012 h 1890712"/>
              <a:gd name="connsiteX168" fmla="*/ 2247900 w 2543175"/>
              <a:gd name="connsiteY168" fmla="*/ 1643062 h 1890712"/>
              <a:gd name="connsiteX169" fmla="*/ 2255044 w 2543175"/>
              <a:gd name="connsiteY169" fmla="*/ 1650206 h 1890712"/>
              <a:gd name="connsiteX170" fmla="*/ 2281238 w 2543175"/>
              <a:gd name="connsiteY170" fmla="*/ 1664494 h 1890712"/>
              <a:gd name="connsiteX171" fmla="*/ 2297907 w 2543175"/>
              <a:gd name="connsiteY171" fmla="*/ 1674019 h 1890712"/>
              <a:gd name="connsiteX172" fmla="*/ 2305050 w 2543175"/>
              <a:gd name="connsiteY172" fmla="*/ 1678781 h 1890712"/>
              <a:gd name="connsiteX173" fmla="*/ 2312194 w 2543175"/>
              <a:gd name="connsiteY173" fmla="*/ 1685925 h 1890712"/>
              <a:gd name="connsiteX174" fmla="*/ 2321719 w 2543175"/>
              <a:gd name="connsiteY174" fmla="*/ 1690687 h 1890712"/>
              <a:gd name="connsiteX175" fmla="*/ 2328863 w 2543175"/>
              <a:gd name="connsiteY175" fmla="*/ 1697831 h 1890712"/>
              <a:gd name="connsiteX176" fmla="*/ 2350294 w 2543175"/>
              <a:gd name="connsiteY176" fmla="*/ 1712119 h 1890712"/>
              <a:gd name="connsiteX177" fmla="*/ 2359819 w 2543175"/>
              <a:gd name="connsiteY177" fmla="*/ 1719262 h 1890712"/>
              <a:gd name="connsiteX178" fmla="*/ 2369344 w 2543175"/>
              <a:gd name="connsiteY178" fmla="*/ 1724025 h 1890712"/>
              <a:gd name="connsiteX179" fmla="*/ 2376488 w 2543175"/>
              <a:gd name="connsiteY179" fmla="*/ 1731169 h 1890712"/>
              <a:gd name="connsiteX180" fmla="*/ 2402682 w 2543175"/>
              <a:gd name="connsiteY180" fmla="*/ 1747837 h 1890712"/>
              <a:gd name="connsiteX181" fmla="*/ 2450307 w 2543175"/>
              <a:gd name="connsiteY181" fmla="*/ 1769269 h 1890712"/>
              <a:gd name="connsiteX182" fmla="*/ 2466975 w 2543175"/>
              <a:gd name="connsiteY182" fmla="*/ 1783556 h 1890712"/>
              <a:gd name="connsiteX183" fmla="*/ 2481263 w 2543175"/>
              <a:gd name="connsiteY183" fmla="*/ 1795462 h 1890712"/>
              <a:gd name="connsiteX184" fmla="*/ 2486025 w 2543175"/>
              <a:gd name="connsiteY184" fmla="*/ 1802606 h 1890712"/>
              <a:gd name="connsiteX185" fmla="*/ 2493169 w 2543175"/>
              <a:gd name="connsiteY185" fmla="*/ 1807369 h 1890712"/>
              <a:gd name="connsiteX186" fmla="*/ 2495550 w 2543175"/>
              <a:gd name="connsiteY186" fmla="*/ 1816894 h 1890712"/>
              <a:gd name="connsiteX187" fmla="*/ 2497932 w 2543175"/>
              <a:gd name="connsiteY187" fmla="*/ 1824037 h 1890712"/>
              <a:gd name="connsiteX188" fmla="*/ 2514600 w 2543175"/>
              <a:gd name="connsiteY188" fmla="*/ 1850231 h 1890712"/>
              <a:gd name="connsiteX189" fmla="*/ 2519363 w 2543175"/>
              <a:gd name="connsiteY189" fmla="*/ 1857375 h 1890712"/>
              <a:gd name="connsiteX190" fmla="*/ 2540794 w 2543175"/>
              <a:gd name="connsiteY190" fmla="*/ 1883569 h 1890712"/>
              <a:gd name="connsiteX191" fmla="*/ 2543175 w 2543175"/>
              <a:gd name="connsiteY191"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59719 w 2543175"/>
              <a:gd name="connsiteY114" fmla="*/ 1121569 h 1890712"/>
              <a:gd name="connsiteX115" fmla="*/ 1569244 w 2543175"/>
              <a:gd name="connsiteY115" fmla="*/ 1131094 h 1890712"/>
              <a:gd name="connsiteX116" fmla="*/ 1597819 w 2543175"/>
              <a:gd name="connsiteY116" fmla="*/ 1154906 h 1890712"/>
              <a:gd name="connsiteX117" fmla="*/ 1604963 w 2543175"/>
              <a:gd name="connsiteY117" fmla="*/ 1162050 h 1890712"/>
              <a:gd name="connsiteX118" fmla="*/ 1612107 w 2543175"/>
              <a:gd name="connsiteY118" fmla="*/ 1166812 h 1890712"/>
              <a:gd name="connsiteX119" fmla="*/ 1628775 w 2543175"/>
              <a:gd name="connsiteY119" fmla="*/ 1183481 h 1890712"/>
              <a:gd name="connsiteX120" fmla="*/ 1662113 w 2543175"/>
              <a:gd name="connsiteY120" fmla="*/ 1209675 h 1890712"/>
              <a:gd name="connsiteX121" fmla="*/ 1678782 w 2543175"/>
              <a:gd name="connsiteY121" fmla="*/ 1226344 h 1890712"/>
              <a:gd name="connsiteX122" fmla="*/ 1700213 w 2543175"/>
              <a:gd name="connsiteY122" fmla="*/ 1247775 h 1890712"/>
              <a:gd name="connsiteX123" fmla="*/ 1712119 w 2543175"/>
              <a:gd name="connsiteY123" fmla="*/ 1259681 h 1890712"/>
              <a:gd name="connsiteX124" fmla="*/ 1733550 w 2543175"/>
              <a:gd name="connsiteY124" fmla="*/ 1273969 h 1890712"/>
              <a:gd name="connsiteX125" fmla="*/ 1743075 w 2543175"/>
              <a:gd name="connsiteY125" fmla="*/ 1283494 h 1890712"/>
              <a:gd name="connsiteX126" fmla="*/ 1754982 w 2543175"/>
              <a:gd name="connsiteY126" fmla="*/ 1290637 h 1890712"/>
              <a:gd name="connsiteX127" fmla="*/ 1766888 w 2543175"/>
              <a:gd name="connsiteY127" fmla="*/ 1300162 h 1890712"/>
              <a:gd name="connsiteX128" fmla="*/ 1783557 w 2543175"/>
              <a:gd name="connsiteY128" fmla="*/ 1307306 h 1890712"/>
              <a:gd name="connsiteX129" fmla="*/ 1790700 w 2543175"/>
              <a:gd name="connsiteY129" fmla="*/ 1312069 h 1890712"/>
              <a:gd name="connsiteX130" fmla="*/ 1800225 w 2543175"/>
              <a:gd name="connsiteY130" fmla="*/ 1319212 h 1890712"/>
              <a:gd name="connsiteX131" fmla="*/ 1807369 w 2543175"/>
              <a:gd name="connsiteY131" fmla="*/ 1321594 h 1890712"/>
              <a:gd name="connsiteX132" fmla="*/ 1824038 w 2543175"/>
              <a:gd name="connsiteY132" fmla="*/ 1333500 h 1890712"/>
              <a:gd name="connsiteX133" fmla="*/ 1843088 w 2543175"/>
              <a:gd name="connsiteY133" fmla="*/ 1352550 h 1890712"/>
              <a:gd name="connsiteX134" fmla="*/ 1852613 w 2543175"/>
              <a:gd name="connsiteY134" fmla="*/ 1359694 h 1890712"/>
              <a:gd name="connsiteX135" fmla="*/ 1859757 w 2543175"/>
              <a:gd name="connsiteY135" fmla="*/ 1366837 h 1890712"/>
              <a:gd name="connsiteX136" fmla="*/ 1869282 w 2543175"/>
              <a:gd name="connsiteY136" fmla="*/ 1371600 h 1890712"/>
              <a:gd name="connsiteX137" fmla="*/ 1883569 w 2543175"/>
              <a:gd name="connsiteY137" fmla="*/ 1388269 h 1890712"/>
              <a:gd name="connsiteX138" fmla="*/ 1893094 w 2543175"/>
              <a:gd name="connsiteY138" fmla="*/ 1395412 h 1890712"/>
              <a:gd name="connsiteX139" fmla="*/ 1902619 w 2543175"/>
              <a:gd name="connsiteY139" fmla="*/ 1404937 h 1890712"/>
              <a:gd name="connsiteX140" fmla="*/ 1912144 w 2543175"/>
              <a:gd name="connsiteY140" fmla="*/ 1409700 h 1890712"/>
              <a:gd name="connsiteX141" fmla="*/ 1931194 w 2543175"/>
              <a:gd name="connsiteY141" fmla="*/ 1421606 h 1890712"/>
              <a:gd name="connsiteX142" fmla="*/ 1935957 w 2543175"/>
              <a:gd name="connsiteY142" fmla="*/ 1428750 h 1890712"/>
              <a:gd name="connsiteX143" fmla="*/ 1952625 w 2543175"/>
              <a:gd name="connsiteY143" fmla="*/ 1438275 h 1890712"/>
              <a:gd name="connsiteX144" fmla="*/ 1971675 w 2543175"/>
              <a:gd name="connsiteY144" fmla="*/ 1450181 h 1890712"/>
              <a:gd name="connsiteX145" fmla="*/ 1981200 w 2543175"/>
              <a:gd name="connsiteY145" fmla="*/ 1454944 h 1890712"/>
              <a:gd name="connsiteX146" fmla="*/ 1997869 w 2543175"/>
              <a:gd name="connsiteY146" fmla="*/ 1471612 h 1890712"/>
              <a:gd name="connsiteX147" fmla="*/ 2007394 w 2543175"/>
              <a:gd name="connsiteY147" fmla="*/ 1478756 h 1890712"/>
              <a:gd name="connsiteX148" fmla="*/ 2016919 w 2543175"/>
              <a:gd name="connsiteY148" fmla="*/ 1483519 h 1890712"/>
              <a:gd name="connsiteX149" fmla="*/ 2024063 w 2543175"/>
              <a:gd name="connsiteY149" fmla="*/ 1490662 h 1890712"/>
              <a:gd name="connsiteX150" fmla="*/ 2033588 w 2543175"/>
              <a:gd name="connsiteY150" fmla="*/ 1495425 h 1890712"/>
              <a:gd name="connsiteX151" fmla="*/ 2040732 w 2543175"/>
              <a:gd name="connsiteY151" fmla="*/ 1502569 h 1890712"/>
              <a:gd name="connsiteX152" fmla="*/ 2047875 w 2543175"/>
              <a:gd name="connsiteY152" fmla="*/ 1507331 h 1890712"/>
              <a:gd name="connsiteX153" fmla="*/ 2057400 w 2543175"/>
              <a:gd name="connsiteY153" fmla="*/ 1514475 h 1890712"/>
              <a:gd name="connsiteX154" fmla="*/ 2064544 w 2543175"/>
              <a:gd name="connsiteY154" fmla="*/ 1519237 h 1890712"/>
              <a:gd name="connsiteX155" fmla="*/ 2071688 w 2543175"/>
              <a:gd name="connsiteY155" fmla="*/ 1526381 h 1890712"/>
              <a:gd name="connsiteX156" fmla="*/ 2081213 w 2543175"/>
              <a:gd name="connsiteY156" fmla="*/ 1531144 h 1890712"/>
              <a:gd name="connsiteX157" fmla="*/ 2090738 w 2543175"/>
              <a:gd name="connsiteY157" fmla="*/ 1538287 h 1890712"/>
              <a:gd name="connsiteX158" fmla="*/ 2109788 w 2543175"/>
              <a:gd name="connsiteY158" fmla="*/ 1547812 h 1890712"/>
              <a:gd name="connsiteX159" fmla="*/ 2131219 w 2543175"/>
              <a:gd name="connsiteY159" fmla="*/ 1562100 h 1890712"/>
              <a:gd name="connsiteX160" fmla="*/ 2140744 w 2543175"/>
              <a:gd name="connsiteY160" fmla="*/ 1566862 h 1890712"/>
              <a:gd name="connsiteX161" fmla="*/ 2152650 w 2543175"/>
              <a:gd name="connsiteY161" fmla="*/ 1576387 h 1890712"/>
              <a:gd name="connsiteX162" fmla="*/ 2181225 w 2543175"/>
              <a:gd name="connsiteY162" fmla="*/ 1590675 h 1890712"/>
              <a:gd name="connsiteX163" fmla="*/ 2200275 w 2543175"/>
              <a:gd name="connsiteY163" fmla="*/ 1607344 h 1890712"/>
              <a:gd name="connsiteX164" fmla="*/ 2207419 w 2543175"/>
              <a:gd name="connsiteY164" fmla="*/ 1612106 h 1890712"/>
              <a:gd name="connsiteX165" fmla="*/ 2216944 w 2543175"/>
              <a:gd name="connsiteY165" fmla="*/ 1619250 h 1890712"/>
              <a:gd name="connsiteX166" fmla="*/ 2224088 w 2543175"/>
              <a:gd name="connsiteY166" fmla="*/ 1624012 h 1890712"/>
              <a:gd name="connsiteX167" fmla="*/ 2247900 w 2543175"/>
              <a:gd name="connsiteY167" fmla="*/ 1643062 h 1890712"/>
              <a:gd name="connsiteX168" fmla="*/ 2255044 w 2543175"/>
              <a:gd name="connsiteY168" fmla="*/ 1650206 h 1890712"/>
              <a:gd name="connsiteX169" fmla="*/ 2281238 w 2543175"/>
              <a:gd name="connsiteY169" fmla="*/ 1664494 h 1890712"/>
              <a:gd name="connsiteX170" fmla="*/ 2297907 w 2543175"/>
              <a:gd name="connsiteY170" fmla="*/ 1674019 h 1890712"/>
              <a:gd name="connsiteX171" fmla="*/ 2305050 w 2543175"/>
              <a:gd name="connsiteY171" fmla="*/ 1678781 h 1890712"/>
              <a:gd name="connsiteX172" fmla="*/ 2312194 w 2543175"/>
              <a:gd name="connsiteY172" fmla="*/ 1685925 h 1890712"/>
              <a:gd name="connsiteX173" fmla="*/ 2321719 w 2543175"/>
              <a:gd name="connsiteY173" fmla="*/ 1690687 h 1890712"/>
              <a:gd name="connsiteX174" fmla="*/ 2328863 w 2543175"/>
              <a:gd name="connsiteY174" fmla="*/ 1697831 h 1890712"/>
              <a:gd name="connsiteX175" fmla="*/ 2350294 w 2543175"/>
              <a:gd name="connsiteY175" fmla="*/ 1712119 h 1890712"/>
              <a:gd name="connsiteX176" fmla="*/ 2359819 w 2543175"/>
              <a:gd name="connsiteY176" fmla="*/ 1719262 h 1890712"/>
              <a:gd name="connsiteX177" fmla="*/ 2369344 w 2543175"/>
              <a:gd name="connsiteY177" fmla="*/ 1724025 h 1890712"/>
              <a:gd name="connsiteX178" fmla="*/ 2376488 w 2543175"/>
              <a:gd name="connsiteY178" fmla="*/ 1731169 h 1890712"/>
              <a:gd name="connsiteX179" fmla="*/ 2402682 w 2543175"/>
              <a:gd name="connsiteY179" fmla="*/ 1747837 h 1890712"/>
              <a:gd name="connsiteX180" fmla="*/ 2450307 w 2543175"/>
              <a:gd name="connsiteY180" fmla="*/ 1769269 h 1890712"/>
              <a:gd name="connsiteX181" fmla="*/ 2466975 w 2543175"/>
              <a:gd name="connsiteY181" fmla="*/ 1783556 h 1890712"/>
              <a:gd name="connsiteX182" fmla="*/ 2481263 w 2543175"/>
              <a:gd name="connsiteY182" fmla="*/ 1795462 h 1890712"/>
              <a:gd name="connsiteX183" fmla="*/ 2486025 w 2543175"/>
              <a:gd name="connsiteY183" fmla="*/ 1802606 h 1890712"/>
              <a:gd name="connsiteX184" fmla="*/ 2493169 w 2543175"/>
              <a:gd name="connsiteY184" fmla="*/ 1807369 h 1890712"/>
              <a:gd name="connsiteX185" fmla="*/ 2495550 w 2543175"/>
              <a:gd name="connsiteY185" fmla="*/ 1816894 h 1890712"/>
              <a:gd name="connsiteX186" fmla="*/ 2497932 w 2543175"/>
              <a:gd name="connsiteY186" fmla="*/ 1824037 h 1890712"/>
              <a:gd name="connsiteX187" fmla="*/ 2514600 w 2543175"/>
              <a:gd name="connsiteY187" fmla="*/ 1850231 h 1890712"/>
              <a:gd name="connsiteX188" fmla="*/ 2519363 w 2543175"/>
              <a:gd name="connsiteY188" fmla="*/ 1857375 h 1890712"/>
              <a:gd name="connsiteX189" fmla="*/ 2540794 w 2543175"/>
              <a:gd name="connsiteY189" fmla="*/ 1883569 h 1890712"/>
              <a:gd name="connsiteX190" fmla="*/ 2543175 w 2543175"/>
              <a:gd name="connsiteY19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59719 w 2543175"/>
              <a:gd name="connsiteY114" fmla="*/ 1121569 h 1890712"/>
              <a:gd name="connsiteX115" fmla="*/ 1550194 w 2543175"/>
              <a:gd name="connsiteY115" fmla="*/ 1135856 h 1890712"/>
              <a:gd name="connsiteX116" fmla="*/ 1597819 w 2543175"/>
              <a:gd name="connsiteY116" fmla="*/ 1154906 h 1890712"/>
              <a:gd name="connsiteX117" fmla="*/ 1604963 w 2543175"/>
              <a:gd name="connsiteY117" fmla="*/ 1162050 h 1890712"/>
              <a:gd name="connsiteX118" fmla="*/ 1612107 w 2543175"/>
              <a:gd name="connsiteY118" fmla="*/ 1166812 h 1890712"/>
              <a:gd name="connsiteX119" fmla="*/ 1628775 w 2543175"/>
              <a:gd name="connsiteY119" fmla="*/ 1183481 h 1890712"/>
              <a:gd name="connsiteX120" fmla="*/ 1662113 w 2543175"/>
              <a:gd name="connsiteY120" fmla="*/ 1209675 h 1890712"/>
              <a:gd name="connsiteX121" fmla="*/ 1678782 w 2543175"/>
              <a:gd name="connsiteY121" fmla="*/ 1226344 h 1890712"/>
              <a:gd name="connsiteX122" fmla="*/ 1700213 w 2543175"/>
              <a:gd name="connsiteY122" fmla="*/ 1247775 h 1890712"/>
              <a:gd name="connsiteX123" fmla="*/ 1712119 w 2543175"/>
              <a:gd name="connsiteY123" fmla="*/ 1259681 h 1890712"/>
              <a:gd name="connsiteX124" fmla="*/ 1733550 w 2543175"/>
              <a:gd name="connsiteY124" fmla="*/ 1273969 h 1890712"/>
              <a:gd name="connsiteX125" fmla="*/ 1743075 w 2543175"/>
              <a:gd name="connsiteY125" fmla="*/ 1283494 h 1890712"/>
              <a:gd name="connsiteX126" fmla="*/ 1754982 w 2543175"/>
              <a:gd name="connsiteY126" fmla="*/ 1290637 h 1890712"/>
              <a:gd name="connsiteX127" fmla="*/ 1766888 w 2543175"/>
              <a:gd name="connsiteY127" fmla="*/ 1300162 h 1890712"/>
              <a:gd name="connsiteX128" fmla="*/ 1783557 w 2543175"/>
              <a:gd name="connsiteY128" fmla="*/ 1307306 h 1890712"/>
              <a:gd name="connsiteX129" fmla="*/ 1790700 w 2543175"/>
              <a:gd name="connsiteY129" fmla="*/ 1312069 h 1890712"/>
              <a:gd name="connsiteX130" fmla="*/ 1800225 w 2543175"/>
              <a:gd name="connsiteY130" fmla="*/ 1319212 h 1890712"/>
              <a:gd name="connsiteX131" fmla="*/ 1807369 w 2543175"/>
              <a:gd name="connsiteY131" fmla="*/ 1321594 h 1890712"/>
              <a:gd name="connsiteX132" fmla="*/ 1824038 w 2543175"/>
              <a:gd name="connsiteY132" fmla="*/ 1333500 h 1890712"/>
              <a:gd name="connsiteX133" fmla="*/ 1843088 w 2543175"/>
              <a:gd name="connsiteY133" fmla="*/ 1352550 h 1890712"/>
              <a:gd name="connsiteX134" fmla="*/ 1852613 w 2543175"/>
              <a:gd name="connsiteY134" fmla="*/ 1359694 h 1890712"/>
              <a:gd name="connsiteX135" fmla="*/ 1859757 w 2543175"/>
              <a:gd name="connsiteY135" fmla="*/ 1366837 h 1890712"/>
              <a:gd name="connsiteX136" fmla="*/ 1869282 w 2543175"/>
              <a:gd name="connsiteY136" fmla="*/ 1371600 h 1890712"/>
              <a:gd name="connsiteX137" fmla="*/ 1883569 w 2543175"/>
              <a:gd name="connsiteY137" fmla="*/ 1388269 h 1890712"/>
              <a:gd name="connsiteX138" fmla="*/ 1893094 w 2543175"/>
              <a:gd name="connsiteY138" fmla="*/ 1395412 h 1890712"/>
              <a:gd name="connsiteX139" fmla="*/ 1902619 w 2543175"/>
              <a:gd name="connsiteY139" fmla="*/ 1404937 h 1890712"/>
              <a:gd name="connsiteX140" fmla="*/ 1912144 w 2543175"/>
              <a:gd name="connsiteY140" fmla="*/ 1409700 h 1890712"/>
              <a:gd name="connsiteX141" fmla="*/ 1931194 w 2543175"/>
              <a:gd name="connsiteY141" fmla="*/ 1421606 h 1890712"/>
              <a:gd name="connsiteX142" fmla="*/ 1935957 w 2543175"/>
              <a:gd name="connsiteY142" fmla="*/ 1428750 h 1890712"/>
              <a:gd name="connsiteX143" fmla="*/ 1952625 w 2543175"/>
              <a:gd name="connsiteY143" fmla="*/ 1438275 h 1890712"/>
              <a:gd name="connsiteX144" fmla="*/ 1971675 w 2543175"/>
              <a:gd name="connsiteY144" fmla="*/ 1450181 h 1890712"/>
              <a:gd name="connsiteX145" fmla="*/ 1981200 w 2543175"/>
              <a:gd name="connsiteY145" fmla="*/ 1454944 h 1890712"/>
              <a:gd name="connsiteX146" fmla="*/ 1997869 w 2543175"/>
              <a:gd name="connsiteY146" fmla="*/ 1471612 h 1890712"/>
              <a:gd name="connsiteX147" fmla="*/ 2007394 w 2543175"/>
              <a:gd name="connsiteY147" fmla="*/ 1478756 h 1890712"/>
              <a:gd name="connsiteX148" fmla="*/ 2016919 w 2543175"/>
              <a:gd name="connsiteY148" fmla="*/ 1483519 h 1890712"/>
              <a:gd name="connsiteX149" fmla="*/ 2024063 w 2543175"/>
              <a:gd name="connsiteY149" fmla="*/ 1490662 h 1890712"/>
              <a:gd name="connsiteX150" fmla="*/ 2033588 w 2543175"/>
              <a:gd name="connsiteY150" fmla="*/ 1495425 h 1890712"/>
              <a:gd name="connsiteX151" fmla="*/ 2040732 w 2543175"/>
              <a:gd name="connsiteY151" fmla="*/ 1502569 h 1890712"/>
              <a:gd name="connsiteX152" fmla="*/ 2047875 w 2543175"/>
              <a:gd name="connsiteY152" fmla="*/ 1507331 h 1890712"/>
              <a:gd name="connsiteX153" fmla="*/ 2057400 w 2543175"/>
              <a:gd name="connsiteY153" fmla="*/ 1514475 h 1890712"/>
              <a:gd name="connsiteX154" fmla="*/ 2064544 w 2543175"/>
              <a:gd name="connsiteY154" fmla="*/ 1519237 h 1890712"/>
              <a:gd name="connsiteX155" fmla="*/ 2071688 w 2543175"/>
              <a:gd name="connsiteY155" fmla="*/ 1526381 h 1890712"/>
              <a:gd name="connsiteX156" fmla="*/ 2081213 w 2543175"/>
              <a:gd name="connsiteY156" fmla="*/ 1531144 h 1890712"/>
              <a:gd name="connsiteX157" fmla="*/ 2090738 w 2543175"/>
              <a:gd name="connsiteY157" fmla="*/ 1538287 h 1890712"/>
              <a:gd name="connsiteX158" fmla="*/ 2109788 w 2543175"/>
              <a:gd name="connsiteY158" fmla="*/ 1547812 h 1890712"/>
              <a:gd name="connsiteX159" fmla="*/ 2131219 w 2543175"/>
              <a:gd name="connsiteY159" fmla="*/ 1562100 h 1890712"/>
              <a:gd name="connsiteX160" fmla="*/ 2140744 w 2543175"/>
              <a:gd name="connsiteY160" fmla="*/ 1566862 h 1890712"/>
              <a:gd name="connsiteX161" fmla="*/ 2152650 w 2543175"/>
              <a:gd name="connsiteY161" fmla="*/ 1576387 h 1890712"/>
              <a:gd name="connsiteX162" fmla="*/ 2181225 w 2543175"/>
              <a:gd name="connsiteY162" fmla="*/ 1590675 h 1890712"/>
              <a:gd name="connsiteX163" fmla="*/ 2200275 w 2543175"/>
              <a:gd name="connsiteY163" fmla="*/ 1607344 h 1890712"/>
              <a:gd name="connsiteX164" fmla="*/ 2207419 w 2543175"/>
              <a:gd name="connsiteY164" fmla="*/ 1612106 h 1890712"/>
              <a:gd name="connsiteX165" fmla="*/ 2216944 w 2543175"/>
              <a:gd name="connsiteY165" fmla="*/ 1619250 h 1890712"/>
              <a:gd name="connsiteX166" fmla="*/ 2224088 w 2543175"/>
              <a:gd name="connsiteY166" fmla="*/ 1624012 h 1890712"/>
              <a:gd name="connsiteX167" fmla="*/ 2247900 w 2543175"/>
              <a:gd name="connsiteY167" fmla="*/ 1643062 h 1890712"/>
              <a:gd name="connsiteX168" fmla="*/ 2255044 w 2543175"/>
              <a:gd name="connsiteY168" fmla="*/ 1650206 h 1890712"/>
              <a:gd name="connsiteX169" fmla="*/ 2281238 w 2543175"/>
              <a:gd name="connsiteY169" fmla="*/ 1664494 h 1890712"/>
              <a:gd name="connsiteX170" fmla="*/ 2297907 w 2543175"/>
              <a:gd name="connsiteY170" fmla="*/ 1674019 h 1890712"/>
              <a:gd name="connsiteX171" fmla="*/ 2305050 w 2543175"/>
              <a:gd name="connsiteY171" fmla="*/ 1678781 h 1890712"/>
              <a:gd name="connsiteX172" fmla="*/ 2312194 w 2543175"/>
              <a:gd name="connsiteY172" fmla="*/ 1685925 h 1890712"/>
              <a:gd name="connsiteX173" fmla="*/ 2321719 w 2543175"/>
              <a:gd name="connsiteY173" fmla="*/ 1690687 h 1890712"/>
              <a:gd name="connsiteX174" fmla="*/ 2328863 w 2543175"/>
              <a:gd name="connsiteY174" fmla="*/ 1697831 h 1890712"/>
              <a:gd name="connsiteX175" fmla="*/ 2350294 w 2543175"/>
              <a:gd name="connsiteY175" fmla="*/ 1712119 h 1890712"/>
              <a:gd name="connsiteX176" fmla="*/ 2359819 w 2543175"/>
              <a:gd name="connsiteY176" fmla="*/ 1719262 h 1890712"/>
              <a:gd name="connsiteX177" fmla="*/ 2369344 w 2543175"/>
              <a:gd name="connsiteY177" fmla="*/ 1724025 h 1890712"/>
              <a:gd name="connsiteX178" fmla="*/ 2376488 w 2543175"/>
              <a:gd name="connsiteY178" fmla="*/ 1731169 h 1890712"/>
              <a:gd name="connsiteX179" fmla="*/ 2402682 w 2543175"/>
              <a:gd name="connsiteY179" fmla="*/ 1747837 h 1890712"/>
              <a:gd name="connsiteX180" fmla="*/ 2450307 w 2543175"/>
              <a:gd name="connsiteY180" fmla="*/ 1769269 h 1890712"/>
              <a:gd name="connsiteX181" fmla="*/ 2466975 w 2543175"/>
              <a:gd name="connsiteY181" fmla="*/ 1783556 h 1890712"/>
              <a:gd name="connsiteX182" fmla="*/ 2481263 w 2543175"/>
              <a:gd name="connsiteY182" fmla="*/ 1795462 h 1890712"/>
              <a:gd name="connsiteX183" fmla="*/ 2486025 w 2543175"/>
              <a:gd name="connsiteY183" fmla="*/ 1802606 h 1890712"/>
              <a:gd name="connsiteX184" fmla="*/ 2493169 w 2543175"/>
              <a:gd name="connsiteY184" fmla="*/ 1807369 h 1890712"/>
              <a:gd name="connsiteX185" fmla="*/ 2495550 w 2543175"/>
              <a:gd name="connsiteY185" fmla="*/ 1816894 h 1890712"/>
              <a:gd name="connsiteX186" fmla="*/ 2497932 w 2543175"/>
              <a:gd name="connsiteY186" fmla="*/ 1824037 h 1890712"/>
              <a:gd name="connsiteX187" fmla="*/ 2514600 w 2543175"/>
              <a:gd name="connsiteY187" fmla="*/ 1850231 h 1890712"/>
              <a:gd name="connsiteX188" fmla="*/ 2519363 w 2543175"/>
              <a:gd name="connsiteY188" fmla="*/ 1857375 h 1890712"/>
              <a:gd name="connsiteX189" fmla="*/ 2540794 w 2543175"/>
              <a:gd name="connsiteY189" fmla="*/ 1883569 h 1890712"/>
              <a:gd name="connsiteX190" fmla="*/ 2543175 w 2543175"/>
              <a:gd name="connsiteY19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59719 w 2543175"/>
              <a:gd name="connsiteY114" fmla="*/ 1121569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59819 w 2543175"/>
              <a:gd name="connsiteY175" fmla="*/ 1719262 h 1890712"/>
              <a:gd name="connsiteX176" fmla="*/ 2369344 w 2543175"/>
              <a:gd name="connsiteY176" fmla="*/ 1724025 h 1890712"/>
              <a:gd name="connsiteX177" fmla="*/ 2376488 w 2543175"/>
              <a:gd name="connsiteY177" fmla="*/ 1731169 h 1890712"/>
              <a:gd name="connsiteX178" fmla="*/ 2402682 w 2543175"/>
              <a:gd name="connsiteY178" fmla="*/ 1747837 h 1890712"/>
              <a:gd name="connsiteX179" fmla="*/ 2450307 w 2543175"/>
              <a:gd name="connsiteY179" fmla="*/ 1769269 h 1890712"/>
              <a:gd name="connsiteX180" fmla="*/ 2466975 w 2543175"/>
              <a:gd name="connsiteY180" fmla="*/ 1783556 h 1890712"/>
              <a:gd name="connsiteX181" fmla="*/ 2481263 w 2543175"/>
              <a:gd name="connsiteY181" fmla="*/ 1795462 h 1890712"/>
              <a:gd name="connsiteX182" fmla="*/ 2486025 w 2543175"/>
              <a:gd name="connsiteY182" fmla="*/ 1802606 h 1890712"/>
              <a:gd name="connsiteX183" fmla="*/ 2493169 w 2543175"/>
              <a:gd name="connsiteY183" fmla="*/ 1807369 h 1890712"/>
              <a:gd name="connsiteX184" fmla="*/ 2495550 w 2543175"/>
              <a:gd name="connsiteY184" fmla="*/ 1816894 h 1890712"/>
              <a:gd name="connsiteX185" fmla="*/ 2497932 w 2543175"/>
              <a:gd name="connsiteY185" fmla="*/ 1824037 h 1890712"/>
              <a:gd name="connsiteX186" fmla="*/ 2514600 w 2543175"/>
              <a:gd name="connsiteY186" fmla="*/ 1850231 h 1890712"/>
              <a:gd name="connsiteX187" fmla="*/ 2519363 w 2543175"/>
              <a:gd name="connsiteY187" fmla="*/ 1857375 h 1890712"/>
              <a:gd name="connsiteX188" fmla="*/ 2540794 w 2543175"/>
              <a:gd name="connsiteY188" fmla="*/ 1883569 h 1890712"/>
              <a:gd name="connsiteX189" fmla="*/ 2543175 w 2543175"/>
              <a:gd name="connsiteY18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59819 w 2543175"/>
              <a:gd name="connsiteY175" fmla="*/ 1719262 h 1890712"/>
              <a:gd name="connsiteX176" fmla="*/ 2369344 w 2543175"/>
              <a:gd name="connsiteY176" fmla="*/ 1724025 h 1890712"/>
              <a:gd name="connsiteX177" fmla="*/ 2376488 w 2543175"/>
              <a:gd name="connsiteY177" fmla="*/ 1731169 h 1890712"/>
              <a:gd name="connsiteX178" fmla="*/ 2402682 w 2543175"/>
              <a:gd name="connsiteY178" fmla="*/ 1747837 h 1890712"/>
              <a:gd name="connsiteX179" fmla="*/ 2450307 w 2543175"/>
              <a:gd name="connsiteY179" fmla="*/ 1769269 h 1890712"/>
              <a:gd name="connsiteX180" fmla="*/ 2466975 w 2543175"/>
              <a:gd name="connsiteY180" fmla="*/ 1783556 h 1890712"/>
              <a:gd name="connsiteX181" fmla="*/ 2481263 w 2543175"/>
              <a:gd name="connsiteY181" fmla="*/ 1795462 h 1890712"/>
              <a:gd name="connsiteX182" fmla="*/ 2486025 w 2543175"/>
              <a:gd name="connsiteY182" fmla="*/ 1802606 h 1890712"/>
              <a:gd name="connsiteX183" fmla="*/ 2493169 w 2543175"/>
              <a:gd name="connsiteY183" fmla="*/ 1807369 h 1890712"/>
              <a:gd name="connsiteX184" fmla="*/ 2495550 w 2543175"/>
              <a:gd name="connsiteY184" fmla="*/ 1816894 h 1890712"/>
              <a:gd name="connsiteX185" fmla="*/ 2497932 w 2543175"/>
              <a:gd name="connsiteY185" fmla="*/ 1824037 h 1890712"/>
              <a:gd name="connsiteX186" fmla="*/ 2514600 w 2543175"/>
              <a:gd name="connsiteY186" fmla="*/ 1850231 h 1890712"/>
              <a:gd name="connsiteX187" fmla="*/ 2519363 w 2543175"/>
              <a:gd name="connsiteY187" fmla="*/ 1857375 h 1890712"/>
              <a:gd name="connsiteX188" fmla="*/ 2540794 w 2543175"/>
              <a:gd name="connsiteY188" fmla="*/ 1883569 h 1890712"/>
              <a:gd name="connsiteX189" fmla="*/ 2543175 w 2543175"/>
              <a:gd name="connsiteY18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59819 w 2543175"/>
              <a:gd name="connsiteY175" fmla="*/ 1719262 h 1890712"/>
              <a:gd name="connsiteX176" fmla="*/ 2369344 w 2543175"/>
              <a:gd name="connsiteY176" fmla="*/ 1724025 h 1890712"/>
              <a:gd name="connsiteX177" fmla="*/ 2376488 w 2543175"/>
              <a:gd name="connsiteY177" fmla="*/ 1731169 h 1890712"/>
              <a:gd name="connsiteX178" fmla="*/ 2402682 w 2543175"/>
              <a:gd name="connsiteY178" fmla="*/ 1747837 h 1890712"/>
              <a:gd name="connsiteX179" fmla="*/ 2428876 w 2543175"/>
              <a:gd name="connsiteY179" fmla="*/ 1785938 h 1890712"/>
              <a:gd name="connsiteX180" fmla="*/ 2466975 w 2543175"/>
              <a:gd name="connsiteY180" fmla="*/ 1783556 h 1890712"/>
              <a:gd name="connsiteX181" fmla="*/ 2481263 w 2543175"/>
              <a:gd name="connsiteY181" fmla="*/ 1795462 h 1890712"/>
              <a:gd name="connsiteX182" fmla="*/ 2486025 w 2543175"/>
              <a:gd name="connsiteY182" fmla="*/ 1802606 h 1890712"/>
              <a:gd name="connsiteX183" fmla="*/ 2493169 w 2543175"/>
              <a:gd name="connsiteY183" fmla="*/ 1807369 h 1890712"/>
              <a:gd name="connsiteX184" fmla="*/ 2495550 w 2543175"/>
              <a:gd name="connsiteY184" fmla="*/ 1816894 h 1890712"/>
              <a:gd name="connsiteX185" fmla="*/ 2497932 w 2543175"/>
              <a:gd name="connsiteY185" fmla="*/ 1824037 h 1890712"/>
              <a:gd name="connsiteX186" fmla="*/ 2514600 w 2543175"/>
              <a:gd name="connsiteY186" fmla="*/ 1850231 h 1890712"/>
              <a:gd name="connsiteX187" fmla="*/ 2519363 w 2543175"/>
              <a:gd name="connsiteY187" fmla="*/ 1857375 h 1890712"/>
              <a:gd name="connsiteX188" fmla="*/ 2540794 w 2543175"/>
              <a:gd name="connsiteY188" fmla="*/ 1883569 h 1890712"/>
              <a:gd name="connsiteX189" fmla="*/ 2543175 w 2543175"/>
              <a:gd name="connsiteY18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59819 w 2543175"/>
              <a:gd name="connsiteY175" fmla="*/ 1719262 h 1890712"/>
              <a:gd name="connsiteX176" fmla="*/ 2369344 w 2543175"/>
              <a:gd name="connsiteY176" fmla="*/ 1724025 h 1890712"/>
              <a:gd name="connsiteX177" fmla="*/ 2376488 w 2543175"/>
              <a:gd name="connsiteY177" fmla="*/ 1731169 h 1890712"/>
              <a:gd name="connsiteX178" fmla="*/ 2428876 w 2543175"/>
              <a:gd name="connsiteY178" fmla="*/ 1785938 h 1890712"/>
              <a:gd name="connsiteX179" fmla="*/ 2466975 w 2543175"/>
              <a:gd name="connsiteY179" fmla="*/ 1783556 h 1890712"/>
              <a:gd name="connsiteX180" fmla="*/ 2481263 w 2543175"/>
              <a:gd name="connsiteY180" fmla="*/ 1795462 h 1890712"/>
              <a:gd name="connsiteX181" fmla="*/ 2486025 w 2543175"/>
              <a:gd name="connsiteY181" fmla="*/ 1802606 h 1890712"/>
              <a:gd name="connsiteX182" fmla="*/ 2493169 w 2543175"/>
              <a:gd name="connsiteY182" fmla="*/ 1807369 h 1890712"/>
              <a:gd name="connsiteX183" fmla="*/ 2495550 w 2543175"/>
              <a:gd name="connsiteY183" fmla="*/ 1816894 h 1890712"/>
              <a:gd name="connsiteX184" fmla="*/ 2497932 w 2543175"/>
              <a:gd name="connsiteY184" fmla="*/ 1824037 h 1890712"/>
              <a:gd name="connsiteX185" fmla="*/ 2514600 w 2543175"/>
              <a:gd name="connsiteY185" fmla="*/ 1850231 h 1890712"/>
              <a:gd name="connsiteX186" fmla="*/ 2519363 w 2543175"/>
              <a:gd name="connsiteY186" fmla="*/ 1857375 h 1890712"/>
              <a:gd name="connsiteX187" fmla="*/ 2540794 w 2543175"/>
              <a:gd name="connsiteY187" fmla="*/ 1883569 h 1890712"/>
              <a:gd name="connsiteX188" fmla="*/ 2543175 w 2543175"/>
              <a:gd name="connsiteY188"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59819 w 2543175"/>
              <a:gd name="connsiteY175" fmla="*/ 1719262 h 1890712"/>
              <a:gd name="connsiteX176" fmla="*/ 2369344 w 2543175"/>
              <a:gd name="connsiteY176" fmla="*/ 1724025 h 1890712"/>
              <a:gd name="connsiteX177" fmla="*/ 2428876 w 2543175"/>
              <a:gd name="connsiteY177" fmla="*/ 1785938 h 1890712"/>
              <a:gd name="connsiteX178" fmla="*/ 2466975 w 2543175"/>
              <a:gd name="connsiteY178" fmla="*/ 1783556 h 1890712"/>
              <a:gd name="connsiteX179" fmla="*/ 2481263 w 2543175"/>
              <a:gd name="connsiteY179" fmla="*/ 1795462 h 1890712"/>
              <a:gd name="connsiteX180" fmla="*/ 2486025 w 2543175"/>
              <a:gd name="connsiteY180" fmla="*/ 1802606 h 1890712"/>
              <a:gd name="connsiteX181" fmla="*/ 2493169 w 2543175"/>
              <a:gd name="connsiteY181" fmla="*/ 1807369 h 1890712"/>
              <a:gd name="connsiteX182" fmla="*/ 2495550 w 2543175"/>
              <a:gd name="connsiteY182" fmla="*/ 1816894 h 1890712"/>
              <a:gd name="connsiteX183" fmla="*/ 2497932 w 2543175"/>
              <a:gd name="connsiteY183" fmla="*/ 1824037 h 1890712"/>
              <a:gd name="connsiteX184" fmla="*/ 2514600 w 2543175"/>
              <a:gd name="connsiteY184" fmla="*/ 1850231 h 1890712"/>
              <a:gd name="connsiteX185" fmla="*/ 2519363 w 2543175"/>
              <a:gd name="connsiteY185" fmla="*/ 1857375 h 1890712"/>
              <a:gd name="connsiteX186" fmla="*/ 2540794 w 2543175"/>
              <a:gd name="connsiteY186" fmla="*/ 1883569 h 1890712"/>
              <a:gd name="connsiteX187" fmla="*/ 2543175 w 2543175"/>
              <a:gd name="connsiteY187"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69344 w 2543175"/>
              <a:gd name="connsiteY175" fmla="*/ 1724025 h 1890712"/>
              <a:gd name="connsiteX176" fmla="*/ 2428876 w 2543175"/>
              <a:gd name="connsiteY176" fmla="*/ 1785938 h 1890712"/>
              <a:gd name="connsiteX177" fmla="*/ 2466975 w 2543175"/>
              <a:gd name="connsiteY177" fmla="*/ 1783556 h 1890712"/>
              <a:gd name="connsiteX178" fmla="*/ 2481263 w 2543175"/>
              <a:gd name="connsiteY178" fmla="*/ 1795462 h 1890712"/>
              <a:gd name="connsiteX179" fmla="*/ 2486025 w 2543175"/>
              <a:gd name="connsiteY179" fmla="*/ 1802606 h 1890712"/>
              <a:gd name="connsiteX180" fmla="*/ 2493169 w 2543175"/>
              <a:gd name="connsiteY180" fmla="*/ 1807369 h 1890712"/>
              <a:gd name="connsiteX181" fmla="*/ 2495550 w 2543175"/>
              <a:gd name="connsiteY181" fmla="*/ 1816894 h 1890712"/>
              <a:gd name="connsiteX182" fmla="*/ 2497932 w 2543175"/>
              <a:gd name="connsiteY182" fmla="*/ 1824037 h 1890712"/>
              <a:gd name="connsiteX183" fmla="*/ 2514600 w 2543175"/>
              <a:gd name="connsiteY183" fmla="*/ 1850231 h 1890712"/>
              <a:gd name="connsiteX184" fmla="*/ 2519363 w 2543175"/>
              <a:gd name="connsiteY184" fmla="*/ 1857375 h 1890712"/>
              <a:gd name="connsiteX185" fmla="*/ 2540794 w 2543175"/>
              <a:gd name="connsiteY185" fmla="*/ 1883569 h 1890712"/>
              <a:gd name="connsiteX186" fmla="*/ 2543175 w 2543175"/>
              <a:gd name="connsiteY18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8863 w 2543175"/>
              <a:gd name="connsiteY172" fmla="*/ 1697831 h 1890712"/>
              <a:gd name="connsiteX173" fmla="*/ 2350294 w 2543175"/>
              <a:gd name="connsiteY173" fmla="*/ 1712119 h 1890712"/>
              <a:gd name="connsiteX174" fmla="*/ 2369344 w 2543175"/>
              <a:gd name="connsiteY174" fmla="*/ 1724025 h 1890712"/>
              <a:gd name="connsiteX175" fmla="*/ 2428876 w 2543175"/>
              <a:gd name="connsiteY175" fmla="*/ 1785938 h 1890712"/>
              <a:gd name="connsiteX176" fmla="*/ 2466975 w 2543175"/>
              <a:gd name="connsiteY176" fmla="*/ 1783556 h 1890712"/>
              <a:gd name="connsiteX177" fmla="*/ 2481263 w 2543175"/>
              <a:gd name="connsiteY177" fmla="*/ 1795462 h 1890712"/>
              <a:gd name="connsiteX178" fmla="*/ 2486025 w 2543175"/>
              <a:gd name="connsiteY178" fmla="*/ 1802606 h 1890712"/>
              <a:gd name="connsiteX179" fmla="*/ 2493169 w 2543175"/>
              <a:gd name="connsiteY179" fmla="*/ 1807369 h 1890712"/>
              <a:gd name="connsiteX180" fmla="*/ 2495550 w 2543175"/>
              <a:gd name="connsiteY180" fmla="*/ 1816894 h 1890712"/>
              <a:gd name="connsiteX181" fmla="*/ 2497932 w 2543175"/>
              <a:gd name="connsiteY181" fmla="*/ 1824037 h 1890712"/>
              <a:gd name="connsiteX182" fmla="*/ 2514600 w 2543175"/>
              <a:gd name="connsiteY182" fmla="*/ 1850231 h 1890712"/>
              <a:gd name="connsiteX183" fmla="*/ 2519363 w 2543175"/>
              <a:gd name="connsiteY183" fmla="*/ 1857375 h 1890712"/>
              <a:gd name="connsiteX184" fmla="*/ 2540794 w 2543175"/>
              <a:gd name="connsiteY184" fmla="*/ 1883569 h 1890712"/>
              <a:gd name="connsiteX185" fmla="*/ 2543175 w 2543175"/>
              <a:gd name="connsiteY185"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12194 w 2543175"/>
              <a:gd name="connsiteY170" fmla="*/ 1685925 h 1890712"/>
              <a:gd name="connsiteX171" fmla="*/ 2328863 w 2543175"/>
              <a:gd name="connsiteY171" fmla="*/ 1697831 h 1890712"/>
              <a:gd name="connsiteX172" fmla="*/ 2350294 w 2543175"/>
              <a:gd name="connsiteY172" fmla="*/ 1712119 h 1890712"/>
              <a:gd name="connsiteX173" fmla="*/ 2369344 w 2543175"/>
              <a:gd name="connsiteY173" fmla="*/ 1724025 h 1890712"/>
              <a:gd name="connsiteX174" fmla="*/ 2428876 w 2543175"/>
              <a:gd name="connsiteY174" fmla="*/ 1785938 h 1890712"/>
              <a:gd name="connsiteX175" fmla="*/ 2466975 w 2543175"/>
              <a:gd name="connsiteY175" fmla="*/ 1783556 h 1890712"/>
              <a:gd name="connsiteX176" fmla="*/ 2481263 w 2543175"/>
              <a:gd name="connsiteY176" fmla="*/ 1795462 h 1890712"/>
              <a:gd name="connsiteX177" fmla="*/ 2486025 w 2543175"/>
              <a:gd name="connsiteY177" fmla="*/ 1802606 h 1890712"/>
              <a:gd name="connsiteX178" fmla="*/ 2493169 w 2543175"/>
              <a:gd name="connsiteY178" fmla="*/ 1807369 h 1890712"/>
              <a:gd name="connsiteX179" fmla="*/ 2495550 w 2543175"/>
              <a:gd name="connsiteY179" fmla="*/ 1816894 h 1890712"/>
              <a:gd name="connsiteX180" fmla="*/ 2497932 w 2543175"/>
              <a:gd name="connsiteY180" fmla="*/ 1824037 h 1890712"/>
              <a:gd name="connsiteX181" fmla="*/ 2514600 w 2543175"/>
              <a:gd name="connsiteY181" fmla="*/ 1850231 h 1890712"/>
              <a:gd name="connsiteX182" fmla="*/ 2519363 w 2543175"/>
              <a:gd name="connsiteY182" fmla="*/ 1857375 h 1890712"/>
              <a:gd name="connsiteX183" fmla="*/ 2540794 w 2543175"/>
              <a:gd name="connsiteY183" fmla="*/ 1883569 h 1890712"/>
              <a:gd name="connsiteX184" fmla="*/ 2543175 w 2543175"/>
              <a:gd name="connsiteY18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12194 w 2543175"/>
              <a:gd name="connsiteY170" fmla="*/ 1685925 h 1890712"/>
              <a:gd name="connsiteX171" fmla="*/ 2328863 w 2543175"/>
              <a:gd name="connsiteY171" fmla="*/ 1697831 h 1890712"/>
              <a:gd name="connsiteX172" fmla="*/ 2350294 w 2543175"/>
              <a:gd name="connsiteY172" fmla="*/ 1712119 h 1890712"/>
              <a:gd name="connsiteX173" fmla="*/ 2369344 w 2543175"/>
              <a:gd name="connsiteY173" fmla="*/ 1724025 h 1890712"/>
              <a:gd name="connsiteX174" fmla="*/ 2428876 w 2543175"/>
              <a:gd name="connsiteY174" fmla="*/ 1785938 h 1890712"/>
              <a:gd name="connsiteX175" fmla="*/ 2466975 w 2543175"/>
              <a:gd name="connsiteY175" fmla="*/ 1783556 h 1890712"/>
              <a:gd name="connsiteX176" fmla="*/ 2481263 w 2543175"/>
              <a:gd name="connsiteY176" fmla="*/ 1795462 h 1890712"/>
              <a:gd name="connsiteX177" fmla="*/ 2486025 w 2543175"/>
              <a:gd name="connsiteY177" fmla="*/ 1802606 h 1890712"/>
              <a:gd name="connsiteX178" fmla="*/ 2495550 w 2543175"/>
              <a:gd name="connsiteY178" fmla="*/ 1816894 h 1890712"/>
              <a:gd name="connsiteX179" fmla="*/ 2497932 w 2543175"/>
              <a:gd name="connsiteY179" fmla="*/ 1824037 h 1890712"/>
              <a:gd name="connsiteX180" fmla="*/ 2514600 w 2543175"/>
              <a:gd name="connsiteY180" fmla="*/ 1850231 h 1890712"/>
              <a:gd name="connsiteX181" fmla="*/ 2519363 w 2543175"/>
              <a:gd name="connsiteY181" fmla="*/ 1857375 h 1890712"/>
              <a:gd name="connsiteX182" fmla="*/ 2540794 w 2543175"/>
              <a:gd name="connsiteY182" fmla="*/ 1883569 h 1890712"/>
              <a:gd name="connsiteX183" fmla="*/ 2543175 w 2543175"/>
              <a:gd name="connsiteY183"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12194 w 2543175"/>
              <a:gd name="connsiteY170" fmla="*/ 1685925 h 1890712"/>
              <a:gd name="connsiteX171" fmla="*/ 2328863 w 2543175"/>
              <a:gd name="connsiteY171" fmla="*/ 1697831 h 1890712"/>
              <a:gd name="connsiteX172" fmla="*/ 2350294 w 2543175"/>
              <a:gd name="connsiteY172" fmla="*/ 1712119 h 1890712"/>
              <a:gd name="connsiteX173" fmla="*/ 2369344 w 2543175"/>
              <a:gd name="connsiteY173" fmla="*/ 1724025 h 1890712"/>
              <a:gd name="connsiteX174" fmla="*/ 2428876 w 2543175"/>
              <a:gd name="connsiteY174" fmla="*/ 1785938 h 1890712"/>
              <a:gd name="connsiteX175" fmla="*/ 2466975 w 2543175"/>
              <a:gd name="connsiteY175" fmla="*/ 1783556 h 1890712"/>
              <a:gd name="connsiteX176" fmla="*/ 2481263 w 2543175"/>
              <a:gd name="connsiteY176" fmla="*/ 1795462 h 1890712"/>
              <a:gd name="connsiteX177" fmla="*/ 2486025 w 2543175"/>
              <a:gd name="connsiteY177" fmla="*/ 1802606 h 1890712"/>
              <a:gd name="connsiteX178" fmla="*/ 2497932 w 2543175"/>
              <a:gd name="connsiteY178" fmla="*/ 1824037 h 1890712"/>
              <a:gd name="connsiteX179" fmla="*/ 2514600 w 2543175"/>
              <a:gd name="connsiteY179" fmla="*/ 1850231 h 1890712"/>
              <a:gd name="connsiteX180" fmla="*/ 2519363 w 2543175"/>
              <a:gd name="connsiteY180" fmla="*/ 1857375 h 1890712"/>
              <a:gd name="connsiteX181" fmla="*/ 2540794 w 2543175"/>
              <a:gd name="connsiteY181" fmla="*/ 1883569 h 1890712"/>
              <a:gd name="connsiteX182" fmla="*/ 2543175 w 2543175"/>
              <a:gd name="connsiteY18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12194 w 2543175"/>
              <a:gd name="connsiteY170" fmla="*/ 1685925 h 1890712"/>
              <a:gd name="connsiteX171" fmla="*/ 2328863 w 2543175"/>
              <a:gd name="connsiteY171" fmla="*/ 1697831 h 1890712"/>
              <a:gd name="connsiteX172" fmla="*/ 2350294 w 2543175"/>
              <a:gd name="connsiteY172" fmla="*/ 1712119 h 1890712"/>
              <a:gd name="connsiteX173" fmla="*/ 2369344 w 2543175"/>
              <a:gd name="connsiteY173" fmla="*/ 1724025 h 1890712"/>
              <a:gd name="connsiteX174" fmla="*/ 2428876 w 2543175"/>
              <a:gd name="connsiteY174" fmla="*/ 1785938 h 1890712"/>
              <a:gd name="connsiteX175" fmla="*/ 2466975 w 2543175"/>
              <a:gd name="connsiteY175" fmla="*/ 1783556 h 1890712"/>
              <a:gd name="connsiteX176" fmla="*/ 2481263 w 2543175"/>
              <a:gd name="connsiteY176" fmla="*/ 1795462 h 1890712"/>
              <a:gd name="connsiteX177" fmla="*/ 2486025 w 2543175"/>
              <a:gd name="connsiteY177" fmla="*/ 1802606 h 1890712"/>
              <a:gd name="connsiteX178" fmla="*/ 2514600 w 2543175"/>
              <a:gd name="connsiteY178" fmla="*/ 1850231 h 1890712"/>
              <a:gd name="connsiteX179" fmla="*/ 2519363 w 2543175"/>
              <a:gd name="connsiteY179" fmla="*/ 1857375 h 1890712"/>
              <a:gd name="connsiteX180" fmla="*/ 2540794 w 2543175"/>
              <a:gd name="connsiteY180" fmla="*/ 1883569 h 1890712"/>
              <a:gd name="connsiteX181" fmla="*/ 2543175 w 2543175"/>
              <a:gd name="connsiteY181"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302419 w 2543175"/>
              <a:gd name="connsiteY26" fmla="*/ 204787 h 1890712"/>
              <a:gd name="connsiteX27" fmla="*/ 309563 w 2543175"/>
              <a:gd name="connsiteY27" fmla="*/ 209550 h 1890712"/>
              <a:gd name="connsiteX28" fmla="*/ 319088 w 2543175"/>
              <a:gd name="connsiteY28" fmla="*/ 219075 h 1890712"/>
              <a:gd name="connsiteX29" fmla="*/ 333375 w 2543175"/>
              <a:gd name="connsiteY29" fmla="*/ 228600 h 1890712"/>
              <a:gd name="connsiteX30" fmla="*/ 340519 w 2543175"/>
              <a:gd name="connsiteY30" fmla="*/ 233362 h 1890712"/>
              <a:gd name="connsiteX31" fmla="*/ 354807 w 2543175"/>
              <a:gd name="connsiteY31" fmla="*/ 247650 h 1890712"/>
              <a:gd name="connsiteX32" fmla="*/ 366713 w 2543175"/>
              <a:gd name="connsiteY32" fmla="*/ 264319 h 1890712"/>
              <a:gd name="connsiteX33" fmla="*/ 371475 w 2543175"/>
              <a:gd name="connsiteY33" fmla="*/ 271462 h 1890712"/>
              <a:gd name="connsiteX34" fmla="*/ 378619 w 2543175"/>
              <a:gd name="connsiteY34" fmla="*/ 276225 h 1890712"/>
              <a:gd name="connsiteX35" fmla="*/ 385763 w 2543175"/>
              <a:gd name="connsiteY35" fmla="*/ 283369 h 1890712"/>
              <a:gd name="connsiteX36" fmla="*/ 395288 w 2543175"/>
              <a:gd name="connsiteY36" fmla="*/ 288131 h 1890712"/>
              <a:gd name="connsiteX37" fmla="*/ 404813 w 2543175"/>
              <a:gd name="connsiteY37" fmla="*/ 295275 h 1890712"/>
              <a:gd name="connsiteX38" fmla="*/ 411957 w 2543175"/>
              <a:gd name="connsiteY38" fmla="*/ 297656 h 1890712"/>
              <a:gd name="connsiteX39" fmla="*/ 421482 w 2543175"/>
              <a:gd name="connsiteY39" fmla="*/ 302419 h 1890712"/>
              <a:gd name="connsiteX40" fmla="*/ 447675 w 2543175"/>
              <a:gd name="connsiteY40" fmla="*/ 307181 h 1890712"/>
              <a:gd name="connsiteX41" fmla="*/ 461963 w 2543175"/>
              <a:gd name="connsiteY41" fmla="*/ 321469 h 1890712"/>
              <a:gd name="connsiteX42" fmla="*/ 466725 w 2543175"/>
              <a:gd name="connsiteY42" fmla="*/ 328612 h 1890712"/>
              <a:gd name="connsiteX43" fmla="*/ 476250 w 2543175"/>
              <a:gd name="connsiteY43" fmla="*/ 335756 h 1890712"/>
              <a:gd name="connsiteX44" fmla="*/ 481013 w 2543175"/>
              <a:gd name="connsiteY44" fmla="*/ 342900 h 1890712"/>
              <a:gd name="connsiteX45" fmla="*/ 490538 w 2543175"/>
              <a:gd name="connsiteY45" fmla="*/ 352425 h 1890712"/>
              <a:gd name="connsiteX46" fmla="*/ 495300 w 2543175"/>
              <a:gd name="connsiteY46" fmla="*/ 359569 h 1890712"/>
              <a:gd name="connsiteX47" fmla="*/ 509588 w 2543175"/>
              <a:gd name="connsiteY47" fmla="*/ 376237 h 1890712"/>
              <a:gd name="connsiteX48" fmla="*/ 514350 w 2543175"/>
              <a:gd name="connsiteY48" fmla="*/ 383381 h 1890712"/>
              <a:gd name="connsiteX49" fmla="*/ 531019 w 2543175"/>
              <a:gd name="connsiteY49" fmla="*/ 397669 h 1890712"/>
              <a:gd name="connsiteX50" fmla="*/ 538163 w 2543175"/>
              <a:gd name="connsiteY50" fmla="*/ 407194 h 1890712"/>
              <a:gd name="connsiteX51" fmla="*/ 554832 w 2543175"/>
              <a:gd name="connsiteY51" fmla="*/ 421481 h 1890712"/>
              <a:gd name="connsiteX52" fmla="*/ 564357 w 2543175"/>
              <a:gd name="connsiteY52" fmla="*/ 431006 h 1890712"/>
              <a:gd name="connsiteX53" fmla="*/ 573882 w 2543175"/>
              <a:gd name="connsiteY53" fmla="*/ 438150 h 1890712"/>
              <a:gd name="connsiteX54" fmla="*/ 595313 w 2543175"/>
              <a:gd name="connsiteY54" fmla="*/ 454819 h 1890712"/>
              <a:gd name="connsiteX55" fmla="*/ 602457 w 2543175"/>
              <a:gd name="connsiteY55" fmla="*/ 457200 h 1890712"/>
              <a:gd name="connsiteX56" fmla="*/ 628650 w 2543175"/>
              <a:gd name="connsiteY56" fmla="*/ 469106 h 1890712"/>
              <a:gd name="connsiteX57" fmla="*/ 645319 w 2543175"/>
              <a:gd name="connsiteY57" fmla="*/ 483394 h 1890712"/>
              <a:gd name="connsiteX58" fmla="*/ 654844 w 2543175"/>
              <a:gd name="connsiteY58" fmla="*/ 488156 h 1890712"/>
              <a:gd name="connsiteX59" fmla="*/ 661988 w 2543175"/>
              <a:gd name="connsiteY59" fmla="*/ 497681 h 1890712"/>
              <a:gd name="connsiteX60" fmla="*/ 683419 w 2543175"/>
              <a:gd name="connsiteY60" fmla="*/ 514350 h 1890712"/>
              <a:gd name="connsiteX61" fmla="*/ 700088 w 2543175"/>
              <a:gd name="connsiteY61" fmla="*/ 526256 h 1890712"/>
              <a:gd name="connsiteX62" fmla="*/ 709613 w 2543175"/>
              <a:gd name="connsiteY62" fmla="*/ 535781 h 1890712"/>
              <a:gd name="connsiteX63" fmla="*/ 719138 w 2543175"/>
              <a:gd name="connsiteY63" fmla="*/ 542925 h 1890712"/>
              <a:gd name="connsiteX64" fmla="*/ 733425 w 2543175"/>
              <a:gd name="connsiteY64" fmla="*/ 557212 h 1890712"/>
              <a:gd name="connsiteX65" fmla="*/ 750094 w 2543175"/>
              <a:gd name="connsiteY65" fmla="*/ 569119 h 1890712"/>
              <a:gd name="connsiteX66" fmla="*/ 769144 w 2543175"/>
              <a:gd name="connsiteY66" fmla="*/ 581025 h 1890712"/>
              <a:gd name="connsiteX67" fmla="*/ 785813 w 2543175"/>
              <a:gd name="connsiteY67" fmla="*/ 590550 h 1890712"/>
              <a:gd name="connsiteX68" fmla="*/ 792957 w 2543175"/>
              <a:gd name="connsiteY68" fmla="*/ 600075 h 1890712"/>
              <a:gd name="connsiteX69" fmla="*/ 809625 w 2543175"/>
              <a:gd name="connsiteY69" fmla="*/ 611981 h 1890712"/>
              <a:gd name="connsiteX70" fmla="*/ 816769 w 2543175"/>
              <a:gd name="connsiteY70" fmla="*/ 619125 h 1890712"/>
              <a:gd name="connsiteX71" fmla="*/ 826294 w 2543175"/>
              <a:gd name="connsiteY71" fmla="*/ 626269 h 1890712"/>
              <a:gd name="connsiteX72" fmla="*/ 840582 w 2543175"/>
              <a:gd name="connsiteY72" fmla="*/ 638175 h 1890712"/>
              <a:gd name="connsiteX73" fmla="*/ 847725 w 2543175"/>
              <a:gd name="connsiteY73" fmla="*/ 645319 h 1890712"/>
              <a:gd name="connsiteX74" fmla="*/ 857250 w 2543175"/>
              <a:gd name="connsiteY74" fmla="*/ 652462 h 1890712"/>
              <a:gd name="connsiteX75" fmla="*/ 864394 w 2543175"/>
              <a:gd name="connsiteY75" fmla="*/ 657225 h 1890712"/>
              <a:gd name="connsiteX76" fmla="*/ 888207 w 2543175"/>
              <a:gd name="connsiteY76" fmla="*/ 676275 h 1890712"/>
              <a:gd name="connsiteX77" fmla="*/ 895350 w 2543175"/>
              <a:gd name="connsiteY77" fmla="*/ 681037 h 1890712"/>
              <a:gd name="connsiteX78" fmla="*/ 907257 w 2543175"/>
              <a:gd name="connsiteY78" fmla="*/ 683419 h 1890712"/>
              <a:gd name="connsiteX79" fmla="*/ 928688 w 2543175"/>
              <a:gd name="connsiteY79" fmla="*/ 695325 h 1890712"/>
              <a:gd name="connsiteX80" fmla="*/ 942975 w 2543175"/>
              <a:gd name="connsiteY80" fmla="*/ 700087 h 1890712"/>
              <a:gd name="connsiteX81" fmla="*/ 964407 w 2543175"/>
              <a:gd name="connsiteY81" fmla="*/ 716756 h 1890712"/>
              <a:gd name="connsiteX82" fmla="*/ 971550 w 2543175"/>
              <a:gd name="connsiteY82" fmla="*/ 723900 h 1890712"/>
              <a:gd name="connsiteX83" fmla="*/ 983457 w 2543175"/>
              <a:gd name="connsiteY83" fmla="*/ 733425 h 1890712"/>
              <a:gd name="connsiteX84" fmla="*/ 990600 w 2543175"/>
              <a:gd name="connsiteY84" fmla="*/ 738187 h 1890712"/>
              <a:gd name="connsiteX85" fmla="*/ 1007269 w 2543175"/>
              <a:gd name="connsiteY85" fmla="*/ 752475 h 1890712"/>
              <a:gd name="connsiteX86" fmla="*/ 1031082 w 2543175"/>
              <a:gd name="connsiteY86" fmla="*/ 766762 h 1890712"/>
              <a:gd name="connsiteX87" fmla="*/ 1042988 w 2543175"/>
              <a:gd name="connsiteY87" fmla="*/ 773906 h 1890712"/>
              <a:gd name="connsiteX88" fmla="*/ 1071563 w 2543175"/>
              <a:gd name="connsiteY88" fmla="*/ 785812 h 1890712"/>
              <a:gd name="connsiteX89" fmla="*/ 1097757 w 2543175"/>
              <a:gd name="connsiteY89" fmla="*/ 807244 h 1890712"/>
              <a:gd name="connsiteX90" fmla="*/ 1104900 w 2543175"/>
              <a:gd name="connsiteY90" fmla="*/ 814387 h 1890712"/>
              <a:gd name="connsiteX91" fmla="*/ 1121569 w 2543175"/>
              <a:gd name="connsiteY91" fmla="*/ 823912 h 1890712"/>
              <a:gd name="connsiteX92" fmla="*/ 1138238 w 2543175"/>
              <a:gd name="connsiteY92" fmla="*/ 835819 h 1890712"/>
              <a:gd name="connsiteX93" fmla="*/ 1147763 w 2543175"/>
              <a:gd name="connsiteY93" fmla="*/ 842962 h 1890712"/>
              <a:gd name="connsiteX94" fmla="*/ 1157288 w 2543175"/>
              <a:gd name="connsiteY94" fmla="*/ 847725 h 1890712"/>
              <a:gd name="connsiteX95" fmla="*/ 1178719 w 2543175"/>
              <a:gd name="connsiteY95" fmla="*/ 859631 h 1890712"/>
              <a:gd name="connsiteX96" fmla="*/ 1188244 w 2543175"/>
              <a:gd name="connsiteY96" fmla="*/ 866775 h 1890712"/>
              <a:gd name="connsiteX97" fmla="*/ 1195388 w 2543175"/>
              <a:gd name="connsiteY97" fmla="*/ 871537 h 1890712"/>
              <a:gd name="connsiteX98" fmla="*/ 1212057 w 2543175"/>
              <a:gd name="connsiteY98" fmla="*/ 883444 h 1890712"/>
              <a:gd name="connsiteX99" fmla="*/ 1226344 w 2543175"/>
              <a:gd name="connsiteY99" fmla="*/ 895350 h 1890712"/>
              <a:gd name="connsiteX100" fmla="*/ 1245394 w 2543175"/>
              <a:gd name="connsiteY100" fmla="*/ 907256 h 1890712"/>
              <a:gd name="connsiteX101" fmla="*/ 1254919 w 2543175"/>
              <a:gd name="connsiteY101" fmla="*/ 914400 h 1890712"/>
              <a:gd name="connsiteX102" fmla="*/ 1269207 w 2543175"/>
              <a:gd name="connsiteY102" fmla="*/ 921544 h 1890712"/>
              <a:gd name="connsiteX103" fmla="*/ 1290638 w 2543175"/>
              <a:gd name="connsiteY103" fmla="*/ 935831 h 1890712"/>
              <a:gd name="connsiteX104" fmla="*/ 1307307 w 2543175"/>
              <a:gd name="connsiteY104" fmla="*/ 952500 h 1890712"/>
              <a:gd name="connsiteX105" fmla="*/ 1333500 w 2543175"/>
              <a:gd name="connsiteY105" fmla="*/ 971550 h 1890712"/>
              <a:gd name="connsiteX106" fmla="*/ 1359694 w 2543175"/>
              <a:gd name="connsiteY106" fmla="*/ 990600 h 1890712"/>
              <a:gd name="connsiteX107" fmla="*/ 1373982 w 2543175"/>
              <a:gd name="connsiteY107" fmla="*/ 997744 h 1890712"/>
              <a:gd name="connsiteX108" fmla="*/ 1388269 w 2543175"/>
              <a:gd name="connsiteY108" fmla="*/ 1007269 h 1890712"/>
              <a:gd name="connsiteX109" fmla="*/ 1414463 w 2543175"/>
              <a:gd name="connsiteY109" fmla="*/ 1019175 h 1890712"/>
              <a:gd name="connsiteX110" fmla="*/ 1428750 w 2543175"/>
              <a:gd name="connsiteY110" fmla="*/ 1026319 h 1890712"/>
              <a:gd name="connsiteX111" fmla="*/ 1471613 w 2543175"/>
              <a:gd name="connsiteY111" fmla="*/ 1059656 h 1890712"/>
              <a:gd name="connsiteX112" fmla="*/ 1495425 w 2543175"/>
              <a:gd name="connsiteY112" fmla="*/ 1088231 h 1890712"/>
              <a:gd name="connsiteX113" fmla="*/ 1547812 w 2543175"/>
              <a:gd name="connsiteY113" fmla="*/ 1133475 h 1890712"/>
              <a:gd name="connsiteX114" fmla="*/ 1597819 w 2543175"/>
              <a:gd name="connsiteY114" fmla="*/ 1154906 h 1890712"/>
              <a:gd name="connsiteX115" fmla="*/ 1604963 w 2543175"/>
              <a:gd name="connsiteY115" fmla="*/ 1162050 h 1890712"/>
              <a:gd name="connsiteX116" fmla="*/ 1612107 w 2543175"/>
              <a:gd name="connsiteY116" fmla="*/ 1166812 h 1890712"/>
              <a:gd name="connsiteX117" fmla="*/ 1628775 w 2543175"/>
              <a:gd name="connsiteY117" fmla="*/ 1183481 h 1890712"/>
              <a:gd name="connsiteX118" fmla="*/ 1662113 w 2543175"/>
              <a:gd name="connsiteY118" fmla="*/ 1209675 h 1890712"/>
              <a:gd name="connsiteX119" fmla="*/ 1678782 w 2543175"/>
              <a:gd name="connsiteY119" fmla="*/ 1226344 h 1890712"/>
              <a:gd name="connsiteX120" fmla="*/ 1700213 w 2543175"/>
              <a:gd name="connsiteY120" fmla="*/ 1247775 h 1890712"/>
              <a:gd name="connsiteX121" fmla="*/ 1712119 w 2543175"/>
              <a:gd name="connsiteY121" fmla="*/ 1259681 h 1890712"/>
              <a:gd name="connsiteX122" fmla="*/ 1733550 w 2543175"/>
              <a:gd name="connsiteY122" fmla="*/ 1273969 h 1890712"/>
              <a:gd name="connsiteX123" fmla="*/ 1743075 w 2543175"/>
              <a:gd name="connsiteY123" fmla="*/ 1283494 h 1890712"/>
              <a:gd name="connsiteX124" fmla="*/ 1754982 w 2543175"/>
              <a:gd name="connsiteY124" fmla="*/ 1290637 h 1890712"/>
              <a:gd name="connsiteX125" fmla="*/ 1766888 w 2543175"/>
              <a:gd name="connsiteY125" fmla="*/ 1300162 h 1890712"/>
              <a:gd name="connsiteX126" fmla="*/ 1783557 w 2543175"/>
              <a:gd name="connsiteY126" fmla="*/ 1307306 h 1890712"/>
              <a:gd name="connsiteX127" fmla="*/ 1790700 w 2543175"/>
              <a:gd name="connsiteY127" fmla="*/ 1312069 h 1890712"/>
              <a:gd name="connsiteX128" fmla="*/ 1800225 w 2543175"/>
              <a:gd name="connsiteY128" fmla="*/ 1319212 h 1890712"/>
              <a:gd name="connsiteX129" fmla="*/ 1807369 w 2543175"/>
              <a:gd name="connsiteY129" fmla="*/ 1321594 h 1890712"/>
              <a:gd name="connsiteX130" fmla="*/ 1824038 w 2543175"/>
              <a:gd name="connsiteY130" fmla="*/ 1333500 h 1890712"/>
              <a:gd name="connsiteX131" fmla="*/ 1843088 w 2543175"/>
              <a:gd name="connsiteY131" fmla="*/ 1352550 h 1890712"/>
              <a:gd name="connsiteX132" fmla="*/ 1852613 w 2543175"/>
              <a:gd name="connsiteY132" fmla="*/ 1359694 h 1890712"/>
              <a:gd name="connsiteX133" fmla="*/ 1859757 w 2543175"/>
              <a:gd name="connsiteY133" fmla="*/ 1366837 h 1890712"/>
              <a:gd name="connsiteX134" fmla="*/ 1869282 w 2543175"/>
              <a:gd name="connsiteY134" fmla="*/ 1371600 h 1890712"/>
              <a:gd name="connsiteX135" fmla="*/ 1883569 w 2543175"/>
              <a:gd name="connsiteY135" fmla="*/ 1388269 h 1890712"/>
              <a:gd name="connsiteX136" fmla="*/ 1893094 w 2543175"/>
              <a:gd name="connsiteY136" fmla="*/ 1395412 h 1890712"/>
              <a:gd name="connsiteX137" fmla="*/ 1902619 w 2543175"/>
              <a:gd name="connsiteY137" fmla="*/ 1404937 h 1890712"/>
              <a:gd name="connsiteX138" fmla="*/ 1912144 w 2543175"/>
              <a:gd name="connsiteY138" fmla="*/ 1409700 h 1890712"/>
              <a:gd name="connsiteX139" fmla="*/ 1931194 w 2543175"/>
              <a:gd name="connsiteY139" fmla="*/ 1421606 h 1890712"/>
              <a:gd name="connsiteX140" fmla="*/ 1935957 w 2543175"/>
              <a:gd name="connsiteY140" fmla="*/ 1428750 h 1890712"/>
              <a:gd name="connsiteX141" fmla="*/ 1952625 w 2543175"/>
              <a:gd name="connsiteY141" fmla="*/ 1438275 h 1890712"/>
              <a:gd name="connsiteX142" fmla="*/ 1971675 w 2543175"/>
              <a:gd name="connsiteY142" fmla="*/ 1450181 h 1890712"/>
              <a:gd name="connsiteX143" fmla="*/ 1981200 w 2543175"/>
              <a:gd name="connsiteY143" fmla="*/ 1454944 h 1890712"/>
              <a:gd name="connsiteX144" fmla="*/ 1997869 w 2543175"/>
              <a:gd name="connsiteY144" fmla="*/ 1471612 h 1890712"/>
              <a:gd name="connsiteX145" fmla="*/ 2007394 w 2543175"/>
              <a:gd name="connsiteY145" fmla="*/ 1478756 h 1890712"/>
              <a:gd name="connsiteX146" fmla="*/ 2016919 w 2543175"/>
              <a:gd name="connsiteY146" fmla="*/ 1483519 h 1890712"/>
              <a:gd name="connsiteX147" fmla="*/ 2024063 w 2543175"/>
              <a:gd name="connsiteY147" fmla="*/ 1490662 h 1890712"/>
              <a:gd name="connsiteX148" fmla="*/ 2033588 w 2543175"/>
              <a:gd name="connsiteY148" fmla="*/ 1495425 h 1890712"/>
              <a:gd name="connsiteX149" fmla="*/ 2040732 w 2543175"/>
              <a:gd name="connsiteY149" fmla="*/ 1502569 h 1890712"/>
              <a:gd name="connsiteX150" fmla="*/ 2047875 w 2543175"/>
              <a:gd name="connsiteY150" fmla="*/ 1507331 h 1890712"/>
              <a:gd name="connsiteX151" fmla="*/ 2057400 w 2543175"/>
              <a:gd name="connsiteY151" fmla="*/ 1514475 h 1890712"/>
              <a:gd name="connsiteX152" fmla="*/ 2064544 w 2543175"/>
              <a:gd name="connsiteY152" fmla="*/ 1519237 h 1890712"/>
              <a:gd name="connsiteX153" fmla="*/ 2071688 w 2543175"/>
              <a:gd name="connsiteY153" fmla="*/ 1526381 h 1890712"/>
              <a:gd name="connsiteX154" fmla="*/ 2081213 w 2543175"/>
              <a:gd name="connsiteY154" fmla="*/ 1531144 h 1890712"/>
              <a:gd name="connsiteX155" fmla="*/ 2090738 w 2543175"/>
              <a:gd name="connsiteY155" fmla="*/ 1538287 h 1890712"/>
              <a:gd name="connsiteX156" fmla="*/ 2109788 w 2543175"/>
              <a:gd name="connsiteY156" fmla="*/ 1547812 h 1890712"/>
              <a:gd name="connsiteX157" fmla="*/ 2131219 w 2543175"/>
              <a:gd name="connsiteY157" fmla="*/ 1562100 h 1890712"/>
              <a:gd name="connsiteX158" fmla="*/ 2140744 w 2543175"/>
              <a:gd name="connsiteY158" fmla="*/ 1566862 h 1890712"/>
              <a:gd name="connsiteX159" fmla="*/ 2152650 w 2543175"/>
              <a:gd name="connsiteY159" fmla="*/ 1576387 h 1890712"/>
              <a:gd name="connsiteX160" fmla="*/ 2181225 w 2543175"/>
              <a:gd name="connsiteY160" fmla="*/ 1590675 h 1890712"/>
              <a:gd name="connsiteX161" fmla="*/ 2200275 w 2543175"/>
              <a:gd name="connsiteY161" fmla="*/ 1607344 h 1890712"/>
              <a:gd name="connsiteX162" fmla="*/ 2207419 w 2543175"/>
              <a:gd name="connsiteY162" fmla="*/ 1612106 h 1890712"/>
              <a:gd name="connsiteX163" fmla="*/ 2216944 w 2543175"/>
              <a:gd name="connsiteY163" fmla="*/ 1619250 h 1890712"/>
              <a:gd name="connsiteX164" fmla="*/ 2224088 w 2543175"/>
              <a:gd name="connsiteY164" fmla="*/ 1624012 h 1890712"/>
              <a:gd name="connsiteX165" fmla="*/ 2247900 w 2543175"/>
              <a:gd name="connsiteY165" fmla="*/ 1643062 h 1890712"/>
              <a:gd name="connsiteX166" fmla="*/ 2255044 w 2543175"/>
              <a:gd name="connsiteY166" fmla="*/ 1650206 h 1890712"/>
              <a:gd name="connsiteX167" fmla="*/ 2281238 w 2543175"/>
              <a:gd name="connsiteY167" fmla="*/ 1664494 h 1890712"/>
              <a:gd name="connsiteX168" fmla="*/ 2297907 w 2543175"/>
              <a:gd name="connsiteY168" fmla="*/ 1674019 h 1890712"/>
              <a:gd name="connsiteX169" fmla="*/ 2312194 w 2543175"/>
              <a:gd name="connsiteY169" fmla="*/ 1685925 h 1890712"/>
              <a:gd name="connsiteX170" fmla="*/ 2328863 w 2543175"/>
              <a:gd name="connsiteY170" fmla="*/ 1697831 h 1890712"/>
              <a:gd name="connsiteX171" fmla="*/ 2350294 w 2543175"/>
              <a:gd name="connsiteY171" fmla="*/ 1712119 h 1890712"/>
              <a:gd name="connsiteX172" fmla="*/ 2369344 w 2543175"/>
              <a:gd name="connsiteY172" fmla="*/ 1724025 h 1890712"/>
              <a:gd name="connsiteX173" fmla="*/ 2428876 w 2543175"/>
              <a:gd name="connsiteY173" fmla="*/ 1785938 h 1890712"/>
              <a:gd name="connsiteX174" fmla="*/ 2466975 w 2543175"/>
              <a:gd name="connsiteY174" fmla="*/ 1783556 h 1890712"/>
              <a:gd name="connsiteX175" fmla="*/ 2481263 w 2543175"/>
              <a:gd name="connsiteY175" fmla="*/ 1795462 h 1890712"/>
              <a:gd name="connsiteX176" fmla="*/ 2486025 w 2543175"/>
              <a:gd name="connsiteY176" fmla="*/ 1802606 h 1890712"/>
              <a:gd name="connsiteX177" fmla="*/ 2514600 w 2543175"/>
              <a:gd name="connsiteY177" fmla="*/ 1850231 h 1890712"/>
              <a:gd name="connsiteX178" fmla="*/ 2519363 w 2543175"/>
              <a:gd name="connsiteY178" fmla="*/ 1857375 h 1890712"/>
              <a:gd name="connsiteX179" fmla="*/ 2540794 w 2543175"/>
              <a:gd name="connsiteY179" fmla="*/ 1883569 h 1890712"/>
              <a:gd name="connsiteX180" fmla="*/ 2543175 w 2543175"/>
              <a:gd name="connsiteY18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302419 w 2543175"/>
              <a:gd name="connsiteY26" fmla="*/ 204787 h 1890712"/>
              <a:gd name="connsiteX27" fmla="*/ 309563 w 2543175"/>
              <a:gd name="connsiteY27" fmla="*/ 209550 h 1890712"/>
              <a:gd name="connsiteX28" fmla="*/ 333375 w 2543175"/>
              <a:gd name="connsiteY28" fmla="*/ 228600 h 1890712"/>
              <a:gd name="connsiteX29" fmla="*/ 340519 w 2543175"/>
              <a:gd name="connsiteY29" fmla="*/ 233362 h 1890712"/>
              <a:gd name="connsiteX30" fmla="*/ 354807 w 2543175"/>
              <a:gd name="connsiteY30" fmla="*/ 247650 h 1890712"/>
              <a:gd name="connsiteX31" fmla="*/ 366713 w 2543175"/>
              <a:gd name="connsiteY31" fmla="*/ 264319 h 1890712"/>
              <a:gd name="connsiteX32" fmla="*/ 371475 w 2543175"/>
              <a:gd name="connsiteY32" fmla="*/ 271462 h 1890712"/>
              <a:gd name="connsiteX33" fmla="*/ 378619 w 2543175"/>
              <a:gd name="connsiteY33" fmla="*/ 276225 h 1890712"/>
              <a:gd name="connsiteX34" fmla="*/ 385763 w 2543175"/>
              <a:gd name="connsiteY34" fmla="*/ 283369 h 1890712"/>
              <a:gd name="connsiteX35" fmla="*/ 395288 w 2543175"/>
              <a:gd name="connsiteY35" fmla="*/ 288131 h 1890712"/>
              <a:gd name="connsiteX36" fmla="*/ 404813 w 2543175"/>
              <a:gd name="connsiteY36" fmla="*/ 295275 h 1890712"/>
              <a:gd name="connsiteX37" fmla="*/ 411957 w 2543175"/>
              <a:gd name="connsiteY37" fmla="*/ 297656 h 1890712"/>
              <a:gd name="connsiteX38" fmla="*/ 421482 w 2543175"/>
              <a:gd name="connsiteY38" fmla="*/ 302419 h 1890712"/>
              <a:gd name="connsiteX39" fmla="*/ 447675 w 2543175"/>
              <a:gd name="connsiteY39" fmla="*/ 307181 h 1890712"/>
              <a:gd name="connsiteX40" fmla="*/ 461963 w 2543175"/>
              <a:gd name="connsiteY40" fmla="*/ 321469 h 1890712"/>
              <a:gd name="connsiteX41" fmla="*/ 466725 w 2543175"/>
              <a:gd name="connsiteY41" fmla="*/ 328612 h 1890712"/>
              <a:gd name="connsiteX42" fmla="*/ 476250 w 2543175"/>
              <a:gd name="connsiteY42" fmla="*/ 335756 h 1890712"/>
              <a:gd name="connsiteX43" fmla="*/ 481013 w 2543175"/>
              <a:gd name="connsiteY43" fmla="*/ 342900 h 1890712"/>
              <a:gd name="connsiteX44" fmla="*/ 490538 w 2543175"/>
              <a:gd name="connsiteY44" fmla="*/ 352425 h 1890712"/>
              <a:gd name="connsiteX45" fmla="*/ 495300 w 2543175"/>
              <a:gd name="connsiteY45" fmla="*/ 359569 h 1890712"/>
              <a:gd name="connsiteX46" fmla="*/ 509588 w 2543175"/>
              <a:gd name="connsiteY46" fmla="*/ 376237 h 1890712"/>
              <a:gd name="connsiteX47" fmla="*/ 514350 w 2543175"/>
              <a:gd name="connsiteY47" fmla="*/ 383381 h 1890712"/>
              <a:gd name="connsiteX48" fmla="*/ 531019 w 2543175"/>
              <a:gd name="connsiteY48" fmla="*/ 397669 h 1890712"/>
              <a:gd name="connsiteX49" fmla="*/ 538163 w 2543175"/>
              <a:gd name="connsiteY49" fmla="*/ 407194 h 1890712"/>
              <a:gd name="connsiteX50" fmla="*/ 554832 w 2543175"/>
              <a:gd name="connsiteY50" fmla="*/ 421481 h 1890712"/>
              <a:gd name="connsiteX51" fmla="*/ 564357 w 2543175"/>
              <a:gd name="connsiteY51" fmla="*/ 431006 h 1890712"/>
              <a:gd name="connsiteX52" fmla="*/ 573882 w 2543175"/>
              <a:gd name="connsiteY52" fmla="*/ 438150 h 1890712"/>
              <a:gd name="connsiteX53" fmla="*/ 595313 w 2543175"/>
              <a:gd name="connsiteY53" fmla="*/ 454819 h 1890712"/>
              <a:gd name="connsiteX54" fmla="*/ 602457 w 2543175"/>
              <a:gd name="connsiteY54" fmla="*/ 457200 h 1890712"/>
              <a:gd name="connsiteX55" fmla="*/ 628650 w 2543175"/>
              <a:gd name="connsiteY55" fmla="*/ 469106 h 1890712"/>
              <a:gd name="connsiteX56" fmla="*/ 645319 w 2543175"/>
              <a:gd name="connsiteY56" fmla="*/ 483394 h 1890712"/>
              <a:gd name="connsiteX57" fmla="*/ 654844 w 2543175"/>
              <a:gd name="connsiteY57" fmla="*/ 488156 h 1890712"/>
              <a:gd name="connsiteX58" fmla="*/ 661988 w 2543175"/>
              <a:gd name="connsiteY58" fmla="*/ 497681 h 1890712"/>
              <a:gd name="connsiteX59" fmla="*/ 683419 w 2543175"/>
              <a:gd name="connsiteY59" fmla="*/ 514350 h 1890712"/>
              <a:gd name="connsiteX60" fmla="*/ 700088 w 2543175"/>
              <a:gd name="connsiteY60" fmla="*/ 526256 h 1890712"/>
              <a:gd name="connsiteX61" fmla="*/ 709613 w 2543175"/>
              <a:gd name="connsiteY61" fmla="*/ 535781 h 1890712"/>
              <a:gd name="connsiteX62" fmla="*/ 719138 w 2543175"/>
              <a:gd name="connsiteY62" fmla="*/ 542925 h 1890712"/>
              <a:gd name="connsiteX63" fmla="*/ 733425 w 2543175"/>
              <a:gd name="connsiteY63" fmla="*/ 557212 h 1890712"/>
              <a:gd name="connsiteX64" fmla="*/ 750094 w 2543175"/>
              <a:gd name="connsiteY64" fmla="*/ 569119 h 1890712"/>
              <a:gd name="connsiteX65" fmla="*/ 769144 w 2543175"/>
              <a:gd name="connsiteY65" fmla="*/ 581025 h 1890712"/>
              <a:gd name="connsiteX66" fmla="*/ 785813 w 2543175"/>
              <a:gd name="connsiteY66" fmla="*/ 590550 h 1890712"/>
              <a:gd name="connsiteX67" fmla="*/ 792957 w 2543175"/>
              <a:gd name="connsiteY67" fmla="*/ 600075 h 1890712"/>
              <a:gd name="connsiteX68" fmla="*/ 809625 w 2543175"/>
              <a:gd name="connsiteY68" fmla="*/ 611981 h 1890712"/>
              <a:gd name="connsiteX69" fmla="*/ 816769 w 2543175"/>
              <a:gd name="connsiteY69" fmla="*/ 619125 h 1890712"/>
              <a:gd name="connsiteX70" fmla="*/ 826294 w 2543175"/>
              <a:gd name="connsiteY70" fmla="*/ 626269 h 1890712"/>
              <a:gd name="connsiteX71" fmla="*/ 840582 w 2543175"/>
              <a:gd name="connsiteY71" fmla="*/ 638175 h 1890712"/>
              <a:gd name="connsiteX72" fmla="*/ 847725 w 2543175"/>
              <a:gd name="connsiteY72" fmla="*/ 645319 h 1890712"/>
              <a:gd name="connsiteX73" fmla="*/ 857250 w 2543175"/>
              <a:gd name="connsiteY73" fmla="*/ 652462 h 1890712"/>
              <a:gd name="connsiteX74" fmla="*/ 864394 w 2543175"/>
              <a:gd name="connsiteY74" fmla="*/ 657225 h 1890712"/>
              <a:gd name="connsiteX75" fmla="*/ 888207 w 2543175"/>
              <a:gd name="connsiteY75" fmla="*/ 676275 h 1890712"/>
              <a:gd name="connsiteX76" fmla="*/ 895350 w 2543175"/>
              <a:gd name="connsiteY76" fmla="*/ 681037 h 1890712"/>
              <a:gd name="connsiteX77" fmla="*/ 907257 w 2543175"/>
              <a:gd name="connsiteY77" fmla="*/ 683419 h 1890712"/>
              <a:gd name="connsiteX78" fmla="*/ 928688 w 2543175"/>
              <a:gd name="connsiteY78" fmla="*/ 695325 h 1890712"/>
              <a:gd name="connsiteX79" fmla="*/ 942975 w 2543175"/>
              <a:gd name="connsiteY79" fmla="*/ 700087 h 1890712"/>
              <a:gd name="connsiteX80" fmla="*/ 964407 w 2543175"/>
              <a:gd name="connsiteY80" fmla="*/ 716756 h 1890712"/>
              <a:gd name="connsiteX81" fmla="*/ 971550 w 2543175"/>
              <a:gd name="connsiteY81" fmla="*/ 723900 h 1890712"/>
              <a:gd name="connsiteX82" fmla="*/ 983457 w 2543175"/>
              <a:gd name="connsiteY82" fmla="*/ 733425 h 1890712"/>
              <a:gd name="connsiteX83" fmla="*/ 990600 w 2543175"/>
              <a:gd name="connsiteY83" fmla="*/ 738187 h 1890712"/>
              <a:gd name="connsiteX84" fmla="*/ 1007269 w 2543175"/>
              <a:gd name="connsiteY84" fmla="*/ 752475 h 1890712"/>
              <a:gd name="connsiteX85" fmla="*/ 1031082 w 2543175"/>
              <a:gd name="connsiteY85" fmla="*/ 766762 h 1890712"/>
              <a:gd name="connsiteX86" fmla="*/ 1042988 w 2543175"/>
              <a:gd name="connsiteY86" fmla="*/ 773906 h 1890712"/>
              <a:gd name="connsiteX87" fmla="*/ 1071563 w 2543175"/>
              <a:gd name="connsiteY87" fmla="*/ 785812 h 1890712"/>
              <a:gd name="connsiteX88" fmla="*/ 1097757 w 2543175"/>
              <a:gd name="connsiteY88" fmla="*/ 807244 h 1890712"/>
              <a:gd name="connsiteX89" fmla="*/ 1104900 w 2543175"/>
              <a:gd name="connsiteY89" fmla="*/ 814387 h 1890712"/>
              <a:gd name="connsiteX90" fmla="*/ 1121569 w 2543175"/>
              <a:gd name="connsiteY90" fmla="*/ 823912 h 1890712"/>
              <a:gd name="connsiteX91" fmla="*/ 1138238 w 2543175"/>
              <a:gd name="connsiteY91" fmla="*/ 835819 h 1890712"/>
              <a:gd name="connsiteX92" fmla="*/ 1147763 w 2543175"/>
              <a:gd name="connsiteY92" fmla="*/ 842962 h 1890712"/>
              <a:gd name="connsiteX93" fmla="*/ 1157288 w 2543175"/>
              <a:gd name="connsiteY93" fmla="*/ 847725 h 1890712"/>
              <a:gd name="connsiteX94" fmla="*/ 1178719 w 2543175"/>
              <a:gd name="connsiteY94" fmla="*/ 859631 h 1890712"/>
              <a:gd name="connsiteX95" fmla="*/ 1188244 w 2543175"/>
              <a:gd name="connsiteY95" fmla="*/ 866775 h 1890712"/>
              <a:gd name="connsiteX96" fmla="*/ 1195388 w 2543175"/>
              <a:gd name="connsiteY96" fmla="*/ 871537 h 1890712"/>
              <a:gd name="connsiteX97" fmla="*/ 1212057 w 2543175"/>
              <a:gd name="connsiteY97" fmla="*/ 883444 h 1890712"/>
              <a:gd name="connsiteX98" fmla="*/ 1226344 w 2543175"/>
              <a:gd name="connsiteY98" fmla="*/ 895350 h 1890712"/>
              <a:gd name="connsiteX99" fmla="*/ 1245394 w 2543175"/>
              <a:gd name="connsiteY99" fmla="*/ 907256 h 1890712"/>
              <a:gd name="connsiteX100" fmla="*/ 1254919 w 2543175"/>
              <a:gd name="connsiteY100" fmla="*/ 914400 h 1890712"/>
              <a:gd name="connsiteX101" fmla="*/ 1269207 w 2543175"/>
              <a:gd name="connsiteY101" fmla="*/ 921544 h 1890712"/>
              <a:gd name="connsiteX102" fmla="*/ 1290638 w 2543175"/>
              <a:gd name="connsiteY102" fmla="*/ 935831 h 1890712"/>
              <a:gd name="connsiteX103" fmla="*/ 1307307 w 2543175"/>
              <a:gd name="connsiteY103" fmla="*/ 952500 h 1890712"/>
              <a:gd name="connsiteX104" fmla="*/ 1333500 w 2543175"/>
              <a:gd name="connsiteY104" fmla="*/ 971550 h 1890712"/>
              <a:gd name="connsiteX105" fmla="*/ 1359694 w 2543175"/>
              <a:gd name="connsiteY105" fmla="*/ 990600 h 1890712"/>
              <a:gd name="connsiteX106" fmla="*/ 1373982 w 2543175"/>
              <a:gd name="connsiteY106" fmla="*/ 997744 h 1890712"/>
              <a:gd name="connsiteX107" fmla="*/ 1388269 w 2543175"/>
              <a:gd name="connsiteY107" fmla="*/ 1007269 h 1890712"/>
              <a:gd name="connsiteX108" fmla="*/ 1414463 w 2543175"/>
              <a:gd name="connsiteY108" fmla="*/ 1019175 h 1890712"/>
              <a:gd name="connsiteX109" fmla="*/ 1428750 w 2543175"/>
              <a:gd name="connsiteY109" fmla="*/ 1026319 h 1890712"/>
              <a:gd name="connsiteX110" fmla="*/ 1471613 w 2543175"/>
              <a:gd name="connsiteY110" fmla="*/ 1059656 h 1890712"/>
              <a:gd name="connsiteX111" fmla="*/ 1495425 w 2543175"/>
              <a:gd name="connsiteY111" fmla="*/ 1088231 h 1890712"/>
              <a:gd name="connsiteX112" fmla="*/ 1547812 w 2543175"/>
              <a:gd name="connsiteY112" fmla="*/ 1133475 h 1890712"/>
              <a:gd name="connsiteX113" fmla="*/ 1597819 w 2543175"/>
              <a:gd name="connsiteY113" fmla="*/ 1154906 h 1890712"/>
              <a:gd name="connsiteX114" fmla="*/ 1604963 w 2543175"/>
              <a:gd name="connsiteY114" fmla="*/ 1162050 h 1890712"/>
              <a:gd name="connsiteX115" fmla="*/ 1612107 w 2543175"/>
              <a:gd name="connsiteY115" fmla="*/ 1166812 h 1890712"/>
              <a:gd name="connsiteX116" fmla="*/ 1628775 w 2543175"/>
              <a:gd name="connsiteY116" fmla="*/ 1183481 h 1890712"/>
              <a:gd name="connsiteX117" fmla="*/ 1662113 w 2543175"/>
              <a:gd name="connsiteY117" fmla="*/ 1209675 h 1890712"/>
              <a:gd name="connsiteX118" fmla="*/ 1678782 w 2543175"/>
              <a:gd name="connsiteY118" fmla="*/ 1226344 h 1890712"/>
              <a:gd name="connsiteX119" fmla="*/ 1700213 w 2543175"/>
              <a:gd name="connsiteY119" fmla="*/ 1247775 h 1890712"/>
              <a:gd name="connsiteX120" fmla="*/ 1712119 w 2543175"/>
              <a:gd name="connsiteY120" fmla="*/ 1259681 h 1890712"/>
              <a:gd name="connsiteX121" fmla="*/ 1733550 w 2543175"/>
              <a:gd name="connsiteY121" fmla="*/ 1273969 h 1890712"/>
              <a:gd name="connsiteX122" fmla="*/ 1743075 w 2543175"/>
              <a:gd name="connsiteY122" fmla="*/ 1283494 h 1890712"/>
              <a:gd name="connsiteX123" fmla="*/ 1754982 w 2543175"/>
              <a:gd name="connsiteY123" fmla="*/ 1290637 h 1890712"/>
              <a:gd name="connsiteX124" fmla="*/ 1766888 w 2543175"/>
              <a:gd name="connsiteY124" fmla="*/ 1300162 h 1890712"/>
              <a:gd name="connsiteX125" fmla="*/ 1783557 w 2543175"/>
              <a:gd name="connsiteY125" fmla="*/ 1307306 h 1890712"/>
              <a:gd name="connsiteX126" fmla="*/ 1790700 w 2543175"/>
              <a:gd name="connsiteY126" fmla="*/ 1312069 h 1890712"/>
              <a:gd name="connsiteX127" fmla="*/ 1800225 w 2543175"/>
              <a:gd name="connsiteY127" fmla="*/ 1319212 h 1890712"/>
              <a:gd name="connsiteX128" fmla="*/ 1807369 w 2543175"/>
              <a:gd name="connsiteY128" fmla="*/ 1321594 h 1890712"/>
              <a:gd name="connsiteX129" fmla="*/ 1824038 w 2543175"/>
              <a:gd name="connsiteY129" fmla="*/ 1333500 h 1890712"/>
              <a:gd name="connsiteX130" fmla="*/ 1843088 w 2543175"/>
              <a:gd name="connsiteY130" fmla="*/ 1352550 h 1890712"/>
              <a:gd name="connsiteX131" fmla="*/ 1852613 w 2543175"/>
              <a:gd name="connsiteY131" fmla="*/ 1359694 h 1890712"/>
              <a:gd name="connsiteX132" fmla="*/ 1859757 w 2543175"/>
              <a:gd name="connsiteY132" fmla="*/ 1366837 h 1890712"/>
              <a:gd name="connsiteX133" fmla="*/ 1869282 w 2543175"/>
              <a:gd name="connsiteY133" fmla="*/ 1371600 h 1890712"/>
              <a:gd name="connsiteX134" fmla="*/ 1883569 w 2543175"/>
              <a:gd name="connsiteY134" fmla="*/ 1388269 h 1890712"/>
              <a:gd name="connsiteX135" fmla="*/ 1893094 w 2543175"/>
              <a:gd name="connsiteY135" fmla="*/ 1395412 h 1890712"/>
              <a:gd name="connsiteX136" fmla="*/ 1902619 w 2543175"/>
              <a:gd name="connsiteY136" fmla="*/ 1404937 h 1890712"/>
              <a:gd name="connsiteX137" fmla="*/ 1912144 w 2543175"/>
              <a:gd name="connsiteY137" fmla="*/ 1409700 h 1890712"/>
              <a:gd name="connsiteX138" fmla="*/ 1931194 w 2543175"/>
              <a:gd name="connsiteY138" fmla="*/ 1421606 h 1890712"/>
              <a:gd name="connsiteX139" fmla="*/ 1935957 w 2543175"/>
              <a:gd name="connsiteY139" fmla="*/ 1428750 h 1890712"/>
              <a:gd name="connsiteX140" fmla="*/ 1952625 w 2543175"/>
              <a:gd name="connsiteY140" fmla="*/ 1438275 h 1890712"/>
              <a:gd name="connsiteX141" fmla="*/ 1971675 w 2543175"/>
              <a:gd name="connsiteY141" fmla="*/ 1450181 h 1890712"/>
              <a:gd name="connsiteX142" fmla="*/ 1981200 w 2543175"/>
              <a:gd name="connsiteY142" fmla="*/ 1454944 h 1890712"/>
              <a:gd name="connsiteX143" fmla="*/ 1997869 w 2543175"/>
              <a:gd name="connsiteY143" fmla="*/ 1471612 h 1890712"/>
              <a:gd name="connsiteX144" fmla="*/ 2007394 w 2543175"/>
              <a:gd name="connsiteY144" fmla="*/ 1478756 h 1890712"/>
              <a:gd name="connsiteX145" fmla="*/ 2016919 w 2543175"/>
              <a:gd name="connsiteY145" fmla="*/ 1483519 h 1890712"/>
              <a:gd name="connsiteX146" fmla="*/ 2024063 w 2543175"/>
              <a:gd name="connsiteY146" fmla="*/ 1490662 h 1890712"/>
              <a:gd name="connsiteX147" fmla="*/ 2033588 w 2543175"/>
              <a:gd name="connsiteY147" fmla="*/ 1495425 h 1890712"/>
              <a:gd name="connsiteX148" fmla="*/ 2040732 w 2543175"/>
              <a:gd name="connsiteY148" fmla="*/ 1502569 h 1890712"/>
              <a:gd name="connsiteX149" fmla="*/ 2047875 w 2543175"/>
              <a:gd name="connsiteY149" fmla="*/ 1507331 h 1890712"/>
              <a:gd name="connsiteX150" fmla="*/ 2057400 w 2543175"/>
              <a:gd name="connsiteY150" fmla="*/ 1514475 h 1890712"/>
              <a:gd name="connsiteX151" fmla="*/ 2064544 w 2543175"/>
              <a:gd name="connsiteY151" fmla="*/ 1519237 h 1890712"/>
              <a:gd name="connsiteX152" fmla="*/ 2071688 w 2543175"/>
              <a:gd name="connsiteY152" fmla="*/ 1526381 h 1890712"/>
              <a:gd name="connsiteX153" fmla="*/ 2081213 w 2543175"/>
              <a:gd name="connsiteY153" fmla="*/ 1531144 h 1890712"/>
              <a:gd name="connsiteX154" fmla="*/ 2090738 w 2543175"/>
              <a:gd name="connsiteY154" fmla="*/ 1538287 h 1890712"/>
              <a:gd name="connsiteX155" fmla="*/ 2109788 w 2543175"/>
              <a:gd name="connsiteY155" fmla="*/ 1547812 h 1890712"/>
              <a:gd name="connsiteX156" fmla="*/ 2131219 w 2543175"/>
              <a:gd name="connsiteY156" fmla="*/ 1562100 h 1890712"/>
              <a:gd name="connsiteX157" fmla="*/ 2140744 w 2543175"/>
              <a:gd name="connsiteY157" fmla="*/ 1566862 h 1890712"/>
              <a:gd name="connsiteX158" fmla="*/ 2152650 w 2543175"/>
              <a:gd name="connsiteY158" fmla="*/ 1576387 h 1890712"/>
              <a:gd name="connsiteX159" fmla="*/ 2181225 w 2543175"/>
              <a:gd name="connsiteY159" fmla="*/ 1590675 h 1890712"/>
              <a:gd name="connsiteX160" fmla="*/ 2200275 w 2543175"/>
              <a:gd name="connsiteY160" fmla="*/ 1607344 h 1890712"/>
              <a:gd name="connsiteX161" fmla="*/ 2207419 w 2543175"/>
              <a:gd name="connsiteY161" fmla="*/ 1612106 h 1890712"/>
              <a:gd name="connsiteX162" fmla="*/ 2216944 w 2543175"/>
              <a:gd name="connsiteY162" fmla="*/ 1619250 h 1890712"/>
              <a:gd name="connsiteX163" fmla="*/ 2224088 w 2543175"/>
              <a:gd name="connsiteY163" fmla="*/ 1624012 h 1890712"/>
              <a:gd name="connsiteX164" fmla="*/ 2247900 w 2543175"/>
              <a:gd name="connsiteY164" fmla="*/ 1643062 h 1890712"/>
              <a:gd name="connsiteX165" fmla="*/ 2255044 w 2543175"/>
              <a:gd name="connsiteY165" fmla="*/ 1650206 h 1890712"/>
              <a:gd name="connsiteX166" fmla="*/ 2281238 w 2543175"/>
              <a:gd name="connsiteY166" fmla="*/ 1664494 h 1890712"/>
              <a:gd name="connsiteX167" fmla="*/ 2297907 w 2543175"/>
              <a:gd name="connsiteY167" fmla="*/ 1674019 h 1890712"/>
              <a:gd name="connsiteX168" fmla="*/ 2312194 w 2543175"/>
              <a:gd name="connsiteY168" fmla="*/ 1685925 h 1890712"/>
              <a:gd name="connsiteX169" fmla="*/ 2328863 w 2543175"/>
              <a:gd name="connsiteY169" fmla="*/ 1697831 h 1890712"/>
              <a:gd name="connsiteX170" fmla="*/ 2350294 w 2543175"/>
              <a:gd name="connsiteY170" fmla="*/ 1712119 h 1890712"/>
              <a:gd name="connsiteX171" fmla="*/ 2369344 w 2543175"/>
              <a:gd name="connsiteY171" fmla="*/ 1724025 h 1890712"/>
              <a:gd name="connsiteX172" fmla="*/ 2428876 w 2543175"/>
              <a:gd name="connsiteY172" fmla="*/ 1785938 h 1890712"/>
              <a:gd name="connsiteX173" fmla="*/ 2466975 w 2543175"/>
              <a:gd name="connsiteY173" fmla="*/ 1783556 h 1890712"/>
              <a:gd name="connsiteX174" fmla="*/ 2481263 w 2543175"/>
              <a:gd name="connsiteY174" fmla="*/ 1795462 h 1890712"/>
              <a:gd name="connsiteX175" fmla="*/ 2486025 w 2543175"/>
              <a:gd name="connsiteY175" fmla="*/ 1802606 h 1890712"/>
              <a:gd name="connsiteX176" fmla="*/ 2514600 w 2543175"/>
              <a:gd name="connsiteY176" fmla="*/ 1850231 h 1890712"/>
              <a:gd name="connsiteX177" fmla="*/ 2519363 w 2543175"/>
              <a:gd name="connsiteY177" fmla="*/ 1857375 h 1890712"/>
              <a:gd name="connsiteX178" fmla="*/ 2540794 w 2543175"/>
              <a:gd name="connsiteY178" fmla="*/ 1883569 h 1890712"/>
              <a:gd name="connsiteX179" fmla="*/ 2543175 w 2543175"/>
              <a:gd name="connsiteY17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302419 w 2543175"/>
              <a:gd name="connsiteY25" fmla="*/ 204787 h 1890712"/>
              <a:gd name="connsiteX26" fmla="*/ 309563 w 2543175"/>
              <a:gd name="connsiteY26" fmla="*/ 209550 h 1890712"/>
              <a:gd name="connsiteX27" fmla="*/ 333375 w 2543175"/>
              <a:gd name="connsiteY27" fmla="*/ 228600 h 1890712"/>
              <a:gd name="connsiteX28" fmla="*/ 340519 w 2543175"/>
              <a:gd name="connsiteY28" fmla="*/ 233362 h 1890712"/>
              <a:gd name="connsiteX29" fmla="*/ 354807 w 2543175"/>
              <a:gd name="connsiteY29" fmla="*/ 247650 h 1890712"/>
              <a:gd name="connsiteX30" fmla="*/ 366713 w 2543175"/>
              <a:gd name="connsiteY30" fmla="*/ 264319 h 1890712"/>
              <a:gd name="connsiteX31" fmla="*/ 371475 w 2543175"/>
              <a:gd name="connsiteY31" fmla="*/ 271462 h 1890712"/>
              <a:gd name="connsiteX32" fmla="*/ 378619 w 2543175"/>
              <a:gd name="connsiteY32" fmla="*/ 276225 h 1890712"/>
              <a:gd name="connsiteX33" fmla="*/ 385763 w 2543175"/>
              <a:gd name="connsiteY33" fmla="*/ 283369 h 1890712"/>
              <a:gd name="connsiteX34" fmla="*/ 395288 w 2543175"/>
              <a:gd name="connsiteY34" fmla="*/ 288131 h 1890712"/>
              <a:gd name="connsiteX35" fmla="*/ 404813 w 2543175"/>
              <a:gd name="connsiteY35" fmla="*/ 295275 h 1890712"/>
              <a:gd name="connsiteX36" fmla="*/ 411957 w 2543175"/>
              <a:gd name="connsiteY36" fmla="*/ 297656 h 1890712"/>
              <a:gd name="connsiteX37" fmla="*/ 421482 w 2543175"/>
              <a:gd name="connsiteY37" fmla="*/ 302419 h 1890712"/>
              <a:gd name="connsiteX38" fmla="*/ 447675 w 2543175"/>
              <a:gd name="connsiteY38" fmla="*/ 307181 h 1890712"/>
              <a:gd name="connsiteX39" fmla="*/ 461963 w 2543175"/>
              <a:gd name="connsiteY39" fmla="*/ 321469 h 1890712"/>
              <a:gd name="connsiteX40" fmla="*/ 466725 w 2543175"/>
              <a:gd name="connsiteY40" fmla="*/ 328612 h 1890712"/>
              <a:gd name="connsiteX41" fmla="*/ 476250 w 2543175"/>
              <a:gd name="connsiteY41" fmla="*/ 335756 h 1890712"/>
              <a:gd name="connsiteX42" fmla="*/ 481013 w 2543175"/>
              <a:gd name="connsiteY42" fmla="*/ 342900 h 1890712"/>
              <a:gd name="connsiteX43" fmla="*/ 490538 w 2543175"/>
              <a:gd name="connsiteY43" fmla="*/ 352425 h 1890712"/>
              <a:gd name="connsiteX44" fmla="*/ 495300 w 2543175"/>
              <a:gd name="connsiteY44" fmla="*/ 359569 h 1890712"/>
              <a:gd name="connsiteX45" fmla="*/ 509588 w 2543175"/>
              <a:gd name="connsiteY45" fmla="*/ 376237 h 1890712"/>
              <a:gd name="connsiteX46" fmla="*/ 514350 w 2543175"/>
              <a:gd name="connsiteY46" fmla="*/ 383381 h 1890712"/>
              <a:gd name="connsiteX47" fmla="*/ 531019 w 2543175"/>
              <a:gd name="connsiteY47" fmla="*/ 397669 h 1890712"/>
              <a:gd name="connsiteX48" fmla="*/ 538163 w 2543175"/>
              <a:gd name="connsiteY48" fmla="*/ 407194 h 1890712"/>
              <a:gd name="connsiteX49" fmla="*/ 554832 w 2543175"/>
              <a:gd name="connsiteY49" fmla="*/ 421481 h 1890712"/>
              <a:gd name="connsiteX50" fmla="*/ 564357 w 2543175"/>
              <a:gd name="connsiteY50" fmla="*/ 431006 h 1890712"/>
              <a:gd name="connsiteX51" fmla="*/ 573882 w 2543175"/>
              <a:gd name="connsiteY51" fmla="*/ 438150 h 1890712"/>
              <a:gd name="connsiteX52" fmla="*/ 595313 w 2543175"/>
              <a:gd name="connsiteY52" fmla="*/ 454819 h 1890712"/>
              <a:gd name="connsiteX53" fmla="*/ 602457 w 2543175"/>
              <a:gd name="connsiteY53" fmla="*/ 457200 h 1890712"/>
              <a:gd name="connsiteX54" fmla="*/ 628650 w 2543175"/>
              <a:gd name="connsiteY54" fmla="*/ 469106 h 1890712"/>
              <a:gd name="connsiteX55" fmla="*/ 645319 w 2543175"/>
              <a:gd name="connsiteY55" fmla="*/ 483394 h 1890712"/>
              <a:gd name="connsiteX56" fmla="*/ 654844 w 2543175"/>
              <a:gd name="connsiteY56" fmla="*/ 488156 h 1890712"/>
              <a:gd name="connsiteX57" fmla="*/ 661988 w 2543175"/>
              <a:gd name="connsiteY57" fmla="*/ 497681 h 1890712"/>
              <a:gd name="connsiteX58" fmla="*/ 683419 w 2543175"/>
              <a:gd name="connsiteY58" fmla="*/ 514350 h 1890712"/>
              <a:gd name="connsiteX59" fmla="*/ 700088 w 2543175"/>
              <a:gd name="connsiteY59" fmla="*/ 526256 h 1890712"/>
              <a:gd name="connsiteX60" fmla="*/ 709613 w 2543175"/>
              <a:gd name="connsiteY60" fmla="*/ 535781 h 1890712"/>
              <a:gd name="connsiteX61" fmla="*/ 719138 w 2543175"/>
              <a:gd name="connsiteY61" fmla="*/ 542925 h 1890712"/>
              <a:gd name="connsiteX62" fmla="*/ 733425 w 2543175"/>
              <a:gd name="connsiteY62" fmla="*/ 557212 h 1890712"/>
              <a:gd name="connsiteX63" fmla="*/ 750094 w 2543175"/>
              <a:gd name="connsiteY63" fmla="*/ 569119 h 1890712"/>
              <a:gd name="connsiteX64" fmla="*/ 769144 w 2543175"/>
              <a:gd name="connsiteY64" fmla="*/ 581025 h 1890712"/>
              <a:gd name="connsiteX65" fmla="*/ 785813 w 2543175"/>
              <a:gd name="connsiteY65" fmla="*/ 590550 h 1890712"/>
              <a:gd name="connsiteX66" fmla="*/ 792957 w 2543175"/>
              <a:gd name="connsiteY66" fmla="*/ 600075 h 1890712"/>
              <a:gd name="connsiteX67" fmla="*/ 809625 w 2543175"/>
              <a:gd name="connsiteY67" fmla="*/ 611981 h 1890712"/>
              <a:gd name="connsiteX68" fmla="*/ 816769 w 2543175"/>
              <a:gd name="connsiteY68" fmla="*/ 619125 h 1890712"/>
              <a:gd name="connsiteX69" fmla="*/ 826294 w 2543175"/>
              <a:gd name="connsiteY69" fmla="*/ 626269 h 1890712"/>
              <a:gd name="connsiteX70" fmla="*/ 840582 w 2543175"/>
              <a:gd name="connsiteY70" fmla="*/ 638175 h 1890712"/>
              <a:gd name="connsiteX71" fmla="*/ 847725 w 2543175"/>
              <a:gd name="connsiteY71" fmla="*/ 645319 h 1890712"/>
              <a:gd name="connsiteX72" fmla="*/ 857250 w 2543175"/>
              <a:gd name="connsiteY72" fmla="*/ 652462 h 1890712"/>
              <a:gd name="connsiteX73" fmla="*/ 864394 w 2543175"/>
              <a:gd name="connsiteY73" fmla="*/ 657225 h 1890712"/>
              <a:gd name="connsiteX74" fmla="*/ 888207 w 2543175"/>
              <a:gd name="connsiteY74" fmla="*/ 676275 h 1890712"/>
              <a:gd name="connsiteX75" fmla="*/ 895350 w 2543175"/>
              <a:gd name="connsiteY75" fmla="*/ 681037 h 1890712"/>
              <a:gd name="connsiteX76" fmla="*/ 907257 w 2543175"/>
              <a:gd name="connsiteY76" fmla="*/ 683419 h 1890712"/>
              <a:gd name="connsiteX77" fmla="*/ 928688 w 2543175"/>
              <a:gd name="connsiteY77" fmla="*/ 695325 h 1890712"/>
              <a:gd name="connsiteX78" fmla="*/ 942975 w 2543175"/>
              <a:gd name="connsiteY78" fmla="*/ 700087 h 1890712"/>
              <a:gd name="connsiteX79" fmla="*/ 964407 w 2543175"/>
              <a:gd name="connsiteY79" fmla="*/ 716756 h 1890712"/>
              <a:gd name="connsiteX80" fmla="*/ 971550 w 2543175"/>
              <a:gd name="connsiteY80" fmla="*/ 723900 h 1890712"/>
              <a:gd name="connsiteX81" fmla="*/ 983457 w 2543175"/>
              <a:gd name="connsiteY81" fmla="*/ 733425 h 1890712"/>
              <a:gd name="connsiteX82" fmla="*/ 990600 w 2543175"/>
              <a:gd name="connsiteY82" fmla="*/ 738187 h 1890712"/>
              <a:gd name="connsiteX83" fmla="*/ 1007269 w 2543175"/>
              <a:gd name="connsiteY83" fmla="*/ 752475 h 1890712"/>
              <a:gd name="connsiteX84" fmla="*/ 1031082 w 2543175"/>
              <a:gd name="connsiteY84" fmla="*/ 766762 h 1890712"/>
              <a:gd name="connsiteX85" fmla="*/ 1042988 w 2543175"/>
              <a:gd name="connsiteY85" fmla="*/ 773906 h 1890712"/>
              <a:gd name="connsiteX86" fmla="*/ 1071563 w 2543175"/>
              <a:gd name="connsiteY86" fmla="*/ 785812 h 1890712"/>
              <a:gd name="connsiteX87" fmla="*/ 1097757 w 2543175"/>
              <a:gd name="connsiteY87" fmla="*/ 807244 h 1890712"/>
              <a:gd name="connsiteX88" fmla="*/ 1104900 w 2543175"/>
              <a:gd name="connsiteY88" fmla="*/ 814387 h 1890712"/>
              <a:gd name="connsiteX89" fmla="*/ 1121569 w 2543175"/>
              <a:gd name="connsiteY89" fmla="*/ 823912 h 1890712"/>
              <a:gd name="connsiteX90" fmla="*/ 1138238 w 2543175"/>
              <a:gd name="connsiteY90" fmla="*/ 835819 h 1890712"/>
              <a:gd name="connsiteX91" fmla="*/ 1147763 w 2543175"/>
              <a:gd name="connsiteY91" fmla="*/ 842962 h 1890712"/>
              <a:gd name="connsiteX92" fmla="*/ 1157288 w 2543175"/>
              <a:gd name="connsiteY92" fmla="*/ 847725 h 1890712"/>
              <a:gd name="connsiteX93" fmla="*/ 1178719 w 2543175"/>
              <a:gd name="connsiteY93" fmla="*/ 859631 h 1890712"/>
              <a:gd name="connsiteX94" fmla="*/ 1188244 w 2543175"/>
              <a:gd name="connsiteY94" fmla="*/ 866775 h 1890712"/>
              <a:gd name="connsiteX95" fmla="*/ 1195388 w 2543175"/>
              <a:gd name="connsiteY95" fmla="*/ 871537 h 1890712"/>
              <a:gd name="connsiteX96" fmla="*/ 1212057 w 2543175"/>
              <a:gd name="connsiteY96" fmla="*/ 883444 h 1890712"/>
              <a:gd name="connsiteX97" fmla="*/ 1226344 w 2543175"/>
              <a:gd name="connsiteY97" fmla="*/ 895350 h 1890712"/>
              <a:gd name="connsiteX98" fmla="*/ 1245394 w 2543175"/>
              <a:gd name="connsiteY98" fmla="*/ 907256 h 1890712"/>
              <a:gd name="connsiteX99" fmla="*/ 1254919 w 2543175"/>
              <a:gd name="connsiteY99" fmla="*/ 914400 h 1890712"/>
              <a:gd name="connsiteX100" fmla="*/ 1269207 w 2543175"/>
              <a:gd name="connsiteY100" fmla="*/ 921544 h 1890712"/>
              <a:gd name="connsiteX101" fmla="*/ 1290638 w 2543175"/>
              <a:gd name="connsiteY101" fmla="*/ 935831 h 1890712"/>
              <a:gd name="connsiteX102" fmla="*/ 1307307 w 2543175"/>
              <a:gd name="connsiteY102" fmla="*/ 952500 h 1890712"/>
              <a:gd name="connsiteX103" fmla="*/ 1333500 w 2543175"/>
              <a:gd name="connsiteY103" fmla="*/ 971550 h 1890712"/>
              <a:gd name="connsiteX104" fmla="*/ 1359694 w 2543175"/>
              <a:gd name="connsiteY104" fmla="*/ 990600 h 1890712"/>
              <a:gd name="connsiteX105" fmla="*/ 1373982 w 2543175"/>
              <a:gd name="connsiteY105" fmla="*/ 997744 h 1890712"/>
              <a:gd name="connsiteX106" fmla="*/ 1388269 w 2543175"/>
              <a:gd name="connsiteY106" fmla="*/ 1007269 h 1890712"/>
              <a:gd name="connsiteX107" fmla="*/ 1414463 w 2543175"/>
              <a:gd name="connsiteY107" fmla="*/ 1019175 h 1890712"/>
              <a:gd name="connsiteX108" fmla="*/ 1428750 w 2543175"/>
              <a:gd name="connsiteY108" fmla="*/ 1026319 h 1890712"/>
              <a:gd name="connsiteX109" fmla="*/ 1471613 w 2543175"/>
              <a:gd name="connsiteY109" fmla="*/ 1059656 h 1890712"/>
              <a:gd name="connsiteX110" fmla="*/ 1495425 w 2543175"/>
              <a:gd name="connsiteY110" fmla="*/ 1088231 h 1890712"/>
              <a:gd name="connsiteX111" fmla="*/ 1547812 w 2543175"/>
              <a:gd name="connsiteY111" fmla="*/ 1133475 h 1890712"/>
              <a:gd name="connsiteX112" fmla="*/ 1597819 w 2543175"/>
              <a:gd name="connsiteY112" fmla="*/ 1154906 h 1890712"/>
              <a:gd name="connsiteX113" fmla="*/ 1604963 w 2543175"/>
              <a:gd name="connsiteY113" fmla="*/ 1162050 h 1890712"/>
              <a:gd name="connsiteX114" fmla="*/ 1612107 w 2543175"/>
              <a:gd name="connsiteY114" fmla="*/ 1166812 h 1890712"/>
              <a:gd name="connsiteX115" fmla="*/ 1628775 w 2543175"/>
              <a:gd name="connsiteY115" fmla="*/ 1183481 h 1890712"/>
              <a:gd name="connsiteX116" fmla="*/ 1662113 w 2543175"/>
              <a:gd name="connsiteY116" fmla="*/ 1209675 h 1890712"/>
              <a:gd name="connsiteX117" fmla="*/ 1678782 w 2543175"/>
              <a:gd name="connsiteY117" fmla="*/ 1226344 h 1890712"/>
              <a:gd name="connsiteX118" fmla="*/ 1700213 w 2543175"/>
              <a:gd name="connsiteY118" fmla="*/ 1247775 h 1890712"/>
              <a:gd name="connsiteX119" fmla="*/ 1712119 w 2543175"/>
              <a:gd name="connsiteY119" fmla="*/ 1259681 h 1890712"/>
              <a:gd name="connsiteX120" fmla="*/ 1733550 w 2543175"/>
              <a:gd name="connsiteY120" fmla="*/ 1273969 h 1890712"/>
              <a:gd name="connsiteX121" fmla="*/ 1743075 w 2543175"/>
              <a:gd name="connsiteY121" fmla="*/ 1283494 h 1890712"/>
              <a:gd name="connsiteX122" fmla="*/ 1754982 w 2543175"/>
              <a:gd name="connsiteY122" fmla="*/ 1290637 h 1890712"/>
              <a:gd name="connsiteX123" fmla="*/ 1766888 w 2543175"/>
              <a:gd name="connsiteY123" fmla="*/ 1300162 h 1890712"/>
              <a:gd name="connsiteX124" fmla="*/ 1783557 w 2543175"/>
              <a:gd name="connsiteY124" fmla="*/ 1307306 h 1890712"/>
              <a:gd name="connsiteX125" fmla="*/ 1790700 w 2543175"/>
              <a:gd name="connsiteY125" fmla="*/ 1312069 h 1890712"/>
              <a:gd name="connsiteX126" fmla="*/ 1800225 w 2543175"/>
              <a:gd name="connsiteY126" fmla="*/ 1319212 h 1890712"/>
              <a:gd name="connsiteX127" fmla="*/ 1807369 w 2543175"/>
              <a:gd name="connsiteY127" fmla="*/ 1321594 h 1890712"/>
              <a:gd name="connsiteX128" fmla="*/ 1824038 w 2543175"/>
              <a:gd name="connsiteY128" fmla="*/ 1333500 h 1890712"/>
              <a:gd name="connsiteX129" fmla="*/ 1843088 w 2543175"/>
              <a:gd name="connsiteY129" fmla="*/ 1352550 h 1890712"/>
              <a:gd name="connsiteX130" fmla="*/ 1852613 w 2543175"/>
              <a:gd name="connsiteY130" fmla="*/ 1359694 h 1890712"/>
              <a:gd name="connsiteX131" fmla="*/ 1859757 w 2543175"/>
              <a:gd name="connsiteY131" fmla="*/ 1366837 h 1890712"/>
              <a:gd name="connsiteX132" fmla="*/ 1869282 w 2543175"/>
              <a:gd name="connsiteY132" fmla="*/ 1371600 h 1890712"/>
              <a:gd name="connsiteX133" fmla="*/ 1883569 w 2543175"/>
              <a:gd name="connsiteY133" fmla="*/ 1388269 h 1890712"/>
              <a:gd name="connsiteX134" fmla="*/ 1893094 w 2543175"/>
              <a:gd name="connsiteY134" fmla="*/ 1395412 h 1890712"/>
              <a:gd name="connsiteX135" fmla="*/ 1902619 w 2543175"/>
              <a:gd name="connsiteY135" fmla="*/ 1404937 h 1890712"/>
              <a:gd name="connsiteX136" fmla="*/ 1912144 w 2543175"/>
              <a:gd name="connsiteY136" fmla="*/ 1409700 h 1890712"/>
              <a:gd name="connsiteX137" fmla="*/ 1931194 w 2543175"/>
              <a:gd name="connsiteY137" fmla="*/ 1421606 h 1890712"/>
              <a:gd name="connsiteX138" fmla="*/ 1935957 w 2543175"/>
              <a:gd name="connsiteY138" fmla="*/ 1428750 h 1890712"/>
              <a:gd name="connsiteX139" fmla="*/ 1952625 w 2543175"/>
              <a:gd name="connsiteY139" fmla="*/ 1438275 h 1890712"/>
              <a:gd name="connsiteX140" fmla="*/ 1971675 w 2543175"/>
              <a:gd name="connsiteY140" fmla="*/ 1450181 h 1890712"/>
              <a:gd name="connsiteX141" fmla="*/ 1981200 w 2543175"/>
              <a:gd name="connsiteY141" fmla="*/ 1454944 h 1890712"/>
              <a:gd name="connsiteX142" fmla="*/ 1997869 w 2543175"/>
              <a:gd name="connsiteY142" fmla="*/ 1471612 h 1890712"/>
              <a:gd name="connsiteX143" fmla="*/ 2007394 w 2543175"/>
              <a:gd name="connsiteY143" fmla="*/ 1478756 h 1890712"/>
              <a:gd name="connsiteX144" fmla="*/ 2016919 w 2543175"/>
              <a:gd name="connsiteY144" fmla="*/ 1483519 h 1890712"/>
              <a:gd name="connsiteX145" fmla="*/ 2024063 w 2543175"/>
              <a:gd name="connsiteY145" fmla="*/ 1490662 h 1890712"/>
              <a:gd name="connsiteX146" fmla="*/ 2033588 w 2543175"/>
              <a:gd name="connsiteY146" fmla="*/ 1495425 h 1890712"/>
              <a:gd name="connsiteX147" fmla="*/ 2040732 w 2543175"/>
              <a:gd name="connsiteY147" fmla="*/ 1502569 h 1890712"/>
              <a:gd name="connsiteX148" fmla="*/ 2047875 w 2543175"/>
              <a:gd name="connsiteY148" fmla="*/ 1507331 h 1890712"/>
              <a:gd name="connsiteX149" fmla="*/ 2057400 w 2543175"/>
              <a:gd name="connsiteY149" fmla="*/ 1514475 h 1890712"/>
              <a:gd name="connsiteX150" fmla="*/ 2064544 w 2543175"/>
              <a:gd name="connsiteY150" fmla="*/ 1519237 h 1890712"/>
              <a:gd name="connsiteX151" fmla="*/ 2071688 w 2543175"/>
              <a:gd name="connsiteY151" fmla="*/ 1526381 h 1890712"/>
              <a:gd name="connsiteX152" fmla="*/ 2081213 w 2543175"/>
              <a:gd name="connsiteY152" fmla="*/ 1531144 h 1890712"/>
              <a:gd name="connsiteX153" fmla="*/ 2090738 w 2543175"/>
              <a:gd name="connsiteY153" fmla="*/ 1538287 h 1890712"/>
              <a:gd name="connsiteX154" fmla="*/ 2109788 w 2543175"/>
              <a:gd name="connsiteY154" fmla="*/ 1547812 h 1890712"/>
              <a:gd name="connsiteX155" fmla="*/ 2131219 w 2543175"/>
              <a:gd name="connsiteY155" fmla="*/ 1562100 h 1890712"/>
              <a:gd name="connsiteX156" fmla="*/ 2140744 w 2543175"/>
              <a:gd name="connsiteY156" fmla="*/ 1566862 h 1890712"/>
              <a:gd name="connsiteX157" fmla="*/ 2152650 w 2543175"/>
              <a:gd name="connsiteY157" fmla="*/ 1576387 h 1890712"/>
              <a:gd name="connsiteX158" fmla="*/ 2181225 w 2543175"/>
              <a:gd name="connsiteY158" fmla="*/ 1590675 h 1890712"/>
              <a:gd name="connsiteX159" fmla="*/ 2200275 w 2543175"/>
              <a:gd name="connsiteY159" fmla="*/ 1607344 h 1890712"/>
              <a:gd name="connsiteX160" fmla="*/ 2207419 w 2543175"/>
              <a:gd name="connsiteY160" fmla="*/ 1612106 h 1890712"/>
              <a:gd name="connsiteX161" fmla="*/ 2216944 w 2543175"/>
              <a:gd name="connsiteY161" fmla="*/ 1619250 h 1890712"/>
              <a:gd name="connsiteX162" fmla="*/ 2224088 w 2543175"/>
              <a:gd name="connsiteY162" fmla="*/ 1624012 h 1890712"/>
              <a:gd name="connsiteX163" fmla="*/ 2247900 w 2543175"/>
              <a:gd name="connsiteY163" fmla="*/ 1643062 h 1890712"/>
              <a:gd name="connsiteX164" fmla="*/ 2255044 w 2543175"/>
              <a:gd name="connsiteY164" fmla="*/ 1650206 h 1890712"/>
              <a:gd name="connsiteX165" fmla="*/ 2281238 w 2543175"/>
              <a:gd name="connsiteY165" fmla="*/ 1664494 h 1890712"/>
              <a:gd name="connsiteX166" fmla="*/ 2297907 w 2543175"/>
              <a:gd name="connsiteY166" fmla="*/ 1674019 h 1890712"/>
              <a:gd name="connsiteX167" fmla="*/ 2312194 w 2543175"/>
              <a:gd name="connsiteY167" fmla="*/ 1685925 h 1890712"/>
              <a:gd name="connsiteX168" fmla="*/ 2328863 w 2543175"/>
              <a:gd name="connsiteY168" fmla="*/ 1697831 h 1890712"/>
              <a:gd name="connsiteX169" fmla="*/ 2350294 w 2543175"/>
              <a:gd name="connsiteY169" fmla="*/ 1712119 h 1890712"/>
              <a:gd name="connsiteX170" fmla="*/ 2369344 w 2543175"/>
              <a:gd name="connsiteY170" fmla="*/ 1724025 h 1890712"/>
              <a:gd name="connsiteX171" fmla="*/ 2428876 w 2543175"/>
              <a:gd name="connsiteY171" fmla="*/ 1785938 h 1890712"/>
              <a:gd name="connsiteX172" fmla="*/ 2466975 w 2543175"/>
              <a:gd name="connsiteY172" fmla="*/ 1783556 h 1890712"/>
              <a:gd name="connsiteX173" fmla="*/ 2481263 w 2543175"/>
              <a:gd name="connsiteY173" fmla="*/ 1795462 h 1890712"/>
              <a:gd name="connsiteX174" fmla="*/ 2486025 w 2543175"/>
              <a:gd name="connsiteY174" fmla="*/ 1802606 h 1890712"/>
              <a:gd name="connsiteX175" fmla="*/ 2514600 w 2543175"/>
              <a:gd name="connsiteY175" fmla="*/ 1850231 h 1890712"/>
              <a:gd name="connsiteX176" fmla="*/ 2519363 w 2543175"/>
              <a:gd name="connsiteY176" fmla="*/ 1857375 h 1890712"/>
              <a:gd name="connsiteX177" fmla="*/ 2540794 w 2543175"/>
              <a:gd name="connsiteY177" fmla="*/ 1883569 h 1890712"/>
              <a:gd name="connsiteX178" fmla="*/ 2543175 w 2543175"/>
              <a:gd name="connsiteY178"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09563 w 2543175"/>
              <a:gd name="connsiteY25" fmla="*/ 209550 h 1890712"/>
              <a:gd name="connsiteX26" fmla="*/ 333375 w 2543175"/>
              <a:gd name="connsiteY26" fmla="*/ 228600 h 1890712"/>
              <a:gd name="connsiteX27" fmla="*/ 340519 w 2543175"/>
              <a:gd name="connsiteY27" fmla="*/ 233362 h 1890712"/>
              <a:gd name="connsiteX28" fmla="*/ 354807 w 2543175"/>
              <a:gd name="connsiteY28" fmla="*/ 247650 h 1890712"/>
              <a:gd name="connsiteX29" fmla="*/ 366713 w 2543175"/>
              <a:gd name="connsiteY29" fmla="*/ 264319 h 1890712"/>
              <a:gd name="connsiteX30" fmla="*/ 371475 w 2543175"/>
              <a:gd name="connsiteY30" fmla="*/ 271462 h 1890712"/>
              <a:gd name="connsiteX31" fmla="*/ 378619 w 2543175"/>
              <a:gd name="connsiteY31" fmla="*/ 276225 h 1890712"/>
              <a:gd name="connsiteX32" fmla="*/ 385763 w 2543175"/>
              <a:gd name="connsiteY32" fmla="*/ 283369 h 1890712"/>
              <a:gd name="connsiteX33" fmla="*/ 395288 w 2543175"/>
              <a:gd name="connsiteY33" fmla="*/ 288131 h 1890712"/>
              <a:gd name="connsiteX34" fmla="*/ 404813 w 2543175"/>
              <a:gd name="connsiteY34" fmla="*/ 295275 h 1890712"/>
              <a:gd name="connsiteX35" fmla="*/ 411957 w 2543175"/>
              <a:gd name="connsiteY35" fmla="*/ 297656 h 1890712"/>
              <a:gd name="connsiteX36" fmla="*/ 421482 w 2543175"/>
              <a:gd name="connsiteY36" fmla="*/ 302419 h 1890712"/>
              <a:gd name="connsiteX37" fmla="*/ 447675 w 2543175"/>
              <a:gd name="connsiteY37" fmla="*/ 307181 h 1890712"/>
              <a:gd name="connsiteX38" fmla="*/ 461963 w 2543175"/>
              <a:gd name="connsiteY38" fmla="*/ 321469 h 1890712"/>
              <a:gd name="connsiteX39" fmla="*/ 466725 w 2543175"/>
              <a:gd name="connsiteY39" fmla="*/ 328612 h 1890712"/>
              <a:gd name="connsiteX40" fmla="*/ 476250 w 2543175"/>
              <a:gd name="connsiteY40" fmla="*/ 335756 h 1890712"/>
              <a:gd name="connsiteX41" fmla="*/ 481013 w 2543175"/>
              <a:gd name="connsiteY41" fmla="*/ 342900 h 1890712"/>
              <a:gd name="connsiteX42" fmla="*/ 490538 w 2543175"/>
              <a:gd name="connsiteY42" fmla="*/ 352425 h 1890712"/>
              <a:gd name="connsiteX43" fmla="*/ 495300 w 2543175"/>
              <a:gd name="connsiteY43" fmla="*/ 359569 h 1890712"/>
              <a:gd name="connsiteX44" fmla="*/ 509588 w 2543175"/>
              <a:gd name="connsiteY44" fmla="*/ 376237 h 1890712"/>
              <a:gd name="connsiteX45" fmla="*/ 514350 w 2543175"/>
              <a:gd name="connsiteY45" fmla="*/ 383381 h 1890712"/>
              <a:gd name="connsiteX46" fmla="*/ 531019 w 2543175"/>
              <a:gd name="connsiteY46" fmla="*/ 397669 h 1890712"/>
              <a:gd name="connsiteX47" fmla="*/ 538163 w 2543175"/>
              <a:gd name="connsiteY47" fmla="*/ 407194 h 1890712"/>
              <a:gd name="connsiteX48" fmla="*/ 554832 w 2543175"/>
              <a:gd name="connsiteY48" fmla="*/ 421481 h 1890712"/>
              <a:gd name="connsiteX49" fmla="*/ 564357 w 2543175"/>
              <a:gd name="connsiteY49" fmla="*/ 431006 h 1890712"/>
              <a:gd name="connsiteX50" fmla="*/ 573882 w 2543175"/>
              <a:gd name="connsiteY50" fmla="*/ 438150 h 1890712"/>
              <a:gd name="connsiteX51" fmla="*/ 595313 w 2543175"/>
              <a:gd name="connsiteY51" fmla="*/ 454819 h 1890712"/>
              <a:gd name="connsiteX52" fmla="*/ 602457 w 2543175"/>
              <a:gd name="connsiteY52" fmla="*/ 457200 h 1890712"/>
              <a:gd name="connsiteX53" fmla="*/ 628650 w 2543175"/>
              <a:gd name="connsiteY53" fmla="*/ 469106 h 1890712"/>
              <a:gd name="connsiteX54" fmla="*/ 645319 w 2543175"/>
              <a:gd name="connsiteY54" fmla="*/ 483394 h 1890712"/>
              <a:gd name="connsiteX55" fmla="*/ 654844 w 2543175"/>
              <a:gd name="connsiteY55" fmla="*/ 488156 h 1890712"/>
              <a:gd name="connsiteX56" fmla="*/ 661988 w 2543175"/>
              <a:gd name="connsiteY56" fmla="*/ 497681 h 1890712"/>
              <a:gd name="connsiteX57" fmla="*/ 683419 w 2543175"/>
              <a:gd name="connsiteY57" fmla="*/ 514350 h 1890712"/>
              <a:gd name="connsiteX58" fmla="*/ 700088 w 2543175"/>
              <a:gd name="connsiteY58" fmla="*/ 526256 h 1890712"/>
              <a:gd name="connsiteX59" fmla="*/ 709613 w 2543175"/>
              <a:gd name="connsiteY59" fmla="*/ 535781 h 1890712"/>
              <a:gd name="connsiteX60" fmla="*/ 719138 w 2543175"/>
              <a:gd name="connsiteY60" fmla="*/ 542925 h 1890712"/>
              <a:gd name="connsiteX61" fmla="*/ 733425 w 2543175"/>
              <a:gd name="connsiteY61" fmla="*/ 557212 h 1890712"/>
              <a:gd name="connsiteX62" fmla="*/ 750094 w 2543175"/>
              <a:gd name="connsiteY62" fmla="*/ 569119 h 1890712"/>
              <a:gd name="connsiteX63" fmla="*/ 769144 w 2543175"/>
              <a:gd name="connsiteY63" fmla="*/ 581025 h 1890712"/>
              <a:gd name="connsiteX64" fmla="*/ 785813 w 2543175"/>
              <a:gd name="connsiteY64" fmla="*/ 590550 h 1890712"/>
              <a:gd name="connsiteX65" fmla="*/ 792957 w 2543175"/>
              <a:gd name="connsiteY65" fmla="*/ 600075 h 1890712"/>
              <a:gd name="connsiteX66" fmla="*/ 809625 w 2543175"/>
              <a:gd name="connsiteY66" fmla="*/ 611981 h 1890712"/>
              <a:gd name="connsiteX67" fmla="*/ 816769 w 2543175"/>
              <a:gd name="connsiteY67" fmla="*/ 619125 h 1890712"/>
              <a:gd name="connsiteX68" fmla="*/ 826294 w 2543175"/>
              <a:gd name="connsiteY68" fmla="*/ 626269 h 1890712"/>
              <a:gd name="connsiteX69" fmla="*/ 840582 w 2543175"/>
              <a:gd name="connsiteY69" fmla="*/ 638175 h 1890712"/>
              <a:gd name="connsiteX70" fmla="*/ 847725 w 2543175"/>
              <a:gd name="connsiteY70" fmla="*/ 645319 h 1890712"/>
              <a:gd name="connsiteX71" fmla="*/ 857250 w 2543175"/>
              <a:gd name="connsiteY71" fmla="*/ 652462 h 1890712"/>
              <a:gd name="connsiteX72" fmla="*/ 864394 w 2543175"/>
              <a:gd name="connsiteY72" fmla="*/ 657225 h 1890712"/>
              <a:gd name="connsiteX73" fmla="*/ 888207 w 2543175"/>
              <a:gd name="connsiteY73" fmla="*/ 676275 h 1890712"/>
              <a:gd name="connsiteX74" fmla="*/ 895350 w 2543175"/>
              <a:gd name="connsiteY74" fmla="*/ 681037 h 1890712"/>
              <a:gd name="connsiteX75" fmla="*/ 907257 w 2543175"/>
              <a:gd name="connsiteY75" fmla="*/ 683419 h 1890712"/>
              <a:gd name="connsiteX76" fmla="*/ 928688 w 2543175"/>
              <a:gd name="connsiteY76" fmla="*/ 695325 h 1890712"/>
              <a:gd name="connsiteX77" fmla="*/ 942975 w 2543175"/>
              <a:gd name="connsiteY77" fmla="*/ 700087 h 1890712"/>
              <a:gd name="connsiteX78" fmla="*/ 964407 w 2543175"/>
              <a:gd name="connsiteY78" fmla="*/ 716756 h 1890712"/>
              <a:gd name="connsiteX79" fmla="*/ 971550 w 2543175"/>
              <a:gd name="connsiteY79" fmla="*/ 723900 h 1890712"/>
              <a:gd name="connsiteX80" fmla="*/ 983457 w 2543175"/>
              <a:gd name="connsiteY80" fmla="*/ 733425 h 1890712"/>
              <a:gd name="connsiteX81" fmla="*/ 990600 w 2543175"/>
              <a:gd name="connsiteY81" fmla="*/ 738187 h 1890712"/>
              <a:gd name="connsiteX82" fmla="*/ 1007269 w 2543175"/>
              <a:gd name="connsiteY82" fmla="*/ 752475 h 1890712"/>
              <a:gd name="connsiteX83" fmla="*/ 1031082 w 2543175"/>
              <a:gd name="connsiteY83" fmla="*/ 766762 h 1890712"/>
              <a:gd name="connsiteX84" fmla="*/ 1042988 w 2543175"/>
              <a:gd name="connsiteY84" fmla="*/ 773906 h 1890712"/>
              <a:gd name="connsiteX85" fmla="*/ 1071563 w 2543175"/>
              <a:gd name="connsiteY85" fmla="*/ 785812 h 1890712"/>
              <a:gd name="connsiteX86" fmla="*/ 1097757 w 2543175"/>
              <a:gd name="connsiteY86" fmla="*/ 807244 h 1890712"/>
              <a:gd name="connsiteX87" fmla="*/ 1104900 w 2543175"/>
              <a:gd name="connsiteY87" fmla="*/ 814387 h 1890712"/>
              <a:gd name="connsiteX88" fmla="*/ 1121569 w 2543175"/>
              <a:gd name="connsiteY88" fmla="*/ 823912 h 1890712"/>
              <a:gd name="connsiteX89" fmla="*/ 1138238 w 2543175"/>
              <a:gd name="connsiteY89" fmla="*/ 835819 h 1890712"/>
              <a:gd name="connsiteX90" fmla="*/ 1147763 w 2543175"/>
              <a:gd name="connsiteY90" fmla="*/ 842962 h 1890712"/>
              <a:gd name="connsiteX91" fmla="*/ 1157288 w 2543175"/>
              <a:gd name="connsiteY91" fmla="*/ 847725 h 1890712"/>
              <a:gd name="connsiteX92" fmla="*/ 1178719 w 2543175"/>
              <a:gd name="connsiteY92" fmla="*/ 859631 h 1890712"/>
              <a:gd name="connsiteX93" fmla="*/ 1188244 w 2543175"/>
              <a:gd name="connsiteY93" fmla="*/ 866775 h 1890712"/>
              <a:gd name="connsiteX94" fmla="*/ 1195388 w 2543175"/>
              <a:gd name="connsiteY94" fmla="*/ 871537 h 1890712"/>
              <a:gd name="connsiteX95" fmla="*/ 1212057 w 2543175"/>
              <a:gd name="connsiteY95" fmla="*/ 883444 h 1890712"/>
              <a:gd name="connsiteX96" fmla="*/ 1226344 w 2543175"/>
              <a:gd name="connsiteY96" fmla="*/ 895350 h 1890712"/>
              <a:gd name="connsiteX97" fmla="*/ 1245394 w 2543175"/>
              <a:gd name="connsiteY97" fmla="*/ 907256 h 1890712"/>
              <a:gd name="connsiteX98" fmla="*/ 1254919 w 2543175"/>
              <a:gd name="connsiteY98" fmla="*/ 914400 h 1890712"/>
              <a:gd name="connsiteX99" fmla="*/ 1269207 w 2543175"/>
              <a:gd name="connsiteY99" fmla="*/ 921544 h 1890712"/>
              <a:gd name="connsiteX100" fmla="*/ 1290638 w 2543175"/>
              <a:gd name="connsiteY100" fmla="*/ 935831 h 1890712"/>
              <a:gd name="connsiteX101" fmla="*/ 1307307 w 2543175"/>
              <a:gd name="connsiteY101" fmla="*/ 952500 h 1890712"/>
              <a:gd name="connsiteX102" fmla="*/ 1333500 w 2543175"/>
              <a:gd name="connsiteY102" fmla="*/ 971550 h 1890712"/>
              <a:gd name="connsiteX103" fmla="*/ 1359694 w 2543175"/>
              <a:gd name="connsiteY103" fmla="*/ 990600 h 1890712"/>
              <a:gd name="connsiteX104" fmla="*/ 1373982 w 2543175"/>
              <a:gd name="connsiteY104" fmla="*/ 997744 h 1890712"/>
              <a:gd name="connsiteX105" fmla="*/ 1388269 w 2543175"/>
              <a:gd name="connsiteY105" fmla="*/ 1007269 h 1890712"/>
              <a:gd name="connsiteX106" fmla="*/ 1414463 w 2543175"/>
              <a:gd name="connsiteY106" fmla="*/ 1019175 h 1890712"/>
              <a:gd name="connsiteX107" fmla="*/ 1428750 w 2543175"/>
              <a:gd name="connsiteY107" fmla="*/ 1026319 h 1890712"/>
              <a:gd name="connsiteX108" fmla="*/ 1471613 w 2543175"/>
              <a:gd name="connsiteY108" fmla="*/ 1059656 h 1890712"/>
              <a:gd name="connsiteX109" fmla="*/ 1495425 w 2543175"/>
              <a:gd name="connsiteY109" fmla="*/ 1088231 h 1890712"/>
              <a:gd name="connsiteX110" fmla="*/ 1547812 w 2543175"/>
              <a:gd name="connsiteY110" fmla="*/ 1133475 h 1890712"/>
              <a:gd name="connsiteX111" fmla="*/ 1597819 w 2543175"/>
              <a:gd name="connsiteY111" fmla="*/ 1154906 h 1890712"/>
              <a:gd name="connsiteX112" fmla="*/ 1604963 w 2543175"/>
              <a:gd name="connsiteY112" fmla="*/ 1162050 h 1890712"/>
              <a:gd name="connsiteX113" fmla="*/ 1612107 w 2543175"/>
              <a:gd name="connsiteY113" fmla="*/ 1166812 h 1890712"/>
              <a:gd name="connsiteX114" fmla="*/ 1628775 w 2543175"/>
              <a:gd name="connsiteY114" fmla="*/ 1183481 h 1890712"/>
              <a:gd name="connsiteX115" fmla="*/ 1662113 w 2543175"/>
              <a:gd name="connsiteY115" fmla="*/ 1209675 h 1890712"/>
              <a:gd name="connsiteX116" fmla="*/ 1678782 w 2543175"/>
              <a:gd name="connsiteY116" fmla="*/ 1226344 h 1890712"/>
              <a:gd name="connsiteX117" fmla="*/ 1700213 w 2543175"/>
              <a:gd name="connsiteY117" fmla="*/ 1247775 h 1890712"/>
              <a:gd name="connsiteX118" fmla="*/ 1712119 w 2543175"/>
              <a:gd name="connsiteY118" fmla="*/ 1259681 h 1890712"/>
              <a:gd name="connsiteX119" fmla="*/ 1733550 w 2543175"/>
              <a:gd name="connsiteY119" fmla="*/ 1273969 h 1890712"/>
              <a:gd name="connsiteX120" fmla="*/ 1743075 w 2543175"/>
              <a:gd name="connsiteY120" fmla="*/ 1283494 h 1890712"/>
              <a:gd name="connsiteX121" fmla="*/ 1754982 w 2543175"/>
              <a:gd name="connsiteY121" fmla="*/ 1290637 h 1890712"/>
              <a:gd name="connsiteX122" fmla="*/ 1766888 w 2543175"/>
              <a:gd name="connsiteY122" fmla="*/ 1300162 h 1890712"/>
              <a:gd name="connsiteX123" fmla="*/ 1783557 w 2543175"/>
              <a:gd name="connsiteY123" fmla="*/ 1307306 h 1890712"/>
              <a:gd name="connsiteX124" fmla="*/ 1790700 w 2543175"/>
              <a:gd name="connsiteY124" fmla="*/ 1312069 h 1890712"/>
              <a:gd name="connsiteX125" fmla="*/ 1800225 w 2543175"/>
              <a:gd name="connsiteY125" fmla="*/ 1319212 h 1890712"/>
              <a:gd name="connsiteX126" fmla="*/ 1807369 w 2543175"/>
              <a:gd name="connsiteY126" fmla="*/ 1321594 h 1890712"/>
              <a:gd name="connsiteX127" fmla="*/ 1824038 w 2543175"/>
              <a:gd name="connsiteY127" fmla="*/ 1333500 h 1890712"/>
              <a:gd name="connsiteX128" fmla="*/ 1843088 w 2543175"/>
              <a:gd name="connsiteY128" fmla="*/ 1352550 h 1890712"/>
              <a:gd name="connsiteX129" fmla="*/ 1852613 w 2543175"/>
              <a:gd name="connsiteY129" fmla="*/ 1359694 h 1890712"/>
              <a:gd name="connsiteX130" fmla="*/ 1859757 w 2543175"/>
              <a:gd name="connsiteY130" fmla="*/ 1366837 h 1890712"/>
              <a:gd name="connsiteX131" fmla="*/ 1869282 w 2543175"/>
              <a:gd name="connsiteY131" fmla="*/ 1371600 h 1890712"/>
              <a:gd name="connsiteX132" fmla="*/ 1883569 w 2543175"/>
              <a:gd name="connsiteY132" fmla="*/ 1388269 h 1890712"/>
              <a:gd name="connsiteX133" fmla="*/ 1893094 w 2543175"/>
              <a:gd name="connsiteY133" fmla="*/ 1395412 h 1890712"/>
              <a:gd name="connsiteX134" fmla="*/ 1902619 w 2543175"/>
              <a:gd name="connsiteY134" fmla="*/ 1404937 h 1890712"/>
              <a:gd name="connsiteX135" fmla="*/ 1912144 w 2543175"/>
              <a:gd name="connsiteY135" fmla="*/ 1409700 h 1890712"/>
              <a:gd name="connsiteX136" fmla="*/ 1931194 w 2543175"/>
              <a:gd name="connsiteY136" fmla="*/ 1421606 h 1890712"/>
              <a:gd name="connsiteX137" fmla="*/ 1935957 w 2543175"/>
              <a:gd name="connsiteY137" fmla="*/ 1428750 h 1890712"/>
              <a:gd name="connsiteX138" fmla="*/ 1952625 w 2543175"/>
              <a:gd name="connsiteY138" fmla="*/ 1438275 h 1890712"/>
              <a:gd name="connsiteX139" fmla="*/ 1971675 w 2543175"/>
              <a:gd name="connsiteY139" fmla="*/ 1450181 h 1890712"/>
              <a:gd name="connsiteX140" fmla="*/ 1981200 w 2543175"/>
              <a:gd name="connsiteY140" fmla="*/ 1454944 h 1890712"/>
              <a:gd name="connsiteX141" fmla="*/ 1997869 w 2543175"/>
              <a:gd name="connsiteY141" fmla="*/ 1471612 h 1890712"/>
              <a:gd name="connsiteX142" fmla="*/ 2007394 w 2543175"/>
              <a:gd name="connsiteY142" fmla="*/ 1478756 h 1890712"/>
              <a:gd name="connsiteX143" fmla="*/ 2016919 w 2543175"/>
              <a:gd name="connsiteY143" fmla="*/ 1483519 h 1890712"/>
              <a:gd name="connsiteX144" fmla="*/ 2024063 w 2543175"/>
              <a:gd name="connsiteY144" fmla="*/ 1490662 h 1890712"/>
              <a:gd name="connsiteX145" fmla="*/ 2033588 w 2543175"/>
              <a:gd name="connsiteY145" fmla="*/ 1495425 h 1890712"/>
              <a:gd name="connsiteX146" fmla="*/ 2040732 w 2543175"/>
              <a:gd name="connsiteY146" fmla="*/ 1502569 h 1890712"/>
              <a:gd name="connsiteX147" fmla="*/ 2047875 w 2543175"/>
              <a:gd name="connsiteY147" fmla="*/ 1507331 h 1890712"/>
              <a:gd name="connsiteX148" fmla="*/ 2057400 w 2543175"/>
              <a:gd name="connsiteY148" fmla="*/ 1514475 h 1890712"/>
              <a:gd name="connsiteX149" fmla="*/ 2064544 w 2543175"/>
              <a:gd name="connsiteY149" fmla="*/ 1519237 h 1890712"/>
              <a:gd name="connsiteX150" fmla="*/ 2071688 w 2543175"/>
              <a:gd name="connsiteY150" fmla="*/ 1526381 h 1890712"/>
              <a:gd name="connsiteX151" fmla="*/ 2081213 w 2543175"/>
              <a:gd name="connsiteY151" fmla="*/ 1531144 h 1890712"/>
              <a:gd name="connsiteX152" fmla="*/ 2090738 w 2543175"/>
              <a:gd name="connsiteY152" fmla="*/ 1538287 h 1890712"/>
              <a:gd name="connsiteX153" fmla="*/ 2109788 w 2543175"/>
              <a:gd name="connsiteY153" fmla="*/ 1547812 h 1890712"/>
              <a:gd name="connsiteX154" fmla="*/ 2131219 w 2543175"/>
              <a:gd name="connsiteY154" fmla="*/ 1562100 h 1890712"/>
              <a:gd name="connsiteX155" fmla="*/ 2140744 w 2543175"/>
              <a:gd name="connsiteY155" fmla="*/ 1566862 h 1890712"/>
              <a:gd name="connsiteX156" fmla="*/ 2152650 w 2543175"/>
              <a:gd name="connsiteY156" fmla="*/ 1576387 h 1890712"/>
              <a:gd name="connsiteX157" fmla="*/ 2181225 w 2543175"/>
              <a:gd name="connsiteY157" fmla="*/ 1590675 h 1890712"/>
              <a:gd name="connsiteX158" fmla="*/ 2200275 w 2543175"/>
              <a:gd name="connsiteY158" fmla="*/ 1607344 h 1890712"/>
              <a:gd name="connsiteX159" fmla="*/ 2207419 w 2543175"/>
              <a:gd name="connsiteY159" fmla="*/ 1612106 h 1890712"/>
              <a:gd name="connsiteX160" fmla="*/ 2216944 w 2543175"/>
              <a:gd name="connsiteY160" fmla="*/ 1619250 h 1890712"/>
              <a:gd name="connsiteX161" fmla="*/ 2224088 w 2543175"/>
              <a:gd name="connsiteY161" fmla="*/ 1624012 h 1890712"/>
              <a:gd name="connsiteX162" fmla="*/ 2247900 w 2543175"/>
              <a:gd name="connsiteY162" fmla="*/ 1643062 h 1890712"/>
              <a:gd name="connsiteX163" fmla="*/ 2255044 w 2543175"/>
              <a:gd name="connsiteY163" fmla="*/ 1650206 h 1890712"/>
              <a:gd name="connsiteX164" fmla="*/ 2281238 w 2543175"/>
              <a:gd name="connsiteY164" fmla="*/ 1664494 h 1890712"/>
              <a:gd name="connsiteX165" fmla="*/ 2297907 w 2543175"/>
              <a:gd name="connsiteY165" fmla="*/ 1674019 h 1890712"/>
              <a:gd name="connsiteX166" fmla="*/ 2312194 w 2543175"/>
              <a:gd name="connsiteY166" fmla="*/ 1685925 h 1890712"/>
              <a:gd name="connsiteX167" fmla="*/ 2328863 w 2543175"/>
              <a:gd name="connsiteY167" fmla="*/ 1697831 h 1890712"/>
              <a:gd name="connsiteX168" fmla="*/ 2350294 w 2543175"/>
              <a:gd name="connsiteY168" fmla="*/ 1712119 h 1890712"/>
              <a:gd name="connsiteX169" fmla="*/ 2369344 w 2543175"/>
              <a:gd name="connsiteY169" fmla="*/ 1724025 h 1890712"/>
              <a:gd name="connsiteX170" fmla="*/ 2428876 w 2543175"/>
              <a:gd name="connsiteY170" fmla="*/ 1785938 h 1890712"/>
              <a:gd name="connsiteX171" fmla="*/ 2466975 w 2543175"/>
              <a:gd name="connsiteY171" fmla="*/ 1783556 h 1890712"/>
              <a:gd name="connsiteX172" fmla="*/ 2481263 w 2543175"/>
              <a:gd name="connsiteY172" fmla="*/ 1795462 h 1890712"/>
              <a:gd name="connsiteX173" fmla="*/ 2486025 w 2543175"/>
              <a:gd name="connsiteY173" fmla="*/ 1802606 h 1890712"/>
              <a:gd name="connsiteX174" fmla="*/ 2514600 w 2543175"/>
              <a:gd name="connsiteY174" fmla="*/ 1850231 h 1890712"/>
              <a:gd name="connsiteX175" fmla="*/ 2519363 w 2543175"/>
              <a:gd name="connsiteY175" fmla="*/ 1857375 h 1890712"/>
              <a:gd name="connsiteX176" fmla="*/ 2540794 w 2543175"/>
              <a:gd name="connsiteY176" fmla="*/ 1883569 h 1890712"/>
              <a:gd name="connsiteX177" fmla="*/ 2543175 w 2543175"/>
              <a:gd name="connsiteY177"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78619 w 2543175"/>
              <a:gd name="connsiteY30" fmla="*/ 276225 h 1890712"/>
              <a:gd name="connsiteX31" fmla="*/ 385763 w 2543175"/>
              <a:gd name="connsiteY31" fmla="*/ 283369 h 1890712"/>
              <a:gd name="connsiteX32" fmla="*/ 395288 w 2543175"/>
              <a:gd name="connsiteY32" fmla="*/ 288131 h 1890712"/>
              <a:gd name="connsiteX33" fmla="*/ 404813 w 2543175"/>
              <a:gd name="connsiteY33" fmla="*/ 295275 h 1890712"/>
              <a:gd name="connsiteX34" fmla="*/ 411957 w 2543175"/>
              <a:gd name="connsiteY34" fmla="*/ 297656 h 1890712"/>
              <a:gd name="connsiteX35" fmla="*/ 421482 w 2543175"/>
              <a:gd name="connsiteY35" fmla="*/ 302419 h 1890712"/>
              <a:gd name="connsiteX36" fmla="*/ 447675 w 2543175"/>
              <a:gd name="connsiteY36" fmla="*/ 307181 h 1890712"/>
              <a:gd name="connsiteX37" fmla="*/ 461963 w 2543175"/>
              <a:gd name="connsiteY37" fmla="*/ 321469 h 1890712"/>
              <a:gd name="connsiteX38" fmla="*/ 466725 w 2543175"/>
              <a:gd name="connsiteY38" fmla="*/ 328612 h 1890712"/>
              <a:gd name="connsiteX39" fmla="*/ 476250 w 2543175"/>
              <a:gd name="connsiteY39" fmla="*/ 335756 h 1890712"/>
              <a:gd name="connsiteX40" fmla="*/ 481013 w 2543175"/>
              <a:gd name="connsiteY40" fmla="*/ 342900 h 1890712"/>
              <a:gd name="connsiteX41" fmla="*/ 490538 w 2543175"/>
              <a:gd name="connsiteY41" fmla="*/ 352425 h 1890712"/>
              <a:gd name="connsiteX42" fmla="*/ 495300 w 2543175"/>
              <a:gd name="connsiteY42" fmla="*/ 359569 h 1890712"/>
              <a:gd name="connsiteX43" fmla="*/ 509588 w 2543175"/>
              <a:gd name="connsiteY43" fmla="*/ 376237 h 1890712"/>
              <a:gd name="connsiteX44" fmla="*/ 514350 w 2543175"/>
              <a:gd name="connsiteY44" fmla="*/ 383381 h 1890712"/>
              <a:gd name="connsiteX45" fmla="*/ 531019 w 2543175"/>
              <a:gd name="connsiteY45" fmla="*/ 397669 h 1890712"/>
              <a:gd name="connsiteX46" fmla="*/ 538163 w 2543175"/>
              <a:gd name="connsiteY46" fmla="*/ 407194 h 1890712"/>
              <a:gd name="connsiteX47" fmla="*/ 554832 w 2543175"/>
              <a:gd name="connsiteY47" fmla="*/ 421481 h 1890712"/>
              <a:gd name="connsiteX48" fmla="*/ 564357 w 2543175"/>
              <a:gd name="connsiteY48" fmla="*/ 431006 h 1890712"/>
              <a:gd name="connsiteX49" fmla="*/ 573882 w 2543175"/>
              <a:gd name="connsiteY49" fmla="*/ 438150 h 1890712"/>
              <a:gd name="connsiteX50" fmla="*/ 595313 w 2543175"/>
              <a:gd name="connsiteY50" fmla="*/ 454819 h 1890712"/>
              <a:gd name="connsiteX51" fmla="*/ 602457 w 2543175"/>
              <a:gd name="connsiteY51" fmla="*/ 457200 h 1890712"/>
              <a:gd name="connsiteX52" fmla="*/ 628650 w 2543175"/>
              <a:gd name="connsiteY52" fmla="*/ 469106 h 1890712"/>
              <a:gd name="connsiteX53" fmla="*/ 645319 w 2543175"/>
              <a:gd name="connsiteY53" fmla="*/ 483394 h 1890712"/>
              <a:gd name="connsiteX54" fmla="*/ 654844 w 2543175"/>
              <a:gd name="connsiteY54" fmla="*/ 488156 h 1890712"/>
              <a:gd name="connsiteX55" fmla="*/ 661988 w 2543175"/>
              <a:gd name="connsiteY55" fmla="*/ 497681 h 1890712"/>
              <a:gd name="connsiteX56" fmla="*/ 683419 w 2543175"/>
              <a:gd name="connsiteY56" fmla="*/ 514350 h 1890712"/>
              <a:gd name="connsiteX57" fmla="*/ 700088 w 2543175"/>
              <a:gd name="connsiteY57" fmla="*/ 526256 h 1890712"/>
              <a:gd name="connsiteX58" fmla="*/ 709613 w 2543175"/>
              <a:gd name="connsiteY58" fmla="*/ 535781 h 1890712"/>
              <a:gd name="connsiteX59" fmla="*/ 719138 w 2543175"/>
              <a:gd name="connsiteY59" fmla="*/ 542925 h 1890712"/>
              <a:gd name="connsiteX60" fmla="*/ 733425 w 2543175"/>
              <a:gd name="connsiteY60" fmla="*/ 557212 h 1890712"/>
              <a:gd name="connsiteX61" fmla="*/ 750094 w 2543175"/>
              <a:gd name="connsiteY61" fmla="*/ 569119 h 1890712"/>
              <a:gd name="connsiteX62" fmla="*/ 769144 w 2543175"/>
              <a:gd name="connsiteY62" fmla="*/ 581025 h 1890712"/>
              <a:gd name="connsiteX63" fmla="*/ 785813 w 2543175"/>
              <a:gd name="connsiteY63" fmla="*/ 590550 h 1890712"/>
              <a:gd name="connsiteX64" fmla="*/ 792957 w 2543175"/>
              <a:gd name="connsiteY64" fmla="*/ 600075 h 1890712"/>
              <a:gd name="connsiteX65" fmla="*/ 809625 w 2543175"/>
              <a:gd name="connsiteY65" fmla="*/ 611981 h 1890712"/>
              <a:gd name="connsiteX66" fmla="*/ 816769 w 2543175"/>
              <a:gd name="connsiteY66" fmla="*/ 619125 h 1890712"/>
              <a:gd name="connsiteX67" fmla="*/ 826294 w 2543175"/>
              <a:gd name="connsiteY67" fmla="*/ 626269 h 1890712"/>
              <a:gd name="connsiteX68" fmla="*/ 840582 w 2543175"/>
              <a:gd name="connsiteY68" fmla="*/ 638175 h 1890712"/>
              <a:gd name="connsiteX69" fmla="*/ 847725 w 2543175"/>
              <a:gd name="connsiteY69" fmla="*/ 645319 h 1890712"/>
              <a:gd name="connsiteX70" fmla="*/ 857250 w 2543175"/>
              <a:gd name="connsiteY70" fmla="*/ 652462 h 1890712"/>
              <a:gd name="connsiteX71" fmla="*/ 864394 w 2543175"/>
              <a:gd name="connsiteY71" fmla="*/ 657225 h 1890712"/>
              <a:gd name="connsiteX72" fmla="*/ 888207 w 2543175"/>
              <a:gd name="connsiteY72" fmla="*/ 676275 h 1890712"/>
              <a:gd name="connsiteX73" fmla="*/ 895350 w 2543175"/>
              <a:gd name="connsiteY73" fmla="*/ 681037 h 1890712"/>
              <a:gd name="connsiteX74" fmla="*/ 907257 w 2543175"/>
              <a:gd name="connsiteY74" fmla="*/ 683419 h 1890712"/>
              <a:gd name="connsiteX75" fmla="*/ 928688 w 2543175"/>
              <a:gd name="connsiteY75" fmla="*/ 695325 h 1890712"/>
              <a:gd name="connsiteX76" fmla="*/ 942975 w 2543175"/>
              <a:gd name="connsiteY76" fmla="*/ 700087 h 1890712"/>
              <a:gd name="connsiteX77" fmla="*/ 964407 w 2543175"/>
              <a:gd name="connsiteY77" fmla="*/ 716756 h 1890712"/>
              <a:gd name="connsiteX78" fmla="*/ 971550 w 2543175"/>
              <a:gd name="connsiteY78" fmla="*/ 723900 h 1890712"/>
              <a:gd name="connsiteX79" fmla="*/ 983457 w 2543175"/>
              <a:gd name="connsiteY79" fmla="*/ 733425 h 1890712"/>
              <a:gd name="connsiteX80" fmla="*/ 990600 w 2543175"/>
              <a:gd name="connsiteY80" fmla="*/ 738187 h 1890712"/>
              <a:gd name="connsiteX81" fmla="*/ 1007269 w 2543175"/>
              <a:gd name="connsiteY81" fmla="*/ 752475 h 1890712"/>
              <a:gd name="connsiteX82" fmla="*/ 1031082 w 2543175"/>
              <a:gd name="connsiteY82" fmla="*/ 766762 h 1890712"/>
              <a:gd name="connsiteX83" fmla="*/ 1042988 w 2543175"/>
              <a:gd name="connsiteY83" fmla="*/ 773906 h 1890712"/>
              <a:gd name="connsiteX84" fmla="*/ 1071563 w 2543175"/>
              <a:gd name="connsiteY84" fmla="*/ 785812 h 1890712"/>
              <a:gd name="connsiteX85" fmla="*/ 1097757 w 2543175"/>
              <a:gd name="connsiteY85" fmla="*/ 807244 h 1890712"/>
              <a:gd name="connsiteX86" fmla="*/ 1104900 w 2543175"/>
              <a:gd name="connsiteY86" fmla="*/ 814387 h 1890712"/>
              <a:gd name="connsiteX87" fmla="*/ 1121569 w 2543175"/>
              <a:gd name="connsiteY87" fmla="*/ 823912 h 1890712"/>
              <a:gd name="connsiteX88" fmla="*/ 1138238 w 2543175"/>
              <a:gd name="connsiteY88" fmla="*/ 835819 h 1890712"/>
              <a:gd name="connsiteX89" fmla="*/ 1147763 w 2543175"/>
              <a:gd name="connsiteY89" fmla="*/ 842962 h 1890712"/>
              <a:gd name="connsiteX90" fmla="*/ 1157288 w 2543175"/>
              <a:gd name="connsiteY90" fmla="*/ 847725 h 1890712"/>
              <a:gd name="connsiteX91" fmla="*/ 1178719 w 2543175"/>
              <a:gd name="connsiteY91" fmla="*/ 859631 h 1890712"/>
              <a:gd name="connsiteX92" fmla="*/ 1188244 w 2543175"/>
              <a:gd name="connsiteY92" fmla="*/ 866775 h 1890712"/>
              <a:gd name="connsiteX93" fmla="*/ 1195388 w 2543175"/>
              <a:gd name="connsiteY93" fmla="*/ 871537 h 1890712"/>
              <a:gd name="connsiteX94" fmla="*/ 1212057 w 2543175"/>
              <a:gd name="connsiteY94" fmla="*/ 883444 h 1890712"/>
              <a:gd name="connsiteX95" fmla="*/ 1226344 w 2543175"/>
              <a:gd name="connsiteY95" fmla="*/ 895350 h 1890712"/>
              <a:gd name="connsiteX96" fmla="*/ 1245394 w 2543175"/>
              <a:gd name="connsiteY96" fmla="*/ 907256 h 1890712"/>
              <a:gd name="connsiteX97" fmla="*/ 1254919 w 2543175"/>
              <a:gd name="connsiteY97" fmla="*/ 914400 h 1890712"/>
              <a:gd name="connsiteX98" fmla="*/ 1269207 w 2543175"/>
              <a:gd name="connsiteY98" fmla="*/ 921544 h 1890712"/>
              <a:gd name="connsiteX99" fmla="*/ 1290638 w 2543175"/>
              <a:gd name="connsiteY99" fmla="*/ 935831 h 1890712"/>
              <a:gd name="connsiteX100" fmla="*/ 1307307 w 2543175"/>
              <a:gd name="connsiteY100" fmla="*/ 952500 h 1890712"/>
              <a:gd name="connsiteX101" fmla="*/ 1333500 w 2543175"/>
              <a:gd name="connsiteY101" fmla="*/ 971550 h 1890712"/>
              <a:gd name="connsiteX102" fmla="*/ 1359694 w 2543175"/>
              <a:gd name="connsiteY102" fmla="*/ 990600 h 1890712"/>
              <a:gd name="connsiteX103" fmla="*/ 1373982 w 2543175"/>
              <a:gd name="connsiteY103" fmla="*/ 997744 h 1890712"/>
              <a:gd name="connsiteX104" fmla="*/ 1388269 w 2543175"/>
              <a:gd name="connsiteY104" fmla="*/ 1007269 h 1890712"/>
              <a:gd name="connsiteX105" fmla="*/ 1414463 w 2543175"/>
              <a:gd name="connsiteY105" fmla="*/ 1019175 h 1890712"/>
              <a:gd name="connsiteX106" fmla="*/ 1428750 w 2543175"/>
              <a:gd name="connsiteY106" fmla="*/ 1026319 h 1890712"/>
              <a:gd name="connsiteX107" fmla="*/ 1471613 w 2543175"/>
              <a:gd name="connsiteY107" fmla="*/ 1059656 h 1890712"/>
              <a:gd name="connsiteX108" fmla="*/ 1495425 w 2543175"/>
              <a:gd name="connsiteY108" fmla="*/ 1088231 h 1890712"/>
              <a:gd name="connsiteX109" fmla="*/ 1547812 w 2543175"/>
              <a:gd name="connsiteY109" fmla="*/ 1133475 h 1890712"/>
              <a:gd name="connsiteX110" fmla="*/ 1597819 w 2543175"/>
              <a:gd name="connsiteY110" fmla="*/ 1154906 h 1890712"/>
              <a:gd name="connsiteX111" fmla="*/ 1604963 w 2543175"/>
              <a:gd name="connsiteY111" fmla="*/ 1162050 h 1890712"/>
              <a:gd name="connsiteX112" fmla="*/ 1612107 w 2543175"/>
              <a:gd name="connsiteY112" fmla="*/ 1166812 h 1890712"/>
              <a:gd name="connsiteX113" fmla="*/ 1628775 w 2543175"/>
              <a:gd name="connsiteY113" fmla="*/ 1183481 h 1890712"/>
              <a:gd name="connsiteX114" fmla="*/ 1662113 w 2543175"/>
              <a:gd name="connsiteY114" fmla="*/ 1209675 h 1890712"/>
              <a:gd name="connsiteX115" fmla="*/ 1678782 w 2543175"/>
              <a:gd name="connsiteY115" fmla="*/ 1226344 h 1890712"/>
              <a:gd name="connsiteX116" fmla="*/ 1700213 w 2543175"/>
              <a:gd name="connsiteY116" fmla="*/ 1247775 h 1890712"/>
              <a:gd name="connsiteX117" fmla="*/ 1712119 w 2543175"/>
              <a:gd name="connsiteY117" fmla="*/ 1259681 h 1890712"/>
              <a:gd name="connsiteX118" fmla="*/ 1733550 w 2543175"/>
              <a:gd name="connsiteY118" fmla="*/ 1273969 h 1890712"/>
              <a:gd name="connsiteX119" fmla="*/ 1743075 w 2543175"/>
              <a:gd name="connsiteY119" fmla="*/ 1283494 h 1890712"/>
              <a:gd name="connsiteX120" fmla="*/ 1754982 w 2543175"/>
              <a:gd name="connsiteY120" fmla="*/ 1290637 h 1890712"/>
              <a:gd name="connsiteX121" fmla="*/ 1766888 w 2543175"/>
              <a:gd name="connsiteY121" fmla="*/ 1300162 h 1890712"/>
              <a:gd name="connsiteX122" fmla="*/ 1783557 w 2543175"/>
              <a:gd name="connsiteY122" fmla="*/ 1307306 h 1890712"/>
              <a:gd name="connsiteX123" fmla="*/ 1790700 w 2543175"/>
              <a:gd name="connsiteY123" fmla="*/ 1312069 h 1890712"/>
              <a:gd name="connsiteX124" fmla="*/ 1800225 w 2543175"/>
              <a:gd name="connsiteY124" fmla="*/ 1319212 h 1890712"/>
              <a:gd name="connsiteX125" fmla="*/ 1807369 w 2543175"/>
              <a:gd name="connsiteY125" fmla="*/ 1321594 h 1890712"/>
              <a:gd name="connsiteX126" fmla="*/ 1824038 w 2543175"/>
              <a:gd name="connsiteY126" fmla="*/ 1333500 h 1890712"/>
              <a:gd name="connsiteX127" fmla="*/ 1843088 w 2543175"/>
              <a:gd name="connsiteY127" fmla="*/ 1352550 h 1890712"/>
              <a:gd name="connsiteX128" fmla="*/ 1852613 w 2543175"/>
              <a:gd name="connsiteY128" fmla="*/ 1359694 h 1890712"/>
              <a:gd name="connsiteX129" fmla="*/ 1859757 w 2543175"/>
              <a:gd name="connsiteY129" fmla="*/ 1366837 h 1890712"/>
              <a:gd name="connsiteX130" fmla="*/ 1869282 w 2543175"/>
              <a:gd name="connsiteY130" fmla="*/ 1371600 h 1890712"/>
              <a:gd name="connsiteX131" fmla="*/ 1883569 w 2543175"/>
              <a:gd name="connsiteY131" fmla="*/ 1388269 h 1890712"/>
              <a:gd name="connsiteX132" fmla="*/ 1893094 w 2543175"/>
              <a:gd name="connsiteY132" fmla="*/ 1395412 h 1890712"/>
              <a:gd name="connsiteX133" fmla="*/ 1902619 w 2543175"/>
              <a:gd name="connsiteY133" fmla="*/ 1404937 h 1890712"/>
              <a:gd name="connsiteX134" fmla="*/ 1912144 w 2543175"/>
              <a:gd name="connsiteY134" fmla="*/ 1409700 h 1890712"/>
              <a:gd name="connsiteX135" fmla="*/ 1931194 w 2543175"/>
              <a:gd name="connsiteY135" fmla="*/ 1421606 h 1890712"/>
              <a:gd name="connsiteX136" fmla="*/ 1935957 w 2543175"/>
              <a:gd name="connsiteY136" fmla="*/ 1428750 h 1890712"/>
              <a:gd name="connsiteX137" fmla="*/ 1952625 w 2543175"/>
              <a:gd name="connsiteY137" fmla="*/ 1438275 h 1890712"/>
              <a:gd name="connsiteX138" fmla="*/ 1971675 w 2543175"/>
              <a:gd name="connsiteY138" fmla="*/ 1450181 h 1890712"/>
              <a:gd name="connsiteX139" fmla="*/ 1981200 w 2543175"/>
              <a:gd name="connsiteY139" fmla="*/ 1454944 h 1890712"/>
              <a:gd name="connsiteX140" fmla="*/ 1997869 w 2543175"/>
              <a:gd name="connsiteY140" fmla="*/ 1471612 h 1890712"/>
              <a:gd name="connsiteX141" fmla="*/ 2007394 w 2543175"/>
              <a:gd name="connsiteY141" fmla="*/ 1478756 h 1890712"/>
              <a:gd name="connsiteX142" fmla="*/ 2016919 w 2543175"/>
              <a:gd name="connsiteY142" fmla="*/ 1483519 h 1890712"/>
              <a:gd name="connsiteX143" fmla="*/ 2024063 w 2543175"/>
              <a:gd name="connsiteY143" fmla="*/ 1490662 h 1890712"/>
              <a:gd name="connsiteX144" fmla="*/ 2033588 w 2543175"/>
              <a:gd name="connsiteY144" fmla="*/ 1495425 h 1890712"/>
              <a:gd name="connsiteX145" fmla="*/ 2040732 w 2543175"/>
              <a:gd name="connsiteY145" fmla="*/ 1502569 h 1890712"/>
              <a:gd name="connsiteX146" fmla="*/ 2047875 w 2543175"/>
              <a:gd name="connsiteY146" fmla="*/ 1507331 h 1890712"/>
              <a:gd name="connsiteX147" fmla="*/ 2057400 w 2543175"/>
              <a:gd name="connsiteY147" fmla="*/ 1514475 h 1890712"/>
              <a:gd name="connsiteX148" fmla="*/ 2064544 w 2543175"/>
              <a:gd name="connsiteY148" fmla="*/ 1519237 h 1890712"/>
              <a:gd name="connsiteX149" fmla="*/ 2071688 w 2543175"/>
              <a:gd name="connsiteY149" fmla="*/ 1526381 h 1890712"/>
              <a:gd name="connsiteX150" fmla="*/ 2081213 w 2543175"/>
              <a:gd name="connsiteY150" fmla="*/ 1531144 h 1890712"/>
              <a:gd name="connsiteX151" fmla="*/ 2090738 w 2543175"/>
              <a:gd name="connsiteY151" fmla="*/ 1538287 h 1890712"/>
              <a:gd name="connsiteX152" fmla="*/ 2109788 w 2543175"/>
              <a:gd name="connsiteY152" fmla="*/ 1547812 h 1890712"/>
              <a:gd name="connsiteX153" fmla="*/ 2131219 w 2543175"/>
              <a:gd name="connsiteY153" fmla="*/ 1562100 h 1890712"/>
              <a:gd name="connsiteX154" fmla="*/ 2140744 w 2543175"/>
              <a:gd name="connsiteY154" fmla="*/ 1566862 h 1890712"/>
              <a:gd name="connsiteX155" fmla="*/ 2152650 w 2543175"/>
              <a:gd name="connsiteY155" fmla="*/ 1576387 h 1890712"/>
              <a:gd name="connsiteX156" fmla="*/ 2181225 w 2543175"/>
              <a:gd name="connsiteY156" fmla="*/ 1590675 h 1890712"/>
              <a:gd name="connsiteX157" fmla="*/ 2200275 w 2543175"/>
              <a:gd name="connsiteY157" fmla="*/ 1607344 h 1890712"/>
              <a:gd name="connsiteX158" fmla="*/ 2207419 w 2543175"/>
              <a:gd name="connsiteY158" fmla="*/ 1612106 h 1890712"/>
              <a:gd name="connsiteX159" fmla="*/ 2216944 w 2543175"/>
              <a:gd name="connsiteY159" fmla="*/ 1619250 h 1890712"/>
              <a:gd name="connsiteX160" fmla="*/ 2224088 w 2543175"/>
              <a:gd name="connsiteY160" fmla="*/ 1624012 h 1890712"/>
              <a:gd name="connsiteX161" fmla="*/ 2247900 w 2543175"/>
              <a:gd name="connsiteY161" fmla="*/ 1643062 h 1890712"/>
              <a:gd name="connsiteX162" fmla="*/ 2255044 w 2543175"/>
              <a:gd name="connsiteY162" fmla="*/ 1650206 h 1890712"/>
              <a:gd name="connsiteX163" fmla="*/ 2281238 w 2543175"/>
              <a:gd name="connsiteY163" fmla="*/ 1664494 h 1890712"/>
              <a:gd name="connsiteX164" fmla="*/ 2297907 w 2543175"/>
              <a:gd name="connsiteY164" fmla="*/ 1674019 h 1890712"/>
              <a:gd name="connsiteX165" fmla="*/ 2312194 w 2543175"/>
              <a:gd name="connsiteY165" fmla="*/ 1685925 h 1890712"/>
              <a:gd name="connsiteX166" fmla="*/ 2328863 w 2543175"/>
              <a:gd name="connsiteY166" fmla="*/ 1697831 h 1890712"/>
              <a:gd name="connsiteX167" fmla="*/ 2350294 w 2543175"/>
              <a:gd name="connsiteY167" fmla="*/ 1712119 h 1890712"/>
              <a:gd name="connsiteX168" fmla="*/ 2369344 w 2543175"/>
              <a:gd name="connsiteY168" fmla="*/ 1724025 h 1890712"/>
              <a:gd name="connsiteX169" fmla="*/ 2428876 w 2543175"/>
              <a:gd name="connsiteY169" fmla="*/ 1785938 h 1890712"/>
              <a:gd name="connsiteX170" fmla="*/ 2466975 w 2543175"/>
              <a:gd name="connsiteY170" fmla="*/ 1783556 h 1890712"/>
              <a:gd name="connsiteX171" fmla="*/ 2481263 w 2543175"/>
              <a:gd name="connsiteY171" fmla="*/ 1795462 h 1890712"/>
              <a:gd name="connsiteX172" fmla="*/ 2486025 w 2543175"/>
              <a:gd name="connsiteY172" fmla="*/ 1802606 h 1890712"/>
              <a:gd name="connsiteX173" fmla="*/ 2514600 w 2543175"/>
              <a:gd name="connsiteY173" fmla="*/ 1850231 h 1890712"/>
              <a:gd name="connsiteX174" fmla="*/ 2519363 w 2543175"/>
              <a:gd name="connsiteY174" fmla="*/ 1857375 h 1890712"/>
              <a:gd name="connsiteX175" fmla="*/ 2540794 w 2543175"/>
              <a:gd name="connsiteY175" fmla="*/ 1883569 h 1890712"/>
              <a:gd name="connsiteX176" fmla="*/ 2543175 w 2543175"/>
              <a:gd name="connsiteY17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78619 w 2543175"/>
              <a:gd name="connsiteY30" fmla="*/ 276225 h 1890712"/>
              <a:gd name="connsiteX31" fmla="*/ 385763 w 2543175"/>
              <a:gd name="connsiteY31" fmla="*/ 283369 h 1890712"/>
              <a:gd name="connsiteX32" fmla="*/ 395288 w 2543175"/>
              <a:gd name="connsiteY32" fmla="*/ 288131 h 1890712"/>
              <a:gd name="connsiteX33" fmla="*/ 404813 w 2543175"/>
              <a:gd name="connsiteY33" fmla="*/ 295275 h 1890712"/>
              <a:gd name="connsiteX34" fmla="*/ 411957 w 2543175"/>
              <a:gd name="connsiteY34" fmla="*/ 297656 h 1890712"/>
              <a:gd name="connsiteX35" fmla="*/ 421482 w 2543175"/>
              <a:gd name="connsiteY35" fmla="*/ 302419 h 1890712"/>
              <a:gd name="connsiteX36" fmla="*/ 447675 w 2543175"/>
              <a:gd name="connsiteY36" fmla="*/ 307181 h 1890712"/>
              <a:gd name="connsiteX37" fmla="*/ 466725 w 2543175"/>
              <a:gd name="connsiteY37" fmla="*/ 328612 h 1890712"/>
              <a:gd name="connsiteX38" fmla="*/ 476250 w 2543175"/>
              <a:gd name="connsiteY38" fmla="*/ 335756 h 1890712"/>
              <a:gd name="connsiteX39" fmla="*/ 481013 w 2543175"/>
              <a:gd name="connsiteY39" fmla="*/ 342900 h 1890712"/>
              <a:gd name="connsiteX40" fmla="*/ 490538 w 2543175"/>
              <a:gd name="connsiteY40" fmla="*/ 352425 h 1890712"/>
              <a:gd name="connsiteX41" fmla="*/ 495300 w 2543175"/>
              <a:gd name="connsiteY41" fmla="*/ 359569 h 1890712"/>
              <a:gd name="connsiteX42" fmla="*/ 509588 w 2543175"/>
              <a:gd name="connsiteY42" fmla="*/ 376237 h 1890712"/>
              <a:gd name="connsiteX43" fmla="*/ 514350 w 2543175"/>
              <a:gd name="connsiteY43" fmla="*/ 383381 h 1890712"/>
              <a:gd name="connsiteX44" fmla="*/ 531019 w 2543175"/>
              <a:gd name="connsiteY44" fmla="*/ 397669 h 1890712"/>
              <a:gd name="connsiteX45" fmla="*/ 538163 w 2543175"/>
              <a:gd name="connsiteY45" fmla="*/ 407194 h 1890712"/>
              <a:gd name="connsiteX46" fmla="*/ 554832 w 2543175"/>
              <a:gd name="connsiteY46" fmla="*/ 421481 h 1890712"/>
              <a:gd name="connsiteX47" fmla="*/ 564357 w 2543175"/>
              <a:gd name="connsiteY47" fmla="*/ 431006 h 1890712"/>
              <a:gd name="connsiteX48" fmla="*/ 573882 w 2543175"/>
              <a:gd name="connsiteY48" fmla="*/ 438150 h 1890712"/>
              <a:gd name="connsiteX49" fmla="*/ 595313 w 2543175"/>
              <a:gd name="connsiteY49" fmla="*/ 454819 h 1890712"/>
              <a:gd name="connsiteX50" fmla="*/ 602457 w 2543175"/>
              <a:gd name="connsiteY50" fmla="*/ 457200 h 1890712"/>
              <a:gd name="connsiteX51" fmla="*/ 628650 w 2543175"/>
              <a:gd name="connsiteY51" fmla="*/ 469106 h 1890712"/>
              <a:gd name="connsiteX52" fmla="*/ 645319 w 2543175"/>
              <a:gd name="connsiteY52" fmla="*/ 483394 h 1890712"/>
              <a:gd name="connsiteX53" fmla="*/ 654844 w 2543175"/>
              <a:gd name="connsiteY53" fmla="*/ 488156 h 1890712"/>
              <a:gd name="connsiteX54" fmla="*/ 661988 w 2543175"/>
              <a:gd name="connsiteY54" fmla="*/ 497681 h 1890712"/>
              <a:gd name="connsiteX55" fmla="*/ 683419 w 2543175"/>
              <a:gd name="connsiteY55" fmla="*/ 514350 h 1890712"/>
              <a:gd name="connsiteX56" fmla="*/ 700088 w 2543175"/>
              <a:gd name="connsiteY56" fmla="*/ 526256 h 1890712"/>
              <a:gd name="connsiteX57" fmla="*/ 709613 w 2543175"/>
              <a:gd name="connsiteY57" fmla="*/ 535781 h 1890712"/>
              <a:gd name="connsiteX58" fmla="*/ 719138 w 2543175"/>
              <a:gd name="connsiteY58" fmla="*/ 542925 h 1890712"/>
              <a:gd name="connsiteX59" fmla="*/ 733425 w 2543175"/>
              <a:gd name="connsiteY59" fmla="*/ 557212 h 1890712"/>
              <a:gd name="connsiteX60" fmla="*/ 750094 w 2543175"/>
              <a:gd name="connsiteY60" fmla="*/ 569119 h 1890712"/>
              <a:gd name="connsiteX61" fmla="*/ 769144 w 2543175"/>
              <a:gd name="connsiteY61" fmla="*/ 581025 h 1890712"/>
              <a:gd name="connsiteX62" fmla="*/ 785813 w 2543175"/>
              <a:gd name="connsiteY62" fmla="*/ 590550 h 1890712"/>
              <a:gd name="connsiteX63" fmla="*/ 792957 w 2543175"/>
              <a:gd name="connsiteY63" fmla="*/ 600075 h 1890712"/>
              <a:gd name="connsiteX64" fmla="*/ 809625 w 2543175"/>
              <a:gd name="connsiteY64" fmla="*/ 611981 h 1890712"/>
              <a:gd name="connsiteX65" fmla="*/ 816769 w 2543175"/>
              <a:gd name="connsiteY65" fmla="*/ 619125 h 1890712"/>
              <a:gd name="connsiteX66" fmla="*/ 826294 w 2543175"/>
              <a:gd name="connsiteY66" fmla="*/ 626269 h 1890712"/>
              <a:gd name="connsiteX67" fmla="*/ 840582 w 2543175"/>
              <a:gd name="connsiteY67" fmla="*/ 638175 h 1890712"/>
              <a:gd name="connsiteX68" fmla="*/ 847725 w 2543175"/>
              <a:gd name="connsiteY68" fmla="*/ 645319 h 1890712"/>
              <a:gd name="connsiteX69" fmla="*/ 857250 w 2543175"/>
              <a:gd name="connsiteY69" fmla="*/ 652462 h 1890712"/>
              <a:gd name="connsiteX70" fmla="*/ 864394 w 2543175"/>
              <a:gd name="connsiteY70" fmla="*/ 657225 h 1890712"/>
              <a:gd name="connsiteX71" fmla="*/ 888207 w 2543175"/>
              <a:gd name="connsiteY71" fmla="*/ 676275 h 1890712"/>
              <a:gd name="connsiteX72" fmla="*/ 895350 w 2543175"/>
              <a:gd name="connsiteY72" fmla="*/ 681037 h 1890712"/>
              <a:gd name="connsiteX73" fmla="*/ 907257 w 2543175"/>
              <a:gd name="connsiteY73" fmla="*/ 683419 h 1890712"/>
              <a:gd name="connsiteX74" fmla="*/ 928688 w 2543175"/>
              <a:gd name="connsiteY74" fmla="*/ 695325 h 1890712"/>
              <a:gd name="connsiteX75" fmla="*/ 942975 w 2543175"/>
              <a:gd name="connsiteY75" fmla="*/ 700087 h 1890712"/>
              <a:gd name="connsiteX76" fmla="*/ 964407 w 2543175"/>
              <a:gd name="connsiteY76" fmla="*/ 716756 h 1890712"/>
              <a:gd name="connsiteX77" fmla="*/ 971550 w 2543175"/>
              <a:gd name="connsiteY77" fmla="*/ 723900 h 1890712"/>
              <a:gd name="connsiteX78" fmla="*/ 983457 w 2543175"/>
              <a:gd name="connsiteY78" fmla="*/ 733425 h 1890712"/>
              <a:gd name="connsiteX79" fmla="*/ 990600 w 2543175"/>
              <a:gd name="connsiteY79" fmla="*/ 738187 h 1890712"/>
              <a:gd name="connsiteX80" fmla="*/ 1007269 w 2543175"/>
              <a:gd name="connsiteY80" fmla="*/ 752475 h 1890712"/>
              <a:gd name="connsiteX81" fmla="*/ 1031082 w 2543175"/>
              <a:gd name="connsiteY81" fmla="*/ 766762 h 1890712"/>
              <a:gd name="connsiteX82" fmla="*/ 1042988 w 2543175"/>
              <a:gd name="connsiteY82" fmla="*/ 773906 h 1890712"/>
              <a:gd name="connsiteX83" fmla="*/ 1071563 w 2543175"/>
              <a:gd name="connsiteY83" fmla="*/ 785812 h 1890712"/>
              <a:gd name="connsiteX84" fmla="*/ 1097757 w 2543175"/>
              <a:gd name="connsiteY84" fmla="*/ 807244 h 1890712"/>
              <a:gd name="connsiteX85" fmla="*/ 1104900 w 2543175"/>
              <a:gd name="connsiteY85" fmla="*/ 814387 h 1890712"/>
              <a:gd name="connsiteX86" fmla="*/ 1121569 w 2543175"/>
              <a:gd name="connsiteY86" fmla="*/ 823912 h 1890712"/>
              <a:gd name="connsiteX87" fmla="*/ 1138238 w 2543175"/>
              <a:gd name="connsiteY87" fmla="*/ 835819 h 1890712"/>
              <a:gd name="connsiteX88" fmla="*/ 1147763 w 2543175"/>
              <a:gd name="connsiteY88" fmla="*/ 842962 h 1890712"/>
              <a:gd name="connsiteX89" fmla="*/ 1157288 w 2543175"/>
              <a:gd name="connsiteY89" fmla="*/ 847725 h 1890712"/>
              <a:gd name="connsiteX90" fmla="*/ 1178719 w 2543175"/>
              <a:gd name="connsiteY90" fmla="*/ 859631 h 1890712"/>
              <a:gd name="connsiteX91" fmla="*/ 1188244 w 2543175"/>
              <a:gd name="connsiteY91" fmla="*/ 866775 h 1890712"/>
              <a:gd name="connsiteX92" fmla="*/ 1195388 w 2543175"/>
              <a:gd name="connsiteY92" fmla="*/ 871537 h 1890712"/>
              <a:gd name="connsiteX93" fmla="*/ 1212057 w 2543175"/>
              <a:gd name="connsiteY93" fmla="*/ 883444 h 1890712"/>
              <a:gd name="connsiteX94" fmla="*/ 1226344 w 2543175"/>
              <a:gd name="connsiteY94" fmla="*/ 895350 h 1890712"/>
              <a:gd name="connsiteX95" fmla="*/ 1245394 w 2543175"/>
              <a:gd name="connsiteY95" fmla="*/ 907256 h 1890712"/>
              <a:gd name="connsiteX96" fmla="*/ 1254919 w 2543175"/>
              <a:gd name="connsiteY96" fmla="*/ 914400 h 1890712"/>
              <a:gd name="connsiteX97" fmla="*/ 1269207 w 2543175"/>
              <a:gd name="connsiteY97" fmla="*/ 921544 h 1890712"/>
              <a:gd name="connsiteX98" fmla="*/ 1290638 w 2543175"/>
              <a:gd name="connsiteY98" fmla="*/ 935831 h 1890712"/>
              <a:gd name="connsiteX99" fmla="*/ 1307307 w 2543175"/>
              <a:gd name="connsiteY99" fmla="*/ 952500 h 1890712"/>
              <a:gd name="connsiteX100" fmla="*/ 1333500 w 2543175"/>
              <a:gd name="connsiteY100" fmla="*/ 971550 h 1890712"/>
              <a:gd name="connsiteX101" fmla="*/ 1359694 w 2543175"/>
              <a:gd name="connsiteY101" fmla="*/ 990600 h 1890712"/>
              <a:gd name="connsiteX102" fmla="*/ 1373982 w 2543175"/>
              <a:gd name="connsiteY102" fmla="*/ 997744 h 1890712"/>
              <a:gd name="connsiteX103" fmla="*/ 1388269 w 2543175"/>
              <a:gd name="connsiteY103" fmla="*/ 1007269 h 1890712"/>
              <a:gd name="connsiteX104" fmla="*/ 1414463 w 2543175"/>
              <a:gd name="connsiteY104" fmla="*/ 1019175 h 1890712"/>
              <a:gd name="connsiteX105" fmla="*/ 1428750 w 2543175"/>
              <a:gd name="connsiteY105" fmla="*/ 1026319 h 1890712"/>
              <a:gd name="connsiteX106" fmla="*/ 1471613 w 2543175"/>
              <a:gd name="connsiteY106" fmla="*/ 1059656 h 1890712"/>
              <a:gd name="connsiteX107" fmla="*/ 1495425 w 2543175"/>
              <a:gd name="connsiteY107" fmla="*/ 1088231 h 1890712"/>
              <a:gd name="connsiteX108" fmla="*/ 1547812 w 2543175"/>
              <a:gd name="connsiteY108" fmla="*/ 1133475 h 1890712"/>
              <a:gd name="connsiteX109" fmla="*/ 1597819 w 2543175"/>
              <a:gd name="connsiteY109" fmla="*/ 1154906 h 1890712"/>
              <a:gd name="connsiteX110" fmla="*/ 1604963 w 2543175"/>
              <a:gd name="connsiteY110" fmla="*/ 1162050 h 1890712"/>
              <a:gd name="connsiteX111" fmla="*/ 1612107 w 2543175"/>
              <a:gd name="connsiteY111" fmla="*/ 1166812 h 1890712"/>
              <a:gd name="connsiteX112" fmla="*/ 1628775 w 2543175"/>
              <a:gd name="connsiteY112" fmla="*/ 1183481 h 1890712"/>
              <a:gd name="connsiteX113" fmla="*/ 1662113 w 2543175"/>
              <a:gd name="connsiteY113" fmla="*/ 1209675 h 1890712"/>
              <a:gd name="connsiteX114" fmla="*/ 1678782 w 2543175"/>
              <a:gd name="connsiteY114" fmla="*/ 1226344 h 1890712"/>
              <a:gd name="connsiteX115" fmla="*/ 1700213 w 2543175"/>
              <a:gd name="connsiteY115" fmla="*/ 1247775 h 1890712"/>
              <a:gd name="connsiteX116" fmla="*/ 1712119 w 2543175"/>
              <a:gd name="connsiteY116" fmla="*/ 1259681 h 1890712"/>
              <a:gd name="connsiteX117" fmla="*/ 1733550 w 2543175"/>
              <a:gd name="connsiteY117" fmla="*/ 1273969 h 1890712"/>
              <a:gd name="connsiteX118" fmla="*/ 1743075 w 2543175"/>
              <a:gd name="connsiteY118" fmla="*/ 1283494 h 1890712"/>
              <a:gd name="connsiteX119" fmla="*/ 1754982 w 2543175"/>
              <a:gd name="connsiteY119" fmla="*/ 1290637 h 1890712"/>
              <a:gd name="connsiteX120" fmla="*/ 1766888 w 2543175"/>
              <a:gd name="connsiteY120" fmla="*/ 1300162 h 1890712"/>
              <a:gd name="connsiteX121" fmla="*/ 1783557 w 2543175"/>
              <a:gd name="connsiteY121" fmla="*/ 1307306 h 1890712"/>
              <a:gd name="connsiteX122" fmla="*/ 1790700 w 2543175"/>
              <a:gd name="connsiteY122" fmla="*/ 1312069 h 1890712"/>
              <a:gd name="connsiteX123" fmla="*/ 1800225 w 2543175"/>
              <a:gd name="connsiteY123" fmla="*/ 1319212 h 1890712"/>
              <a:gd name="connsiteX124" fmla="*/ 1807369 w 2543175"/>
              <a:gd name="connsiteY124" fmla="*/ 1321594 h 1890712"/>
              <a:gd name="connsiteX125" fmla="*/ 1824038 w 2543175"/>
              <a:gd name="connsiteY125" fmla="*/ 1333500 h 1890712"/>
              <a:gd name="connsiteX126" fmla="*/ 1843088 w 2543175"/>
              <a:gd name="connsiteY126" fmla="*/ 1352550 h 1890712"/>
              <a:gd name="connsiteX127" fmla="*/ 1852613 w 2543175"/>
              <a:gd name="connsiteY127" fmla="*/ 1359694 h 1890712"/>
              <a:gd name="connsiteX128" fmla="*/ 1859757 w 2543175"/>
              <a:gd name="connsiteY128" fmla="*/ 1366837 h 1890712"/>
              <a:gd name="connsiteX129" fmla="*/ 1869282 w 2543175"/>
              <a:gd name="connsiteY129" fmla="*/ 1371600 h 1890712"/>
              <a:gd name="connsiteX130" fmla="*/ 1883569 w 2543175"/>
              <a:gd name="connsiteY130" fmla="*/ 1388269 h 1890712"/>
              <a:gd name="connsiteX131" fmla="*/ 1893094 w 2543175"/>
              <a:gd name="connsiteY131" fmla="*/ 1395412 h 1890712"/>
              <a:gd name="connsiteX132" fmla="*/ 1902619 w 2543175"/>
              <a:gd name="connsiteY132" fmla="*/ 1404937 h 1890712"/>
              <a:gd name="connsiteX133" fmla="*/ 1912144 w 2543175"/>
              <a:gd name="connsiteY133" fmla="*/ 1409700 h 1890712"/>
              <a:gd name="connsiteX134" fmla="*/ 1931194 w 2543175"/>
              <a:gd name="connsiteY134" fmla="*/ 1421606 h 1890712"/>
              <a:gd name="connsiteX135" fmla="*/ 1935957 w 2543175"/>
              <a:gd name="connsiteY135" fmla="*/ 1428750 h 1890712"/>
              <a:gd name="connsiteX136" fmla="*/ 1952625 w 2543175"/>
              <a:gd name="connsiteY136" fmla="*/ 1438275 h 1890712"/>
              <a:gd name="connsiteX137" fmla="*/ 1971675 w 2543175"/>
              <a:gd name="connsiteY137" fmla="*/ 1450181 h 1890712"/>
              <a:gd name="connsiteX138" fmla="*/ 1981200 w 2543175"/>
              <a:gd name="connsiteY138" fmla="*/ 1454944 h 1890712"/>
              <a:gd name="connsiteX139" fmla="*/ 1997869 w 2543175"/>
              <a:gd name="connsiteY139" fmla="*/ 1471612 h 1890712"/>
              <a:gd name="connsiteX140" fmla="*/ 2007394 w 2543175"/>
              <a:gd name="connsiteY140" fmla="*/ 1478756 h 1890712"/>
              <a:gd name="connsiteX141" fmla="*/ 2016919 w 2543175"/>
              <a:gd name="connsiteY141" fmla="*/ 1483519 h 1890712"/>
              <a:gd name="connsiteX142" fmla="*/ 2024063 w 2543175"/>
              <a:gd name="connsiteY142" fmla="*/ 1490662 h 1890712"/>
              <a:gd name="connsiteX143" fmla="*/ 2033588 w 2543175"/>
              <a:gd name="connsiteY143" fmla="*/ 1495425 h 1890712"/>
              <a:gd name="connsiteX144" fmla="*/ 2040732 w 2543175"/>
              <a:gd name="connsiteY144" fmla="*/ 1502569 h 1890712"/>
              <a:gd name="connsiteX145" fmla="*/ 2047875 w 2543175"/>
              <a:gd name="connsiteY145" fmla="*/ 1507331 h 1890712"/>
              <a:gd name="connsiteX146" fmla="*/ 2057400 w 2543175"/>
              <a:gd name="connsiteY146" fmla="*/ 1514475 h 1890712"/>
              <a:gd name="connsiteX147" fmla="*/ 2064544 w 2543175"/>
              <a:gd name="connsiteY147" fmla="*/ 1519237 h 1890712"/>
              <a:gd name="connsiteX148" fmla="*/ 2071688 w 2543175"/>
              <a:gd name="connsiteY148" fmla="*/ 1526381 h 1890712"/>
              <a:gd name="connsiteX149" fmla="*/ 2081213 w 2543175"/>
              <a:gd name="connsiteY149" fmla="*/ 1531144 h 1890712"/>
              <a:gd name="connsiteX150" fmla="*/ 2090738 w 2543175"/>
              <a:gd name="connsiteY150" fmla="*/ 1538287 h 1890712"/>
              <a:gd name="connsiteX151" fmla="*/ 2109788 w 2543175"/>
              <a:gd name="connsiteY151" fmla="*/ 1547812 h 1890712"/>
              <a:gd name="connsiteX152" fmla="*/ 2131219 w 2543175"/>
              <a:gd name="connsiteY152" fmla="*/ 1562100 h 1890712"/>
              <a:gd name="connsiteX153" fmla="*/ 2140744 w 2543175"/>
              <a:gd name="connsiteY153" fmla="*/ 1566862 h 1890712"/>
              <a:gd name="connsiteX154" fmla="*/ 2152650 w 2543175"/>
              <a:gd name="connsiteY154" fmla="*/ 1576387 h 1890712"/>
              <a:gd name="connsiteX155" fmla="*/ 2181225 w 2543175"/>
              <a:gd name="connsiteY155" fmla="*/ 1590675 h 1890712"/>
              <a:gd name="connsiteX156" fmla="*/ 2200275 w 2543175"/>
              <a:gd name="connsiteY156" fmla="*/ 1607344 h 1890712"/>
              <a:gd name="connsiteX157" fmla="*/ 2207419 w 2543175"/>
              <a:gd name="connsiteY157" fmla="*/ 1612106 h 1890712"/>
              <a:gd name="connsiteX158" fmla="*/ 2216944 w 2543175"/>
              <a:gd name="connsiteY158" fmla="*/ 1619250 h 1890712"/>
              <a:gd name="connsiteX159" fmla="*/ 2224088 w 2543175"/>
              <a:gd name="connsiteY159" fmla="*/ 1624012 h 1890712"/>
              <a:gd name="connsiteX160" fmla="*/ 2247900 w 2543175"/>
              <a:gd name="connsiteY160" fmla="*/ 1643062 h 1890712"/>
              <a:gd name="connsiteX161" fmla="*/ 2255044 w 2543175"/>
              <a:gd name="connsiteY161" fmla="*/ 1650206 h 1890712"/>
              <a:gd name="connsiteX162" fmla="*/ 2281238 w 2543175"/>
              <a:gd name="connsiteY162" fmla="*/ 1664494 h 1890712"/>
              <a:gd name="connsiteX163" fmla="*/ 2297907 w 2543175"/>
              <a:gd name="connsiteY163" fmla="*/ 1674019 h 1890712"/>
              <a:gd name="connsiteX164" fmla="*/ 2312194 w 2543175"/>
              <a:gd name="connsiteY164" fmla="*/ 1685925 h 1890712"/>
              <a:gd name="connsiteX165" fmla="*/ 2328863 w 2543175"/>
              <a:gd name="connsiteY165" fmla="*/ 1697831 h 1890712"/>
              <a:gd name="connsiteX166" fmla="*/ 2350294 w 2543175"/>
              <a:gd name="connsiteY166" fmla="*/ 1712119 h 1890712"/>
              <a:gd name="connsiteX167" fmla="*/ 2369344 w 2543175"/>
              <a:gd name="connsiteY167" fmla="*/ 1724025 h 1890712"/>
              <a:gd name="connsiteX168" fmla="*/ 2428876 w 2543175"/>
              <a:gd name="connsiteY168" fmla="*/ 1785938 h 1890712"/>
              <a:gd name="connsiteX169" fmla="*/ 2466975 w 2543175"/>
              <a:gd name="connsiteY169" fmla="*/ 1783556 h 1890712"/>
              <a:gd name="connsiteX170" fmla="*/ 2481263 w 2543175"/>
              <a:gd name="connsiteY170" fmla="*/ 1795462 h 1890712"/>
              <a:gd name="connsiteX171" fmla="*/ 2486025 w 2543175"/>
              <a:gd name="connsiteY171" fmla="*/ 1802606 h 1890712"/>
              <a:gd name="connsiteX172" fmla="*/ 2514600 w 2543175"/>
              <a:gd name="connsiteY172" fmla="*/ 1850231 h 1890712"/>
              <a:gd name="connsiteX173" fmla="*/ 2519363 w 2543175"/>
              <a:gd name="connsiteY173" fmla="*/ 1857375 h 1890712"/>
              <a:gd name="connsiteX174" fmla="*/ 2540794 w 2543175"/>
              <a:gd name="connsiteY174" fmla="*/ 1883569 h 1890712"/>
              <a:gd name="connsiteX175" fmla="*/ 2543175 w 2543175"/>
              <a:gd name="connsiteY175"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78619 w 2543175"/>
              <a:gd name="connsiteY30" fmla="*/ 276225 h 1890712"/>
              <a:gd name="connsiteX31" fmla="*/ 385763 w 2543175"/>
              <a:gd name="connsiteY31" fmla="*/ 283369 h 1890712"/>
              <a:gd name="connsiteX32" fmla="*/ 395288 w 2543175"/>
              <a:gd name="connsiteY32" fmla="*/ 288131 h 1890712"/>
              <a:gd name="connsiteX33" fmla="*/ 404813 w 2543175"/>
              <a:gd name="connsiteY33" fmla="*/ 295275 h 1890712"/>
              <a:gd name="connsiteX34" fmla="*/ 411957 w 2543175"/>
              <a:gd name="connsiteY34" fmla="*/ 297656 h 1890712"/>
              <a:gd name="connsiteX35" fmla="*/ 421482 w 2543175"/>
              <a:gd name="connsiteY35" fmla="*/ 302419 h 1890712"/>
              <a:gd name="connsiteX36" fmla="*/ 466725 w 2543175"/>
              <a:gd name="connsiteY36" fmla="*/ 328612 h 1890712"/>
              <a:gd name="connsiteX37" fmla="*/ 476250 w 2543175"/>
              <a:gd name="connsiteY37" fmla="*/ 335756 h 1890712"/>
              <a:gd name="connsiteX38" fmla="*/ 481013 w 2543175"/>
              <a:gd name="connsiteY38" fmla="*/ 342900 h 1890712"/>
              <a:gd name="connsiteX39" fmla="*/ 490538 w 2543175"/>
              <a:gd name="connsiteY39" fmla="*/ 352425 h 1890712"/>
              <a:gd name="connsiteX40" fmla="*/ 495300 w 2543175"/>
              <a:gd name="connsiteY40" fmla="*/ 359569 h 1890712"/>
              <a:gd name="connsiteX41" fmla="*/ 509588 w 2543175"/>
              <a:gd name="connsiteY41" fmla="*/ 376237 h 1890712"/>
              <a:gd name="connsiteX42" fmla="*/ 514350 w 2543175"/>
              <a:gd name="connsiteY42" fmla="*/ 383381 h 1890712"/>
              <a:gd name="connsiteX43" fmla="*/ 531019 w 2543175"/>
              <a:gd name="connsiteY43" fmla="*/ 397669 h 1890712"/>
              <a:gd name="connsiteX44" fmla="*/ 538163 w 2543175"/>
              <a:gd name="connsiteY44" fmla="*/ 407194 h 1890712"/>
              <a:gd name="connsiteX45" fmla="*/ 554832 w 2543175"/>
              <a:gd name="connsiteY45" fmla="*/ 421481 h 1890712"/>
              <a:gd name="connsiteX46" fmla="*/ 564357 w 2543175"/>
              <a:gd name="connsiteY46" fmla="*/ 431006 h 1890712"/>
              <a:gd name="connsiteX47" fmla="*/ 573882 w 2543175"/>
              <a:gd name="connsiteY47" fmla="*/ 438150 h 1890712"/>
              <a:gd name="connsiteX48" fmla="*/ 595313 w 2543175"/>
              <a:gd name="connsiteY48" fmla="*/ 454819 h 1890712"/>
              <a:gd name="connsiteX49" fmla="*/ 602457 w 2543175"/>
              <a:gd name="connsiteY49" fmla="*/ 457200 h 1890712"/>
              <a:gd name="connsiteX50" fmla="*/ 628650 w 2543175"/>
              <a:gd name="connsiteY50" fmla="*/ 469106 h 1890712"/>
              <a:gd name="connsiteX51" fmla="*/ 645319 w 2543175"/>
              <a:gd name="connsiteY51" fmla="*/ 483394 h 1890712"/>
              <a:gd name="connsiteX52" fmla="*/ 654844 w 2543175"/>
              <a:gd name="connsiteY52" fmla="*/ 488156 h 1890712"/>
              <a:gd name="connsiteX53" fmla="*/ 661988 w 2543175"/>
              <a:gd name="connsiteY53" fmla="*/ 497681 h 1890712"/>
              <a:gd name="connsiteX54" fmla="*/ 683419 w 2543175"/>
              <a:gd name="connsiteY54" fmla="*/ 514350 h 1890712"/>
              <a:gd name="connsiteX55" fmla="*/ 700088 w 2543175"/>
              <a:gd name="connsiteY55" fmla="*/ 526256 h 1890712"/>
              <a:gd name="connsiteX56" fmla="*/ 709613 w 2543175"/>
              <a:gd name="connsiteY56" fmla="*/ 535781 h 1890712"/>
              <a:gd name="connsiteX57" fmla="*/ 719138 w 2543175"/>
              <a:gd name="connsiteY57" fmla="*/ 542925 h 1890712"/>
              <a:gd name="connsiteX58" fmla="*/ 733425 w 2543175"/>
              <a:gd name="connsiteY58" fmla="*/ 557212 h 1890712"/>
              <a:gd name="connsiteX59" fmla="*/ 750094 w 2543175"/>
              <a:gd name="connsiteY59" fmla="*/ 569119 h 1890712"/>
              <a:gd name="connsiteX60" fmla="*/ 769144 w 2543175"/>
              <a:gd name="connsiteY60" fmla="*/ 581025 h 1890712"/>
              <a:gd name="connsiteX61" fmla="*/ 785813 w 2543175"/>
              <a:gd name="connsiteY61" fmla="*/ 590550 h 1890712"/>
              <a:gd name="connsiteX62" fmla="*/ 792957 w 2543175"/>
              <a:gd name="connsiteY62" fmla="*/ 600075 h 1890712"/>
              <a:gd name="connsiteX63" fmla="*/ 809625 w 2543175"/>
              <a:gd name="connsiteY63" fmla="*/ 611981 h 1890712"/>
              <a:gd name="connsiteX64" fmla="*/ 816769 w 2543175"/>
              <a:gd name="connsiteY64" fmla="*/ 619125 h 1890712"/>
              <a:gd name="connsiteX65" fmla="*/ 826294 w 2543175"/>
              <a:gd name="connsiteY65" fmla="*/ 626269 h 1890712"/>
              <a:gd name="connsiteX66" fmla="*/ 840582 w 2543175"/>
              <a:gd name="connsiteY66" fmla="*/ 638175 h 1890712"/>
              <a:gd name="connsiteX67" fmla="*/ 847725 w 2543175"/>
              <a:gd name="connsiteY67" fmla="*/ 645319 h 1890712"/>
              <a:gd name="connsiteX68" fmla="*/ 857250 w 2543175"/>
              <a:gd name="connsiteY68" fmla="*/ 652462 h 1890712"/>
              <a:gd name="connsiteX69" fmla="*/ 864394 w 2543175"/>
              <a:gd name="connsiteY69" fmla="*/ 657225 h 1890712"/>
              <a:gd name="connsiteX70" fmla="*/ 888207 w 2543175"/>
              <a:gd name="connsiteY70" fmla="*/ 676275 h 1890712"/>
              <a:gd name="connsiteX71" fmla="*/ 895350 w 2543175"/>
              <a:gd name="connsiteY71" fmla="*/ 681037 h 1890712"/>
              <a:gd name="connsiteX72" fmla="*/ 907257 w 2543175"/>
              <a:gd name="connsiteY72" fmla="*/ 683419 h 1890712"/>
              <a:gd name="connsiteX73" fmla="*/ 928688 w 2543175"/>
              <a:gd name="connsiteY73" fmla="*/ 695325 h 1890712"/>
              <a:gd name="connsiteX74" fmla="*/ 942975 w 2543175"/>
              <a:gd name="connsiteY74" fmla="*/ 700087 h 1890712"/>
              <a:gd name="connsiteX75" fmla="*/ 964407 w 2543175"/>
              <a:gd name="connsiteY75" fmla="*/ 716756 h 1890712"/>
              <a:gd name="connsiteX76" fmla="*/ 971550 w 2543175"/>
              <a:gd name="connsiteY76" fmla="*/ 723900 h 1890712"/>
              <a:gd name="connsiteX77" fmla="*/ 983457 w 2543175"/>
              <a:gd name="connsiteY77" fmla="*/ 733425 h 1890712"/>
              <a:gd name="connsiteX78" fmla="*/ 990600 w 2543175"/>
              <a:gd name="connsiteY78" fmla="*/ 738187 h 1890712"/>
              <a:gd name="connsiteX79" fmla="*/ 1007269 w 2543175"/>
              <a:gd name="connsiteY79" fmla="*/ 752475 h 1890712"/>
              <a:gd name="connsiteX80" fmla="*/ 1031082 w 2543175"/>
              <a:gd name="connsiteY80" fmla="*/ 766762 h 1890712"/>
              <a:gd name="connsiteX81" fmla="*/ 1042988 w 2543175"/>
              <a:gd name="connsiteY81" fmla="*/ 773906 h 1890712"/>
              <a:gd name="connsiteX82" fmla="*/ 1071563 w 2543175"/>
              <a:gd name="connsiteY82" fmla="*/ 785812 h 1890712"/>
              <a:gd name="connsiteX83" fmla="*/ 1097757 w 2543175"/>
              <a:gd name="connsiteY83" fmla="*/ 807244 h 1890712"/>
              <a:gd name="connsiteX84" fmla="*/ 1104900 w 2543175"/>
              <a:gd name="connsiteY84" fmla="*/ 814387 h 1890712"/>
              <a:gd name="connsiteX85" fmla="*/ 1121569 w 2543175"/>
              <a:gd name="connsiteY85" fmla="*/ 823912 h 1890712"/>
              <a:gd name="connsiteX86" fmla="*/ 1138238 w 2543175"/>
              <a:gd name="connsiteY86" fmla="*/ 835819 h 1890712"/>
              <a:gd name="connsiteX87" fmla="*/ 1147763 w 2543175"/>
              <a:gd name="connsiteY87" fmla="*/ 842962 h 1890712"/>
              <a:gd name="connsiteX88" fmla="*/ 1157288 w 2543175"/>
              <a:gd name="connsiteY88" fmla="*/ 847725 h 1890712"/>
              <a:gd name="connsiteX89" fmla="*/ 1178719 w 2543175"/>
              <a:gd name="connsiteY89" fmla="*/ 859631 h 1890712"/>
              <a:gd name="connsiteX90" fmla="*/ 1188244 w 2543175"/>
              <a:gd name="connsiteY90" fmla="*/ 866775 h 1890712"/>
              <a:gd name="connsiteX91" fmla="*/ 1195388 w 2543175"/>
              <a:gd name="connsiteY91" fmla="*/ 871537 h 1890712"/>
              <a:gd name="connsiteX92" fmla="*/ 1212057 w 2543175"/>
              <a:gd name="connsiteY92" fmla="*/ 883444 h 1890712"/>
              <a:gd name="connsiteX93" fmla="*/ 1226344 w 2543175"/>
              <a:gd name="connsiteY93" fmla="*/ 895350 h 1890712"/>
              <a:gd name="connsiteX94" fmla="*/ 1245394 w 2543175"/>
              <a:gd name="connsiteY94" fmla="*/ 907256 h 1890712"/>
              <a:gd name="connsiteX95" fmla="*/ 1254919 w 2543175"/>
              <a:gd name="connsiteY95" fmla="*/ 914400 h 1890712"/>
              <a:gd name="connsiteX96" fmla="*/ 1269207 w 2543175"/>
              <a:gd name="connsiteY96" fmla="*/ 921544 h 1890712"/>
              <a:gd name="connsiteX97" fmla="*/ 1290638 w 2543175"/>
              <a:gd name="connsiteY97" fmla="*/ 935831 h 1890712"/>
              <a:gd name="connsiteX98" fmla="*/ 1307307 w 2543175"/>
              <a:gd name="connsiteY98" fmla="*/ 952500 h 1890712"/>
              <a:gd name="connsiteX99" fmla="*/ 1333500 w 2543175"/>
              <a:gd name="connsiteY99" fmla="*/ 971550 h 1890712"/>
              <a:gd name="connsiteX100" fmla="*/ 1359694 w 2543175"/>
              <a:gd name="connsiteY100" fmla="*/ 990600 h 1890712"/>
              <a:gd name="connsiteX101" fmla="*/ 1373982 w 2543175"/>
              <a:gd name="connsiteY101" fmla="*/ 997744 h 1890712"/>
              <a:gd name="connsiteX102" fmla="*/ 1388269 w 2543175"/>
              <a:gd name="connsiteY102" fmla="*/ 1007269 h 1890712"/>
              <a:gd name="connsiteX103" fmla="*/ 1414463 w 2543175"/>
              <a:gd name="connsiteY103" fmla="*/ 1019175 h 1890712"/>
              <a:gd name="connsiteX104" fmla="*/ 1428750 w 2543175"/>
              <a:gd name="connsiteY104" fmla="*/ 1026319 h 1890712"/>
              <a:gd name="connsiteX105" fmla="*/ 1471613 w 2543175"/>
              <a:gd name="connsiteY105" fmla="*/ 1059656 h 1890712"/>
              <a:gd name="connsiteX106" fmla="*/ 1495425 w 2543175"/>
              <a:gd name="connsiteY106" fmla="*/ 1088231 h 1890712"/>
              <a:gd name="connsiteX107" fmla="*/ 1547812 w 2543175"/>
              <a:gd name="connsiteY107" fmla="*/ 1133475 h 1890712"/>
              <a:gd name="connsiteX108" fmla="*/ 1597819 w 2543175"/>
              <a:gd name="connsiteY108" fmla="*/ 1154906 h 1890712"/>
              <a:gd name="connsiteX109" fmla="*/ 1604963 w 2543175"/>
              <a:gd name="connsiteY109" fmla="*/ 1162050 h 1890712"/>
              <a:gd name="connsiteX110" fmla="*/ 1612107 w 2543175"/>
              <a:gd name="connsiteY110" fmla="*/ 1166812 h 1890712"/>
              <a:gd name="connsiteX111" fmla="*/ 1628775 w 2543175"/>
              <a:gd name="connsiteY111" fmla="*/ 1183481 h 1890712"/>
              <a:gd name="connsiteX112" fmla="*/ 1662113 w 2543175"/>
              <a:gd name="connsiteY112" fmla="*/ 1209675 h 1890712"/>
              <a:gd name="connsiteX113" fmla="*/ 1678782 w 2543175"/>
              <a:gd name="connsiteY113" fmla="*/ 1226344 h 1890712"/>
              <a:gd name="connsiteX114" fmla="*/ 1700213 w 2543175"/>
              <a:gd name="connsiteY114" fmla="*/ 1247775 h 1890712"/>
              <a:gd name="connsiteX115" fmla="*/ 1712119 w 2543175"/>
              <a:gd name="connsiteY115" fmla="*/ 1259681 h 1890712"/>
              <a:gd name="connsiteX116" fmla="*/ 1733550 w 2543175"/>
              <a:gd name="connsiteY116" fmla="*/ 1273969 h 1890712"/>
              <a:gd name="connsiteX117" fmla="*/ 1743075 w 2543175"/>
              <a:gd name="connsiteY117" fmla="*/ 1283494 h 1890712"/>
              <a:gd name="connsiteX118" fmla="*/ 1754982 w 2543175"/>
              <a:gd name="connsiteY118" fmla="*/ 1290637 h 1890712"/>
              <a:gd name="connsiteX119" fmla="*/ 1766888 w 2543175"/>
              <a:gd name="connsiteY119" fmla="*/ 1300162 h 1890712"/>
              <a:gd name="connsiteX120" fmla="*/ 1783557 w 2543175"/>
              <a:gd name="connsiteY120" fmla="*/ 1307306 h 1890712"/>
              <a:gd name="connsiteX121" fmla="*/ 1790700 w 2543175"/>
              <a:gd name="connsiteY121" fmla="*/ 1312069 h 1890712"/>
              <a:gd name="connsiteX122" fmla="*/ 1800225 w 2543175"/>
              <a:gd name="connsiteY122" fmla="*/ 1319212 h 1890712"/>
              <a:gd name="connsiteX123" fmla="*/ 1807369 w 2543175"/>
              <a:gd name="connsiteY123" fmla="*/ 1321594 h 1890712"/>
              <a:gd name="connsiteX124" fmla="*/ 1824038 w 2543175"/>
              <a:gd name="connsiteY124" fmla="*/ 1333500 h 1890712"/>
              <a:gd name="connsiteX125" fmla="*/ 1843088 w 2543175"/>
              <a:gd name="connsiteY125" fmla="*/ 1352550 h 1890712"/>
              <a:gd name="connsiteX126" fmla="*/ 1852613 w 2543175"/>
              <a:gd name="connsiteY126" fmla="*/ 1359694 h 1890712"/>
              <a:gd name="connsiteX127" fmla="*/ 1859757 w 2543175"/>
              <a:gd name="connsiteY127" fmla="*/ 1366837 h 1890712"/>
              <a:gd name="connsiteX128" fmla="*/ 1869282 w 2543175"/>
              <a:gd name="connsiteY128" fmla="*/ 1371600 h 1890712"/>
              <a:gd name="connsiteX129" fmla="*/ 1883569 w 2543175"/>
              <a:gd name="connsiteY129" fmla="*/ 1388269 h 1890712"/>
              <a:gd name="connsiteX130" fmla="*/ 1893094 w 2543175"/>
              <a:gd name="connsiteY130" fmla="*/ 1395412 h 1890712"/>
              <a:gd name="connsiteX131" fmla="*/ 1902619 w 2543175"/>
              <a:gd name="connsiteY131" fmla="*/ 1404937 h 1890712"/>
              <a:gd name="connsiteX132" fmla="*/ 1912144 w 2543175"/>
              <a:gd name="connsiteY132" fmla="*/ 1409700 h 1890712"/>
              <a:gd name="connsiteX133" fmla="*/ 1931194 w 2543175"/>
              <a:gd name="connsiteY133" fmla="*/ 1421606 h 1890712"/>
              <a:gd name="connsiteX134" fmla="*/ 1935957 w 2543175"/>
              <a:gd name="connsiteY134" fmla="*/ 1428750 h 1890712"/>
              <a:gd name="connsiteX135" fmla="*/ 1952625 w 2543175"/>
              <a:gd name="connsiteY135" fmla="*/ 1438275 h 1890712"/>
              <a:gd name="connsiteX136" fmla="*/ 1971675 w 2543175"/>
              <a:gd name="connsiteY136" fmla="*/ 1450181 h 1890712"/>
              <a:gd name="connsiteX137" fmla="*/ 1981200 w 2543175"/>
              <a:gd name="connsiteY137" fmla="*/ 1454944 h 1890712"/>
              <a:gd name="connsiteX138" fmla="*/ 1997869 w 2543175"/>
              <a:gd name="connsiteY138" fmla="*/ 1471612 h 1890712"/>
              <a:gd name="connsiteX139" fmla="*/ 2007394 w 2543175"/>
              <a:gd name="connsiteY139" fmla="*/ 1478756 h 1890712"/>
              <a:gd name="connsiteX140" fmla="*/ 2016919 w 2543175"/>
              <a:gd name="connsiteY140" fmla="*/ 1483519 h 1890712"/>
              <a:gd name="connsiteX141" fmla="*/ 2024063 w 2543175"/>
              <a:gd name="connsiteY141" fmla="*/ 1490662 h 1890712"/>
              <a:gd name="connsiteX142" fmla="*/ 2033588 w 2543175"/>
              <a:gd name="connsiteY142" fmla="*/ 1495425 h 1890712"/>
              <a:gd name="connsiteX143" fmla="*/ 2040732 w 2543175"/>
              <a:gd name="connsiteY143" fmla="*/ 1502569 h 1890712"/>
              <a:gd name="connsiteX144" fmla="*/ 2047875 w 2543175"/>
              <a:gd name="connsiteY144" fmla="*/ 1507331 h 1890712"/>
              <a:gd name="connsiteX145" fmla="*/ 2057400 w 2543175"/>
              <a:gd name="connsiteY145" fmla="*/ 1514475 h 1890712"/>
              <a:gd name="connsiteX146" fmla="*/ 2064544 w 2543175"/>
              <a:gd name="connsiteY146" fmla="*/ 1519237 h 1890712"/>
              <a:gd name="connsiteX147" fmla="*/ 2071688 w 2543175"/>
              <a:gd name="connsiteY147" fmla="*/ 1526381 h 1890712"/>
              <a:gd name="connsiteX148" fmla="*/ 2081213 w 2543175"/>
              <a:gd name="connsiteY148" fmla="*/ 1531144 h 1890712"/>
              <a:gd name="connsiteX149" fmla="*/ 2090738 w 2543175"/>
              <a:gd name="connsiteY149" fmla="*/ 1538287 h 1890712"/>
              <a:gd name="connsiteX150" fmla="*/ 2109788 w 2543175"/>
              <a:gd name="connsiteY150" fmla="*/ 1547812 h 1890712"/>
              <a:gd name="connsiteX151" fmla="*/ 2131219 w 2543175"/>
              <a:gd name="connsiteY151" fmla="*/ 1562100 h 1890712"/>
              <a:gd name="connsiteX152" fmla="*/ 2140744 w 2543175"/>
              <a:gd name="connsiteY152" fmla="*/ 1566862 h 1890712"/>
              <a:gd name="connsiteX153" fmla="*/ 2152650 w 2543175"/>
              <a:gd name="connsiteY153" fmla="*/ 1576387 h 1890712"/>
              <a:gd name="connsiteX154" fmla="*/ 2181225 w 2543175"/>
              <a:gd name="connsiteY154" fmla="*/ 1590675 h 1890712"/>
              <a:gd name="connsiteX155" fmla="*/ 2200275 w 2543175"/>
              <a:gd name="connsiteY155" fmla="*/ 1607344 h 1890712"/>
              <a:gd name="connsiteX156" fmla="*/ 2207419 w 2543175"/>
              <a:gd name="connsiteY156" fmla="*/ 1612106 h 1890712"/>
              <a:gd name="connsiteX157" fmla="*/ 2216944 w 2543175"/>
              <a:gd name="connsiteY157" fmla="*/ 1619250 h 1890712"/>
              <a:gd name="connsiteX158" fmla="*/ 2224088 w 2543175"/>
              <a:gd name="connsiteY158" fmla="*/ 1624012 h 1890712"/>
              <a:gd name="connsiteX159" fmla="*/ 2247900 w 2543175"/>
              <a:gd name="connsiteY159" fmla="*/ 1643062 h 1890712"/>
              <a:gd name="connsiteX160" fmla="*/ 2255044 w 2543175"/>
              <a:gd name="connsiteY160" fmla="*/ 1650206 h 1890712"/>
              <a:gd name="connsiteX161" fmla="*/ 2281238 w 2543175"/>
              <a:gd name="connsiteY161" fmla="*/ 1664494 h 1890712"/>
              <a:gd name="connsiteX162" fmla="*/ 2297907 w 2543175"/>
              <a:gd name="connsiteY162" fmla="*/ 1674019 h 1890712"/>
              <a:gd name="connsiteX163" fmla="*/ 2312194 w 2543175"/>
              <a:gd name="connsiteY163" fmla="*/ 1685925 h 1890712"/>
              <a:gd name="connsiteX164" fmla="*/ 2328863 w 2543175"/>
              <a:gd name="connsiteY164" fmla="*/ 1697831 h 1890712"/>
              <a:gd name="connsiteX165" fmla="*/ 2350294 w 2543175"/>
              <a:gd name="connsiteY165" fmla="*/ 1712119 h 1890712"/>
              <a:gd name="connsiteX166" fmla="*/ 2369344 w 2543175"/>
              <a:gd name="connsiteY166" fmla="*/ 1724025 h 1890712"/>
              <a:gd name="connsiteX167" fmla="*/ 2428876 w 2543175"/>
              <a:gd name="connsiteY167" fmla="*/ 1785938 h 1890712"/>
              <a:gd name="connsiteX168" fmla="*/ 2466975 w 2543175"/>
              <a:gd name="connsiteY168" fmla="*/ 1783556 h 1890712"/>
              <a:gd name="connsiteX169" fmla="*/ 2481263 w 2543175"/>
              <a:gd name="connsiteY169" fmla="*/ 1795462 h 1890712"/>
              <a:gd name="connsiteX170" fmla="*/ 2486025 w 2543175"/>
              <a:gd name="connsiteY170" fmla="*/ 1802606 h 1890712"/>
              <a:gd name="connsiteX171" fmla="*/ 2514600 w 2543175"/>
              <a:gd name="connsiteY171" fmla="*/ 1850231 h 1890712"/>
              <a:gd name="connsiteX172" fmla="*/ 2519363 w 2543175"/>
              <a:gd name="connsiteY172" fmla="*/ 1857375 h 1890712"/>
              <a:gd name="connsiteX173" fmla="*/ 2540794 w 2543175"/>
              <a:gd name="connsiteY173" fmla="*/ 1883569 h 1890712"/>
              <a:gd name="connsiteX174" fmla="*/ 2543175 w 2543175"/>
              <a:gd name="connsiteY17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78619 w 2543175"/>
              <a:gd name="connsiteY30" fmla="*/ 276225 h 1890712"/>
              <a:gd name="connsiteX31" fmla="*/ 385763 w 2543175"/>
              <a:gd name="connsiteY31" fmla="*/ 283369 h 1890712"/>
              <a:gd name="connsiteX32" fmla="*/ 395288 w 2543175"/>
              <a:gd name="connsiteY32" fmla="*/ 288131 h 1890712"/>
              <a:gd name="connsiteX33" fmla="*/ 404813 w 2543175"/>
              <a:gd name="connsiteY33" fmla="*/ 295275 h 1890712"/>
              <a:gd name="connsiteX34" fmla="*/ 411957 w 2543175"/>
              <a:gd name="connsiteY34" fmla="*/ 297656 h 1890712"/>
              <a:gd name="connsiteX35" fmla="*/ 466725 w 2543175"/>
              <a:gd name="connsiteY35" fmla="*/ 328612 h 1890712"/>
              <a:gd name="connsiteX36" fmla="*/ 476250 w 2543175"/>
              <a:gd name="connsiteY36" fmla="*/ 335756 h 1890712"/>
              <a:gd name="connsiteX37" fmla="*/ 481013 w 2543175"/>
              <a:gd name="connsiteY37" fmla="*/ 342900 h 1890712"/>
              <a:gd name="connsiteX38" fmla="*/ 490538 w 2543175"/>
              <a:gd name="connsiteY38" fmla="*/ 352425 h 1890712"/>
              <a:gd name="connsiteX39" fmla="*/ 495300 w 2543175"/>
              <a:gd name="connsiteY39" fmla="*/ 359569 h 1890712"/>
              <a:gd name="connsiteX40" fmla="*/ 509588 w 2543175"/>
              <a:gd name="connsiteY40" fmla="*/ 376237 h 1890712"/>
              <a:gd name="connsiteX41" fmla="*/ 514350 w 2543175"/>
              <a:gd name="connsiteY41" fmla="*/ 383381 h 1890712"/>
              <a:gd name="connsiteX42" fmla="*/ 531019 w 2543175"/>
              <a:gd name="connsiteY42" fmla="*/ 397669 h 1890712"/>
              <a:gd name="connsiteX43" fmla="*/ 538163 w 2543175"/>
              <a:gd name="connsiteY43" fmla="*/ 407194 h 1890712"/>
              <a:gd name="connsiteX44" fmla="*/ 554832 w 2543175"/>
              <a:gd name="connsiteY44" fmla="*/ 421481 h 1890712"/>
              <a:gd name="connsiteX45" fmla="*/ 564357 w 2543175"/>
              <a:gd name="connsiteY45" fmla="*/ 431006 h 1890712"/>
              <a:gd name="connsiteX46" fmla="*/ 573882 w 2543175"/>
              <a:gd name="connsiteY46" fmla="*/ 438150 h 1890712"/>
              <a:gd name="connsiteX47" fmla="*/ 595313 w 2543175"/>
              <a:gd name="connsiteY47" fmla="*/ 454819 h 1890712"/>
              <a:gd name="connsiteX48" fmla="*/ 602457 w 2543175"/>
              <a:gd name="connsiteY48" fmla="*/ 457200 h 1890712"/>
              <a:gd name="connsiteX49" fmla="*/ 628650 w 2543175"/>
              <a:gd name="connsiteY49" fmla="*/ 469106 h 1890712"/>
              <a:gd name="connsiteX50" fmla="*/ 645319 w 2543175"/>
              <a:gd name="connsiteY50" fmla="*/ 483394 h 1890712"/>
              <a:gd name="connsiteX51" fmla="*/ 654844 w 2543175"/>
              <a:gd name="connsiteY51" fmla="*/ 488156 h 1890712"/>
              <a:gd name="connsiteX52" fmla="*/ 661988 w 2543175"/>
              <a:gd name="connsiteY52" fmla="*/ 497681 h 1890712"/>
              <a:gd name="connsiteX53" fmla="*/ 683419 w 2543175"/>
              <a:gd name="connsiteY53" fmla="*/ 514350 h 1890712"/>
              <a:gd name="connsiteX54" fmla="*/ 700088 w 2543175"/>
              <a:gd name="connsiteY54" fmla="*/ 526256 h 1890712"/>
              <a:gd name="connsiteX55" fmla="*/ 709613 w 2543175"/>
              <a:gd name="connsiteY55" fmla="*/ 535781 h 1890712"/>
              <a:gd name="connsiteX56" fmla="*/ 719138 w 2543175"/>
              <a:gd name="connsiteY56" fmla="*/ 542925 h 1890712"/>
              <a:gd name="connsiteX57" fmla="*/ 733425 w 2543175"/>
              <a:gd name="connsiteY57" fmla="*/ 557212 h 1890712"/>
              <a:gd name="connsiteX58" fmla="*/ 750094 w 2543175"/>
              <a:gd name="connsiteY58" fmla="*/ 569119 h 1890712"/>
              <a:gd name="connsiteX59" fmla="*/ 769144 w 2543175"/>
              <a:gd name="connsiteY59" fmla="*/ 581025 h 1890712"/>
              <a:gd name="connsiteX60" fmla="*/ 785813 w 2543175"/>
              <a:gd name="connsiteY60" fmla="*/ 590550 h 1890712"/>
              <a:gd name="connsiteX61" fmla="*/ 792957 w 2543175"/>
              <a:gd name="connsiteY61" fmla="*/ 600075 h 1890712"/>
              <a:gd name="connsiteX62" fmla="*/ 809625 w 2543175"/>
              <a:gd name="connsiteY62" fmla="*/ 611981 h 1890712"/>
              <a:gd name="connsiteX63" fmla="*/ 816769 w 2543175"/>
              <a:gd name="connsiteY63" fmla="*/ 619125 h 1890712"/>
              <a:gd name="connsiteX64" fmla="*/ 826294 w 2543175"/>
              <a:gd name="connsiteY64" fmla="*/ 626269 h 1890712"/>
              <a:gd name="connsiteX65" fmla="*/ 840582 w 2543175"/>
              <a:gd name="connsiteY65" fmla="*/ 638175 h 1890712"/>
              <a:gd name="connsiteX66" fmla="*/ 847725 w 2543175"/>
              <a:gd name="connsiteY66" fmla="*/ 645319 h 1890712"/>
              <a:gd name="connsiteX67" fmla="*/ 857250 w 2543175"/>
              <a:gd name="connsiteY67" fmla="*/ 652462 h 1890712"/>
              <a:gd name="connsiteX68" fmla="*/ 864394 w 2543175"/>
              <a:gd name="connsiteY68" fmla="*/ 657225 h 1890712"/>
              <a:gd name="connsiteX69" fmla="*/ 888207 w 2543175"/>
              <a:gd name="connsiteY69" fmla="*/ 676275 h 1890712"/>
              <a:gd name="connsiteX70" fmla="*/ 895350 w 2543175"/>
              <a:gd name="connsiteY70" fmla="*/ 681037 h 1890712"/>
              <a:gd name="connsiteX71" fmla="*/ 907257 w 2543175"/>
              <a:gd name="connsiteY71" fmla="*/ 683419 h 1890712"/>
              <a:gd name="connsiteX72" fmla="*/ 928688 w 2543175"/>
              <a:gd name="connsiteY72" fmla="*/ 695325 h 1890712"/>
              <a:gd name="connsiteX73" fmla="*/ 942975 w 2543175"/>
              <a:gd name="connsiteY73" fmla="*/ 700087 h 1890712"/>
              <a:gd name="connsiteX74" fmla="*/ 964407 w 2543175"/>
              <a:gd name="connsiteY74" fmla="*/ 716756 h 1890712"/>
              <a:gd name="connsiteX75" fmla="*/ 971550 w 2543175"/>
              <a:gd name="connsiteY75" fmla="*/ 723900 h 1890712"/>
              <a:gd name="connsiteX76" fmla="*/ 983457 w 2543175"/>
              <a:gd name="connsiteY76" fmla="*/ 733425 h 1890712"/>
              <a:gd name="connsiteX77" fmla="*/ 990600 w 2543175"/>
              <a:gd name="connsiteY77" fmla="*/ 738187 h 1890712"/>
              <a:gd name="connsiteX78" fmla="*/ 1007269 w 2543175"/>
              <a:gd name="connsiteY78" fmla="*/ 752475 h 1890712"/>
              <a:gd name="connsiteX79" fmla="*/ 1031082 w 2543175"/>
              <a:gd name="connsiteY79" fmla="*/ 766762 h 1890712"/>
              <a:gd name="connsiteX80" fmla="*/ 1042988 w 2543175"/>
              <a:gd name="connsiteY80" fmla="*/ 773906 h 1890712"/>
              <a:gd name="connsiteX81" fmla="*/ 1071563 w 2543175"/>
              <a:gd name="connsiteY81" fmla="*/ 785812 h 1890712"/>
              <a:gd name="connsiteX82" fmla="*/ 1097757 w 2543175"/>
              <a:gd name="connsiteY82" fmla="*/ 807244 h 1890712"/>
              <a:gd name="connsiteX83" fmla="*/ 1104900 w 2543175"/>
              <a:gd name="connsiteY83" fmla="*/ 814387 h 1890712"/>
              <a:gd name="connsiteX84" fmla="*/ 1121569 w 2543175"/>
              <a:gd name="connsiteY84" fmla="*/ 823912 h 1890712"/>
              <a:gd name="connsiteX85" fmla="*/ 1138238 w 2543175"/>
              <a:gd name="connsiteY85" fmla="*/ 835819 h 1890712"/>
              <a:gd name="connsiteX86" fmla="*/ 1147763 w 2543175"/>
              <a:gd name="connsiteY86" fmla="*/ 842962 h 1890712"/>
              <a:gd name="connsiteX87" fmla="*/ 1157288 w 2543175"/>
              <a:gd name="connsiteY87" fmla="*/ 847725 h 1890712"/>
              <a:gd name="connsiteX88" fmla="*/ 1178719 w 2543175"/>
              <a:gd name="connsiteY88" fmla="*/ 859631 h 1890712"/>
              <a:gd name="connsiteX89" fmla="*/ 1188244 w 2543175"/>
              <a:gd name="connsiteY89" fmla="*/ 866775 h 1890712"/>
              <a:gd name="connsiteX90" fmla="*/ 1195388 w 2543175"/>
              <a:gd name="connsiteY90" fmla="*/ 871537 h 1890712"/>
              <a:gd name="connsiteX91" fmla="*/ 1212057 w 2543175"/>
              <a:gd name="connsiteY91" fmla="*/ 883444 h 1890712"/>
              <a:gd name="connsiteX92" fmla="*/ 1226344 w 2543175"/>
              <a:gd name="connsiteY92" fmla="*/ 895350 h 1890712"/>
              <a:gd name="connsiteX93" fmla="*/ 1245394 w 2543175"/>
              <a:gd name="connsiteY93" fmla="*/ 907256 h 1890712"/>
              <a:gd name="connsiteX94" fmla="*/ 1254919 w 2543175"/>
              <a:gd name="connsiteY94" fmla="*/ 914400 h 1890712"/>
              <a:gd name="connsiteX95" fmla="*/ 1269207 w 2543175"/>
              <a:gd name="connsiteY95" fmla="*/ 921544 h 1890712"/>
              <a:gd name="connsiteX96" fmla="*/ 1290638 w 2543175"/>
              <a:gd name="connsiteY96" fmla="*/ 935831 h 1890712"/>
              <a:gd name="connsiteX97" fmla="*/ 1307307 w 2543175"/>
              <a:gd name="connsiteY97" fmla="*/ 952500 h 1890712"/>
              <a:gd name="connsiteX98" fmla="*/ 1333500 w 2543175"/>
              <a:gd name="connsiteY98" fmla="*/ 971550 h 1890712"/>
              <a:gd name="connsiteX99" fmla="*/ 1359694 w 2543175"/>
              <a:gd name="connsiteY99" fmla="*/ 990600 h 1890712"/>
              <a:gd name="connsiteX100" fmla="*/ 1373982 w 2543175"/>
              <a:gd name="connsiteY100" fmla="*/ 997744 h 1890712"/>
              <a:gd name="connsiteX101" fmla="*/ 1388269 w 2543175"/>
              <a:gd name="connsiteY101" fmla="*/ 1007269 h 1890712"/>
              <a:gd name="connsiteX102" fmla="*/ 1414463 w 2543175"/>
              <a:gd name="connsiteY102" fmla="*/ 1019175 h 1890712"/>
              <a:gd name="connsiteX103" fmla="*/ 1428750 w 2543175"/>
              <a:gd name="connsiteY103" fmla="*/ 1026319 h 1890712"/>
              <a:gd name="connsiteX104" fmla="*/ 1471613 w 2543175"/>
              <a:gd name="connsiteY104" fmla="*/ 1059656 h 1890712"/>
              <a:gd name="connsiteX105" fmla="*/ 1495425 w 2543175"/>
              <a:gd name="connsiteY105" fmla="*/ 1088231 h 1890712"/>
              <a:gd name="connsiteX106" fmla="*/ 1547812 w 2543175"/>
              <a:gd name="connsiteY106" fmla="*/ 1133475 h 1890712"/>
              <a:gd name="connsiteX107" fmla="*/ 1597819 w 2543175"/>
              <a:gd name="connsiteY107" fmla="*/ 1154906 h 1890712"/>
              <a:gd name="connsiteX108" fmla="*/ 1604963 w 2543175"/>
              <a:gd name="connsiteY108" fmla="*/ 1162050 h 1890712"/>
              <a:gd name="connsiteX109" fmla="*/ 1612107 w 2543175"/>
              <a:gd name="connsiteY109" fmla="*/ 1166812 h 1890712"/>
              <a:gd name="connsiteX110" fmla="*/ 1628775 w 2543175"/>
              <a:gd name="connsiteY110" fmla="*/ 1183481 h 1890712"/>
              <a:gd name="connsiteX111" fmla="*/ 1662113 w 2543175"/>
              <a:gd name="connsiteY111" fmla="*/ 1209675 h 1890712"/>
              <a:gd name="connsiteX112" fmla="*/ 1678782 w 2543175"/>
              <a:gd name="connsiteY112" fmla="*/ 1226344 h 1890712"/>
              <a:gd name="connsiteX113" fmla="*/ 1700213 w 2543175"/>
              <a:gd name="connsiteY113" fmla="*/ 1247775 h 1890712"/>
              <a:gd name="connsiteX114" fmla="*/ 1712119 w 2543175"/>
              <a:gd name="connsiteY114" fmla="*/ 1259681 h 1890712"/>
              <a:gd name="connsiteX115" fmla="*/ 1733550 w 2543175"/>
              <a:gd name="connsiteY115" fmla="*/ 1273969 h 1890712"/>
              <a:gd name="connsiteX116" fmla="*/ 1743075 w 2543175"/>
              <a:gd name="connsiteY116" fmla="*/ 1283494 h 1890712"/>
              <a:gd name="connsiteX117" fmla="*/ 1754982 w 2543175"/>
              <a:gd name="connsiteY117" fmla="*/ 1290637 h 1890712"/>
              <a:gd name="connsiteX118" fmla="*/ 1766888 w 2543175"/>
              <a:gd name="connsiteY118" fmla="*/ 1300162 h 1890712"/>
              <a:gd name="connsiteX119" fmla="*/ 1783557 w 2543175"/>
              <a:gd name="connsiteY119" fmla="*/ 1307306 h 1890712"/>
              <a:gd name="connsiteX120" fmla="*/ 1790700 w 2543175"/>
              <a:gd name="connsiteY120" fmla="*/ 1312069 h 1890712"/>
              <a:gd name="connsiteX121" fmla="*/ 1800225 w 2543175"/>
              <a:gd name="connsiteY121" fmla="*/ 1319212 h 1890712"/>
              <a:gd name="connsiteX122" fmla="*/ 1807369 w 2543175"/>
              <a:gd name="connsiteY122" fmla="*/ 1321594 h 1890712"/>
              <a:gd name="connsiteX123" fmla="*/ 1824038 w 2543175"/>
              <a:gd name="connsiteY123" fmla="*/ 1333500 h 1890712"/>
              <a:gd name="connsiteX124" fmla="*/ 1843088 w 2543175"/>
              <a:gd name="connsiteY124" fmla="*/ 1352550 h 1890712"/>
              <a:gd name="connsiteX125" fmla="*/ 1852613 w 2543175"/>
              <a:gd name="connsiteY125" fmla="*/ 1359694 h 1890712"/>
              <a:gd name="connsiteX126" fmla="*/ 1859757 w 2543175"/>
              <a:gd name="connsiteY126" fmla="*/ 1366837 h 1890712"/>
              <a:gd name="connsiteX127" fmla="*/ 1869282 w 2543175"/>
              <a:gd name="connsiteY127" fmla="*/ 1371600 h 1890712"/>
              <a:gd name="connsiteX128" fmla="*/ 1883569 w 2543175"/>
              <a:gd name="connsiteY128" fmla="*/ 1388269 h 1890712"/>
              <a:gd name="connsiteX129" fmla="*/ 1893094 w 2543175"/>
              <a:gd name="connsiteY129" fmla="*/ 1395412 h 1890712"/>
              <a:gd name="connsiteX130" fmla="*/ 1902619 w 2543175"/>
              <a:gd name="connsiteY130" fmla="*/ 1404937 h 1890712"/>
              <a:gd name="connsiteX131" fmla="*/ 1912144 w 2543175"/>
              <a:gd name="connsiteY131" fmla="*/ 1409700 h 1890712"/>
              <a:gd name="connsiteX132" fmla="*/ 1931194 w 2543175"/>
              <a:gd name="connsiteY132" fmla="*/ 1421606 h 1890712"/>
              <a:gd name="connsiteX133" fmla="*/ 1935957 w 2543175"/>
              <a:gd name="connsiteY133" fmla="*/ 1428750 h 1890712"/>
              <a:gd name="connsiteX134" fmla="*/ 1952625 w 2543175"/>
              <a:gd name="connsiteY134" fmla="*/ 1438275 h 1890712"/>
              <a:gd name="connsiteX135" fmla="*/ 1971675 w 2543175"/>
              <a:gd name="connsiteY135" fmla="*/ 1450181 h 1890712"/>
              <a:gd name="connsiteX136" fmla="*/ 1981200 w 2543175"/>
              <a:gd name="connsiteY136" fmla="*/ 1454944 h 1890712"/>
              <a:gd name="connsiteX137" fmla="*/ 1997869 w 2543175"/>
              <a:gd name="connsiteY137" fmla="*/ 1471612 h 1890712"/>
              <a:gd name="connsiteX138" fmla="*/ 2007394 w 2543175"/>
              <a:gd name="connsiteY138" fmla="*/ 1478756 h 1890712"/>
              <a:gd name="connsiteX139" fmla="*/ 2016919 w 2543175"/>
              <a:gd name="connsiteY139" fmla="*/ 1483519 h 1890712"/>
              <a:gd name="connsiteX140" fmla="*/ 2024063 w 2543175"/>
              <a:gd name="connsiteY140" fmla="*/ 1490662 h 1890712"/>
              <a:gd name="connsiteX141" fmla="*/ 2033588 w 2543175"/>
              <a:gd name="connsiteY141" fmla="*/ 1495425 h 1890712"/>
              <a:gd name="connsiteX142" fmla="*/ 2040732 w 2543175"/>
              <a:gd name="connsiteY142" fmla="*/ 1502569 h 1890712"/>
              <a:gd name="connsiteX143" fmla="*/ 2047875 w 2543175"/>
              <a:gd name="connsiteY143" fmla="*/ 1507331 h 1890712"/>
              <a:gd name="connsiteX144" fmla="*/ 2057400 w 2543175"/>
              <a:gd name="connsiteY144" fmla="*/ 1514475 h 1890712"/>
              <a:gd name="connsiteX145" fmla="*/ 2064544 w 2543175"/>
              <a:gd name="connsiteY145" fmla="*/ 1519237 h 1890712"/>
              <a:gd name="connsiteX146" fmla="*/ 2071688 w 2543175"/>
              <a:gd name="connsiteY146" fmla="*/ 1526381 h 1890712"/>
              <a:gd name="connsiteX147" fmla="*/ 2081213 w 2543175"/>
              <a:gd name="connsiteY147" fmla="*/ 1531144 h 1890712"/>
              <a:gd name="connsiteX148" fmla="*/ 2090738 w 2543175"/>
              <a:gd name="connsiteY148" fmla="*/ 1538287 h 1890712"/>
              <a:gd name="connsiteX149" fmla="*/ 2109788 w 2543175"/>
              <a:gd name="connsiteY149" fmla="*/ 1547812 h 1890712"/>
              <a:gd name="connsiteX150" fmla="*/ 2131219 w 2543175"/>
              <a:gd name="connsiteY150" fmla="*/ 1562100 h 1890712"/>
              <a:gd name="connsiteX151" fmla="*/ 2140744 w 2543175"/>
              <a:gd name="connsiteY151" fmla="*/ 1566862 h 1890712"/>
              <a:gd name="connsiteX152" fmla="*/ 2152650 w 2543175"/>
              <a:gd name="connsiteY152" fmla="*/ 1576387 h 1890712"/>
              <a:gd name="connsiteX153" fmla="*/ 2181225 w 2543175"/>
              <a:gd name="connsiteY153" fmla="*/ 1590675 h 1890712"/>
              <a:gd name="connsiteX154" fmla="*/ 2200275 w 2543175"/>
              <a:gd name="connsiteY154" fmla="*/ 1607344 h 1890712"/>
              <a:gd name="connsiteX155" fmla="*/ 2207419 w 2543175"/>
              <a:gd name="connsiteY155" fmla="*/ 1612106 h 1890712"/>
              <a:gd name="connsiteX156" fmla="*/ 2216944 w 2543175"/>
              <a:gd name="connsiteY156" fmla="*/ 1619250 h 1890712"/>
              <a:gd name="connsiteX157" fmla="*/ 2224088 w 2543175"/>
              <a:gd name="connsiteY157" fmla="*/ 1624012 h 1890712"/>
              <a:gd name="connsiteX158" fmla="*/ 2247900 w 2543175"/>
              <a:gd name="connsiteY158" fmla="*/ 1643062 h 1890712"/>
              <a:gd name="connsiteX159" fmla="*/ 2255044 w 2543175"/>
              <a:gd name="connsiteY159" fmla="*/ 1650206 h 1890712"/>
              <a:gd name="connsiteX160" fmla="*/ 2281238 w 2543175"/>
              <a:gd name="connsiteY160" fmla="*/ 1664494 h 1890712"/>
              <a:gd name="connsiteX161" fmla="*/ 2297907 w 2543175"/>
              <a:gd name="connsiteY161" fmla="*/ 1674019 h 1890712"/>
              <a:gd name="connsiteX162" fmla="*/ 2312194 w 2543175"/>
              <a:gd name="connsiteY162" fmla="*/ 1685925 h 1890712"/>
              <a:gd name="connsiteX163" fmla="*/ 2328863 w 2543175"/>
              <a:gd name="connsiteY163" fmla="*/ 1697831 h 1890712"/>
              <a:gd name="connsiteX164" fmla="*/ 2350294 w 2543175"/>
              <a:gd name="connsiteY164" fmla="*/ 1712119 h 1890712"/>
              <a:gd name="connsiteX165" fmla="*/ 2369344 w 2543175"/>
              <a:gd name="connsiteY165" fmla="*/ 1724025 h 1890712"/>
              <a:gd name="connsiteX166" fmla="*/ 2428876 w 2543175"/>
              <a:gd name="connsiteY166" fmla="*/ 1785938 h 1890712"/>
              <a:gd name="connsiteX167" fmla="*/ 2466975 w 2543175"/>
              <a:gd name="connsiteY167" fmla="*/ 1783556 h 1890712"/>
              <a:gd name="connsiteX168" fmla="*/ 2481263 w 2543175"/>
              <a:gd name="connsiteY168" fmla="*/ 1795462 h 1890712"/>
              <a:gd name="connsiteX169" fmla="*/ 2486025 w 2543175"/>
              <a:gd name="connsiteY169" fmla="*/ 1802606 h 1890712"/>
              <a:gd name="connsiteX170" fmla="*/ 2514600 w 2543175"/>
              <a:gd name="connsiteY170" fmla="*/ 1850231 h 1890712"/>
              <a:gd name="connsiteX171" fmla="*/ 2519363 w 2543175"/>
              <a:gd name="connsiteY171" fmla="*/ 1857375 h 1890712"/>
              <a:gd name="connsiteX172" fmla="*/ 2540794 w 2543175"/>
              <a:gd name="connsiteY172" fmla="*/ 1883569 h 1890712"/>
              <a:gd name="connsiteX173" fmla="*/ 2543175 w 2543175"/>
              <a:gd name="connsiteY173"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78619 w 2543175"/>
              <a:gd name="connsiteY30" fmla="*/ 276225 h 1890712"/>
              <a:gd name="connsiteX31" fmla="*/ 385763 w 2543175"/>
              <a:gd name="connsiteY31" fmla="*/ 283369 h 1890712"/>
              <a:gd name="connsiteX32" fmla="*/ 404813 w 2543175"/>
              <a:gd name="connsiteY32" fmla="*/ 295275 h 1890712"/>
              <a:gd name="connsiteX33" fmla="*/ 411957 w 2543175"/>
              <a:gd name="connsiteY33" fmla="*/ 297656 h 1890712"/>
              <a:gd name="connsiteX34" fmla="*/ 466725 w 2543175"/>
              <a:gd name="connsiteY34" fmla="*/ 328612 h 1890712"/>
              <a:gd name="connsiteX35" fmla="*/ 476250 w 2543175"/>
              <a:gd name="connsiteY35" fmla="*/ 335756 h 1890712"/>
              <a:gd name="connsiteX36" fmla="*/ 481013 w 2543175"/>
              <a:gd name="connsiteY36" fmla="*/ 342900 h 1890712"/>
              <a:gd name="connsiteX37" fmla="*/ 490538 w 2543175"/>
              <a:gd name="connsiteY37" fmla="*/ 352425 h 1890712"/>
              <a:gd name="connsiteX38" fmla="*/ 495300 w 2543175"/>
              <a:gd name="connsiteY38" fmla="*/ 359569 h 1890712"/>
              <a:gd name="connsiteX39" fmla="*/ 509588 w 2543175"/>
              <a:gd name="connsiteY39" fmla="*/ 376237 h 1890712"/>
              <a:gd name="connsiteX40" fmla="*/ 514350 w 2543175"/>
              <a:gd name="connsiteY40" fmla="*/ 383381 h 1890712"/>
              <a:gd name="connsiteX41" fmla="*/ 531019 w 2543175"/>
              <a:gd name="connsiteY41" fmla="*/ 397669 h 1890712"/>
              <a:gd name="connsiteX42" fmla="*/ 538163 w 2543175"/>
              <a:gd name="connsiteY42" fmla="*/ 407194 h 1890712"/>
              <a:gd name="connsiteX43" fmla="*/ 554832 w 2543175"/>
              <a:gd name="connsiteY43" fmla="*/ 421481 h 1890712"/>
              <a:gd name="connsiteX44" fmla="*/ 564357 w 2543175"/>
              <a:gd name="connsiteY44" fmla="*/ 431006 h 1890712"/>
              <a:gd name="connsiteX45" fmla="*/ 573882 w 2543175"/>
              <a:gd name="connsiteY45" fmla="*/ 438150 h 1890712"/>
              <a:gd name="connsiteX46" fmla="*/ 595313 w 2543175"/>
              <a:gd name="connsiteY46" fmla="*/ 454819 h 1890712"/>
              <a:gd name="connsiteX47" fmla="*/ 602457 w 2543175"/>
              <a:gd name="connsiteY47" fmla="*/ 457200 h 1890712"/>
              <a:gd name="connsiteX48" fmla="*/ 628650 w 2543175"/>
              <a:gd name="connsiteY48" fmla="*/ 469106 h 1890712"/>
              <a:gd name="connsiteX49" fmla="*/ 645319 w 2543175"/>
              <a:gd name="connsiteY49" fmla="*/ 483394 h 1890712"/>
              <a:gd name="connsiteX50" fmla="*/ 654844 w 2543175"/>
              <a:gd name="connsiteY50" fmla="*/ 488156 h 1890712"/>
              <a:gd name="connsiteX51" fmla="*/ 661988 w 2543175"/>
              <a:gd name="connsiteY51" fmla="*/ 497681 h 1890712"/>
              <a:gd name="connsiteX52" fmla="*/ 683419 w 2543175"/>
              <a:gd name="connsiteY52" fmla="*/ 514350 h 1890712"/>
              <a:gd name="connsiteX53" fmla="*/ 700088 w 2543175"/>
              <a:gd name="connsiteY53" fmla="*/ 526256 h 1890712"/>
              <a:gd name="connsiteX54" fmla="*/ 709613 w 2543175"/>
              <a:gd name="connsiteY54" fmla="*/ 535781 h 1890712"/>
              <a:gd name="connsiteX55" fmla="*/ 719138 w 2543175"/>
              <a:gd name="connsiteY55" fmla="*/ 542925 h 1890712"/>
              <a:gd name="connsiteX56" fmla="*/ 733425 w 2543175"/>
              <a:gd name="connsiteY56" fmla="*/ 557212 h 1890712"/>
              <a:gd name="connsiteX57" fmla="*/ 750094 w 2543175"/>
              <a:gd name="connsiteY57" fmla="*/ 569119 h 1890712"/>
              <a:gd name="connsiteX58" fmla="*/ 769144 w 2543175"/>
              <a:gd name="connsiteY58" fmla="*/ 581025 h 1890712"/>
              <a:gd name="connsiteX59" fmla="*/ 785813 w 2543175"/>
              <a:gd name="connsiteY59" fmla="*/ 590550 h 1890712"/>
              <a:gd name="connsiteX60" fmla="*/ 792957 w 2543175"/>
              <a:gd name="connsiteY60" fmla="*/ 600075 h 1890712"/>
              <a:gd name="connsiteX61" fmla="*/ 809625 w 2543175"/>
              <a:gd name="connsiteY61" fmla="*/ 611981 h 1890712"/>
              <a:gd name="connsiteX62" fmla="*/ 816769 w 2543175"/>
              <a:gd name="connsiteY62" fmla="*/ 619125 h 1890712"/>
              <a:gd name="connsiteX63" fmla="*/ 826294 w 2543175"/>
              <a:gd name="connsiteY63" fmla="*/ 626269 h 1890712"/>
              <a:gd name="connsiteX64" fmla="*/ 840582 w 2543175"/>
              <a:gd name="connsiteY64" fmla="*/ 638175 h 1890712"/>
              <a:gd name="connsiteX65" fmla="*/ 847725 w 2543175"/>
              <a:gd name="connsiteY65" fmla="*/ 645319 h 1890712"/>
              <a:gd name="connsiteX66" fmla="*/ 857250 w 2543175"/>
              <a:gd name="connsiteY66" fmla="*/ 652462 h 1890712"/>
              <a:gd name="connsiteX67" fmla="*/ 864394 w 2543175"/>
              <a:gd name="connsiteY67" fmla="*/ 657225 h 1890712"/>
              <a:gd name="connsiteX68" fmla="*/ 888207 w 2543175"/>
              <a:gd name="connsiteY68" fmla="*/ 676275 h 1890712"/>
              <a:gd name="connsiteX69" fmla="*/ 895350 w 2543175"/>
              <a:gd name="connsiteY69" fmla="*/ 681037 h 1890712"/>
              <a:gd name="connsiteX70" fmla="*/ 907257 w 2543175"/>
              <a:gd name="connsiteY70" fmla="*/ 683419 h 1890712"/>
              <a:gd name="connsiteX71" fmla="*/ 928688 w 2543175"/>
              <a:gd name="connsiteY71" fmla="*/ 695325 h 1890712"/>
              <a:gd name="connsiteX72" fmla="*/ 942975 w 2543175"/>
              <a:gd name="connsiteY72" fmla="*/ 700087 h 1890712"/>
              <a:gd name="connsiteX73" fmla="*/ 964407 w 2543175"/>
              <a:gd name="connsiteY73" fmla="*/ 716756 h 1890712"/>
              <a:gd name="connsiteX74" fmla="*/ 971550 w 2543175"/>
              <a:gd name="connsiteY74" fmla="*/ 723900 h 1890712"/>
              <a:gd name="connsiteX75" fmla="*/ 983457 w 2543175"/>
              <a:gd name="connsiteY75" fmla="*/ 733425 h 1890712"/>
              <a:gd name="connsiteX76" fmla="*/ 990600 w 2543175"/>
              <a:gd name="connsiteY76" fmla="*/ 738187 h 1890712"/>
              <a:gd name="connsiteX77" fmla="*/ 1007269 w 2543175"/>
              <a:gd name="connsiteY77" fmla="*/ 752475 h 1890712"/>
              <a:gd name="connsiteX78" fmla="*/ 1031082 w 2543175"/>
              <a:gd name="connsiteY78" fmla="*/ 766762 h 1890712"/>
              <a:gd name="connsiteX79" fmla="*/ 1042988 w 2543175"/>
              <a:gd name="connsiteY79" fmla="*/ 773906 h 1890712"/>
              <a:gd name="connsiteX80" fmla="*/ 1071563 w 2543175"/>
              <a:gd name="connsiteY80" fmla="*/ 785812 h 1890712"/>
              <a:gd name="connsiteX81" fmla="*/ 1097757 w 2543175"/>
              <a:gd name="connsiteY81" fmla="*/ 807244 h 1890712"/>
              <a:gd name="connsiteX82" fmla="*/ 1104900 w 2543175"/>
              <a:gd name="connsiteY82" fmla="*/ 814387 h 1890712"/>
              <a:gd name="connsiteX83" fmla="*/ 1121569 w 2543175"/>
              <a:gd name="connsiteY83" fmla="*/ 823912 h 1890712"/>
              <a:gd name="connsiteX84" fmla="*/ 1138238 w 2543175"/>
              <a:gd name="connsiteY84" fmla="*/ 835819 h 1890712"/>
              <a:gd name="connsiteX85" fmla="*/ 1147763 w 2543175"/>
              <a:gd name="connsiteY85" fmla="*/ 842962 h 1890712"/>
              <a:gd name="connsiteX86" fmla="*/ 1157288 w 2543175"/>
              <a:gd name="connsiteY86" fmla="*/ 847725 h 1890712"/>
              <a:gd name="connsiteX87" fmla="*/ 1178719 w 2543175"/>
              <a:gd name="connsiteY87" fmla="*/ 859631 h 1890712"/>
              <a:gd name="connsiteX88" fmla="*/ 1188244 w 2543175"/>
              <a:gd name="connsiteY88" fmla="*/ 866775 h 1890712"/>
              <a:gd name="connsiteX89" fmla="*/ 1195388 w 2543175"/>
              <a:gd name="connsiteY89" fmla="*/ 871537 h 1890712"/>
              <a:gd name="connsiteX90" fmla="*/ 1212057 w 2543175"/>
              <a:gd name="connsiteY90" fmla="*/ 883444 h 1890712"/>
              <a:gd name="connsiteX91" fmla="*/ 1226344 w 2543175"/>
              <a:gd name="connsiteY91" fmla="*/ 895350 h 1890712"/>
              <a:gd name="connsiteX92" fmla="*/ 1245394 w 2543175"/>
              <a:gd name="connsiteY92" fmla="*/ 907256 h 1890712"/>
              <a:gd name="connsiteX93" fmla="*/ 1254919 w 2543175"/>
              <a:gd name="connsiteY93" fmla="*/ 914400 h 1890712"/>
              <a:gd name="connsiteX94" fmla="*/ 1269207 w 2543175"/>
              <a:gd name="connsiteY94" fmla="*/ 921544 h 1890712"/>
              <a:gd name="connsiteX95" fmla="*/ 1290638 w 2543175"/>
              <a:gd name="connsiteY95" fmla="*/ 935831 h 1890712"/>
              <a:gd name="connsiteX96" fmla="*/ 1307307 w 2543175"/>
              <a:gd name="connsiteY96" fmla="*/ 952500 h 1890712"/>
              <a:gd name="connsiteX97" fmla="*/ 1333500 w 2543175"/>
              <a:gd name="connsiteY97" fmla="*/ 971550 h 1890712"/>
              <a:gd name="connsiteX98" fmla="*/ 1359694 w 2543175"/>
              <a:gd name="connsiteY98" fmla="*/ 990600 h 1890712"/>
              <a:gd name="connsiteX99" fmla="*/ 1373982 w 2543175"/>
              <a:gd name="connsiteY99" fmla="*/ 997744 h 1890712"/>
              <a:gd name="connsiteX100" fmla="*/ 1388269 w 2543175"/>
              <a:gd name="connsiteY100" fmla="*/ 1007269 h 1890712"/>
              <a:gd name="connsiteX101" fmla="*/ 1414463 w 2543175"/>
              <a:gd name="connsiteY101" fmla="*/ 1019175 h 1890712"/>
              <a:gd name="connsiteX102" fmla="*/ 1428750 w 2543175"/>
              <a:gd name="connsiteY102" fmla="*/ 1026319 h 1890712"/>
              <a:gd name="connsiteX103" fmla="*/ 1471613 w 2543175"/>
              <a:gd name="connsiteY103" fmla="*/ 1059656 h 1890712"/>
              <a:gd name="connsiteX104" fmla="*/ 1495425 w 2543175"/>
              <a:gd name="connsiteY104" fmla="*/ 1088231 h 1890712"/>
              <a:gd name="connsiteX105" fmla="*/ 1547812 w 2543175"/>
              <a:gd name="connsiteY105" fmla="*/ 1133475 h 1890712"/>
              <a:gd name="connsiteX106" fmla="*/ 1597819 w 2543175"/>
              <a:gd name="connsiteY106" fmla="*/ 1154906 h 1890712"/>
              <a:gd name="connsiteX107" fmla="*/ 1604963 w 2543175"/>
              <a:gd name="connsiteY107" fmla="*/ 1162050 h 1890712"/>
              <a:gd name="connsiteX108" fmla="*/ 1612107 w 2543175"/>
              <a:gd name="connsiteY108" fmla="*/ 1166812 h 1890712"/>
              <a:gd name="connsiteX109" fmla="*/ 1628775 w 2543175"/>
              <a:gd name="connsiteY109" fmla="*/ 1183481 h 1890712"/>
              <a:gd name="connsiteX110" fmla="*/ 1662113 w 2543175"/>
              <a:gd name="connsiteY110" fmla="*/ 1209675 h 1890712"/>
              <a:gd name="connsiteX111" fmla="*/ 1678782 w 2543175"/>
              <a:gd name="connsiteY111" fmla="*/ 1226344 h 1890712"/>
              <a:gd name="connsiteX112" fmla="*/ 1700213 w 2543175"/>
              <a:gd name="connsiteY112" fmla="*/ 1247775 h 1890712"/>
              <a:gd name="connsiteX113" fmla="*/ 1712119 w 2543175"/>
              <a:gd name="connsiteY113" fmla="*/ 1259681 h 1890712"/>
              <a:gd name="connsiteX114" fmla="*/ 1733550 w 2543175"/>
              <a:gd name="connsiteY114" fmla="*/ 1273969 h 1890712"/>
              <a:gd name="connsiteX115" fmla="*/ 1743075 w 2543175"/>
              <a:gd name="connsiteY115" fmla="*/ 1283494 h 1890712"/>
              <a:gd name="connsiteX116" fmla="*/ 1754982 w 2543175"/>
              <a:gd name="connsiteY116" fmla="*/ 1290637 h 1890712"/>
              <a:gd name="connsiteX117" fmla="*/ 1766888 w 2543175"/>
              <a:gd name="connsiteY117" fmla="*/ 1300162 h 1890712"/>
              <a:gd name="connsiteX118" fmla="*/ 1783557 w 2543175"/>
              <a:gd name="connsiteY118" fmla="*/ 1307306 h 1890712"/>
              <a:gd name="connsiteX119" fmla="*/ 1790700 w 2543175"/>
              <a:gd name="connsiteY119" fmla="*/ 1312069 h 1890712"/>
              <a:gd name="connsiteX120" fmla="*/ 1800225 w 2543175"/>
              <a:gd name="connsiteY120" fmla="*/ 1319212 h 1890712"/>
              <a:gd name="connsiteX121" fmla="*/ 1807369 w 2543175"/>
              <a:gd name="connsiteY121" fmla="*/ 1321594 h 1890712"/>
              <a:gd name="connsiteX122" fmla="*/ 1824038 w 2543175"/>
              <a:gd name="connsiteY122" fmla="*/ 1333500 h 1890712"/>
              <a:gd name="connsiteX123" fmla="*/ 1843088 w 2543175"/>
              <a:gd name="connsiteY123" fmla="*/ 1352550 h 1890712"/>
              <a:gd name="connsiteX124" fmla="*/ 1852613 w 2543175"/>
              <a:gd name="connsiteY124" fmla="*/ 1359694 h 1890712"/>
              <a:gd name="connsiteX125" fmla="*/ 1859757 w 2543175"/>
              <a:gd name="connsiteY125" fmla="*/ 1366837 h 1890712"/>
              <a:gd name="connsiteX126" fmla="*/ 1869282 w 2543175"/>
              <a:gd name="connsiteY126" fmla="*/ 1371600 h 1890712"/>
              <a:gd name="connsiteX127" fmla="*/ 1883569 w 2543175"/>
              <a:gd name="connsiteY127" fmla="*/ 1388269 h 1890712"/>
              <a:gd name="connsiteX128" fmla="*/ 1893094 w 2543175"/>
              <a:gd name="connsiteY128" fmla="*/ 1395412 h 1890712"/>
              <a:gd name="connsiteX129" fmla="*/ 1902619 w 2543175"/>
              <a:gd name="connsiteY129" fmla="*/ 1404937 h 1890712"/>
              <a:gd name="connsiteX130" fmla="*/ 1912144 w 2543175"/>
              <a:gd name="connsiteY130" fmla="*/ 1409700 h 1890712"/>
              <a:gd name="connsiteX131" fmla="*/ 1931194 w 2543175"/>
              <a:gd name="connsiteY131" fmla="*/ 1421606 h 1890712"/>
              <a:gd name="connsiteX132" fmla="*/ 1935957 w 2543175"/>
              <a:gd name="connsiteY132" fmla="*/ 1428750 h 1890712"/>
              <a:gd name="connsiteX133" fmla="*/ 1952625 w 2543175"/>
              <a:gd name="connsiteY133" fmla="*/ 1438275 h 1890712"/>
              <a:gd name="connsiteX134" fmla="*/ 1971675 w 2543175"/>
              <a:gd name="connsiteY134" fmla="*/ 1450181 h 1890712"/>
              <a:gd name="connsiteX135" fmla="*/ 1981200 w 2543175"/>
              <a:gd name="connsiteY135" fmla="*/ 1454944 h 1890712"/>
              <a:gd name="connsiteX136" fmla="*/ 1997869 w 2543175"/>
              <a:gd name="connsiteY136" fmla="*/ 1471612 h 1890712"/>
              <a:gd name="connsiteX137" fmla="*/ 2007394 w 2543175"/>
              <a:gd name="connsiteY137" fmla="*/ 1478756 h 1890712"/>
              <a:gd name="connsiteX138" fmla="*/ 2016919 w 2543175"/>
              <a:gd name="connsiteY138" fmla="*/ 1483519 h 1890712"/>
              <a:gd name="connsiteX139" fmla="*/ 2024063 w 2543175"/>
              <a:gd name="connsiteY139" fmla="*/ 1490662 h 1890712"/>
              <a:gd name="connsiteX140" fmla="*/ 2033588 w 2543175"/>
              <a:gd name="connsiteY140" fmla="*/ 1495425 h 1890712"/>
              <a:gd name="connsiteX141" fmla="*/ 2040732 w 2543175"/>
              <a:gd name="connsiteY141" fmla="*/ 1502569 h 1890712"/>
              <a:gd name="connsiteX142" fmla="*/ 2047875 w 2543175"/>
              <a:gd name="connsiteY142" fmla="*/ 1507331 h 1890712"/>
              <a:gd name="connsiteX143" fmla="*/ 2057400 w 2543175"/>
              <a:gd name="connsiteY143" fmla="*/ 1514475 h 1890712"/>
              <a:gd name="connsiteX144" fmla="*/ 2064544 w 2543175"/>
              <a:gd name="connsiteY144" fmla="*/ 1519237 h 1890712"/>
              <a:gd name="connsiteX145" fmla="*/ 2071688 w 2543175"/>
              <a:gd name="connsiteY145" fmla="*/ 1526381 h 1890712"/>
              <a:gd name="connsiteX146" fmla="*/ 2081213 w 2543175"/>
              <a:gd name="connsiteY146" fmla="*/ 1531144 h 1890712"/>
              <a:gd name="connsiteX147" fmla="*/ 2090738 w 2543175"/>
              <a:gd name="connsiteY147" fmla="*/ 1538287 h 1890712"/>
              <a:gd name="connsiteX148" fmla="*/ 2109788 w 2543175"/>
              <a:gd name="connsiteY148" fmla="*/ 1547812 h 1890712"/>
              <a:gd name="connsiteX149" fmla="*/ 2131219 w 2543175"/>
              <a:gd name="connsiteY149" fmla="*/ 1562100 h 1890712"/>
              <a:gd name="connsiteX150" fmla="*/ 2140744 w 2543175"/>
              <a:gd name="connsiteY150" fmla="*/ 1566862 h 1890712"/>
              <a:gd name="connsiteX151" fmla="*/ 2152650 w 2543175"/>
              <a:gd name="connsiteY151" fmla="*/ 1576387 h 1890712"/>
              <a:gd name="connsiteX152" fmla="*/ 2181225 w 2543175"/>
              <a:gd name="connsiteY152" fmla="*/ 1590675 h 1890712"/>
              <a:gd name="connsiteX153" fmla="*/ 2200275 w 2543175"/>
              <a:gd name="connsiteY153" fmla="*/ 1607344 h 1890712"/>
              <a:gd name="connsiteX154" fmla="*/ 2207419 w 2543175"/>
              <a:gd name="connsiteY154" fmla="*/ 1612106 h 1890712"/>
              <a:gd name="connsiteX155" fmla="*/ 2216944 w 2543175"/>
              <a:gd name="connsiteY155" fmla="*/ 1619250 h 1890712"/>
              <a:gd name="connsiteX156" fmla="*/ 2224088 w 2543175"/>
              <a:gd name="connsiteY156" fmla="*/ 1624012 h 1890712"/>
              <a:gd name="connsiteX157" fmla="*/ 2247900 w 2543175"/>
              <a:gd name="connsiteY157" fmla="*/ 1643062 h 1890712"/>
              <a:gd name="connsiteX158" fmla="*/ 2255044 w 2543175"/>
              <a:gd name="connsiteY158" fmla="*/ 1650206 h 1890712"/>
              <a:gd name="connsiteX159" fmla="*/ 2281238 w 2543175"/>
              <a:gd name="connsiteY159" fmla="*/ 1664494 h 1890712"/>
              <a:gd name="connsiteX160" fmla="*/ 2297907 w 2543175"/>
              <a:gd name="connsiteY160" fmla="*/ 1674019 h 1890712"/>
              <a:gd name="connsiteX161" fmla="*/ 2312194 w 2543175"/>
              <a:gd name="connsiteY161" fmla="*/ 1685925 h 1890712"/>
              <a:gd name="connsiteX162" fmla="*/ 2328863 w 2543175"/>
              <a:gd name="connsiteY162" fmla="*/ 1697831 h 1890712"/>
              <a:gd name="connsiteX163" fmla="*/ 2350294 w 2543175"/>
              <a:gd name="connsiteY163" fmla="*/ 1712119 h 1890712"/>
              <a:gd name="connsiteX164" fmla="*/ 2369344 w 2543175"/>
              <a:gd name="connsiteY164" fmla="*/ 1724025 h 1890712"/>
              <a:gd name="connsiteX165" fmla="*/ 2428876 w 2543175"/>
              <a:gd name="connsiteY165" fmla="*/ 1785938 h 1890712"/>
              <a:gd name="connsiteX166" fmla="*/ 2466975 w 2543175"/>
              <a:gd name="connsiteY166" fmla="*/ 1783556 h 1890712"/>
              <a:gd name="connsiteX167" fmla="*/ 2481263 w 2543175"/>
              <a:gd name="connsiteY167" fmla="*/ 1795462 h 1890712"/>
              <a:gd name="connsiteX168" fmla="*/ 2486025 w 2543175"/>
              <a:gd name="connsiteY168" fmla="*/ 1802606 h 1890712"/>
              <a:gd name="connsiteX169" fmla="*/ 2514600 w 2543175"/>
              <a:gd name="connsiteY169" fmla="*/ 1850231 h 1890712"/>
              <a:gd name="connsiteX170" fmla="*/ 2519363 w 2543175"/>
              <a:gd name="connsiteY170" fmla="*/ 1857375 h 1890712"/>
              <a:gd name="connsiteX171" fmla="*/ 2540794 w 2543175"/>
              <a:gd name="connsiteY171" fmla="*/ 1883569 h 1890712"/>
              <a:gd name="connsiteX172" fmla="*/ 2543175 w 2543175"/>
              <a:gd name="connsiteY17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85763 w 2543175"/>
              <a:gd name="connsiteY30" fmla="*/ 283369 h 1890712"/>
              <a:gd name="connsiteX31" fmla="*/ 404813 w 2543175"/>
              <a:gd name="connsiteY31" fmla="*/ 295275 h 1890712"/>
              <a:gd name="connsiteX32" fmla="*/ 411957 w 2543175"/>
              <a:gd name="connsiteY32" fmla="*/ 297656 h 1890712"/>
              <a:gd name="connsiteX33" fmla="*/ 466725 w 2543175"/>
              <a:gd name="connsiteY33" fmla="*/ 328612 h 1890712"/>
              <a:gd name="connsiteX34" fmla="*/ 476250 w 2543175"/>
              <a:gd name="connsiteY34" fmla="*/ 335756 h 1890712"/>
              <a:gd name="connsiteX35" fmla="*/ 481013 w 2543175"/>
              <a:gd name="connsiteY35" fmla="*/ 342900 h 1890712"/>
              <a:gd name="connsiteX36" fmla="*/ 490538 w 2543175"/>
              <a:gd name="connsiteY36" fmla="*/ 352425 h 1890712"/>
              <a:gd name="connsiteX37" fmla="*/ 495300 w 2543175"/>
              <a:gd name="connsiteY37" fmla="*/ 359569 h 1890712"/>
              <a:gd name="connsiteX38" fmla="*/ 509588 w 2543175"/>
              <a:gd name="connsiteY38" fmla="*/ 376237 h 1890712"/>
              <a:gd name="connsiteX39" fmla="*/ 514350 w 2543175"/>
              <a:gd name="connsiteY39" fmla="*/ 383381 h 1890712"/>
              <a:gd name="connsiteX40" fmla="*/ 531019 w 2543175"/>
              <a:gd name="connsiteY40" fmla="*/ 397669 h 1890712"/>
              <a:gd name="connsiteX41" fmla="*/ 538163 w 2543175"/>
              <a:gd name="connsiteY41" fmla="*/ 407194 h 1890712"/>
              <a:gd name="connsiteX42" fmla="*/ 554832 w 2543175"/>
              <a:gd name="connsiteY42" fmla="*/ 421481 h 1890712"/>
              <a:gd name="connsiteX43" fmla="*/ 564357 w 2543175"/>
              <a:gd name="connsiteY43" fmla="*/ 431006 h 1890712"/>
              <a:gd name="connsiteX44" fmla="*/ 573882 w 2543175"/>
              <a:gd name="connsiteY44" fmla="*/ 438150 h 1890712"/>
              <a:gd name="connsiteX45" fmla="*/ 595313 w 2543175"/>
              <a:gd name="connsiteY45" fmla="*/ 454819 h 1890712"/>
              <a:gd name="connsiteX46" fmla="*/ 602457 w 2543175"/>
              <a:gd name="connsiteY46" fmla="*/ 457200 h 1890712"/>
              <a:gd name="connsiteX47" fmla="*/ 628650 w 2543175"/>
              <a:gd name="connsiteY47" fmla="*/ 469106 h 1890712"/>
              <a:gd name="connsiteX48" fmla="*/ 645319 w 2543175"/>
              <a:gd name="connsiteY48" fmla="*/ 483394 h 1890712"/>
              <a:gd name="connsiteX49" fmla="*/ 654844 w 2543175"/>
              <a:gd name="connsiteY49" fmla="*/ 488156 h 1890712"/>
              <a:gd name="connsiteX50" fmla="*/ 661988 w 2543175"/>
              <a:gd name="connsiteY50" fmla="*/ 497681 h 1890712"/>
              <a:gd name="connsiteX51" fmla="*/ 683419 w 2543175"/>
              <a:gd name="connsiteY51" fmla="*/ 514350 h 1890712"/>
              <a:gd name="connsiteX52" fmla="*/ 700088 w 2543175"/>
              <a:gd name="connsiteY52" fmla="*/ 526256 h 1890712"/>
              <a:gd name="connsiteX53" fmla="*/ 709613 w 2543175"/>
              <a:gd name="connsiteY53" fmla="*/ 535781 h 1890712"/>
              <a:gd name="connsiteX54" fmla="*/ 719138 w 2543175"/>
              <a:gd name="connsiteY54" fmla="*/ 542925 h 1890712"/>
              <a:gd name="connsiteX55" fmla="*/ 733425 w 2543175"/>
              <a:gd name="connsiteY55" fmla="*/ 557212 h 1890712"/>
              <a:gd name="connsiteX56" fmla="*/ 750094 w 2543175"/>
              <a:gd name="connsiteY56" fmla="*/ 569119 h 1890712"/>
              <a:gd name="connsiteX57" fmla="*/ 769144 w 2543175"/>
              <a:gd name="connsiteY57" fmla="*/ 581025 h 1890712"/>
              <a:gd name="connsiteX58" fmla="*/ 785813 w 2543175"/>
              <a:gd name="connsiteY58" fmla="*/ 590550 h 1890712"/>
              <a:gd name="connsiteX59" fmla="*/ 792957 w 2543175"/>
              <a:gd name="connsiteY59" fmla="*/ 600075 h 1890712"/>
              <a:gd name="connsiteX60" fmla="*/ 809625 w 2543175"/>
              <a:gd name="connsiteY60" fmla="*/ 611981 h 1890712"/>
              <a:gd name="connsiteX61" fmla="*/ 816769 w 2543175"/>
              <a:gd name="connsiteY61" fmla="*/ 619125 h 1890712"/>
              <a:gd name="connsiteX62" fmla="*/ 826294 w 2543175"/>
              <a:gd name="connsiteY62" fmla="*/ 626269 h 1890712"/>
              <a:gd name="connsiteX63" fmla="*/ 840582 w 2543175"/>
              <a:gd name="connsiteY63" fmla="*/ 638175 h 1890712"/>
              <a:gd name="connsiteX64" fmla="*/ 847725 w 2543175"/>
              <a:gd name="connsiteY64" fmla="*/ 645319 h 1890712"/>
              <a:gd name="connsiteX65" fmla="*/ 857250 w 2543175"/>
              <a:gd name="connsiteY65" fmla="*/ 652462 h 1890712"/>
              <a:gd name="connsiteX66" fmla="*/ 864394 w 2543175"/>
              <a:gd name="connsiteY66" fmla="*/ 657225 h 1890712"/>
              <a:gd name="connsiteX67" fmla="*/ 888207 w 2543175"/>
              <a:gd name="connsiteY67" fmla="*/ 676275 h 1890712"/>
              <a:gd name="connsiteX68" fmla="*/ 895350 w 2543175"/>
              <a:gd name="connsiteY68" fmla="*/ 681037 h 1890712"/>
              <a:gd name="connsiteX69" fmla="*/ 907257 w 2543175"/>
              <a:gd name="connsiteY69" fmla="*/ 683419 h 1890712"/>
              <a:gd name="connsiteX70" fmla="*/ 928688 w 2543175"/>
              <a:gd name="connsiteY70" fmla="*/ 695325 h 1890712"/>
              <a:gd name="connsiteX71" fmla="*/ 942975 w 2543175"/>
              <a:gd name="connsiteY71" fmla="*/ 700087 h 1890712"/>
              <a:gd name="connsiteX72" fmla="*/ 964407 w 2543175"/>
              <a:gd name="connsiteY72" fmla="*/ 716756 h 1890712"/>
              <a:gd name="connsiteX73" fmla="*/ 971550 w 2543175"/>
              <a:gd name="connsiteY73" fmla="*/ 723900 h 1890712"/>
              <a:gd name="connsiteX74" fmla="*/ 983457 w 2543175"/>
              <a:gd name="connsiteY74" fmla="*/ 733425 h 1890712"/>
              <a:gd name="connsiteX75" fmla="*/ 990600 w 2543175"/>
              <a:gd name="connsiteY75" fmla="*/ 738187 h 1890712"/>
              <a:gd name="connsiteX76" fmla="*/ 1007269 w 2543175"/>
              <a:gd name="connsiteY76" fmla="*/ 752475 h 1890712"/>
              <a:gd name="connsiteX77" fmla="*/ 1031082 w 2543175"/>
              <a:gd name="connsiteY77" fmla="*/ 766762 h 1890712"/>
              <a:gd name="connsiteX78" fmla="*/ 1042988 w 2543175"/>
              <a:gd name="connsiteY78" fmla="*/ 773906 h 1890712"/>
              <a:gd name="connsiteX79" fmla="*/ 1071563 w 2543175"/>
              <a:gd name="connsiteY79" fmla="*/ 785812 h 1890712"/>
              <a:gd name="connsiteX80" fmla="*/ 1097757 w 2543175"/>
              <a:gd name="connsiteY80" fmla="*/ 807244 h 1890712"/>
              <a:gd name="connsiteX81" fmla="*/ 1104900 w 2543175"/>
              <a:gd name="connsiteY81" fmla="*/ 814387 h 1890712"/>
              <a:gd name="connsiteX82" fmla="*/ 1121569 w 2543175"/>
              <a:gd name="connsiteY82" fmla="*/ 823912 h 1890712"/>
              <a:gd name="connsiteX83" fmla="*/ 1138238 w 2543175"/>
              <a:gd name="connsiteY83" fmla="*/ 835819 h 1890712"/>
              <a:gd name="connsiteX84" fmla="*/ 1147763 w 2543175"/>
              <a:gd name="connsiteY84" fmla="*/ 842962 h 1890712"/>
              <a:gd name="connsiteX85" fmla="*/ 1157288 w 2543175"/>
              <a:gd name="connsiteY85" fmla="*/ 847725 h 1890712"/>
              <a:gd name="connsiteX86" fmla="*/ 1178719 w 2543175"/>
              <a:gd name="connsiteY86" fmla="*/ 859631 h 1890712"/>
              <a:gd name="connsiteX87" fmla="*/ 1188244 w 2543175"/>
              <a:gd name="connsiteY87" fmla="*/ 866775 h 1890712"/>
              <a:gd name="connsiteX88" fmla="*/ 1195388 w 2543175"/>
              <a:gd name="connsiteY88" fmla="*/ 871537 h 1890712"/>
              <a:gd name="connsiteX89" fmla="*/ 1212057 w 2543175"/>
              <a:gd name="connsiteY89" fmla="*/ 883444 h 1890712"/>
              <a:gd name="connsiteX90" fmla="*/ 1226344 w 2543175"/>
              <a:gd name="connsiteY90" fmla="*/ 895350 h 1890712"/>
              <a:gd name="connsiteX91" fmla="*/ 1245394 w 2543175"/>
              <a:gd name="connsiteY91" fmla="*/ 907256 h 1890712"/>
              <a:gd name="connsiteX92" fmla="*/ 1254919 w 2543175"/>
              <a:gd name="connsiteY92" fmla="*/ 914400 h 1890712"/>
              <a:gd name="connsiteX93" fmla="*/ 1269207 w 2543175"/>
              <a:gd name="connsiteY93" fmla="*/ 921544 h 1890712"/>
              <a:gd name="connsiteX94" fmla="*/ 1290638 w 2543175"/>
              <a:gd name="connsiteY94" fmla="*/ 935831 h 1890712"/>
              <a:gd name="connsiteX95" fmla="*/ 1307307 w 2543175"/>
              <a:gd name="connsiteY95" fmla="*/ 952500 h 1890712"/>
              <a:gd name="connsiteX96" fmla="*/ 1333500 w 2543175"/>
              <a:gd name="connsiteY96" fmla="*/ 971550 h 1890712"/>
              <a:gd name="connsiteX97" fmla="*/ 1359694 w 2543175"/>
              <a:gd name="connsiteY97" fmla="*/ 990600 h 1890712"/>
              <a:gd name="connsiteX98" fmla="*/ 1373982 w 2543175"/>
              <a:gd name="connsiteY98" fmla="*/ 997744 h 1890712"/>
              <a:gd name="connsiteX99" fmla="*/ 1388269 w 2543175"/>
              <a:gd name="connsiteY99" fmla="*/ 1007269 h 1890712"/>
              <a:gd name="connsiteX100" fmla="*/ 1414463 w 2543175"/>
              <a:gd name="connsiteY100" fmla="*/ 1019175 h 1890712"/>
              <a:gd name="connsiteX101" fmla="*/ 1428750 w 2543175"/>
              <a:gd name="connsiteY101" fmla="*/ 1026319 h 1890712"/>
              <a:gd name="connsiteX102" fmla="*/ 1471613 w 2543175"/>
              <a:gd name="connsiteY102" fmla="*/ 1059656 h 1890712"/>
              <a:gd name="connsiteX103" fmla="*/ 1495425 w 2543175"/>
              <a:gd name="connsiteY103" fmla="*/ 1088231 h 1890712"/>
              <a:gd name="connsiteX104" fmla="*/ 1547812 w 2543175"/>
              <a:gd name="connsiteY104" fmla="*/ 1133475 h 1890712"/>
              <a:gd name="connsiteX105" fmla="*/ 1597819 w 2543175"/>
              <a:gd name="connsiteY105" fmla="*/ 1154906 h 1890712"/>
              <a:gd name="connsiteX106" fmla="*/ 1604963 w 2543175"/>
              <a:gd name="connsiteY106" fmla="*/ 1162050 h 1890712"/>
              <a:gd name="connsiteX107" fmla="*/ 1612107 w 2543175"/>
              <a:gd name="connsiteY107" fmla="*/ 1166812 h 1890712"/>
              <a:gd name="connsiteX108" fmla="*/ 1628775 w 2543175"/>
              <a:gd name="connsiteY108" fmla="*/ 1183481 h 1890712"/>
              <a:gd name="connsiteX109" fmla="*/ 1662113 w 2543175"/>
              <a:gd name="connsiteY109" fmla="*/ 1209675 h 1890712"/>
              <a:gd name="connsiteX110" fmla="*/ 1678782 w 2543175"/>
              <a:gd name="connsiteY110" fmla="*/ 1226344 h 1890712"/>
              <a:gd name="connsiteX111" fmla="*/ 1700213 w 2543175"/>
              <a:gd name="connsiteY111" fmla="*/ 1247775 h 1890712"/>
              <a:gd name="connsiteX112" fmla="*/ 1712119 w 2543175"/>
              <a:gd name="connsiteY112" fmla="*/ 1259681 h 1890712"/>
              <a:gd name="connsiteX113" fmla="*/ 1733550 w 2543175"/>
              <a:gd name="connsiteY113" fmla="*/ 1273969 h 1890712"/>
              <a:gd name="connsiteX114" fmla="*/ 1743075 w 2543175"/>
              <a:gd name="connsiteY114" fmla="*/ 1283494 h 1890712"/>
              <a:gd name="connsiteX115" fmla="*/ 1754982 w 2543175"/>
              <a:gd name="connsiteY115" fmla="*/ 1290637 h 1890712"/>
              <a:gd name="connsiteX116" fmla="*/ 1766888 w 2543175"/>
              <a:gd name="connsiteY116" fmla="*/ 1300162 h 1890712"/>
              <a:gd name="connsiteX117" fmla="*/ 1783557 w 2543175"/>
              <a:gd name="connsiteY117" fmla="*/ 1307306 h 1890712"/>
              <a:gd name="connsiteX118" fmla="*/ 1790700 w 2543175"/>
              <a:gd name="connsiteY118" fmla="*/ 1312069 h 1890712"/>
              <a:gd name="connsiteX119" fmla="*/ 1800225 w 2543175"/>
              <a:gd name="connsiteY119" fmla="*/ 1319212 h 1890712"/>
              <a:gd name="connsiteX120" fmla="*/ 1807369 w 2543175"/>
              <a:gd name="connsiteY120" fmla="*/ 1321594 h 1890712"/>
              <a:gd name="connsiteX121" fmla="*/ 1824038 w 2543175"/>
              <a:gd name="connsiteY121" fmla="*/ 1333500 h 1890712"/>
              <a:gd name="connsiteX122" fmla="*/ 1843088 w 2543175"/>
              <a:gd name="connsiteY122" fmla="*/ 1352550 h 1890712"/>
              <a:gd name="connsiteX123" fmla="*/ 1852613 w 2543175"/>
              <a:gd name="connsiteY123" fmla="*/ 1359694 h 1890712"/>
              <a:gd name="connsiteX124" fmla="*/ 1859757 w 2543175"/>
              <a:gd name="connsiteY124" fmla="*/ 1366837 h 1890712"/>
              <a:gd name="connsiteX125" fmla="*/ 1869282 w 2543175"/>
              <a:gd name="connsiteY125" fmla="*/ 1371600 h 1890712"/>
              <a:gd name="connsiteX126" fmla="*/ 1883569 w 2543175"/>
              <a:gd name="connsiteY126" fmla="*/ 1388269 h 1890712"/>
              <a:gd name="connsiteX127" fmla="*/ 1893094 w 2543175"/>
              <a:gd name="connsiteY127" fmla="*/ 1395412 h 1890712"/>
              <a:gd name="connsiteX128" fmla="*/ 1902619 w 2543175"/>
              <a:gd name="connsiteY128" fmla="*/ 1404937 h 1890712"/>
              <a:gd name="connsiteX129" fmla="*/ 1912144 w 2543175"/>
              <a:gd name="connsiteY129" fmla="*/ 1409700 h 1890712"/>
              <a:gd name="connsiteX130" fmla="*/ 1931194 w 2543175"/>
              <a:gd name="connsiteY130" fmla="*/ 1421606 h 1890712"/>
              <a:gd name="connsiteX131" fmla="*/ 1935957 w 2543175"/>
              <a:gd name="connsiteY131" fmla="*/ 1428750 h 1890712"/>
              <a:gd name="connsiteX132" fmla="*/ 1952625 w 2543175"/>
              <a:gd name="connsiteY132" fmla="*/ 1438275 h 1890712"/>
              <a:gd name="connsiteX133" fmla="*/ 1971675 w 2543175"/>
              <a:gd name="connsiteY133" fmla="*/ 1450181 h 1890712"/>
              <a:gd name="connsiteX134" fmla="*/ 1981200 w 2543175"/>
              <a:gd name="connsiteY134" fmla="*/ 1454944 h 1890712"/>
              <a:gd name="connsiteX135" fmla="*/ 1997869 w 2543175"/>
              <a:gd name="connsiteY135" fmla="*/ 1471612 h 1890712"/>
              <a:gd name="connsiteX136" fmla="*/ 2007394 w 2543175"/>
              <a:gd name="connsiteY136" fmla="*/ 1478756 h 1890712"/>
              <a:gd name="connsiteX137" fmla="*/ 2016919 w 2543175"/>
              <a:gd name="connsiteY137" fmla="*/ 1483519 h 1890712"/>
              <a:gd name="connsiteX138" fmla="*/ 2024063 w 2543175"/>
              <a:gd name="connsiteY138" fmla="*/ 1490662 h 1890712"/>
              <a:gd name="connsiteX139" fmla="*/ 2033588 w 2543175"/>
              <a:gd name="connsiteY139" fmla="*/ 1495425 h 1890712"/>
              <a:gd name="connsiteX140" fmla="*/ 2040732 w 2543175"/>
              <a:gd name="connsiteY140" fmla="*/ 1502569 h 1890712"/>
              <a:gd name="connsiteX141" fmla="*/ 2047875 w 2543175"/>
              <a:gd name="connsiteY141" fmla="*/ 1507331 h 1890712"/>
              <a:gd name="connsiteX142" fmla="*/ 2057400 w 2543175"/>
              <a:gd name="connsiteY142" fmla="*/ 1514475 h 1890712"/>
              <a:gd name="connsiteX143" fmla="*/ 2064544 w 2543175"/>
              <a:gd name="connsiteY143" fmla="*/ 1519237 h 1890712"/>
              <a:gd name="connsiteX144" fmla="*/ 2071688 w 2543175"/>
              <a:gd name="connsiteY144" fmla="*/ 1526381 h 1890712"/>
              <a:gd name="connsiteX145" fmla="*/ 2081213 w 2543175"/>
              <a:gd name="connsiteY145" fmla="*/ 1531144 h 1890712"/>
              <a:gd name="connsiteX146" fmla="*/ 2090738 w 2543175"/>
              <a:gd name="connsiteY146" fmla="*/ 1538287 h 1890712"/>
              <a:gd name="connsiteX147" fmla="*/ 2109788 w 2543175"/>
              <a:gd name="connsiteY147" fmla="*/ 1547812 h 1890712"/>
              <a:gd name="connsiteX148" fmla="*/ 2131219 w 2543175"/>
              <a:gd name="connsiteY148" fmla="*/ 1562100 h 1890712"/>
              <a:gd name="connsiteX149" fmla="*/ 2140744 w 2543175"/>
              <a:gd name="connsiteY149" fmla="*/ 1566862 h 1890712"/>
              <a:gd name="connsiteX150" fmla="*/ 2152650 w 2543175"/>
              <a:gd name="connsiteY150" fmla="*/ 1576387 h 1890712"/>
              <a:gd name="connsiteX151" fmla="*/ 2181225 w 2543175"/>
              <a:gd name="connsiteY151" fmla="*/ 1590675 h 1890712"/>
              <a:gd name="connsiteX152" fmla="*/ 2200275 w 2543175"/>
              <a:gd name="connsiteY152" fmla="*/ 1607344 h 1890712"/>
              <a:gd name="connsiteX153" fmla="*/ 2207419 w 2543175"/>
              <a:gd name="connsiteY153" fmla="*/ 1612106 h 1890712"/>
              <a:gd name="connsiteX154" fmla="*/ 2216944 w 2543175"/>
              <a:gd name="connsiteY154" fmla="*/ 1619250 h 1890712"/>
              <a:gd name="connsiteX155" fmla="*/ 2224088 w 2543175"/>
              <a:gd name="connsiteY155" fmla="*/ 1624012 h 1890712"/>
              <a:gd name="connsiteX156" fmla="*/ 2247900 w 2543175"/>
              <a:gd name="connsiteY156" fmla="*/ 1643062 h 1890712"/>
              <a:gd name="connsiteX157" fmla="*/ 2255044 w 2543175"/>
              <a:gd name="connsiteY157" fmla="*/ 1650206 h 1890712"/>
              <a:gd name="connsiteX158" fmla="*/ 2281238 w 2543175"/>
              <a:gd name="connsiteY158" fmla="*/ 1664494 h 1890712"/>
              <a:gd name="connsiteX159" fmla="*/ 2297907 w 2543175"/>
              <a:gd name="connsiteY159" fmla="*/ 1674019 h 1890712"/>
              <a:gd name="connsiteX160" fmla="*/ 2312194 w 2543175"/>
              <a:gd name="connsiteY160" fmla="*/ 1685925 h 1890712"/>
              <a:gd name="connsiteX161" fmla="*/ 2328863 w 2543175"/>
              <a:gd name="connsiteY161" fmla="*/ 1697831 h 1890712"/>
              <a:gd name="connsiteX162" fmla="*/ 2350294 w 2543175"/>
              <a:gd name="connsiteY162" fmla="*/ 1712119 h 1890712"/>
              <a:gd name="connsiteX163" fmla="*/ 2369344 w 2543175"/>
              <a:gd name="connsiteY163" fmla="*/ 1724025 h 1890712"/>
              <a:gd name="connsiteX164" fmla="*/ 2428876 w 2543175"/>
              <a:gd name="connsiteY164" fmla="*/ 1785938 h 1890712"/>
              <a:gd name="connsiteX165" fmla="*/ 2466975 w 2543175"/>
              <a:gd name="connsiteY165" fmla="*/ 1783556 h 1890712"/>
              <a:gd name="connsiteX166" fmla="*/ 2481263 w 2543175"/>
              <a:gd name="connsiteY166" fmla="*/ 1795462 h 1890712"/>
              <a:gd name="connsiteX167" fmla="*/ 2486025 w 2543175"/>
              <a:gd name="connsiteY167" fmla="*/ 1802606 h 1890712"/>
              <a:gd name="connsiteX168" fmla="*/ 2514600 w 2543175"/>
              <a:gd name="connsiteY168" fmla="*/ 1850231 h 1890712"/>
              <a:gd name="connsiteX169" fmla="*/ 2519363 w 2543175"/>
              <a:gd name="connsiteY169" fmla="*/ 1857375 h 1890712"/>
              <a:gd name="connsiteX170" fmla="*/ 2540794 w 2543175"/>
              <a:gd name="connsiteY170" fmla="*/ 1883569 h 1890712"/>
              <a:gd name="connsiteX171" fmla="*/ 2543175 w 2543175"/>
              <a:gd name="connsiteY171"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54807 w 2543175"/>
              <a:gd name="connsiteY26" fmla="*/ 247650 h 1890712"/>
              <a:gd name="connsiteX27" fmla="*/ 366713 w 2543175"/>
              <a:gd name="connsiteY27" fmla="*/ 264319 h 1890712"/>
              <a:gd name="connsiteX28" fmla="*/ 371475 w 2543175"/>
              <a:gd name="connsiteY28" fmla="*/ 271462 h 1890712"/>
              <a:gd name="connsiteX29" fmla="*/ 385763 w 2543175"/>
              <a:gd name="connsiteY29" fmla="*/ 283369 h 1890712"/>
              <a:gd name="connsiteX30" fmla="*/ 404813 w 2543175"/>
              <a:gd name="connsiteY30" fmla="*/ 295275 h 1890712"/>
              <a:gd name="connsiteX31" fmla="*/ 411957 w 2543175"/>
              <a:gd name="connsiteY31" fmla="*/ 297656 h 1890712"/>
              <a:gd name="connsiteX32" fmla="*/ 466725 w 2543175"/>
              <a:gd name="connsiteY32" fmla="*/ 328612 h 1890712"/>
              <a:gd name="connsiteX33" fmla="*/ 476250 w 2543175"/>
              <a:gd name="connsiteY33" fmla="*/ 335756 h 1890712"/>
              <a:gd name="connsiteX34" fmla="*/ 481013 w 2543175"/>
              <a:gd name="connsiteY34" fmla="*/ 342900 h 1890712"/>
              <a:gd name="connsiteX35" fmla="*/ 490538 w 2543175"/>
              <a:gd name="connsiteY35" fmla="*/ 352425 h 1890712"/>
              <a:gd name="connsiteX36" fmla="*/ 495300 w 2543175"/>
              <a:gd name="connsiteY36" fmla="*/ 359569 h 1890712"/>
              <a:gd name="connsiteX37" fmla="*/ 509588 w 2543175"/>
              <a:gd name="connsiteY37" fmla="*/ 376237 h 1890712"/>
              <a:gd name="connsiteX38" fmla="*/ 514350 w 2543175"/>
              <a:gd name="connsiteY38" fmla="*/ 383381 h 1890712"/>
              <a:gd name="connsiteX39" fmla="*/ 531019 w 2543175"/>
              <a:gd name="connsiteY39" fmla="*/ 397669 h 1890712"/>
              <a:gd name="connsiteX40" fmla="*/ 538163 w 2543175"/>
              <a:gd name="connsiteY40" fmla="*/ 407194 h 1890712"/>
              <a:gd name="connsiteX41" fmla="*/ 554832 w 2543175"/>
              <a:gd name="connsiteY41" fmla="*/ 421481 h 1890712"/>
              <a:gd name="connsiteX42" fmla="*/ 564357 w 2543175"/>
              <a:gd name="connsiteY42" fmla="*/ 431006 h 1890712"/>
              <a:gd name="connsiteX43" fmla="*/ 573882 w 2543175"/>
              <a:gd name="connsiteY43" fmla="*/ 438150 h 1890712"/>
              <a:gd name="connsiteX44" fmla="*/ 595313 w 2543175"/>
              <a:gd name="connsiteY44" fmla="*/ 454819 h 1890712"/>
              <a:gd name="connsiteX45" fmla="*/ 602457 w 2543175"/>
              <a:gd name="connsiteY45" fmla="*/ 457200 h 1890712"/>
              <a:gd name="connsiteX46" fmla="*/ 628650 w 2543175"/>
              <a:gd name="connsiteY46" fmla="*/ 469106 h 1890712"/>
              <a:gd name="connsiteX47" fmla="*/ 645319 w 2543175"/>
              <a:gd name="connsiteY47" fmla="*/ 483394 h 1890712"/>
              <a:gd name="connsiteX48" fmla="*/ 654844 w 2543175"/>
              <a:gd name="connsiteY48" fmla="*/ 488156 h 1890712"/>
              <a:gd name="connsiteX49" fmla="*/ 661988 w 2543175"/>
              <a:gd name="connsiteY49" fmla="*/ 497681 h 1890712"/>
              <a:gd name="connsiteX50" fmla="*/ 683419 w 2543175"/>
              <a:gd name="connsiteY50" fmla="*/ 514350 h 1890712"/>
              <a:gd name="connsiteX51" fmla="*/ 700088 w 2543175"/>
              <a:gd name="connsiteY51" fmla="*/ 526256 h 1890712"/>
              <a:gd name="connsiteX52" fmla="*/ 709613 w 2543175"/>
              <a:gd name="connsiteY52" fmla="*/ 535781 h 1890712"/>
              <a:gd name="connsiteX53" fmla="*/ 719138 w 2543175"/>
              <a:gd name="connsiteY53" fmla="*/ 542925 h 1890712"/>
              <a:gd name="connsiteX54" fmla="*/ 733425 w 2543175"/>
              <a:gd name="connsiteY54" fmla="*/ 557212 h 1890712"/>
              <a:gd name="connsiteX55" fmla="*/ 750094 w 2543175"/>
              <a:gd name="connsiteY55" fmla="*/ 569119 h 1890712"/>
              <a:gd name="connsiteX56" fmla="*/ 769144 w 2543175"/>
              <a:gd name="connsiteY56" fmla="*/ 581025 h 1890712"/>
              <a:gd name="connsiteX57" fmla="*/ 785813 w 2543175"/>
              <a:gd name="connsiteY57" fmla="*/ 590550 h 1890712"/>
              <a:gd name="connsiteX58" fmla="*/ 792957 w 2543175"/>
              <a:gd name="connsiteY58" fmla="*/ 600075 h 1890712"/>
              <a:gd name="connsiteX59" fmla="*/ 809625 w 2543175"/>
              <a:gd name="connsiteY59" fmla="*/ 611981 h 1890712"/>
              <a:gd name="connsiteX60" fmla="*/ 816769 w 2543175"/>
              <a:gd name="connsiteY60" fmla="*/ 619125 h 1890712"/>
              <a:gd name="connsiteX61" fmla="*/ 826294 w 2543175"/>
              <a:gd name="connsiteY61" fmla="*/ 626269 h 1890712"/>
              <a:gd name="connsiteX62" fmla="*/ 840582 w 2543175"/>
              <a:gd name="connsiteY62" fmla="*/ 638175 h 1890712"/>
              <a:gd name="connsiteX63" fmla="*/ 847725 w 2543175"/>
              <a:gd name="connsiteY63" fmla="*/ 645319 h 1890712"/>
              <a:gd name="connsiteX64" fmla="*/ 857250 w 2543175"/>
              <a:gd name="connsiteY64" fmla="*/ 652462 h 1890712"/>
              <a:gd name="connsiteX65" fmla="*/ 864394 w 2543175"/>
              <a:gd name="connsiteY65" fmla="*/ 657225 h 1890712"/>
              <a:gd name="connsiteX66" fmla="*/ 888207 w 2543175"/>
              <a:gd name="connsiteY66" fmla="*/ 676275 h 1890712"/>
              <a:gd name="connsiteX67" fmla="*/ 895350 w 2543175"/>
              <a:gd name="connsiteY67" fmla="*/ 681037 h 1890712"/>
              <a:gd name="connsiteX68" fmla="*/ 907257 w 2543175"/>
              <a:gd name="connsiteY68" fmla="*/ 683419 h 1890712"/>
              <a:gd name="connsiteX69" fmla="*/ 928688 w 2543175"/>
              <a:gd name="connsiteY69" fmla="*/ 695325 h 1890712"/>
              <a:gd name="connsiteX70" fmla="*/ 942975 w 2543175"/>
              <a:gd name="connsiteY70" fmla="*/ 700087 h 1890712"/>
              <a:gd name="connsiteX71" fmla="*/ 964407 w 2543175"/>
              <a:gd name="connsiteY71" fmla="*/ 716756 h 1890712"/>
              <a:gd name="connsiteX72" fmla="*/ 971550 w 2543175"/>
              <a:gd name="connsiteY72" fmla="*/ 723900 h 1890712"/>
              <a:gd name="connsiteX73" fmla="*/ 983457 w 2543175"/>
              <a:gd name="connsiteY73" fmla="*/ 733425 h 1890712"/>
              <a:gd name="connsiteX74" fmla="*/ 990600 w 2543175"/>
              <a:gd name="connsiteY74" fmla="*/ 738187 h 1890712"/>
              <a:gd name="connsiteX75" fmla="*/ 1007269 w 2543175"/>
              <a:gd name="connsiteY75" fmla="*/ 752475 h 1890712"/>
              <a:gd name="connsiteX76" fmla="*/ 1031082 w 2543175"/>
              <a:gd name="connsiteY76" fmla="*/ 766762 h 1890712"/>
              <a:gd name="connsiteX77" fmla="*/ 1042988 w 2543175"/>
              <a:gd name="connsiteY77" fmla="*/ 773906 h 1890712"/>
              <a:gd name="connsiteX78" fmla="*/ 1071563 w 2543175"/>
              <a:gd name="connsiteY78" fmla="*/ 785812 h 1890712"/>
              <a:gd name="connsiteX79" fmla="*/ 1097757 w 2543175"/>
              <a:gd name="connsiteY79" fmla="*/ 807244 h 1890712"/>
              <a:gd name="connsiteX80" fmla="*/ 1104900 w 2543175"/>
              <a:gd name="connsiteY80" fmla="*/ 814387 h 1890712"/>
              <a:gd name="connsiteX81" fmla="*/ 1121569 w 2543175"/>
              <a:gd name="connsiteY81" fmla="*/ 823912 h 1890712"/>
              <a:gd name="connsiteX82" fmla="*/ 1138238 w 2543175"/>
              <a:gd name="connsiteY82" fmla="*/ 835819 h 1890712"/>
              <a:gd name="connsiteX83" fmla="*/ 1147763 w 2543175"/>
              <a:gd name="connsiteY83" fmla="*/ 842962 h 1890712"/>
              <a:gd name="connsiteX84" fmla="*/ 1157288 w 2543175"/>
              <a:gd name="connsiteY84" fmla="*/ 847725 h 1890712"/>
              <a:gd name="connsiteX85" fmla="*/ 1178719 w 2543175"/>
              <a:gd name="connsiteY85" fmla="*/ 859631 h 1890712"/>
              <a:gd name="connsiteX86" fmla="*/ 1188244 w 2543175"/>
              <a:gd name="connsiteY86" fmla="*/ 866775 h 1890712"/>
              <a:gd name="connsiteX87" fmla="*/ 1195388 w 2543175"/>
              <a:gd name="connsiteY87" fmla="*/ 871537 h 1890712"/>
              <a:gd name="connsiteX88" fmla="*/ 1212057 w 2543175"/>
              <a:gd name="connsiteY88" fmla="*/ 883444 h 1890712"/>
              <a:gd name="connsiteX89" fmla="*/ 1226344 w 2543175"/>
              <a:gd name="connsiteY89" fmla="*/ 895350 h 1890712"/>
              <a:gd name="connsiteX90" fmla="*/ 1245394 w 2543175"/>
              <a:gd name="connsiteY90" fmla="*/ 907256 h 1890712"/>
              <a:gd name="connsiteX91" fmla="*/ 1254919 w 2543175"/>
              <a:gd name="connsiteY91" fmla="*/ 914400 h 1890712"/>
              <a:gd name="connsiteX92" fmla="*/ 1269207 w 2543175"/>
              <a:gd name="connsiteY92" fmla="*/ 921544 h 1890712"/>
              <a:gd name="connsiteX93" fmla="*/ 1290638 w 2543175"/>
              <a:gd name="connsiteY93" fmla="*/ 935831 h 1890712"/>
              <a:gd name="connsiteX94" fmla="*/ 1307307 w 2543175"/>
              <a:gd name="connsiteY94" fmla="*/ 952500 h 1890712"/>
              <a:gd name="connsiteX95" fmla="*/ 1333500 w 2543175"/>
              <a:gd name="connsiteY95" fmla="*/ 971550 h 1890712"/>
              <a:gd name="connsiteX96" fmla="*/ 1359694 w 2543175"/>
              <a:gd name="connsiteY96" fmla="*/ 990600 h 1890712"/>
              <a:gd name="connsiteX97" fmla="*/ 1373982 w 2543175"/>
              <a:gd name="connsiteY97" fmla="*/ 997744 h 1890712"/>
              <a:gd name="connsiteX98" fmla="*/ 1388269 w 2543175"/>
              <a:gd name="connsiteY98" fmla="*/ 1007269 h 1890712"/>
              <a:gd name="connsiteX99" fmla="*/ 1414463 w 2543175"/>
              <a:gd name="connsiteY99" fmla="*/ 1019175 h 1890712"/>
              <a:gd name="connsiteX100" fmla="*/ 1428750 w 2543175"/>
              <a:gd name="connsiteY100" fmla="*/ 1026319 h 1890712"/>
              <a:gd name="connsiteX101" fmla="*/ 1471613 w 2543175"/>
              <a:gd name="connsiteY101" fmla="*/ 1059656 h 1890712"/>
              <a:gd name="connsiteX102" fmla="*/ 1495425 w 2543175"/>
              <a:gd name="connsiteY102" fmla="*/ 1088231 h 1890712"/>
              <a:gd name="connsiteX103" fmla="*/ 1547812 w 2543175"/>
              <a:gd name="connsiteY103" fmla="*/ 1133475 h 1890712"/>
              <a:gd name="connsiteX104" fmla="*/ 1597819 w 2543175"/>
              <a:gd name="connsiteY104" fmla="*/ 1154906 h 1890712"/>
              <a:gd name="connsiteX105" fmla="*/ 1604963 w 2543175"/>
              <a:gd name="connsiteY105" fmla="*/ 1162050 h 1890712"/>
              <a:gd name="connsiteX106" fmla="*/ 1612107 w 2543175"/>
              <a:gd name="connsiteY106" fmla="*/ 1166812 h 1890712"/>
              <a:gd name="connsiteX107" fmla="*/ 1628775 w 2543175"/>
              <a:gd name="connsiteY107" fmla="*/ 1183481 h 1890712"/>
              <a:gd name="connsiteX108" fmla="*/ 1662113 w 2543175"/>
              <a:gd name="connsiteY108" fmla="*/ 1209675 h 1890712"/>
              <a:gd name="connsiteX109" fmla="*/ 1678782 w 2543175"/>
              <a:gd name="connsiteY109" fmla="*/ 1226344 h 1890712"/>
              <a:gd name="connsiteX110" fmla="*/ 1700213 w 2543175"/>
              <a:gd name="connsiteY110" fmla="*/ 1247775 h 1890712"/>
              <a:gd name="connsiteX111" fmla="*/ 1712119 w 2543175"/>
              <a:gd name="connsiteY111" fmla="*/ 1259681 h 1890712"/>
              <a:gd name="connsiteX112" fmla="*/ 1733550 w 2543175"/>
              <a:gd name="connsiteY112" fmla="*/ 1273969 h 1890712"/>
              <a:gd name="connsiteX113" fmla="*/ 1743075 w 2543175"/>
              <a:gd name="connsiteY113" fmla="*/ 1283494 h 1890712"/>
              <a:gd name="connsiteX114" fmla="*/ 1754982 w 2543175"/>
              <a:gd name="connsiteY114" fmla="*/ 1290637 h 1890712"/>
              <a:gd name="connsiteX115" fmla="*/ 1766888 w 2543175"/>
              <a:gd name="connsiteY115" fmla="*/ 1300162 h 1890712"/>
              <a:gd name="connsiteX116" fmla="*/ 1783557 w 2543175"/>
              <a:gd name="connsiteY116" fmla="*/ 1307306 h 1890712"/>
              <a:gd name="connsiteX117" fmla="*/ 1790700 w 2543175"/>
              <a:gd name="connsiteY117" fmla="*/ 1312069 h 1890712"/>
              <a:gd name="connsiteX118" fmla="*/ 1800225 w 2543175"/>
              <a:gd name="connsiteY118" fmla="*/ 1319212 h 1890712"/>
              <a:gd name="connsiteX119" fmla="*/ 1807369 w 2543175"/>
              <a:gd name="connsiteY119" fmla="*/ 1321594 h 1890712"/>
              <a:gd name="connsiteX120" fmla="*/ 1824038 w 2543175"/>
              <a:gd name="connsiteY120" fmla="*/ 1333500 h 1890712"/>
              <a:gd name="connsiteX121" fmla="*/ 1843088 w 2543175"/>
              <a:gd name="connsiteY121" fmla="*/ 1352550 h 1890712"/>
              <a:gd name="connsiteX122" fmla="*/ 1852613 w 2543175"/>
              <a:gd name="connsiteY122" fmla="*/ 1359694 h 1890712"/>
              <a:gd name="connsiteX123" fmla="*/ 1859757 w 2543175"/>
              <a:gd name="connsiteY123" fmla="*/ 1366837 h 1890712"/>
              <a:gd name="connsiteX124" fmla="*/ 1869282 w 2543175"/>
              <a:gd name="connsiteY124" fmla="*/ 1371600 h 1890712"/>
              <a:gd name="connsiteX125" fmla="*/ 1883569 w 2543175"/>
              <a:gd name="connsiteY125" fmla="*/ 1388269 h 1890712"/>
              <a:gd name="connsiteX126" fmla="*/ 1893094 w 2543175"/>
              <a:gd name="connsiteY126" fmla="*/ 1395412 h 1890712"/>
              <a:gd name="connsiteX127" fmla="*/ 1902619 w 2543175"/>
              <a:gd name="connsiteY127" fmla="*/ 1404937 h 1890712"/>
              <a:gd name="connsiteX128" fmla="*/ 1912144 w 2543175"/>
              <a:gd name="connsiteY128" fmla="*/ 1409700 h 1890712"/>
              <a:gd name="connsiteX129" fmla="*/ 1931194 w 2543175"/>
              <a:gd name="connsiteY129" fmla="*/ 1421606 h 1890712"/>
              <a:gd name="connsiteX130" fmla="*/ 1935957 w 2543175"/>
              <a:gd name="connsiteY130" fmla="*/ 1428750 h 1890712"/>
              <a:gd name="connsiteX131" fmla="*/ 1952625 w 2543175"/>
              <a:gd name="connsiteY131" fmla="*/ 1438275 h 1890712"/>
              <a:gd name="connsiteX132" fmla="*/ 1971675 w 2543175"/>
              <a:gd name="connsiteY132" fmla="*/ 1450181 h 1890712"/>
              <a:gd name="connsiteX133" fmla="*/ 1981200 w 2543175"/>
              <a:gd name="connsiteY133" fmla="*/ 1454944 h 1890712"/>
              <a:gd name="connsiteX134" fmla="*/ 1997869 w 2543175"/>
              <a:gd name="connsiteY134" fmla="*/ 1471612 h 1890712"/>
              <a:gd name="connsiteX135" fmla="*/ 2007394 w 2543175"/>
              <a:gd name="connsiteY135" fmla="*/ 1478756 h 1890712"/>
              <a:gd name="connsiteX136" fmla="*/ 2016919 w 2543175"/>
              <a:gd name="connsiteY136" fmla="*/ 1483519 h 1890712"/>
              <a:gd name="connsiteX137" fmla="*/ 2024063 w 2543175"/>
              <a:gd name="connsiteY137" fmla="*/ 1490662 h 1890712"/>
              <a:gd name="connsiteX138" fmla="*/ 2033588 w 2543175"/>
              <a:gd name="connsiteY138" fmla="*/ 1495425 h 1890712"/>
              <a:gd name="connsiteX139" fmla="*/ 2040732 w 2543175"/>
              <a:gd name="connsiteY139" fmla="*/ 1502569 h 1890712"/>
              <a:gd name="connsiteX140" fmla="*/ 2047875 w 2543175"/>
              <a:gd name="connsiteY140" fmla="*/ 1507331 h 1890712"/>
              <a:gd name="connsiteX141" fmla="*/ 2057400 w 2543175"/>
              <a:gd name="connsiteY141" fmla="*/ 1514475 h 1890712"/>
              <a:gd name="connsiteX142" fmla="*/ 2064544 w 2543175"/>
              <a:gd name="connsiteY142" fmla="*/ 1519237 h 1890712"/>
              <a:gd name="connsiteX143" fmla="*/ 2071688 w 2543175"/>
              <a:gd name="connsiteY143" fmla="*/ 1526381 h 1890712"/>
              <a:gd name="connsiteX144" fmla="*/ 2081213 w 2543175"/>
              <a:gd name="connsiteY144" fmla="*/ 1531144 h 1890712"/>
              <a:gd name="connsiteX145" fmla="*/ 2090738 w 2543175"/>
              <a:gd name="connsiteY145" fmla="*/ 1538287 h 1890712"/>
              <a:gd name="connsiteX146" fmla="*/ 2109788 w 2543175"/>
              <a:gd name="connsiteY146" fmla="*/ 1547812 h 1890712"/>
              <a:gd name="connsiteX147" fmla="*/ 2131219 w 2543175"/>
              <a:gd name="connsiteY147" fmla="*/ 1562100 h 1890712"/>
              <a:gd name="connsiteX148" fmla="*/ 2140744 w 2543175"/>
              <a:gd name="connsiteY148" fmla="*/ 1566862 h 1890712"/>
              <a:gd name="connsiteX149" fmla="*/ 2152650 w 2543175"/>
              <a:gd name="connsiteY149" fmla="*/ 1576387 h 1890712"/>
              <a:gd name="connsiteX150" fmla="*/ 2181225 w 2543175"/>
              <a:gd name="connsiteY150" fmla="*/ 1590675 h 1890712"/>
              <a:gd name="connsiteX151" fmla="*/ 2200275 w 2543175"/>
              <a:gd name="connsiteY151" fmla="*/ 1607344 h 1890712"/>
              <a:gd name="connsiteX152" fmla="*/ 2207419 w 2543175"/>
              <a:gd name="connsiteY152" fmla="*/ 1612106 h 1890712"/>
              <a:gd name="connsiteX153" fmla="*/ 2216944 w 2543175"/>
              <a:gd name="connsiteY153" fmla="*/ 1619250 h 1890712"/>
              <a:gd name="connsiteX154" fmla="*/ 2224088 w 2543175"/>
              <a:gd name="connsiteY154" fmla="*/ 1624012 h 1890712"/>
              <a:gd name="connsiteX155" fmla="*/ 2247900 w 2543175"/>
              <a:gd name="connsiteY155" fmla="*/ 1643062 h 1890712"/>
              <a:gd name="connsiteX156" fmla="*/ 2255044 w 2543175"/>
              <a:gd name="connsiteY156" fmla="*/ 1650206 h 1890712"/>
              <a:gd name="connsiteX157" fmla="*/ 2281238 w 2543175"/>
              <a:gd name="connsiteY157" fmla="*/ 1664494 h 1890712"/>
              <a:gd name="connsiteX158" fmla="*/ 2297907 w 2543175"/>
              <a:gd name="connsiteY158" fmla="*/ 1674019 h 1890712"/>
              <a:gd name="connsiteX159" fmla="*/ 2312194 w 2543175"/>
              <a:gd name="connsiteY159" fmla="*/ 1685925 h 1890712"/>
              <a:gd name="connsiteX160" fmla="*/ 2328863 w 2543175"/>
              <a:gd name="connsiteY160" fmla="*/ 1697831 h 1890712"/>
              <a:gd name="connsiteX161" fmla="*/ 2350294 w 2543175"/>
              <a:gd name="connsiteY161" fmla="*/ 1712119 h 1890712"/>
              <a:gd name="connsiteX162" fmla="*/ 2369344 w 2543175"/>
              <a:gd name="connsiteY162" fmla="*/ 1724025 h 1890712"/>
              <a:gd name="connsiteX163" fmla="*/ 2428876 w 2543175"/>
              <a:gd name="connsiteY163" fmla="*/ 1785938 h 1890712"/>
              <a:gd name="connsiteX164" fmla="*/ 2466975 w 2543175"/>
              <a:gd name="connsiteY164" fmla="*/ 1783556 h 1890712"/>
              <a:gd name="connsiteX165" fmla="*/ 2481263 w 2543175"/>
              <a:gd name="connsiteY165" fmla="*/ 1795462 h 1890712"/>
              <a:gd name="connsiteX166" fmla="*/ 2486025 w 2543175"/>
              <a:gd name="connsiteY166" fmla="*/ 1802606 h 1890712"/>
              <a:gd name="connsiteX167" fmla="*/ 2514600 w 2543175"/>
              <a:gd name="connsiteY167" fmla="*/ 1850231 h 1890712"/>
              <a:gd name="connsiteX168" fmla="*/ 2519363 w 2543175"/>
              <a:gd name="connsiteY168" fmla="*/ 1857375 h 1890712"/>
              <a:gd name="connsiteX169" fmla="*/ 2540794 w 2543175"/>
              <a:gd name="connsiteY169" fmla="*/ 1883569 h 1890712"/>
              <a:gd name="connsiteX170" fmla="*/ 2543175 w 2543175"/>
              <a:gd name="connsiteY17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33375 w 2543175"/>
              <a:gd name="connsiteY25" fmla="*/ 228600 h 1890712"/>
              <a:gd name="connsiteX26" fmla="*/ 354807 w 2543175"/>
              <a:gd name="connsiteY26" fmla="*/ 247650 h 1890712"/>
              <a:gd name="connsiteX27" fmla="*/ 366713 w 2543175"/>
              <a:gd name="connsiteY27" fmla="*/ 264319 h 1890712"/>
              <a:gd name="connsiteX28" fmla="*/ 371475 w 2543175"/>
              <a:gd name="connsiteY28" fmla="*/ 271462 h 1890712"/>
              <a:gd name="connsiteX29" fmla="*/ 385763 w 2543175"/>
              <a:gd name="connsiteY29" fmla="*/ 283369 h 1890712"/>
              <a:gd name="connsiteX30" fmla="*/ 404813 w 2543175"/>
              <a:gd name="connsiteY30" fmla="*/ 295275 h 1890712"/>
              <a:gd name="connsiteX31" fmla="*/ 411957 w 2543175"/>
              <a:gd name="connsiteY31" fmla="*/ 297656 h 1890712"/>
              <a:gd name="connsiteX32" fmla="*/ 466725 w 2543175"/>
              <a:gd name="connsiteY32" fmla="*/ 328612 h 1890712"/>
              <a:gd name="connsiteX33" fmla="*/ 476250 w 2543175"/>
              <a:gd name="connsiteY33" fmla="*/ 335756 h 1890712"/>
              <a:gd name="connsiteX34" fmla="*/ 481013 w 2543175"/>
              <a:gd name="connsiteY34" fmla="*/ 342900 h 1890712"/>
              <a:gd name="connsiteX35" fmla="*/ 490538 w 2543175"/>
              <a:gd name="connsiteY35" fmla="*/ 352425 h 1890712"/>
              <a:gd name="connsiteX36" fmla="*/ 495300 w 2543175"/>
              <a:gd name="connsiteY36" fmla="*/ 359569 h 1890712"/>
              <a:gd name="connsiteX37" fmla="*/ 509588 w 2543175"/>
              <a:gd name="connsiteY37" fmla="*/ 376237 h 1890712"/>
              <a:gd name="connsiteX38" fmla="*/ 514350 w 2543175"/>
              <a:gd name="connsiteY38" fmla="*/ 383381 h 1890712"/>
              <a:gd name="connsiteX39" fmla="*/ 531019 w 2543175"/>
              <a:gd name="connsiteY39" fmla="*/ 397669 h 1890712"/>
              <a:gd name="connsiteX40" fmla="*/ 538163 w 2543175"/>
              <a:gd name="connsiteY40" fmla="*/ 407194 h 1890712"/>
              <a:gd name="connsiteX41" fmla="*/ 554832 w 2543175"/>
              <a:gd name="connsiteY41" fmla="*/ 421481 h 1890712"/>
              <a:gd name="connsiteX42" fmla="*/ 564357 w 2543175"/>
              <a:gd name="connsiteY42" fmla="*/ 431006 h 1890712"/>
              <a:gd name="connsiteX43" fmla="*/ 573882 w 2543175"/>
              <a:gd name="connsiteY43" fmla="*/ 438150 h 1890712"/>
              <a:gd name="connsiteX44" fmla="*/ 595313 w 2543175"/>
              <a:gd name="connsiteY44" fmla="*/ 454819 h 1890712"/>
              <a:gd name="connsiteX45" fmla="*/ 602457 w 2543175"/>
              <a:gd name="connsiteY45" fmla="*/ 457200 h 1890712"/>
              <a:gd name="connsiteX46" fmla="*/ 628650 w 2543175"/>
              <a:gd name="connsiteY46" fmla="*/ 469106 h 1890712"/>
              <a:gd name="connsiteX47" fmla="*/ 645319 w 2543175"/>
              <a:gd name="connsiteY47" fmla="*/ 483394 h 1890712"/>
              <a:gd name="connsiteX48" fmla="*/ 654844 w 2543175"/>
              <a:gd name="connsiteY48" fmla="*/ 488156 h 1890712"/>
              <a:gd name="connsiteX49" fmla="*/ 661988 w 2543175"/>
              <a:gd name="connsiteY49" fmla="*/ 497681 h 1890712"/>
              <a:gd name="connsiteX50" fmla="*/ 683419 w 2543175"/>
              <a:gd name="connsiteY50" fmla="*/ 514350 h 1890712"/>
              <a:gd name="connsiteX51" fmla="*/ 700088 w 2543175"/>
              <a:gd name="connsiteY51" fmla="*/ 526256 h 1890712"/>
              <a:gd name="connsiteX52" fmla="*/ 709613 w 2543175"/>
              <a:gd name="connsiteY52" fmla="*/ 535781 h 1890712"/>
              <a:gd name="connsiteX53" fmla="*/ 719138 w 2543175"/>
              <a:gd name="connsiteY53" fmla="*/ 542925 h 1890712"/>
              <a:gd name="connsiteX54" fmla="*/ 733425 w 2543175"/>
              <a:gd name="connsiteY54" fmla="*/ 557212 h 1890712"/>
              <a:gd name="connsiteX55" fmla="*/ 750094 w 2543175"/>
              <a:gd name="connsiteY55" fmla="*/ 569119 h 1890712"/>
              <a:gd name="connsiteX56" fmla="*/ 769144 w 2543175"/>
              <a:gd name="connsiteY56" fmla="*/ 581025 h 1890712"/>
              <a:gd name="connsiteX57" fmla="*/ 785813 w 2543175"/>
              <a:gd name="connsiteY57" fmla="*/ 590550 h 1890712"/>
              <a:gd name="connsiteX58" fmla="*/ 792957 w 2543175"/>
              <a:gd name="connsiteY58" fmla="*/ 600075 h 1890712"/>
              <a:gd name="connsiteX59" fmla="*/ 809625 w 2543175"/>
              <a:gd name="connsiteY59" fmla="*/ 611981 h 1890712"/>
              <a:gd name="connsiteX60" fmla="*/ 816769 w 2543175"/>
              <a:gd name="connsiteY60" fmla="*/ 619125 h 1890712"/>
              <a:gd name="connsiteX61" fmla="*/ 826294 w 2543175"/>
              <a:gd name="connsiteY61" fmla="*/ 626269 h 1890712"/>
              <a:gd name="connsiteX62" fmla="*/ 840582 w 2543175"/>
              <a:gd name="connsiteY62" fmla="*/ 638175 h 1890712"/>
              <a:gd name="connsiteX63" fmla="*/ 847725 w 2543175"/>
              <a:gd name="connsiteY63" fmla="*/ 645319 h 1890712"/>
              <a:gd name="connsiteX64" fmla="*/ 857250 w 2543175"/>
              <a:gd name="connsiteY64" fmla="*/ 652462 h 1890712"/>
              <a:gd name="connsiteX65" fmla="*/ 864394 w 2543175"/>
              <a:gd name="connsiteY65" fmla="*/ 657225 h 1890712"/>
              <a:gd name="connsiteX66" fmla="*/ 888207 w 2543175"/>
              <a:gd name="connsiteY66" fmla="*/ 676275 h 1890712"/>
              <a:gd name="connsiteX67" fmla="*/ 895350 w 2543175"/>
              <a:gd name="connsiteY67" fmla="*/ 681037 h 1890712"/>
              <a:gd name="connsiteX68" fmla="*/ 907257 w 2543175"/>
              <a:gd name="connsiteY68" fmla="*/ 683419 h 1890712"/>
              <a:gd name="connsiteX69" fmla="*/ 928688 w 2543175"/>
              <a:gd name="connsiteY69" fmla="*/ 695325 h 1890712"/>
              <a:gd name="connsiteX70" fmla="*/ 942975 w 2543175"/>
              <a:gd name="connsiteY70" fmla="*/ 700087 h 1890712"/>
              <a:gd name="connsiteX71" fmla="*/ 964407 w 2543175"/>
              <a:gd name="connsiteY71" fmla="*/ 716756 h 1890712"/>
              <a:gd name="connsiteX72" fmla="*/ 971550 w 2543175"/>
              <a:gd name="connsiteY72" fmla="*/ 723900 h 1890712"/>
              <a:gd name="connsiteX73" fmla="*/ 983457 w 2543175"/>
              <a:gd name="connsiteY73" fmla="*/ 733425 h 1890712"/>
              <a:gd name="connsiteX74" fmla="*/ 990600 w 2543175"/>
              <a:gd name="connsiteY74" fmla="*/ 738187 h 1890712"/>
              <a:gd name="connsiteX75" fmla="*/ 1007269 w 2543175"/>
              <a:gd name="connsiteY75" fmla="*/ 752475 h 1890712"/>
              <a:gd name="connsiteX76" fmla="*/ 1031082 w 2543175"/>
              <a:gd name="connsiteY76" fmla="*/ 766762 h 1890712"/>
              <a:gd name="connsiteX77" fmla="*/ 1042988 w 2543175"/>
              <a:gd name="connsiteY77" fmla="*/ 773906 h 1890712"/>
              <a:gd name="connsiteX78" fmla="*/ 1071563 w 2543175"/>
              <a:gd name="connsiteY78" fmla="*/ 785812 h 1890712"/>
              <a:gd name="connsiteX79" fmla="*/ 1097757 w 2543175"/>
              <a:gd name="connsiteY79" fmla="*/ 807244 h 1890712"/>
              <a:gd name="connsiteX80" fmla="*/ 1104900 w 2543175"/>
              <a:gd name="connsiteY80" fmla="*/ 814387 h 1890712"/>
              <a:gd name="connsiteX81" fmla="*/ 1121569 w 2543175"/>
              <a:gd name="connsiteY81" fmla="*/ 823912 h 1890712"/>
              <a:gd name="connsiteX82" fmla="*/ 1138238 w 2543175"/>
              <a:gd name="connsiteY82" fmla="*/ 835819 h 1890712"/>
              <a:gd name="connsiteX83" fmla="*/ 1147763 w 2543175"/>
              <a:gd name="connsiteY83" fmla="*/ 842962 h 1890712"/>
              <a:gd name="connsiteX84" fmla="*/ 1157288 w 2543175"/>
              <a:gd name="connsiteY84" fmla="*/ 847725 h 1890712"/>
              <a:gd name="connsiteX85" fmla="*/ 1178719 w 2543175"/>
              <a:gd name="connsiteY85" fmla="*/ 859631 h 1890712"/>
              <a:gd name="connsiteX86" fmla="*/ 1188244 w 2543175"/>
              <a:gd name="connsiteY86" fmla="*/ 866775 h 1890712"/>
              <a:gd name="connsiteX87" fmla="*/ 1195388 w 2543175"/>
              <a:gd name="connsiteY87" fmla="*/ 871537 h 1890712"/>
              <a:gd name="connsiteX88" fmla="*/ 1212057 w 2543175"/>
              <a:gd name="connsiteY88" fmla="*/ 883444 h 1890712"/>
              <a:gd name="connsiteX89" fmla="*/ 1226344 w 2543175"/>
              <a:gd name="connsiteY89" fmla="*/ 895350 h 1890712"/>
              <a:gd name="connsiteX90" fmla="*/ 1245394 w 2543175"/>
              <a:gd name="connsiteY90" fmla="*/ 907256 h 1890712"/>
              <a:gd name="connsiteX91" fmla="*/ 1254919 w 2543175"/>
              <a:gd name="connsiteY91" fmla="*/ 914400 h 1890712"/>
              <a:gd name="connsiteX92" fmla="*/ 1269207 w 2543175"/>
              <a:gd name="connsiteY92" fmla="*/ 921544 h 1890712"/>
              <a:gd name="connsiteX93" fmla="*/ 1290638 w 2543175"/>
              <a:gd name="connsiteY93" fmla="*/ 935831 h 1890712"/>
              <a:gd name="connsiteX94" fmla="*/ 1307307 w 2543175"/>
              <a:gd name="connsiteY94" fmla="*/ 952500 h 1890712"/>
              <a:gd name="connsiteX95" fmla="*/ 1333500 w 2543175"/>
              <a:gd name="connsiteY95" fmla="*/ 971550 h 1890712"/>
              <a:gd name="connsiteX96" fmla="*/ 1359694 w 2543175"/>
              <a:gd name="connsiteY96" fmla="*/ 990600 h 1890712"/>
              <a:gd name="connsiteX97" fmla="*/ 1373982 w 2543175"/>
              <a:gd name="connsiteY97" fmla="*/ 997744 h 1890712"/>
              <a:gd name="connsiteX98" fmla="*/ 1388269 w 2543175"/>
              <a:gd name="connsiteY98" fmla="*/ 1007269 h 1890712"/>
              <a:gd name="connsiteX99" fmla="*/ 1414463 w 2543175"/>
              <a:gd name="connsiteY99" fmla="*/ 1019175 h 1890712"/>
              <a:gd name="connsiteX100" fmla="*/ 1428750 w 2543175"/>
              <a:gd name="connsiteY100" fmla="*/ 1026319 h 1890712"/>
              <a:gd name="connsiteX101" fmla="*/ 1471613 w 2543175"/>
              <a:gd name="connsiteY101" fmla="*/ 1059656 h 1890712"/>
              <a:gd name="connsiteX102" fmla="*/ 1495425 w 2543175"/>
              <a:gd name="connsiteY102" fmla="*/ 1088231 h 1890712"/>
              <a:gd name="connsiteX103" fmla="*/ 1547812 w 2543175"/>
              <a:gd name="connsiteY103" fmla="*/ 1133475 h 1890712"/>
              <a:gd name="connsiteX104" fmla="*/ 1597819 w 2543175"/>
              <a:gd name="connsiteY104" fmla="*/ 1154906 h 1890712"/>
              <a:gd name="connsiteX105" fmla="*/ 1604963 w 2543175"/>
              <a:gd name="connsiteY105" fmla="*/ 1162050 h 1890712"/>
              <a:gd name="connsiteX106" fmla="*/ 1612107 w 2543175"/>
              <a:gd name="connsiteY106" fmla="*/ 1166812 h 1890712"/>
              <a:gd name="connsiteX107" fmla="*/ 1628775 w 2543175"/>
              <a:gd name="connsiteY107" fmla="*/ 1183481 h 1890712"/>
              <a:gd name="connsiteX108" fmla="*/ 1662113 w 2543175"/>
              <a:gd name="connsiteY108" fmla="*/ 1209675 h 1890712"/>
              <a:gd name="connsiteX109" fmla="*/ 1678782 w 2543175"/>
              <a:gd name="connsiteY109" fmla="*/ 1226344 h 1890712"/>
              <a:gd name="connsiteX110" fmla="*/ 1700213 w 2543175"/>
              <a:gd name="connsiteY110" fmla="*/ 1247775 h 1890712"/>
              <a:gd name="connsiteX111" fmla="*/ 1712119 w 2543175"/>
              <a:gd name="connsiteY111" fmla="*/ 1259681 h 1890712"/>
              <a:gd name="connsiteX112" fmla="*/ 1733550 w 2543175"/>
              <a:gd name="connsiteY112" fmla="*/ 1273969 h 1890712"/>
              <a:gd name="connsiteX113" fmla="*/ 1743075 w 2543175"/>
              <a:gd name="connsiteY113" fmla="*/ 1283494 h 1890712"/>
              <a:gd name="connsiteX114" fmla="*/ 1754982 w 2543175"/>
              <a:gd name="connsiteY114" fmla="*/ 1290637 h 1890712"/>
              <a:gd name="connsiteX115" fmla="*/ 1766888 w 2543175"/>
              <a:gd name="connsiteY115" fmla="*/ 1300162 h 1890712"/>
              <a:gd name="connsiteX116" fmla="*/ 1783557 w 2543175"/>
              <a:gd name="connsiteY116" fmla="*/ 1307306 h 1890712"/>
              <a:gd name="connsiteX117" fmla="*/ 1790700 w 2543175"/>
              <a:gd name="connsiteY117" fmla="*/ 1312069 h 1890712"/>
              <a:gd name="connsiteX118" fmla="*/ 1800225 w 2543175"/>
              <a:gd name="connsiteY118" fmla="*/ 1319212 h 1890712"/>
              <a:gd name="connsiteX119" fmla="*/ 1807369 w 2543175"/>
              <a:gd name="connsiteY119" fmla="*/ 1321594 h 1890712"/>
              <a:gd name="connsiteX120" fmla="*/ 1824038 w 2543175"/>
              <a:gd name="connsiteY120" fmla="*/ 1333500 h 1890712"/>
              <a:gd name="connsiteX121" fmla="*/ 1843088 w 2543175"/>
              <a:gd name="connsiteY121" fmla="*/ 1352550 h 1890712"/>
              <a:gd name="connsiteX122" fmla="*/ 1852613 w 2543175"/>
              <a:gd name="connsiteY122" fmla="*/ 1359694 h 1890712"/>
              <a:gd name="connsiteX123" fmla="*/ 1859757 w 2543175"/>
              <a:gd name="connsiteY123" fmla="*/ 1366837 h 1890712"/>
              <a:gd name="connsiteX124" fmla="*/ 1869282 w 2543175"/>
              <a:gd name="connsiteY124" fmla="*/ 1371600 h 1890712"/>
              <a:gd name="connsiteX125" fmla="*/ 1883569 w 2543175"/>
              <a:gd name="connsiteY125" fmla="*/ 1388269 h 1890712"/>
              <a:gd name="connsiteX126" fmla="*/ 1893094 w 2543175"/>
              <a:gd name="connsiteY126" fmla="*/ 1395412 h 1890712"/>
              <a:gd name="connsiteX127" fmla="*/ 1902619 w 2543175"/>
              <a:gd name="connsiteY127" fmla="*/ 1404937 h 1890712"/>
              <a:gd name="connsiteX128" fmla="*/ 1912144 w 2543175"/>
              <a:gd name="connsiteY128" fmla="*/ 1409700 h 1890712"/>
              <a:gd name="connsiteX129" fmla="*/ 1931194 w 2543175"/>
              <a:gd name="connsiteY129" fmla="*/ 1421606 h 1890712"/>
              <a:gd name="connsiteX130" fmla="*/ 1935957 w 2543175"/>
              <a:gd name="connsiteY130" fmla="*/ 1428750 h 1890712"/>
              <a:gd name="connsiteX131" fmla="*/ 1952625 w 2543175"/>
              <a:gd name="connsiteY131" fmla="*/ 1438275 h 1890712"/>
              <a:gd name="connsiteX132" fmla="*/ 1971675 w 2543175"/>
              <a:gd name="connsiteY132" fmla="*/ 1450181 h 1890712"/>
              <a:gd name="connsiteX133" fmla="*/ 1981200 w 2543175"/>
              <a:gd name="connsiteY133" fmla="*/ 1454944 h 1890712"/>
              <a:gd name="connsiteX134" fmla="*/ 1997869 w 2543175"/>
              <a:gd name="connsiteY134" fmla="*/ 1471612 h 1890712"/>
              <a:gd name="connsiteX135" fmla="*/ 2007394 w 2543175"/>
              <a:gd name="connsiteY135" fmla="*/ 1478756 h 1890712"/>
              <a:gd name="connsiteX136" fmla="*/ 2016919 w 2543175"/>
              <a:gd name="connsiteY136" fmla="*/ 1483519 h 1890712"/>
              <a:gd name="connsiteX137" fmla="*/ 2024063 w 2543175"/>
              <a:gd name="connsiteY137" fmla="*/ 1490662 h 1890712"/>
              <a:gd name="connsiteX138" fmla="*/ 2033588 w 2543175"/>
              <a:gd name="connsiteY138" fmla="*/ 1495425 h 1890712"/>
              <a:gd name="connsiteX139" fmla="*/ 2040732 w 2543175"/>
              <a:gd name="connsiteY139" fmla="*/ 1502569 h 1890712"/>
              <a:gd name="connsiteX140" fmla="*/ 2047875 w 2543175"/>
              <a:gd name="connsiteY140" fmla="*/ 1507331 h 1890712"/>
              <a:gd name="connsiteX141" fmla="*/ 2057400 w 2543175"/>
              <a:gd name="connsiteY141" fmla="*/ 1514475 h 1890712"/>
              <a:gd name="connsiteX142" fmla="*/ 2064544 w 2543175"/>
              <a:gd name="connsiteY142" fmla="*/ 1519237 h 1890712"/>
              <a:gd name="connsiteX143" fmla="*/ 2071688 w 2543175"/>
              <a:gd name="connsiteY143" fmla="*/ 1526381 h 1890712"/>
              <a:gd name="connsiteX144" fmla="*/ 2081213 w 2543175"/>
              <a:gd name="connsiteY144" fmla="*/ 1531144 h 1890712"/>
              <a:gd name="connsiteX145" fmla="*/ 2090738 w 2543175"/>
              <a:gd name="connsiteY145" fmla="*/ 1538287 h 1890712"/>
              <a:gd name="connsiteX146" fmla="*/ 2109788 w 2543175"/>
              <a:gd name="connsiteY146" fmla="*/ 1547812 h 1890712"/>
              <a:gd name="connsiteX147" fmla="*/ 2131219 w 2543175"/>
              <a:gd name="connsiteY147" fmla="*/ 1562100 h 1890712"/>
              <a:gd name="connsiteX148" fmla="*/ 2140744 w 2543175"/>
              <a:gd name="connsiteY148" fmla="*/ 1566862 h 1890712"/>
              <a:gd name="connsiteX149" fmla="*/ 2152650 w 2543175"/>
              <a:gd name="connsiteY149" fmla="*/ 1576387 h 1890712"/>
              <a:gd name="connsiteX150" fmla="*/ 2181225 w 2543175"/>
              <a:gd name="connsiteY150" fmla="*/ 1590675 h 1890712"/>
              <a:gd name="connsiteX151" fmla="*/ 2200275 w 2543175"/>
              <a:gd name="connsiteY151" fmla="*/ 1607344 h 1890712"/>
              <a:gd name="connsiteX152" fmla="*/ 2207419 w 2543175"/>
              <a:gd name="connsiteY152" fmla="*/ 1612106 h 1890712"/>
              <a:gd name="connsiteX153" fmla="*/ 2216944 w 2543175"/>
              <a:gd name="connsiteY153" fmla="*/ 1619250 h 1890712"/>
              <a:gd name="connsiteX154" fmla="*/ 2224088 w 2543175"/>
              <a:gd name="connsiteY154" fmla="*/ 1624012 h 1890712"/>
              <a:gd name="connsiteX155" fmla="*/ 2247900 w 2543175"/>
              <a:gd name="connsiteY155" fmla="*/ 1643062 h 1890712"/>
              <a:gd name="connsiteX156" fmla="*/ 2255044 w 2543175"/>
              <a:gd name="connsiteY156" fmla="*/ 1650206 h 1890712"/>
              <a:gd name="connsiteX157" fmla="*/ 2281238 w 2543175"/>
              <a:gd name="connsiteY157" fmla="*/ 1664494 h 1890712"/>
              <a:gd name="connsiteX158" fmla="*/ 2297907 w 2543175"/>
              <a:gd name="connsiteY158" fmla="*/ 1674019 h 1890712"/>
              <a:gd name="connsiteX159" fmla="*/ 2312194 w 2543175"/>
              <a:gd name="connsiteY159" fmla="*/ 1685925 h 1890712"/>
              <a:gd name="connsiteX160" fmla="*/ 2328863 w 2543175"/>
              <a:gd name="connsiteY160" fmla="*/ 1697831 h 1890712"/>
              <a:gd name="connsiteX161" fmla="*/ 2350294 w 2543175"/>
              <a:gd name="connsiteY161" fmla="*/ 1712119 h 1890712"/>
              <a:gd name="connsiteX162" fmla="*/ 2369344 w 2543175"/>
              <a:gd name="connsiteY162" fmla="*/ 1724025 h 1890712"/>
              <a:gd name="connsiteX163" fmla="*/ 2428876 w 2543175"/>
              <a:gd name="connsiteY163" fmla="*/ 1785938 h 1890712"/>
              <a:gd name="connsiteX164" fmla="*/ 2466975 w 2543175"/>
              <a:gd name="connsiteY164" fmla="*/ 1783556 h 1890712"/>
              <a:gd name="connsiteX165" fmla="*/ 2481263 w 2543175"/>
              <a:gd name="connsiteY165" fmla="*/ 1795462 h 1890712"/>
              <a:gd name="connsiteX166" fmla="*/ 2486025 w 2543175"/>
              <a:gd name="connsiteY166" fmla="*/ 1802606 h 1890712"/>
              <a:gd name="connsiteX167" fmla="*/ 2514600 w 2543175"/>
              <a:gd name="connsiteY167" fmla="*/ 1850231 h 1890712"/>
              <a:gd name="connsiteX168" fmla="*/ 2519363 w 2543175"/>
              <a:gd name="connsiteY168" fmla="*/ 1857375 h 1890712"/>
              <a:gd name="connsiteX169" fmla="*/ 2540794 w 2543175"/>
              <a:gd name="connsiteY169" fmla="*/ 1883569 h 1890712"/>
              <a:gd name="connsiteX170" fmla="*/ 2543175 w 2543175"/>
              <a:gd name="connsiteY17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54807 w 2543175"/>
              <a:gd name="connsiteY25" fmla="*/ 247650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73982 w 2543175"/>
              <a:gd name="connsiteY96" fmla="*/ 997744 h 1890712"/>
              <a:gd name="connsiteX97" fmla="*/ 1388269 w 2543175"/>
              <a:gd name="connsiteY97" fmla="*/ 1007269 h 1890712"/>
              <a:gd name="connsiteX98" fmla="*/ 1414463 w 2543175"/>
              <a:gd name="connsiteY98" fmla="*/ 1019175 h 1890712"/>
              <a:gd name="connsiteX99" fmla="*/ 1428750 w 2543175"/>
              <a:gd name="connsiteY99" fmla="*/ 1026319 h 1890712"/>
              <a:gd name="connsiteX100" fmla="*/ 1471613 w 2543175"/>
              <a:gd name="connsiteY100" fmla="*/ 1059656 h 1890712"/>
              <a:gd name="connsiteX101" fmla="*/ 1495425 w 2543175"/>
              <a:gd name="connsiteY101" fmla="*/ 1088231 h 1890712"/>
              <a:gd name="connsiteX102" fmla="*/ 1547812 w 2543175"/>
              <a:gd name="connsiteY102" fmla="*/ 1133475 h 1890712"/>
              <a:gd name="connsiteX103" fmla="*/ 1597819 w 2543175"/>
              <a:gd name="connsiteY103" fmla="*/ 1154906 h 1890712"/>
              <a:gd name="connsiteX104" fmla="*/ 1604963 w 2543175"/>
              <a:gd name="connsiteY104" fmla="*/ 1162050 h 1890712"/>
              <a:gd name="connsiteX105" fmla="*/ 1612107 w 2543175"/>
              <a:gd name="connsiteY105" fmla="*/ 1166812 h 1890712"/>
              <a:gd name="connsiteX106" fmla="*/ 1628775 w 2543175"/>
              <a:gd name="connsiteY106" fmla="*/ 1183481 h 1890712"/>
              <a:gd name="connsiteX107" fmla="*/ 1662113 w 2543175"/>
              <a:gd name="connsiteY107" fmla="*/ 1209675 h 1890712"/>
              <a:gd name="connsiteX108" fmla="*/ 1678782 w 2543175"/>
              <a:gd name="connsiteY108" fmla="*/ 1226344 h 1890712"/>
              <a:gd name="connsiteX109" fmla="*/ 1700213 w 2543175"/>
              <a:gd name="connsiteY109" fmla="*/ 1247775 h 1890712"/>
              <a:gd name="connsiteX110" fmla="*/ 1712119 w 2543175"/>
              <a:gd name="connsiteY110" fmla="*/ 1259681 h 1890712"/>
              <a:gd name="connsiteX111" fmla="*/ 1733550 w 2543175"/>
              <a:gd name="connsiteY111" fmla="*/ 1273969 h 1890712"/>
              <a:gd name="connsiteX112" fmla="*/ 1743075 w 2543175"/>
              <a:gd name="connsiteY112" fmla="*/ 1283494 h 1890712"/>
              <a:gd name="connsiteX113" fmla="*/ 1754982 w 2543175"/>
              <a:gd name="connsiteY113" fmla="*/ 1290637 h 1890712"/>
              <a:gd name="connsiteX114" fmla="*/ 1766888 w 2543175"/>
              <a:gd name="connsiteY114" fmla="*/ 1300162 h 1890712"/>
              <a:gd name="connsiteX115" fmla="*/ 1783557 w 2543175"/>
              <a:gd name="connsiteY115" fmla="*/ 1307306 h 1890712"/>
              <a:gd name="connsiteX116" fmla="*/ 1790700 w 2543175"/>
              <a:gd name="connsiteY116" fmla="*/ 1312069 h 1890712"/>
              <a:gd name="connsiteX117" fmla="*/ 1800225 w 2543175"/>
              <a:gd name="connsiteY117" fmla="*/ 1319212 h 1890712"/>
              <a:gd name="connsiteX118" fmla="*/ 1807369 w 2543175"/>
              <a:gd name="connsiteY118" fmla="*/ 1321594 h 1890712"/>
              <a:gd name="connsiteX119" fmla="*/ 1824038 w 2543175"/>
              <a:gd name="connsiteY119" fmla="*/ 1333500 h 1890712"/>
              <a:gd name="connsiteX120" fmla="*/ 1843088 w 2543175"/>
              <a:gd name="connsiteY120" fmla="*/ 1352550 h 1890712"/>
              <a:gd name="connsiteX121" fmla="*/ 1852613 w 2543175"/>
              <a:gd name="connsiteY121" fmla="*/ 1359694 h 1890712"/>
              <a:gd name="connsiteX122" fmla="*/ 1859757 w 2543175"/>
              <a:gd name="connsiteY122" fmla="*/ 1366837 h 1890712"/>
              <a:gd name="connsiteX123" fmla="*/ 1869282 w 2543175"/>
              <a:gd name="connsiteY123" fmla="*/ 1371600 h 1890712"/>
              <a:gd name="connsiteX124" fmla="*/ 1883569 w 2543175"/>
              <a:gd name="connsiteY124" fmla="*/ 1388269 h 1890712"/>
              <a:gd name="connsiteX125" fmla="*/ 1893094 w 2543175"/>
              <a:gd name="connsiteY125" fmla="*/ 1395412 h 1890712"/>
              <a:gd name="connsiteX126" fmla="*/ 1902619 w 2543175"/>
              <a:gd name="connsiteY126" fmla="*/ 1404937 h 1890712"/>
              <a:gd name="connsiteX127" fmla="*/ 1912144 w 2543175"/>
              <a:gd name="connsiteY127" fmla="*/ 1409700 h 1890712"/>
              <a:gd name="connsiteX128" fmla="*/ 1931194 w 2543175"/>
              <a:gd name="connsiteY128" fmla="*/ 1421606 h 1890712"/>
              <a:gd name="connsiteX129" fmla="*/ 1935957 w 2543175"/>
              <a:gd name="connsiteY129" fmla="*/ 1428750 h 1890712"/>
              <a:gd name="connsiteX130" fmla="*/ 1952625 w 2543175"/>
              <a:gd name="connsiteY130" fmla="*/ 1438275 h 1890712"/>
              <a:gd name="connsiteX131" fmla="*/ 1971675 w 2543175"/>
              <a:gd name="connsiteY131" fmla="*/ 1450181 h 1890712"/>
              <a:gd name="connsiteX132" fmla="*/ 1981200 w 2543175"/>
              <a:gd name="connsiteY132" fmla="*/ 1454944 h 1890712"/>
              <a:gd name="connsiteX133" fmla="*/ 1997869 w 2543175"/>
              <a:gd name="connsiteY133" fmla="*/ 1471612 h 1890712"/>
              <a:gd name="connsiteX134" fmla="*/ 2007394 w 2543175"/>
              <a:gd name="connsiteY134" fmla="*/ 1478756 h 1890712"/>
              <a:gd name="connsiteX135" fmla="*/ 2016919 w 2543175"/>
              <a:gd name="connsiteY135" fmla="*/ 1483519 h 1890712"/>
              <a:gd name="connsiteX136" fmla="*/ 2024063 w 2543175"/>
              <a:gd name="connsiteY136" fmla="*/ 1490662 h 1890712"/>
              <a:gd name="connsiteX137" fmla="*/ 2033588 w 2543175"/>
              <a:gd name="connsiteY137" fmla="*/ 1495425 h 1890712"/>
              <a:gd name="connsiteX138" fmla="*/ 2040732 w 2543175"/>
              <a:gd name="connsiteY138" fmla="*/ 1502569 h 1890712"/>
              <a:gd name="connsiteX139" fmla="*/ 2047875 w 2543175"/>
              <a:gd name="connsiteY139" fmla="*/ 1507331 h 1890712"/>
              <a:gd name="connsiteX140" fmla="*/ 2057400 w 2543175"/>
              <a:gd name="connsiteY140" fmla="*/ 1514475 h 1890712"/>
              <a:gd name="connsiteX141" fmla="*/ 2064544 w 2543175"/>
              <a:gd name="connsiteY141" fmla="*/ 1519237 h 1890712"/>
              <a:gd name="connsiteX142" fmla="*/ 2071688 w 2543175"/>
              <a:gd name="connsiteY142" fmla="*/ 1526381 h 1890712"/>
              <a:gd name="connsiteX143" fmla="*/ 2081213 w 2543175"/>
              <a:gd name="connsiteY143" fmla="*/ 1531144 h 1890712"/>
              <a:gd name="connsiteX144" fmla="*/ 2090738 w 2543175"/>
              <a:gd name="connsiteY144" fmla="*/ 1538287 h 1890712"/>
              <a:gd name="connsiteX145" fmla="*/ 2109788 w 2543175"/>
              <a:gd name="connsiteY145" fmla="*/ 1547812 h 1890712"/>
              <a:gd name="connsiteX146" fmla="*/ 2131219 w 2543175"/>
              <a:gd name="connsiteY146" fmla="*/ 1562100 h 1890712"/>
              <a:gd name="connsiteX147" fmla="*/ 2140744 w 2543175"/>
              <a:gd name="connsiteY147" fmla="*/ 1566862 h 1890712"/>
              <a:gd name="connsiteX148" fmla="*/ 2152650 w 2543175"/>
              <a:gd name="connsiteY148" fmla="*/ 1576387 h 1890712"/>
              <a:gd name="connsiteX149" fmla="*/ 2181225 w 2543175"/>
              <a:gd name="connsiteY149" fmla="*/ 1590675 h 1890712"/>
              <a:gd name="connsiteX150" fmla="*/ 2200275 w 2543175"/>
              <a:gd name="connsiteY150" fmla="*/ 1607344 h 1890712"/>
              <a:gd name="connsiteX151" fmla="*/ 2207419 w 2543175"/>
              <a:gd name="connsiteY151" fmla="*/ 1612106 h 1890712"/>
              <a:gd name="connsiteX152" fmla="*/ 2216944 w 2543175"/>
              <a:gd name="connsiteY152" fmla="*/ 1619250 h 1890712"/>
              <a:gd name="connsiteX153" fmla="*/ 2224088 w 2543175"/>
              <a:gd name="connsiteY153" fmla="*/ 1624012 h 1890712"/>
              <a:gd name="connsiteX154" fmla="*/ 2247900 w 2543175"/>
              <a:gd name="connsiteY154" fmla="*/ 1643062 h 1890712"/>
              <a:gd name="connsiteX155" fmla="*/ 2255044 w 2543175"/>
              <a:gd name="connsiteY155" fmla="*/ 1650206 h 1890712"/>
              <a:gd name="connsiteX156" fmla="*/ 2281238 w 2543175"/>
              <a:gd name="connsiteY156" fmla="*/ 1664494 h 1890712"/>
              <a:gd name="connsiteX157" fmla="*/ 2297907 w 2543175"/>
              <a:gd name="connsiteY157" fmla="*/ 1674019 h 1890712"/>
              <a:gd name="connsiteX158" fmla="*/ 2312194 w 2543175"/>
              <a:gd name="connsiteY158" fmla="*/ 1685925 h 1890712"/>
              <a:gd name="connsiteX159" fmla="*/ 2328863 w 2543175"/>
              <a:gd name="connsiteY159" fmla="*/ 1697831 h 1890712"/>
              <a:gd name="connsiteX160" fmla="*/ 2350294 w 2543175"/>
              <a:gd name="connsiteY160" fmla="*/ 1712119 h 1890712"/>
              <a:gd name="connsiteX161" fmla="*/ 2369344 w 2543175"/>
              <a:gd name="connsiteY161" fmla="*/ 1724025 h 1890712"/>
              <a:gd name="connsiteX162" fmla="*/ 2428876 w 2543175"/>
              <a:gd name="connsiteY162" fmla="*/ 1785938 h 1890712"/>
              <a:gd name="connsiteX163" fmla="*/ 2466975 w 2543175"/>
              <a:gd name="connsiteY163" fmla="*/ 1783556 h 1890712"/>
              <a:gd name="connsiteX164" fmla="*/ 2481263 w 2543175"/>
              <a:gd name="connsiteY164" fmla="*/ 1795462 h 1890712"/>
              <a:gd name="connsiteX165" fmla="*/ 2486025 w 2543175"/>
              <a:gd name="connsiteY165" fmla="*/ 1802606 h 1890712"/>
              <a:gd name="connsiteX166" fmla="*/ 2514600 w 2543175"/>
              <a:gd name="connsiteY166" fmla="*/ 1850231 h 1890712"/>
              <a:gd name="connsiteX167" fmla="*/ 2519363 w 2543175"/>
              <a:gd name="connsiteY167" fmla="*/ 1857375 h 1890712"/>
              <a:gd name="connsiteX168" fmla="*/ 2540794 w 2543175"/>
              <a:gd name="connsiteY168" fmla="*/ 1883569 h 1890712"/>
              <a:gd name="connsiteX169" fmla="*/ 2543175 w 2543175"/>
              <a:gd name="connsiteY16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73982 w 2543175"/>
              <a:gd name="connsiteY96" fmla="*/ 997744 h 1890712"/>
              <a:gd name="connsiteX97" fmla="*/ 1388269 w 2543175"/>
              <a:gd name="connsiteY97" fmla="*/ 1007269 h 1890712"/>
              <a:gd name="connsiteX98" fmla="*/ 1414463 w 2543175"/>
              <a:gd name="connsiteY98" fmla="*/ 1019175 h 1890712"/>
              <a:gd name="connsiteX99" fmla="*/ 1428750 w 2543175"/>
              <a:gd name="connsiteY99" fmla="*/ 1026319 h 1890712"/>
              <a:gd name="connsiteX100" fmla="*/ 1471613 w 2543175"/>
              <a:gd name="connsiteY100" fmla="*/ 1059656 h 1890712"/>
              <a:gd name="connsiteX101" fmla="*/ 1495425 w 2543175"/>
              <a:gd name="connsiteY101" fmla="*/ 1088231 h 1890712"/>
              <a:gd name="connsiteX102" fmla="*/ 1547812 w 2543175"/>
              <a:gd name="connsiteY102" fmla="*/ 1133475 h 1890712"/>
              <a:gd name="connsiteX103" fmla="*/ 1597819 w 2543175"/>
              <a:gd name="connsiteY103" fmla="*/ 1154906 h 1890712"/>
              <a:gd name="connsiteX104" fmla="*/ 1604963 w 2543175"/>
              <a:gd name="connsiteY104" fmla="*/ 1162050 h 1890712"/>
              <a:gd name="connsiteX105" fmla="*/ 1612107 w 2543175"/>
              <a:gd name="connsiteY105" fmla="*/ 1166812 h 1890712"/>
              <a:gd name="connsiteX106" fmla="*/ 1628775 w 2543175"/>
              <a:gd name="connsiteY106" fmla="*/ 1183481 h 1890712"/>
              <a:gd name="connsiteX107" fmla="*/ 1662113 w 2543175"/>
              <a:gd name="connsiteY107" fmla="*/ 1209675 h 1890712"/>
              <a:gd name="connsiteX108" fmla="*/ 1678782 w 2543175"/>
              <a:gd name="connsiteY108" fmla="*/ 1226344 h 1890712"/>
              <a:gd name="connsiteX109" fmla="*/ 1700213 w 2543175"/>
              <a:gd name="connsiteY109" fmla="*/ 1247775 h 1890712"/>
              <a:gd name="connsiteX110" fmla="*/ 1712119 w 2543175"/>
              <a:gd name="connsiteY110" fmla="*/ 1259681 h 1890712"/>
              <a:gd name="connsiteX111" fmla="*/ 1733550 w 2543175"/>
              <a:gd name="connsiteY111" fmla="*/ 1273969 h 1890712"/>
              <a:gd name="connsiteX112" fmla="*/ 1743075 w 2543175"/>
              <a:gd name="connsiteY112" fmla="*/ 1283494 h 1890712"/>
              <a:gd name="connsiteX113" fmla="*/ 1754982 w 2543175"/>
              <a:gd name="connsiteY113" fmla="*/ 1290637 h 1890712"/>
              <a:gd name="connsiteX114" fmla="*/ 1766888 w 2543175"/>
              <a:gd name="connsiteY114" fmla="*/ 1300162 h 1890712"/>
              <a:gd name="connsiteX115" fmla="*/ 1783557 w 2543175"/>
              <a:gd name="connsiteY115" fmla="*/ 1307306 h 1890712"/>
              <a:gd name="connsiteX116" fmla="*/ 1790700 w 2543175"/>
              <a:gd name="connsiteY116" fmla="*/ 1312069 h 1890712"/>
              <a:gd name="connsiteX117" fmla="*/ 1800225 w 2543175"/>
              <a:gd name="connsiteY117" fmla="*/ 1319212 h 1890712"/>
              <a:gd name="connsiteX118" fmla="*/ 1807369 w 2543175"/>
              <a:gd name="connsiteY118" fmla="*/ 1321594 h 1890712"/>
              <a:gd name="connsiteX119" fmla="*/ 1824038 w 2543175"/>
              <a:gd name="connsiteY119" fmla="*/ 1333500 h 1890712"/>
              <a:gd name="connsiteX120" fmla="*/ 1843088 w 2543175"/>
              <a:gd name="connsiteY120" fmla="*/ 1352550 h 1890712"/>
              <a:gd name="connsiteX121" fmla="*/ 1852613 w 2543175"/>
              <a:gd name="connsiteY121" fmla="*/ 1359694 h 1890712"/>
              <a:gd name="connsiteX122" fmla="*/ 1859757 w 2543175"/>
              <a:gd name="connsiteY122" fmla="*/ 1366837 h 1890712"/>
              <a:gd name="connsiteX123" fmla="*/ 1869282 w 2543175"/>
              <a:gd name="connsiteY123" fmla="*/ 1371600 h 1890712"/>
              <a:gd name="connsiteX124" fmla="*/ 1883569 w 2543175"/>
              <a:gd name="connsiteY124" fmla="*/ 1388269 h 1890712"/>
              <a:gd name="connsiteX125" fmla="*/ 1893094 w 2543175"/>
              <a:gd name="connsiteY125" fmla="*/ 1395412 h 1890712"/>
              <a:gd name="connsiteX126" fmla="*/ 1902619 w 2543175"/>
              <a:gd name="connsiteY126" fmla="*/ 1404937 h 1890712"/>
              <a:gd name="connsiteX127" fmla="*/ 1912144 w 2543175"/>
              <a:gd name="connsiteY127" fmla="*/ 1409700 h 1890712"/>
              <a:gd name="connsiteX128" fmla="*/ 1931194 w 2543175"/>
              <a:gd name="connsiteY128" fmla="*/ 1421606 h 1890712"/>
              <a:gd name="connsiteX129" fmla="*/ 1935957 w 2543175"/>
              <a:gd name="connsiteY129" fmla="*/ 1428750 h 1890712"/>
              <a:gd name="connsiteX130" fmla="*/ 1952625 w 2543175"/>
              <a:gd name="connsiteY130" fmla="*/ 1438275 h 1890712"/>
              <a:gd name="connsiteX131" fmla="*/ 1971675 w 2543175"/>
              <a:gd name="connsiteY131" fmla="*/ 1450181 h 1890712"/>
              <a:gd name="connsiteX132" fmla="*/ 1981200 w 2543175"/>
              <a:gd name="connsiteY132" fmla="*/ 1454944 h 1890712"/>
              <a:gd name="connsiteX133" fmla="*/ 1997869 w 2543175"/>
              <a:gd name="connsiteY133" fmla="*/ 1471612 h 1890712"/>
              <a:gd name="connsiteX134" fmla="*/ 2007394 w 2543175"/>
              <a:gd name="connsiteY134" fmla="*/ 1478756 h 1890712"/>
              <a:gd name="connsiteX135" fmla="*/ 2016919 w 2543175"/>
              <a:gd name="connsiteY135" fmla="*/ 1483519 h 1890712"/>
              <a:gd name="connsiteX136" fmla="*/ 2024063 w 2543175"/>
              <a:gd name="connsiteY136" fmla="*/ 1490662 h 1890712"/>
              <a:gd name="connsiteX137" fmla="*/ 2033588 w 2543175"/>
              <a:gd name="connsiteY137" fmla="*/ 1495425 h 1890712"/>
              <a:gd name="connsiteX138" fmla="*/ 2040732 w 2543175"/>
              <a:gd name="connsiteY138" fmla="*/ 1502569 h 1890712"/>
              <a:gd name="connsiteX139" fmla="*/ 2047875 w 2543175"/>
              <a:gd name="connsiteY139" fmla="*/ 1507331 h 1890712"/>
              <a:gd name="connsiteX140" fmla="*/ 2057400 w 2543175"/>
              <a:gd name="connsiteY140" fmla="*/ 1514475 h 1890712"/>
              <a:gd name="connsiteX141" fmla="*/ 2064544 w 2543175"/>
              <a:gd name="connsiteY141" fmla="*/ 1519237 h 1890712"/>
              <a:gd name="connsiteX142" fmla="*/ 2071688 w 2543175"/>
              <a:gd name="connsiteY142" fmla="*/ 1526381 h 1890712"/>
              <a:gd name="connsiteX143" fmla="*/ 2081213 w 2543175"/>
              <a:gd name="connsiteY143" fmla="*/ 1531144 h 1890712"/>
              <a:gd name="connsiteX144" fmla="*/ 2090738 w 2543175"/>
              <a:gd name="connsiteY144" fmla="*/ 1538287 h 1890712"/>
              <a:gd name="connsiteX145" fmla="*/ 2109788 w 2543175"/>
              <a:gd name="connsiteY145" fmla="*/ 1547812 h 1890712"/>
              <a:gd name="connsiteX146" fmla="*/ 2131219 w 2543175"/>
              <a:gd name="connsiteY146" fmla="*/ 1562100 h 1890712"/>
              <a:gd name="connsiteX147" fmla="*/ 2140744 w 2543175"/>
              <a:gd name="connsiteY147" fmla="*/ 1566862 h 1890712"/>
              <a:gd name="connsiteX148" fmla="*/ 2152650 w 2543175"/>
              <a:gd name="connsiteY148" fmla="*/ 1576387 h 1890712"/>
              <a:gd name="connsiteX149" fmla="*/ 2181225 w 2543175"/>
              <a:gd name="connsiteY149" fmla="*/ 1590675 h 1890712"/>
              <a:gd name="connsiteX150" fmla="*/ 2200275 w 2543175"/>
              <a:gd name="connsiteY150" fmla="*/ 1607344 h 1890712"/>
              <a:gd name="connsiteX151" fmla="*/ 2207419 w 2543175"/>
              <a:gd name="connsiteY151" fmla="*/ 1612106 h 1890712"/>
              <a:gd name="connsiteX152" fmla="*/ 2216944 w 2543175"/>
              <a:gd name="connsiteY152" fmla="*/ 1619250 h 1890712"/>
              <a:gd name="connsiteX153" fmla="*/ 2224088 w 2543175"/>
              <a:gd name="connsiteY153" fmla="*/ 1624012 h 1890712"/>
              <a:gd name="connsiteX154" fmla="*/ 2247900 w 2543175"/>
              <a:gd name="connsiteY154" fmla="*/ 1643062 h 1890712"/>
              <a:gd name="connsiteX155" fmla="*/ 2255044 w 2543175"/>
              <a:gd name="connsiteY155" fmla="*/ 1650206 h 1890712"/>
              <a:gd name="connsiteX156" fmla="*/ 2281238 w 2543175"/>
              <a:gd name="connsiteY156" fmla="*/ 1664494 h 1890712"/>
              <a:gd name="connsiteX157" fmla="*/ 2297907 w 2543175"/>
              <a:gd name="connsiteY157" fmla="*/ 1674019 h 1890712"/>
              <a:gd name="connsiteX158" fmla="*/ 2312194 w 2543175"/>
              <a:gd name="connsiteY158" fmla="*/ 1685925 h 1890712"/>
              <a:gd name="connsiteX159" fmla="*/ 2328863 w 2543175"/>
              <a:gd name="connsiteY159" fmla="*/ 1697831 h 1890712"/>
              <a:gd name="connsiteX160" fmla="*/ 2350294 w 2543175"/>
              <a:gd name="connsiteY160" fmla="*/ 1712119 h 1890712"/>
              <a:gd name="connsiteX161" fmla="*/ 2369344 w 2543175"/>
              <a:gd name="connsiteY161" fmla="*/ 1724025 h 1890712"/>
              <a:gd name="connsiteX162" fmla="*/ 2428876 w 2543175"/>
              <a:gd name="connsiteY162" fmla="*/ 1785938 h 1890712"/>
              <a:gd name="connsiteX163" fmla="*/ 2466975 w 2543175"/>
              <a:gd name="connsiteY163" fmla="*/ 1783556 h 1890712"/>
              <a:gd name="connsiteX164" fmla="*/ 2481263 w 2543175"/>
              <a:gd name="connsiteY164" fmla="*/ 1795462 h 1890712"/>
              <a:gd name="connsiteX165" fmla="*/ 2486025 w 2543175"/>
              <a:gd name="connsiteY165" fmla="*/ 1802606 h 1890712"/>
              <a:gd name="connsiteX166" fmla="*/ 2514600 w 2543175"/>
              <a:gd name="connsiteY166" fmla="*/ 1850231 h 1890712"/>
              <a:gd name="connsiteX167" fmla="*/ 2519363 w 2543175"/>
              <a:gd name="connsiteY167" fmla="*/ 1857375 h 1890712"/>
              <a:gd name="connsiteX168" fmla="*/ 2540794 w 2543175"/>
              <a:gd name="connsiteY168" fmla="*/ 1883569 h 1890712"/>
              <a:gd name="connsiteX169" fmla="*/ 2543175 w 2543175"/>
              <a:gd name="connsiteY16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73982 w 2543175"/>
              <a:gd name="connsiteY96" fmla="*/ 997744 h 1890712"/>
              <a:gd name="connsiteX97" fmla="*/ 1388269 w 2543175"/>
              <a:gd name="connsiteY97" fmla="*/ 1007269 h 1890712"/>
              <a:gd name="connsiteX98" fmla="*/ 1414463 w 2543175"/>
              <a:gd name="connsiteY98" fmla="*/ 1019175 h 1890712"/>
              <a:gd name="connsiteX99" fmla="*/ 1435894 w 2543175"/>
              <a:gd name="connsiteY99" fmla="*/ 1054894 h 1890712"/>
              <a:gd name="connsiteX100" fmla="*/ 1471613 w 2543175"/>
              <a:gd name="connsiteY100" fmla="*/ 1059656 h 1890712"/>
              <a:gd name="connsiteX101" fmla="*/ 1495425 w 2543175"/>
              <a:gd name="connsiteY101" fmla="*/ 1088231 h 1890712"/>
              <a:gd name="connsiteX102" fmla="*/ 1547812 w 2543175"/>
              <a:gd name="connsiteY102" fmla="*/ 1133475 h 1890712"/>
              <a:gd name="connsiteX103" fmla="*/ 1597819 w 2543175"/>
              <a:gd name="connsiteY103" fmla="*/ 1154906 h 1890712"/>
              <a:gd name="connsiteX104" fmla="*/ 1604963 w 2543175"/>
              <a:gd name="connsiteY104" fmla="*/ 1162050 h 1890712"/>
              <a:gd name="connsiteX105" fmla="*/ 1612107 w 2543175"/>
              <a:gd name="connsiteY105" fmla="*/ 1166812 h 1890712"/>
              <a:gd name="connsiteX106" fmla="*/ 1628775 w 2543175"/>
              <a:gd name="connsiteY106" fmla="*/ 1183481 h 1890712"/>
              <a:gd name="connsiteX107" fmla="*/ 1662113 w 2543175"/>
              <a:gd name="connsiteY107" fmla="*/ 1209675 h 1890712"/>
              <a:gd name="connsiteX108" fmla="*/ 1678782 w 2543175"/>
              <a:gd name="connsiteY108" fmla="*/ 1226344 h 1890712"/>
              <a:gd name="connsiteX109" fmla="*/ 1700213 w 2543175"/>
              <a:gd name="connsiteY109" fmla="*/ 1247775 h 1890712"/>
              <a:gd name="connsiteX110" fmla="*/ 1712119 w 2543175"/>
              <a:gd name="connsiteY110" fmla="*/ 1259681 h 1890712"/>
              <a:gd name="connsiteX111" fmla="*/ 1733550 w 2543175"/>
              <a:gd name="connsiteY111" fmla="*/ 1273969 h 1890712"/>
              <a:gd name="connsiteX112" fmla="*/ 1743075 w 2543175"/>
              <a:gd name="connsiteY112" fmla="*/ 1283494 h 1890712"/>
              <a:gd name="connsiteX113" fmla="*/ 1754982 w 2543175"/>
              <a:gd name="connsiteY113" fmla="*/ 1290637 h 1890712"/>
              <a:gd name="connsiteX114" fmla="*/ 1766888 w 2543175"/>
              <a:gd name="connsiteY114" fmla="*/ 1300162 h 1890712"/>
              <a:gd name="connsiteX115" fmla="*/ 1783557 w 2543175"/>
              <a:gd name="connsiteY115" fmla="*/ 1307306 h 1890712"/>
              <a:gd name="connsiteX116" fmla="*/ 1790700 w 2543175"/>
              <a:gd name="connsiteY116" fmla="*/ 1312069 h 1890712"/>
              <a:gd name="connsiteX117" fmla="*/ 1800225 w 2543175"/>
              <a:gd name="connsiteY117" fmla="*/ 1319212 h 1890712"/>
              <a:gd name="connsiteX118" fmla="*/ 1807369 w 2543175"/>
              <a:gd name="connsiteY118" fmla="*/ 1321594 h 1890712"/>
              <a:gd name="connsiteX119" fmla="*/ 1824038 w 2543175"/>
              <a:gd name="connsiteY119" fmla="*/ 1333500 h 1890712"/>
              <a:gd name="connsiteX120" fmla="*/ 1843088 w 2543175"/>
              <a:gd name="connsiteY120" fmla="*/ 1352550 h 1890712"/>
              <a:gd name="connsiteX121" fmla="*/ 1852613 w 2543175"/>
              <a:gd name="connsiteY121" fmla="*/ 1359694 h 1890712"/>
              <a:gd name="connsiteX122" fmla="*/ 1859757 w 2543175"/>
              <a:gd name="connsiteY122" fmla="*/ 1366837 h 1890712"/>
              <a:gd name="connsiteX123" fmla="*/ 1869282 w 2543175"/>
              <a:gd name="connsiteY123" fmla="*/ 1371600 h 1890712"/>
              <a:gd name="connsiteX124" fmla="*/ 1883569 w 2543175"/>
              <a:gd name="connsiteY124" fmla="*/ 1388269 h 1890712"/>
              <a:gd name="connsiteX125" fmla="*/ 1893094 w 2543175"/>
              <a:gd name="connsiteY125" fmla="*/ 1395412 h 1890712"/>
              <a:gd name="connsiteX126" fmla="*/ 1902619 w 2543175"/>
              <a:gd name="connsiteY126" fmla="*/ 1404937 h 1890712"/>
              <a:gd name="connsiteX127" fmla="*/ 1912144 w 2543175"/>
              <a:gd name="connsiteY127" fmla="*/ 1409700 h 1890712"/>
              <a:gd name="connsiteX128" fmla="*/ 1931194 w 2543175"/>
              <a:gd name="connsiteY128" fmla="*/ 1421606 h 1890712"/>
              <a:gd name="connsiteX129" fmla="*/ 1935957 w 2543175"/>
              <a:gd name="connsiteY129" fmla="*/ 1428750 h 1890712"/>
              <a:gd name="connsiteX130" fmla="*/ 1952625 w 2543175"/>
              <a:gd name="connsiteY130" fmla="*/ 1438275 h 1890712"/>
              <a:gd name="connsiteX131" fmla="*/ 1971675 w 2543175"/>
              <a:gd name="connsiteY131" fmla="*/ 1450181 h 1890712"/>
              <a:gd name="connsiteX132" fmla="*/ 1981200 w 2543175"/>
              <a:gd name="connsiteY132" fmla="*/ 1454944 h 1890712"/>
              <a:gd name="connsiteX133" fmla="*/ 1997869 w 2543175"/>
              <a:gd name="connsiteY133" fmla="*/ 1471612 h 1890712"/>
              <a:gd name="connsiteX134" fmla="*/ 2007394 w 2543175"/>
              <a:gd name="connsiteY134" fmla="*/ 1478756 h 1890712"/>
              <a:gd name="connsiteX135" fmla="*/ 2016919 w 2543175"/>
              <a:gd name="connsiteY135" fmla="*/ 1483519 h 1890712"/>
              <a:gd name="connsiteX136" fmla="*/ 2024063 w 2543175"/>
              <a:gd name="connsiteY136" fmla="*/ 1490662 h 1890712"/>
              <a:gd name="connsiteX137" fmla="*/ 2033588 w 2543175"/>
              <a:gd name="connsiteY137" fmla="*/ 1495425 h 1890712"/>
              <a:gd name="connsiteX138" fmla="*/ 2040732 w 2543175"/>
              <a:gd name="connsiteY138" fmla="*/ 1502569 h 1890712"/>
              <a:gd name="connsiteX139" fmla="*/ 2047875 w 2543175"/>
              <a:gd name="connsiteY139" fmla="*/ 1507331 h 1890712"/>
              <a:gd name="connsiteX140" fmla="*/ 2057400 w 2543175"/>
              <a:gd name="connsiteY140" fmla="*/ 1514475 h 1890712"/>
              <a:gd name="connsiteX141" fmla="*/ 2064544 w 2543175"/>
              <a:gd name="connsiteY141" fmla="*/ 1519237 h 1890712"/>
              <a:gd name="connsiteX142" fmla="*/ 2071688 w 2543175"/>
              <a:gd name="connsiteY142" fmla="*/ 1526381 h 1890712"/>
              <a:gd name="connsiteX143" fmla="*/ 2081213 w 2543175"/>
              <a:gd name="connsiteY143" fmla="*/ 1531144 h 1890712"/>
              <a:gd name="connsiteX144" fmla="*/ 2090738 w 2543175"/>
              <a:gd name="connsiteY144" fmla="*/ 1538287 h 1890712"/>
              <a:gd name="connsiteX145" fmla="*/ 2109788 w 2543175"/>
              <a:gd name="connsiteY145" fmla="*/ 1547812 h 1890712"/>
              <a:gd name="connsiteX146" fmla="*/ 2131219 w 2543175"/>
              <a:gd name="connsiteY146" fmla="*/ 1562100 h 1890712"/>
              <a:gd name="connsiteX147" fmla="*/ 2140744 w 2543175"/>
              <a:gd name="connsiteY147" fmla="*/ 1566862 h 1890712"/>
              <a:gd name="connsiteX148" fmla="*/ 2152650 w 2543175"/>
              <a:gd name="connsiteY148" fmla="*/ 1576387 h 1890712"/>
              <a:gd name="connsiteX149" fmla="*/ 2181225 w 2543175"/>
              <a:gd name="connsiteY149" fmla="*/ 1590675 h 1890712"/>
              <a:gd name="connsiteX150" fmla="*/ 2200275 w 2543175"/>
              <a:gd name="connsiteY150" fmla="*/ 1607344 h 1890712"/>
              <a:gd name="connsiteX151" fmla="*/ 2207419 w 2543175"/>
              <a:gd name="connsiteY151" fmla="*/ 1612106 h 1890712"/>
              <a:gd name="connsiteX152" fmla="*/ 2216944 w 2543175"/>
              <a:gd name="connsiteY152" fmla="*/ 1619250 h 1890712"/>
              <a:gd name="connsiteX153" fmla="*/ 2224088 w 2543175"/>
              <a:gd name="connsiteY153" fmla="*/ 1624012 h 1890712"/>
              <a:gd name="connsiteX154" fmla="*/ 2247900 w 2543175"/>
              <a:gd name="connsiteY154" fmla="*/ 1643062 h 1890712"/>
              <a:gd name="connsiteX155" fmla="*/ 2255044 w 2543175"/>
              <a:gd name="connsiteY155" fmla="*/ 1650206 h 1890712"/>
              <a:gd name="connsiteX156" fmla="*/ 2281238 w 2543175"/>
              <a:gd name="connsiteY156" fmla="*/ 1664494 h 1890712"/>
              <a:gd name="connsiteX157" fmla="*/ 2297907 w 2543175"/>
              <a:gd name="connsiteY157" fmla="*/ 1674019 h 1890712"/>
              <a:gd name="connsiteX158" fmla="*/ 2312194 w 2543175"/>
              <a:gd name="connsiteY158" fmla="*/ 1685925 h 1890712"/>
              <a:gd name="connsiteX159" fmla="*/ 2328863 w 2543175"/>
              <a:gd name="connsiteY159" fmla="*/ 1697831 h 1890712"/>
              <a:gd name="connsiteX160" fmla="*/ 2350294 w 2543175"/>
              <a:gd name="connsiteY160" fmla="*/ 1712119 h 1890712"/>
              <a:gd name="connsiteX161" fmla="*/ 2369344 w 2543175"/>
              <a:gd name="connsiteY161" fmla="*/ 1724025 h 1890712"/>
              <a:gd name="connsiteX162" fmla="*/ 2428876 w 2543175"/>
              <a:gd name="connsiteY162" fmla="*/ 1785938 h 1890712"/>
              <a:gd name="connsiteX163" fmla="*/ 2466975 w 2543175"/>
              <a:gd name="connsiteY163" fmla="*/ 1783556 h 1890712"/>
              <a:gd name="connsiteX164" fmla="*/ 2481263 w 2543175"/>
              <a:gd name="connsiteY164" fmla="*/ 1795462 h 1890712"/>
              <a:gd name="connsiteX165" fmla="*/ 2486025 w 2543175"/>
              <a:gd name="connsiteY165" fmla="*/ 1802606 h 1890712"/>
              <a:gd name="connsiteX166" fmla="*/ 2514600 w 2543175"/>
              <a:gd name="connsiteY166" fmla="*/ 1850231 h 1890712"/>
              <a:gd name="connsiteX167" fmla="*/ 2519363 w 2543175"/>
              <a:gd name="connsiteY167" fmla="*/ 1857375 h 1890712"/>
              <a:gd name="connsiteX168" fmla="*/ 2540794 w 2543175"/>
              <a:gd name="connsiteY168" fmla="*/ 1883569 h 1890712"/>
              <a:gd name="connsiteX169" fmla="*/ 2543175 w 2543175"/>
              <a:gd name="connsiteY16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73982 w 2543175"/>
              <a:gd name="connsiteY96" fmla="*/ 997744 h 1890712"/>
              <a:gd name="connsiteX97" fmla="*/ 1388269 w 2543175"/>
              <a:gd name="connsiteY97" fmla="*/ 1007269 h 1890712"/>
              <a:gd name="connsiteX98" fmla="*/ 1435894 w 2543175"/>
              <a:gd name="connsiteY98" fmla="*/ 1054894 h 1890712"/>
              <a:gd name="connsiteX99" fmla="*/ 1471613 w 2543175"/>
              <a:gd name="connsiteY99" fmla="*/ 1059656 h 1890712"/>
              <a:gd name="connsiteX100" fmla="*/ 1495425 w 2543175"/>
              <a:gd name="connsiteY100" fmla="*/ 1088231 h 1890712"/>
              <a:gd name="connsiteX101" fmla="*/ 1547812 w 2543175"/>
              <a:gd name="connsiteY101" fmla="*/ 1133475 h 1890712"/>
              <a:gd name="connsiteX102" fmla="*/ 1597819 w 2543175"/>
              <a:gd name="connsiteY102" fmla="*/ 1154906 h 1890712"/>
              <a:gd name="connsiteX103" fmla="*/ 1604963 w 2543175"/>
              <a:gd name="connsiteY103" fmla="*/ 1162050 h 1890712"/>
              <a:gd name="connsiteX104" fmla="*/ 1612107 w 2543175"/>
              <a:gd name="connsiteY104" fmla="*/ 1166812 h 1890712"/>
              <a:gd name="connsiteX105" fmla="*/ 1628775 w 2543175"/>
              <a:gd name="connsiteY105" fmla="*/ 1183481 h 1890712"/>
              <a:gd name="connsiteX106" fmla="*/ 1662113 w 2543175"/>
              <a:gd name="connsiteY106" fmla="*/ 1209675 h 1890712"/>
              <a:gd name="connsiteX107" fmla="*/ 1678782 w 2543175"/>
              <a:gd name="connsiteY107" fmla="*/ 1226344 h 1890712"/>
              <a:gd name="connsiteX108" fmla="*/ 1700213 w 2543175"/>
              <a:gd name="connsiteY108" fmla="*/ 1247775 h 1890712"/>
              <a:gd name="connsiteX109" fmla="*/ 1712119 w 2543175"/>
              <a:gd name="connsiteY109" fmla="*/ 1259681 h 1890712"/>
              <a:gd name="connsiteX110" fmla="*/ 1733550 w 2543175"/>
              <a:gd name="connsiteY110" fmla="*/ 1273969 h 1890712"/>
              <a:gd name="connsiteX111" fmla="*/ 1743075 w 2543175"/>
              <a:gd name="connsiteY111" fmla="*/ 1283494 h 1890712"/>
              <a:gd name="connsiteX112" fmla="*/ 1754982 w 2543175"/>
              <a:gd name="connsiteY112" fmla="*/ 1290637 h 1890712"/>
              <a:gd name="connsiteX113" fmla="*/ 1766888 w 2543175"/>
              <a:gd name="connsiteY113" fmla="*/ 1300162 h 1890712"/>
              <a:gd name="connsiteX114" fmla="*/ 1783557 w 2543175"/>
              <a:gd name="connsiteY114" fmla="*/ 1307306 h 1890712"/>
              <a:gd name="connsiteX115" fmla="*/ 1790700 w 2543175"/>
              <a:gd name="connsiteY115" fmla="*/ 1312069 h 1890712"/>
              <a:gd name="connsiteX116" fmla="*/ 1800225 w 2543175"/>
              <a:gd name="connsiteY116" fmla="*/ 1319212 h 1890712"/>
              <a:gd name="connsiteX117" fmla="*/ 1807369 w 2543175"/>
              <a:gd name="connsiteY117" fmla="*/ 1321594 h 1890712"/>
              <a:gd name="connsiteX118" fmla="*/ 1824038 w 2543175"/>
              <a:gd name="connsiteY118" fmla="*/ 1333500 h 1890712"/>
              <a:gd name="connsiteX119" fmla="*/ 1843088 w 2543175"/>
              <a:gd name="connsiteY119" fmla="*/ 1352550 h 1890712"/>
              <a:gd name="connsiteX120" fmla="*/ 1852613 w 2543175"/>
              <a:gd name="connsiteY120" fmla="*/ 1359694 h 1890712"/>
              <a:gd name="connsiteX121" fmla="*/ 1859757 w 2543175"/>
              <a:gd name="connsiteY121" fmla="*/ 1366837 h 1890712"/>
              <a:gd name="connsiteX122" fmla="*/ 1869282 w 2543175"/>
              <a:gd name="connsiteY122" fmla="*/ 1371600 h 1890712"/>
              <a:gd name="connsiteX123" fmla="*/ 1883569 w 2543175"/>
              <a:gd name="connsiteY123" fmla="*/ 1388269 h 1890712"/>
              <a:gd name="connsiteX124" fmla="*/ 1893094 w 2543175"/>
              <a:gd name="connsiteY124" fmla="*/ 1395412 h 1890712"/>
              <a:gd name="connsiteX125" fmla="*/ 1902619 w 2543175"/>
              <a:gd name="connsiteY125" fmla="*/ 1404937 h 1890712"/>
              <a:gd name="connsiteX126" fmla="*/ 1912144 w 2543175"/>
              <a:gd name="connsiteY126" fmla="*/ 1409700 h 1890712"/>
              <a:gd name="connsiteX127" fmla="*/ 1931194 w 2543175"/>
              <a:gd name="connsiteY127" fmla="*/ 1421606 h 1890712"/>
              <a:gd name="connsiteX128" fmla="*/ 1935957 w 2543175"/>
              <a:gd name="connsiteY128" fmla="*/ 1428750 h 1890712"/>
              <a:gd name="connsiteX129" fmla="*/ 1952625 w 2543175"/>
              <a:gd name="connsiteY129" fmla="*/ 1438275 h 1890712"/>
              <a:gd name="connsiteX130" fmla="*/ 1971675 w 2543175"/>
              <a:gd name="connsiteY130" fmla="*/ 1450181 h 1890712"/>
              <a:gd name="connsiteX131" fmla="*/ 1981200 w 2543175"/>
              <a:gd name="connsiteY131" fmla="*/ 1454944 h 1890712"/>
              <a:gd name="connsiteX132" fmla="*/ 1997869 w 2543175"/>
              <a:gd name="connsiteY132" fmla="*/ 1471612 h 1890712"/>
              <a:gd name="connsiteX133" fmla="*/ 2007394 w 2543175"/>
              <a:gd name="connsiteY133" fmla="*/ 1478756 h 1890712"/>
              <a:gd name="connsiteX134" fmla="*/ 2016919 w 2543175"/>
              <a:gd name="connsiteY134" fmla="*/ 1483519 h 1890712"/>
              <a:gd name="connsiteX135" fmla="*/ 2024063 w 2543175"/>
              <a:gd name="connsiteY135" fmla="*/ 1490662 h 1890712"/>
              <a:gd name="connsiteX136" fmla="*/ 2033588 w 2543175"/>
              <a:gd name="connsiteY136" fmla="*/ 1495425 h 1890712"/>
              <a:gd name="connsiteX137" fmla="*/ 2040732 w 2543175"/>
              <a:gd name="connsiteY137" fmla="*/ 1502569 h 1890712"/>
              <a:gd name="connsiteX138" fmla="*/ 2047875 w 2543175"/>
              <a:gd name="connsiteY138" fmla="*/ 1507331 h 1890712"/>
              <a:gd name="connsiteX139" fmla="*/ 2057400 w 2543175"/>
              <a:gd name="connsiteY139" fmla="*/ 1514475 h 1890712"/>
              <a:gd name="connsiteX140" fmla="*/ 2064544 w 2543175"/>
              <a:gd name="connsiteY140" fmla="*/ 1519237 h 1890712"/>
              <a:gd name="connsiteX141" fmla="*/ 2071688 w 2543175"/>
              <a:gd name="connsiteY141" fmla="*/ 1526381 h 1890712"/>
              <a:gd name="connsiteX142" fmla="*/ 2081213 w 2543175"/>
              <a:gd name="connsiteY142" fmla="*/ 1531144 h 1890712"/>
              <a:gd name="connsiteX143" fmla="*/ 2090738 w 2543175"/>
              <a:gd name="connsiteY143" fmla="*/ 1538287 h 1890712"/>
              <a:gd name="connsiteX144" fmla="*/ 2109788 w 2543175"/>
              <a:gd name="connsiteY144" fmla="*/ 1547812 h 1890712"/>
              <a:gd name="connsiteX145" fmla="*/ 2131219 w 2543175"/>
              <a:gd name="connsiteY145" fmla="*/ 1562100 h 1890712"/>
              <a:gd name="connsiteX146" fmla="*/ 2140744 w 2543175"/>
              <a:gd name="connsiteY146" fmla="*/ 1566862 h 1890712"/>
              <a:gd name="connsiteX147" fmla="*/ 2152650 w 2543175"/>
              <a:gd name="connsiteY147" fmla="*/ 1576387 h 1890712"/>
              <a:gd name="connsiteX148" fmla="*/ 2181225 w 2543175"/>
              <a:gd name="connsiteY148" fmla="*/ 1590675 h 1890712"/>
              <a:gd name="connsiteX149" fmla="*/ 2200275 w 2543175"/>
              <a:gd name="connsiteY149" fmla="*/ 1607344 h 1890712"/>
              <a:gd name="connsiteX150" fmla="*/ 2207419 w 2543175"/>
              <a:gd name="connsiteY150" fmla="*/ 1612106 h 1890712"/>
              <a:gd name="connsiteX151" fmla="*/ 2216944 w 2543175"/>
              <a:gd name="connsiteY151" fmla="*/ 1619250 h 1890712"/>
              <a:gd name="connsiteX152" fmla="*/ 2224088 w 2543175"/>
              <a:gd name="connsiteY152" fmla="*/ 1624012 h 1890712"/>
              <a:gd name="connsiteX153" fmla="*/ 2247900 w 2543175"/>
              <a:gd name="connsiteY153" fmla="*/ 1643062 h 1890712"/>
              <a:gd name="connsiteX154" fmla="*/ 2255044 w 2543175"/>
              <a:gd name="connsiteY154" fmla="*/ 1650206 h 1890712"/>
              <a:gd name="connsiteX155" fmla="*/ 2281238 w 2543175"/>
              <a:gd name="connsiteY155" fmla="*/ 1664494 h 1890712"/>
              <a:gd name="connsiteX156" fmla="*/ 2297907 w 2543175"/>
              <a:gd name="connsiteY156" fmla="*/ 1674019 h 1890712"/>
              <a:gd name="connsiteX157" fmla="*/ 2312194 w 2543175"/>
              <a:gd name="connsiteY157" fmla="*/ 1685925 h 1890712"/>
              <a:gd name="connsiteX158" fmla="*/ 2328863 w 2543175"/>
              <a:gd name="connsiteY158" fmla="*/ 1697831 h 1890712"/>
              <a:gd name="connsiteX159" fmla="*/ 2350294 w 2543175"/>
              <a:gd name="connsiteY159" fmla="*/ 1712119 h 1890712"/>
              <a:gd name="connsiteX160" fmla="*/ 2369344 w 2543175"/>
              <a:gd name="connsiteY160" fmla="*/ 1724025 h 1890712"/>
              <a:gd name="connsiteX161" fmla="*/ 2428876 w 2543175"/>
              <a:gd name="connsiteY161" fmla="*/ 1785938 h 1890712"/>
              <a:gd name="connsiteX162" fmla="*/ 2466975 w 2543175"/>
              <a:gd name="connsiteY162" fmla="*/ 1783556 h 1890712"/>
              <a:gd name="connsiteX163" fmla="*/ 2481263 w 2543175"/>
              <a:gd name="connsiteY163" fmla="*/ 1795462 h 1890712"/>
              <a:gd name="connsiteX164" fmla="*/ 2486025 w 2543175"/>
              <a:gd name="connsiteY164" fmla="*/ 1802606 h 1890712"/>
              <a:gd name="connsiteX165" fmla="*/ 2514600 w 2543175"/>
              <a:gd name="connsiteY165" fmla="*/ 1850231 h 1890712"/>
              <a:gd name="connsiteX166" fmla="*/ 2519363 w 2543175"/>
              <a:gd name="connsiteY166" fmla="*/ 1857375 h 1890712"/>
              <a:gd name="connsiteX167" fmla="*/ 2540794 w 2543175"/>
              <a:gd name="connsiteY167" fmla="*/ 1883569 h 1890712"/>
              <a:gd name="connsiteX168" fmla="*/ 2543175 w 2543175"/>
              <a:gd name="connsiteY168"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73982 w 2543175"/>
              <a:gd name="connsiteY96" fmla="*/ 997744 h 1890712"/>
              <a:gd name="connsiteX97" fmla="*/ 1435894 w 2543175"/>
              <a:gd name="connsiteY97" fmla="*/ 1054894 h 1890712"/>
              <a:gd name="connsiteX98" fmla="*/ 1471613 w 2543175"/>
              <a:gd name="connsiteY98" fmla="*/ 1059656 h 1890712"/>
              <a:gd name="connsiteX99" fmla="*/ 1495425 w 2543175"/>
              <a:gd name="connsiteY99" fmla="*/ 1088231 h 1890712"/>
              <a:gd name="connsiteX100" fmla="*/ 1547812 w 2543175"/>
              <a:gd name="connsiteY100" fmla="*/ 1133475 h 1890712"/>
              <a:gd name="connsiteX101" fmla="*/ 1597819 w 2543175"/>
              <a:gd name="connsiteY101" fmla="*/ 1154906 h 1890712"/>
              <a:gd name="connsiteX102" fmla="*/ 1604963 w 2543175"/>
              <a:gd name="connsiteY102" fmla="*/ 1162050 h 1890712"/>
              <a:gd name="connsiteX103" fmla="*/ 1612107 w 2543175"/>
              <a:gd name="connsiteY103" fmla="*/ 1166812 h 1890712"/>
              <a:gd name="connsiteX104" fmla="*/ 1628775 w 2543175"/>
              <a:gd name="connsiteY104" fmla="*/ 1183481 h 1890712"/>
              <a:gd name="connsiteX105" fmla="*/ 1662113 w 2543175"/>
              <a:gd name="connsiteY105" fmla="*/ 1209675 h 1890712"/>
              <a:gd name="connsiteX106" fmla="*/ 1678782 w 2543175"/>
              <a:gd name="connsiteY106" fmla="*/ 1226344 h 1890712"/>
              <a:gd name="connsiteX107" fmla="*/ 1700213 w 2543175"/>
              <a:gd name="connsiteY107" fmla="*/ 1247775 h 1890712"/>
              <a:gd name="connsiteX108" fmla="*/ 1712119 w 2543175"/>
              <a:gd name="connsiteY108" fmla="*/ 1259681 h 1890712"/>
              <a:gd name="connsiteX109" fmla="*/ 1733550 w 2543175"/>
              <a:gd name="connsiteY109" fmla="*/ 1273969 h 1890712"/>
              <a:gd name="connsiteX110" fmla="*/ 1743075 w 2543175"/>
              <a:gd name="connsiteY110" fmla="*/ 1283494 h 1890712"/>
              <a:gd name="connsiteX111" fmla="*/ 1754982 w 2543175"/>
              <a:gd name="connsiteY111" fmla="*/ 1290637 h 1890712"/>
              <a:gd name="connsiteX112" fmla="*/ 1766888 w 2543175"/>
              <a:gd name="connsiteY112" fmla="*/ 1300162 h 1890712"/>
              <a:gd name="connsiteX113" fmla="*/ 1783557 w 2543175"/>
              <a:gd name="connsiteY113" fmla="*/ 1307306 h 1890712"/>
              <a:gd name="connsiteX114" fmla="*/ 1790700 w 2543175"/>
              <a:gd name="connsiteY114" fmla="*/ 1312069 h 1890712"/>
              <a:gd name="connsiteX115" fmla="*/ 1800225 w 2543175"/>
              <a:gd name="connsiteY115" fmla="*/ 1319212 h 1890712"/>
              <a:gd name="connsiteX116" fmla="*/ 1807369 w 2543175"/>
              <a:gd name="connsiteY116" fmla="*/ 1321594 h 1890712"/>
              <a:gd name="connsiteX117" fmla="*/ 1824038 w 2543175"/>
              <a:gd name="connsiteY117" fmla="*/ 1333500 h 1890712"/>
              <a:gd name="connsiteX118" fmla="*/ 1843088 w 2543175"/>
              <a:gd name="connsiteY118" fmla="*/ 1352550 h 1890712"/>
              <a:gd name="connsiteX119" fmla="*/ 1852613 w 2543175"/>
              <a:gd name="connsiteY119" fmla="*/ 1359694 h 1890712"/>
              <a:gd name="connsiteX120" fmla="*/ 1859757 w 2543175"/>
              <a:gd name="connsiteY120" fmla="*/ 1366837 h 1890712"/>
              <a:gd name="connsiteX121" fmla="*/ 1869282 w 2543175"/>
              <a:gd name="connsiteY121" fmla="*/ 1371600 h 1890712"/>
              <a:gd name="connsiteX122" fmla="*/ 1883569 w 2543175"/>
              <a:gd name="connsiteY122" fmla="*/ 1388269 h 1890712"/>
              <a:gd name="connsiteX123" fmla="*/ 1893094 w 2543175"/>
              <a:gd name="connsiteY123" fmla="*/ 1395412 h 1890712"/>
              <a:gd name="connsiteX124" fmla="*/ 1902619 w 2543175"/>
              <a:gd name="connsiteY124" fmla="*/ 1404937 h 1890712"/>
              <a:gd name="connsiteX125" fmla="*/ 1912144 w 2543175"/>
              <a:gd name="connsiteY125" fmla="*/ 1409700 h 1890712"/>
              <a:gd name="connsiteX126" fmla="*/ 1931194 w 2543175"/>
              <a:gd name="connsiteY126" fmla="*/ 1421606 h 1890712"/>
              <a:gd name="connsiteX127" fmla="*/ 1935957 w 2543175"/>
              <a:gd name="connsiteY127" fmla="*/ 1428750 h 1890712"/>
              <a:gd name="connsiteX128" fmla="*/ 1952625 w 2543175"/>
              <a:gd name="connsiteY128" fmla="*/ 1438275 h 1890712"/>
              <a:gd name="connsiteX129" fmla="*/ 1971675 w 2543175"/>
              <a:gd name="connsiteY129" fmla="*/ 1450181 h 1890712"/>
              <a:gd name="connsiteX130" fmla="*/ 1981200 w 2543175"/>
              <a:gd name="connsiteY130" fmla="*/ 1454944 h 1890712"/>
              <a:gd name="connsiteX131" fmla="*/ 1997869 w 2543175"/>
              <a:gd name="connsiteY131" fmla="*/ 1471612 h 1890712"/>
              <a:gd name="connsiteX132" fmla="*/ 2007394 w 2543175"/>
              <a:gd name="connsiteY132" fmla="*/ 1478756 h 1890712"/>
              <a:gd name="connsiteX133" fmla="*/ 2016919 w 2543175"/>
              <a:gd name="connsiteY133" fmla="*/ 1483519 h 1890712"/>
              <a:gd name="connsiteX134" fmla="*/ 2024063 w 2543175"/>
              <a:gd name="connsiteY134" fmla="*/ 1490662 h 1890712"/>
              <a:gd name="connsiteX135" fmla="*/ 2033588 w 2543175"/>
              <a:gd name="connsiteY135" fmla="*/ 1495425 h 1890712"/>
              <a:gd name="connsiteX136" fmla="*/ 2040732 w 2543175"/>
              <a:gd name="connsiteY136" fmla="*/ 1502569 h 1890712"/>
              <a:gd name="connsiteX137" fmla="*/ 2047875 w 2543175"/>
              <a:gd name="connsiteY137" fmla="*/ 1507331 h 1890712"/>
              <a:gd name="connsiteX138" fmla="*/ 2057400 w 2543175"/>
              <a:gd name="connsiteY138" fmla="*/ 1514475 h 1890712"/>
              <a:gd name="connsiteX139" fmla="*/ 2064544 w 2543175"/>
              <a:gd name="connsiteY139" fmla="*/ 1519237 h 1890712"/>
              <a:gd name="connsiteX140" fmla="*/ 2071688 w 2543175"/>
              <a:gd name="connsiteY140" fmla="*/ 1526381 h 1890712"/>
              <a:gd name="connsiteX141" fmla="*/ 2081213 w 2543175"/>
              <a:gd name="connsiteY141" fmla="*/ 1531144 h 1890712"/>
              <a:gd name="connsiteX142" fmla="*/ 2090738 w 2543175"/>
              <a:gd name="connsiteY142" fmla="*/ 1538287 h 1890712"/>
              <a:gd name="connsiteX143" fmla="*/ 2109788 w 2543175"/>
              <a:gd name="connsiteY143" fmla="*/ 1547812 h 1890712"/>
              <a:gd name="connsiteX144" fmla="*/ 2131219 w 2543175"/>
              <a:gd name="connsiteY144" fmla="*/ 1562100 h 1890712"/>
              <a:gd name="connsiteX145" fmla="*/ 2140744 w 2543175"/>
              <a:gd name="connsiteY145" fmla="*/ 1566862 h 1890712"/>
              <a:gd name="connsiteX146" fmla="*/ 2152650 w 2543175"/>
              <a:gd name="connsiteY146" fmla="*/ 1576387 h 1890712"/>
              <a:gd name="connsiteX147" fmla="*/ 2181225 w 2543175"/>
              <a:gd name="connsiteY147" fmla="*/ 1590675 h 1890712"/>
              <a:gd name="connsiteX148" fmla="*/ 2200275 w 2543175"/>
              <a:gd name="connsiteY148" fmla="*/ 1607344 h 1890712"/>
              <a:gd name="connsiteX149" fmla="*/ 2207419 w 2543175"/>
              <a:gd name="connsiteY149" fmla="*/ 1612106 h 1890712"/>
              <a:gd name="connsiteX150" fmla="*/ 2216944 w 2543175"/>
              <a:gd name="connsiteY150" fmla="*/ 1619250 h 1890712"/>
              <a:gd name="connsiteX151" fmla="*/ 2224088 w 2543175"/>
              <a:gd name="connsiteY151" fmla="*/ 1624012 h 1890712"/>
              <a:gd name="connsiteX152" fmla="*/ 2247900 w 2543175"/>
              <a:gd name="connsiteY152" fmla="*/ 1643062 h 1890712"/>
              <a:gd name="connsiteX153" fmla="*/ 2255044 w 2543175"/>
              <a:gd name="connsiteY153" fmla="*/ 1650206 h 1890712"/>
              <a:gd name="connsiteX154" fmla="*/ 2281238 w 2543175"/>
              <a:gd name="connsiteY154" fmla="*/ 1664494 h 1890712"/>
              <a:gd name="connsiteX155" fmla="*/ 2297907 w 2543175"/>
              <a:gd name="connsiteY155" fmla="*/ 1674019 h 1890712"/>
              <a:gd name="connsiteX156" fmla="*/ 2312194 w 2543175"/>
              <a:gd name="connsiteY156" fmla="*/ 1685925 h 1890712"/>
              <a:gd name="connsiteX157" fmla="*/ 2328863 w 2543175"/>
              <a:gd name="connsiteY157" fmla="*/ 1697831 h 1890712"/>
              <a:gd name="connsiteX158" fmla="*/ 2350294 w 2543175"/>
              <a:gd name="connsiteY158" fmla="*/ 1712119 h 1890712"/>
              <a:gd name="connsiteX159" fmla="*/ 2369344 w 2543175"/>
              <a:gd name="connsiteY159" fmla="*/ 1724025 h 1890712"/>
              <a:gd name="connsiteX160" fmla="*/ 2428876 w 2543175"/>
              <a:gd name="connsiteY160" fmla="*/ 1785938 h 1890712"/>
              <a:gd name="connsiteX161" fmla="*/ 2466975 w 2543175"/>
              <a:gd name="connsiteY161" fmla="*/ 1783556 h 1890712"/>
              <a:gd name="connsiteX162" fmla="*/ 2481263 w 2543175"/>
              <a:gd name="connsiteY162" fmla="*/ 1795462 h 1890712"/>
              <a:gd name="connsiteX163" fmla="*/ 2486025 w 2543175"/>
              <a:gd name="connsiteY163" fmla="*/ 1802606 h 1890712"/>
              <a:gd name="connsiteX164" fmla="*/ 2514600 w 2543175"/>
              <a:gd name="connsiteY164" fmla="*/ 1850231 h 1890712"/>
              <a:gd name="connsiteX165" fmla="*/ 2519363 w 2543175"/>
              <a:gd name="connsiteY165" fmla="*/ 1857375 h 1890712"/>
              <a:gd name="connsiteX166" fmla="*/ 2540794 w 2543175"/>
              <a:gd name="connsiteY166" fmla="*/ 1883569 h 1890712"/>
              <a:gd name="connsiteX167" fmla="*/ 2543175 w 2543175"/>
              <a:gd name="connsiteY167"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71613 w 2543175"/>
              <a:gd name="connsiteY98" fmla="*/ 1059656 h 1890712"/>
              <a:gd name="connsiteX99" fmla="*/ 1495425 w 2543175"/>
              <a:gd name="connsiteY99" fmla="*/ 1088231 h 1890712"/>
              <a:gd name="connsiteX100" fmla="*/ 1547812 w 2543175"/>
              <a:gd name="connsiteY100" fmla="*/ 1133475 h 1890712"/>
              <a:gd name="connsiteX101" fmla="*/ 1597819 w 2543175"/>
              <a:gd name="connsiteY101" fmla="*/ 1154906 h 1890712"/>
              <a:gd name="connsiteX102" fmla="*/ 1604963 w 2543175"/>
              <a:gd name="connsiteY102" fmla="*/ 1162050 h 1890712"/>
              <a:gd name="connsiteX103" fmla="*/ 1612107 w 2543175"/>
              <a:gd name="connsiteY103" fmla="*/ 1166812 h 1890712"/>
              <a:gd name="connsiteX104" fmla="*/ 1628775 w 2543175"/>
              <a:gd name="connsiteY104" fmla="*/ 1183481 h 1890712"/>
              <a:gd name="connsiteX105" fmla="*/ 1662113 w 2543175"/>
              <a:gd name="connsiteY105" fmla="*/ 1209675 h 1890712"/>
              <a:gd name="connsiteX106" fmla="*/ 1678782 w 2543175"/>
              <a:gd name="connsiteY106" fmla="*/ 1226344 h 1890712"/>
              <a:gd name="connsiteX107" fmla="*/ 1700213 w 2543175"/>
              <a:gd name="connsiteY107" fmla="*/ 1247775 h 1890712"/>
              <a:gd name="connsiteX108" fmla="*/ 1712119 w 2543175"/>
              <a:gd name="connsiteY108" fmla="*/ 1259681 h 1890712"/>
              <a:gd name="connsiteX109" fmla="*/ 1733550 w 2543175"/>
              <a:gd name="connsiteY109" fmla="*/ 1273969 h 1890712"/>
              <a:gd name="connsiteX110" fmla="*/ 1743075 w 2543175"/>
              <a:gd name="connsiteY110" fmla="*/ 1283494 h 1890712"/>
              <a:gd name="connsiteX111" fmla="*/ 1754982 w 2543175"/>
              <a:gd name="connsiteY111" fmla="*/ 1290637 h 1890712"/>
              <a:gd name="connsiteX112" fmla="*/ 1766888 w 2543175"/>
              <a:gd name="connsiteY112" fmla="*/ 1300162 h 1890712"/>
              <a:gd name="connsiteX113" fmla="*/ 1783557 w 2543175"/>
              <a:gd name="connsiteY113" fmla="*/ 1307306 h 1890712"/>
              <a:gd name="connsiteX114" fmla="*/ 1790700 w 2543175"/>
              <a:gd name="connsiteY114" fmla="*/ 1312069 h 1890712"/>
              <a:gd name="connsiteX115" fmla="*/ 1800225 w 2543175"/>
              <a:gd name="connsiteY115" fmla="*/ 1319212 h 1890712"/>
              <a:gd name="connsiteX116" fmla="*/ 1807369 w 2543175"/>
              <a:gd name="connsiteY116" fmla="*/ 1321594 h 1890712"/>
              <a:gd name="connsiteX117" fmla="*/ 1824038 w 2543175"/>
              <a:gd name="connsiteY117" fmla="*/ 1333500 h 1890712"/>
              <a:gd name="connsiteX118" fmla="*/ 1843088 w 2543175"/>
              <a:gd name="connsiteY118" fmla="*/ 1352550 h 1890712"/>
              <a:gd name="connsiteX119" fmla="*/ 1852613 w 2543175"/>
              <a:gd name="connsiteY119" fmla="*/ 1359694 h 1890712"/>
              <a:gd name="connsiteX120" fmla="*/ 1859757 w 2543175"/>
              <a:gd name="connsiteY120" fmla="*/ 1366837 h 1890712"/>
              <a:gd name="connsiteX121" fmla="*/ 1869282 w 2543175"/>
              <a:gd name="connsiteY121" fmla="*/ 1371600 h 1890712"/>
              <a:gd name="connsiteX122" fmla="*/ 1883569 w 2543175"/>
              <a:gd name="connsiteY122" fmla="*/ 1388269 h 1890712"/>
              <a:gd name="connsiteX123" fmla="*/ 1893094 w 2543175"/>
              <a:gd name="connsiteY123" fmla="*/ 1395412 h 1890712"/>
              <a:gd name="connsiteX124" fmla="*/ 1902619 w 2543175"/>
              <a:gd name="connsiteY124" fmla="*/ 1404937 h 1890712"/>
              <a:gd name="connsiteX125" fmla="*/ 1912144 w 2543175"/>
              <a:gd name="connsiteY125" fmla="*/ 1409700 h 1890712"/>
              <a:gd name="connsiteX126" fmla="*/ 1931194 w 2543175"/>
              <a:gd name="connsiteY126" fmla="*/ 1421606 h 1890712"/>
              <a:gd name="connsiteX127" fmla="*/ 1935957 w 2543175"/>
              <a:gd name="connsiteY127" fmla="*/ 1428750 h 1890712"/>
              <a:gd name="connsiteX128" fmla="*/ 1952625 w 2543175"/>
              <a:gd name="connsiteY128" fmla="*/ 1438275 h 1890712"/>
              <a:gd name="connsiteX129" fmla="*/ 1971675 w 2543175"/>
              <a:gd name="connsiteY129" fmla="*/ 1450181 h 1890712"/>
              <a:gd name="connsiteX130" fmla="*/ 1981200 w 2543175"/>
              <a:gd name="connsiteY130" fmla="*/ 1454944 h 1890712"/>
              <a:gd name="connsiteX131" fmla="*/ 1997869 w 2543175"/>
              <a:gd name="connsiteY131" fmla="*/ 1471612 h 1890712"/>
              <a:gd name="connsiteX132" fmla="*/ 2007394 w 2543175"/>
              <a:gd name="connsiteY132" fmla="*/ 1478756 h 1890712"/>
              <a:gd name="connsiteX133" fmla="*/ 2016919 w 2543175"/>
              <a:gd name="connsiteY133" fmla="*/ 1483519 h 1890712"/>
              <a:gd name="connsiteX134" fmla="*/ 2024063 w 2543175"/>
              <a:gd name="connsiteY134" fmla="*/ 1490662 h 1890712"/>
              <a:gd name="connsiteX135" fmla="*/ 2033588 w 2543175"/>
              <a:gd name="connsiteY135" fmla="*/ 1495425 h 1890712"/>
              <a:gd name="connsiteX136" fmla="*/ 2040732 w 2543175"/>
              <a:gd name="connsiteY136" fmla="*/ 1502569 h 1890712"/>
              <a:gd name="connsiteX137" fmla="*/ 2047875 w 2543175"/>
              <a:gd name="connsiteY137" fmla="*/ 1507331 h 1890712"/>
              <a:gd name="connsiteX138" fmla="*/ 2057400 w 2543175"/>
              <a:gd name="connsiteY138" fmla="*/ 1514475 h 1890712"/>
              <a:gd name="connsiteX139" fmla="*/ 2064544 w 2543175"/>
              <a:gd name="connsiteY139" fmla="*/ 1519237 h 1890712"/>
              <a:gd name="connsiteX140" fmla="*/ 2071688 w 2543175"/>
              <a:gd name="connsiteY140" fmla="*/ 1526381 h 1890712"/>
              <a:gd name="connsiteX141" fmla="*/ 2081213 w 2543175"/>
              <a:gd name="connsiteY141" fmla="*/ 1531144 h 1890712"/>
              <a:gd name="connsiteX142" fmla="*/ 2090738 w 2543175"/>
              <a:gd name="connsiteY142" fmla="*/ 1538287 h 1890712"/>
              <a:gd name="connsiteX143" fmla="*/ 2109788 w 2543175"/>
              <a:gd name="connsiteY143" fmla="*/ 1547812 h 1890712"/>
              <a:gd name="connsiteX144" fmla="*/ 2131219 w 2543175"/>
              <a:gd name="connsiteY144" fmla="*/ 1562100 h 1890712"/>
              <a:gd name="connsiteX145" fmla="*/ 2140744 w 2543175"/>
              <a:gd name="connsiteY145" fmla="*/ 1566862 h 1890712"/>
              <a:gd name="connsiteX146" fmla="*/ 2152650 w 2543175"/>
              <a:gd name="connsiteY146" fmla="*/ 1576387 h 1890712"/>
              <a:gd name="connsiteX147" fmla="*/ 2181225 w 2543175"/>
              <a:gd name="connsiteY147" fmla="*/ 1590675 h 1890712"/>
              <a:gd name="connsiteX148" fmla="*/ 2200275 w 2543175"/>
              <a:gd name="connsiteY148" fmla="*/ 1607344 h 1890712"/>
              <a:gd name="connsiteX149" fmla="*/ 2207419 w 2543175"/>
              <a:gd name="connsiteY149" fmla="*/ 1612106 h 1890712"/>
              <a:gd name="connsiteX150" fmla="*/ 2216944 w 2543175"/>
              <a:gd name="connsiteY150" fmla="*/ 1619250 h 1890712"/>
              <a:gd name="connsiteX151" fmla="*/ 2224088 w 2543175"/>
              <a:gd name="connsiteY151" fmla="*/ 1624012 h 1890712"/>
              <a:gd name="connsiteX152" fmla="*/ 2247900 w 2543175"/>
              <a:gd name="connsiteY152" fmla="*/ 1643062 h 1890712"/>
              <a:gd name="connsiteX153" fmla="*/ 2255044 w 2543175"/>
              <a:gd name="connsiteY153" fmla="*/ 1650206 h 1890712"/>
              <a:gd name="connsiteX154" fmla="*/ 2281238 w 2543175"/>
              <a:gd name="connsiteY154" fmla="*/ 1664494 h 1890712"/>
              <a:gd name="connsiteX155" fmla="*/ 2297907 w 2543175"/>
              <a:gd name="connsiteY155" fmla="*/ 1674019 h 1890712"/>
              <a:gd name="connsiteX156" fmla="*/ 2312194 w 2543175"/>
              <a:gd name="connsiteY156" fmla="*/ 1685925 h 1890712"/>
              <a:gd name="connsiteX157" fmla="*/ 2328863 w 2543175"/>
              <a:gd name="connsiteY157" fmla="*/ 1697831 h 1890712"/>
              <a:gd name="connsiteX158" fmla="*/ 2350294 w 2543175"/>
              <a:gd name="connsiteY158" fmla="*/ 1712119 h 1890712"/>
              <a:gd name="connsiteX159" fmla="*/ 2369344 w 2543175"/>
              <a:gd name="connsiteY159" fmla="*/ 1724025 h 1890712"/>
              <a:gd name="connsiteX160" fmla="*/ 2428876 w 2543175"/>
              <a:gd name="connsiteY160" fmla="*/ 1785938 h 1890712"/>
              <a:gd name="connsiteX161" fmla="*/ 2466975 w 2543175"/>
              <a:gd name="connsiteY161" fmla="*/ 1783556 h 1890712"/>
              <a:gd name="connsiteX162" fmla="*/ 2481263 w 2543175"/>
              <a:gd name="connsiteY162" fmla="*/ 1795462 h 1890712"/>
              <a:gd name="connsiteX163" fmla="*/ 2486025 w 2543175"/>
              <a:gd name="connsiteY163" fmla="*/ 1802606 h 1890712"/>
              <a:gd name="connsiteX164" fmla="*/ 2514600 w 2543175"/>
              <a:gd name="connsiteY164" fmla="*/ 1850231 h 1890712"/>
              <a:gd name="connsiteX165" fmla="*/ 2519363 w 2543175"/>
              <a:gd name="connsiteY165" fmla="*/ 1857375 h 1890712"/>
              <a:gd name="connsiteX166" fmla="*/ 2540794 w 2543175"/>
              <a:gd name="connsiteY166" fmla="*/ 1883569 h 1890712"/>
              <a:gd name="connsiteX167" fmla="*/ 2543175 w 2543175"/>
              <a:gd name="connsiteY167"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5425 w 2543175"/>
              <a:gd name="connsiteY98" fmla="*/ 1088231 h 1890712"/>
              <a:gd name="connsiteX99" fmla="*/ 1547812 w 2543175"/>
              <a:gd name="connsiteY99" fmla="*/ 1133475 h 1890712"/>
              <a:gd name="connsiteX100" fmla="*/ 1597819 w 2543175"/>
              <a:gd name="connsiteY100" fmla="*/ 1154906 h 1890712"/>
              <a:gd name="connsiteX101" fmla="*/ 1604963 w 2543175"/>
              <a:gd name="connsiteY101" fmla="*/ 1162050 h 1890712"/>
              <a:gd name="connsiteX102" fmla="*/ 1612107 w 2543175"/>
              <a:gd name="connsiteY102" fmla="*/ 1166812 h 1890712"/>
              <a:gd name="connsiteX103" fmla="*/ 1628775 w 2543175"/>
              <a:gd name="connsiteY103" fmla="*/ 1183481 h 1890712"/>
              <a:gd name="connsiteX104" fmla="*/ 1662113 w 2543175"/>
              <a:gd name="connsiteY104" fmla="*/ 1209675 h 1890712"/>
              <a:gd name="connsiteX105" fmla="*/ 1678782 w 2543175"/>
              <a:gd name="connsiteY105" fmla="*/ 1226344 h 1890712"/>
              <a:gd name="connsiteX106" fmla="*/ 1700213 w 2543175"/>
              <a:gd name="connsiteY106" fmla="*/ 1247775 h 1890712"/>
              <a:gd name="connsiteX107" fmla="*/ 1712119 w 2543175"/>
              <a:gd name="connsiteY107" fmla="*/ 1259681 h 1890712"/>
              <a:gd name="connsiteX108" fmla="*/ 1733550 w 2543175"/>
              <a:gd name="connsiteY108" fmla="*/ 1273969 h 1890712"/>
              <a:gd name="connsiteX109" fmla="*/ 1743075 w 2543175"/>
              <a:gd name="connsiteY109" fmla="*/ 1283494 h 1890712"/>
              <a:gd name="connsiteX110" fmla="*/ 1754982 w 2543175"/>
              <a:gd name="connsiteY110" fmla="*/ 1290637 h 1890712"/>
              <a:gd name="connsiteX111" fmla="*/ 1766888 w 2543175"/>
              <a:gd name="connsiteY111" fmla="*/ 1300162 h 1890712"/>
              <a:gd name="connsiteX112" fmla="*/ 1783557 w 2543175"/>
              <a:gd name="connsiteY112" fmla="*/ 1307306 h 1890712"/>
              <a:gd name="connsiteX113" fmla="*/ 1790700 w 2543175"/>
              <a:gd name="connsiteY113" fmla="*/ 1312069 h 1890712"/>
              <a:gd name="connsiteX114" fmla="*/ 1800225 w 2543175"/>
              <a:gd name="connsiteY114" fmla="*/ 1319212 h 1890712"/>
              <a:gd name="connsiteX115" fmla="*/ 1807369 w 2543175"/>
              <a:gd name="connsiteY115" fmla="*/ 1321594 h 1890712"/>
              <a:gd name="connsiteX116" fmla="*/ 1824038 w 2543175"/>
              <a:gd name="connsiteY116" fmla="*/ 1333500 h 1890712"/>
              <a:gd name="connsiteX117" fmla="*/ 1843088 w 2543175"/>
              <a:gd name="connsiteY117" fmla="*/ 1352550 h 1890712"/>
              <a:gd name="connsiteX118" fmla="*/ 1852613 w 2543175"/>
              <a:gd name="connsiteY118" fmla="*/ 1359694 h 1890712"/>
              <a:gd name="connsiteX119" fmla="*/ 1859757 w 2543175"/>
              <a:gd name="connsiteY119" fmla="*/ 1366837 h 1890712"/>
              <a:gd name="connsiteX120" fmla="*/ 1869282 w 2543175"/>
              <a:gd name="connsiteY120" fmla="*/ 1371600 h 1890712"/>
              <a:gd name="connsiteX121" fmla="*/ 1883569 w 2543175"/>
              <a:gd name="connsiteY121" fmla="*/ 1388269 h 1890712"/>
              <a:gd name="connsiteX122" fmla="*/ 1893094 w 2543175"/>
              <a:gd name="connsiteY122" fmla="*/ 1395412 h 1890712"/>
              <a:gd name="connsiteX123" fmla="*/ 1902619 w 2543175"/>
              <a:gd name="connsiteY123" fmla="*/ 1404937 h 1890712"/>
              <a:gd name="connsiteX124" fmla="*/ 1912144 w 2543175"/>
              <a:gd name="connsiteY124" fmla="*/ 1409700 h 1890712"/>
              <a:gd name="connsiteX125" fmla="*/ 1931194 w 2543175"/>
              <a:gd name="connsiteY125" fmla="*/ 1421606 h 1890712"/>
              <a:gd name="connsiteX126" fmla="*/ 1935957 w 2543175"/>
              <a:gd name="connsiteY126" fmla="*/ 1428750 h 1890712"/>
              <a:gd name="connsiteX127" fmla="*/ 1952625 w 2543175"/>
              <a:gd name="connsiteY127" fmla="*/ 1438275 h 1890712"/>
              <a:gd name="connsiteX128" fmla="*/ 1971675 w 2543175"/>
              <a:gd name="connsiteY128" fmla="*/ 1450181 h 1890712"/>
              <a:gd name="connsiteX129" fmla="*/ 1981200 w 2543175"/>
              <a:gd name="connsiteY129" fmla="*/ 1454944 h 1890712"/>
              <a:gd name="connsiteX130" fmla="*/ 1997869 w 2543175"/>
              <a:gd name="connsiteY130" fmla="*/ 1471612 h 1890712"/>
              <a:gd name="connsiteX131" fmla="*/ 2007394 w 2543175"/>
              <a:gd name="connsiteY131" fmla="*/ 1478756 h 1890712"/>
              <a:gd name="connsiteX132" fmla="*/ 2016919 w 2543175"/>
              <a:gd name="connsiteY132" fmla="*/ 1483519 h 1890712"/>
              <a:gd name="connsiteX133" fmla="*/ 2024063 w 2543175"/>
              <a:gd name="connsiteY133" fmla="*/ 1490662 h 1890712"/>
              <a:gd name="connsiteX134" fmla="*/ 2033588 w 2543175"/>
              <a:gd name="connsiteY134" fmla="*/ 1495425 h 1890712"/>
              <a:gd name="connsiteX135" fmla="*/ 2040732 w 2543175"/>
              <a:gd name="connsiteY135" fmla="*/ 1502569 h 1890712"/>
              <a:gd name="connsiteX136" fmla="*/ 2047875 w 2543175"/>
              <a:gd name="connsiteY136" fmla="*/ 1507331 h 1890712"/>
              <a:gd name="connsiteX137" fmla="*/ 2057400 w 2543175"/>
              <a:gd name="connsiteY137" fmla="*/ 1514475 h 1890712"/>
              <a:gd name="connsiteX138" fmla="*/ 2064544 w 2543175"/>
              <a:gd name="connsiteY138" fmla="*/ 1519237 h 1890712"/>
              <a:gd name="connsiteX139" fmla="*/ 2071688 w 2543175"/>
              <a:gd name="connsiteY139" fmla="*/ 1526381 h 1890712"/>
              <a:gd name="connsiteX140" fmla="*/ 2081213 w 2543175"/>
              <a:gd name="connsiteY140" fmla="*/ 1531144 h 1890712"/>
              <a:gd name="connsiteX141" fmla="*/ 2090738 w 2543175"/>
              <a:gd name="connsiteY141" fmla="*/ 1538287 h 1890712"/>
              <a:gd name="connsiteX142" fmla="*/ 2109788 w 2543175"/>
              <a:gd name="connsiteY142" fmla="*/ 1547812 h 1890712"/>
              <a:gd name="connsiteX143" fmla="*/ 2131219 w 2543175"/>
              <a:gd name="connsiteY143" fmla="*/ 1562100 h 1890712"/>
              <a:gd name="connsiteX144" fmla="*/ 2140744 w 2543175"/>
              <a:gd name="connsiteY144" fmla="*/ 1566862 h 1890712"/>
              <a:gd name="connsiteX145" fmla="*/ 2152650 w 2543175"/>
              <a:gd name="connsiteY145" fmla="*/ 1576387 h 1890712"/>
              <a:gd name="connsiteX146" fmla="*/ 2181225 w 2543175"/>
              <a:gd name="connsiteY146" fmla="*/ 1590675 h 1890712"/>
              <a:gd name="connsiteX147" fmla="*/ 2200275 w 2543175"/>
              <a:gd name="connsiteY147" fmla="*/ 1607344 h 1890712"/>
              <a:gd name="connsiteX148" fmla="*/ 2207419 w 2543175"/>
              <a:gd name="connsiteY148" fmla="*/ 1612106 h 1890712"/>
              <a:gd name="connsiteX149" fmla="*/ 2216944 w 2543175"/>
              <a:gd name="connsiteY149" fmla="*/ 1619250 h 1890712"/>
              <a:gd name="connsiteX150" fmla="*/ 2224088 w 2543175"/>
              <a:gd name="connsiteY150" fmla="*/ 1624012 h 1890712"/>
              <a:gd name="connsiteX151" fmla="*/ 2247900 w 2543175"/>
              <a:gd name="connsiteY151" fmla="*/ 1643062 h 1890712"/>
              <a:gd name="connsiteX152" fmla="*/ 2255044 w 2543175"/>
              <a:gd name="connsiteY152" fmla="*/ 1650206 h 1890712"/>
              <a:gd name="connsiteX153" fmla="*/ 2281238 w 2543175"/>
              <a:gd name="connsiteY153" fmla="*/ 1664494 h 1890712"/>
              <a:gd name="connsiteX154" fmla="*/ 2297907 w 2543175"/>
              <a:gd name="connsiteY154" fmla="*/ 1674019 h 1890712"/>
              <a:gd name="connsiteX155" fmla="*/ 2312194 w 2543175"/>
              <a:gd name="connsiteY155" fmla="*/ 1685925 h 1890712"/>
              <a:gd name="connsiteX156" fmla="*/ 2328863 w 2543175"/>
              <a:gd name="connsiteY156" fmla="*/ 1697831 h 1890712"/>
              <a:gd name="connsiteX157" fmla="*/ 2350294 w 2543175"/>
              <a:gd name="connsiteY157" fmla="*/ 1712119 h 1890712"/>
              <a:gd name="connsiteX158" fmla="*/ 2369344 w 2543175"/>
              <a:gd name="connsiteY158" fmla="*/ 1724025 h 1890712"/>
              <a:gd name="connsiteX159" fmla="*/ 2428876 w 2543175"/>
              <a:gd name="connsiteY159" fmla="*/ 1785938 h 1890712"/>
              <a:gd name="connsiteX160" fmla="*/ 2466975 w 2543175"/>
              <a:gd name="connsiteY160" fmla="*/ 1783556 h 1890712"/>
              <a:gd name="connsiteX161" fmla="*/ 2481263 w 2543175"/>
              <a:gd name="connsiteY161" fmla="*/ 1795462 h 1890712"/>
              <a:gd name="connsiteX162" fmla="*/ 2486025 w 2543175"/>
              <a:gd name="connsiteY162" fmla="*/ 1802606 h 1890712"/>
              <a:gd name="connsiteX163" fmla="*/ 2514600 w 2543175"/>
              <a:gd name="connsiteY163" fmla="*/ 1850231 h 1890712"/>
              <a:gd name="connsiteX164" fmla="*/ 2519363 w 2543175"/>
              <a:gd name="connsiteY164" fmla="*/ 1857375 h 1890712"/>
              <a:gd name="connsiteX165" fmla="*/ 2540794 w 2543175"/>
              <a:gd name="connsiteY165" fmla="*/ 1883569 h 1890712"/>
              <a:gd name="connsiteX166" fmla="*/ 2543175 w 2543175"/>
              <a:gd name="connsiteY16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47812 w 2543175"/>
              <a:gd name="connsiteY99" fmla="*/ 1133475 h 1890712"/>
              <a:gd name="connsiteX100" fmla="*/ 1597819 w 2543175"/>
              <a:gd name="connsiteY100" fmla="*/ 1154906 h 1890712"/>
              <a:gd name="connsiteX101" fmla="*/ 1604963 w 2543175"/>
              <a:gd name="connsiteY101" fmla="*/ 1162050 h 1890712"/>
              <a:gd name="connsiteX102" fmla="*/ 1612107 w 2543175"/>
              <a:gd name="connsiteY102" fmla="*/ 1166812 h 1890712"/>
              <a:gd name="connsiteX103" fmla="*/ 1628775 w 2543175"/>
              <a:gd name="connsiteY103" fmla="*/ 1183481 h 1890712"/>
              <a:gd name="connsiteX104" fmla="*/ 1662113 w 2543175"/>
              <a:gd name="connsiteY104" fmla="*/ 1209675 h 1890712"/>
              <a:gd name="connsiteX105" fmla="*/ 1678782 w 2543175"/>
              <a:gd name="connsiteY105" fmla="*/ 1226344 h 1890712"/>
              <a:gd name="connsiteX106" fmla="*/ 1700213 w 2543175"/>
              <a:gd name="connsiteY106" fmla="*/ 1247775 h 1890712"/>
              <a:gd name="connsiteX107" fmla="*/ 1712119 w 2543175"/>
              <a:gd name="connsiteY107" fmla="*/ 1259681 h 1890712"/>
              <a:gd name="connsiteX108" fmla="*/ 1733550 w 2543175"/>
              <a:gd name="connsiteY108" fmla="*/ 1273969 h 1890712"/>
              <a:gd name="connsiteX109" fmla="*/ 1743075 w 2543175"/>
              <a:gd name="connsiteY109" fmla="*/ 1283494 h 1890712"/>
              <a:gd name="connsiteX110" fmla="*/ 1754982 w 2543175"/>
              <a:gd name="connsiteY110" fmla="*/ 1290637 h 1890712"/>
              <a:gd name="connsiteX111" fmla="*/ 1766888 w 2543175"/>
              <a:gd name="connsiteY111" fmla="*/ 1300162 h 1890712"/>
              <a:gd name="connsiteX112" fmla="*/ 1783557 w 2543175"/>
              <a:gd name="connsiteY112" fmla="*/ 1307306 h 1890712"/>
              <a:gd name="connsiteX113" fmla="*/ 1790700 w 2543175"/>
              <a:gd name="connsiteY113" fmla="*/ 1312069 h 1890712"/>
              <a:gd name="connsiteX114" fmla="*/ 1800225 w 2543175"/>
              <a:gd name="connsiteY114" fmla="*/ 1319212 h 1890712"/>
              <a:gd name="connsiteX115" fmla="*/ 1807369 w 2543175"/>
              <a:gd name="connsiteY115" fmla="*/ 1321594 h 1890712"/>
              <a:gd name="connsiteX116" fmla="*/ 1824038 w 2543175"/>
              <a:gd name="connsiteY116" fmla="*/ 1333500 h 1890712"/>
              <a:gd name="connsiteX117" fmla="*/ 1843088 w 2543175"/>
              <a:gd name="connsiteY117" fmla="*/ 1352550 h 1890712"/>
              <a:gd name="connsiteX118" fmla="*/ 1852613 w 2543175"/>
              <a:gd name="connsiteY118" fmla="*/ 1359694 h 1890712"/>
              <a:gd name="connsiteX119" fmla="*/ 1859757 w 2543175"/>
              <a:gd name="connsiteY119" fmla="*/ 1366837 h 1890712"/>
              <a:gd name="connsiteX120" fmla="*/ 1869282 w 2543175"/>
              <a:gd name="connsiteY120" fmla="*/ 1371600 h 1890712"/>
              <a:gd name="connsiteX121" fmla="*/ 1883569 w 2543175"/>
              <a:gd name="connsiteY121" fmla="*/ 1388269 h 1890712"/>
              <a:gd name="connsiteX122" fmla="*/ 1893094 w 2543175"/>
              <a:gd name="connsiteY122" fmla="*/ 1395412 h 1890712"/>
              <a:gd name="connsiteX123" fmla="*/ 1902619 w 2543175"/>
              <a:gd name="connsiteY123" fmla="*/ 1404937 h 1890712"/>
              <a:gd name="connsiteX124" fmla="*/ 1912144 w 2543175"/>
              <a:gd name="connsiteY124" fmla="*/ 1409700 h 1890712"/>
              <a:gd name="connsiteX125" fmla="*/ 1931194 w 2543175"/>
              <a:gd name="connsiteY125" fmla="*/ 1421606 h 1890712"/>
              <a:gd name="connsiteX126" fmla="*/ 1935957 w 2543175"/>
              <a:gd name="connsiteY126" fmla="*/ 1428750 h 1890712"/>
              <a:gd name="connsiteX127" fmla="*/ 1952625 w 2543175"/>
              <a:gd name="connsiteY127" fmla="*/ 1438275 h 1890712"/>
              <a:gd name="connsiteX128" fmla="*/ 1971675 w 2543175"/>
              <a:gd name="connsiteY128" fmla="*/ 1450181 h 1890712"/>
              <a:gd name="connsiteX129" fmla="*/ 1981200 w 2543175"/>
              <a:gd name="connsiteY129" fmla="*/ 1454944 h 1890712"/>
              <a:gd name="connsiteX130" fmla="*/ 1997869 w 2543175"/>
              <a:gd name="connsiteY130" fmla="*/ 1471612 h 1890712"/>
              <a:gd name="connsiteX131" fmla="*/ 2007394 w 2543175"/>
              <a:gd name="connsiteY131" fmla="*/ 1478756 h 1890712"/>
              <a:gd name="connsiteX132" fmla="*/ 2016919 w 2543175"/>
              <a:gd name="connsiteY132" fmla="*/ 1483519 h 1890712"/>
              <a:gd name="connsiteX133" fmla="*/ 2024063 w 2543175"/>
              <a:gd name="connsiteY133" fmla="*/ 1490662 h 1890712"/>
              <a:gd name="connsiteX134" fmla="*/ 2033588 w 2543175"/>
              <a:gd name="connsiteY134" fmla="*/ 1495425 h 1890712"/>
              <a:gd name="connsiteX135" fmla="*/ 2040732 w 2543175"/>
              <a:gd name="connsiteY135" fmla="*/ 1502569 h 1890712"/>
              <a:gd name="connsiteX136" fmla="*/ 2047875 w 2543175"/>
              <a:gd name="connsiteY136" fmla="*/ 1507331 h 1890712"/>
              <a:gd name="connsiteX137" fmla="*/ 2057400 w 2543175"/>
              <a:gd name="connsiteY137" fmla="*/ 1514475 h 1890712"/>
              <a:gd name="connsiteX138" fmla="*/ 2064544 w 2543175"/>
              <a:gd name="connsiteY138" fmla="*/ 1519237 h 1890712"/>
              <a:gd name="connsiteX139" fmla="*/ 2071688 w 2543175"/>
              <a:gd name="connsiteY139" fmla="*/ 1526381 h 1890712"/>
              <a:gd name="connsiteX140" fmla="*/ 2081213 w 2543175"/>
              <a:gd name="connsiteY140" fmla="*/ 1531144 h 1890712"/>
              <a:gd name="connsiteX141" fmla="*/ 2090738 w 2543175"/>
              <a:gd name="connsiteY141" fmla="*/ 1538287 h 1890712"/>
              <a:gd name="connsiteX142" fmla="*/ 2109788 w 2543175"/>
              <a:gd name="connsiteY142" fmla="*/ 1547812 h 1890712"/>
              <a:gd name="connsiteX143" fmla="*/ 2131219 w 2543175"/>
              <a:gd name="connsiteY143" fmla="*/ 1562100 h 1890712"/>
              <a:gd name="connsiteX144" fmla="*/ 2140744 w 2543175"/>
              <a:gd name="connsiteY144" fmla="*/ 1566862 h 1890712"/>
              <a:gd name="connsiteX145" fmla="*/ 2152650 w 2543175"/>
              <a:gd name="connsiteY145" fmla="*/ 1576387 h 1890712"/>
              <a:gd name="connsiteX146" fmla="*/ 2181225 w 2543175"/>
              <a:gd name="connsiteY146" fmla="*/ 1590675 h 1890712"/>
              <a:gd name="connsiteX147" fmla="*/ 2200275 w 2543175"/>
              <a:gd name="connsiteY147" fmla="*/ 1607344 h 1890712"/>
              <a:gd name="connsiteX148" fmla="*/ 2207419 w 2543175"/>
              <a:gd name="connsiteY148" fmla="*/ 1612106 h 1890712"/>
              <a:gd name="connsiteX149" fmla="*/ 2216944 w 2543175"/>
              <a:gd name="connsiteY149" fmla="*/ 1619250 h 1890712"/>
              <a:gd name="connsiteX150" fmla="*/ 2224088 w 2543175"/>
              <a:gd name="connsiteY150" fmla="*/ 1624012 h 1890712"/>
              <a:gd name="connsiteX151" fmla="*/ 2247900 w 2543175"/>
              <a:gd name="connsiteY151" fmla="*/ 1643062 h 1890712"/>
              <a:gd name="connsiteX152" fmla="*/ 2255044 w 2543175"/>
              <a:gd name="connsiteY152" fmla="*/ 1650206 h 1890712"/>
              <a:gd name="connsiteX153" fmla="*/ 2281238 w 2543175"/>
              <a:gd name="connsiteY153" fmla="*/ 1664494 h 1890712"/>
              <a:gd name="connsiteX154" fmla="*/ 2297907 w 2543175"/>
              <a:gd name="connsiteY154" fmla="*/ 1674019 h 1890712"/>
              <a:gd name="connsiteX155" fmla="*/ 2312194 w 2543175"/>
              <a:gd name="connsiteY155" fmla="*/ 1685925 h 1890712"/>
              <a:gd name="connsiteX156" fmla="*/ 2328863 w 2543175"/>
              <a:gd name="connsiteY156" fmla="*/ 1697831 h 1890712"/>
              <a:gd name="connsiteX157" fmla="*/ 2350294 w 2543175"/>
              <a:gd name="connsiteY157" fmla="*/ 1712119 h 1890712"/>
              <a:gd name="connsiteX158" fmla="*/ 2369344 w 2543175"/>
              <a:gd name="connsiteY158" fmla="*/ 1724025 h 1890712"/>
              <a:gd name="connsiteX159" fmla="*/ 2428876 w 2543175"/>
              <a:gd name="connsiteY159" fmla="*/ 1785938 h 1890712"/>
              <a:gd name="connsiteX160" fmla="*/ 2466975 w 2543175"/>
              <a:gd name="connsiteY160" fmla="*/ 1783556 h 1890712"/>
              <a:gd name="connsiteX161" fmla="*/ 2481263 w 2543175"/>
              <a:gd name="connsiteY161" fmla="*/ 1795462 h 1890712"/>
              <a:gd name="connsiteX162" fmla="*/ 2486025 w 2543175"/>
              <a:gd name="connsiteY162" fmla="*/ 1802606 h 1890712"/>
              <a:gd name="connsiteX163" fmla="*/ 2514600 w 2543175"/>
              <a:gd name="connsiteY163" fmla="*/ 1850231 h 1890712"/>
              <a:gd name="connsiteX164" fmla="*/ 2519363 w 2543175"/>
              <a:gd name="connsiteY164" fmla="*/ 1857375 h 1890712"/>
              <a:gd name="connsiteX165" fmla="*/ 2540794 w 2543175"/>
              <a:gd name="connsiteY165" fmla="*/ 1883569 h 1890712"/>
              <a:gd name="connsiteX166" fmla="*/ 2543175 w 2543175"/>
              <a:gd name="connsiteY16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7819 w 2543175"/>
              <a:gd name="connsiteY100" fmla="*/ 1154906 h 1890712"/>
              <a:gd name="connsiteX101" fmla="*/ 1604963 w 2543175"/>
              <a:gd name="connsiteY101" fmla="*/ 1162050 h 1890712"/>
              <a:gd name="connsiteX102" fmla="*/ 1612107 w 2543175"/>
              <a:gd name="connsiteY102" fmla="*/ 1166812 h 1890712"/>
              <a:gd name="connsiteX103" fmla="*/ 1628775 w 2543175"/>
              <a:gd name="connsiteY103" fmla="*/ 1183481 h 1890712"/>
              <a:gd name="connsiteX104" fmla="*/ 1662113 w 2543175"/>
              <a:gd name="connsiteY104" fmla="*/ 1209675 h 1890712"/>
              <a:gd name="connsiteX105" fmla="*/ 1678782 w 2543175"/>
              <a:gd name="connsiteY105" fmla="*/ 1226344 h 1890712"/>
              <a:gd name="connsiteX106" fmla="*/ 1700213 w 2543175"/>
              <a:gd name="connsiteY106" fmla="*/ 1247775 h 1890712"/>
              <a:gd name="connsiteX107" fmla="*/ 1712119 w 2543175"/>
              <a:gd name="connsiteY107" fmla="*/ 1259681 h 1890712"/>
              <a:gd name="connsiteX108" fmla="*/ 1733550 w 2543175"/>
              <a:gd name="connsiteY108" fmla="*/ 1273969 h 1890712"/>
              <a:gd name="connsiteX109" fmla="*/ 1743075 w 2543175"/>
              <a:gd name="connsiteY109" fmla="*/ 1283494 h 1890712"/>
              <a:gd name="connsiteX110" fmla="*/ 1754982 w 2543175"/>
              <a:gd name="connsiteY110" fmla="*/ 1290637 h 1890712"/>
              <a:gd name="connsiteX111" fmla="*/ 1766888 w 2543175"/>
              <a:gd name="connsiteY111" fmla="*/ 1300162 h 1890712"/>
              <a:gd name="connsiteX112" fmla="*/ 1783557 w 2543175"/>
              <a:gd name="connsiteY112" fmla="*/ 1307306 h 1890712"/>
              <a:gd name="connsiteX113" fmla="*/ 1790700 w 2543175"/>
              <a:gd name="connsiteY113" fmla="*/ 1312069 h 1890712"/>
              <a:gd name="connsiteX114" fmla="*/ 1800225 w 2543175"/>
              <a:gd name="connsiteY114" fmla="*/ 1319212 h 1890712"/>
              <a:gd name="connsiteX115" fmla="*/ 1807369 w 2543175"/>
              <a:gd name="connsiteY115" fmla="*/ 1321594 h 1890712"/>
              <a:gd name="connsiteX116" fmla="*/ 1824038 w 2543175"/>
              <a:gd name="connsiteY116" fmla="*/ 1333500 h 1890712"/>
              <a:gd name="connsiteX117" fmla="*/ 1843088 w 2543175"/>
              <a:gd name="connsiteY117" fmla="*/ 1352550 h 1890712"/>
              <a:gd name="connsiteX118" fmla="*/ 1852613 w 2543175"/>
              <a:gd name="connsiteY118" fmla="*/ 1359694 h 1890712"/>
              <a:gd name="connsiteX119" fmla="*/ 1859757 w 2543175"/>
              <a:gd name="connsiteY119" fmla="*/ 1366837 h 1890712"/>
              <a:gd name="connsiteX120" fmla="*/ 1869282 w 2543175"/>
              <a:gd name="connsiteY120" fmla="*/ 1371600 h 1890712"/>
              <a:gd name="connsiteX121" fmla="*/ 1883569 w 2543175"/>
              <a:gd name="connsiteY121" fmla="*/ 1388269 h 1890712"/>
              <a:gd name="connsiteX122" fmla="*/ 1893094 w 2543175"/>
              <a:gd name="connsiteY122" fmla="*/ 1395412 h 1890712"/>
              <a:gd name="connsiteX123" fmla="*/ 1902619 w 2543175"/>
              <a:gd name="connsiteY123" fmla="*/ 1404937 h 1890712"/>
              <a:gd name="connsiteX124" fmla="*/ 1912144 w 2543175"/>
              <a:gd name="connsiteY124" fmla="*/ 1409700 h 1890712"/>
              <a:gd name="connsiteX125" fmla="*/ 1931194 w 2543175"/>
              <a:gd name="connsiteY125" fmla="*/ 1421606 h 1890712"/>
              <a:gd name="connsiteX126" fmla="*/ 1935957 w 2543175"/>
              <a:gd name="connsiteY126" fmla="*/ 1428750 h 1890712"/>
              <a:gd name="connsiteX127" fmla="*/ 1952625 w 2543175"/>
              <a:gd name="connsiteY127" fmla="*/ 1438275 h 1890712"/>
              <a:gd name="connsiteX128" fmla="*/ 1971675 w 2543175"/>
              <a:gd name="connsiteY128" fmla="*/ 1450181 h 1890712"/>
              <a:gd name="connsiteX129" fmla="*/ 1981200 w 2543175"/>
              <a:gd name="connsiteY129" fmla="*/ 1454944 h 1890712"/>
              <a:gd name="connsiteX130" fmla="*/ 1997869 w 2543175"/>
              <a:gd name="connsiteY130" fmla="*/ 1471612 h 1890712"/>
              <a:gd name="connsiteX131" fmla="*/ 2007394 w 2543175"/>
              <a:gd name="connsiteY131" fmla="*/ 1478756 h 1890712"/>
              <a:gd name="connsiteX132" fmla="*/ 2016919 w 2543175"/>
              <a:gd name="connsiteY132" fmla="*/ 1483519 h 1890712"/>
              <a:gd name="connsiteX133" fmla="*/ 2024063 w 2543175"/>
              <a:gd name="connsiteY133" fmla="*/ 1490662 h 1890712"/>
              <a:gd name="connsiteX134" fmla="*/ 2033588 w 2543175"/>
              <a:gd name="connsiteY134" fmla="*/ 1495425 h 1890712"/>
              <a:gd name="connsiteX135" fmla="*/ 2040732 w 2543175"/>
              <a:gd name="connsiteY135" fmla="*/ 1502569 h 1890712"/>
              <a:gd name="connsiteX136" fmla="*/ 2047875 w 2543175"/>
              <a:gd name="connsiteY136" fmla="*/ 1507331 h 1890712"/>
              <a:gd name="connsiteX137" fmla="*/ 2057400 w 2543175"/>
              <a:gd name="connsiteY137" fmla="*/ 1514475 h 1890712"/>
              <a:gd name="connsiteX138" fmla="*/ 2064544 w 2543175"/>
              <a:gd name="connsiteY138" fmla="*/ 1519237 h 1890712"/>
              <a:gd name="connsiteX139" fmla="*/ 2071688 w 2543175"/>
              <a:gd name="connsiteY139" fmla="*/ 1526381 h 1890712"/>
              <a:gd name="connsiteX140" fmla="*/ 2081213 w 2543175"/>
              <a:gd name="connsiteY140" fmla="*/ 1531144 h 1890712"/>
              <a:gd name="connsiteX141" fmla="*/ 2090738 w 2543175"/>
              <a:gd name="connsiteY141" fmla="*/ 1538287 h 1890712"/>
              <a:gd name="connsiteX142" fmla="*/ 2109788 w 2543175"/>
              <a:gd name="connsiteY142" fmla="*/ 1547812 h 1890712"/>
              <a:gd name="connsiteX143" fmla="*/ 2131219 w 2543175"/>
              <a:gd name="connsiteY143" fmla="*/ 1562100 h 1890712"/>
              <a:gd name="connsiteX144" fmla="*/ 2140744 w 2543175"/>
              <a:gd name="connsiteY144" fmla="*/ 1566862 h 1890712"/>
              <a:gd name="connsiteX145" fmla="*/ 2152650 w 2543175"/>
              <a:gd name="connsiteY145" fmla="*/ 1576387 h 1890712"/>
              <a:gd name="connsiteX146" fmla="*/ 2181225 w 2543175"/>
              <a:gd name="connsiteY146" fmla="*/ 1590675 h 1890712"/>
              <a:gd name="connsiteX147" fmla="*/ 2200275 w 2543175"/>
              <a:gd name="connsiteY147" fmla="*/ 1607344 h 1890712"/>
              <a:gd name="connsiteX148" fmla="*/ 2207419 w 2543175"/>
              <a:gd name="connsiteY148" fmla="*/ 1612106 h 1890712"/>
              <a:gd name="connsiteX149" fmla="*/ 2216944 w 2543175"/>
              <a:gd name="connsiteY149" fmla="*/ 1619250 h 1890712"/>
              <a:gd name="connsiteX150" fmla="*/ 2224088 w 2543175"/>
              <a:gd name="connsiteY150" fmla="*/ 1624012 h 1890712"/>
              <a:gd name="connsiteX151" fmla="*/ 2247900 w 2543175"/>
              <a:gd name="connsiteY151" fmla="*/ 1643062 h 1890712"/>
              <a:gd name="connsiteX152" fmla="*/ 2255044 w 2543175"/>
              <a:gd name="connsiteY152" fmla="*/ 1650206 h 1890712"/>
              <a:gd name="connsiteX153" fmla="*/ 2281238 w 2543175"/>
              <a:gd name="connsiteY153" fmla="*/ 1664494 h 1890712"/>
              <a:gd name="connsiteX154" fmla="*/ 2297907 w 2543175"/>
              <a:gd name="connsiteY154" fmla="*/ 1674019 h 1890712"/>
              <a:gd name="connsiteX155" fmla="*/ 2312194 w 2543175"/>
              <a:gd name="connsiteY155" fmla="*/ 1685925 h 1890712"/>
              <a:gd name="connsiteX156" fmla="*/ 2328863 w 2543175"/>
              <a:gd name="connsiteY156" fmla="*/ 1697831 h 1890712"/>
              <a:gd name="connsiteX157" fmla="*/ 2350294 w 2543175"/>
              <a:gd name="connsiteY157" fmla="*/ 1712119 h 1890712"/>
              <a:gd name="connsiteX158" fmla="*/ 2369344 w 2543175"/>
              <a:gd name="connsiteY158" fmla="*/ 1724025 h 1890712"/>
              <a:gd name="connsiteX159" fmla="*/ 2428876 w 2543175"/>
              <a:gd name="connsiteY159" fmla="*/ 1785938 h 1890712"/>
              <a:gd name="connsiteX160" fmla="*/ 2466975 w 2543175"/>
              <a:gd name="connsiteY160" fmla="*/ 1783556 h 1890712"/>
              <a:gd name="connsiteX161" fmla="*/ 2481263 w 2543175"/>
              <a:gd name="connsiteY161" fmla="*/ 1795462 h 1890712"/>
              <a:gd name="connsiteX162" fmla="*/ 2486025 w 2543175"/>
              <a:gd name="connsiteY162" fmla="*/ 1802606 h 1890712"/>
              <a:gd name="connsiteX163" fmla="*/ 2514600 w 2543175"/>
              <a:gd name="connsiteY163" fmla="*/ 1850231 h 1890712"/>
              <a:gd name="connsiteX164" fmla="*/ 2519363 w 2543175"/>
              <a:gd name="connsiteY164" fmla="*/ 1857375 h 1890712"/>
              <a:gd name="connsiteX165" fmla="*/ 2540794 w 2543175"/>
              <a:gd name="connsiteY165" fmla="*/ 1883569 h 1890712"/>
              <a:gd name="connsiteX166" fmla="*/ 2543175 w 2543175"/>
              <a:gd name="connsiteY16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7819 w 2543175"/>
              <a:gd name="connsiteY100" fmla="*/ 1154906 h 1890712"/>
              <a:gd name="connsiteX101" fmla="*/ 1604963 w 2543175"/>
              <a:gd name="connsiteY101" fmla="*/ 1162050 h 1890712"/>
              <a:gd name="connsiteX102" fmla="*/ 1628775 w 2543175"/>
              <a:gd name="connsiteY102" fmla="*/ 1183481 h 1890712"/>
              <a:gd name="connsiteX103" fmla="*/ 1662113 w 2543175"/>
              <a:gd name="connsiteY103" fmla="*/ 1209675 h 1890712"/>
              <a:gd name="connsiteX104" fmla="*/ 1678782 w 2543175"/>
              <a:gd name="connsiteY104" fmla="*/ 1226344 h 1890712"/>
              <a:gd name="connsiteX105" fmla="*/ 1700213 w 2543175"/>
              <a:gd name="connsiteY105" fmla="*/ 1247775 h 1890712"/>
              <a:gd name="connsiteX106" fmla="*/ 1712119 w 2543175"/>
              <a:gd name="connsiteY106" fmla="*/ 1259681 h 1890712"/>
              <a:gd name="connsiteX107" fmla="*/ 1733550 w 2543175"/>
              <a:gd name="connsiteY107" fmla="*/ 1273969 h 1890712"/>
              <a:gd name="connsiteX108" fmla="*/ 1743075 w 2543175"/>
              <a:gd name="connsiteY108" fmla="*/ 1283494 h 1890712"/>
              <a:gd name="connsiteX109" fmla="*/ 1754982 w 2543175"/>
              <a:gd name="connsiteY109" fmla="*/ 1290637 h 1890712"/>
              <a:gd name="connsiteX110" fmla="*/ 1766888 w 2543175"/>
              <a:gd name="connsiteY110" fmla="*/ 1300162 h 1890712"/>
              <a:gd name="connsiteX111" fmla="*/ 1783557 w 2543175"/>
              <a:gd name="connsiteY111" fmla="*/ 1307306 h 1890712"/>
              <a:gd name="connsiteX112" fmla="*/ 1790700 w 2543175"/>
              <a:gd name="connsiteY112" fmla="*/ 1312069 h 1890712"/>
              <a:gd name="connsiteX113" fmla="*/ 1800225 w 2543175"/>
              <a:gd name="connsiteY113" fmla="*/ 1319212 h 1890712"/>
              <a:gd name="connsiteX114" fmla="*/ 1807369 w 2543175"/>
              <a:gd name="connsiteY114" fmla="*/ 1321594 h 1890712"/>
              <a:gd name="connsiteX115" fmla="*/ 1824038 w 2543175"/>
              <a:gd name="connsiteY115" fmla="*/ 1333500 h 1890712"/>
              <a:gd name="connsiteX116" fmla="*/ 1843088 w 2543175"/>
              <a:gd name="connsiteY116" fmla="*/ 1352550 h 1890712"/>
              <a:gd name="connsiteX117" fmla="*/ 1852613 w 2543175"/>
              <a:gd name="connsiteY117" fmla="*/ 1359694 h 1890712"/>
              <a:gd name="connsiteX118" fmla="*/ 1859757 w 2543175"/>
              <a:gd name="connsiteY118" fmla="*/ 1366837 h 1890712"/>
              <a:gd name="connsiteX119" fmla="*/ 1869282 w 2543175"/>
              <a:gd name="connsiteY119" fmla="*/ 1371600 h 1890712"/>
              <a:gd name="connsiteX120" fmla="*/ 1883569 w 2543175"/>
              <a:gd name="connsiteY120" fmla="*/ 1388269 h 1890712"/>
              <a:gd name="connsiteX121" fmla="*/ 1893094 w 2543175"/>
              <a:gd name="connsiteY121" fmla="*/ 1395412 h 1890712"/>
              <a:gd name="connsiteX122" fmla="*/ 1902619 w 2543175"/>
              <a:gd name="connsiteY122" fmla="*/ 1404937 h 1890712"/>
              <a:gd name="connsiteX123" fmla="*/ 1912144 w 2543175"/>
              <a:gd name="connsiteY123" fmla="*/ 1409700 h 1890712"/>
              <a:gd name="connsiteX124" fmla="*/ 1931194 w 2543175"/>
              <a:gd name="connsiteY124" fmla="*/ 1421606 h 1890712"/>
              <a:gd name="connsiteX125" fmla="*/ 1935957 w 2543175"/>
              <a:gd name="connsiteY125" fmla="*/ 1428750 h 1890712"/>
              <a:gd name="connsiteX126" fmla="*/ 1952625 w 2543175"/>
              <a:gd name="connsiteY126" fmla="*/ 1438275 h 1890712"/>
              <a:gd name="connsiteX127" fmla="*/ 1971675 w 2543175"/>
              <a:gd name="connsiteY127" fmla="*/ 1450181 h 1890712"/>
              <a:gd name="connsiteX128" fmla="*/ 1981200 w 2543175"/>
              <a:gd name="connsiteY128" fmla="*/ 1454944 h 1890712"/>
              <a:gd name="connsiteX129" fmla="*/ 1997869 w 2543175"/>
              <a:gd name="connsiteY129" fmla="*/ 1471612 h 1890712"/>
              <a:gd name="connsiteX130" fmla="*/ 2007394 w 2543175"/>
              <a:gd name="connsiteY130" fmla="*/ 1478756 h 1890712"/>
              <a:gd name="connsiteX131" fmla="*/ 2016919 w 2543175"/>
              <a:gd name="connsiteY131" fmla="*/ 1483519 h 1890712"/>
              <a:gd name="connsiteX132" fmla="*/ 2024063 w 2543175"/>
              <a:gd name="connsiteY132" fmla="*/ 1490662 h 1890712"/>
              <a:gd name="connsiteX133" fmla="*/ 2033588 w 2543175"/>
              <a:gd name="connsiteY133" fmla="*/ 1495425 h 1890712"/>
              <a:gd name="connsiteX134" fmla="*/ 2040732 w 2543175"/>
              <a:gd name="connsiteY134" fmla="*/ 1502569 h 1890712"/>
              <a:gd name="connsiteX135" fmla="*/ 2047875 w 2543175"/>
              <a:gd name="connsiteY135" fmla="*/ 1507331 h 1890712"/>
              <a:gd name="connsiteX136" fmla="*/ 2057400 w 2543175"/>
              <a:gd name="connsiteY136" fmla="*/ 1514475 h 1890712"/>
              <a:gd name="connsiteX137" fmla="*/ 2064544 w 2543175"/>
              <a:gd name="connsiteY137" fmla="*/ 1519237 h 1890712"/>
              <a:gd name="connsiteX138" fmla="*/ 2071688 w 2543175"/>
              <a:gd name="connsiteY138" fmla="*/ 1526381 h 1890712"/>
              <a:gd name="connsiteX139" fmla="*/ 2081213 w 2543175"/>
              <a:gd name="connsiteY139" fmla="*/ 1531144 h 1890712"/>
              <a:gd name="connsiteX140" fmla="*/ 2090738 w 2543175"/>
              <a:gd name="connsiteY140" fmla="*/ 1538287 h 1890712"/>
              <a:gd name="connsiteX141" fmla="*/ 2109788 w 2543175"/>
              <a:gd name="connsiteY141" fmla="*/ 1547812 h 1890712"/>
              <a:gd name="connsiteX142" fmla="*/ 2131219 w 2543175"/>
              <a:gd name="connsiteY142" fmla="*/ 1562100 h 1890712"/>
              <a:gd name="connsiteX143" fmla="*/ 2140744 w 2543175"/>
              <a:gd name="connsiteY143" fmla="*/ 1566862 h 1890712"/>
              <a:gd name="connsiteX144" fmla="*/ 2152650 w 2543175"/>
              <a:gd name="connsiteY144" fmla="*/ 1576387 h 1890712"/>
              <a:gd name="connsiteX145" fmla="*/ 2181225 w 2543175"/>
              <a:gd name="connsiteY145" fmla="*/ 1590675 h 1890712"/>
              <a:gd name="connsiteX146" fmla="*/ 2200275 w 2543175"/>
              <a:gd name="connsiteY146" fmla="*/ 1607344 h 1890712"/>
              <a:gd name="connsiteX147" fmla="*/ 2207419 w 2543175"/>
              <a:gd name="connsiteY147" fmla="*/ 1612106 h 1890712"/>
              <a:gd name="connsiteX148" fmla="*/ 2216944 w 2543175"/>
              <a:gd name="connsiteY148" fmla="*/ 1619250 h 1890712"/>
              <a:gd name="connsiteX149" fmla="*/ 2224088 w 2543175"/>
              <a:gd name="connsiteY149" fmla="*/ 1624012 h 1890712"/>
              <a:gd name="connsiteX150" fmla="*/ 2247900 w 2543175"/>
              <a:gd name="connsiteY150" fmla="*/ 1643062 h 1890712"/>
              <a:gd name="connsiteX151" fmla="*/ 2255044 w 2543175"/>
              <a:gd name="connsiteY151" fmla="*/ 1650206 h 1890712"/>
              <a:gd name="connsiteX152" fmla="*/ 2281238 w 2543175"/>
              <a:gd name="connsiteY152" fmla="*/ 1664494 h 1890712"/>
              <a:gd name="connsiteX153" fmla="*/ 2297907 w 2543175"/>
              <a:gd name="connsiteY153" fmla="*/ 1674019 h 1890712"/>
              <a:gd name="connsiteX154" fmla="*/ 2312194 w 2543175"/>
              <a:gd name="connsiteY154" fmla="*/ 1685925 h 1890712"/>
              <a:gd name="connsiteX155" fmla="*/ 2328863 w 2543175"/>
              <a:gd name="connsiteY155" fmla="*/ 1697831 h 1890712"/>
              <a:gd name="connsiteX156" fmla="*/ 2350294 w 2543175"/>
              <a:gd name="connsiteY156" fmla="*/ 1712119 h 1890712"/>
              <a:gd name="connsiteX157" fmla="*/ 2369344 w 2543175"/>
              <a:gd name="connsiteY157" fmla="*/ 1724025 h 1890712"/>
              <a:gd name="connsiteX158" fmla="*/ 2428876 w 2543175"/>
              <a:gd name="connsiteY158" fmla="*/ 1785938 h 1890712"/>
              <a:gd name="connsiteX159" fmla="*/ 2466975 w 2543175"/>
              <a:gd name="connsiteY159" fmla="*/ 1783556 h 1890712"/>
              <a:gd name="connsiteX160" fmla="*/ 2481263 w 2543175"/>
              <a:gd name="connsiteY160" fmla="*/ 1795462 h 1890712"/>
              <a:gd name="connsiteX161" fmla="*/ 2486025 w 2543175"/>
              <a:gd name="connsiteY161" fmla="*/ 1802606 h 1890712"/>
              <a:gd name="connsiteX162" fmla="*/ 2514600 w 2543175"/>
              <a:gd name="connsiteY162" fmla="*/ 1850231 h 1890712"/>
              <a:gd name="connsiteX163" fmla="*/ 2519363 w 2543175"/>
              <a:gd name="connsiteY163" fmla="*/ 1857375 h 1890712"/>
              <a:gd name="connsiteX164" fmla="*/ 2540794 w 2543175"/>
              <a:gd name="connsiteY164" fmla="*/ 1883569 h 1890712"/>
              <a:gd name="connsiteX165" fmla="*/ 2543175 w 2543175"/>
              <a:gd name="connsiteY165"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7819 w 2543175"/>
              <a:gd name="connsiteY100" fmla="*/ 1154906 h 1890712"/>
              <a:gd name="connsiteX101" fmla="*/ 1628775 w 2543175"/>
              <a:gd name="connsiteY101" fmla="*/ 1183481 h 1890712"/>
              <a:gd name="connsiteX102" fmla="*/ 1662113 w 2543175"/>
              <a:gd name="connsiteY102" fmla="*/ 1209675 h 1890712"/>
              <a:gd name="connsiteX103" fmla="*/ 1678782 w 2543175"/>
              <a:gd name="connsiteY103" fmla="*/ 1226344 h 1890712"/>
              <a:gd name="connsiteX104" fmla="*/ 1700213 w 2543175"/>
              <a:gd name="connsiteY104" fmla="*/ 1247775 h 1890712"/>
              <a:gd name="connsiteX105" fmla="*/ 1712119 w 2543175"/>
              <a:gd name="connsiteY105" fmla="*/ 1259681 h 1890712"/>
              <a:gd name="connsiteX106" fmla="*/ 1733550 w 2543175"/>
              <a:gd name="connsiteY106" fmla="*/ 1273969 h 1890712"/>
              <a:gd name="connsiteX107" fmla="*/ 1743075 w 2543175"/>
              <a:gd name="connsiteY107" fmla="*/ 1283494 h 1890712"/>
              <a:gd name="connsiteX108" fmla="*/ 1754982 w 2543175"/>
              <a:gd name="connsiteY108" fmla="*/ 1290637 h 1890712"/>
              <a:gd name="connsiteX109" fmla="*/ 1766888 w 2543175"/>
              <a:gd name="connsiteY109" fmla="*/ 1300162 h 1890712"/>
              <a:gd name="connsiteX110" fmla="*/ 1783557 w 2543175"/>
              <a:gd name="connsiteY110" fmla="*/ 1307306 h 1890712"/>
              <a:gd name="connsiteX111" fmla="*/ 1790700 w 2543175"/>
              <a:gd name="connsiteY111" fmla="*/ 1312069 h 1890712"/>
              <a:gd name="connsiteX112" fmla="*/ 1800225 w 2543175"/>
              <a:gd name="connsiteY112" fmla="*/ 1319212 h 1890712"/>
              <a:gd name="connsiteX113" fmla="*/ 1807369 w 2543175"/>
              <a:gd name="connsiteY113" fmla="*/ 1321594 h 1890712"/>
              <a:gd name="connsiteX114" fmla="*/ 1824038 w 2543175"/>
              <a:gd name="connsiteY114" fmla="*/ 1333500 h 1890712"/>
              <a:gd name="connsiteX115" fmla="*/ 1843088 w 2543175"/>
              <a:gd name="connsiteY115" fmla="*/ 1352550 h 1890712"/>
              <a:gd name="connsiteX116" fmla="*/ 1852613 w 2543175"/>
              <a:gd name="connsiteY116" fmla="*/ 1359694 h 1890712"/>
              <a:gd name="connsiteX117" fmla="*/ 1859757 w 2543175"/>
              <a:gd name="connsiteY117" fmla="*/ 1366837 h 1890712"/>
              <a:gd name="connsiteX118" fmla="*/ 1869282 w 2543175"/>
              <a:gd name="connsiteY118" fmla="*/ 1371600 h 1890712"/>
              <a:gd name="connsiteX119" fmla="*/ 1883569 w 2543175"/>
              <a:gd name="connsiteY119" fmla="*/ 1388269 h 1890712"/>
              <a:gd name="connsiteX120" fmla="*/ 1893094 w 2543175"/>
              <a:gd name="connsiteY120" fmla="*/ 1395412 h 1890712"/>
              <a:gd name="connsiteX121" fmla="*/ 1902619 w 2543175"/>
              <a:gd name="connsiteY121" fmla="*/ 1404937 h 1890712"/>
              <a:gd name="connsiteX122" fmla="*/ 1912144 w 2543175"/>
              <a:gd name="connsiteY122" fmla="*/ 1409700 h 1890712"/>
              <a:gd name="connsiteX123" fmla="*/ 1931194 w 2543175"/>
              <a:gd name="connsiteY123" fmla="*/ 1421606 h 1890712"/>
              <a:gd name="connsiteX124" fmla="*/ 1935957 w 2543175"/>
              <a:gd name="connsiteY124" fmla="*/ 1428750 h 1890712"/>
              <a:gd name="connsiteX125" fmla="*/ 1952625 w 2543175"/>
              <a:gd name="connsiteY125" fmla="*/ 1438275 h 1890712"/>
              <a:gd name="connsiteX126" fmla="*/ 1971675 w 2543175"/>
              <a:gd name="connsiteY126" fmla="*/ 1450181 h 1890712"/>
              <a:gd name="connsiteX127" fmla="*/ 1981200 w 2543175"/>
              <a:gd name="connsiteY127" fmla="*/ 1454944 h 1890712"/>
              <a:gd name="connsiteX128" fmla="*/ 1997869 w 2543175"/>
              <a:gd name="connsiteY128" fmla="*/ 1471612 h 1890712"/>
              <a:gd name="connsiteX129" fmla="*/ 2007394 w 2543175"/>
              <a:gd name="connsiteY129" fmla="*/ 1478756 h 1890712"/>
              <a:gd name="connsiteX130" fmla="*/ 2016919 w 2543175"/>
              <a:gd name="connsiteY130" fmla="*/ 1483519 h 1890712"/>
              <a:gd name="connsiteX131" fmla="*/ 2024063 w 2543175"/>
              <a:gd name="connsiteY131" fmla="*/ 1490662 h 1890712"/>
              <a:gd name="connsiteX132" fmla="*/ 2033588 w 2543175"/>
              <a:gd name="connsiteY132" fmla="*/ 1495425 h 1890712"/>
              <a:gd name="connsiteX133" fmla="*/ 2040732 w 2543175"/>
              <a:gd name="connsiteY133" fmla="*/ 1502569 h 1890712"/>
              <a:gd name="connsiteX134" fmla="*/ 2047875 w 2543175"/>
              <a:gd name="connsiteY134" fmla="*/ 1507331 h 1890712"/>
              <a:gd name="connsiteX135" fmla="*/ 2057400 w 2543175"/>
              <a:gd name="connsiteY135" fmla="*/ 1514475 h 1890712"/>
              <a:gd name="connsiteX136" fmla="*/ 2064544 w 2543175"/>
              <a:gd name="connsiteY136" fmla="*/ 1519237 h 1890712"/>
              <a:gd name="connsiteX137" fmla="*/ 2071688 w 2543175"/>
              <a:gd name="connsiteY137" fmla="*/ 1526381 h 1890712"/>
              <a:gd name="connsiteX138" fmla="*/ 2081213 w 2543175"/>
              <a:gd name="connsiteY138" fmla="*/ 1531144 h 1890712"/>
              <a:gd name="connsiteX139" fmla="*/ 2090738 w 2543175"/>
              <a:gd name="connsiteY139" fmla="*/ 1538287 h 1890712"/>
              <a:gd name="connsiteX140" fmla="*/ 2109788 w 2543175"/>
              <a:gd name="connsiteY140" fmla="*/ 1547812 h 1890712"/>
              <a:gd name="connsiteX141" fmla="*/ 2131219 w 2543175"/>
              <a:gd name="connsiteY141" fmla="*/ 1562100 h 1890712"/>
              <a:gd name="connsiteX142" fmla="*/ 2140744 w 2543175"/>
              <a:gd name="connsiteY142" fmla="*/ 1566862 h 1890712"/>
              <a:gd name="connsiteX143" fmla="*/ 2152650 w 2543175"/>
              <a:gd name="connsiteY143" fmla="*/ 1576387 h 1890712"/>
              <a:gd name="connsiteX144" fmla="*/ 2181225 w 2543175"/>
              <a:gd name="connsiteY144" fmla="*/ 1590675 h 1890712"/>
              <a:gd name="connsiteX145" fmla="*/ 2200275 w 2543175"/>
              <a:gd name="connsiteY145" fmla="*/ 1607344 h 1890712"/>
              <a:gd name="connsiteX146" fmla="*/ 2207419 w 2543175"/>
              <a:gd name="connsiteY146" fmla="*/ 1612106 h 1890712"/>
              <a:gd name="connsiteX147" fmla="*/ 2216944 w 2543175"/>
              <a:gd name="connsiteY147" fmla="*/ 1619250 h 1890712"/>
              <a:gd name="connsiteX148" fmla="*/ 2224088 w 2543175"/>
              <a:gd name="connsiteY148" fmla="*/ 1624012 h 1890712"/>
              <a:gd name="connsiteX149" fmla="*/ 2247900 w 2543175"/>
              <a:gd name="connsiteY149" fmla="*/ 1643062 h 1890712"/>
              <a:gd name="connsiteX150" fmla="*/ 2255044 w 2543175"/>
              <a:gd name="connsiteY150" fmla="*/ 1650206 h 1890712"/>
              <a:gd name="connsiteX151" fmla="*/ 2281238 w 2543175"/>
              <a:gd name="connsiteY151" fmla="*/ 1664494 h 1890712"/>
              <a:gd name="connsiteX152" fmla="*/ 2297907 w 2543175"/>
              <a:gd name="connsiteY152" fmla="*/ 1674019 h 1890712"/>
              <a:gd name="connsiteX153" fmla="*/ 2312194 w 2543175"/>
              <a:gd name="connsiteY153" fmla="*/ 1685925 h 1890712"/>
              <a:gd name="connsiteX154" fmla="*/ 2328863 w 2543175"/>
              <a:gd name="connsiteY154" fmla="*/ 1697831 h 1890712"/>
              <a:gd name="connsiteX155" fmla="*/ 2350294 w 2543175"/>
              <a:gd name="connsiteY155" fmla="*/ 1712119 h 1890712"/>
              <a:gd name="connsiteX156" fmla="*/ 2369344 w 2543175"/>
              <a:gd name="connsiteY156" fmla="*/ 1724025 h 1890712"/>
              <a:gd name="connsiteX157" fmla="*/ 2428876 w 2543175"/>
              <a:gd name="connsiteY157" fmla="*/ 1785938 h 1890712"/>
              <a:gd name="connsiteX158" fmla="*/ 2466975 w 2543175"/>
              <a:gd name="connsiteY158" fmla="*/ 1783556 h 1890712"/>
              <a:gd name="connsiteX159" fmla="*/ 2481263 w 2543175"/>
              <a:gd name="connsiteY159" fmla="*/ 1795462 h 1890712"/>
              <a:gd name="connsiteX160" fmla="*/ 2486025 w 2543175"/>
              <a:gd name="connsiteY160" fmla="*/ 1802606 h 1890712"/>
              <a:gd name="connsiteX161" fmla="*/ 2514600 w 2543175"/>
              <a:gd name="connsiteY161" fmla="*/ 1850231 h 1890712"/>
              <a:gd name="connsiteX162" fmla="*/ 2519363 w 2543175"/>
              <a:gd name="connsiteY162" fmla="*/ 1857375 h 1890712"/>
              <a:gd name="connsiteX163" fmla="*/ 2540794 w 2543175"/>
              <a:gd name="connsiteY163" fmla="*/ 1883569 h 1890712"/>
              <a:gd name="connsiteX164" fmla="*/ 2543175 w 2543175"/>
              <a:gd name="connsiteY16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183481 h 1890712"/>
              <a:gd name="connsiteX102" fmla="*/ 1662113 w 2543175"/>
              <a:gd name="connsiteY102" fmla="*/ 1209675 h 1890712"/>
              <a:gd name="connsiteX103" fmla="*/ 1678782 w 2543175"/>
              <a:gd name="connsiteY103" fmla="*/ 1226344 h 1890712"/>
              <a:gd name="connsiteX104" fmla="*/ 1700213 w 2543175"/>
              <a:gd name="connsiteY104" fmla="*/ 1247775 h 1890712"/>
              <a:gd name="connsiteX105" fmla="*/ 1712119 w 2543175"/>
              <a:gd name="connsiteY105" fmla="*/ 1259681 h 1890712"/>
              <a:gd name="connsiteX106" fmla="*/ 1733550 w 2543175"/>
              <a:gd name="connsiteY106" fmla="*/ 1273969 h 1890712"/>
              <a:gd name="connsiteX107" fmla="*/ 1743075 w 2543175"/>
              <a:gd name="connsiteY107" fmla="*/ 1283494 h 1890712"/>
              <a:gd name="connsiteX108" fmla="*/ 1754982 w 2543175"/>
              <a:gd name="connsiteY108" fmla="*/ 1290637 h 1890712"/>
              <a:gd name="connsiteX109" fmla="*/ 1766888 w 2543175"/>
              <a:gd name="connsiteY109" fmla="*/ 1300162 h 1890712"/>
              <a:gd name="connsiteX110" fmla="*/ 1783557 w 2543175"/>
              <a:gd name="connsiteY110" fmla="*/ 1307306 h 1890712"/>
              <a:gd name="connsiteX111" fmla="*/ 1790700 w 2543175"/>
              <a:gd name="connsiteY111" fmla="*/ 1312069 h 1890712"/>
              <a:gd name="connsiteX112" fmla="*/ 1800225 w 2543175"/>
              <a:gd name="connsiteY112" fmla="*/ 1319212 h 1890712"/>
              <a:gd name="connsiteX113" fmla="*/ 1807369 w 2543175"/>
              <a:gd name="connsiteY113" fmla="*/ 1321594 h 1890712"/>
              <a:gd name="connsiteX114" fmla="*/ 1824038 w 2543175"/>
              <a:gd name="connsiteY114" fmla="*/ 1333500 h 1890712"/>
              <a:gd name="connsiteX115" fmla="*/ 1843088 w 2543175"/>
              <a:gd name="connsiteY115" fmla="*/ 1352550 h 1890712"/>
              <a:gd name="connsiteX116" fmla="*/ 1852613 w 2543175"/>
              <a:gd name="connsiteY116" fmla="*/ 1359694 h 1890712"/>
              <a:gd name="connsiteX117" fmla="*/ 1859757 w 2543175"/>
              <a:gd name="connsiteY117" fmla="*/ 1366837 h 1890712"/>
              <a:gd name="connsiteX118" fmla="*/ 1869282 w 2543175"/>
              <a:gd name="connsiteY118" fmla="*/ 1371600 h 1890712"/>
              <a:gd name="connsiteX119" fmla="*/ 1883569 w 2543175"/>
              <a:gd name="connsiteY119" fmla="*/ 1388269 h 1890712"/>
              <a:gd name="connsiteX120" fmla="*/ 1893094 w 2543175"/>
              <a:gd name="connsiteY120" fmla="*/ 1395412 h 1890712"/>
              <a:gd name="connsiteX121" fmla="*/ 1902619 w 2543175"/>
              <a:gd name="connsiteY121" fmla="*/ 1404937 h 1890712"/>
              <a:gd name="connsiteX122" fmla="*/ 1912144 w 2543175"/>
              <a:gd name="connsiteY122" fmla="*/ 1409700 h 1890712"/>
              <a:gd name="connsiteX123" fmla="*/ 1931194 w 2543175"/>
              <a:gd name="connsiteY123" fmla="*/ 1421606 h 1890712"/>
              <a:gd name="connsiteX124" fmla="*/ 1935957 w 2543175"/>
              <a:gd name="connsiteY124" fmla="*/ 1428750 h 1890712"/>
              <a:gd name="connsiteX125" fmla="*/ 1952625 w 2543175"/>
              <a:gd name="connsiteY125" fmla="*/ 1438275 h 1890712"/>
              <a:gd name="connsiteX126" fmla="*/ 1971675 w 2543175"/>
              <a:gd name="connsiteY126" fmla="*/ 1450181 h 1890712"/>
              <a:gd name="connsiteX127" fmla="*/ 1981200 w 2543175"/>
              <a:gd name="connsiteY127" fmla="*/ 1454944 h 1890712"/>
              <a:gd name="connsiteX128" fmla="*/ 1997869 w 2543175"/>
              <a:gd name="connsiteY128" fmla="*/ 1471612 h 1890712"/>
              <a:gd name="connsiteX129" fmla="*/ 2007394 w 2543175"/>
              <a:gd name="connsiteY129" fmla="*/ 1478756 h 1890712"/>
              <a:gd name="connsiteX130" fmla="*/ 2016919 w 2543175"/>
              <a:gd name="connsiteY130" fmla="*/ 1483519 h 1890712"/>
              <a:gd name="connsiteX131" fmla="*/ 2024063 w 2543175"/>
              <a:gd name="connsiteY131" fmla="*/ 1490662 h 1890712"/>
              <a:gd name="connsiteX132" fmla="*/ 2033588 w 2543175"/>
              <a:gd name="connsiteY132" fmla="*/ 1495425 h 1890712"/>
              <a:gd name="connsiteX133" fmla="*/ 2040732 w 2543175"/>
              <a:gd name="connsiteY133" fmla="*/ 1502569 h 1890712"/>
              <a:gd name="connsiteX134" fmla="*/ 2047875 w 2543175"/>
              <a:gd name="connsiteY134" fmla="*/ 1507331 h 1890712"/>
              <a:gd name="connsiteX135" fmla="*/ 2057400 w 2543175"/>
              <a:gd name="connsiteY135" fmla="*/ 1514475 h 1890712"/>
              <a:gd name="connsiteX136" fmla="*/ 2064544 w 2543175"/>
              <a:gd name="connsiteY136" fmla="*/ 1519237 h 1890712"/>
              <a:gd name="connsiteX137" fmla="*/ 2071688 w 2543175"/>
              <a:gd name="connsiteY137" fmla="*/ 1526381 h 1890712"/>
              <a:gd name="connsiteX138" fmla="*/ 2081213 w 2543175"/>
              <a:gd name="connsiteY138" fmla="*/ 1531144 h 1890712"/>
              <a:gd name="connsiteX139" fmla="*/ 2090738 w 2543175"/>
              <a:gd name="connsiteY139" fmla="*/ 1538287 h 1890712"/>
              <a:gd name="connsiteX140" fmla="*/ 2109788 w 2543175"/>
              <a:gd name="connsiteY140" fmla="*/ 1547812 h 1890712"/>
              <a:gd name="connsiteX141" fmla="*/ 2131219 w 2543175"/>
              <a:gd name="connsiteY141" fmla="*/ 1562100 h 1890712"/>
              <a:gd name="connsiteX142" fmla="*/ 2140744 w 2543175"/>
              <a:gd name="connsiteY142" fmla="*/ 1566862 h 1890712"/>
              <a:gd name="connsiteX143" fmla="*/ 2152650 w 2543175"/>
              <a:gd name="connsiteY143" fmla="*/ 1576387 h 1890712"/>
              <a:gd name="connsiteX144" fmla="*/ 2181225 w 2543175"/>
              <a:gd name="connsiteY144" fmla="*/ 1590675 h 1890712"/>
              <a:gd name="connsiteX145" fmla="*/ 2200275 w 2543175"/>
              <a:gd name="connsiteY145" fmla="*/ 1607344 h 1890712"/>
              <a:gd name="connsiteX146" fmla="*/ 2207419 w 2543175"/>
              <a:gd name="connsiteY146" fmla="*/ 1612106 h 1890712"/>
              <a:gd name="connsiteX147" fmla="*/ 2216944 w 2543175"/>
              <a:gd name="connsiteY147" fmla="*/ 1619250 h 1890712"/>
              <a:gd name="connsiteX148" fmla="*/ 2224088 w 2543175"/>
              <a:gd name="connsiteY148" fmla="*/ 1624012 h 1890712"/>
              <a:gd name="connsiteX149" fmla="*/ 2247900 w 2543175"/>
              <a:gd name="connsiteY149" fmla="*/ 1643062 h 1890712"/>
              <a:gd name="connsiteX150" fmla="*/ 2255044 w 2543175"/>
              <a:gd name="connsiteY150" fmla="*/ 1650206 h 1890712"/>
              <a:gd name="connsiteX151" fmla="*/ 2281238 w 2543175"/>
              <a:gd name="connsiteY151" fmla="*/ 1664494 h 1890712"/>
              <a:gd name="connsiteX152" fmla="*/ 2297907 w 2543175"/>
              <a:gd name="connsiteY152" fmla="*/ 1674019 h 1890712"/>
              <a:gd name="connsiteX153" fmla="*/ 2312194 w 2543175"/>
              <a:gd name="connsiteY153" fmla="*/ 1685925 h 1890712"/>
              <a:gd name="connsiteX154" fmla="*/ 2328863 w 2543175"/>
              <a:gd name="connsiteY154" fmla="*/ 1697831 h 1890712"/>
              <a:gd name="connsiteX155" fmla="*/ 2350294 w 2543175"/>
              <a:gd name="connsiteY155" fmla="*/ 1712119 h 1890712"/>
              <a:gd name="connsiteX156" fmla="*/ 2369344 w 2543175"/>
              <a:gd name="connsiteY156" fmla="*/ 1724025 h 1890712"/>
              <a:gd name="connsiteX157" fmla="*/ 2428876 w 2543175"/>
              <a:gd name="connsiteY157" fmla="*/ 1785938 h 1890712"/>
              <a:gd name="connsiteX158" fmla="*/ 2466975 w 2543175"/>
              <a:gd name="connsiteY158" fmla="*/ 1783556 h 1890712"/>
              <a:gd name="connsiteX159" fmla="*/ 2481263 w 2543175"/>
              <a:gd name="connsiteY159" fmla="*/ 1795462 h 1890712"/>
              <a:gd name="connsiteX160" fmla="*/ 2486025 w 2543175"/>
              <a:gd name="connsiteY160" fmla="*/ 1802606 h 1890712"/>
              <a:gd name="connsiteX161" fmla="*/ 2514600 w 2543175"/>
              <a:gd name="connsiteY161" fmla="*/ 1850231 h 1890712"/>
              <a:gd name="connsiteX162" fmla="*/ 2519363 w 2543175"/>
              <a:gd name="connsiteY162" fmla="*/ 1857375 h 1890712"/>
              <a:gd name="connsiteX163" fmla="*/ 2540794 w 2543175"/>
              <a:gd name="connsiteY163" fmla="*/ 1883569 h 1890712"/>
              <a:gd name="connsiteX164" fmla="*/ 2543175 w 2543175"/>
              <a:gd name="connsiteY16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09675 h 1890712"/>
              <a:gd name="connsiteX103" fmla="*/ 1678782 w 2543175"/>
              <a:gd name="connsiteY103" fmla="*/ 1226344 h 1890712"/>
              <a:gd name="connsiteX104" fmla="*/ 1700213 w 2543175"/>
              <a:gd name="connsiteY104" fmla="*/ 1247775 h 1890712"/>
              <a:gd name="connsiteX105" fmla="*/ 1712119 w 2543175"/>
              <a:gd name="connsiteY105" fmla="*/ 1259681 h 1890712"/>
              <a:gd name="connsiteX106" fmla="*/ 1733550 w 2543175"/>
              <a:gd name="connsiteY106" fmla="*/ 1273969 h 1890712"/>
              <a:gd name="connsiteX107" fmla="*/ 1743075 w 2543175"/>
              <a:gd name="connsiteY107" fmla="*/ 1283494 h 1890712"/>
              <a:gd name="connsiteX108" fmla="*/ 1754982 w 2543175"/>
              <a:gd name="connsiteY108" fmla="*/ 1290637 h 1890712"/>
              <a:gd name="connsiteX109" fmla="*/ 1766888 w 2543175"/>
              <a:gd name="connsiteY109" fmla="*/ 1300162 h 1890712"/>
              <a:gd name="connsiteX110" fmla="*/ 1783557 w 2543175"/>
              <a:gd name="connsiteY110" fmla="*/ 1307306 h 1890712"/>
              <a:gd name="connsiteX111" fmla="*/ 1790700 w 2543175"/>
              <a:gd name="connsiteY111" fmla="*/ 1312069 h 1890712"/>
              <a:gd name="connsiteX112" fmla="*/ 1800225 w 2543175"/>
              <a:gd name="connsiteY112" fmla="*/ 1319212 h 1890712"/>
              <a:gd name="connsiteX113" fmla="*/ 1807369 w 2543175"/>
              <a:gd name="connsiteY113" fmla="*/ 1321594 h 1890712"/>
              <a:gd name="connsiteX114" fmla="*/ 1824038 w 2543175"/>
              <a:gd name="connsiteY114" fmla="*/ 1333500 h 1890712"/>
              <a:gd name="connsiteX115" fmla="*/ 1843088 w 2543175"/>
              <a:gd name="connsiteY115" fmla="*/ 1352550 h 1890712"/>
              <a:gd name="connsiteX116" fmla="*/ 1852613 w 2543175"/>
              <a:gd name="connsiteY116" fmla="*/ 1359694 h 1890712"/>
              <a:gd name="connsiteX117" fmla="*/ 1859757 w 2543175"/>
              <a:gd name="connsiteY117" fmla="*/ 1366837 h 1890712"/>
              <a:gd name="connsiteX118" fmla="*/ 1869282 w 2543175"/>
              <a:gd name="connsiteY118" fmla="*/ 1371600 h 1890712"/>
              <a:gd name="connsiteX119" fmla="*/ 1883569 w 2543175"/>
              <a:gd name="connsiteY119" fmla="*/ 1388269 h 1890712"/>
              <a:gd name="connsiteX120" fmla="*/ 1893094 w 2543175"/>
              <a:gd name="connsiteY120" fmla="*/ 1395412 h 1890712"/>
              <a:gd name="connsiteX121" fmla="*/ 1902619 w 2543175"/>
              <a:gd name="connsiteY121" fmla="*/ 1404937 h 1890712"/>
              <a:gd name="connsiteX122" fmla="*/ 1912144 w 2543175"/>
              <a:gd name="connsiteY122" fmla="*/ 1409700 h 1890712"/>
              <a:gd name="connsiteX123" fmla="*/ 1931194 w 2543175"/>
              <a:gd name="connsiteY123" fmla="*/ 1421606 h 1890712"/>
              <a:gd name="connsiteX124" fmla="*/ 1935957 w 2543175"/>
              <a:gd name="connsiteY124" fmla="*/ 1428750 h 1890712"/>
              <a:gd name="connsiteX125" fmla="*/ 1952625 w 2543175"/>
              <a:gd name="connsiteY125" fmla="*/ 1438275 h 1890712"/>
              <a:gd name="connsiteX126" fmla="*/ 1971675 w 2543175"/>
              <a:gd name="connsiteY126" fmla="*/ 1450181 h 1890712"/>
              <a:gd name="connsiteX127" fmla="*/ 1981200 w 2543175"/>
              <a:gd name="connsiteY127" fmla="*/ 1454944 h 1890712"/>
              <a:gd name="connsiteX128" fmla="*/ 1997869 w 2543175"/>
              <a:gd name="connsiteY128" fmla="*/ 1471612 h 1890712"/>
              <a:gd name="connsiteX129" fmla="*/ 2007394 w 2543175"/>
              <a:gd name="connsiteY129" fmla="*/ 1478756 h 1890712"/>
              <a:gd name="connsiteX130" fmla="*/ 2016919 w 2543175"/>
              <a:gd name="connsiteY130" fmla="*/ 1483519 h 1890712"/>
              <a:gd name="connsiteX131" fmla="*/ 2024063 w 2543175"/>
              <a:gd name="connsiteY131" fmla="*/ 1490662 h 1890712"/>
              <a:gd name="connsiteX132" fmla="*/ 2033588 w 2543175"/>
              <a:gd name="connsiteY132" fmla="*/ 1495425 h 1890712"/>
              <a:gd name="connsiteX133" fmla="*/ 2040732 w 2543175"/>
              <a:gd name="connsiteY133" fmla="*/ 1502569 h 1890712"/>
              <a:gd name="connsiteX134" fmla="*/ 2047875 w 2543175"/>
              <a:gd name="connsiteY134" fmla="*/ 1507331 h 1890712"/>
              <a:gd name="connsiteX135" fmla="*/ 2057400 w 2543175"/>
              <a:gd name="connsiteY135" fmla="*/ 1514475 h 1890712"/>
              <a:gd name="connsiteX136" fmla="*/ 2064544 w 2543175"/>
              <a:gd name="connsiteY136" fmla="*/ 1519237 h 1890712"/>
              <a:gd name="connsiteX137" fmla="*/ 2071688 w 2543175"/>
              <a:gd name="connsiteY137" fmla="*/ 1526381 h 1890712"/>
              <a:gd name="connsiteX138" fmla="*/ 2081213 w 2543175"/>
              <a:gd name="connsiteY138" fmla="*/ 1531144 h 1890712"/>
              <a:gd name="connsiteX139" fmla="*/ 2090738 w 2543175"/>
              <a:gd name="connsiteY139" fmla="*/ 1538287 h 1890712"/>
              <a:gd name="connsiteX140" fmla="*/ 2109788 w 2543175"/>
              <a:gd name="connsiteY140" fmla="*/ 1547812 h 1890712"/>
              <a:gd name="connsiteX141" fmla="*/ 2131219 w 2543175"/>
              <a:gd name="connsiteY141" fmla="*/ 1562100 h 1890712"/>
              <a:gd name="connsiteX142" fmla="*/ 2140744 w 2543175"/>
              <a:gd name="connsiteY142" fmla="*/ 1566862 h 1890712"/>
              <a:gd name="connsiteX143" fmla="*/ 2152650 w 2543175"/>
              <a:gd name="connsiteY143" fmla="*/ 1576387 h 1890712"/>
              <a:gd name="connsiteX144" fmla="*/ 2181225 w 2543175"/>
              <a:gd name="connsiteY144" fmla="*/ 1590675 h 1890712"/>
              <a:gd name="connsiteX145" fmla="*/ 2200275 w 2543175"/>
              <a:gd name="connsiteY145" fmla="*/ 1607344 h 1890712"/>
              <a:gd name="connsiteX146" fmla="*/ 2207419 w 2543175"/>
              <a:gd name="connsiteY146" fmla="*/ 1612106 h 1890712"/>
              <a:gd name="connsiteX147" fmla="*/ 2216944 w 2543175"/>
              <a:gd name="connsiteY147" fmla="*/ 1619250 h 1890712"/>
              <a:gd name="connsiteX148" fmla="*/ 2224088 w 2543175"/>
              <a:gd name="connsiteY148" fmla="*/ 1624012 h 1890712"/>
              <a:gd name="connsiteX149" fmla="*/ 2247900 w 2543175"/>
              <a:gd name="connsiteY149" fmla="*/ 1643062 h 1890712"/>
              <a:gd name="connsiteX150" fmla="*/ 2255044 w 2543175"/>
              <a:gd name="connsiteY150" fmla="*/ 1650206 h 1890712"/>
              <a:gd name="connsiteX151" fmla="*/ 2281238 w 2543175"/>
              <a:gd name="connsiteY151" fmla="*/ 1664494 h 1890712"/>
              <a:gd name="connsiteX152" fmla="*/ 2297907 w 2543175"/>
              <a:gd name="connsiteY152" fmla="*/ 1674019 h 1890712"/>
              <a:gd name="connsiteX153" fmla="*/ 2312194 w 2543175"/>
              <a:gd name="connsiteY153" fmla="*/ 1685925 h 1890712"/>
              <a:gd name="connsiteX154" fmla="*/ 2328863 w 2543175"/>
              <a:gd name="connsiteY154" fmla="*/ 1697831 h 1890712"/>
              <a:gd name="connsiteX155" fmla="*/ 2350294 w 2543175"/>
              <a:gd name="connsiteY155" fmla="*/ 1712119 h 1890712"/>
              <a:gd name="connsiteX156" fmla="*/ 2369344 w 2543175"/>
              <a:gd name="connsiteY156" fmla="*/ 1724025 h 1890712"/>
              <a:gd name="connsiteX157" fmla="*/ 2428876 w 2543175"/>
              <a:gd name="connsiteY157" fmla="*/ 1785938 h 1890712"/>
              <a:gd name="connsiteX158" fmla="*/ 2466975 w 2543175"/>
              <a:gd name="connsiteY158" fmla="*/ 1783556 h 1890712"/>
              <a:gd name="connsiteX159" fmla="*/ 2481263 w 2543175"/>
              <a:gd name="connsiteY159" fmla="*/ 1795462 h 1890712"/>
              <a:gd name="connsiteX160" fmla="*/ 2486025 w 2543175"/>
              <a:gd name="connsiteY160" fmla="*/ 1802606 h 1890712"/>
              <a:gd name="connsiteX161" fmla="*/ 2514600 w 2543175"/>
              <a:gd name="connsiteY161" fmla="*/ 1850231 h 1890712"/>
              <a:gd name="connsiteX162" fmla="*/ 2519363 w 2543175"/>
              <a:gd name="connsiteY162" fmla="*/ 1857375 h 1890712"/>
              <a:gd name="connsiteX163" fmla="*/ 2540794 w 2543175"/>
              <a:gd name="connsiteY163" fmla="*/ 1883569 h 1890712"/>
              <a:gd name="connsiteX164" fmla="*/ 2543175 w 2543175"/>
              <a:gd name="connsiteY16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678782 w 2543175"/>
              <a:gd name="connsiteY103" fmla="*/ 1226344 h 1890712"/>
              <a:gd name="connsiteX104" fmla="*/ 1700213 w 2543175"/>
              <a:gd name="connsiteY104" fmla="*/ 1247775 h 1890712"/>
              <a:gd name="connsiteX105" fmla="*/ 1712119 w 2543175"/>
              <a:gd name="connsiteY105" fmla="*/ 1259681 h 1890712"/>
              <a:gd name="connsiteX106" fmla="*/ 1733550 w 2543175"/>
              <a:gd name="connsiteY106" fmla="*/ 1273969 h 1890712"/>
              <a:gd name="connsiteX107" fmla="*/ 1743075 w 2543175"/>
              <a:gd name="connsiteY107" fmla="*/ 1283494 h 1890712"/>
              <a:gd name="connsiteX108" fmla="*/ 1754982 w 2543175"/>
              <a:gd name="connsiteY108" fmla="*/ 1290637 h 1890712"/>
              <a:gd name="connsiteX109" fmla="*/ 1766888 w 2543175"/>
              <a:gd name="connsiteY109" fmla="*/ 1300162 h 1890712"/>
              <a:gd name="connsiteX110" fmla="*/ 1783557 w 2543175"/>
              <a:gd name="connsiteY110" fmla="*/ 1307306 h 1890712"/>
              <a:gd name="connsiteX111" fmla="*/ 1790700 w 2543175"/>
              <a:gd name="connsiteY111" fmla="*/ 1312069 h 1890712"/>
              <a:gd name="connsiteX112" fmla="*/ 1800225 w 2543175"/>
              <a:gd name="connsiteY112" fmla="*/ 1319212 h 1890712"/>
              <a:gd name="connsiteX113" fmla="*/ 1807369 w 2543175"/>
              <a:gd name="connsiteY113" fmla="*/ 1321594 h 1890712"/>
              <a:gd name="connsiteX114" fmla="*/ 1824038 w 2543175"/>
              <a:gd name="connsiteY114" fmla="*/ 1333500 h 1890712"/>
              <a:gd name="connsiteX115" fmla="*/ 1843088 w 2543175"/>
              <a:gd name="connsiteY115" fmla="*/ 1352550 h 1890712"/>
              <a:gd name="connsiteX116" fmla="*/ 1852613 w 2543175"/>
              <a:gd name="connsiteY116" fmla="*/ 1359694 h 1890712"/>
              <a:gd name="connsiteX117" fmla="*/ 1859757 w 2543175"/>
              <a:gd name="connsiteY117" fmla="*/ 1366837 h 1890712"/>
              <a:gd name="connsiteX118" fmla="*/ 1869282 w 2543175"/>
              <a:gd name="connsiteY118" fmla="*/ 1371600 h 1890712"/>
              <a:gd name="connsiteX119" fmla="*/ 1883569 w 2543175"/>
              <a:gd name="connsiteY119" fmla="*/ 1388269 h 1890712"/>
              <a:gd name="connsiteX120" fmla="*/ 1893094 w 2543175"/>
              <a:gd name="connsiteY120" fmla="*/ 1395412 h 1890712"/>
              <a:gd name="connsiteX121" fmla="*/ 1902619 w 2543175"/>
              <a:gd name="connsiteY121" fmla="*/ 1404937 h 1890712"/>
              <a:gd name="connsiteX122" fmla="*/ 1912144 w 2543175"/>
              <a:gd name="connsiteY122" fmla="*/ 1409700 h 1890712"/>
              <a:gd name="connsiteX123" fmla="*/ 1931194 w 2543175"/>
              <a:gd name="connsiteY123" fmla="*/ 1421606 h 1890712"/>
              <a:gd name="connsiteX124" fmla="*/ 1935957 w 2543175"/>
              <a:gd name="connsiteY124" fmla="*/ 1428750 h 1890712"/>
              <a:gd name="connsiteX125" fmla="*/ 1952625 w 2543175"/>
              <a:gd name="connsiteY125" fmla="*/ 1438275 h 1890712"/>
              <a:gd name="connsiteX126" fmla="*/ 1971675 w 2543175"/>
              <a:gd name="connsiteY126" fmla="*/ 1450181 h 1890712"/>
              <a:gd name="connsiteX127" fmla="*/ 1981200 w 2543175"/>
              <a:gd name="connsiteY127" fmla="*/ 1454944 h 1890712"/>
              <a:gd name="connsiteX128" fmla="*/ 1997869 w 2543175"/>
              <a:gd name="connsiteY128" fmla="*/ 1471612 h 1890712"/>
              <a:gd name="connsiteX129" fmla="*/ 2007394 w 2543175"/>
              <a:gd name="connsiteY129" fmla="*/ 1478756 h 1890712"/>
              <a:gd name="connsiteX130" fmla="*/ 2016919 w 2543175"/>
              <a:gd name="connsiteY130" fmla="*/ 1483519 h 1890712"/>
              <a:gd name="connsiteX131" fmla="*/ 2024063 w 2543175"/>
              <a:gd name="connsiteY131" fmla="*/ 1490662 h 1890712"/>
              <a:gd name="connsiteX132" fmla="*/ 2033588 w 2543175"/>
              <a:gd name="connsiteY132" fmla="*/ 1495425 h 1890712"/>
              <a:gd name="connsiteX133" fmla="*/ 2040732 w 2543175"/>
              <a:gd name="connsiteY133" fmla="*/ 1502569 h 1890712"/>
              <a:gd name="connsiteX134" fmla="*/ 2047875 w 2543175"/>
              <a:gd name="connsiteY134" fmla="*/ 1507331 h 1890712"/>
              <a:gd name="connsiteX135" fmla="*/ 2057400 w 2543175"/>
              <a:gd name="connsiteY135" fmla="*/ 1514475 h 1890712"/>
              <a:gd name="connsiteX136" fmla="*/ 2064544 w 2543175"/>
              <a:gd name="connsiteY136" fmla="*/ 1519237 h 1890712"/>
              <a:gd name="connsiteX137" fmla="*/ 2071688 w 2543175"/>
              <a:gd name="connsiteY137" fmla="*/ 1526381 h 1890712"/>
              <a:gd name="connsiteX138" fmla="*/ 2081213 w 2543175"/>
              <a:gd name="connsiteY138" fmla="*/ 1531144 h 1890712"/>
              <a:gd name="connsiteX139" fmla="*/ 2090738 w 2543175"/>
              <a:gd name="connsiteY139" fmla="*/ 1538287 h 1890712"/>
              <a:gd name="connsiteX140" fmla="*/ 2109788 w 2543175"/>
              <a:gd name="connsiteY140" fmla="*/ 1547812 h 1890712"/>
              <a:gd name="connsiteX141" fmla="*/ 2131219 w 2543175"/>
              <a:gd name="connsiteY141" fmla="*/ 1562100 h 1890712"/>
              <a:gd name="connsiteX142" fmla="*/ 2140744 w 2543175"/>
              <a:gd name="connsiteY142" fmla="*/ 1566862 h 1890712"/>
              <a:gd name="connsiteX143" fmla="*/ 2152650 w 2543175"/>
              <a:gd name="connsiteY143" fmla="*/ 1576387 h 1890712"/>
              <a:gd name="connsiteX144" fmla="*/ 2181225 w 2543175"/>
              <a:gd name="connsiteY144" fmla="*/ 1590675 h 1890712"/>
              <a:gd name="connsiteX145" fmla="*/ 2200275 w 2543175"/>
              <a:gd name="connsiteY145" fmla="*/ 1607344 h 1890712"/>
              <a:gd name="connsiteX146" fmla="*/ 2207419 w 2543175"/>
              <a:gd name="connsiteY146" fmla="*/ 1612106 h 1890712"/>
              <a:gd name="connsiteX147" fmla="*/ 2216944 w 2543175"/>
              <a:gd name="connsiteY147" fmla="*/ 1619250 h 1890712"/>
              <a:gd name="connsiteX148" fmla="*/ 2224088 w 2543175"/>
              <a:gd name="connsiteY148" fmla="*/ 1624012 h 1890712"/>
              <a:gd name="connsiteX149" fmla="*/ 2247900 w 2543175"/>
              <a:gd name="connsiteY149" fmla="*/ 1643062 h 1890712"/>
              <a:gd name="connsiteX150" fmla="*/ 2255044 w 2543175"/>
              <a:gd name="connsiteY150" fmla="*/ 1650206 h 1890712"/>
              <a:gd name="connsiteX151" fmla="*/ 2281238 w 2543175"/>
              <a:gd name="connsiteY151" fmla="*/ 1664494 h 1890712"/>
              <a:gd name="connsiteX152" fmla="*/ 2297907 w 2543175"/>
              <a:gd name="connsiteY152" fmla="*/ 1674019 h 1890712"/>
              <a:gd name="connsiteX153" fmla="*/ 2312194 w 2543175"/>
              <a:gd name="connsiteY153" fmla="*/ 1685925 h 1890712"/>
              <a:gd name="connsiteX154" fmla="*/ 2328863 w 2543175"/>
              <a:gd name="connsiteY154" fmla="*/ 1697831 h 1890712"/>
              <a:gd name="connsiteX155" fmla="*/ 2350294 w 2543175"/>
              <a:gd name="connsiteY155" fmla="*/ 1712119 h 1890712"/>
              <a:gd name="connsiteX156" fmla="*/ 2369344 w 2543175"/>
              <a:gd name="connsiteY156" fmla="*/ 1724025 h 1890712"/>
              <a:gd name="connsiteX157" fmla="*/ 2428876 w 2543175"/>
              <a:gd name="connsiteY157" fmla="*/ 1785938 h 1890712"/>
              <a:gd name="connsiteX158" fmla="*/ 2466975 w 2543175"/>
              <a:gd name="connsiteY158" fmla="*/ 1783556 h 1890712"/>
              <a:gd name="connsiteX159" fmla="*/ 2481263 w 2543175"/>
              <a:gd name="connsiteY159" fmla="*/ 1795462 h 1890712"/>
              <a:gd name="connsiteX160" fmla="*/ 2486025 w 2543175"/>
              <a:gd name="connsiteY160" fmla="*/ 1802606 h 1890712"/>
              <a:gd name="connsiteX161" fmla="*/ 2514600 w 2543175"/>
              <a:gd name="connsiteY161" fmla="*/ 1850231 h 1890712"/>
              <a:gd name="connsiteX162" fmla="*/ 2519363 w 2543175"/>
              <a:gd name="connsiteY162" fmla="*/ 1857375 h 1890712"/>
              <a:gd name="connsiteX163" fmla="*/ 2540794 w 2543175"/>
              <a:gd name="connsiteY163" fmla="*/ 1883569 h 1890712"/>
              <a:gd name="connsiteX164" fmla="*/ 2543175 w 2543175"/>
              <a:gd name="connsiteY16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24088 w 2543175"/>
              <a:gd name="connsiteY147" fmla="*/ 1624012 h 1890712"/>
              <a:gd name="connsiteX148" fmla="*/ 2247900 w 2543175"/>
              <a:gd name="connsiteY148" fmla="*/ 1643062 h 1890712"/>
              <a:gd name="connsiteX149" fmla="*/ 2255044 w 2543175"/>
              <a:gd name="connsiteY149" fmla="*/ 1650206 h 1890712"/>
              <a:gd name="connsiteX150" fmla="*/ 2281238 w 2543175"/>
              <a:gd name="connsiteY150" fmla="*/ 1664494 h 1890712"/>
              <a:gd name="connsiteX151" fmla="*/ 2297907 w 2543175"/>
              <a:gd name="connsiteY151" fmla="*/ 1674019 h 1890712"/>
              <a:gd name="connsiteX152" fmla="*/ 2312194 w 2543175"/>
              <a:gd name="connsiteY152" fmla="*/ 1685925 h 1890712"/>
              <a:gd name="connsiteX153" fmla="*/ 2328863 w 2543175"/>
              <a:gd name="connsiteY153" fmla="*/ 1697831 h 1890712"/>
              <a:gd name="connsiteX154" fmla="*/ 2350294 w 2543175"/>
              <a:gd name="connsiteY154" fmla="*/ 1712119 h 1890712"/>
              <a:gd name="connsiteX155" fmla="*/ 2369344 w 2543175"/>
              <a:gd name="connsiteY155" fmla="*/ 1724025 h 1890712"/>
              <a:gd name="connsiteX156" fmla="*/ 2428876 w 2543175"/>
              <a:gd name="connsiteY156" fmla="*/ 1785938 h 1890712"/>
              <a:gd name="connsiteX157" fmla="*/ 2466975 w 2543175"/>
              <a:gd name="connsiteY157" fmla="*/ 1783556 h 1890712"/>
              <a:gd name="connsiteX158" fmla="*/ 2481263 w 2543175"/>
              <a:gd name="connsiteY158" fmla="*/ 1795462 h 1890712"/>
              <a:gd name="connsiteX159" fmla="*/ 2486025 w 2543175"/>
              <a:gd name="connsiteY159" fmla="*/ 1802606 h 1890712"/>
              <a:gd name="connsiteX160" fmla="*/ 2514600 w 2543175"/>
              <a:gd name="connsiteY160" fmla="*/ 1850231 h 1890712"/>
              <a:gd name="connsiteX161" fmla="*/ 2519363 w 2543175"/>
              <a:gd name="connsiteY161" fmla="*/ 1857375 h 1890712"/>
              <a:gd name="connsiteX162" fmla="*/ 2540794 w 2543175"/>
              <a:gd name="connsiteY162" fmla="*/ 1883569 h 1890712"/>
              <a:gd name="connsiteX163" fmla="*/ 2543175 w 2543175"/>
              <a:gd name="connsiteY163"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24088 w 2543175"/>
              <a:gd name="connsiteY147" fmla="*/ 1624012 h 1890712"/>
              <a:gd name="connsiteX148" fmla="*/ 2247900 w 2543175"/>
              <a:gd name="connsiteY148" fmla="*/ 1643062 h 1890712"/>
              <a:gd name="connsiteX149" fmla="*/ 2255044 w 2543175"/>
              <a:gd name="connsiteY149" fmla="*/ 1650206 h 1890712"/>
              <a:gd name="connsiteX150" fmla="*/ 2281238 w 2543175"/>
              <a:gd name="connsiteY150" fmla="*/ 1664494 h 1890712"/>
              <a:gd name="connsiteX151" fmla="*/ 2297907 w 2543175"/>
              <a:gd name="connsiteY151" fmla="*/ 1674019 h 1890712"/>
              <a:gd name="connsiteX152" fmla="*/ 2312194 w 2543175"/>
              <a:gd name="connsiteY152" fmla="*/ 1685925 h 1890712"/>
              <a:gd name="connsiteX153" fmla="*/ 2328863 w 2543175"/>
              <a:gd name="connsiteY153" fmla="*/ 1697831 h 1890712"/>
              <a:gd name="connsiteX154" fmla="*/ 2350294 w 2543175"/>
              <a:gd name="connsiteY154" fmla="*/ 1712119 h 1890712"/>
              <a:gd name="connsiteX155" fmla="*/ 2428876 w 2543175"/>
              <a:gd name="connsiteY155" fmla="*/ 1785938 h 1890712"/>
              <a:gd name="connsiteX156" fmla="*/ 2466975 w 2543175"/>
              <a:gd name="connsiteY156" fmla="*/ 1783556 h 1890712"/>
              <a:gd name="connsiteX157" fmla="*/ 2481263 w 2543175"/>
              <a:gd name="connsiteY157" fmla="*/ 1795462 h 1890712"/>
              <a:gd name="connsiteX158" fmla="*/ 2486025 w 2543175"/>
              <a:gd name="connsiteY158" fmla="*/ 1802606 h 1890712"/>
              <a:gd name="connsiteX159" fmla="*/ 2514600 w 2543175"/>
              <a:gd name="connsiteY159" fmla="*/ 1850231 h 1890712"/>
              <a:gd name="connsiteX160" fmla="*/ 2519363 w 2543175"/>
              <a:gd name="connsiteY160" fmla="*/ 1857375 h 1890712"/>
              <a:gd name="connsiteX161" fmla="*/ 2540794 w 2543175"/>
              <a:gd name="connsiteY161" fmla="*/ 1883569 h 1890712"/>
              <a:gd name="connsiteX162" fmla="*/ 2543175 w 2543175"/>
              <a:gd name="connsiteY16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297907 w 2543175"/>
              <a:gd name="connsiteY150" fmla="*/ 1674019 h 1890712"/>
              <a:gd name="connsiteX151" fmla="*/ 2312194 w 2543175"/>
              <a:gd name="connsiteY151" fmla="*/ 1685925 h 1890712"/>
              <a:gd name="connsiteX152" fmla="*/ 2328863 w 2543175"/>
              <a:gd name="connsiteY152" fmla="*/ 1697831 h 1890712"/>
              <a:gd name="connsiteX153" fmla="*/ 2350294 w 2543175"/>
              <a:gd name="connsiteY153" fmla="*/ 1712119 h 1890712"/>
              <a:gd name="connsiteX154" fmla="*/ 2428876 w 2543175"/>
              <a:gd name="connsiteY154" fmla="*/ 1785938 h 1890712"/>
              <a:gd name="connsiteX155" fmla="*/ 2466975 w 2543175"/>
              <a:gd name="connsiteY155" fmla="*/ 1783556 h 1890712"/>
              <a:gd name="connsiteX156" fmla="*/ 2481263 w 2543175"/>
              <a:gd name="connsiteY156" fmla="*/ 1795462 h 1890712"/>
              <a:gd name="connsiteX157" fmla="*/ 2486025 w 2543175"/>
              <a:gd name="connsiteY157" fmla="*/ 1802606 h 1890712"/>
              <a:gd name="connsiteX158" fmla="*/ 2514600 w 2543175"/>
              <a:gd name="connsiteY158" fmla="*/ 1850231 h 1890712"/>
              <a:gd name="connsiteX159" fmla="*/ 2519363 w 2543175"/>
              <a:gd name="connsiteY159" fmla="*/ 1857375 h 1890712"/>
              <a:gd name="connsiteX160" fmla="*/ 2540794 w 2543175"/>
              <a:gd name="connsiteY160" fmla="*/ 1883569 h 1890712"/>
              <a:gd name="connsiteX161" fmla="*/ 2543175 w 2543175"/>
              <a:gd name="connsiteY161"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297907 w 2543175"/>
              <a:gd name="connsiteY150" fmla="*/ 1674019 h 1890712"/>
              <a:gd name="connsiteX151" fmla="*/ 2312194 w 2543175"/>
              <a:gd name="connsiteY151" fmla="*/ 1685925 h 1890712"/>
              <a:gd name="connsiteX152" fmla="*/ 2328863 w 2543175"/>
              <a:gd name="connsiteY152" fmla="*/ 1697831 h 1890712"/>
              <a:gd name="connsiteX153" fmla="*/ 2350294 w 2543175"/>
              <a:gd name="connsiteY153" fmla="*/ 1712119 h 1890712"/>
              <a:gd name="connsiteX154" fmla="*/ 2428876 w 2543175"/>
              <a:gd name="connsiteY154" fmla="*/ 1785938 h 1890712"/>
              <a:gd name="connsiteX155" fmla="*/ 2481263 w 2543175"/>
              <a:gd name="connsiteY155" fmla="*/ 1795462 h 1890712"/>
              <a:gd name="connsiteX156" fmla="*/ 2486025 w 2543175"/>
              <a:gd name="connsiteY156" fmla="*/ 1802606 h 1890712"/>
              <a:gd name="connsiteX157" fmla="*/ 2514600 w 2543175"/>
              <a:gd name="connsiteY157" fmla="*/ 1850231 h 1890712"/>
              <a:gd name="connsiteX158" fmla="*/ 2519363 w 2543175"/>
              <a:gd name="connsiteY158" fmla="*/ 1857375 h 1890712"/>
              <a:gd name="connsiteX159" fmla="*/ 2540794 w 2543175"/>
              <a:gd name="connsiteY159" fmla="*/ 1883569 h 1890712"/>
              <a:gd name="connsiteX160" fmla="*/ 2543175 w 2543175"/>
              <a:gd name="connsiteY16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297907 w 2543175"/>
              <a:gd name="connsiteY150" fmla="*/ 1674019 h 1890712"/>
              <a:gd name="connsiteX151" fmla="*/ 2312194 w 2543175"/>
              <a:gd name="connsiteY151" fmla="*/ 1685925 h 1890712"/>
              <a:gd name="connsiteX152" fmla="*/ 2328863 w 2543175"/>
              <a:gd name="connsiteY152" fmla="*/ 1697831 h 1890712"/>
              <a:gd name="connsiteX153" fmla="*/ 2350294 w 2543175"/>
              <a:gd name="connsiteY153" fmla="*/ 1712119 h 1890712"/>
              <a:gd name="connsiteX154" fmla="*/ 2428876 w 2543175"/>
              <a:gd name="connsiteY154" fmla="*/ 1785938 h 1890712"/>
              <a:gd name="connsiteX155" fmla="*/ 2481263 w 2543175"/>
              <a:gd name="connsiteY155" fmla="*/ 1795462 h 1890712"/>
              <a:gd name="connsiteX156" fmla="*/ 2514600 w 2543175"/>
              <a:gd name="connsiteY156" fmla="*/ 1850231 h 1890712"/>
              <a:gd name="connsiteX157" fmla="*/ 2519363 w 2543175"/>
              <a:gd name="connsiteY157" fmla="*/ 1857375 h 1890712"/>
              <a:gd name="connsiteX158" fmla="*/ 2540794 w 2543175"/>
              <a:gd name="connsiteY158" fmla="*/ 1883569 h 1890712"/>
              <a:gd name="connsiteX159" fmla="*/ 2543175 w 2543175"/>
              <a:gd name="connsiteY15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297907 w 2543175"/>
              <a:gd name="connsiteY150" fmla="*/ 1674019 h 1890712"/>
              <a:gd name="connsiteX151" fmla="*/ 2312194 w 2543175"/>
              <a:gd name="connsiteY151" fmla="*/ 1685925 h 1890712"/>
              <a:gd name="connsiteX152" fmla="*/ 2328863 w 2543175"/>
              <a:gd name="connsiteY152" fmla="*/ 1697831 h 1890712"/>
              <a:gd name="connsiteX153" fmla="*/ 2350294 w 2543175"/>
              <a:gd name="connsiteY153" fmla="*/ 1712119 h 1890712"/>
              <a:gd name="connsiteX154" fmla="*/ 2428876 w 2543175"/>
              <a:gd name="connsiteY154" fmla="*/ 1785938 h 1890712"/>
              <a:gd name="connsiteX155" fmla="*/ 2469356 w 2543175"/>
              <a:gd name="connsiteY155" fmla="*/ 1816894 h 1890712"/>
              <a:gd name="connsiteX156" fmla="*/ 2514600 w 2543175"/>
              <a:gd name="connsiteY156" fmla="*/ 1850231 h 1890712"/>
              <a:gd name="connsiteX157" fmla="*/ 2519363 w 2543175"/>
              <a:gd name="connsiteY157" fmla="*/ 1857375 h 1890712"/>
              <a:gd name="connsiteX158" fmla="*/ 2540794 w 2543175"/>
              <a:gd name="connsiteY158" fmla="*/ 1883569 h 1890712"/>
              <a:gd name="connsiteX159" fmla="*/ 2543175 w 2543175"/>
              <a:gd name="connsiteY15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297907 w 2543175"/>
              <a:gd name="connsiteY150" fmla="*/ 1674019 h 1890712"/>
              <a:gd name="connsiteX151" fmla="*/ 2312194 w 2543175"/>
              <a:gd name="connsiteY151" fmla="*/ 1685925 h 1890712"/>
              <a:gd name="connsiteX152" fmla="*/ 2350294 w 2543175"/>
              <a:gd name="connsiteY152" fmla="*/ 1712119 h 1890712"/>
              <a:gd name="connsiteX153" fmla="*/ 2428876 w 2543175"/>
              <a:gd name="connsiteY153" fmla="*/ 1785938 h 1890712"/>
              <a:gd name="connsiteX154" fmla="*/ 2469356 w 2543175"/>
              <a:gd name="connsiteY154" fmla="*/ 1816894 h 1890712"/>
              <a:gd name="connsiteX155" fmla="*/ 2514600 w 2543175"/>
              <a:gd name="connsiteY155" fmla="*/ 1850231 h 1890712"/>
              <a:gd name="connsiteX156" fmla="*/ 2519363 w 2543175"/>
              <a:gd name="connsiteY156" fmla="*/ 1857375 h 1890712"/>
              <a:gd name="connsiteX157" fmla="*/ 2540794 w 2543175"/>
              <a:gd name="connsiteY157" fmla="*/ 1883569 h 1890712"/>
              <a:gd name="connsiteX158" fmla="*/ 2543175 w 2543175"/>
              <a:gd name="connsiteY158"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312194 w 2543175"/>
              <a:gd name="connsiteY150" fmla="*/ 1685925 h 1890712"/>
              <a:gd name="connsiteX151" fmla="*/ 2350294 w 2543175"/>
              <a:gd name="connsiteY151" fmla="*/ 1712119 h 1890712"/>
              <a:gd name="connsiteX152" fmla="*/ 2428876 w 2543175"/>
              <a:gd name="connsiteY152" fmla="*/ 1785938 h 1890712"/>
              <a:gd name="connsiteX153" fmla="*/ 2469356 w 2543175"/>
              <a:gd name="connsiteY153" fmla="*/ 1816894 h 1890712"/>
              <a:gd name="connsiteX154" fmla="*/ 2514600 w 2543175"/>
              <a:gd name="connsiteY154" fmla="*/ 1850231 h 1890712"/>
              <a:gd name="connsiteX155" fmla="*/ 2519363 w 2543175"/>
              <a:gd name="connsiteY155" fmla="*/ 1857375 h 1890712"/>
              <a:gd name="connsiteX156" fmla="*/ 2540794 w 2543175"/>
              <a:gd name="connsiteY156" fmla="*/ 1883569 h 1890712"/>
              <a:gd name="connsiteX157" fmla="*/ 2543175 w 2543175"/>
              <a:gd name="connsiteY157"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81238 w 2543175"/>
              <a:gd name="connsiteY148" fmla="*/ 1664494 h 1890712"/>
              <a:gd name="connsiteX149" fmla="*/ 2312194 w 2543175"/>
              <a:gd name="connsiteY149" fmla="*/ 1685925 h 1890712"/>
              <a:gd name="connsiteX150" fmla="*/ 2350294 w 2543175"/>
              <a:gd name="connsiteY150" fmla="*/ 1712119 h 1890712"/>
              <a:gd name="connsiteX151" fmla="*/ 2428876 w 2543175"/>
              <a:gd name="connsiteY151" fmla="*/ 1785938 h 1890712"/>
              <a:gd name="connsiteX152" fmla="*/ 2469356 w 2543175"/>
              <a:gd name="connsiteY152" fmla="*/ 1816894 h 1890712"/>
              <a:gd name="connsiteX153" fmla="*/ 2514600 w 2543175"/>
              <a:gd name="connsiteY153" fmla="*/ 1850231 h 1890712"/>
              <a:gd name="connsiteX154" fmla="*/ 2519363 w 2543175"/>
              <a:gd name="connsiteY154" fmla="*/ 1857375 h 1890712"/>
              <a:gd name="connsiteX155" fmla="*/ 2540794 w 2543175"/>
              <a:gd name="connsiteY155" fmla="*/ 1883569 h 1890712"/>
              <a:gd name="connsiteX156" fmla="*/ 2543175 w 2543175"/>
              <a:gd name="connsiteY15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81238 w 2543175"/>
              <a:gd name="connsiteY148" fmla="*/ 1674019 h 1890712"/>
              <a:gd name="connsiteX149" fmla="*/ 2312194 w 2543175"/>
              <a:gd name="connsiteY149" fmla="*/ 1685925 h 1890712"/>
              <a:gd name="connsiteX150" fmla="*/ 2350294 w 2543175"/>
              <a:gd name="connsiteY150" fmla="*/ 1712119 h 1890712"/>
              <a:gd name="connsiteX151" fmla="*/ 2428876 w 2543175"/>
              <a:gd name="connsiteY151" fmla="*/ 1785938 h 1890712"/>
              <a:gd name="connsiteX152" fmla="*/ 2469356 w 2543175"/>
              <a:gd name="connsiteY152" fmla="*/ 1816894 h 1890712"/>
              <a:gd name="connsiteX153" fmla="*/ 2514600 w 2543175"/>
              <a:gd name="connsiteY153" fmla="*/ 1850231 h 1890712"/>
              <a:gd name="connsiteX154" fmla="*/ 2519363 w 2543175"/>
              <a:gd name="connsiteY154" fmla="*/ 1857375 h 1890712"/>
              <a:gd name="connsiteX155" fmla="*/ 2540794 w 2543175"/>
              <a:gd name="connsiteY155" fmla="*/ 1883569 h 1890712"/>
              <a:gd name="connsiteX156" fmla="*/ 2543175 w 2543175"/>
              <a:gd name="connsiteY15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81238 w 2543175"/>
              <a:gd name="connsiteY148" fmla="*/ 1674019 h 1890712"/>
              <a:gd name="connsiteX149" fmla="*/ 2312194 w 2543175"/>
              <a:gd name="connsiteY149" fmla="*/ 1702594 h 1890712"/>
              <a:gd name="connsiteX150" fmla="*/ 2350294 w 2543175"/>
              <a:gd name="connsiteY150" fmla="*/ 1712119 h 1890712"/>
              <a:gd name="connsiteX151" fmla="*/ 2428876 w 2543175"/>
              <a:gd name="connsiteY151" fmla="*/ 1785938 h 1890712"/>
              <a:gd name="connsiteX152" fmla="*/ 2469356 w 2543175"/>
              <a:gd name="connsiteY152" fmla="*/ 1816894 h 1890712"/>
              <a:gd name="connsiteX153" fmla="*/ 2514600 w 2543175"/>
              <a:gd name="connsiteY153" fmla="*/ 1850231 h 1890712"/>
              <a:gd name="connsiteX154" fmla="*/ 2519363 w 2543175"/>
              <a:gd name="connsiteY154" fmla="*/ 1857375 h 1890712"/>
              <a:gd name="connsiteX155" fmla="*/ 2540794 w 2543175"/>
              <a:gd name="connsiteY155" fmla="*/ 1883569 h 1890712"/>
              <a:gd name="connsiteX156" fmla="*/ 2543175 w 2543175"/>
              <a:gd name="connsiteY15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81238 w 2543175"/>
              <a:gd name="connsiteY148" fmla="*/ 1674019 h 1890712"/>
              <a:gd name="connsiteX149" fmla="*/ 2312194 w 2543175"/>
              <a:gd name="connsiteY149" fmla="*/ 1702594 h 1890712"/>
              <a:gd name="connsiteX150" fmla="*/ 2369344 w 2543175"/>
              <a:gd name="connsiteY150" fmla="*/ 1757363 h 1890712"/>
              <a:gd name="connsiteX151" fmla="*/ 2428876 w 2543175"/>
              <a:gd name="connsiteY151" fmla="*/ 1785938 h 1890712"/>
              <a:gd name="connsiteX152" fmla="*/ 2469356 w 2543175"/>
              <a:gd name="connsiteY152" fmla="*/ 1816894 h 1890712"/>
              <a:gd name="connsiteX153" fmla="*/ 2514600 w 2543175"/>
              <a:gd name="connsiteY153" fmla="*/ 1850231 h 1890712"/>
              <a:gd name="connsiteX154" fmla="*/ 2519363 w 2543175"/>
              <a:gd name="connsiteY154" fmla="*/ 1857375 h 1890712"/>
              <a:gd name="connsiteX155" fmla="*/ 2540794 w 2543175"/>
              <a:gd name="connsiteY155" fmla="*/ 1883569 h 1890712"/>
              <a:gd name="connsiteX156" fmla="*/ 2543175 w 2543175"/>
              <a:gd name="connsiteY15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907257 w 2543175"/>
              <a:gd name="connsiteY66" fmla="*/ 683419 h 1890712"/>
              <a:gd name="connsiteX67" fmla="*/ 928688 w 2543175"/>
              <a:gd name="connsiteY67" fmla="*/ 695325 h 1890712"/>
              <a:gd name="connsiteX68" fmla="*/ 942975 w 2543175"/>
              <a:gd name="connsiteY68" fmla="*/ 700087 h 1890712"/>
              <a:gd name="connsiteX69" fmla="*/ 964407 w 2543175"/>
              <a:gd name="connsiteY69" fmla="*/ 716756 h 1890712"/>
              <a:gd name="connsiteX70" fmla="*/ 971550 w 2543175"/>
              <a:gd name="connsiteY70" fmla="*/ 723900 h 1890712"/>
              <a:gd name="connsiteX71" fmla="*/ 983457 w 2543175"/>
              <a:gd name="connsiteY71" fmla="*/ 733425 h 1890712"/>
              <a:gd name="connsiteX72" fmla="*/ 990600 w 2543175"/>
              <a:gd name="connsiteY72" fmla="*/ 738187 h 1890712"/>
              <a:gd name="connsiteX73" fmla="*/ 1007269 w 2543175"/>
              <a:gd name="connsiteY73" fmla="*/ 752475 h 1890712"/>
              <a:gd name="connsiteX74" fmla="*/ 1031082 w 2543175"/>
              <a:gd name="connsiteY74" fmla="*/ 766762 h 1890712"/>
              <a:gd name="connsiteX75" fmla="*/ 1042988 w 2543175"/>
              <a:gd name="connsiteY75" fmla="*/ 773906 h 1890712"/>
              <a:gd name="connsiteX76" fmla="*/ 1071563 w 2543175"/>
              <a:gd name="connsiteY76" fmla="*/ 785812 h 1890712"/>
              <a:gd name="connsiteX77" fmla="*/ 1097757 w 2543175"/>
              <a:gd name="connsiteY77" fmla="*/ 807244 h 1890712"/>
              <a:gd name="connsiteX78" fmla="*/ 1104900 w 2543175"/>
              <a:gd name="connsiteY78" fmla="*/ 814387 h 1890712"/>
              <a:gd name="connsiteX79" fmla="*/ 1121569 w 2543175"/>
              <a:gd name="connsiteY79" fmla="*/ 823912 h 1890712"/>
              <a:gd name="connsiteX80" fmla="*/ 1138238 w 2543175"/>
              <a:gd name="connsiteY80" fmla="*/ 835819 h 1890712"/>
              <a:gd name="connsiteX81" fmla="*/ 1147763 w 2543175"/>
              <a:gd name="connsiteY81" fmla="*/ 842962 h 1890712"/>
              <a:gd name="connsiteX82" fmla="*/ 1157288 w 2543175"/>
              <a:gd name="connsiteY82" fmla="*/ 847725 h 1890712"/>
              <a:gd name="connsiteX83" fmla="*/ 1178719 w 2543175"/>
              <a:gd name="connsiteY83" fmla="*/ 859631 h 1890712"/>
              <a:gd name="connsiteX84" fmla="*/ 1188244 w 2543175"/>
              <a:gd name="connsiteY84" fmla="*/ 866775 h 1890712"/>
              <a:gd name="connsiteX85" fmla="*/ 1195388 w 2543175"/>
              <a:gd name="connsiteY85" fmla="*/ 871537 h 1890712"/>
              <a:gd name="connsiteX86" fmla="*/ 1212057 w 2543175"/>
              <a:gd name="connsiteY86" fmla="*/ 883444 h 1890712"/>
              <a:gd name="connsiteX87" fmla="*/ 1226344 w 2543175"/>
              <a:gd name="connsiteY87" fmla="*/ 895350 h 1890712"/>
              <a:gd name="connsiteX88" fmla="*/ 1245394 w 2543175"/>
              <a:gd name="connsiteY88" fmla="*/ 907256 h 1890712"/>
              <a:gd name="connsiteX89" fmla="*/ 1254919 w 2543175"/>
              <a:gd name="connsiteY89" fmla="*/ 914400 h 1890712"/>
              <a:gd name="connsiteX90" fmla="*/ 1269207 w 2543175"/>
              <a:gd name="connsiteY90" fmla="*/ 921544 h 1890712"/>
              <a:gd name="connsiteX91" fmla="*/ 1290638 w 2543175"/>
              <a:gd name="connsiteY91" fmla="*/ 935831 h 1890712"/>
              <a:gd name="connsiteX92" fmla="*/ 1307307 w 2543175"/>
              <a:gd name="connsiteY92" fmla="*/ 952500 h 1890712"/>
              <a:gd name="connsiteX93" fmla="*/ 1333500 w 2543175"/>
              <a:gd name="connsiteY93" fmla="*/ 971550 h 1890712"/>
              <a:gd name="connsiteX94" fmla="*/ 1359694 w 2543175"/>
              <a:gd name="connsiteY94" fmla="*/ 990600 h 1890712"/>
              <a:gd name="connsiteX95" fmla="*/ 1385888 w 2543175"/>
              <a:gd name="connsiteY95" fmla="*/ 1021557 h 1890712"/>
              <a:gd name="connsiteX96" fmla="*/ 1435894 w 2543175"/>
              <a:gd name="connsiteY96" fmla="*/ 1054894 h 1890712"/>
              <a:gd name="connsiteX97" fmla="*/ 1497806 w 2543175"/>
              <a:gd name="connsiteY97" fmla="*/ 1104900 h 1890712"/>
              <a:gd name="connsiteX98" fmla="*/ 1559718 w 2543175"/>
              <a:gd name="connsiteY98" fmla="*/ 1154906 h 1890712"/>
              <a:gd name="connsiteX99" fmla="*/ 1595438 w 2543175"/>
              <a:gd name="connsiteY99" fmla="*/ 1181100 h 1890712"/>
              <a:gd name="connsiteX100" fmla="*/ 1628775 w 2543175"/>
              <a:gd name="connsiteY100" fmla="*/ 1207294 h 1890712"/>
              <a:gd name="connsiteX101" fmla="*/ 1662113 w 2543175"/>
              <a:gd name="connsiteY101" fmla="*/ 1231107 h 1890712"/>
              <a:gd name="connsiteX102" fmla="*/ 1700213 w 2543175"/>
              <a:gd name="connsiteY102" fmla="*/ 1247775 h 1890712"/>
              <a:gd name="connsiteX103" fmla="*/ 1712119 w 2543175"/>
              <a:gd name="connsiteY103" fmla="*/ 1259681 h 1890712"/>
              <a:gd name="connsiteX104" fmla="*/ 1733550 w 2543175"/>
              <a:gd name="connsiteY104" fmla="*/ 1273969 h 1890712"/>
              <a:gd name="connsiteX105" fmla="*/ 1743075 w 2543175"/>
              <a:gd name="connsiteY105" fmla="*/ 1283494 h 1890712"/>
              <a:gd name="connsiteX106" fmla="*/ 1754982 w 2543175"/>
              <a:gd name="connsiteY106" fmla="*/ 1290637 h 1890712"/>
              <a:gd name="connsiteX107" fmla="*/ 1766888 w 2543175"/>
              <a:gd name="connsiteY107" fmla="*/ 1300162 h 1890712"/>
              <a:gd name="connsiteX108" fmla="*/ 1783557 w 2543175"/>
              <a:gd name="connsiteY108" fmla="*/ 1307306 h 1890712"/>
              <a:gd name="connsiteX109" fmla="*/ 1790700 w 2543175"/>
              <a:gd name="connsiteY109" fmla="*/ 1312069 h 1890712"/>
              <a:gd name="connsiteX110" fmla="*/ 1800225 w 2543175"/>
              <a:gd name="connsiteY110" fmla="*/ 1319212 h 1890712"/>
              <a:gd name="connsiteX111" fmla="*/ 1807369 w 2543175"/>
              <a:gd name="connsiteY111" fmla="*/ 1321594 h 1890712"/>
              <a:gd name="connsiteX112" fmla="*/ 1824038 w 2543175"/>
              <a:gd name="connsiteY112" fmla="*/ 1333500 h 1890712"/>
              <a:gd name="connsiteX113" fmla="*/ 1843088 w 2543175"/>
              <a:gd name="connsiteY113" fmla="*/ 1352550 h 1890712"/>
              <a:gd name="connsiteX114" fmla="*/ 1852613 w 2543175"/>
              <a:gd name="connsiteY114" fmla="*/ 1359694 h 1890712"/>
              <a:gd name="connsiteX115" fmla="*/ 1859757 w 2543175"/>
              <a:gd name="connsiteY115" fmla="*/ 1366837 h 1890712"/>
              <a:gd name="connsiteX116" fmla="*/ 1869282 w 2543175"/>
              <a:gd name="connsiteY116" fmla="*/ 1371600 h 1890712"/>
              <a:gd name="connsiteX117" fmla="*/ 1883569 w 2543175"/>
              <a:gd name="connsiteY117" fmla="*/ 1388269 h 1890712"/>
              <a:gd name="connsiteX118" fmla="*/ 1893094 w 2543175"/>
              <a:gd name="connsiteY118" fmla="*/ 1395412 h 1890712"/>
              <a:gd name="connsiteX119" fmla="*/ 1902619 w 2543175"/>
              <a:gd name="connsiteY119" fmla="*/ 1404937 h 1890712"/>
              <a:gd name="connsiteX120" fmla="*/ 1912144 w 2543175"/>
              <a:gd name="connsiteY120" fmla="*/ 1409700 h 1890712"/>
              <a:gd name="connsiteX121" fmla="*/ 1931194 w 2543175"/>
              <a:gd name="connsiteY121" fmla="*/ 1421606 h 1890712"/>
              <a:gd name="connsiteX122" fmla="*/ 1935957 w 2543175"/>
              <a:gd name="connsiteY122" fmla="*/ 1428750 h 1890712"/>
              <a:gd name="connsiteX123" fmla="*/ 1952625 w 2543175"/>
              <a:gd name="connsiteY123" fmla="*/ 1438275 h 1890712"/>
              <a:gd name="connsiteX124" fmla="*/ 1971675 w 2543175"/>
              <a:gd name="connsiteY124" fmla="*/ 1450181 h 1890712"/>
              <a:gd name="connsiteX125" fmla="*/ 1981200 w 2543175"/>
              <a:gd name="connsiteY125" fmla="*/ 1454944 h 1890712"/>
              <a:gd name="connsiteX126" fmla="*/ 1997869 w 2543175"/>
              <a:gd name="connsiteY126" fmla="*/ 1471612 h 1890712"/>
              <a:gd name="connsiteX127" fmla="*/ 2007394 w 2543175"/>
              <a:gd name="connsiteY127" fmla="*/ 1478756 h 1890712"/>
              <a:gd name="connsiteX128" fmla="*/ 2016919 w 2543175"/>
              <a:gd name="connsiteY128" fmla="*/ 1483519 h 1890712"/>
              <a:gd name="connsiteX129" fmla="*/ 2024063 w 2543175"/>
              <a:gd name="connsiteY129" fmla="*/ 1490662 h 1890712"/>
              <a:gd name="connsiteX130" fmla="*/ 2033588 w 2543175"/>
              <a:gd name="connsiteY130" fmla="*/ 1495425 h 1890712"/>
              <a:gd name="connsiteX131" fmla="*/ 2040732 w 2543175"/>
              <a:gd name="connsiteY131" fmla="*/ 1502569 h 1890712"/>
              <a:gd name="connsiteX132" fmla="*/ 2047875 w 2543175"/>
              <a:gd name="connsiteY132" fmla="*/ 1507331 h 1890712"/>
              <a:gd name="connsiteX133" fmla="*/ 2057400 w 2543175"/>
              <a:gd name="connsiteY133" fmla="*/ 1514475 h 1890712"/>
              <a:gd name="connsiteX134" fmla="*/ 2064544 w 2543175"/>
              <a:gd name="connsiteY134" fmla="*/ 1519237 h 1890712"/>
              <a:gd name="connsiteX135" fmla="*/ 2071688 w 2543175"/>
              <a:gd name="connsiteY135" fmla="*/ 1526381 h 1890712"/>
              <a:gd name="connsiteX136" fmla="*/ 2081213 w 2543175"/>
              <a:gd name="connsiteY136" fmla="*/ 1531144 h 1890712"/>
              <a:gd name="connsiteX137" fmla="*/ 2090738 w 2543175"/>
              <a:gd name="connsiteY137" fmla="*/ 1538287 h 1890712"/>
              <a:gd name="connsiteX138" fmla="*/ 2109788 w 2543175"/>
              <a:gd name="connsiteY138" fmla="*/ 1547812 h 1890712"/>
              <a:gd name="connsiteX139" fmla="*/ 2131219 w 2543175"/>
              <a:gd name="connsiteY139" fmla="*/ 1562100 h 1890712"/>
              <a:gd name="connsiteX140" fmla="*/ 2140744 w 2543175"/>
              <a:gd name="connsiteY140" fmla="*/ 1566862 h 1890712"/>
              <a:gd name="connsiteX141" fmla="*/ 2152650 w 2543175"/>
              <a:gd name="connsiteY141" fmla="*/ 1576387 h 1890712"/>
              <a:gd name="connsiteX142" fmla="*/ 2181225 w 2543175"/>
              <a:gd name="connsiteY142" fmla="*/ 1590675 h 1890712"/>
              <a:gd name="connsiteX143" fmla="*/ 2200275 w 2543175"/>
              <a:gd name="connsiteY143" fmla="*/ 1607344 h 1890712"/>
              <a:gd name="connsiteX144" fmla="*/ 2207419 w 2543175"/>
              <a:gd name="connsiteY144" fmla="*/ 1612106 h 1890712"/>
              <a:gd name="connsiteX145" fmla="*/ 2216944 w 2543175"/>
              <a:gd name="connsiteY145" fmla="*/ 1619250 h 1890712"/>
              <a:gd name="connsiteX146" fmla="*/ 2247900 w 2543175"/>
              <a:gd name="connsiteY146" fmla="*/ 1643062 h 1890712"/>
              <a:gd name="connsiteX147" fmla="*/ 2281238 w 2543175"/>
              <a:gd name="connsiteY147" fmla="*/ 1674019 h 1890712"/>
              <a:gd name="connsiteX148" fmla="*/ 2312194 w 2543175"/>
              <a:gd name="connsiteY148" fmla="*/ 1702594 h 1890712"/>
              <a:gd name="connsiteX149" fmla="*/ 2369344 w 2543175"/>
              <a:gd name="connsiteY149" fmla="*/ 1757363 h 1890712"/>
              <a:gd name="connsiteX150" fmla="*/ 2428876 w 2543175"/>
              <a:gd name="connsiteY150" fmla="*/ 1785938 h 1890712"/>
              <a:gd name="connsiteX151" fmla="*/ 2469356 w 2543175"/>
              <a:gd name="connsiteY151" fmla="*/ 1816894 h 1890712"/>
              <a:gd name="connsiteX152" fmla="*/ 2514600 w 2543175"/>
              <a:gd name="connsiteY152" fmla="*/ 1850231 h 1890712"/>
              <a:gd name="connsiteX153" fmla="*/ 2519363 w 2543175"/>
              <a:gd name="connsiteY153" fmla="*/ 1857375 h 1890712"/>
              <a:gd name="connsiteX154" fmla="*/ 2540794 w 2543175"/>
              <a:gd name="connsiteY154" fmla="*/ 1883569 h 1890712"/>
              <a:gd name="connsiteX155" fmla="*/ 2543175 w 2543175"/>
              <a:gd name="connsiteY155"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88207 w 2543175"/>
              <a:gd name="connsiteY64" fmla="*/ 676275 h 1890712"/>
              <a:gd name="connsiteX65" fmla="*/ 907257 w 2543175"/>
              <a:gd name="connsiteY65" fmla="*/ 683419 h 1890712"/>
              <a:gd name="connsiteX66" fmla="*/ 928688 w 2543175"/>
              <a:gd name="connsiteY66" fmla="*/ 695325 h 1890712"/>
              <a:gd name="connsiteX67" fmla="*/ 942975 w 2543175"/>
              <a:gd name="connsiteY67" fmla="*/ 700087 h 1890712"/>
              <a:gd name="connsiteX68" fmla="*/ 964407 w 2543175"/>
              <a:gd name="connsiteY68" fmla="*/ 716756 h 1890712"/>
              <a:gd name="connsiteX69" fmla="*/ 971550 w 2543175"/>
              <a:gd name="connsiteY69" fmla="*/ 723900 h 1890712"/>
              <a:gd name="connsiteX70" fmla="*/ 983457 w 2543175"/>
              <a:gd name="connsiteY70" fmla="*/ 733425 h 1890712"/>
              <a:gd name="connsiteX71" fmla="*/ 990600 w 2543175"/>
              <a:gd name="connsiteY71" fmla="*/ 738187 h 1890712"/>
              <a:gd name="connsiteX72" fmla="*/ 1007269 w 2543175"/>
              <a:gd name="connsiteY72" fmla="*/ 752475 h 1890712"/>
              <a:gd name="connsiteX73" fmla="*/ 1031082 w 2543175"/>
              <a:gd name="connsiteY73" fmla="*/ 766762 h 1890712"/>
              <a:gd name="connsiteX74" fmla="*/ 1042988 w 2543175"/>
              <a:gd name="connsiteY74" fmla="*/ 773906 h 1890712"/>
              <a:gd name="connsiteX75" fmla="*/ 1071563 w 2543175"/>
              <a:gd name="connsiteY75" fmla="*/ 785812 h 1890712"/>
              <a:gd name="connsiteX76" fmla="*/ 1097757 w 2543175"/>
              <a:gd name="connsiteY76" fmla="*/ 807244 h 1890712"/>
              <a:gd name="connsiteX77" fmla="*/ 1104900 w 2543175"/>
              <a:gd name="connsiteY77" fmla="*/ 814387 h 1890712"/>
              <a:gd name="connsiteX78" fmla="*/ 1121569 w 2543175"/>
              <a:gd name="connsiteY78" fmla="*/ 823912 h 1890712"/>
              <a:gd name="connsiteX79" fmla="*/ 1138238 w 2543175"/>
              <a:gd name="connsiteY79" fmla="*/ 835819 h 1890712"/>
              <a:gd name="connsiteX80" fmla="*/ 1147763 w 2543175"/>
              <a:gd name="connsiteY80" fmla="*/ 842962 h 1890712"/>
              <a:gd name="connsiteX81" fmla="*/ 1157288 w 2543175"/>
              <a:gd name="connsiteY81" fmla="*/ 847725 h 1890712"/>
              <a:gd name="connsiteX82" fmla="*/ 1178719 w 2543175"/>
              <a:gd name="connsiteY82" fmla="*/ 859631 h 1890712"/>
              <a:gd name="connsiteX83" fmla="*/ 1188244 w 2543175"/>
              <a:gd name="connsiteY83" fmla="*/ 866775 h 1890712"/>
              <a:gd name="connsiteX84" fmla="*/ 1195388 w 2543175"/>
              <a:gd name="connsiteY84" fmla="*/ 871537 h 1890712"/>
              <a:gd name="connsiteX85" fmla="*/ 1212057 w 2543175"/>
              <a:gd name="connsiteY85" fmla="*/ 883444 h 1890712"/>
              <a:gd name="connsiteX86" fmla="*/ 1226344 w 2543175"/>
              <a:gd name="connsiteY86" fmla="*/ 895350 h 1890712"/>
              <a:gd name="connsiteX87" fmla="*/ 1245394 w 2543175"/>
              <a:gd name="connsiteY87" fmla="*/ 907256 h 1890712"/>
              <a:gd name="connsiteX88" fmla="*/ 1254919 w 2543175"/>
              <a:gd name="connsiteY88" fmla="*/ 914400 h 1890712"/>
              <a:gd name="connsiteX89" fmla="*/ 1269207 w 2543175"/>
              <a:gd name="connsiteY89" fmla="*/ 921544 h 1890712"/>
              <a:gd name="connsiteX90" fmla="*/ 1290638 w 2543175"/>
              <a:gd name="connsiteY90" fmla="*/ 935831 h 1890712"/>
              <a:gd name="connsiteX91" fmla="*/ 1307307 w 2543175"/>
              <a:gd name="connsiteY91" fmla="*/ 952500 h 1890712"/>
              <a:gd name="connsiteX92" fmla="*/ 1333500 w 2543175"/>
              <a:gd name="connsiteY92" fmla="*/ 971550 h 1890712"/>
              <a:gd name="connsiteX93" fmla="*/ 1359694 w 2543175"/>
              <a:gd name="connsiteY93" fmla="*/ 990600 h 1890712"/>
              <a:gd name="connsiteX94" fmla="*/ 1385888 w 2543175"/>
              <a:gd name="connsiteY94" fmla="*/ 1021557 h 1890712"/>
              <a:gd name="connsiteX95" fmla="*/ 1435894 w 2543175"/>
              <a:gd name="connsiteY95" fmla="*/ 1054894 h 1890712"/>
              <a:gd name="connsiteX96" fmla="*/ 1497806 w 2543175"/>
              <a:gd name="connsiteY96" fmla="*/ 1104900 h 1890712"/>
              <a:gd name="connsiteX97" fmla="*/ 1559718 w 2543175"/>
              <a:gd name="connsiteY97" fmla="*/ 1154906 h 1890712"/>
              <a:gd name="connsiteX98" fmla="*/ 1595438 w 2543175"/>
              <a:gd name="connsiteY98" fmla="*/ 1181100 h 1890712"/>
              <a:gd name="connsiteX99" fmla="*/ 1628775 w 2543175"/>
              <a:gd name="connsiteY99" fmla="*/ 1207294 h 1890712"/>
              <a:gd name="connsiteX100" fmla="*/ 1662113 w 2543175"/>
              <a:gd name="connsiteY100" fmla="*/ 1231107 h 1890712"/>
              <a:gd name="connsiteX101" fmla="*/ 1700213 w 2543175"/>
              <a:gd name="connsiteY101" fmla="*/ 1247775 h 1890712"/>
              <a:gd name="connsiteX102" fmla="*/ 1712119 w 2543175"/>
              <a:gd name="connsiteY102" fmla="*/ 1259681 h 1890712"/>
              <a:gd name="connsiteX103" fmla="*/ 1733550 w 2543175"/>
              <a:gd name="connsiteY103" fmla="*/ 1273969 h 1890712"/>
              <a:gd name="connsiteX104" fmla="*/ 1743075 w 2543175"/>
              <a:gd name="connsiteY104" fmla="*/ 1283494 h 1890712"/>
              <a:gd name="connsiteX105" fmla="*/ 1754982 w 2543175"/>
              <a:gd name="connsiteY105" fmla="*/ 1290637 h 1890712"/>
              <a:gd name="connsiteX106" fmla="*/ 1766888 w 2543175"/>
              <a:gd name="connsiteY106" fmla="*/ 1300162 h 1890712"/>
              <a:gd name="connsiteX107" fmla="*/ 1783557 w 2543175"/>
              <a:gd name="connsiteY107" fmla="*/ 1307306 h 1890712"/>
              <a:gd name="connsiteX108" fmla="*/ 1790700 w 2543175"/>
              <a:gd name="connsiteY108" fmla="*/ 1312069 h 1890712"/>
              <a:gd name="connsiteX109" fmla="*/ 1800225 w 2543175"/>
              <a:gd name="connsiteY109" fmla="*/ 1319212 h 1890712"/>
              <a:gd name="connsiteX110" fmla="*/ 1807369 w 2543175"/>
              <a:gd name="connsiteY110" fmla="*/ 1321594 h 1890712"/>
              <a:gd name="connsiteX111" fmla="*/ 1824038 w 2543175"/>
              <a:gd name="connsiteY111" fmla="*/ 1333500 h 1890712"/>
              <a:gd name="connsiteX112" fmla="*/ 1843088 w 2543175"/>
              <a:gd name="connsiteY112" fmla="*/ 1352550 h 1890712"/>
              <a:gd name="connsiteX113" fmla="*/ 1852613 w 2543175"/>
              <a:gd name="connsiteY113" fmla="*/ 1359694 h 1890712"/>
              <a:gd name="connsiteX114" fmla="*/ 1859757 w 2543175"/>
              <a:gd name="connsiteY114" fmla="*/ 1366837 h 1890712"/>
              <a:gd name="connsiteX115" fmla="*/ 1869282 w 2543175"/>
              <a:gd name="connsiteY115" fmla="*/ 1371600 h 1890712"/>
              <a:gd name="connsiteX116" fmla="*/ 1883569 w 2543175"/>
              <a:gd name="connsiteY116" fmla="*/ 1388269 h 1890712"/>
              <a:gd name="connsiteX117" fmla="*/ 1893094 w 2543175"/>
              <a:gd name="connsiteY117" fmla="*/ 1395412 h 1890712"/>
              <a:gd name="connsiteX118" fmla="*/ 1902619 w 2543175"/>
              <a:gd name="connsiteY118" fmla="*/ 1404937 h 1890712"/>
              <a:gd name="connsiteX119" fmla="*/ 1912144 w 2543175"/>
              <a:gd name="connsiteY119" fmla="*/ 1409700 h 1890712"/>
              <a:gd name="connsiteX120" fmla="*/ 1931194 w 2543175"/>
              <a:gd name="connsiteY120" fmla="*/ 1421606 h 1890712"/>
              <a:gd name="connsiteX121" fmla="*/ 1935957 w 2543175"/>
              <a:gd name="connsiteY121" fmla="*/ 1428750 h 1890712"/>
              <a:gd name="connsiteX122" fmla="*/ 1952625 w 2543175"/>
              <a:gd name="connsiteY122" fmla="*/ 1438275 h 1890712"/>
              <a:gd name="connsiteX123" fmla="*/ 1971675 w 2543175"/>
              <a:gd name="connsiteY123" fmla="*/ 1450181 h 1890712"/>
              <a:gd name="connsiteX124" fmla="*/ 1981200 w 2543175"/>
              <a:gd name="connsiteY124" fmla="*/ 1454944 h 1890712"/>
              <a:gd name="connsiteX125" fmla="*/ 1997869 w 2543175"/>
              <a:gd name="connsiteY125" fmla="*/ 1471612 h 1890712"/>
              <a:gd name="connsiteX126" fmla="*/ 2007394 w 2543175"/>
              <a:gd name="connsiteY126" fmla="*/ 1478756 h 1890712"/>
              <a:gd name="connsiteX127" fmla="*/ 2016919 w 2543175"/>
              <a:gd name="connsiteY127" fmla="*/ 1483519 h 1890712"/>
              <a:gd name="connsiteX128" fmla="*/ 2024063 w 2543175"/>
              <a:gd name="connsiteY128" fmla="*/ 1490662 h 1890712"/>
              <a:gd name="connsiteX129" fmla="*/ 2033588 w 2543175"/>
              <a:gd name="connsiteY129" fmla="*/ 1495425 h 1890712"/>
              <a:gd name="connsiteX130" fmla="*/ 2040732 w 2543175"/>
              <a:gd name="connsiteY130" fmla="*/ 1502569 h 1890712"/>
              <a:gd name="connsiteX131" fmla="*/ 2047875 w 2543175"/>
              <a:gd name="connsiteY131" fmla="*/ 1507331 h 1890712"/>
              <a:gd name="connsiteX132" fmla="*/ 2057400 w 2543175"/>
              <a:gd name="connsiteY132" fmla="*/ 1514475 h 1890712"/>
              <a:gd name="connsiteX133" fmla="*/ 2064544 w 2543175"/>
              <a:gd name="connsiteY133" fmla="*/ 1519237 h 1890712"/>
              <a:gd name="connsiteX134" fmla="*/ 2071688 w 2543175"/>
              <a:gd name="connsiteY134" fmla="*/ 1526381 h 1890712"/>
              <a:gd name="connsiteX135" fmla="*/ 2081213 w 2543175"/>
              <a:gd name="connsiteY135" fmla="*/ 1531144 h 1890712"/>
              <a:gd name="connsiteX136" fmla="*/ 2090738 w 2543175"/>
              <a:gd name="connsiteY136" fmla="*/ 1538287 h 1890712"/>
              <a:gd name="connsiteX137" fmla="*/ 2109788 w 2543175"/>
              <a:gd name="connsiteY137" fmla="*/ 1547812 h 1890712"/>
              <a:gd name="connsiteX138" fmla="*/ 2131219 w 2543175"/>
              <a:gd name="connsiteY138" fmla="*/ 1562100 h 1890712"/>
              <a:gd name="connsiteX139" fmla="*/ 2140744 w 2543175"/>
              <a:gd name="connsiteY139" fmla="*/ 1566862 h 1890712"/>
              <a:gd name="connsiteX140" fmla="*/ 2152650 w 2543175"/>
              <a:gd name="connsiteY140" fmla="*/ 1576387 h 1890712"/>
              <a:gd name="connsiteX141" fmla="*/ 2181225 w 2543175"/>
              <a:gd name="connsiteY141" fmla="*/ 1590675 h 1890712"/>
              <a:gd name="connsiteX142" fmla="*/ 2200275 w 2543175"/>
              <a:gd name="connsiteY142" fmla="*/ 1607344 h 1890712"/>
              <a:gd name="connsiteX143" fmla="*/ 2207419 w 2543175"/>
              <a:gd name="connsiteY143" fmla="*/ 1612106 h 1890712"/>
              <a:gd name="connsiteX144" fmla="*/ 2216944 w 2543175"/>
              <a:gd name="connsiteY144" fmla="*/ 1619250 h 1890712"/>
              <a:gd name="connsiteX145" fmla="*/ 2247900 w 2543175"/>
              <a:gd name="connsiteY145" fmla="*/ 1643062 h 1890712"/>
              <a:gd name="connsiteX146" fmla="*/ 2281238 w 2543175"/>
              <a:gd name="connsiteY146" fmla="*/ 1674019 h 1890712"/>
              <a:gd name="connsiteX147" fmla="*/ 2312194 w 2543175"/>
              <a:gd name="connsiteY147" fmla="*/ 1702594 h 1890712"/>
              <a:gd name="connsiteX148" fmla="*/ 2369344 w 2543175"/>
              <a:gd name="connsiteY148" fmla="*/ 1757363 h 1890712"/>
              <a:gd name="connsiteX149" fmla="*/ 2428876 w 2543175"/>
              <a:gd name="connsiteY149" fmla="*/ 1785938 h 1890712"/>
              <a:gd name="connsiteX150" fmla="*/ 2469356 w 2543175"/>
              <a:gd name="connsiteY150" fmla="*/ 1816894 h 1890712"/>
              <a:gd name="connsiteX151" fmla="*/ 2514600 w 2543175"/>
              <a:gd name="connsiteY151" fmla="*/ 1850231 h 1890712"/>
              <a:gd name="connsiteX152" fmla="*/ 2519363 w 2543175"/>
              <a:gd name="connsiteY152" fmla="*/ 1857375 h 1890712"/>
              <a:gd name="connsiteX153" fmla="*/ 2540794 w 2543175"/>
              <a:gd name="connsiteY153" fmla="*/ 1883569 h 1890712"/>
              <a:gd name="connsiteX154" fmla="*/ 2543175 w 2543175"/>
              <a:gd name="connsiteY15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85763 w 2543175"/>
              <a:gd name="connsiteY27" fmla="*/ 283369 h 1890712"/>
              <a:gd name="connsiteX28" fmla="*/ 404813 w 2543175"/>
              <a:gd name="connsiteY28" fmla="*/ 295275 h 1890712"/>
              <a:gd name="connsiteX29" fmla="*/ 411957 w 2543175"/>
              <a:gd name="connsiteY29" fmla="*/ 297656 h 1890712"/>
              <a:gd name="connsiteX30" fmla="*/ 466725 w 2543175"/>
              <a:gd name="connsiteY30" fmla="*/ 328612 h 1890712"/>
              <a:gd name="connsiteX31" fmla="*/ 476250 w 2543175"/>
              <a:gd name="connsiteY31" fmla="*/ 335756 h 1890712"/>
              <a:gd name="connsiteX32" fmla="*/ 481013 w 2543175"/>
              <a:gd name="connsiteY32" fmla="*/ 342900 h 1890712"/>
              <a:gd name="connsiteX33" fmla="*/ 490538 w 2543175"/>
              <a:gd name="connsiteY33" fmla="*/ 352425 h 1890712"/>
              <a:gd name="connsiteX34" fmla="*/ 495300 w 2543175"/>
              <a:gd name="connsiteY34" fmla="*/ 359569 h 1890712"/>
              <a:gd name="connsiteX35" fmla="*/ 509588 w 2543175"/>
              <a:gd name="connsiteY35" fmla="*/ 376237 h 1890712"/>
              <a:gd name="connsiteX36" fmla="*/ 514350 w 2543175"/>
              <a:gd name="connsiteY36" fmla="*/ 383381 h 1890712"/>
              <a:gd name="connsiteX37" fmla="*/ 531019 w 2543175"/>
              <a:gd name="connsiteY37" fmla="*/ 397669 h 1890712"/>
              <a:gd name="connsiteX38" fmla="*/ 538163 w 2543175"/>
              <a:gd name="connsiteY38" fmla="*/ 407194 h 1890712"/>
              <a:gd name="connsiteX39" fmla="*/ 554832 w 2543175"/>
              <a:gd name="connsiteY39" fmla="*/ 421481 h 1890712"/>
              <a:gd name="connsiteX40" fmla="*/ 564357 w 2543175"/>
              <a:gd name="connsiteY40" fmla="*/ 431006 h 1890712"/>
              <a:gd name="connsiteX41" fmla="*/ 573882 w 2543175"/>
              <a:gd name="connsiteY41" fmla="*/ 438150 h 1890712"/>
              <a:gd name="connsiteX42" fmla="*/ 595313 w 2543175"/>
              <a:gd name="connsiteY42" fmla="*/ 454819 h 1890712"/>
              <a:gd name="connsiteX43" fmla="*/ 602457 w 2543175"/>
              <a:gd name="connsiteY43" fmla="*/ 457200 h 1890712"/>
              <a:gd name="connsiteX44" fmla="*/ 628650 w 2543175"/>
              <a:gd name="connsiteY44" fmla="*/ 469106 h 1890712"/>
              <a:gd name="connsiteX45" fmla="*/ 645319 w 2543175"/>
              <a:gd name="connsiteY45" fmla="*/ 483394 h 1890712"/>
              <a:gd name="connsiteX46" fmla="*/ 654844 w 2543175"/>
              <a:gd name="connsiteY46" fmla="*/ 488156 h 1890712"/>
              <a:gd name="connsiteX47" fmla="*/ 661988 w 2543175"/>
              <a:gd name="connsiteY47" fmla="*/ 497681 h 1890712"/>
              <a:gd name="connsiteX48" fmla="*/ 683419 w 2543175"/>
              <a:gd name="connsiteY48" fmla="*/ 514350 h 1890712"/>
              <a:gd name="connsiteX49" fmla="*/ 700088 w 2543175"/>
              <a:gd name="connsiteY49" fmla="*/ 526256 h 1890712"/>
              <a:gd name="connsiteX50" fmla="*/ 709613 w 2543175"/>
              <a:gd name="connsiteY50" fmla="*/ 535781 h 1890712"/>
              <a:gd name="connsiteX51" fmla="*/ 719138 w 2543175"/>
              <a:gd name="connsiteY51" fmla="*/ 542925 h 1890712"/>
              <a:gd name="connsiteX52" fmla="*/ 733425 w 2543175"/>
              <a:gd name="connsiteY52" fmla="*/ 557212 h 1890712"/>
              <a:gd name="connsiteX53" fmla="*/ 750094 w 2543175"/>
              <a:gd name="connsiteY53" fmla="*/ 569119 h 1890712"/>
              <a:gd name="connsiteX54" fmla="*/ 769144 w 2543175"/>
              <a:gd name="connsiteY54" fmla="*/ 581025 h 1890712"/>
              <a:gd name="connsiteX55" fmla="*/ 785813 w 2543175"/>
              <a:gd name="connsiteY55" fmla="*/ 590550 h 1890712"/>
              <a:gd name="connsiteX56" fmla="*/ 792957 w 2543175"/>
              <a:gd name="connsiteY56" fmla="*/ 600075 h 1890712"/>
              <a:gd name="connsiteX57" fmla="*/ 809625 w 2543175"/>
              <a:gd name="connsiteY57" fmla="*/ 611981 h 1890712"/>
              <a:gd name="connsiteX58" fmla="*/ 816769 w 2543175"/>
              <a:gd name="connsiteY58" fmla="*/ 619125 h 1890712"/>
              <a:gd name="connsiteX59" fmla="*/ 826294 w 2543175"/>
              <a:gd name="connsiteY59" fmla="*/ 626269 h 1890712"/>
              <a:gd name="connsiteX60" fmla="*/ 840582 w 2543175"/>
              <a:gd name="connsiteY60" fmla="*/ 638175 h 1890712"/>
              <a:gd name="connsiteX61" fmla="*/ 847725 w 2543175"/>
              <a:gd name="connsiteY61" fmla="*/ 645319 h 1890712"/>
              <a:gd name="connsiteX62" fmla="*/ 857250 w 2543175"/>
              <a:gd name="connsiteY62" fmla="*/ 652462 h 1890712"/>
              <a:gd name="connsiteX63" fmla="*/ 888207 w 2543175"/>
              <a:gd name="connsiteY63" fmla="*/ 676275 h 1890712"/>
              <a:gd name="connsiteX64" fmla="*/ 907257 w 2543175"/>
              <a:gd name="connsiteY64" fmla="*/ 683419 h 1890712"/>
              <a:gd name="connsiteX65" fmla="*/ 928688 w 2543175"/>
              <a:gd name="connsiteY65" fmla="*/ 695325 h 1890712"/>
              <a:gd name="connsiteX66" fmla="*/ 942975 w 2543175"/>
              <a:gd name="connsiteY66" fmla="*/ 700087 h 1890712"/>
              <a:gd name="connsiteX67" fmla="*/ 964407 w 2543175"/>
              <a:gd name="connsiteY67" fmla="*/ 716756 h 1890712"/>
              <a:gd name="connsiteX68" fmla="*/ 971550 w 2543175"/>
              <a:gd name="connsiteY68" fmla="*/ 723900 h 1890712"/>
              <a:gd name="connsiteX69" fmla="*/ 983457 w 2543175"/>
              <a:gd name="connsiteY69" fmla="*/ 733425 h 1890712"/>
              <a:gd name="connsiteX70" fmla="*/ 990600 w 2543175"/>
              <a:gd name="connsiteY70" fmla="*/ 738187 h 1890712"/>
              <a:gd name="connsiteX71" fmla="*/ 1007269 w 2543175"/>
              <a:gd name="connsiteY71" fmla="*/ 752475 h 1890712"/>
              <a:gd name="connsiteX72" fmla="*/ 1031082 w 2543175"/>
              <a:gd name="connsiteY72" fmla="*/ 766762 h 1890712"/>
              <a:gd name="connsiteX73" fmla="*/ 1042988 w 2543175"/>
              <a:gd name="connsiteY73" fmla="*/ 773906 h 1890712"/>
              <a:gd name="connsiteX74" fmla="*/ 1071563 w 2543175"/>
              <a:gd name="connsiteY74" fmla="*/ 785812 h 1890712"/>
              <a:gd name="connsiteX75" fmla="*/ 1097757 w 2543175"/>
              <a:gd name="connsiteY75" fmla="*/ 807244 h 1890712"/>
              <a:gd name="connsiteX76" fmla="*/ 1104900 w 2543175"/>
              <a:gd name="connsiteY76" fmla="*/ 814387 h 1890712"/>
              <a:gd name="connsiteX77" fmla="*/ 1121569 w 2543175"/>
              <a:gd name="connsiteY77" fmla="*/ 823912 h 1890712"/>
              <a:gd name="connsiteX78" fmla="*/ 1138238 w 2543175"/>
              <a:gd name="connsiteY78" fmla="*/ 835819 h 1890712"/>
              <a:gd name="connsiteX79" fmla="*/ 1147763 w 2543175"/>
              <a:gd name="connsiteY79" fmla="*/ 842962 h 1890712"/>
              <a:gd name="connsiteX80" fmla="*/ 1157288 w 2543175"/>
              <a:gd name="connsiteY80" fmla="*/ 847725 h 1890712"/>
              <a:gd name="connsiteX81" fmla="*/ 1178719 w 2543175"/>
              <a:gd name="connsiteY81" fmla="*/ 859631 h 1890712"/>
              <a:gd name="connsiteX82" fmla="*/ 1188244 w 2543175"/>
              <a:gd name="connsiteY82" fmla="*/ 866775 h 1890712"/>
              <a:gd name="connsiteX83" fmla="*/ 1195388 w 2543175"/>
              <a:gd name="connsiteY83" fmla="*/ 871537 h 1890712"/>
              <a:gd name="connsiteX84" fmla="*/ 1212057 w 2543175"/>
              <a:gd name="connsiteY84" fmla="*/ 883444 h 1890712"/>
              <a:gd name="connsiteX85" fmla="*/ 1226344 w 2543175"/>
              <a:gd name="connsiteY85" fmla="*/ 895350 h 1890712"/>
              <a:gd name="connsiteX86" fmla="*/ 1245394 w 2543175"/>
              <a:gd name="connsiteY86" fmla="*/ 907256 h 1890712"/>
              <a:gd name="connsiteX87" fmla="*/ 1254919 w 2543175"/>
              <a:gd name="connsiteY87" fmla="*/ 914400 h 1890712"/>
              <a:gd name="connsiteX88" fmla="*/ 1269207 w 2543175"/>
              <a:gd name="connsiteY88" fmla="*/ 921544 h 1890712"/>
              <a:gd name="connsiteX89" fmla="*/ 1290638 w 2543175"/>
              <a:gd name="connsiteY89" fmla="*/ 935831 h 1890712"/>
              <a:gd name="connsiteX90" fmla="*/ 1307307 w 2543175"/>
              <a:gd name="connsiteY90" fmla="*/ 952500 h 1890712"/>
              <a:gd name="connsiteX91" fmla="*/ 1333500 w 2543175"/>
              <a:gd name="connsiteY91" fmla="*/ 971550 h 1890712"/>
              <a:gd name="connsiteX92" fmla="*/ 1359694 w 2543175"/>
              <a:gd name="connsiteY92" fmla="*/ 990600 h 1890712"/>
              <a:gd name="connsiteX93" fmla="*/ 1385888 w 2543175"/>
              <a:gd name="connsiteY93" fmla="*/ 1021557 h 1890712"/>
              <a:gd name="connsiteX94" fmla="*/ 1435894 w 2543175"/>
              <a:gd name="connsiteY94" fmla="*/ 1054894 h 1890712"/>
              <a:gd name="connsiteX95" fmla="*/ 1497806 w 2543175"/>
              <a:gd name="connsiteY95" fmla="*/ 1104900 h 1890712"/>
              <a:gd name="connsiteX96" fmla="*/ 1559718 w 2543175"/>
              <a:gd name="connsiteY96" fmla="*/ 1154906 h 1890712"/>
              <a:gd name="connsiteX97" fmla="*/ 1595438 w 2543175"/>
              <a:gd name="connsiteY97" fmla="*/ 1181100 h 1890712"/>
              <a:gd name="connsiteX98" fmla="*/ 1628775 w 2543175"/>
              <a:gd name="connsiteY98" fmla="*/ 1207294 h 1890712"/>
              <a:gd name="connsiteX99" fmla="*/ 1662113 w 2543175"/>
              <a:gd name="connsiteY99" fmla="*/ 1231107 h 1890712"/>
              <a:gd name="connsiteX100" fmla="*/ 1700213 w 2543175"/>
              <a:gd name="connsiteY100" fmla="*/ 1247775 h 1890712"/>
              <a:gd name="connsiteX101" fmla="*/ 1712119 w 2543175"/>
              <a:gd name="connsiteY101" fmla="*/ 1259681 h 1890712"/>
              <a:gd name="connsiteX102" fmla="*/ 1733550 w 2543175"/>
              <a:gd name="connsiteY102" fmla="*/ 1273969 h 1890712"/>
              <a:gd name="connsiteX103" fmla="*/ 1743075 w 2543175"/>
              <a:gd name="connsiteY103" fmla="*/ 1283494 h 1890712"/>
              <a:gd name="connsiteX104" fmla="*/ 1754982 w 2543175"/>
              <a:gd name="connsiteY104" fmla="*/ 1290637 h 1890712"/>
              <a:gd name="connsiteX105" fmla="*/ 1766888 w 2543175"/>
              <a:gd name="connsiteY105" fmla="*/ 1300162 h 1890712"/>
              <a:gd name="connsiteX106" fmla="*/ 1783557 w 2543175"/>
              <a:gd name="connsiteY106" fmla="*/ 1307306 h 1890712"/>
              <a:gd name="connsiteX107" fmla="*/ 1790700 w 2543175"/>
              <a:gd name="connsiteY107" fmla="*/ 1312069 h 1890712"/>
              <a:gd name="connsiteX108" fmla="*/ 1800225 w 2543175"/>
              <a:gd name="connsiteY108" fmla="*/ 1319212 h 1890712"/>
              <a:gd name="connsiteX109" fmla="*/ 1807369 w 2543175"/>
              <a:gd name="connsiteY109" fmla="*/ 1321594 h 1890712"/>
              <a:gd name="connsiteX110" fmla="*/ 1824038 w 2543175"/>
              <a:gd name="connsiteY110" fmla="*/ 1333500 h 1890712"/>
              <a:gd name="connsiteX111" fmla="*/ 1843088 w 2543175"/>
              <a:gd name="connsiteY111" fmla="*/ 1352550 h 1890712"/>
              <a:gd name="connsiteX112" fmla="*/ 1852613 w 2543175"/>
              <a:gd name="connsiteY112" fmla="*/ 1359694 h 1890712"/>
              <a:gd name="connsiteX113" fmla="*/ 1859757 w 2543175"/>
              <a:gd name="connsiteY113" fmla="*/ 1366837 h 1890712"/>
              <a:gd name="connsiteX114" fmla="*/ 1869282 w 2543175"/>
              <a:gd name="connsiteY114" fmla="*/ 1371600 h 1890712"/>
              <a:gd name="connsiteX115" fmla="*/ 1883569 w 2543175"/>
              <a:gd name="connsiteY115" fmla="*/ 1388269 h 1890712"/>
              <a:gd name="connsiteX116" fmla="*/ 1893094 w 2543175"/>
              <a:gd name="connsiteY116" fmla="*/ 1395412 h 1890712"/>
              <a:gd name="connsiteX117" fmla="*/ 1902619 w 2543175"/>
              <a:gd name="connsiteY117" fmla="*/ 1404937 h 1890712"/>
              <a:gd name="connsiteX118" fmla="*/ 1912144 w 2543175"/>
              <a:gd name="connsiteY118" fmla="*/ 1409700 h 1890712"/>
              <a:gd name="connsiteX119" fmla="*/ 1931194 w 2543175"/>
              <a:gd name="connsiteY119" fmla="*/ 1421606 h 1890712"/>
              <a:gd name="connsiteX120" fmla="*/ 1935957 w 2543175"/>
              <a:gd name="connsiteY120" fmla="*/ 1428750 h 1890712"/>
              <a:gd name="connsiteX121" fmla="*/ 1952625 w 2543175"/>
              <a:gd name="connsiteY121" fmla="*/ 1438275 h 1890712"/>
              <a:gd name="connsiteX122" fmla="*/ 1971675 w 2543175"/>
              <a:gd name="connsiteY122" fmla="*/ 1450181 h 1890712"/>
              <a:gd name="connsiteX123" fmla="*/ 1981200 w 2543175"/>
              <a:gd name="connsiteY123" fmla="*/ 1454944 h 1890712"/>
              <a:gd name="connsiteX124" fmla="*/ 1997869 w 2543175"/>
              <a:gd name="connsiteY124" fmla="*/ 1471612 h 1890712"/>
              <a:gd name="connsiteX125" fmla="*/ 2007394 w 2543175"/>
              <a:gd name="connsiteY125" fmla="*/ 1478756 h 1890712"/>
              <a:gd name="connsiteX126" fmla="*/ 2016919 w 2543175"/>
              <a:gd name="connsiteY126" fmla="*/ 1483519 h 1890712"/>
              <a:gd name="connsiteX127" fmla="*/ 2024063 w 2543175"/>
              <a:gd name="connsiteY127" fmla="*/ 1490662 h 1890712"/>
              <a:gd name="connsiteX128" fmla="*/ 2033588 w 2543175"/>
              <a:gd name="connsiteY128" fmla="*/ 1495425 h 1890712"/>
              <a:gd name="connsiteX129" fmla="*/ 2040732 w 2543175"/>
              <a:gd name="connsiteY129" fmla="*/ 1502569 h 1890712"/>
              <a:gd name="connsiteX130" fmla="*/ 2047875 w 2543175"/>
              <a:gd name="connsiteY130" fmla="*/ 1507331 h 1890712"/>
              <a:gd name="connsiteX131" fmla="*/ 2057400 w 2543175"/>
              <a:gd name="connsiteY131" fmla="*/ 1514475 h 1890712"/>
              <a:gd name="connsiteX132" fmla="*/ 2064544 w 2543175"/>
              <a:gd name="connsiteY132" fmla="*/ 1519237 h 1890712"/>
              <a:gd name="connsiteX133" fmla="*/ 2071688 w 2543175"/>
              <a:gd name="connsiteY133" fmla="*/ 1526381 h 1890712"/>
              <a:gd name="connsiteX134" fmla="*/ 2081213 w 2543175"/>
              <a:gd name="connsiteY134" fmla="*/ 1531144 h 1890712"/>
              <a:gd name="connsiteX135" fmla="*/ 2090738 w 2543175"/>
              <a:gd name="connsiteY135" fmla="*/ 1538287 h 1890712"/>
              <a:gd name="connsiteX136" fmla="*/ 2109788 w 2543175"/>
              <a:gd name="connsiteY136" fmla="*/ 1547812 h 1890712"/>
              <a:gd name="connsiteX137" fmla="*/ 2131219 w 2543175"/>
              <a:gd name="connsiteY137" fmla="*/ 1562100 h 1890712"/>
              <a:gd name="connsiteX138" fmla="*/ 2140744 w 2543175"/>
              <a:gd name="connsiteY138" fmla="*/ 1566862 h 1890712"/>
              <a:gd name="connsiteX139" fmla="*/ 2152650 w 2543175"/>
              <a:gd name="connsiteY139" fmla="*/ 1576387 h 1890712"/>
              <a:gd name="connsiteX140" fmla="*/ 2181225 w 2543175"/>
              <a:gd name="connsiteY140" fmla="*/ 1590675 h 1890712"/>
              <a:gd name="connsiteX141" fmla="*/ 2200275 w 2543175"/>
              <a:gd name="connsiteY141" fmla="*/ 1607344 h 1890712"/>
              <a:gd name="connsiteX142" fmla="*/ 2207419 w 2543175"/>
              <a:gd name="connsiteY142" fmla="*/ 1612106 h 1890712"/>
              <a:gd name="connsiteX143" fmla="*/ 2216944 w 2543175"/>
              <a:gd name="connsiteY143" fmla="*/ 1619250 h 1890712"/>
              <a:gd name="connsiteX144" fmla="*/ 2247900 w 2543175"/>
              <a:gd name="connsiteY144" fmla="*/ 1643062 h 1890712"/>
              <a:gd name="connsiteX145" fmla="*/ 2281238 w 2543175"/>
              <a:gd name="connsiteY145" fmla="*/ 1674019 h 1890712"/>
              <a:gd name="connsiteX146" fmla="*/ 2312194 w 2543175"/>
              <a:gd name="connsiteY146" fmla="*/ 1702594 h 1890712"/>
              <a:gd name="connsiteX147" fmla="*/ 2369344 w 2543175"/>
              <a:gd name="connsiteY147" fmla="*/ 1757363 h 1890712"/>
              <a:gd name="connsiteX148" fmla="*/ 2428876 w 2543175"/>
              <a:gd name="connsiteY148" fmla="*/ 1785938 h 1890712"/>
              <a:gd name="connsiteX149" fmla="*/ 2469356 w 2543175"/>
              <a:gd name="connsiteY149" fmla="*/ 1816894 h 1890712"/>
              <a:gd name="connsiteX150" fmla="*/ 2514600 w 2543175"/>
              <a:gd name="connsiteY150" fmla="*/ 1850231 h 1890712"/>
              <a:gd name="connsiteX151" fmla="*/ 2519363 w 2543175"/>
              <a:gd name="connsiteY151" fmla="*/ 1857375 h 1890712"/>
              <a:gd name="connsiteX152" fmla="*/ 2540794 w 2543175"/>
              <a:gd name="connsiteY152" fmla="*/ 1883569 h 1890712"/>
              <a:gd name="connsiteX153" fmla="*/ 2543175 w 2543175"/>
              <a:gd name="connsiteY153"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85763 w 2543175"/>
              <a:gd name="connsiteY26" fmla="*/ 283369 h 1890712"/>
              <a:gd name="connsiteX27" fmla="*/ 404813 w 2543175"/>
              <a:gd name="connsiteY27" fmla="*/ 295275 h 1890712"/>
              <a:gd name="connsiteX28" fmla="*/ 411957 w 2543175"/>
              <a:gd name="connsiteY28" fmla="*/ 297656 h 1890712"/>
              <a:gd name="connsiteX29" fmla="*/ 466725 w 2543175"/>
              <a:gd name="connsiteY29" fmla="*/ 328612 h 1890712"/>
              <a:gd name="connsiteX30" fmla="*/ 476250 w 2543175"/>
              <a:gd name="connsiteY30" fmla="*/ 335756 h 1890712"/>
              <a:gd name="connsiteX31" fmla="*/ 481013 w 2543175"/>
              <a:gd name="connsiteY31" fmla="*/ 342900 h 1890712"/>
              <a:gd name="connsiteX32" fmla="*/ 490538 w 2543175"/>
              <a:gd name="connsiteY32" fmla="*/ 352425 h 1890712"/>
              <a:gd name="connsiteX33" fmla="*/ 495300 w 2543175"/>
              <a:gd name="connsiteY33" fmla="*/ 359569 h 1890712"/>
              <a:gd name="connsiteX34" fmla="*/ 509588 w 2543175"/>
              <a:gd name="connsiteY34" fmla="*/ 376237 h 1890712"/>
              <a:gd name="connsiteX35" fmla="*/ 514350 w 2543175"/>
              <a:gd name="connsiteY35" fmla="*/ 383381 h 1890712"/>
              <a:gd name="connsiteX36" fmla="*/ 531019 w 2543175"/>
              <a:gd name="connsiteY36" fmla="*/ 397669 h 1890712"/>
              <a:gd name="connsiteX37" fmla="*/ 538163 w 2543175"/>
              <a:gd name="connsiteY37" fmla="*/ 407194 h 1890712"/>
              <a:gd name="connsiteX38" fmla="*/ 554832 w 2543175"/>
              <a:gd name="connsiteY38" fmla="*/ 421481 h 1890712"/>
              <a:gd name="connsiteX39" fmla="*/ 564357 w 2543175"/>
              <a:gd name="connsiteY39" fmla="*/ 431006 h 1890712"/>
              <a:gd name="connsiteX40" fmla="*/ 573882 w 2543175"/>
              <a:gd name="connsiteY40" fmla="*/ 438150 h 1890712"/>
              <a:gd name="connsiteX41" fmla="*/ 595313 w 2543175"/>
              <a:gd name="connsiteY41" fmla="*/ 454819 h 1890712"/>
              <a:gd name="connsiteX42" fmla="*/ 602457 w 2543175"/>
              <a:gd name="connsiteY42" fmla="*/ 457200 h 1890712"/>
              <a:gd name="connsiteX43" fmla="*/ 628650 w 2543175"/>
              <a:gd name="connsiteY43" fmla="*/ 469106 h 1890712"/>
              <a:gd name="connsiteX44" fmla="*/ 645319 w 2543175"/>
              <a:gd name="connsiteY44" fmla="*/ 483394 h 1890712"/>
              <a:gd name="connsiteX45" fmla="*/ 654844 w 2543175"/>
              <a:gd name="connsiteY45" fmla="*/ 488156 h 1890712"/>
              <a:gd name="connsiteX46" fmla="*/ 661988 w 2543175"/>
              <a:gd name="connsiteY46" fmla="*/ 497681 h 1890712"/>
              <a:gd name="connsiteX47" fmla="*/ 683419 w 2543175"/>
              <a:gd name="connsiteY47" fmla="*/ 514350 h 1890712"/>
              <a:gd name="connsiteX48" fmla="*/ 700088 w 2543175"/>
              <a:gd name="connsiteY48" fmla="*/ 526256 h 1890712"/>
              <a:gd name="connsiteX49" fmla="*/ 709613 w 2543175"/>
              <a:gd name="connsiteY49" fmla="*/ 535781 h 1890712"/>
              <a:gd name="connsiteX50" fmla="*/ 719138 w 2543175"/>
              <a:gd name="connsiteY50" fmla="*/ 542925 h 1890712"/>
              <a:gd name="connsiteX51" fmla="*/ 733425 w 2543175"/>
              <a:gd name="connsiteY51" fmla="*/ 557212 h 1890712"/>
              <a:gd name="connsiteX52" fmla="*/ 750094 w 2543175"/>
              <a:gd name="connsiteY52" fmla="*/ 569119 h 1890712"/>
              <a:gd name="connsiteX53" fmla="*/ 769144 w 2543175"/>
              <a:gd name="connsiteY53" fmla="*/ 581025 h 1890712"/>
              <a:gd name="connsiteX54" fmla="*/ 785813 w 2543175"/>
              <a:gd name="connsiteY54" fmla="*/ 590550 h 1890712"/>
              <a:gd name="connsiteX55" fmla="*/ 792957 w 2543175"/>
              <a:gd name="connsiteY55" fmla="*/ 600075 h 1890712"/>
              <a:gd name="connsiteX56" fmla="*/ 809625 w 2543175"/>
              <a:gd name="connsiteY56" fmla="*/ 611981 h 1890712"/>
              <a:gd name="connsiteX57" fmla="*/ 816769 w 2543175"/>
              <a:gd name="connsiteY57" fmla="*/ 619125 h 1890712"/>
              <a:gd name="connsiteX58" fmla="*/ 826294 w 2543175"/>
              <a:gd name="connsiteY58" fmla="*/ 626269 h 1890712"/>
              <a:gd name="connsiteX59" fmla="*/ 840582 w 2543175"/>
              <a:gd name="connsiteY59" fmla="*/ 638175 h 1890712"/>
              <a:gd name="connsiteX60" fmla="*/ 847725 w 2543175"/>
              <a:gd name="connsiteY60" fmla="*/ 645319 h 1890712"/>
              <a:gd name="connsiteX61" fmla="*/ 857250 w 2543175"/>
              <a:gd name="connsiteY61" fmla="*/ 652462 h 1890712"/>
              <a:gd name="connsiteX62" fmla="*/ 888207 w 2543175"/>
              <a:gd name="connsiteY62" fmla="*/ 676275 h 1890712"/>
              <a:gd name="connsiteX63" fmla="*/ 907257 w 2543175"/>
              <a:gd name="connsiteY63" fmla="*/ 683419 h 1890712"/>
              <a:gd name="connsiteX64" fmla="*/ 928688 w 2543175"/>
              <a:gd name="connsiteY64" fmla="*/ 695325 h 1890712"/>
              <a:gd name="connsiteX65" fmla="*/ 942975 w 2543175"/>
              <a:gd name="connsiteY65" fmla="*/ 700087 h 1890712"/>
              <a:gd name="connsiteX66" fmla="*/ 964407 w 2543175"/>
              <a:gd name="connsiteY66" fmla="*/ 716756 h 1890712"/>
              <a:gd name="connsiteX67" fmla="*/ 971550 w 2543175"/>
              <a:gd name="connsiteY67" fmla="*/ 723900 h 1890712"/>
              <a:gd name="connsiteX68" fmla="*/ 983457 w 2543175"/>
              <a:gd name="connsiteY68" fmla="*/ 733425 h 1890712"/>
              <a:gd name="connsiteX69" fmla="*/ 990600 w 2543175"/>
              <a:gd name="connsiteY69" fmla="*/ 738187 h 1890712"/>
              <a:gd name="connsiteX70" fmla="*/ 1007269 w 2543175"/>
              <a:gd name="connsiteY70" fmla="*/ 752475 h 1890712"/>
              <a:gd name="connsiteX71" fmla="*/ 1031082 w 2543175"/>
              <a:gd name="connsiteY71" fmla="*/ 766762 h 1890712"/>
              <a:gd name="connsiteX72" fmla="*/ 1042988 w 2543175"/>
              <a:gd name="connsiteY72" fmla="*/ 773906 h 1890712"/>
              <a:gd name="connsiteX73" fmla="*/ 1071563 w 2543175"/>
              <a:gd name="connsiteY73" fmla="*/ 785812 h 1890712"/>
              <a:gd name="connsiteX74" fmla="*/ 1097757 w 2543175"/>
              <a:gd name="connsiteY74" fmla="*/ 807244 h 1890712"/>
              <a:gd name="connsiteX75" fmla="*/ 1104900 w 2543175"/>
              <a:gd name="connsiteY75" fmla="*/ 814387 h 1890712"/>
              <a:gd name="connsiteX76" fmla="*/ 1121569 w 2543175"/>
              <a:gd name="connsiteY76" fmla="*/ 823912 h 1890712"/>
              <a:gd name="connsiteX77" fmla="*/ 1138238 w 2543175"/>
              <a:gd name="connsiteY77" fmla="*/ 835819 h 1890712"/>
              <a:gd name="connsiteX78" fmla="*/ 1147763 w 2543175"/>
              <a:gd name="connsiteY78" fmla="*/ 842962 h 1890712"/>
              <a:gd name="connsiteX79" fmla="*/ 1157288 w 2543175"/>
              <a:gd name="connsiteY79" fmla="*/ 847725 h 1890712"/>
              <a:gd name="connsiteX80" fmla="*/ 1178719 w 2543175"/>
              <a:gd name="connsiteY80" fmla="*/ 859631 h 1890712"/>
              <a:gd name="connsiteX81" fmla="*/ 1188244 w 2543175"/>
              <a:gd name="connsiteY81" fmla="*/ 866775 h 1890712"/>
              <a:gd name="connsiteX82" fmla="*/ 1195388 w 2543175"/>
              <a:gd name="connsiteY82" fmla="*/ 871537 h 1890712"/>
              <a:gd name="connsiteX83" fmla="*/ 1212057 w 2543175"/>
              <a:gd name="connsiteY83" fmla="*/ 883444 h 1890712"/>
              <a:gd name="connsiteX84" fmla="*/ 1226344 w 2543175"/>
              <a:gd name="connsiteY84" fmla="*/ 895350 h 1890712"/>
              <a:gd name="connsiteX85" fmla="*/ 1245394 w 2543175"/>
              <a:gd name="connsiteY85" fmla="*/ 907256 h 1890712"/>
              <a:gd name="connsiteX86" fmla="*/ 1254919 w 2543175"/>
              <a:gd name="connsiteY86" fmla="*/ 914400 h 1890712"/>
              <a:gd name="connsiteX87" fmla="*/ 1269207 w 2543175"/>
              <a:gd name="connsiteY87" fmla="*/ 921544 h 1890712"/>
              <a:gd name="connsiteX88" fmla="*/ 1290638 w 2543175"/>
              <a:gd name="connsiteY88" fmla="*/ 935831 h 1890712"/>
              <a:gd name="connsiteX89" fmla="*/ 1307307 w 2543175"/>
              <a:gd name="connsiteY89" fmla="*/ 952500 h 1890712"/>
              <a:gd name="connsiteX90" fmla="*/ 1333500 w 2543175"/>
              <a:gd name="connsiteY90" fmla="*/ 971550 h 1890712"/>
              <a:gd name="connsiteX91" fmla="*/ 1359694 w 2543175"/>
              <a:gd name="connsiteY91" fmla="*/ 990600 h 1890712"/>
              <a:gd name="connsiteX92" fmla="*/ 1385888 w 2543175"/>
              <a:gd name="connsiteY92" fmla="*/ 1021557 h 1890712"/>
              <a:gd name="connsiteX93" fmla="*/ 1435894 w 2543175"/>
              <a:gd name="connsiteY93" fmla="*/ 1054894 h 1890712"/>
              <a:gd name="connsiteX94" fmla="*/ 1497806 w 2543175"/>
              <a:gd name="connsiteY94" fmla="*/ 1104900 h 1890712"/>
              <a:gd name="connsiteX95" fmla="*/ 1559718 w 2543175"/>
              <a:gd name="connsiteY95" fmla="*/ 1154906 h 1890712"/>
              <a:gd name="connsiteX96" fmla="*/ 1595438 w 2543175"/>
              <a:gd name="connsiteY96" fmla="*/ 1181100 h 1890712"/>
              <a:gd name="connsiteX97" fmla="*/ 1628775 w 2543175"/>
              <a:gd name="connsiteY97" fmla="*/ 1207294 h 1890712"/>
              <a:gd name="connsiteX98" fmla="*/ 1662113 w 2543175"/>
              <a:gd name="connsiteY98" fmla="*/ 1231107 h 1890712"/>
              <a:gd name="connsiteX99" fmla="*/ 1700213 w 2543175"/>
              <a:gd name="connsiteY99" fmla="*/ 1247775 h 1890712"/>
              <a:gd name="connsiteX100" fmla="*/ 1712119 w 2543175"/>
              <a:gd name="connsiteY100" fmla="*/ 1259681 h 1890712"/>
              <a:gd name="connsiteX101" fmla="*/ 1733550 w 2543175"/>
              <a:gd name="connsiteY101" fmla="*/ 1273969 h 1890712"/>
              <a:gd name="connsiteX102" fmla="*/ 1743075 w 2543175"/>
              <a:gd name="connsiteY102" fmla="*/ 1283494 h 1890712"/>
              <a:gd name="connsiteX103" fmla="*/ 1754982 w 2543175"/>
              <a:gd name="connsiteY103" fmla="*/ 1290637 h 1890712"/>
              <a:gd name="connsiteX104" fmla="*/ 1766888 w 2543175"/>
              <a:gd name="connsiteY104" fmla="*/ 1300162 h 1890712"/>
              <a:gd name="connsiteX105" fmla="*/ 1783557 w 2543175"/>
              <a:gd name="connsiteY105" fmla="*/ 1307306 h 1890712"/>
              <a:gd name="connsiteX106" fmla="*/ 1790700 w 2543175"/>
              <a:gd name="connsiteY106" fmla="*/ 1312069 h 1890712"/>
              <a:gd name="connsiteX107" fmla="*/ 1800225 w 2543175"/>
              <a:gd name="connsiteY107" fmla="*/ 1319212 h 1890712"/>
              <a:gd name="connsiteX108" fmla="*/ 1807369 w 2543175"/>
              <a:gd name="connsiteY108" fmla="*/ 1321594 h 1890712"/>
              <a:gd name="connsiteX109" fmla="*/ 1824038 w 2543175"/>
              <a:gd name="connsiteY109" fmla="*/ 1333500 h 1890712"/>
              <a:gd name="connsiteX110" fmla="*/ 1843088 w 2543175"/>
              <a:gd name="connsiteY110" fmla="*/ 1352550 h 1890712"/>
              <a:gd name="connsiteX111" fmla="*/ 1852613 w 2543175"/>
              <a:gd name="connsiteY111" fmla="*/ 1359694 h 1890712"/>
              <a:gd name="connsiteX112" fmla="*/ 1859757 w 2543175"/>
              <a:gd name="connsiteY112" fmla="*/ 1366837 h 1890712"/>
              <a:gd name="connsiteX113" fmla="*/ 1869282 w 2543175"/>
              <a:gd name="connsiteY113" fmla="*/ 1371600 h 1890712"/>
              <a:gd name="connsiteX114" fmla="*/ 1883569 w 2543175"/>
              <a:gd name="connsiteY114" fmla="*/ 1388269 h 1890712"/>
              <a:gd name="connsiteX115" fmla="*/ 1893094 w 2543175"/>
              <a:gd name="connsiteY115" fmla="*/ 1395412 h 1890712"/>
              <a:gd name="connsiteX116" fmla="*/ 1902619 w 2543175"/>
              <a:gd name="connsiteY116" fmla="*/ 1404937 h 1890712"/>
              <a:gd name="connsiteX117" fmla="*/ 1912144 w 2543175"/>
              <a:gd name="connsiteY117" fmla="*/ 1409700 h 1890712"/>
              <a:gd name="connsiteX118" fmla="*/ 1931194 w 2543175"/>
              <a:gd name="connsiteY118" fmla="*/ 1421606 h 1890712"/>
              <a:gd name="connsiteX119" fmla="*/ 1935957 w 2543175"/>
              <a:gd name="connsiteY119" fmla="*/ 1428750 h 1890712"/>
              <a:gd name="connsiteX120" fmla="*/ 1952625 w 2543175"/>
              <a:gd name="connsiteY120" fmla="*/ 1438275 h 1890712"/>
              <a:gd name="connsiteX121" fmla="*/ 1971675 w 2543175"/>
              <a:gd name="connsiteY121" fmla="*/ 1450181 h 1890712"/>
              <a:gd name="connsiteX122" fmla="*/ 1981200 w 2543175"/>
              <a:gd name="connsiteY122" fmla="*/ 1454944 h 1890712"/>
              <a:gd name="connsiteX123" fmla="*/ 1997869 w 2543175"/>
              <a:gd name="connsiteY123" fmla="*/ 1471612 h 1890712"/>
              <a:gd name="connsiteX124" fmla="*/ 2007394 w 2543175"/>
              <a:gd name="connsiteY124" fmla="*/ 1478756 h 1890712"/>
              <a:gd name="connsiteX125" fmla="*/ 2016919 w 2543175"/>
              <a:gd name="connsiteY125" fmla="*/ 1483519 h 1890712"/>
              <a:gd name="connsiteX126" fmla="*/ 2024063 w 2543175"/>
              <a:gd name="connsiteY126" fmla="*/ 1490662 h 1890712"/>
              <a:gd name="connsiteX127" fmla="*/ 2033588 w 2543175"/>
              <a:gd name="connsiteY127" fmla="*/ 1495425 h 1890712"/>
              <a:gd name="connsiteX128" fmla="*/ 2040732 w 2543175"/>
              <a:gd name="connsiteY128" fmla="*/ 1502569 h 1890712"/>
              <a:gd name="connsiteX129" fmla="*/ 2047875 w 2543175"/>
              <a:gd name="connsiteY129" fmla="*/ 1507331 h 1890712"/>
              <a:gd name="connsiteX130" fmla="*/ 2057400 w 2543175"/>
              <a:gd name="connsiteY130" fmla="*/ 1514475 h 1890712"/>
              <a:gd name="connsiteX131" fmla="*/ 2064544 w 2543175"/>
              <a:gd name="connsiteY131" fmla="*/ 1519237 h 1890712"/>
              <a:gd name="connsiteX132" fmla="*/ 2071688 w 2543175"/>
              <a:gd name="connsiteY132" fmla="*/ 1526381 h 1890712"/>
              <a:gd name="connsiteX133" fmla="*/ 2081213 w 2543175"/>
              <a:gd name="connsiteY133" fmla="*/ 1531144 h 1890712"/>
              <a:gd name="connsiteX134" fmla="*/ 2090738 w 2543175"/>
              <a:gd name="connsiteY134" fmla="*/ 1538287 h 1890712"/>
              <a:gd name="connsiteX135" fmla="*/ 2109788 w 2543175"/>
              <a:gd name="connsiteY135" fmla="*/ 1547812 h 1890712"/>
              <a:gd name="connsiteX136" fmla="*/ 2131219 w 2543175"/>
              <a:gd name="connsiteY136" fmla="*/ 1562100 h 1890712"/>
              <a:gd name="connsiteX137" fmla="*/ 2140744 w 2543175"/>
              <a:gd name="connsiteY137" fmla="*/ 1566862 h 1890712"/>
              <a:gd name="connsiteX138" fmla="*/ 2152650 w 2543175"/>
              <a:gd name="connsiteY138" fmla="*/ 1576387 h 1890712"/>
              <a:gd name="connsiteX139" fmla="*/ 2181225 w 2543175"/>
              <a:gd name="connsiteY139" fmla="*/ 1590675 h 1890712"/>
              <a:gd name="connsiteX140" fmla="*/ 2200275 w 2543175"/>
              <a:gd name="connsiteY140" fmla="*/ 1607344 h 1890712"/>
              <a:gd name="connsiteX141" fmla="*/ 2207419 w 2543175"/>
              <a:gd name="connsiteY141" fmla="*/ 1612106 h 1890712"/>
              <a:gd name="connsiteX142" fmla="*/ 2216944 w 2543175"/>
              <a:gd name="connsiteY142" fmla="*/ 1619250 h 1890712"/>
              <a:gd name="connsiteX143" fmla="*/ 2247900 w 2543175"/>
              <a:gd name="connsiteY143" fmla="*/ 1643062 h 1890712"/>
              <a:gd name="connsiteX144" fmla="*/ 2281238 w 2543175"/>
              <a:gd name="connsiteY144" fmla="*/ 1674019 h 1890712"/>
              <a:gd name="connsiteX145" fmla="*/ 2312194 w 2543175"/>
              <a:gd name="connsiteY145" fmla="*/ 1702594 h 1890712"/>
              <a:gd name="connsiteX146" fmla="*/ 2369344 w 2543175"/>
              <a:gd name="connsiteY146" fmla="*/ 1757363 h 1890712"/>
              <a:gd name="connsiteX147" fmla="*/ 2428876 w 2543175"/>
              <a:gd name="connsiteY147" fmla="*/ 1785938 h 1890712"/>
              <a:gd name="connsiteX148" fmla="*/ 2469356 w 2543175"/>
              <a:gd name="connsiteY148" fmla="*/ 1816894 h 1890712"/>
              <a:gd name="connsiteX149" fmla="*/ 2514600 w 2543175"/>
              <a:gd name="connsiteY149" fmla="*/ 1850231 h 1890712"/>
              <a:gd name="connsiteX150" fmla="*/ 2519363 w 2543175"/>
              <a:gd name="connsiteY150" fmla="*/ 1857375 h 1890712"/>
              <a:gd name="connsiteX151" fmla="*/ 2540794 w 2543175"/>
              <a:gd name="connsiteY151" fmla="*/ 1883569 h 1890712"/>
              <a:gd name="connsiteX152" fmla="*/ 2543175 w 2543175"/>
              <a:gd name="connsiteY15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47650 w 2543175"/>
              <a:gd name="connsiteY22" fmla="*/ 185737 h 1890712"/>
              <a:gd name="connsiteX23" fmla="*/ 300038 w 2543175"/>
              <a:gd name="connsiteY23" fmla="*/ 219075 h 1890712"/>
              <a:gd name="connsiteX24" fmla="*/ 342900 w 2543175"/>
              <a:gd name="connsiteY24" fmla="*/ 254794 h 1890712"/>
              <a:gd name="connsiteX25" fmla="*/ 385763 w 2543175"/>
              <a:gd name="connsiteY25" fmla="*/ 283369 h 1890712"/>
              <a:gd name="connsiteX26" fmla="*/ 404813 w 2543175"/>
              <a:gd name="connsiteY26" fmla="*/ 295275 h 1890712"/>
              <a:gd name="connsiteX27" fmla="*/ 411957 w 2543175"/>
              <a:gd name="connsiteY27" fmla="*/ 297656 h 1890712"/>
              <a:gd name="connsiteX28" fmla="*/ 466725 w 2543175"/>
              <a:gd name="connsiteY28" fmla="*/ 328612 h 1890712"/>
              <a:gd name="connsiteX29" fmla="*/ 476250 w 2543175"/>
              <a:gd name="connsiteY29" fmla="*/ 335756 h 1890712"/>
              <a:gd name="connsiteX30" fmla="*/ 481013 w 2543175"/>
              <a:gd name="connsiteY30" fmla="*/ 342900 h 1890712"/>
              <a:gd name="connsiteX31" fmla="*/ 490538 w 2543175"/>
              <a:gd name="connsiteY31" fmla="*/ 352425 h 1890712"/>
              <a:gd name="connsiteX32" fmla="*/ 495300 w 2543175"/>
              <a:gd name="connsiteY32" fmla="*/ 359569 h 1890712"/>
              <a:gd name="connsiteX33" fmla="*/ 509588 w 2543175"/>
              <a:gd name="connsiteY33" fmla="*/ 376237 h 1890712"/>
              <a:gd name="connsiteX34" fmla="*/ 514350 w 2543175"/>
              <a:gd name="connsiteY34" fmla="*/ 383381 h 1890712"/>
              <a:gd name="connsiteX35" fmla="*/ 531019 w 2543175"/>
              <a:gd name="connsiteY35" fmla="*/ 397669 h 1890712"/>
              <a:gd name="connsiteX36" fmla="*/ 538163 w 2543175"/>
              <a:gd name="connsiteY36" fmla="*/ 407194 h 1890712"/>
              <a:gd name="connsiteX37" fmla="*/ 554832 w 2543175"/>
              <a:gd name="connsiteY37" fmla="*/ 421481 h 1890712"/>
              <a:gd name="connsiteX38" fmla="*/ 564357 w 2543175"/>
              <a:gd name="connsiteY38" fmla="*/ 431006 h 1890712"/>
              <a:gd name="connsiteX39" fmla="*/ 573882 w 2543175"/>
              <a:gd name="connsiteY39" fmla="*/ 438150 h 1890712"/>
              <a:gd name="connsiteX40" fmla="*/ 595313 w 2543175"/>
              <a:gd name="connsiteY40" fmla="*/ 454819 h 1890712"/>
              <a:gd name="connsiteX41" fmla="*/ 602457 w 2543175"/>
              <a:gd name="connsiteY41" fmla="*/ 457200 h 1890712"/>
              <a:gd name="connsiteX42" fmla="*/ 628650 w 2543175"/>
              <a:gd name="connsiteY42" fmla="*/ 469106 h 1890712"/>
              <a:gd name="connsiteX43" fmla="*/ 645319 w 2543175"/>
              <a:gd name="connsiteY43" fmla="*/ 483394 h 1890712"/>
              <a:gd name="connsiteX44" fmla="*/ 654844 w 2543175"/>
              <a:gd name="connsiteY44" fmla="*/ 488156 h 1890712"/>
              <a:gd name="connsiteX45" fmla="*/ 661988 w 2543175"/>
              <a:gd name="connsiteY45" fmla="*/ 497681 h 1890712"/>
              <a:gd name="connsiteX46" fmla="*/ 683419 w 2543175"/>
              <a:gd name="connsiteY46" fmla="*/ 514350 h 1890712"/>
              <a:gd name="connsiteX47" fmla="*/ 700088 w 2543175"/>
              <a:gd name="connsiteY47" fmla="*/ 526256 h 1890712"/>
              <a:gd name="connsiteX48" fmla="*/ 709613 w 2543175"/>
              <a:gd name="connsiteY48" fmla="*/ 535781 h 1890712"/>
              <a:gd name="connsiteX49" fmla="*/ 719138 w 2543175"/>
              <a:gd name="connsiteY49" fmla="*/ 542925 h 1890712"/>
              <a:gd name="connsiteX50" fmla="*/ 733425 w 2543175"/>
              <a:gd name="connsiteY50" fmla="*/ 557212 h 1890712"/>
              <a:gd name="connsiteX51" fmla="*/ 750094 w 2543175"/>
              <a:gd name="connsiteY51" fmla="*/ 569119 h 1890712"/>
              <a:gd name="connsiteX52" fmla="*/ 769144 w 2543175"/>
              <a:gd name="connsiteY52" fmla="*/ 581025 h 1890712"/>
              <a:gd name="connsiteX53" fmla="*/ 785813 w 2543175"/>
              <a:gd name="connsiteY53" fmla="*/ 590550 h 1890712"/>
              <a:gd name="connsiteX54" fmla="*/ 792957 w 2543175"/>
              <a:gd name="connsiteY54" fmla="*/ 600075 h 1890712"/>
              <a:gd name="connsiteX55" fmla="*/ 809625 w 2543175"/>
              <a:gd name="connsiteY55" fmla="*/ 611981 h 1890712"/>
              <a:gd name="connsiteX56" fmla="*/ 816769 w 2543175"/>
              <a:gd name="connsiteY56" fmla="*/ 619125 h 1890712"/>
              <a:gd name="connsiteX57" fmla="*/ 826294 w 2543175"/>
              <a:gd name="connsiteY57" fmla="*/ 626269 h 1890712"/>
              <a:gd name="connsiteX58" fmla="*/ 840582 w 2543175"/>
              <a:gd name="connsiteY58" fmla="*/ 638175 h 1890712"/>
              <a:gd name="connsiteX59" fmla="*/ 847725 w 2543175"/>
              <a:gd name="connsiteY59" fmla="*/ 645319 h 1890712"/>
              <a:gd name="connsiteX60" fmla="*/ 857250 w 2543175"/>
              <a:gd name="connsiteY60" fmla="*/ 652462 h 1890712"/>
              <a:gd name="connsiteX61" fmla="*/ 888207 w 2543175"/>
              <a:gd name="connsiteY61" fmla="*/ 676275 h 1890712"/>
              <a:gd name="connsiteX62" fmla="*/ 907257 w 2543175"/>
              <a:gd name="connsiteY62" fmla="*/ 683419 h 1890712"/>
              <a:gd name="connsiteX63" fmla="*/ 928688 w 2543175"/>
              <a:gd name="connsiteY63" fmla="*/ 695325 h 1890712"/>
              <a:gd name="connsiteX64" fmla="*/ 942975 w 2543175"/>
              <a:gd name="connsiteY64" fmla="*/ 700087 h 1890712"/>
              <a:gd name="connsiteX65" fmla="*/ 964407 w 2543175"/>
              <a:gd name="connsiteY65" fmla="*/ 716756 h 1890712"/>
              <a:gd name="connsiteX66" fmla="*/ 971550 w 2543175"/>
              <a:gd name="connsiteY66" fmla="*/ 723900 h 1890712"/>
              <a:gd name="connsiteX67" fmla="*/ 983457 w 2543175"/>
              <a:gd name="connsiteY67" fmla="*/ 733425 h 1890712"/>
              <a:gd name="connsiteX68" fmla="*/ 990600 w 2543175"/>
              <a:gd name="connsiteY68" fmla="*/ 738187 h 1890712"/>
              <a:gd name="connsiteX69" fmla="*/ 1007269 w 2543175"/>
              <a:gd name="connsiteY69" fmla="*/ 752475 h 1890712"/>
              <a:gd name="connsiteX70" fmla="*/ 1031082 w 2543175"/>
              <a:gd name="connsiteY70" fmla="*/ 766762 h 1890712"/>
              <a:gd name="connsiteX71" fmla="*/ 1042988 w 2543175"/>
              <a:gd name="connsiteY71" fmla="*/ 773906 h 1890712"/>
              <a:gd name="connsiteX72" fmla="*/ 1071563 w 2543175"/>
              <a:gd name="connsiteY72" fmla="*/ 785812 h 1890712"/>
              <a:gd name="connsiteX73" fmla="*/ 1097757 w 2543175"/>
              <a:gd name="connsiteY73" fmla="*/ 807244 h 1890712"/>
              <a:gd name="connsiteX74" fmla="*/ 1104900 w 2543175"/>
              <a:gd name="connsiteY74" fmla="*/ 814387 h 1890712"/>
              <a:gd name="connsiteX75" fmla="*/ 1121569 w 2543175"/>
              <a:gd name="connsiteY75" fmla="*/ 823912 h 1890712"/>
              <a:gd name="connsiteX76" fmla="*/ 1138238 w 2543175"/>
              <a:gd name="connsiteY76" fmla="*/ 835819 h 1890712"/>
              <a:gd name="connsiteX77" fmla="*/ 1147763 w 2543175"/>
              <a:gd name="connsiteY77" fmla="*/ 842962 h 1890712"/>
              <a:gd name="connsiteX78" fmla="*/ 1157288 w 2543175"/>
              <a:gd name="connsiteY78" fmla="*/ 847725 h 1890712"/>
              <a:gd name="connsiteX79" fmla="*/ 1178719 w 2543175"/>
              <a:gd name="connsiteY79" fmla="*/ 859631 h 1890712"/>
              <a:gd name="connsiteX80" fmla="*/ 1188244 w 2543175"/>
              <a:gd name="connsiteY80" fmla="*/ 866775 h 1890712"/>
              <a:gd name="connsiteX81" fmla="*/ 1195388 w 2543175"/>
              <a:gd name="connsiteY81" fmla="*/ 871537 h 1890712"/>
              <a:gd name="connsiteX82" fmla="*/ 1212057 w 2543175"/>
              <a:gd name="connsiteY82" fmla="*/ 883444 h 1890712"/>
              <a:gd name="connsiteX83" fmla="*/ 1226344 w 2543175"/>
              <a:gd name="connsiteY83" fmla="*/ 895350 h 1890712"/>
              <a:gd name="connsiteX84" fmla="*/ 1245394 w 2543175"/>
              <a:gd name="connsiteY84" fmla="*/ 907256 h 1890712"/>
              <a:gd name="connsiteX85" fmla="*/ 1254919 w 2543175"/>
              <a:gd name="connsiteY85" fmla="*/ 914400 h 1890712"/>
              <a:gd name="connsiteX86" fmla="*/ 1269207 w 2543175"/>
              <a:gd name="connsiteY86" fmla="*/ 921544 h 1890712"/>
              <a:gd name="connsiteX87" fmla="*/ 1290638 w 2543175"/>
              <a:gd name="connsiteY87" fmla="*/ 935831 h 1890712"/>
              <a:gd name="connsiteX88" fmla="*/ 1307307 w 2543175"/>
              <a:gd name="connsiteY88" fmla="*/ 952500 h 1890712"/>
              <a:gd name="connsiteX89" fmla="*/ 1333500 w 2543175"/>
              <a:gd name="connsiteY89" fmla="*/ 971550 h 1890712"/>
              <a:gd name="connsiteX90" fmla="*/ 1359694 w 2543175"/>
              <a:gd name="connsiteY90" fmla="*/ 990600 h 1890712"/>
              <a:gd name="connsiteX91" fmla="*/ 1385888 w 2543175"/>
              <a:gd name="connsiteY91" fmla="*/ 1021557 h 1890712"/>
              <a:gd name="connsiteX92" fmla="*/ 1435894 w 2543175"/>
              <a:gd name="connsiteY92" fmla="*/ 1054894 h 1890712"/>
              <a:gd name="connsiteX93" fmla="*/ 1497806 w 2543175"/>
              <a:gd name="connsiteY93" fmla="*/ 1104900 h 1890712"/>
              <a:gd name="connsiteX94" fmla="*/ 1559718 w 2543175"/>
              <a:gd name="connsiteY94" fmla="*/ 1154906 h 1890712"/>
              <a:gd name="connsiteX95" fmla="*/ 1595438 w 2543175"/>
              <a:gd name="connsiteY95" fmla="*/ 1181100 h 1890712"/>
              <a:gd name="connsiteX96" fmla="*/ 1628775 w 2543175"/>
              <a:gd name="connsiteY96" fmla="*/ 1207294 h 1890712"/>
              <a:gd name="connsiteX97" fmla="*/ 1662113 w 2543175"/>
              <a:gd name="connsiteY97" fmla="*/ 1231107 h 1890712"/>
              <a:gd name="connsiteX98" fmla="*/ 1700213 w 2543175"/>
              <a:gd name="connsiteY98" fmla="*/ 1247775 h 1890712"/>
              <a:gd name="connsiteX99" fmla="*/ 1712119 w 2543175"/>
              <a:gd name="connsiteY99" fmla="*/ 1259681 h 1890712"/>
              <a:gd name="connsiteX100" fmla="*/ 1733550 w 2543175"/>
              <a:gd name="connsiteY100" fmla="*/ 1273969 h 1890712"/>
              <a:gd name="connsiteX101" fmla="*/ 1743075 w 2543175"/>
              <a:gd name="connsiteY101" fmla="*/ 1283494 h 1890712"/>
              <a:gd name="connsiteX102" fmla="*/ 1754982 w 2543175"/>
              <a:gd name="connsiteY102" fmla="*/ 1290637 h 1890712"/>
              <a:gd name="connsiteX103" fmla="*/ 1766888 w 2543175"/>
              <a:gd name="connsiteY103" fmla="*/ 1300162 h 1890712"/>
              <a:gd name="connsiteX104" fmla="*/ 1783557 w 2543175"/>
              <a:gd name="connsiteY104" fmla="*/ 1307306 h 1890712"/>
              <a:gd name="connsiteX105" fmla="*/ 1790700 w 2543175"/>
              <a:gd name="connsiteY105" fmla="*/ 1312069 h 1890712"/>
              <a:gd name="connsiteX106" fmla="*/ 1800225 w 2543175"/>
              <a:gd name="connsiteY106" fmla="*/ 1319212 h 1890712"/>
              <a:gd name="connsiteX107" fmla="*/ 1807369 w 2543175"/>
              <a:gd name="connsiteY107" fmla="*/ 1321594 h 1890712"/>
              <a:gd name="connsiteX108" fmla="*/ 1824038 w 2543175"/>
              <a:gd name="connsiteY108" fmla="*/ 1333500 h 1890712"/>
              <a:gd name="connsiteX109" fmla="*/ 1843088 w 2543175"/>
              <a:gd name="connsiteY109" fmla="*/ 1352550 h 1890712"/>
              <a:gd name="connsiteX110" fmla="*/ 1852613 w 2543175"/>
              <a:gd name="connsiteY110" fmla="*/ 1359694 h 1890712"/>
              <a:gd name="connsiteX111" fmla="*/ 1859757 w 2543175"/>
              <a:gd name="connsiteY111" fmla="*/ 1366837 h 1890712"/>
              <a:gd name="connsiteX112" fmla="*/ 1869282 w 2543175"/>
              <a:gd name="connsiteY112" fmla="*/ 1371600 h 1890712"/>
              <a:gd name="connsiteX113" fmla="*/ 1883569 w 2543175"/>
              <a:gd name="connsiteY113" fmla="*/ 1388269 h 1890712"/>
              <a:gd name="connsiteX114" fmla="*/ 1893094 w 2543175"/>
              <a:gd name="connsiteY114" fmla="*/ 1395412 h 1890712"/>
              <a:gd name="connsiteX115" fmla="*/ 1902619 w 2543175"/>
              <a:gd name="connsiteY115" fmla="*/ 1404937 h 1890712"/>
              <a:gd name="connsiteX116" fmla="*/ 1912144 w 2543175"/>
              <a:gd name="connsiteY116" fmla="*/ 1409700 h 1890712"/>
              <a:gd name="connsiteX117" fmla="*/ 1931194 w 2543175"/>
              <a:gd name="connsiteY117" fmla="*/ 1421606 h 1890712"/>
              <a:gd name="connsiteX118" fmla="*/ 1935957 w 2543175"/>
              <a:gd name="connsiteY118" fmla="*/ 1428750 h 1890712"/>
              <a:gd name="connsiteX119" fmla="*/ 1952625 w 2543175"/>
              <a:gd name="connsiteY119" fmla="*/ 1438275 h 1890712"/>
              <a:gd name="connsiteX120" fmla="*/ 1971675 w 2543175"/>
              <a:gd name="connsiteY120" fmla="*/ 1450181 h 1890712"/>
              <a:gd name="connsiteX121" fmla="*/ 1981200 w 2543175"/>
              <a:gd name="connsiteY121" fmla="*/ 1454944 h 1890712"/>
              <a:gd name="connsiteX122" fmla="*/ 1997869 w 2543175"/>
              <a:gd name="connsiteY122" fmla="*/ 1471612 h 1890712"/>
              <a:gd name="connsiteX123" fmla="*/ 2007394 w 2543175"/>
              <a:gd name="connsiteY123" fmla="*/ 1478756 h 1890712"/>
              <a:gd name="connsiteX124" fmla="*/ 2016919 w 2543175"/>
              <a:gd name="connsiteY124" fmla="*/ 1483519 h 1890712"/>
              <a:gd name="connsiteX125" fmla="*/ 2024063 w 2543175"/>
              <a:gd name="connsiteY125" fmla="*/ 1490662 h 1890712"/>
              <a:gd name="connsiteX126" fmla="*/ 2033588 w 2543175"/>
              <a:gd name="connsiteY126" fmla="*/ 1495425 h 1890712"/>
              <a:gd name="connsiteX127" fmla="*/ 2040732 w 2543175"/>
              <a:gd name="connsiteY127" fmla="*/ 1502569 h 1890712"/>
              <a:gd name="connsiteX128" fmla="*/ 2047875 w 2543175"/>
              <a:gd name="connsiteY128" fmla="*/ 1507331 h 1890712"/>
              <a:gd name="connsiteX129" fmla="*/ 2057400 w 2543175"/>
              <a:gd name="connsiteY129" fmla="*/ 1514475 h 1890712"/>
              <a:gd name="connsiteX130" fmla="*/ 2064544 w 2543175"/>
              <a:gd name="connsiteY130" fmla="*/ 1519237 h 1890712"/>
              <a:gd name="connsiteX131" fmla="*/ 2071688 w 2543175"/>
              <a:gd name="connsiteY131" fmla="*/ 1526381 h 1890712"/>
              <a:gd name="connsiteX132" fmla="*/ 2081213 w 2543175"/>
              <a:gd name="connsiteY132" fmla="*/ 1531144 h 1890712"/>
              <a:gd name="connsiteX133" fmla="*/ 2090738 w 2543175"/>
              <a:gd name="connsiteY133" fmla="*/ 1538287 h 1890712"/>
              <a:gd name="connsiteX134" fmla="*/ 2109788 w 2543175"/>
              <a:gd name="connsiteY134" fmla="*/ 1547812 h 1890712"/>
              <a:gd name="connsiteX135" fmla="*/ 2131219 w 2543175"/>
              <a:gd name="connsiteY135" fmla="*/ 1562100 h 1890712"/>
              <a:gd name="connsiteX136" fmla="*/ 2140744 w 2543175"/>
              <a:gd name="connsiteY136" fmla="*/ 1566862 h 1890712"/>
              <a:gd name="connsiteX137" fmla="*/ 2152650 w 2543175"/>
              <a:gd name="connsiteY137" fmla="*/ 1576387 h 1890712"/>
              <a:gd name="connsiteX138" fmla="*/ 2181225 w 2543175"/>
              <a:gd name="connsiteY138" fmla="*/ 1590675 h 1890712"/>
              <a:gd name="connsiteX139" fmla="*/ 2200275 w 2543175"/>
              <a:gd name="connsiteY139" fmla="*/ 1607344 h 1890712"/>
              <a:gd name="connsiteX140" fmla="*/ 2207419 w 2543175"/>
              <a:gd name="connsiteY140" fmla="*/ 1612106 h 1890712"/>
              <a:gd name="connsiteX141" fmla="*/ 2216944 w 2543175"/>
              <a:gd name="connsiteY141" fmla="*/ 1619250 h 1890712"/>
              <a:gd name="connsiteX142" fmla="*/ 2247900 w 2543175"/>
              <a:gd name="connsiteY142" fmla="*/ 1643062 h 1890712"/>
              <a:gd name="connsiteX143" fmla="*/ 2281238 w 2543175"/>
              <a:gd name="connsiteY143" fmla="*/ 1674019 h 1890712"/>
              <a:gd name="connsiteX144" fmla="*/ 2312194 w 2543175"/>
              <a:gd name="connsiteY144" fmla="*/ 1702594 h 1890712"/>
              <a:gd name="connsiteX145" fmla="*/ 2369344 w 2543175"/>
              <a:gd name="connsiteY145" fmla="*/ 1757363 h 1890712"/>
              <a:gd name="connsiteX146" fmla="*/ 2428876 w 2543175"/>
              <a:gd name="connsiteY146" fmla="*/ 1785938 h 1890712"/>
              <a:gd name="connsiteX147" fmla="*/ 2469356 w 2543175"/>
              <a:gd name="connsiteY147" fmla="*/ 1816894 h 1890712"/>
              <a:gd name="connsiteX148" fmla="*/ 2514600 w 2543175"/>
              <a:gd name="connsiteY148" fmla="*/ 1850231 h 1890712"/>
              <a:gd name="connsiteX149" fmla="*/ 2519363 w 2543175"/>
              <a:gd name="connsiteY149" fmla="*/ 1857375 h 1890712"/>
              <a:gd name="connsiteX150" fmla="*/ 2540794 w 2543175"/>
              <a:gd name="connsiteY150" fmla="*/ 1883569 h 1890712"/>
              <a:gd name="connsiteX151" fmla="*/ 2543175 w 2543175"/>
              <a:gd name="connsiteY151"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47650 w 2543175"/>
              <a:gd name="connsiteY22" fmla="*/ 185737 h 1890712"/>
              <a:gd name="connsiteX23" fmla="*/ 300038 w 2543175"/>
              <a:gd name="connsiteY23" fmla="*/ 219075 h 1890712"/>
              <a:gd name="connsiteX24" fmla="*/ 342900 w 2543175"/>
              <a:gd name="connsiteY24" fmla="*/ 254794 h 1890712"/>
              <a:gd name="connsiteX25" fmla="*/ 385763 w 2543175"/>
              <a:gd name="connsiteY25" fmla="*/ 283369 h 1890712"/>
              <a:gd name="connsiteX26" fmla="*/ 404813 w 2543175"/>
              <a:gd name="connsiteY26" fmla="*/ 295275 h 1890712"/>
              <a:gd name="connsiteX27" fmla="*/ 411957 w 2543175"/>
              <a:gd name="connsiteY27" fmla="*/ 297656 h 1890712"/>
              <a:gd name="connsiteX28" fmla="*/ 466725 w 2543175"/>
              <a:gd name="connsiteY28" fmla="*/ 328612 h 1890712"/>
              <a:gd name="connsiteX29" fmla="*/ 476250 w 2543175"/>
              <a:gd name="connsiteY29" fmla="*/ 335756 h 1890712"/>
              <a:gd name="connsiteX30" fmla="*/ 481013 w 2543175"/>
              <a:gd name="connsiteY30" fmla="*/ 342900 h 1890712"/>
              <a:gd name="connsiteX31" fmla="*/ 495300 w 2543175"/>
              <a:gd name="connsiteY31" fmla="*/ 359569 h 1890712"/>
              <a:gd name="connsiteX32" fmla="*/ 509588 w 2543175"/>
              <a:gd name="connsiteY32" fmla="*/ 376237 h 1890712"/>
              <a:gd name="connsiteX33" fmla="*/ 514350 w 2543175"/>
              <a:gd name="connsiteY33" fmla="*/ 383381 h 1890712"/>
              <a:gd name="connsiteX34" fmla="*/ 531019 w 2543175"/>
              <a:gd name="connsiteY34" fmla="*/ 397669 h 1890712"/>
              <a:gd name="connsiteX35" fmla="*/ 538163 w 2543175"/>
              <a:gd name="connsiteY35" fmla="*/ 407194 h 1890712"/>
              <a:gd name="connsiteX36" fmla="*/ 554832 w 2543175"/>
              <a:gd name="connsiteY36" fmla="*/ 421481 h 1890712"/>
              <a:gd name="connsiteX37" fmla="*/ 564357 w 2543175"/>
              <a:gd name="connsiteY37" fmla="*/ 431006 h 1890712"/>
              <a:gd name="connsiteX38" fmla="*/ 573882 w 2543175"/>
              <a:gd name="connsiteY38" fmla="*/ 438150 h 1890712"/>
              <a:gd name="connsiteX39" fmla="*/ 595313 w 2543175"/>
              <a:gd name="connsiteY39" fmla="*/ 454819 h 1890712"/>
              <a:gd name="connsiteX40" fmla="*/ 602457 w 2543175"/>
              <a:gd name="connsiteY40" fmla="*/ 457200 h 1890712"/>
              <a:gd name="connsiteX41" fmla="*/ 628650 w 2543175"/>
              <a:gd name="connsiteY41" fmla="*/ 469106 h 1890712"/>
              <a:gd name="connsiteX42" fmla="*/ 645319 w 2543175"/>
              <a:gd name="connsiteY42" fmla="*/ 483394 h 1890712"/>
              <a:gd name="connsiteX43" fmla="*/ 654844 w 2543175"/>
              <a:gd name="connsiteY43" fmla="*/ 488156 h 1890712"/>
              <a:gd name="connsiteX44" fmla="*/ 661988 w 2543175"/>
              <a:gd name="connsiteY44" fmla="*/ 497681 h 1890712"/>
              <a:gd name="connsiteX45" fmla="*/ 683419 w 2543175"/>
              <a:gd name="connsiteY45" fmla="*/ 514350 h 1890712"/>
              <a:gd name="connsiteX46" fmla="*/ 700088 w 2543175"/>
              <a:gd name="connsiteY46" fmla="*/ 526256 h 1890712"/>
              <a:gd name="connsiteX47" fmla="*/ 709613 w 2543175"/>
              <a:gd name="connsiteY47" fmla="*/ 535781 h 1890712"/>
              <a:gd name="connsiteX48" fmla="*/ 719138 w 2543175"/>
              <a:gd name="connsiteY48" fmla="*/ 542925 h 1890712"/>
              <a:gd name="connsiteX49" fmla="*/ 733425 w 2543175"/>
              <a:gd name="connsiteY49" fmla="*/ 557212 h 1890712"/>
              <a:gd name="connsiteX50" fmla="*/ 750094 w 2543175"/>
              <a:gd name="connsiteY50" fmla="*/ 569119 h 1890712"/>
              <a:gd name="connsiteX51" fmla="*/ 769144 w 2543175"/>
              <a:gd name="connsiteY51" fmla="*/ 581025 h 1890712"/>
              <a:gd name="connsiteX52" fmla="*/ 785813 w 2543175"/>
              <a:gd name="connsiteY52" fmla="*/ 590550 h 1890712"/>
              <a:gd name="connsiteX53" fmla="*/ 792957 w 2543175"/>
              <a:gd name="connsiteY53" fmla="*/ 600075 h 1890712"/>
              <a:gd name="connsiteX54" fmla="*/ 809625 w 2543175"/>
              <a:gd name="connsiteY54" fmla="*/ 611981 h 1890712"/>
              <a:gd name="connsiteX55" fmla="*/ 816769 w 2543175"/>
              <a:gd name="connsiteY55" fmla="*/ 619125 h 1890712"/>
              <a:gd name="connsiteX56" fmla="*/ 826294 w 2543175"/>
              <a:gd name="connsiteY56" fmla="*/ 626269 h 1890712"/>
              <a:gd name="connsiteX57" fmla="*/ 840582 w 2543175"/>
              <a:gd name="connsiteY57" fmla="*/ 638175 h 1890712"/>
              <a:gd name="connsiteX58" fmla="*/ 847725 w 2543175"/>
              <a:gd name="connsiteY58" fmla="*/ 645319 h 1890712"/>
              <a:gd name="connsiteX59" fmla="*/ 857250 w 2543175"/>
              <a:gd name="connsiteY59" fmla="*/ 652462 h 1890712"/>
              <a:gd name="connsiteX60" fmla="*/ 888207 w 2543175"/>
              <a:gd name="connsiteY60" fmla="*/ 676275 h 1890712"/>
              <a:gd name="connsiteX61" fmla="*/ 907257 w 2543175"/>
              <a:gd name="connsiteY61" fmla="*/ 683419 h 1890712"/>
              <a:gd name="connsiteX62" fmla="*/ 928688 w 2543175"/>
              <a:gd name="connsiteY62" fmla="*/ 695325 h 1890712"/>
              <a:gd name="connsiteX63" fmla="*/ 942975 w 2543175"/>
              <a:gd name="connsiteY63" fmla="*/ 700087 h 1890712"/>
              <a:gd name="connsiteX64" fmla="*/ 964407 w 2543175"/>
              <a:gd name="connsiteY64" fmla="*/ 716756 h 1890712"/>
              <a:gd name="connsiteX65" fmla="*/ 971550 w 2543175"/>
              <a:gd name="connsiteY65" fmla="*/ 723900 h 1890712"/>
              <a:gd name="connsiteX66" fmla="*/ 983457 w 2543175"/>
              <a:gd name="connsiteY66" fmla="*/ 733425 h 1890712"/>
              <a:gd name="connsiteX67" fmla="*/ 990600 w 2543175"/>
              <a:gd name="connsiteY67" fmla="*/ 738187 h 1890712"/>
              <a:gd name="connsiteX68" fmla="*/ 1007269 w 2543175"/>
              <a:gd name="connsiteY68" fmla="*/ 752475 h 1890712"/>
              <a:gd name="connsiteX69" fmla="*/ 1031082 w 2543175"/>
              <a:gd name="connsiteY69" fmla="*/ 766762 h 1890712"/>
              <a:gd name="connsiteX70" fmla="*/ 1042988 w 2543175"/>
              <a:gd name="connsiteY70" fmla="*/ 773906 h 1890712"/>
              <a:gd name="connsiteX71" fmla="*/ 1071563 w 2543175"/>
              <a:gd name="connsiteY71" fmla="*/ 785812 h 1890712"/>
              <a:gd name="connsiteX72" fmla="*/ 1097757 w 2543175"/>
              <a:gd name="connsiteY72" fmla="*/ 807244 h 1890712"/>
              <a:gd name="connsiteX73" fmla="*/ 1104900 w 2543175"/>
              <a:gd name="connsiteY73" fmla="*/ 814387 h 1890712"/>
              <a:gd name="connsiteX74" fmla="*/ 1121569 w 2543175"/>
              <a:gd name="connsiteY74" fmla="*/ 823912 h 1890712"/>
              <a:gd name="connsiteX75" fmla="*/ 1138238 w 2543175"/>
              <a:gd name="connsiteY75" fmla="*/ 835819 h 1890712"/>
              <a:gd name="connsiteX76" fmla="*/ 1147763 w 2543175"/>
              <a:gd name="connsiteY76" fmla="*/ 842962 h 1890712"/>
              <a:gd name="connsiteX77" fmla="*/ 1157288 w 2543175"/>
              <a:gd name="connsiteY77" fmla="*/ 847725 h 1890712"/>
              <a:gd name="connsiteX78" fmla="*/ 1178719 w 2543175"/>
              <a:gd name="connsiteY78" fmla="*/ 859631 h 1890712"/>
              <a:gd name="connsiteX79" fmla="*/ 1188244 w 2543175"/>
              <a:gd name="connsiteY79" fmla="*/ 866775 h 1890712"/>
              <a:gd name="connsiteX80" fmla="*/ 1195388 w 2543175"/>
              <a:gd name="connsiteY80" fmla="*/ 871537 h 1890712"/>
              <a:gd name="connsiteX81" fmla="*/ 1212057 w 2543175"/>
              <a:gd name="connsiteY81" fmla="*/ 883444 h 1890712"/>
              <a:gd name="connsiteX82" fmla="*/ 1226344 w 2543175"/>
              <a:gd name="connsiteY82" fmla="*/ 895350 h 1890712"/>
              <a:gd name="connsiteX83" fmla="*/ 1245394 w 2543175"/>
              <a:gd name="connsiteY83" fmla="*/ 907256 h 1890712"/>
              <a:gd name="connsiteX84" fmla="*/ 1254919 w 2543175"/>
              <a:gd name="connsiteY84" fmla="*/ 914400 h 1890712"/>
              <a:gd name="connsiteX85" fmla="*/ 1269207 w 2543175"/>
              <a:gd name="connsiteY85" fmla="*/ 921544 h 1890712"/>
              <a:gd name="connsiteX86" fmla="*/ 1290638 w 2543175"/>
              <a:gd name="connsiteY86" fmla="*/ 935831 h 1890712"/>
              <a:gd name="connsiteX87" fmla="*/ 1307307 w 2543175"/>
              <a:gd name="connsiteY87" fmla="*/ 952500 h 1890712"/>
              <a:gd name="connsiteX88" fmla="*/ 1333500 w 2543175"/>
              <a:gd name="connsiteY88" fmla="*/ 971550 h 1890712"/>
              <a:gd name="connsiteX89" fmla="*/ 1359694 w 2543175"/>
              <a:gd name="connsiteY89" fmla="*/ 990600 h 1890712"/>
              <a:gd name="connsiteX90" fmla="*/ 1385888 w 2543175"/>
              <a:gd name="connsiteY90" fmla="*/ 1021557 h 1890712"/>
              <a:gd name="connsiteX91" fmla="*/ 1435894 w 2543175"/>
              <a:gd name="connsiteY91" fmla="*/ 1054894 h 1890712"/>
              <a:gd name="connsiteX92" fmla="*/ 1497806 w 2543175"/>
              <a:gd name="connsiteY92" fmla="*/ 1104900 h 1890712"/>
              <a:gd name="connsiteX93" fmla="*/ 1559718 w 2543175"/>
              <a:gd name="connsiteY93" fmla="*/ 1154906 h 1890712"/>
              <a:gd name="connsiteX94" fmla="*/ 1595438 w 2543175"/>
              <a:gd name="connsiteY94" fmla="*/ 1181100 h 1890712"/>
              <a:gd name="connsiteX95" fmla="*/ 1628775 w 2543175"/>
              <a:gd name="connsiteY95" fmla="*/ 1207294 h 1890712"/>
              <a:gd name="connsiteX96" fmla="*/ 1662113 w 2543175"/>
              <a:gd name="connsiteY96" fmla="*/ 1231107 h 1890712"/>
              <a:gd name="connsiteX97" fmla="*/ 1700213 w 2543175"/>
              <a:gd name="connsiteY97" fmla="*/ 1247775 h 1890712"/>
              <a:gd name="connsiteX98" fmla="*/ 1712119 w 2543175"/>
              <a:gd name="connsiteY98" fmla="*/ 1259681 h 1890712"/>
              <a:gd name="connsiteX99" fmla="*/ 1733550 w 2543175"/>
              <a:gd name="connsiteY99" fmla="*/ 1273969 h 1890712"/>
              <a:gd name="connsiteX100" fmla="*/ 1743075 w 2543175"/>
              <a:gd name="connsiteY100" fmla="*/ 1283494 h 1890712"/>
              <a:gd name="connsiteX101" fmla="*/ 1754982 w 2543175"/>
              <a:gd name="connsiteY101" fmla="*/ 1290637 h 1890712"/>
              <a:gd name="connsiteX102" fmla="*/ 1766888 w 2543175"/>
              <a:gd name="connsiteY102" fmla="*/ 1300162 h 1890712"/>
              <a:gd name="connsiteX103" fmla="*/ 1783557 w 2543175"/>
              <a:gd name="connsiteY103" fmla="*/ 1307306 h 1890712"/>
              <a:gd name="connsiteX104" fmla="*/ 1790700 w 2543175"/>
              <a:gd name="connsiteY104" fmla="*/ 1312069 h 1890712"/>
              <a:gd name="connsiteX105" fmla="*/ 1800225 w 2543175"/>
              <a:gd name="connsiteY105" fmla="*/ 1319212 h 1890712"/>
              <a:gd name="connsiteX106" fmla="*/ 1807369 w 2543175"/>
              <a:gd name="connsiteY106" fmla="*/ 1321594 h 1890712"/>
              <a:gd name="connsiteX107" fmla="*/ 1824038 w 2543175"/>
              <a:gd name="connsiteY107" fmla="*/ 1333500 h 1890712"/>
              <a:gd name="connsiteX108" fmla="*/ 1843088 w 2543175"/>
              <a:gd name="connsiteY108" fmla="*/ 1352550 h 1890712"/>
              <a:gd name="connsiteX109" fmla="*/ 1852613 w 2543175"/>
              <a:gd name="connsiteY109" fmla="*/ 1359694 h 1890712"/>
              <a:gd name="connsiteX110" fmla="*/ 1859757 w 2543175"/>
              <a:gd name="connsiteY110" fmla="*/ 1366837 h 1890712"/>
              <a:gd name="connsiteX111" fmla="*/ 1869282 w 2543175"/>
              <a:gd name="connsiteY111" fmla="*/ 1371600 h 1890712"/>
              <a:gd name="connsiteX112" fmla="*/ 1883569 w 2543175"/>
              <a:gd name="connsiteY112" fmla="*/ 1388269 h 1890712"/>
              <a:gd name="connsiteX113" fmla="*/ 1893094 w 2543175"/>
              <a:gd name="connsiteY113" fmla="*/ 1395412 h 1890712"/>
              <a:gd name="connsiteX114" fmla="*/ 1902619 w 2543175"/>
              <a:gd name="connsiteY114" fmla="*/ 1404937 h 1890712"/>
              <a:gd name="connsiteX115" fmla="*/ 1912144 w 2543175"/>
              <a:gd name="connsiteY115" fmla="*/ 1409700 h 1890712"/>
              <a:gd name="connsiteX116" fmla="*/ 1931194 w 2543175"/>
              <a:gd name="connsiteY116" fmla="*/ 1421606 h 1890712"/>
              <a:gd name="connsiteX117" fmla="*/ 1935957 w 2543175"/>
              <a:gd name="connsiteY117" fmla="*/ 1428750 h 1890712"/>
              <a:gd name="connsiteX118" fmla="*/ 1952625 w 2543175"/>
              <a:gd name="connsiteY118" fmla="*/ 1438275 h 1890712"/>
              <a:gd name="connsiteX119" fmla="*/ 1971675 w 2543175"/>
              <a:gd name="connsiteY119" fmla="*/ 1450181 h 1890712"/>
              <a:gd name="connsiteX120" fmla="*/ 1981200 w 2543175"/>
              <a:gd name="connsiteY120" fmla="*/ 1454944 h 1890712"/>
              <a:gd name="connsiteX121" fmla="*/ 1997869 w 2543175"/>
              <a:gd name="connsiteY121" fmla="*/ 1471612 h 1890712"/>
              <a:gd name="connsiteX122" fmla="*/ 2007394 w 2543175"/>
              <a:gd name="connsiteY122" fmla="*/ 1478756 h 1890712"/>
              <a:gd name="connsiteX123" fmla="*/ 2016919 w 2543175"/>
              <a:gd name="connsiteY123" fmla="*/ 1483519 h 1890712"/>
              <a:gd name="connsiteX124" fmla="*/ 2024063 w 2543175"/>
              <a:gd name="connsiteY124" fmla="*/ 1490662 h 1890712"/>
              <a:gd name="connsiteX125" fmla="*/ 2033588 w 2543175"/>
              <a:gd name="connsiteY125" fmla="*/ 1495425 h 1890712"/>
              <a:gd name="connsiteX126" fmla="*/ 2040732 w 2543175"/>
              <a:gd name="connsiteY126" fmla="*/ 1502569 h 1890712"/>
              <a:gd name="connsiteX127" fmla="*/ 2047875 w 2543175"/>
              <a:gd name="connsiteY127" fmla="*/ 1507331 h 1890712"/>
              <a:gd name="connsiteX128" fmla="*/ 2057400 w 2543175"/>
              <a:gd name="connsiteY128" fmla="*/ 1514475 h 1890712"/>
              <a:gd name="connsiteX129" fmla="*/ 2064544 w 2543175"/>
              <a:gd name="connsiteY129" fmla="*/ 1519237 h 1890712"/>
              <a:gd name="connsiteX130" fmla="*/ 2071688 w 2543175"/>
              <a:gd name="connsiteY130" fmla="*/ 1526381 h 1890712"/>
              <a:gd name="connsiteX131" fmla="*/ 2081213 w 2543175"/>
              <a:gd name="connsiteY131" fmla="*/ 1531144 h 1890712"/>
              <a:gd name="connsiteX132" fmla="*/ 2090738 w 2543175"/>
              <a:gd name="connsiteY132" fmla="*/ 1538287 h 1890712"/>
              <a:gd name="connsiteX133" fmla="*/ 2109788 w 2543175"/>
              <a:gd name="connsiteY133" fmla="*/ 1547812 h 1890712"/>
              <a:gd name="connsiteX134" fmla="*/ 2131219 w 2543175"/>
              <a:gd name="connsiteY134" fmla="*/ 1562100 h 1890712"/>
              <a:gd name="connsiteX135" fmla="*/ 2140744 w 2543175"/>
              <a:gd name="connsiteY135" fmla="*/ 1566862 h 1890712"/>
              <a:gd name="connsiteX136" fmla="*/ 2152650 w 2543175"/>
              <a:gd name="connsiteY136" fmla="*/ 1576387 h 1890712"/>
              <a:gd name="connsiteX137" fmla="*/ 2181225 w 2543175"/>
              <a:gd name="connsiteY137" fmla="*/ 1590675 h 1890712"/>
              <a:gd name="connsiteX138" fmla="*/ 2200275 w 2543175"/>
              <a:gd name="connsiteY138" fmla="*/ 1607344 h 1890712"/>
              <a:gd name="connsiteX139" fmla="*/ 2207419 w 2543175"/>
              <a:gd name="connsiteY139" fmla="*/ 1612106 h 1890712"/>
              <a:gd name="connsiteX140" fmla="*/ 2216944 w 2543175"/>
              <a:gd name="connsiteY140" fmla="*/ 1619250 h 1890712"/>
              <a:gd name="connsiteX141" fmla="*/ 2247900 w 2543175"/>
              <a:gd name="connsiteY141" fmla="*/ 1643062 h 1890712"/>
              <a:gd name="connsiteX142" fmla="*/ 2281238 w 2543175"/>
              <a:gd name="connsiteY142" fmla="*/ 1674019 h 1890712"/>
              <a:gd name="connsiteX143" fmla="*/ 2312194 w 2543175"/>
              <a:gd name="connsiteY143" fmla="*/ 1702594 h 1890712"/>
              <a:gd name="connsiteX144" fmla="*/ 2369344 w 2543175"/>
              <a:gd name="connsiteY144" fmla="*/ 1757363 h 1890712"/>
              <a:gd name="connsiteX145" fmla="*/ 2428876 w 2543175"/>
              <a:gd name="connsiteY145" fmla="*/ 1785938 h 1890712"/>
              <a:gd name="connsiteX146" fmla="*/ 2469356 w 2543175"/>
              <a:gd name="connsiteY146" fmla="*/ 1816894 h 1890712"/>
              <a:gd name="connsiteX147" fmla="*/ 2514600 w 2543175"/>
              <a:gd name="connsiteY147" fmla="*/ 1850231 h 1890712"/>
              <a:gd name="connsiteX148" fmla="*/ 2519363 w 2543175"/>
              <a:gd name="connsiteY148" fmla="*/ 1857375 h 1890712"/>
              <a:gd name="connsiteX149" fmla="*/ 2540794 w 2543175"/>
              <a:gd name="connsiteY149" fmla="*/ 1883569 h 1890712"/>
              <a:gd name="connsiteX150" fmla="*/ 2543175 w 2543175"/>
              <a:gd name="connsiteY15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47650 w 2543175"/>
              <a:gd name="connsiteY22" fmla="*/ 185737 h 1890712"/>
              <a:gd name="connsiteX23" fmla="*/ 300038 w 2543175"/>
              <a:gd name="connsiteY23" fmla="*/ 219075 h 1890712"/>
              <a:gd name="connsiteX24" fmla="*/ 342900 w 2543175"/>
              <a:gd name="connsiteY24" fmla="*/ 254794 h 1890712"/>
              <a:gd name="connsiteX25" fmla="*/ 385763 w 2543175"/>
              <a:gd name="connsiteY25" fmla="*/ 283369 h 1890712"/>
              <a:gd name="connsiteX26" fmla="*/ 404813 w 2543175"/>
              <a:gd name="connsiteY26" fmla="*/ 295275 h 1890712"/>
              <a:gd name="connsiteX27" fmla="*/ 411957 w 2543175"/>
              <a:gd name="connsiteY27" fmla="*/ 297656 h 1890712"/>
              <a:gd name="connsiteX28" fmla="*/ 466725 w 2543175"/>
              <a:gd name="connsiteY28" fmla="*/ 328612 h 1890712"/>
              <a:gd name="connsiteX29" fmla="*/ 476250 w 2543175"/>
              <a:gd name="connsiteY29" fmla="*/ 335756 h 1890712"/>
              <a:gd name="connsiteX30" fmla="*/ 495300 w 2543175"/>
              <a:gd name="connsiteY30" fmla="*/ 359569 h 1890712"/>
              <a:gd name="connsiteX31" fmla="*/ 509588 w 2543175"/>
              <a:gd name="connsiteY31" fmla="*/ 376237 h 1890712"/>
              <a:gd name="connsiteX32" fmla="*/ 514350 w 2543175"/>
              <a:gd name="connsiteY32" fmla="*/ 383381 h 1890712"/>
              <a:gd name="connsiteX33" fmla="*/ 531019 w 2543175"/>
              <a:gd name="connsiteY33" fmla="*/ 397669 h 1890712"/>
              <a:gd name="connsiteX34" fmla="*/ 538163 w 2543175"/>
              <a:gd name="connsiteY34" fmla="*/ 407194 h 1890712"/>
              <a:gd name="connsiteX35" fmla="*/ 554832 w 2543175"/>
              <a:gd name="connsiteY35" fmla="*/ 421481 h 1890712"/>
              <a:gd name="connsiteX36" fmla="*/ 564357 w 2543175"/>
              <a:gd name="connsiteY36" fmla="*/ 431006 h 1890712"/>
              <a:gd name="connsiteX37" fmla="*/ 573882 w 2543175"/>
              <a:gd name="connsiteY37" fmla="*/ 438150 h 1890712"/>
              <a:gd name="connsiteX38" fmla="*/ 595313 w 2543175"/>
              <a:gd name="connsiteY38" fmla="*/ 454819 h 1890712"/>
              <a:gd name="connsiteX39" fmla="*/ 602457 w 2543175"/>
              <a:gd name="connsiteY39" fmla="*/ 457200 h 1890712"/>
              <a:gd name="connsiteX40" fmla="*/ 628650 w 2543175"/>
              <a:gd name="connsiteY40" fmla="*/ 469106 h 1890712"/>
              <a:gd name="connsiteX41" fmla="*/ 645319 w 2543175"/>
              <a:gd name="connsiteY41" fmla="*/ 483394 h 1890712"/>
              <a:gd name="connsiteX42" fmla="*/ 654844 w 2543175"/>
              <a:gd name="connsiteY42" fmla="*/ 488156 h 1890712"/>
              <a:gd name="connsiteX43" fmla="*/ 661988 w 2543175"/>
              <a:gd name="connsiteY43" fmla="*/ 497681 h 1890712"/>
              <a:gd name="connsiteX44" fmla="*/ 683419 w 2543175"/>
              <a:gd name="connsiteY44" fmla="*/ 514350 h 1890712"/>
              <a:gd name="connsiteX45" fmla="*/ 700088 w 2543175"/>
              <a:gd name="connsiteY45" fmla="*/ 526256 h 1890712"/>
              <a:gd name="connsiteX46" fmla="*/ 709613 w 2543175"/>
              <a:gd name="connsiteY46" fmla="*/ 535781 h 1890712"/>
              <a:gd name="connsiteX47" fmla="*/ 719138 w 2543175"/>
              <a:gd name="connsiteY47" fmla="*/ 542925 h 1890712"/>
              <a:gd name="connsiteX48" fmla="*/ 733425 w 2543175"/>
              <a:gd name="connsiteY48" fmla="*/ 557212 h 1890712"/>
              <a:gd name="connsiteX49" fmla="*/ 750094 w 2543175"/>
              <a:gd name="connsiteY49" fmla="*/ 569119 h 1890712"/>
              <a:gd name="connsiteX50" fmla="*/ 769144 w 2543175"/>
              <a:gd name="connsiteY50" fmla="*/ 581025 h 1890712"/>
              <a:gd name="connsiteX51" fmla="*/ 785813 w 2543175"/>
              <a:gd name="connsiteY51" fmla="*/ 590550 h 1890712"/>
              <a:gd name="connsiteX52" fmla="*/ 792957 w 2543175"/>
              <a:gd name="connsiteY52" fmla="*/ 600075 h 1890712"/>
              <a:gd name="connsiteX53" fmla="*/ 809625 w 2543175"/>
              <a:gd name="connsiteY53" fmla="*/ 611981 h 1890712"/>
              <a:gd name="connsiteX54" fmla="*/ 816769 w 2543175"/>
              <a:gd name="connsiteY54" fmla="*/ 619125 h 1890712"/>
              <a:gd name="connsiteX55" fmla="*/ 826294 w 2543175"/>
              <a:gd name="connsiteY55" fmla="*/ 626269 h 1890712"/>
              <a:gd name="connsiteX56" fmla="*/ 840582 w 2543175"/>
              <a:gd name="connsiteY56" fmla="*/ 638175 h 1890712"/>
              <a:gd name="connsiteX57" fmla="*/ 847725 w 2543175"/>
              <a:gd name="connsiteY57" fmla="*/ 645319 h 1890712"/>
              <a:gd name="connsiteX58" fmla="*/ 857250 w 2543175"/>
              <a:gd name="connsiteY58" fmla="*/ 652462 h 1890712"/>
              <a:gd name="connsiteX59" fmla="*/ 888207 w 2543175"/>
              <a:gd name="connsiteY59" fmla="*/ 676275 h 1890712"/>
              <a:gd name="connsiteX60" fmla="*/ 907257 w 2543175"/>
              <a:gd name="connsiteY60" fmla="*/ 683419 h 1890712"/>
              <a:gd name="connsiteX61" fmla="*/ 928688 w 2543175"/>
              <a:gd name="connsiteY61" fmla="*/ 695325 h 1890712"/>
              <a:gd name="connsiteX62" fmla="*/ 942975 w 2543175"/>
              <a:gd name="connsiteY62" fmla="*/ 700087 h 1890712"/>
              <a:gd name="connsiteX63" fmla="*/ 964407 w 2543175"/>
              <a:gd name="connsiteY63" fmla="*/ 716756 h 1890712"/>
              <a:gd name="connsiteX64" fmla="*/ 971550 w 2543175"/>
              <a:gd name="connsiteY64" fmla="*/ 723900 h 1890712"/>
              <a:gd name="connsiteX65" fmla="*/ 983457 w 2543175"/>
              <a:gd name="connsiteY65" fmla="*/ 733425 h 1890712"/>
              <a:gd name="connsiteX66" fmla="*/ 990600 w 2543175"/>
              <a:gd name="connsiteY66" fmla="*/ 738187 h 1890712"/>
              <a:gd name="connsiteX67" fmla="*/ 1007269 w 2543175"/>
              <a:gd name="connsiteY67" fmla="*/ 752475 h 1890712"/>
              <a:gd name="connsiteX68" fmla="*/ 1031082 w 2543175"/>
              <a:gd name="connsiteY68" fmla="*/ 766762 h 1890712"/>
              <a:gd name="connsiteX69" fmla="*/ 1042988 w 2543175"/>
              <a:gd name="connsiteY69" fmla="*/ 773906 h 1890712"/>
              <a:gd name="connsiteX70" fmla="*/ 1071563 w 2543175"/>
              <a:gd name="connsiteY70" fmla="*/ 785812 h 1890712"/>
              <a:gd name="connsiteX71" fmla="*/ 1097757 w 2543175"/>
              <a:gd name="connsiteY71" fmla="*/ 807244 h 1890712"/>
              <a:gd name="connsiteX72" fmla="*/ 1104900 w 2543175"/>
              <a:gd name="connsiteY72" fmla="*/ 814387 h 1890712"/>
              <a:gd name="connsiteX73" fmla="*/ 1121569 w 2543175"/>
              <a:gd name="connsiteY73" fmla="*/ 823912 h 1890712"/>
              <a:gd name="connsiteX74" fmla="*/ 1138238 w 2543175"/>
              <a:gd name="connsiteY74" fmla="*/ 835819 h 1890712"/>
              <a:gd name="connsiteX75" fmla="*/ 1147763 w 2543175"/>
              <a:gd name="connsiteY75" fmla="*/ 842962 h 1890712"/>
              <a:gd name="connsiteX76" fmla="*/ 1157288 w 2543175"/>
              <a:gd name="connsiteY76" fmla="*/ 847725 h 1890712"/>
              <a:gd name="connsiteX77" fmla="*/ 1178719 w 2543175"/>
              <a:gd name="connsiteY77" fmla="*/ 859631 h 1890712"/>
              <a:gd name="connsiteX78" fmla="*/ 1188244 w 2543175"/>
              <a:gd name="connsiteY78" fmla="*/ 866775 h 1890712"/>
              <a:gd name="connsiteX79" fmla="*/ 1195388 w 2543175"/>
              <a:gd name="connsiteY79" fmla="*/ 871537 h 1890712"/>
              <a:gd name="connsiteX80" fmla="*/ 1212057 w 2543175"/>
              <a:gd name="connsiteY80" fmla="*/ 883444 h 1890712"/>
              <a:gd name="connsiteX81" fmla="*/ 1226344 w 2543175"/>
              <a:gd name="connsiteY81" fmla="*/ 895350 h 1890712"/>
              <a:gd name="connsiteX82" fmla="*/ 1245394 w 2543175"/>
              <a:gd name="connsiteY82" fmla="*/ 907256 h 1890712"/>
              <a:gd name="connsiteX83" fmla="*/ 1254919 w 2543175"/>
              <a:gd name="connsiteY83" fmla="*/ 914400 h 1890712"/>
              <a:gd name="connsiteX84" fmla="*/ 1269207 w 2543175"/>
              <a:gd name="connsiteY84" fmla="*/ 921544 h 1890712"/>
              <a:gd name="connsiteX85" fmla="*/ 1290638 w 2543175"/>
              <a:gd name="connsiteY85" fmla="*/ 935831 h 1890712"/>
              <a:gd name="connsiteX86" fmla="*/ 1307307 w 2543175"/>
              <a:gd name="connsiteY86" fmla="*/ 952500 h 1890712"/>
              <a:gd name="connsiteX87" fmla="*/ 1333500 w 2543175"/>
              <a:gd name="connsiteY87" fmla="*/ 971550 h 1890712"/>
              <a:gd name="connsiteX88" fmla="*/ 1359694 w 2543175"/>
              <a:gd name="connsiteY88" fmla="*/ 990600 h 1890712"/>
              <a:gd name="connsiteX89" fmla="*/ 1385888 w 2543175"/>
              <a:gd name="connsiteY89" fmla="*/ 1021557 h 1890712"/>
              <a:gd name="connsiteX90" fmla="*/ 1435894 w 2543175"/>
              <a:gd name="connsiteY90" fmla="*/ 1054894 h 1890712"/>
              <a:gd name="connsiteX91" fmla="*/ 1497806 w 2543175"/>
              <a:gd name="connsiteY91" fmla="*/ 1104900 h 1890712"/>
              <a:gd name="connsiteX92" fmla="*/ 1559718 w 2543175"/>
              <a:gd name="connsiteY92" fmla="*/ 1154906 h 1890712"/>
              <a:gd name="connsiteX93" fmla="*/ 1595438 w 2543175"/>
              <a:gd name="connsiteY93" fmla="*/ 1181100 h 1890712"/>
              <a:gd name="connsiteX94" fmla="*/ 1628775 w 2543175"/>
              <a:gd name="connsiteY94" fmla="*/ 1207294 h 1890712"/>
              <a:gd name="connsiteX95" fmla="*/ 1662113 w 2543175"/>
              <a:gd name="connsiteY95" fmla="*/ 1231107 h 1890712"/>
              <a:gd name="connsiteX96" fmla="*/ 1700213 w 2543175"/>
              <a:gd name="connsiteY96" fmla="*/ 1247775 h 1890712"/>
              <a:gd name="connsiteX97" fmla="*/ 1712119 w 2543175"/>
              <a:gd name="connsiteY97" fmla="*/ 1259681 h 1890712"/>
              <a:gd name="connsiteX98" fmla="*/ 1733550 w 2543175"/>
              <a:gd name="connsiteY98" fmla="*/ 1273969 h 1890712"/>
              <a:gd name="connsiteX99" fmla="*/ 1743075 w 2543175"/>
              <a:gd name="connsiteY99" fmla="*/ 1283494 h 1890712"/>
              <a:gd name="connsiteX100" fmla="*/ 1754982 w 2543175"/>
              <a:gd name="connsiteY100" fmla="*/ 1290637 h 1890712"/>
              <a:gd name="connsiteX101" fmla="*/ 1766888 w 2543175"/>
              <a:gd name="connsiteY101" fmla="*/ 1300162 h 1890712"/>
              <a:gd name="connsiteX102" fmla="*/ 1783557 w 2543175"/>
              <a:gd name="connsiteY102" fmla="*/ 1307306 h 1890712"/>
              <a:gd name="connsiteX103" fmla="*/ 1790700 w 2543175"/>
              <a:gd name="connsiteY103" fmla="*/ 1312069 h 1890712"/>
              <a:gd name="connsiteX104" fmla="*/ 1800225 w 2543175"/>
              <a:gd name="connsiteY104" fmla="*/ 1319212 h 1890712"/>
              <a:gd name="connsiteX105" fmla="*/ 1807369 w 2543175"/>
              <a:gd name="connsiteY105" fmla="*/ 1321594 h 1890712"/>
              <a:gd name="connsiteX106" fmla="*/ 1824038 w 2543175"/>
              <a:gd name="connsiteY106" fmla="*/ 1333500 h 1890712"/>
              <a:gd name="connsiteX107" fmla="*/ 1843088 w 2543175"/>
              <a:gd name="connsiteY107" fmla="*/ 1352550 h 1890712"/>
              <a:gd name="connsiteX108" fmla="*/ 1852613 w 2543175"/>
              <a:gd name="connsiteY108" fmla="*/ 1359694 h 1890712"/>
              <a:gd name="connsiteX109" fmla="*/ 1859757 w 2543175"/>
              <a:gd name="connsiteY109" fmla="*/ 1366837 h 1890712"/>
              <a:gd name="connsiteX110" fmla="*/ 1869282 w 2543175"/>
              <a:gd name="connsiteY110" fmla="*/ 1371600 h 1890712"/>
              <a:gd name="connsiteX111" fmla="*/ 1883569 w 2543175"/>
              <a:gd name="connsiteY111" fmla="*/ 1388269 h 1890712"/>
              <a:gd name="connsiteX112" fmla="*/ 1893094 w 2543175"/>
              <a:gd name="connsiteY112" fmla="*/ 1395412 h 1890712"/>
              <a:gd name="connsiteX113" fmla="*/ 1902619 w 2543175"/>
              <a:gd name="connsiteY113" fmla="*/ 1404937 h 1890712"/>
              <a:gd name="connsiteX114" fmla="*/ 1912144 w 2543175"/>
              <a:gd name="connsiteY114" fmla="*/ 1409700 h 1890712"/>
              <a:gd name="connsiteX115" fmla="*/ 1931194 w 2543175"/>
              <a:gd name="connsiteY115" fmla="*/ 1421606 h 1890712"/>
              <a:gd name="connsiteX116" fmla="*/ 1935957 w 2543175"/>
              <a:gd name="connsiteY116" fmla="*/ 1428750 h 1890712"/>
              <a:gd name="connsiteX117" fmla="*/ 1952625 w 2543175"/>
              <a:gd name="connsiteY117" fmla="*/ 1438275 h 1890712"/>
              <a:gd name="connsiteX118" fmla="*/ 1971675 w 2543175"/>
              <a:gd name="connsiteY118" fmla="*/ 1450181 h 1890712"/>
              <a:gd name="connsiteX119" fmla="*/ 1981200 w 2543175"/>
              <a:gd name="connsiteY119" fmla="*/ 1454944 h 1890712"/>
              <a:gd name="connsiteX120" fmla="*/ 1997869 w 2543175"/>
              <a:gd name="connsiteY120" fmla="*/ 1471612 h 1890712"/>
              <a:gd name="connsiteX121" fmla="*/ 2007394 w 2543175"/>
              <a:gd name="connsiteY121" fmla="*/ 1478756 h 1890712"/>
              <a:gd name="connsiteX122" fmla="*/ 2016919 w 2543175"/>
              <a:gd name="connsiteY122" fmla="*/ 1483519 h 1890712"/>
              <a:gd name="connsiteX123" fmla="*/ 2024063 w 2543175"/>
              <a:gd name="connsiteY123" fmla="*/ 1490662 h 1890712"/>
              <a:gd name="connsiteX124" fmla="*/ 2033588 w 2543175"/>
              <a:gd name="connsiteY124" fmla="*/ 1495425 h 1890712"/>
              <a:gd name="connsiteX125" fmla="*/ 2040732 w 2543175"/>
              <a:gd name="connsiteY125" fmla="*/ 1502569 h 1890712"/>
              <a:gd name="connsiteX126" fmla="*/ 2047875 w 2543175"/>
              <a:gd name="connsiteY126" fmla="*/ 1507331 h 1890712"/>
              <a:gd name="connsiteX127" fmla="*/ 2057400 w 2543175"/>
              <a:gd name="connsiteY127" fmla="*/ 1514475 h 1890712"/>
              <a:gd name="connsiteX128" fmla="*/ 2064544 w 2543175"/>
              <a:gd name="connsiteY128" fmla="*/ 1519237 h 1890712"/>
              <a:gd name="connsiteX129" fmla="*/ 2071688 w 2543175"/>
              <a:gd name="connsiteY129" fmla="*/ 1526381 h 1890712"/>
              <a:gd name="connsiteX130" fmla="*/ 2081213 w 2543175"/>
              <a:gd name="connsiteY130" fmla="*/ 1531144 h 1890712"/>
              <a:gd name="connsiteX131" fmla="*/ 2090738 w 2543175"/>
              <a:gd name="connsiteY131" fmla="*/ 1538287 h 1890712"/>
              <a:gd name="connsiteX132" fmla="*/ 2109788 w 2543175"/>
              <a:gd name="connsiteY132" fmla="*/ 1547812 h 1890712"/>
              <a:gd name="connsiteX133" fmla="*/ 2131219 w 2543175"/>
              <a:gd name="connsiteY133" fmla="*/ 1562100 h 1890712"/>
              <a:gd name="connsiteX134" fmla="*/ 2140744 w 2543175"/>
              <a:gd name="connsiteY134" fmla="*/ 1566862 h 1890712"/>
              <a:gd name="connsiteX135" fmla="*/ 2152650 w 2543175"/>
              <a:gd name="connsiteY135" fmla="*/ 1576387 h 1890712"/>
              <a:gd name="connsiteX136" fmla="*/ 2181225 w 2543175"/>
              <a:gd name="connsiteY136" fmla="*/ 1590675 h 1890712"/>
              <a:gd name="connsiteX137" fmla="*/ 2200275 w 2543175"/>
              <a:gd name="connsiteY137" fmla="*/ 1607344 h 1890712"/>
              <a:gd name="connsiteX138" fmla="*/ 2207419 w 2543175"/>
              <a:gd name="connsiteY138" fmla="*/ 1612106 h 1890712"/>
              <a:gd name="connsiteX139" fmla="*/ 2216944 w 2543175"/>
              <a:gd name="connsiteY139" fmla="*/ 1619250 h 1890712"/>
              <a:gd name="connsiteX140" fmla="*/ 2247900 w 2543175"/>
              <a:gd name="connsiteY140" fmla="*/ 1643062 h 1890712"/>
              <a:gd name="connsiteX141" fmla="*/ 2281238 w 2543175"/>
              <a:gd name="connsiteY141" fmla="*/ 1674019 h 1890712"/>
              <a:gd name="connsiteX142" fmla="*/ 2312194 w 2543175"/>
              <a:gd name="connsiteY142" fmla="*/ 1702594 h 1890712"/>
              <a:gd name="connsiteX143" fmla="*/ 2369344 w 2543175"/>
              <a:gd name="connsiteY143" fmla="*/ 1757363 h 1890712"/>
              <a:gd name="connsiteX144" fmla="*/ 2428876 w 2543175"/>
              <a:gd name="connsiteY144" fmla="*/ 1785938 h 1890712"/>
              <a:gd name="connsiteX145" fmla="*/ 2469356 w 2543175"/>
              <a:gd name="connsiteY145" fmla="*/ 1816894 h 1890712"/>
              <a:gd name="connsiteX146" fmla="*/ 2514600 w 2543175"/>
              <a:gd name="connsiteY146" fmla="*/ 1850231 h 1890712"/>
              <a:gd name="connsiteX147" fmla="*/ 2519363 w 2543175"/>
              <a:gd name="connsiteY147" fmla="*/ 1857375 h 1890712"/>
              <a:gd name="connsiteX148" fmla="*/ 2540794 w 2543175"/>
              <a:gd name="connsiteY148" fmla="*/ 1883569 h 1890712"/>
              <a:gd name="connsiteX149" fmla="*/ 2543175 w 2543175"/>
              <a:gd name="connsiteY14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47650 w 2543175"/>
              <a:gd name="connsiteY22" fmla="*/ 185737 h 1890712"/>
              <a:gd name="connsiteX23" fmla="*/ 300038 w 2543175"/>
              <a:gd name="connsiteY23" fmla="*/ 219075 h 1890712"/>
              <a:gd name="connsiteX24" fmla="*/ 342900 w 2543175"/>
              <a:gd name="connsiteY24" fmla="*/ 254794 h 1890712"/>
              <a:gd name="connsiteX25" fmla="*/ 385763 w 2543175"/>
              <a:gd name="connsiteY25" fmla="*/ 283369 h 1890712"/>
              <a:gd name="connsiteX26" fmla="*/ 404813 w 2543175"/>
              <a:gd name="connsiteY26" fmla="*/ 295275 h 1890712"/>
              <a:gd name="connsiteX27" fmla="*/ 411957 w 2543175"/>
              <a:gd name="connsiteY27" fmla="*/ 297656 h 1890712"/>
              <a:gd name="connsiteX28" fmla="*/ 466725 w 2543175"/>
              <a:gd name="connsiteY28" fmla="*/ 328612 h 1890712"/>
              <a:gd name="connsiteX29" fmla="*/ 495300 w 2543175"/>
              <a:gd name="connsiteY29" fmla="*/ 359569 h 1890712"/>
              <a:gd name="connsiteX30" fmla="*/ 509588 w 2543175"/>
              <a:gd name="connsiteY30" fmla="*/ 376237 h 1890712"/>
              <a:gd name="connsiteX31" fmla="*/ 514350 w 2543175"/>
              <a:gd name="connsiteY31" fmla="*/ 383381 h 1890712"/>
              <a:gd name="connsiteX32" fmla="*/ 531019 w 2543175"/>
              <a:gd name="connsiteY32" fmla="*/ 397669 h 1890712"/>
              <a:gd name="connsiteX33" fmla="*/ 538163 w 2543175"/>
              <a:gd name="connsiteY33" fmla="*/ 407194 h 1890712"/>
              <a:gd name="connsiteX34" fmla="*/ 554832 w 2543175"/>
              <a:gd name="connsiteY34" fmla="*/ 421481 h 1890712"/>
              <a:gd name="connsiteX35" fmla="*/ 564357 w 2543175"/>
              <a:gd name="connsiteY35" fmla="*/ 431006 h 1890712"/>
              <a:gd name="connsiteX36" fmla="*/ 573882 w 2543175"/>
              <a:gd name="connsiteY36" fmla="*/ 438150 h 1890712"/>
              <a:gd name="connsiteX37" fmla="*/ 595313 w 2543175"/>
              <a:gd name="connsiteY37" fmla="*/ 454819 h 1890712"/>
              <a:gd name="connsiteX38" fmla="*/ 602457 w 2543175"/>
              <a:gd name="connsiteY38" fmla="*/ 457200 h 1890712"/>
              <a:gd name="connsiteX39" fmla="*/ 628650 w 2543175"/>
              <a:gd name="connsiteY39" fmla="*/ 469106 h 1890712"/>
              <a:gd name="connsiteX40" fmla="*/ 645319 w 2543175"/>
              <a:gd name="connsiteY40" fmla="*/ 483394 h 1890712"/>
              <a:gd name="connsiteX41" fmla="*/ 654844 w 2543175"/>
              <a:gd name="connsiteY41" fmla="*/ 488156 h 1890712"/>
              <a:gd name="connsiteX42" fmla="*/ 661988 w 2543175"/>
              <a:gd name="connsiteY42" fmla="*/ 497681 h 1890712"/>
              <a:gd name="connsiteX43" fmla="*/ 683419 w 2543175"/>
              <a:gd name="connsiteY43" fmla="*/ 514350 h 1890712"/>
              <a:gd name="connsiteX44" fmla="*/ 700088 w 2543175"/>
              <a:gd name="connsiteY44" fmla="*/ 526256 h 1890712"/>
              <a:gd name="connsiteX45" fmla="*/ 709613 w 2543175"/>
              <a:gd name="connsiteY45" fmla="*/ 535781 h 1890712"/>
              <a:gd name="connsiteX46" fmla="*/ 719138 w 2543175"/>
              <a:gd name="connsiteY46" fmla="*/ 542925 h 1890712"/>
              <a:gd name="connsiteX47" fmla="*/ 733425 w 2543175"/>
              <a:gd name="connsiteY47" fmla="*/ 557212 h 1890712"/>
              <a:gd name="connsiteX48" fmla="*/ 750094 w 2543175"/>
              <a:gd name="connsiteY48" fmla="*/ 569119 h 1890712"/>
              <a:gd name="connsiteX49" fmla="*/ 769144 w 2543175"/>
              <a:gd name="connsiteY49" fmla="*/ 581025 h 1890712"/>
              <a:gd name="connsiteX50" fmla="*/ 785813 w 2543175"/>
              <a:gd name="connsiteY50" fmla="*/ 590550 h 1890712"/>
              <a:gd name="connsiteX51" fmla="*/ 792957 w 2543175"/>
              <a:gd name="connsiteY51" fmla="*/ 600075 h 1890712"/>
              <a:gd name="connsiteX52" fmla="*/ 809625 w 2543175"/>
              <a:gd name="connsiteY52" fmla="*/ 611981 h 1890712"/>
              <a:gd name="connsiteX53" fmla="*/ 816769 w 2543175"/>
              <a:gd name="connsiteY53" fmla="*/ 619125 h 1890712"/>
              <a:gd name="connsiteX54" fmla="*/ 826294 w 2543175"/>
              <a:gd name="connsiteY54" fmla="*/ 626269 h 1890712"/>
              <a:gd name="connsiteX55" fmla="*/ 840582 w 2543175"/>
              <a:gd name="connsiteY55" fmla="*/ 638175 h 1890712"/>
              <a:gd name="connsiteX56" fmla="*/ 847725 w 2543175"/>
              <a:gd name="connsiteY56" fmla="*/ 645319 h 1890712"/>
              <a:gd name="connsiteX57" fmla="*/ 857250 w 2543175"/>
              <a:gd name="connsiteY57" fmla="*/ 652462 h 1890712"/>
              <a:gd name="connsiteX58" fmla="*/ 888207 w 2543175"/>
              <a:gd name="connsiteY58" fmla="*/ 676275 h 1890712"/>
              <a:gd name="connsiteX59" fmla="*/ 907257 w 2543175"/>
              <a:gd name="connsiteY59" fmla="*/ 683419 h 1890712"/>
              <a:gd name="connsiteX60" fmla="*/ 928688 w 2543175"/>
              <a:gd name="connsiteY60" fmla="*/ 695325 h 1890712"/>
              <a:gd name="connsiteX61" fmla="*/ 942975 w 2543175"/>
              <a:gd name="connsiteY61" fmla="*/ 700087 h 1890712"/>
              <a:gd name="connsiteX62" fmla="*/ 964407 w 2543175"/>
              <a:gd name="connsiteY62" fmla="*/ 716756 h 1890712"/>
              <a:gd name="connsiteX63" fmla="*/ 971550 w 2543175"/>
              <a:gd name="connsiteY63" fmla="*/ 723900 h 1890712"/>
              <a:gd name="connsiteX64" fmla="*/ 983457 w 2543175"/>
              <a:gd name="connsiteY64" fmla="*/ 733425 h 1890712"/>
              <a:gd name="connsiteX65" fmla="*/ 990600 w 2543175"/>
              <a:gd name="connsiteY65" fmla="*/ 738187 h 1890712"/>
              <a:gd name="connsiteX66" fmla="*/ 1007269 w 2543175"/>
              <a:gd name="connsiteY66" fmla="*/ 752475 h 1890712"/>
              <a:gd name="connsiteX67" fmla="*/ 1031082 w 2543175"/>
              <a:gd name="connsiteY67" fmla="*/ 766762 h 1890712"/>
              <a:gd name="connsiteX68" fmla="*/ 1042988 w 2543175"/>
              <a:gd name="connsiteY68" fmla="*/ 773906 h 1890712"/>
              <a:gd name="connsiteX69" fmla="*/ 1071563 w 2543175"/>
              <a:gd name="connsiteY69" fmla="*/ 785812 h 1890712"/>
              <a:gd name="connsiteX70" fmla="*/ 1097757 w 2543175"/>
              <a:gd name="connsiteY70" fmla="*/ 807244 h 1890712"/>
              <a:gd name="connsiteX71" fmla="*/ 1104900 w 2543175"/>
              <a:gd name="connsiteY71" fmla="*/ 814387 h 1890712"/>
              <a:gd name="connsiteX72" fmla="*/ 1121569 w 2543175"/>
              <a:gd name="connsiteY72" fmla="*/ 823912 h 1890712"/>
              <a:gd name="connsiteX73" fmla="*/ 1138238 w 2543175"/>
              <a:gd name="connsiteY73" fmla="*/ 835819 h 1890712"/>
              <a:gd name="connsiteX74" fmla="*/ 1147763 w 2543175"/>
              <a:gd name="connsiteY74" fmla="*/ 842962 h 1890712"/>
              <a:gd name="connsiteX75" fmla="*/ 1157288 w 2543175"/>
              <a:gd name="connsiteY75" fmla="*/ 847725 h 1890712"/>
              <a:gd name="connsiteX76" fmla="*/ 1178719 w 2543175"/>
              <a:gd name="connsiteY76" fmla="*/ 859631 h 1890712"/>
              <a:gd name="connsiteX77" fmla="*/ 1188244 w 2543175"/>
              <a:gd name="connsiteY77" fmla="*/ 866775 h 1890712"/>
              <a:gd name="connsiteX78" fmla="*/ 1195388 w 2543175"/>
              <a:gd name="connsiteY78" fmla="*/ 871537 h 1890712"/>
              <a:gd name="connsiteX79" fmla="*/ 1212057 w 2543175"/>
              <a:gd name="connsiteY79" fmla="*/ 883444 h 1890712"/>
              <a:gd name="connsiteX80" fmla="*/ 1226344 w 2543175"/>
              <a:gd name="connsiteY80" fmla="*/ 895350 h 1890712"/>
              <a:gd name="connsiteX81" fmla="*/ 1245394 w 2543175"/>
              <a:gd name="connsiteY81" fmla="*/ 907256 h 1890712"/>
              <a:gd name="connsiteX82" fmla="*/ 1254919 w 2543175"/>
              <a:gd name="connsiteY82" fmla="*/ 914400 h 1890712"/>
              <a:gd name="connsiteX83" fmla="*/ 1269207 w 2543175"/>
              <a:gd name="connsiteY83" fmla="*/ 921544 h 1890712"/>
              <a:gd name="connsiteX84" fmla="*/ 1290638 w 2543175"/>
              <a:gd name="connsiteY84" fmla="*/ 935831 h 1890712"/>
              <a:gd name="connsiteX85" fmla="*/ 1307307 w 2543175"/>
              <a:gd name="connsiteY85" fmla="*/ 952500 h 1890712"/>
              <a:gd name="connsiteX86" fmla="*/ 1333500 w 2543175"/>
              <a:gd name="connsiteY86" fmla="*/ 971550 h 1890712"/>
              <a:gd name="connsiteX87" fmla="*/ 1359694 w 2543175"/>
              <a:gd name="connsiteY87" fmla="*/ 990600 h 1890712"/>
              <a:gd name="connsiteX88" fmla="*/ 1385888 w 2543175"/>
              <a:gd name="connsiteY88" fmla="*/ 1021557 h 1890712"/>
              <a:gd name="connsiteX89" fmla="*/ 1435894 w 2543175"/>
              <a:gd name="connsiteY89" fmla="*/ 1054894 h 1890712"/>
              <a:gd name="connsiteX90" fmla="*/ 1497806 w 2543175"/>
              <a:gd name="connsiteY90" fmla="*/ 1104900 h 1890712"/>
              <a:gd name="connsiteX91" fmla="*/ 1559718 w 2543175"/>
              <a:gd name="connsiteY91" fmla="*/ 1154906 h 1890712"/>
              <a:gd name="connsiteX92" fmla="*/ 1595438 w 2543175"/>
              <a:gd name="connsiteY92" fmla="*/ 1181100 h 1890712"/>
              <a:gd name="connsiteX93" fmla="*/ 1628775 w 2543175"/>
              <a:gd name="connsiteY93" fmla="*/ 1207294 h 1890712"/>
              <a:gd name="connsiteX94" fmla="*/ 1662113 w 2543175"/>
              <a:gd name="connsiteY94" fmla="*/ 1231107 h 1890712"/>
              <a:gd name="connsiteX95" fmla="*/ 1700213 w 2543175"/>
              <a:gd name="connsiteY95" fmla="*/ 1247775 h 1890712"/>
              <a:gd name="connsiteX96" fmla="*/ 1712119 w 2543175"/>
              <a:gd name="connsiteY96" fmla="*/ 1259681 h 1890712"/>
              <a:gd name="connsiteX97" fmla="*/ 1733550 w 2543175"/>
              <a:gd name="connsiteY97" fmla="*/ 1273969 h 1890712"/>
              <a:gd name="connsiteX98" fmla="*/ 1743075 w 2543175"/>
              <a:gd name="connsiteY98" fmla="*/ 1283494 h 1890712"/>
              <a:gd name="connsiteX99" fmla="*/ 1754982 w 2543175"/>
              <a:gd name="connsiteY99" fmla="*/ 1290637 h 1890712"/>
              <a:gd name="connsiteX100" fmla="*/ 1766888 w 2543175"/>
              <a:gd name="connsiteY100" fmla="*/ 1300162 h 1890712"/>
              <a:gd name="connsiteX101" fmla="*/ 1783557 w 2543175"/>
              <a:gd name="connsiteY101" fmla="*/ 1307306 h 1890712"/>
              <a:gd name="connsiteX102" fmla="*/ 1790700 w 2543175"/>
              <a:gd name="connsiteY102" fmla="*/ 1312069 h 1890712"/>
              <a:gd name="connsiteX103" fmla="*/ 1800225 w 2543175"/>
              <a:gd name="connsiteY103" fmla="*/ 1319212 h 1890712"/>
              <a:gd name="connsiteX104" fmla="*/ 1807369 w 2543175"/>
              <a:gd name="connsiteY104" fmla="*/ 1321594 h 1890712"/>
              <a:gd name="connsiteX105" fmla="*/ 1824038 w 2543175"/>
              <a:gd name="connsiteY105" fmla="*/ 1333500 h 1890712"/>
              <a:gd name="connsiteX106" fmla="*/ 1843088 w 2543175"/>
              <a:gd name="connsiteY106" fmla="*/ 1352550 h 1890712"/>
              <a:gd name="connsiteX107" fmla="*/ 1852613 w 2543175"/>
              <a:gd name="connsiteY107" fmla="*/ 1359694 h 1890712"/>
              <a:gd name="connsiteX108" fmla="*/ 1859757 w 2543175"/>
              <a:gd name="connsiteY108" fmla="*/ 1366837 h 1890712"/>
              <a:gd name="connsiteX109" fmla="*/ 1869282 w 2543175"/>
              <a:gd name="connsiteY109" fmla="*/ 1371600 h 1890712"/>
              <a:gd name="connsiteX110" fmla="*/ 1883569 w 2543175"/>
              <a:gd name="connsiteY110" fmla="*/ 1388269 h 1890712"/>
              <a:gd name="connsiteX111" fmla="*/ 1893094 w 2543175"/>
              <a:gd name="connsiteY111" fmla="*/ 1395412 h 1890712"/>
              <a:gd name="connsiteX112" fmla="*/ 1902619 w 2543175"/>
              <a:gd name="connsiteY112" fmla="*/ 1404937 h 1890712"/>
              <a:gd name="connsiteX113" fmla="*/ 1912144 w 2543175"/>
              <a:gd name="connsiteY113" fmla="*/ 1409700 h 1890712"/>
              <a:gd name="connsiteX114" fmla="*/ 1931194 w 2543175"/>
              <a:gd name="connsiteY114" fmla="*/ 1421606 h 1890712"/>
              <a:gd name="connsiteX115" fmla="*/ 1935957 w 2543175"/>
              <a:gd name="connsiteY115" fmla="*/ 1428750 h 1890712"/>
              <a:gd name="connsiteX116" fmla="*/ 1952625 w 2543175"/>
              <a:gd name="connsiteY116" fmla="*/ 1438275 h 1890712"/>
              <a:gd name="connsiteX117" fmla="*/ 1971675 w 2543175"/>
              <a:gd name="connsiteY117" fmla="*/ 1450181 h 1890712"/>
              <a:gd name="connsiteX118" fmla="*/ 1981200 w 2543175"/>
              <a:gd name="connsiteY118" fmla="*/ 1454944 h 1890712"/>
              <a:gd name="connsiteX119" fmla="*/ 1997869 w 2543175"/>
              <a:gd name="connsiteY119" fmla="*/ 1471612 h 1890712"/>
              <a:gd name="connsiteX120" fmla="*/ 2007394 w 2543175"/>
              <a:gd name="connsiteY120" fmla="*/ 1478756 h 1890712"/>
              <a:gd name="connsiteX121" fmla="*/ 2016919 w 2543175"/>
              <a:gd name="connsiteY121" fmla="*/ 1483519 h 1890712"/>
              <a:gd name="connsiteX122" fmla="*/ 2024063 w 2543175"/>
              <a:gd name="connsiteY122" fmla="*/ 1490662 h 1890712"/>
              <a:gd name="connsiteX123" fmla="*/ 2033588 w 2543175"/>
              <a:gd name="connsiteY123" fmla="*/ 1495425 h 1890712"/>
              <a:gd name="connsiteX124" fmla="*/ 2040732 w 2543175"/>
              <a:gd name="connsiteY124" fmla="*/ 1502569 h 1890712"/>
              <a:gd name="connsiteX125" fmla="*/ 2047875 w 2543175"/>
              <a:gd name="connsiteY125" fmla="*/ 1507331 h 1890712"/>
              <a:gd name="connsiteX126" fmla="*/ 2057400 w 2543175"/>
              <a:gd name="connsiteY126" fmla="*/ 1514475 h 1890712"/>
              <a:gd name="connsiteX127" fmla="*/ 2064544 w 2543175"/>
              <a:gd name="connsiteY127" fmla="*/ 1519237 h 1890712"/>
              <a:gd name="connsiteX128" fmla="*/ 2071688 w 2543175"/>
              <a:gd name="connsiteY128" fmla="*/ 1526381 h 1890712"/>
              <a:gd name="connsiteX129" fmla="*/ 2081213 w 2543175"/>
              <a:gd name="connsiteY129" fmla="*/ 1531144 h 1890712"/>
              <a:gd name="connsiteX130" fmla="*/ 2090738 w 2543175"/>
              <a:gd name="connsiteY130" fmla="*/ 1538287 h 1890712"/>
              <a:gd name="connsiteX131" fmla="*/ 2109788 w 2543175"/>
              <a:gd name="connsiteY131" fmla="*/ 1547812 h 1890712"/>
              <a:gd name="connsiteX132" fmla="*/ 2131219 w 2543175"/>
              <a:gd name="connsiteY132" fmla="*/ 1562100 h 1890712"/>
              <a:gd name="connsiteX133" fmla="*/ 2140744 w 2543175"/>
              <a:gd name="connsiteY133" fmla="*/ 1566862 h 1890712"/>
              <a:gd name="connsiteX134" fmla="*/ 2152650 w 2543175"/>
              <a:gd name="connsiteY134" fmla="*/ 1576387 h 1890712"/>
              <a:gd name="connsiteX135" fmla="*/ 2181225 w 2543175"/>
              <a:gd name="connsiteY135" fmla="*/ 1590675 h 1890712"/>
              <a:gd name="connsiteX136" fmla="*/ 2200275 w 2543175"/>
              <a:gd name="connsiteY136" fmla="*/ 1607344 h 1890712"/>
              <a:gd name="connsiteX137" fmla="*/ 2207419 w 2543175"/>
              <a:gd name="connsiteY137" fmla="*/ 1612106 h 1890712"/>
              <a:gd name="connsiteX138" fmla="*/ 2216944 w 2543175"/>
              <a:gd name="connsiteY138" fmla="*/ 1619250 h 1890712"/>
              <a:gd name="connsiteX139" fmla="*/ 2247900 w 2543175"/>
              <a:gd name="connsiteY139" fmla="*/ 1643062 h 1890712"/>
              <a:gd name="connsiteX140" fmla="*/ 2281238 w 2543175"/>
              <a:gd name="connsiteY140" fmla="*/ 1674019 h 1890712"/>
              <a:gd name="connsiteX141" fmla="*/ 2312194 w 2543175"/>
              <a:gd name="connsiteY141" fmla="*/ 1702594 h 1890712"/>
              <a:gd name="connsiteX142" fmla="*/ 2369344 w 2543175"/>
              <a:gd name="connsiteY142" fmla="*/ 1757363 h 1890712"/>
              <a:gd name="connsiteX143" fmla="*/ 2428876 w 2543175"/>
              <a:gd name="connsiteY143" fmla="*/ 1785938 h 1890712"/>
              <a:gd name="connsiteX144" fmla="*/ 2469356 w 2543175"/>
              <a:gd name="connsiteY144" fmla="*/ 1816894 h 1890712"/>
              <a:gd name="connsiteX145" fmla="*/ 2514600 w 2543175"/>
              <a:gd name="connsiteY145" fmla="*/ 1850231 h 1890712"/>
              <a:gd name="connsiteX146" fmla="*/ 2519363 w 2543175"/>
              <a:gd name="connsiteY146" fmla="*/ 1857375 h 1890712"/>
              <a:gd name="connsiteX147" fmla="*/ 2540794 w 2543175"/>
              <a:gd name="connsiteY147" fmla="*/ 1883569 h 1890712"/>
              <a:gd name="connsiteX148" fmla="*/ 2543175 w 2543175"/>
              <a:gd name="connsiteY148"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47650 w 2543175"/>
              <a:gd name="connsiteY22" fmla="*/ 185737 h 1890712"/>
              <a:gd name="connsiteX23" fmla="*/ 300038 w 2543175"/>
              <a:gd name="connsiteY23" fmla="*/ 219075 h 1890712"/>
              <a:gd name="connsiteX24" fmla="*/ 342900 w 2543175"/>
              <a:gd name="connsiteY24" fmla="*/ 254794 h 1890712"/>
              <a:gd name="connsiteX25" fmla="*/ 385763 w 2543175"/>
              <a:gd name="connsiteY25" fmla="*/ 283369 h 1890712"/>
              <a:gd name="connsiteX26" fmla="*/ 404813 w 2543175"/>
              <a:gd name="connsiteY26" fmla="*/ 295275 h 1890712"/>
              <a:gd name="connsiteX27" fmla="*/ 411957 w 2543175"/>
              <a:gd name="connsiteY27" fmla="*/ 297656 h 1890712"/>
              <a:gd name="connsiteX28" fmla="*/ 458211 w 2543175"/>
              <a:gd name="connsiteY28" fmla="*/ 332420 h 1890712"/>
              <a:gd name="connsiteX29" fmla="*/ 495300 w 2543175"/>
              <a:gd name="connsiteY29" fmla="*/ 359569 h 1890712"/>
              <a:gd name="connsiteX30" fmla="*/ 509588 w 2543175"/>
              <a:gd name="connsiteY30" fmla="*/ 376237 h 1890712"/>
              <a:gd name="connsiteX31" fmla="*/ 514350 w 2543175"/>
              <a:gd name="connsiteY31" fmla="*/ 383381 h 1890712"/>
              <a:gd name="connsiteX32" fmla="*/ 531019 w 2543175"/>
              <a:gd name="connsiteY32" fmla="*/ 397669 h 1890712"/>
              <a:gd name="connsiteX33" fmla="*/ 538163 w 2543175"/>
              <a:gd name="connsiteY33" fmla="*/ 407194 h 1890712"/>
              <a:gd name="connsiteX34" fmla="*/ 554832 w 2543175"/>
              <a:gd name="connsiteY34" fmla="*/ 421481 h 1890712"/>
              <a:gd name="connsiteX35" fmla="*/ 564357 w 2543175"/>
              <a:gd name="connsiteY35" fmla="*/ 431006 h 1890712"/>
              <a:gd name="connsiteX36" fmla="*/ 573882 w 2543175"/>
              <a:gd name="connsiteY36" fmla="*/ 438150 h 1890712"/>
              <a:gd name="connsiteX37" fmla="*/ 595313 w 2543175"/>
              <a:gd name="connsiteY37" fmla="*/ 454819 h 1890712"/>
              <a:gd name="connsiteX38" fmla="*/ 602457 w 2543175"/>
              <a:gd name="connsiteY38" fmla="*/ 457200 h 1890712"/>
              <a:gd name="connsiteX39" fmla="*/ 628650 w 2543175"/>
              <a:gd name="connsiteY39" fmla="*/ 469106 h 1890712"/>
              <a:gd name="connsiteX40" fmla="*/ 645319 w 2543175"/>
              <a:gd name="connsiteY40" fmla="*/ 483394 h 1890712"/>
              <a:gd name="connsiteX41" fmla="*/ 654844 w 2543175"/>
              <a:gd name="connsiteY41" fmla="*/ 488156 h 1890712"/>
              <a:gd name="connsiteX42" fmla="*/ 661988 w 2543175"/>
              <a:gd name="connsiteY42" fmla="*/ 497681 h 1890712"/>
              <a:gd name="connsiteX43" fmla="*/ 683419 w 2543175"/>
              <a:gd name="connsiteY43" fmla="*/ 514350 h 1890712"/>
              <a:gd name="connsiteX44" fmla="*/ 700088 w 2543175"/>
              <a:gd name="connsiteY44" fmla="*/ 526256 h 1890712"/>
              <a:gd name="connsiteX45" fmla="*/ 709613 w 2543175"/>
              <a:gd name="connsiteY45" fmla="*/ 535781 h 1890712"/>
              <a:gd name="connsiteX46" fmla="*/ 719138 w 2543175"/>
              <a:gd name="connsiteY46" fmla="*/ 542925 h 1890712"/>
              <a:gd name="connsiteX47" fmla="*/ 733425 w 2543175"/>
              <a:gd name="connsiteY47" fmla="*/ 557212 h 1890712"/>
              <a:gd name="connsiteX48" fmla="*/ 750094 w 2543175"/>
              <a:gd name="connsiteY48" fmla="*/ 569119 h 1890712"/>
              <a:gd name="connsiteX49" fmla="*/ 769144 w 2543175"/>
              <a:gd name="connsiteY49" fmla="*/ 581025 h 1890712"/>
              <a:gd name="connsiteX50" fmla="*/ 785813 w 2543175"/>
              <a:gd name="connsiteY50" fmla="*/ 590550 h 1890712"/>
              <a:gd name="connsiteX51" fmla="*/ 792957 w 2543175"/>
              <a:gd name="connsiteY51" fmla="*/ 600075 h 1890712"/>
              <a:gd name="connsiteX52" fmla="*/ 809625 w 2543175"/>
              <a:gd name="connsiteY52" fmla="*/ 611981 h 1890712"/>
              <a:gd name="connsiteX53" fmla="*/ 816769 w 2543175"/>
              <a:gd name="connsiteY53" fmla="*/ 619125 h 1890712"/>
              <a:gd name="connsiteX54" fmla="*/ 826294 w 2543175"/>
              <a:gd name="connsiteY54" fmla="*/ 626269 h 1890712"/>
              <a:gd name="connsiteX55" fmla="*/ 840582 w 2543175"/>
              <a:gd name="connsiteY55" fmla="*/ 638175 h 1890712"/>
              <a:gd name="connsiteX56" fmla="*/ 847725 w 2543175"/>
              <a:gd name="connsiteY56" fmla="*/ 645319 h 1890712"/>
              <a:gd name="connsiteX57" fmla="*/ 857250 w 2543175"/>
              <a:gd name="connsiteY57" fmla="*/ 652462 h 1890712"/>
              <a:gd name="connsiteX58" fmla="*/ 888207 w 2543175"/>
              <a:gd name="connsiteY58" fmla="*/ 676275 h 1890712"/>
              <a:gd name="connsiteX59" fmla="*/ 907257 w 2543175"/>
              <a:gd name="connsiteY59" fmla="*/ 683419 h 1890712"/>
              <a:gd name="connsiteX60" fmla="*/ 928688 w 2543175"/>
              <a:gd name="connsiteY60" fmla="*/ 695325 h 1890712"/>
              <a:gd name="connsiteX61" fmla="*/ 942975 w 2543175"/>
              <a:gd name="connsiteY61" fmla="*/ 700087 h 1890712"/>
              <a:gd name="connsiteX62" fmla="*/ 964407 w 2543175"/>
              <a:gd name="connsiteY62" fmla="*/ 716756 h 1890712"/>
              <a:gd name="connsiteX63" fmla="*/ 971550 w 2543175"/>
              <a:gd name="connsiteY63" fmla="*/ 723900 h 1890712"/>
              <a:gd name="connsiteX64" fmla="*/ 983457 w 2543175"/>
              <a:gd name="connsiteY64" fmla="*/ 733425 h 1890712"/>
              <a:gd name="connsiteX65" fmla="*/ 990600 w 2543175"/>
              <a:gd name="connsiteY65" fmla="*/ 738187 h 1890712"/>
              <a:gd name="connsiteX66" fmla="*/ 1007269 w 2543175"/>
              <a:gd name="connsiteY66" fmla="*/ 752475 h 1890712"/>
              <a:gd name="connsiteX67" fmla="*/ 1031082 w 2543175"/>
              <a:gd name="connsiteY67" fmla="*/ 766762 h 1890712"/>
              <a:gd name="connsiteX68" fmla="*/ 1042988 w 2543175"/>
              <a:gd name="connsiteY68" fmla="*/ 773906 h 1890712"/>
              <a:gd name="connsiteX69" fmla="*/ 1071563 w 2543175"/>
              <a:gd name="connsiteY69" fmla="*/ 785812 h 1890712"/>
              <a:gd name="connsiteX70" fmla="*/ 1097757 w 2543175"/>
              <a:gd name="connsiteY70" fmla="*/ 807244 h 1890712"/>
              <a:gd name="connsiteX71" fmla="*/ 1104900 w 2543175"/>
              <a:gd name="connsiteY71" fmla="*/ 814387 h 1890712"/>
              <a:gd name="connsiteX72" fmla="*/ 1121569 w 2543175"/>
              <a:gd name="connsiteY72" fmla="*/ 823912 h 1890712"/>
              <a:gd name="connsiteX73" fmla="*/ 1138238 w 2543175"/>
              <a:gd name="connsiteY73" fmla="*/ 835819 h 1890712"/>
              <a:gd name="connsiteX74" fmla="*/ 1147763 w 2543175"/>
              <a:gd name="connsiteY74" fmla="*/ 842962 h 1890712"/>
              <a:gd name="connsiteX75" fmla="*/ 1157288 w 2543175"/>
              <a:gd name="connsiteY75" fmla="*/ 847725 h 1890712"/>
              <a:gd name="connsiteX76" fmla="*/ 1178719 w 2543175"/>
              <a:gd name="connsiteY76" fmla="*/ 859631 h 1890712"/>
              <a:gd name="connsiteX77" fmla="*/ 1188244 w 2543175"/>
              <a:gd name="connsiteY77" fmla="*/ 866775 h 1890712"/>
              <a:gd name="connsiteX78" fmla="*/ 1195388 w 2543175"/>
              <a:gd name="connsiteY78" fmla="*/ 871537 h 1890712"/>
              <a:gd name="connsiteX79" fmla="*/ 1212057 w 2543175"/>
              <a:gd name="connsiteY79" fmla="*/ 883444 h 1890712"/>
              <a:gd name="connsiteX80" fmla="*/ 1226344 w 2543175"/>
              <a:gd name="connsiteY80" fmla="*/ 895350 h 1890712"/>
              <a:gd name="connsiteX81" fmla="*/ 1245394 w 2543175"/>
              <a:gd name="connsiteY81" fmla="*/ 907256 h 1890712"/>
              <a:gd name="connsiteX82" fmla="*/ 1254919 w 2543175"/>
              <a:gd name="connsiteY82" fmla="*/ 914400 h 1890712"/>
              <a:gd name="connsiteX83" fmla="*/ 1269207 w 2543175"/>
              <a:gd name="connsiteY83" fmla="*/ 921544 h 1890712"/>
              <a:gd name="connsiteX84" fmla="*/ 1290638 w 2543175"/>
              <a:gd name="connsiteY84" fmla="*/ 935831 h 1890712"/>
              <a:gd name="connsiteX85" fmla="*/ 1307307 w 2543175"/>
              <a:gd name="connsiteY85" fmla="*/ 952500 h 1890712"/>
              <a:gd name="connsiteX86" fmla="*/ 1333500 w 2543175"/>
              <a:gd name="connsiteY86" fmla="*/ 971550 h 1890712"/>
              <a:gd name="connsiteX87" fmla="*/ 1359694 w 2543175"/>
              <a:gd name="connsiteY87" fmla="*/ 990600 h 1890712"/>
              <a:gd name="connsiteX88" fmla="*/ 1385888 w 2543175"/>
              <a:gd name="connsiteY88" fmla="*/ 1021557 h 1890712"/>
              <a:gd name="connsiteX89" fmla="*/ 1435894 w 2543175"/>
              <a:gd name="connsiteY89" fmla="*/ 1054894 h 1890712"/>
              <a:gd name="connsiteX90" fmla="*/ 1497806 w 2543175"/>
              <a:gd name="connsiteY90" fmla="*/ 1104900 h 1890712"/>
              <a:gd name="connsiteX91" fmla="*/ 1559718 w 2543175"/>
              <a:gd name="connsiteY91" fmla="*/ 1154906 h 1890712"/>
              <a:gd name="connsiteX92" fmla="*/ 1595438 w 2543175"/>
              <a:gd name="connsiteY92" fmla="*/ 1181100 h 1890712"/>
              <a:gd name="connsiteX93" fmla="*/ 1628775 w 2543175"/>
              <a:gd name="connsiteY93" fmla="*/ 1207294 h 1890712"/>
              <a:gd name="connsiteX94" fmla="*/ 1662113 w 2543175"/>
              <a:gd name="connsiteY94" fmla="*/ 1231107 h 1890712"/>
              <a:gd name="connsiteX95" fmla="*/ 1700213 w 2543175"/>
              <a:gd name="connsiteY95" fmla="*/ 1247775 h 1890712"/>
              <a:gd name="connsiteX96" fmla="*/ 1712119 w 2543175"/>
              <a:gd name="connsiteY96" fmla="*/ 1259681 h 1890712"/>
              <a:gd name="connsiteX97" fmla="*/ 1733550 w 2543175"/>
              <a:gd name="connsiteY97" fmla="*/ 1273969 h 1890712"/>
              <a:gd name="connsiteX98" fmla="*/ 1743075 w 2543175"/>
              <a:gd name="connsiteY98" fmla="*/ 1283494 h 1890712"/>
              <a:gd name="connsiteX99" fmla="*/ 1754982 w 2543175"/>
              <a:gd name="connsiteY99" fmla="*/ 1290637 h 1890712"/>
              <a:gd name="connsiteX100" fmla="*/ 1766888 w 2543175"/>
              <a:gd name="connsiteY100" fmla="*/ 1300162 h 1890712"/>
              <a:gd name="connsiteX101" fmla="*/ 1783557 w 2543175"/>
              <a:gd name="connsiteY101" fmla="*/ 1307306 h 1890712"/>
              <a:gd name="connsiteX102" fmla="*/ 1790700 w 2543175"/>
              <a:gd name="connsiteY102" fmla="*/ 1312069 h 1890712"/>
              <a:gd name="connsiteX103" fmla="*/ 1800225 w 2543175"/>
              <a:gd name="connsiteY103" fmla="*/ 1319212 h 1890712"/>
              <a:gd name="connsiteX104" fmla="*/ 1807369 w 2543175"/>
              <a:gd name="connsiteY104" fmla="*/ 1321594 h 1890712"/>
              <a:gd name="connsiteX105" fmla="*/ 1824038 w 2543175"/>
              <a:gd name="connsiteY105" fmla="*/ 1333500 h 1890712"/>
              <a:gd name="connsiteX106" fmla="*/ 1843088 w 2543175"/>
              <a:gd name="connsiteY106" fmla="*/ 1352550 h 1890712"/>
              <a:gd name="connsiteX107" fmla="*/ 1852613 w 2543175"/>
              <a:gd name="connsiteY107" fmla="*/ 1359694 h 1890712"/>
              <a:gd name="connsiteX108" fmla="*/ 1859757 w 2543175"/>
              <a:gd name="connsiteY108" fmla="*/ 1366837 h 1890712"/>
              <a:gd name="connsiteX109" fmla="*/ 1869282 w 2543175"/>
              <a:gd name="connsiteY109" fmla="*/ 1371600 h 1890712"/>
              <a:gd name="connsiteX110" fmla="*/ 1883569 w 2543175"/>
              <a:gd name="connsiteY110" fmla="*/ 1388269 h 1890712"/>
              <a:gd name="connsiteX111" fmla="*/ 1893094 w 2543175"/>
              <a:gd name="connsiteY111" fmla="*/ 1395412 h 1890712"/>
              <a:gd name="connsiteX112" fmla="*/ 1902619 w 2543175"/>
              <a:gd name="connsiteY112" fmla="*/ 1404937 h 1890712"/>
              <a:gd name="connsiteX113" fmla="*/ 1912144 w 2543175"/>
              <a:gd name="connsiteY113" fmla="*/ 1409700 h 1890712"/>
              <a:gd name="connsiteX114" fmla="*/ 1931194 w 2543175"/>
              <a:gd name="connsiteY114" fmla="*/ 1421606 h 1890712"/>
              <a:gd name="connsiteX115" fmla="*/ 1935957 w 2543175"/>
              <a:gd name="connsiteY115" fmla="*/ 1428750 h 1890712"/>
              <a:gd name="connsiteX116" fmla="*/ 1952625 w 2543175"/>
              <a:gd name="connsiteY116" fmla="*/ 1438275 h 1890712"/>
              <a:gd name="connsiteX117" fmla="*/ 1971675 w 2543175"/>
              <a:gd name="connsiteY117" fmla="*/ 1450181 h 1890712"/>
              <a:gd name="connsiteX118" fmla="*/ 1981200 w 2543175"/>
              <a:gd name="connsiteY118" fmla="*/ 1454944 h 1890712"/>
              <a:gd name="connsiteX119" fmla="*/ 1997869 w 2543175"/>
              <a:gd name="connsiteY119" fmla="*/ 1471612 h 1890712"/>
              <a:gd name="connsiteX120" fmla="*/ 2007394 w 2543175"/>
              <a:gd name="connsiteY120" fmla="*/ 1478756 h 1890712"/>
              <a:gd name="connsiteX121" fmla="*/ 2016919 w 2543175"/>
              <a:gd name="connsiteY121" fmla="*/ 1483519 h 1890712"/>
              <a:gd name="connsiteX122" fmla="*/ 2024063 w 2543175"/>
              <a:gd name="connsiteY122" fmla="*/ 1490662 h 1890712"/>
              <a:gd name="connsiteX123" fmla="*/ 2033588 w 2543175"/>
              <a:gd name="connsiteY123" fmla="*/ 1495425 h 1890712"/>
              <a:gd name="connsiteX124" fmla="*/ 2040732 w 2543175"/>
              <a:gd name="connsiteY124" fmla="*/ 1502569 h 1890712"/>
              <a:gd name="connsiteX125" fmla="*/ 2047875 w 2543175"/>
              <a:gd name="connsiteY125" fmla="*/ 1507331 h 1890712"/>
              <a:gd name="connsiteX126" fmla="*/ 2057400 w 2543175"/>
              <a:gd name="connsiteY126" fmla="*/ 1514475 h 1890712"/>
              <a:gd name="connsiteX127" fmla="*/ 2064544 w 2543175"/>
              <a:gd name="connsiteY127" fmla="*/ 1519237 h 1890712"/>
              <a:gd name="connsiteX128" fmla="*/ 2071688 w 2543175"/>
              <a:gd name="connsiteY128" fmla="*/ 1526381 h 1890712"/>
              <a:gd name="connsiteX129" fmla="*/ 2081213 w 2543175"/>
              <a:gd name="connsiteY129" fmla="*/ 1531144 h 1890712"/>
              <a:gd name="connsiteX130" fmla="*/ 2090738 w 2543175"/>
              <a:gd name="connsiteY130" fmla="*/ 1538287 h 1890712"/>
              <a:gd name="connsiteX131" fmla="*/ 2109788 w 2543175"/>
              <a:gd name="connsiteY131" fmla="*/ 1547812 h 1890712"/>
              <a:gd name="connsiteX132" fmla="*/ 2131219 w 2543175"/>
              <a:gd name="connsiteY132" fmla="*/ 1562100 h 1890712"/>
              <a:gd name="connsiteX133" fmla="*/ 2140744 w 2543175"/>
              <a:gd name="connsiteY133" fmla="*/ 1566862 h 1890712"/>
              <a:gd name="connsiteX134" fmla="*/ 2152650 w 2543175"/>
              <a:gd name="connsiteY134" fmla="*/ 1576387 h 1890712"/>
              <a:gd name="connsiteX135" fmla="*/ 2181225 w 2543175"/>
              <a:gd name="connsiteY135" fmla="*/ 1590675 h 1890712"/>
              <a:gd name="connsiteX136" fmla="*/ 2200275 w 2543175"/>
              <a:gd name="connsiteY136" fmla="*/ 1607344 h 1890712"/>
              <a:gd name="connsiteX137" fmla="*/ 2207419 w 2543175"/>
              <a:gd name="connsiteY137" fmla="*/ 1612106 h 1890712"/>
              <a:gd name="connsiteX138" fmla="*/ 2216944 w 2543175"/>
              <a:gd name="connsiteY138" fmla="*/ 1619250 h 1890712"/>
              <a:gd name="connsiteX139" fmla="*/ 2247900 w 2543175"/>
              <a:gd name="connsiteY139" fmla="*/ 1643062 h 1890712"/>
              <a:gd name="connsiteX140" fmla="*/ 2281238 w 2543175"/>
              <a:gd name="connsiteY140" fmla="*/ 1674019 h 1890712"/>
              <a:gd name="connsiteX141" fmla="*/ 2312194 w 2543175"/>
              <a:gd name="connsiteY141" fmla="*/ 1702594 h 1890712"/>
              <a:gd name="connsiteX142" fmla="*/ 2369344 w 2543175"/>
              <a:gd name="connsiteY142" fmla="*/ 1757363 h 1890712"/>
              <a:gd name="connsiteX143" fmla="*/ 2428876 w 2543175"/>
              <a:gd name="connsiteY143" fmla="*/ 1785938 h 1890712"/>
              <a:gd name="connsiteX144" fmla="*/ 2469356 w 2543175"/>
              <a:gd name="connsiteY144" fmla="*/ 1816894 h 1890712"/>
              <a:gd name="connsiteX145" fmla="*/ 2514600 w 2543175"/>
              <a:gd name="connsiteY145" fmla="*/ 1850231 h 1890712"/>
              <a:gd name="connsiteX146" fmla="*/ 2519363 w 2543175"/>
              <a:gd name="connsiteY146" fmla="*/ 1857375 h 1890712"/>
              <a:gd name="connsiteX147" fmla="*/ 2540794 w 2543175"/>
              <a:gd name="connsiteY147" fmla="*/ 1883569 h 1890712"/>
              <a:gd name="connsiteX148" fmla="*/ 2543175 w 2543175"/>
              <a:gd name="connsiteY148" fmla="*/ 1890712 h 1890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Lst>
            <a:rect l="l" t="t" r="r" b="b"/>
            <a:pathLst>
              <a:path w="2543175" h="1890712">
                <a:moveTo>
                  <a:pt x="0" y="0"/>
                </a:moveTo>
                <a:cubicBezTo>
                  <a:pt x="3969" y="3969"/>
                  <a:pt x="7477" y="8460"/>
                  <a:pt x="11907" y="11906"/>
                </a:cubicBezTo>
                <a:cubicBezTo>
                  <a:pt x="14709" y="14085"/>
                  <a:pt x="18922" y="14159"/>
                  <a:pt x="21432" y="16669"/>
                </a:cubicBezTo>
                <a:cubicBezTo>
                  <a:pt x="23207" y="18444"/>
                  <a:pt x="22354" y="21770"/>
                  <a:pt x="23813" y="23812"/>
                </a:cubicBezTo>
                <a:cubicBezTo>
                  <a:pt x="26423" y="27466"/>
                  <a:pt x="30381" y="29958"/>
                  <a:pt x="33338" y="33337"/>
                </a:cubicBezTo>
                <a:cubicBezTo>
                  <a:pt x="35951" y="36324"/>
                  <a:pt x="37676" y="40056"/>
                  <a:pt x="40482" y="42862"/>
                </a:cubicBezTo>
                <a:cubicBezTo>
                  <a:pt x="42506" y="44886"/>
                  <a:pt x="45296" y="45961"/>
                  <a:pt x="47625" y="47625"/>
                </a:cubicBezTo>
                <a:cubicBezTo>
                  <a:pt x="50854" y="49932"/>
                  <a:pt x="53920" y="52462"/>
                  <a:pt x="57150" y="54769"/>
                </a:cubicBezTo>
                <a:cubicBezTo>
                  <a:pt x="59479" y="56432"/>
                  <a:pt x="62004" y="57814"/>
                  <a:pt x="64294" y="59531"/>
                </a:cubicBezTo>
                <a:cubicBezTo>
                  <a:pt x="70526" y="64205"/>
                  <a:pt x="76425" y="69975"/>
                  <a:pt x="83344" y="73819"/>
                </a:cubicBezTo>
                <a:cubicBezTo>
                  <a:pt x="87999" y="76405"/>
                  <a:pt x="92977" y="78376"/>
                  <a:pt x="97632" y="80962"/>
                </a:cubicBezTo>
                <a:cubicBezTo>
                  <a:pt x="100134" y="82352"/>
                  <a:pt x="102602" y="83862"/>
                  <a:pt x="104775" y="85725"/>
                </a:cubicBezTo>
                <a:cubicBezTo>
                  <a:pt x="108184" y="88647"/>
                  <a:pt x="110492" y="92870"/>
                  <a:pt x="114300" y="95250"/>
                </a:cubicBezTo>
                <a:cubicBezTo>
                  <a:pt x="117075" y="96984"/>
                  <a:pt x="120650" y="96837"/>
                  <a:pt x="123825" y="97631"/>
                </a:cubicBezTo>
                <a:cubicBezTo>
                  <a:pt x="126206" y="100012"/>
                  <a:pt x="128412" y="102583"/>
                  <a:pt x="130969" y="104775"/>
                </a:cubicBezTo>
                <a:cubicBezTo>
                  <a:pt x="133982" y="107358"/>
                  <a:pt x="137264" y="109612"/>
                  <a:pt x="140494" y="111919"/>
                </a:cubicBezTo>
                <a:cubicBezTo>
                  <a:pt x="142823" y="113582"/>
                  <a:pt x="145439" y="114849"/>
                  <a:pt x="147638" y="116681"/>
                </a:cubicBezTo>
                <a:cubicBezTo>
                  <a:pt x="162120" y="128749"/>
                  <a:pt x="146681" y="119775"/>
                  <a:pt x="164307" y="128587"/>
                </a:cubicBezTo>
                <a:cubicBezTo>
                  <a:pt x="175940" y="140221"/>
                  <a:pt x="166351" y="132138"/>
                  <a:pt x="180975" y="140494"/>
                </a:cubicBezTo>
                <a:cubicBezTo>
                  <a:pt x="186596" y="143706"/>
                  <a:pt x="192522" y="148741"/>
                  <a:pt x="197644" y="152400"/>
                </a:cubicBezTo>
                <a:cubicBezTo>
                  <a:pt x="199973" y="154063"/>
                  <a:pt x="202459" y="155499"/>
                  <a:pt x="204788" y="157162"/>
                </a:cubicBezTo>
                <a:cubicBezTo>
                  <a:pt x="208018" y="159469"/>
                  <a:pt x="207169" y="159544"/>
                  <a:pt x="214313" y="164306"/>
                </a:cubicBezTo>
                <a:cubicBezTo>
                  <a:pt x="221457" y="169068"/>
                  <a:pt x="233363" y="176609"/>
                  <a:pt x="247650" y="185737"/>
                </a:cubicBezTo>
                <a:cubicBezTo>
                  <a:pt x="261937" y="194865"/>
                  <a:pt x="284163" y="207566"/>
                  <a:pt x="300038" y="219075"/>
                </a:cubicBezTo>
                <a:cubicBezTo>
                  <a:pt x="315913" y="230584"/>
                  <a:pt x="331788" y="247253"/>
                  <a:pt x="342900" y="254794"/>
                </a:cubicBezTo>
                <a:cubicBezTo>
                  <a:pt x="357188" y="265510"/>
                  <a:pt x="375444" y="276622"/>
                  <a:pt x="385763" y="283369"/>
                </a:cubicBezTo>
                <a:cubicBezTo>
                  <a:pt x="396082" y="290116"/>
                  <a:pt x="400447" y="292894"/>
                  <a:pt x="404813" y="295275"/>
                </a:cubicBezTo>
                <a:cubicBezTo>
                  <a:pt x="409179" y="297656"/>
                  <a:pt x="403057" y="291465"/>
                  <a:pt x="411957" y="297656"/>
                </a:cubicBezTo>
                <a:cubicBezTo>
                  <a:pt x="420857" y="303847"/>
                  <a:pt x="444320" y="322101"/>
                  <a:pt x="458211" y="332420"/>
                </a:cubicBezTo>
                <a:cubicBezTo>
                  <a:pt x="472102" y="342739"/>
                  <a:pt x="486737" y="352266"/>
                  <a:pt x="495300" y="359569"/>
                </a:cubicBezTo>
                <a:cubicBezTo>
                  <a:pt x="503863" y="366872"/>
                  <a:pt x="492279" y="355466"/>
                  <a:pt x="509588" y="376237"/>
                </a:cubicBezTo>
                <a:cubicBezTo>
                  <a:pt x="511420" y="378436"/>
                  <a:pt x="512518" y="381182"/>
                  <a:pt x="514350" y="383381"/>
                </a:cubicBezTo>
                <a:cubicBezTo>
                  <a:pt x="527305" y="398928"/>
                  <a:pt x="515259" y="381909"/>
                  <a:pt x="531019" y="397669"/>
                </a:cubicBezTo>
                <a:cubicBezTo>
                  <a:pt x="533825" y="400475"/>
                  <a:pt x="535550" y="404207"/>
                  <a:pt x="538163" y="407194"/>
                </a:cubicBezTo>
                <a:cubicBezTo>
                  <a:pt x="555321" y="426803"/>
                  <a:pt x="540377" y="409091"/>
                  <a:pt x="554832" y="421481"/>
                </a:cubicBezTo>
                <a:cubicBezTo>
                  <a:pt x="558241" y="424403"/>
                  <a:pt x="560978" y="428049"/>
                  <a:pt x="564357" y="431006"/>
                </a:cubicBezTo>
                <a:cubicBezTo>
                  <a:pt x="567344" y="433619"/>
                  <a:pt x="570783" y="435671"/>
                  <a:pt x="573882" y="438150"/>
                </a:cubicBezTo>
                <a:cubicBezTo>
                  <a:pt x="577392" y="440958"/>
                  <a:pt x="589001" y="451663"/>
                  <a:pt x="595313" y="454819"/>
                </a:cubicBezTo>
                <a:cubicBezTo>
                  <a:pt x="597558" y="455942"/>
                  <a:pt x="600212" y="456077"/>
                  <a:pt x="602457" y="457200"/>
                </a:cubicBezTo>
                <a:cubicBezTo>
                  <a:pt x="627542" y="469743"/>
                  <a:pt x="610065" y="464460"/>
                  <a:pt x="628650" y="469106"/>
                </a:cubicBezTo>
                <a:cubicBezTo>
                  <a:pt x="634206" y="473869"/>
                  <a:pt x="639401" y="479090"/>
                  <a:pt x="645319" y="483394"/>
                </a:cubicBezTo>
                <a:cubicBezTo>
                  <a:pt x="648190" y="485482"/>
                  <a:pt x="652149" y="485846"/>
                  <a:pt x="654844" y="488156"/>
                </a:cubicBezTo>
                <a:cubicBezTo>
                  <a:pt x="657857" y="490739"/>
                  <a:pt x="659062" y="494999"/>
                  <a:pt x="661988" y="497681"/>
                </a:cubicBezTo>
                <a:cubicBezTo>
                  <a:pt x="668659" y="503796"/>
                  <a:pt x="675889" y="509330"/>
                  <a:pt x="683419" y="514350"/>
                </a:cubicBezTo>
                <a:cubicBezTo>
                  <a:pt x="688757" y="517908"/>
                  <a:pt x="695358" y="522117"/>
                  <a:pt x="700088" y="526256"/>
                </a:cubicBezTo>
                <a:cubicBezTo>
                  <a:pt x="703467" y="529213"/>
                  <a:pt x="706234" y="532824"/>
                  <a:pt x="709613" y="535781"/>
                </a:cubicBezTo>
                <a:cubicBezTo>
                  <a:pt x="712600" y="538394"/>
                  <a:pt x="716188" y="540270"/>
                  <a:pt x="719138" y="542925"/>
                </a:cubicBezTo>
                <a:cubicBezTo>
                  <a:pt x="724144" y="547430"/>
                  <a:pt x="727401" y="554200"/>
                  <a:pt x="733425" y="557212"/>
                </a:cubicBezTo>
                <a:cubicBezTo>
                  <a:pt x="758177" y="569589"/>
                  <a:pt x="728852" y="553670"/>
                  <a:pt x="750094" y="569119"/>
                </a:cubicBezTo>
                <a:cubicBezTo>
                  <a:pt x="756150" y="573523"/>
                  <a:pt x="762723" y="577172"/>
                  <a:pt x="769144" y="581025"/>
                </a:cubicBezTo>
                <a:cubicBezTo>
                  <a:pt x="774632" y="584317"/>
                  <a:pt x="785813" y="590550"/>
                  <a:pt x="785813" y="590550"/>
                </a:cubicBezTo>
                <a:cubicBezTo>
                  <a:pt x="788194" y="593725"/>
                  <a:pt x="790151" y="597269"/>
                  <a:pt x="792957" y="600075"/>
                </a:cubicBezTo>
                <a:cubicBezTo>
                  <a:pt x="801539" y="608657"/>
                  <a:pt x="801510" y="605219"/>
                  <a:pt x="809625" y="611981"/>
                </a:cubicBezTo>
                <a:cubicBezTo>
                  <a:pt x="812212" y="614137"/>
                  <a:pt x="814212" y="616933"/>
                  <a:pt x="816769" y="619125"/>
                </a:cubicBezTo>
                <a:cubicBezTo>
                  <a:pt x="819782" y="621708"/>
                  <a:pt x="823195" y="623790"/>
                  <a:pt x="826294" y="626269"/>
                </a:cubicBezTo>
                <a:cubicBezTo>
                  <a:pt x="831135" y="630142"/>
                  <a:pt x="835948" y="634056"/>
                  <a:pt x="840582" y="638175"/>
                </a:cubicBezTo>
                <a:cubicBezTo>
                  <a:pt x="843099" y="640412"/>
                  <a:pt x="845168" y="643127"/>
                  <a:pt x="847725" y="645319"/>
                </a:cubicBezTo>
                <a:cubicBezTo>
                  <a:pt x="850738" y="647902"/>
                  <a:pt x="850503" y="647303"/>
                  <a:pt x="857250" y="652462"/>
                </a:cubicBezTo>
                <a:cubicBezTo>
                  <a:pt x="863997" y="657621"/>
                  <a:pt x="879873" y="671116"/>
                  <a:pt x="888207" y="676275"/>
                </a:cubicBezTo>
                <a:cubicBezTo>
                  <a:pt x="896541" y="681434"/>
                  <a:pt x="900510" y="680244"/>
                  <a:pt x="907257" y="683419"/>
                </a:cubicBezTo>
                <a:cubicBezTo>
                  <a:pt x="913293" y="687040"/>
                  <a:pt x="921861" y="692594"/>
                  <a:pt x="928688" y="695325"/>
                </a:cubicBezTo>
                <a:cubicBezTo>
                  <a:pt x="933349" y="697189"/>
                  <a:pt x="938213" y="698500"/>
                  <a:pt x="942975" y="700087"/>
                </a:cubicBezTo>
                <a:cubicBezTo>
                  <a:pt x="950119" y="705643"/>
                  <a:pt x="958008" y="710356"/>
                  <a:pt x="964407" y="716756"/>
                </a:cubicBezTo>
                <a:cubicBezTo>
                  <a:pt x="966788" y="719137"/>
                  <a:pt x="969016" y="721682"/>
                  <a:pt x="971550" y="723900"/>
                </a:cubicBezTo>
                <a:cubicBezTo>
                  <a:pt x="975375" y="727247"/>
                  <a:pt x="979391" y="730375"/>
                  <a:pt x="983457" y="733425"/>
                </a:cubicBezTo>
                <a:cubicBezTo>
                  <a:pt x="985746" y="735142"/>
                  <a:pt x="988402" y="736355"/>
                  <a:pt x="990600" y="738187"/>
                </a:cubicBezTo>
                <a:cubicBezTo>
                  <a:pt x="1003421" y="748872"/>
                  <a:pt x="991667" y="742445"/>
                  <a:pt x="1007269" y="752475"/>
                </a:cubicBezTo>
                <a:cubicBezTo>
                  <a:pt x="1015056" y="757481"/>
                  <a:pt x="1023144" y="762000"/>
                  <a:pt x="1031082" y="766762"/>
                </a:cubicBezTo>
                <a:cubicBezTo>
                  <a:pt x="1035051" y="769143"/>
                  <a:pt x="1038597" y="772442"/>
                  <a:pt x="1042988" y="773906"/>
                </a:cubicBezTo>
                <a:cubicBezTo>
                  <a:pt x="1062326" y="780353"/>
                  <a:pt x="1052785" y="776424"/>
                  <a:pt x="1071563" y="785812"/>
                </a:cubicBezTo>
                <a:cubicBezTo>
                  <a:pt x="1104554" y="818805"/>
                  <a:pt x="1069470" y="786029"/>
                  <a:pt x="1097757" y="807244"/>
                </a:cubicBezTo>
                <a:cubicBezTo>
                  <a:pt x="1100451" y="809264"/>
                  <a:pt x="1102343" y="812196"/>
                  <a:pt x="1104900" y="814387"/>
                </a:cubicBezTo>
                <a:cubicBezTo>
                  <a:pt x="1114075" y="822251"/>
                  <a:pt x="1112151" y="820773"/>
                  <a:pt x="1121569" y="823912"/>
                </a:cubicBezTo>
                <a:cubicBezTo>
                  <a:pt x="1135186" y="837529"/>
                  <a:pt x="1121524" y="825373"/>
                  <a:pt x="1138238" y="835819"/>
                </a:cubicBezTo>
                <a:cubicBezTo>
                  <a:pt x="1141603" y="837922"/>
                  <a:pt x="1144398" y="840859"/>
                  <a:pt x="1147763" y="842962"/>
                </a:cubicBezTo>
                <a:cubicBezTo>
                  <a:pt x="1150773" y="844843"/>
                  <a:pt x="1154334" y="845756"/>
                  <a:pt x="1157288" y="847725"/>
                </a:cubicBezTo>
                <a:cubicBezTo>
                  <a:pt x="1176376" y="860451"/>
                  <a:pt x="1161284" y="855273"/>
                  <a:pt x="1178719" y="859631"/>
                </a:cubicBezTo>
                <a:cubicBezTo>
                  <a:pt x="1181894" y="862012"/>
                  <a:pt x="1185014" y="864468"/>
                  <a:pt x="1188244" y="866775"/>
                </a:cubicBezTo>
                <a:cubicBezTo>
                  <a:pt x="1190573" y="868438"/>
                  <a:pt x="1193364" y="869513"/>
                  <a:pt x="1195388" y="871537"/>
                </a:cubicBezTo>
                <a:cubicBezTo>
                  <a:pt x="1208545" y="884693"/>
                  <a:pt x="1195343" y="879264"/>
                  <a:pt x="1212057" y="883444"/>
                </a:cubicBezTo>
                <a:cubicBezTo>
                  <a:pt x="1227843" y="893968"/>
                  <a:pt x="1210302" y="881600"/>
                  <a:pt x="1226344" y="895350"/>
                </a:cubicBezTo>
                <a:cubicBezTo>
                  <a:pt x="1240876" y="907806"/>
                  <a:pt x="1230381" y="897873"/>
                  <a:pt x="1245394" y="907256"/>
                </a:cubicBezTo>
                <a:cubicBezTo>
                  <a:pt x="1248760" y="909359"/>
                  <a:pt x="1251516" y="912358"/>
                  <a:pt x="1254919" y="914400"/>
                </a:cubicBezTo>
                <a:cubicBezTo>
                  <a:pt x="1259485" y="917140"/>
                  <a:pt x="1264532" y="918994"/>
                  <a:pt x="1269207" y="921544"/>
                </a:cubicBezTo>
                <a:cubicBezTo>
                  <a:pt x="1275474" y="924962"/>
                  <a:pt x="1285165" y="930855"/>
                  <a:pt x="1290638" y="935831"/>
                </a:cubicBezTo>
                <a:cubicBezTo>
                  <a:pt x="1296452" y="941117"/>
                  <a:pt x="1300769" y="948141"/>
                  <a:pt x="1307307" y="952500"/>
                </a:cubicBezTo>
                <a:cubicBezTo>
                  <a:pt x="1319614" y="960705"/>
                  <a:pt x="1316156" y="958208"/>
                  <a:pt x="1333500" y="971550"/>
                </a:cubicBezTo>
                <a:cubicBezTo>
                  <a:pt x="1345211" y="980558"/>
                  <a:pt x="1350963" y="982266"/>
                  <a:pt x="1359694" y="990600"/>
                </a:cubicBezTo>
                <a:cubicBezTo>
                  <a:pt x="1368425" y="998934"/>
                  <a:pt x="1373188" y="1010841"/>
                  <a:pt x="1385888" y="1021557"/>
                </a:cubicBezTo>
                <a:cubicBezTo>
                  <a:pt x="1398588" y="1032273"/>
                  <a:pt x="1417241" y="1041004"/>
                  <a:pt x="1435894" y="1054894"/>
                </a:cubicBezTo>
                <a:cubicBezTo>
                  <a:pt x="1454547" y="1068784"/>
                  <a:pt x="1477169" y="1088231"/>
                  <a:pt x="1497806" y="1104900"/>
                </a:cubicBezTo>
                <a:lnTo>
                  <a:pt x="1559718" y="1154906"/>
                </a:lnTo>
                <a:cubicBezTo>
                  <a:pt x="1575990" y="1167606"/>
                  <a:pt x="1583929" y="1172369"/>
                  <a:pt x="1595438" y="1181100"/>
                </a:cubicBezTo>
                <a:cubicBezTo>
                  <a:pt x="1606947" y="1189831"/>
                  <a:pt x="1617663" y="1198960"/>
                  <a:pt x="1628775" y="1207294"/>
                </a:cubicBezTo>
                <a:cubicBezTo>
                  <a:pt x="1639887" y="1215628"/>
                  <a:pt x="1650207" y="1224360"/>
                  <a:pt x="1662113" y="1231107"/>
                </a:cubicBezTo>
                <a:cubicBezTo>
                  <a:pt x="1674019" y="1237854"/>
                  <a:pt x="1691879" y="1243013"/>
                  <a:pt x="1700213" y="1247775"/>
                </a:cubicBezTo>
                <a:cubicBezTo>
                  <a:pt x="1704182" y="1251744"/>
                  <a:pt x="1707306" y="1256793"/>
                  <a:pt x="1712119" y="1259681"/>
                </a:cubicBezTo>
                <a:cubicBezTo>
                  <a:pt x="1720417" y="1264660"/>
                  <a:pt x="1726335" y="1267656"/>
                  <a:pt x="1733550" y="1273969"/>
                </a:cubicBezTo>
                <a:cubicBezTo>
                  <a:pt x="1736929" y="1276926"/>
                  <a:pt x="1739531" y="1280737"/>
                  <a:pt x="1743075" y="1283494"/>
                </a:cubicBezTo>
                <a:cubicBezTo>
                  <a:pt x="1746729" y="1286335"/>
                  <a:pt x="1751190" y="1287983"/>
                  <a:pt x="1754982" y="1290637"/>
                </a:cubicBezTo>
                <a:cubicBezTo>
                  <a:pt x="1759146" y="1293551"/>
                  <a:pt x="1762659" y="1297343"/>
                  <a:pt x="1766888" y="1300162"/>
                </a:cubicBezTo>
                <a:cubicBezTo>
                  <a:pt x="1772775" y="1304087"/>
                  <a:pt x="1777205" y="1305189"/>
                  <a:pt x="1783557" y="1307306"/>
                </a:cubicBezTo>
                <a:cubicBezTo>
                  <a:pt x="1785938" y="1308894"/>
                  <a:pt x="1788371" y="1310406"/>
                  <a:pt x="1790700" y="1312069"/>
                </a:cubicBezTo>
                <a:cubicBezTo>
                  <a:pt x="1793929" y="1314376"/>
                  <a:pt x="1796779" y="1317243"/>
                  <a:pt x="1800225" y="1319212"/>
                </a:cubicBezTo>
                <a:cubicBezTo>
                  <a:pt x="1802404" y="1320457"/>
                  <a:pt x="1804988" y="1320800"/>
                  <a:pt x="1807369" y="1321594"/>
                </a:cubicBezTo>
                <a:cubicBezTo>
                  <a:pt x="1812925" y="1325563"/>
                  <a:pt x="1818878" y="1329028"/>
                  <a:pt x="1824038" y="1333500"/>
                </a:cubicBezTo>
                <a:cubicBezTo>
                  <a:pt x="1830824" y="1339381"/>
                  <a:pt x="1835904" y="1347162"/>
                  <a:pt x="1843088" y="1352550"/>
                </a:cubicBezTo>
                <a:cubicBezTo>
                  <a:pt x="1846263" y="1354931"/>
                  <a:pt x="1849600" y="1357111"/>
                  <a:pt x="1852613" y="1359694"/>
                </a:cubicBezTo>
                <a:cubicBezTo>
                  <a:pt x="1855170" y="1361885"/>
                  <a:pt x="1857017" y="1364880"/>
                  <a:pt x="1859757" y="1366837"/>
                </a:cubicBezTo>
                <a:cubicBezTo>
                  <a:pt x="1862646" y="1368900"/>
                  <a:pt x="1866107" y="1370012"/>
                  <a:pt x="1869282" y="1371600"/>
                </a:cubicBezTo>
                <a:cubicBezTo>
                  <a:pt x="1874928" y="1379129"/>
                  <a:pt x="1876604" y="1382299"/>
                  <a:pt x="1883569" y="1388269"/>
                </a:cubicBezTo>
                <a:cubicBezTo>
                  <a:pt x="1886582" y="1390852"/>
                  <a:pt x="1890107" y="1392799"/>
                  <a:pt x="1893094" y="1395412"/>
                </a:cubicBezTo>
                <a:cubicBezTo>
                  <a:pt x="1896473" y="1398369"/>
                  <a:pt x="1899027" y="1402243"/>
                  <a:pt x="1902619" y="1404937"/>
                </a:cubicBezTo>
                <a:cubicBezTo>
                  <a:pt x="1905459" y="1407067"/>
                  <a:pt x="1909078" y="1407911"/>
                  <a:pt x="1912144" y="1409700"/>
                </a:cubicBezTo>
                <a:cubicBezTo>
                  <a:pt x="1918612" y="1413473"/>
                  <a:pt x="1931194" y="1421606"/>
                  <a:pt x="1931194" y="1421606"/>
                </a:cubicBezTo>
                <a:cubicBezTo>
                  <a:pt x="1932782" y="1423987"/>
                  <a:pt x="1933933" y="1426726"/>
                  <a:pt x="1935957" y="1428750"/>
                </a:cubicBezTo>
                <a:cubicBezTo>
                  <a:pt x="1939923" y="1432716"/>
                  <a:pt x="1948145" y="1435662"/>
                  <a:pt x="1952625" y="1438275"/>
                </a:cubicBezTo>
                <a:cubicBezTo>
                  <a:pt x="1959093" y="1442048"/>
                  <a:pt x="1964978" y="1446832"/>
                  <a:pt x="1971675" y="1450181"/>
                </a:cubicBezTo>
                <a:cubicBezTo>
                  <a:pt x="1974850" y="1451769"/>
                  <a:pt x="1978453" y="1452696"/>
                  <a:pt x="1981200" y="1454944"/>
                </a:cubicBezTo>
                <a:cubicBezTo>
                  <a:pt x="1987282" y="1459920"/>
                  <a:pt x="1991583" y="1466897"/>
                  <a:pt x="1997869" y="1471612"/>
                </a:cubicBezTo>
                <a:cubicBezTo>
                  <a:pt x="2001044" y="1473993"/>
                  <a:pt x="2004029" y="1476652"/>
                  <a:pt x="2007394" y="1478756"/>
                </a:cubicBezTo>
                <a:cubicBezTo>
                  <a:pt x="2010404" y="1480637"/>
                  <a:pt x="2014030" y="1481456"/>
                  <a:pt x="2016919" y="1483519"/>
                </a:cubicBezTo>
                <a:cubicBezTo>
                  <a:pt x="2019659" y="1485476"/>
                  <a:pt x="2021323" y="1488705"/>
                  <a:pt x="2024063" y="1490662"/>
                </a:cubicBezTo>
                <a:cubicBezTo>
                  <a:pt x="2026952" y="1492725"/>
                  <a:pt x="2030699" y="1493362"/>
                  <a:pt x="2033588" y="1495425"/>
                </a:cubicBezTo>
                <a:cubicBezTo>
                  <a:pt x="2036328" y="1497383"/>
                  <a:pt x="2038145" y="1500413"/>
                  <a:pt x="2040732" y="1502569"/>
                </a:cubicBezTo>
                <a:cubicBezTo>
                  <a:pt x="2042930" y="1504401"/>
                  <a:pt x="2045546" y="1505668"/>
                  <a:pt x="2047875" y="1507331"/>
                </a:cubicBezTo>
                <a:cubicBezTo>
                  <a:pt x="2051105" y="1509638"/>
                  <a:pt x="2054170" y="1512168"/>
                  <a:pt x="2057400" y="1514475"/>
                </a:cubicBezTo>
                <a:cubicBezTo>
                  <a:pt x="2059729" y="1516138"/>
                  <a:pt x="2062345" y="1517405"/>
                  <a:pt x="2064544" y="1519237"/>
                </a:cubicBezTo>
                <a:cubicBezTo>
                  <a:pt x="2067131" y="1521393"/>
                  <a:pt x="2068948" y="1524423"/>
                  <a:pt x="2071688" y="1526381"/>
                </a:cubicBezTo>
                <a:cubicBezTo>
                  <a:pt x="2074577" y="1528444"/>
                  <a:pt x="2078203" y="1529263"/>
                  <a:pt x="2081213" y="1531144"/>
                </a:cubicBezTo>
                <a:cubicBezTo>
                  <a:pt x="2084578" y="1533247"/>
                  <a:pt x="2087310" y="1536287"/>
                  <a:pt x="2090738" y="1538287"/>
                </a:cubicBezTo>
                <a:cubicBezTo>
                  <a:pt x="2096870" y="1541864"/>
                  <a:pt x="2103537" y="1544446"/>
                  <a:pt x="2109788" y="1547812"/>
                </a:cubicBezTo>
                <a:cubicBezTo>
                  <a:pt x="2136499" y="1562195"/>
                  <a:pt x="2108214" y="1547722"/>
                  <a:pt x="2131219" y="1562100"/>
                </a:cubicBezTo>
                <a:cubicBezTo>
                  <a:pt x="2134229" y="1563981"/>
                  <a:pt x="2137790" y="1564893"/>
                  <a:pt x="2140744" y="1566862"/>
                </a:cubicBezTo>
                <a:cubicBezTo>
                  <a:pt x="2144973" y="1569681"/>
                  <a:pt x="2148188" y="1573953"/>
                  <a:pt x="2152650" y="1576387"/>
                </a:cubicBezTo>
                <a:cubicBezTo>
                  <a:pt x="2180316" y="1591478"/>
                  <a:pt x="2153699" y="1568654"/>
                  <a:pt x="2181225" y="1590675"/>
                </a:cubicBezTo>
                <a:cubicBezTo>
                  <a:pt x="2216124" y="1618594"/>
                  <a:pt x="2167211" y="1583728"/>
                  <a:pt x="2200275" y="1607344"/>
                </a:cubicBezTo>
                <a:cubicBezTo>
                  <a:pt x="2202604" y="1609007"/>
                  <a:pt x="2205090" y="1610443"/>
                  <a:pt x="2207419" y="1612106"/>
                </a:cubicBezTo>
                <a:cubicBezTo>
                  <a:pt x="2210649" y="1614413"/>
                  <a:pt x="2210197" y="1614091"/>
                  <a:pt x="2216944" y="1619250"/>
                </a:cubicBezTo>
                <a:cubicBezTo>
                  <a:pt x="2223691" y="1624409"/>
                  <a:pt x="2241550" y="1637903"/>
                  <a:pt x="2247900" y="1643062"/>
                </a:cubicBezTo>
                <a:cubicBezTo>
                  <a:pt x="2258616" y="1650603"/>
                  <a:pt x="2270522" y="1664097"/>
                  <a:pt x="2281238" y="1674019"/>
                </a:cubicBezTo>
                <a:cubicBezTo>
                  <a:pt x="2291954" y="1683941"/>
                  <a:pt x="2297510" y="1688703"/>
                  <a:pt x="2312194" y="1702594"/>
                </a:cubicBezTo>
                <a:cubicBezTo>
                  <a:pt x="2326878" y="1716485"/>
                  <a:pt x="2349897" y="1743472"/>
                  <a:pt x="2369344" y="1757363"/>
                </a:cubicBezTo>
                <a:cubicBezTo>
                  <a:pt x="2388791" y="1771254"/>
                  <a:pt x="2412207" y="1776016"/>
                  <a:pt x="2428876" y="1785938"/>
                </a:cubicBezTo>
                <a:cubicBezTo>
                  <a:pt x="2445545" y="1795860"/>
                  <a:pt x="2459831" y="1814116"/>
                  <a:pt x="2469356" y="1816894"/>
                </a:cubicBezTo>
                <a:cubicBezTo>
                  <a:pt x="2484437" y="1828006"/>
                  <a:pt x="2506266" y="1843484"/>
                  <a:pt x="2514600" y="1850231"/>
                </a:cubicBezTo>
                <a:cubicBezTo>
                  <a:pt x="2522934" y="1856978"/>
                  <a:pt x="2517478" y="1855221"/>
                  <a:pt x="2519363" y="1857375"/>
                </a:cubicBezTo>
                <a:cubicBezTo>
                  <a:pt x="2526535" y="1865571"/>
                  <a:pt x="2537112" y="1872522"/>
                  <a:pt x="2540794" y="1883569"/>
                </a:cubicBezTo>
                <a:lnTo>
                  <a:pt x="2543175" y="1890712"/>
                </a:lnTo>
              </a:path>
            </a:pathLst>
          </a:cu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3" name="Freeform: Shape 52">
            <a:extLst>
              <a:ext uri="{FF2B5EF4-FFF2-40B4-BE49-F238E27FC236}">
                <a16:creationId xmlns:a16="http://schemas.microsoft.com/office/drawing/2014/main" id="{778DBFB2-6FDD-ED73-9CFE-9C91054C1144}"/>
              </a:ext>
            </a:extLst>
          </p:cNvPr>
          <p:cNvSpPr/>
          <p:nvPr/>
        </p:nvSpPr>
        <p:spPr>
          <a:xfrm flipH="1">
            <a:off x="628642" y="4149740"/>
            <a:ext cx="1359156" cy="198874"/>
          </a:xfrm>
          <a:custGeom>
            <a:avLst/>
            <a:gdLst>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297657 w 1716882"/>
              <a:gd name="connsiteY11" fmla="*/ 211931 h 252412"/>
              <a:gd name="connsiteX12" fmla="*/ 402432 w 1716882"/>
              <a:gd name="connsiteY12" fmla="*/ 200025 h 252412"/>
              <a:gd name="connsiteX13" fmla="*/ 514350 w 1716882"/>
              <a:gd name="connsiteY13" fmla="*/ 192881 h 252412"/>
              <a:gd name="connsiteX14" fmla="*/ 552450 w 1716882"/>
              <a:gd name="connsiteY14" fmla="*/ 178593 h 252412"/>
              <a:gd name="connsiteX15" fmla="*/ 566738 w 1716882"/>
              <a:gd name="connsiteY15" fmla="*/ 171450 h 252412"/>
              <a:gd name="connsiteX16" fmla="*/ 592932 w 1716882"/>
              <a:gd name="connsiteY16" fmla="*/ 166687 h 252412"/>
              <a:gd name="connsiteX17" fmla="*/ 633413 w 1716882"/>
              <a:gd name="connsiteY17" fmla="*/ 157162 h 252412"/>
              <a:gd name="connsiteX18" fmla="*/ 661988 w 1716882"/>
              <a:gd name="connsiteY18" fmla="*/ 154781 h 252412"/>
              <a:gd name="connsiteX19" fmla="*/ 683419 w 1716882"/>
              <a:gd name="connsiteY19" fmla="*/ 152400 h 252412"/>
              <a:gd name="connsiteX20" fmla="*/ 697707 w 1716882"/>
              <a:gd name="connsiteY20" fmla="*/ 147637 h 252412"/>
              <a:gd name="connsiteX21" fmla="*/ 733425 w 1716882"/>
              <a:gd name="connsiteY21" fmla="*/ 133350 h 252412"/>
              <a:gd name="connsiteX22" fmla="*/ 776288 w 1716882"/>
              <a:gd name="connsiteY22" fmla="*/ 126206 h 252412"/>
              <a:gd name="connsiteX23" fmla="*/ 871538 w 1716882"/>
              <a:gd name="connsiteY23" fmla="*/ 128587 h 252412"/>
              <a:gd name="connsiteX24" fmla="*/ 916782 w 1716882"/>
              <a:gd name="connsiteY24" fmla="*/ 130968 h 252412"/>
              <a:gd name="connsiteX25" fmla="*/ 966788 w 1716882"/>
              <a:gd name="connsiteY25" fmla="*/ 128587 h 252412"/>
              <a:gd name="connsiteX26" fmla="*/ 995363 w 1716882"/>
              <a:gd name="connsiteY26" fmla="*/ 114300 h 252412"/>
              <a:gd name="connsiteX27" fmla="*/ 1004888 w 1716882"/>
              <a:gd name="connsiteY27" fmla="*/ 111918 h 252412"/>
              <a:gd name="connsiteX28" fmla="*/ 1050132 w 1716882"/>
              <a:gd name="connsiteY28" fmla="*/ 107156 h 252412"/>
              <a:gd name="connsiteX29" fmla="*/ 1071563 w 1716882"/>
              <a:gd name="connsiteY29" fmla="*/ 102393 h 252412"/>
              <a:gd name="connsiteX30" fmla="*/ 1083469 w 1716882"/>
              <a:gd name="connsiteY30" fmla="*/ 97631 h 252412"/>
              <a:gd name="connsiteX31" fmla="*/ 1121569 w 1716882"/>
              <a:gd name="connsiteY31" fmla="*/ 90487 h 252412"/>
              <a:gd name="connsiteX32" fmla="*/ 1143000 w 1716882"/>
              <a:gd name="connsiteY32" fmla="*/ 80962 h 252412"/>
              <a:gd name="connsiteX33" fmla="*/ 1169194 w 1716882"/>
              <a:gd name="connsiteY33" fmla="*/ 76200 h 252412"/>
              <a:gd name="connsiteX34" fmla="*/ 1193007 w 1716882"/>
              <a:gd name="connsiteY34" fmla="*/ 69056 h 252412"/>
              <a:gd name="connsiteX35" fmla="*/ 1204913 w 1716882"/>
              <a:gd name="connsiteY35" fmla="*/ 64293 h 252412"/>
              <a:gd name="connsiteX36" fmla="*/ 1245394 w 1716882"/>
              <a:gd name="connsiteY36" fmla="*/ 59531 h 252412"/>
              <a:gd name="connsiteX37" fmla="*/ 1273969 w 1716882"/>
              <a:gd name="connsiteY37" fmla="*/ 52387 h 252412"/>
              <a:gd name="connsiteX38" fmla="*/ 1378744 w 1716882"/>
              <a:gd name="connsiteY38" fmla="*/ 54768 h 252412"/>
              <a:gd name="connsiteX39" fmla="*/ 1443038 w 1716882"/>
              <a:gd name="connsiteY39" fmla="*/ 52387 h 252412"/>
              <a:gd name="connsiteX40" fmla="*/ 1459707 w 1716882"/>
              <a:gd name="connsiteY40" fmla="*/ 54768 h 252412"/>
              <a:gd name="connsiteX41" fmla="*/ 1514475 w 1716882"/>
              <a:gd name="connsiteY41" fmla="*/ 52387 h 252412"/>
              <a:gd name="connsiteX42" fmla="*/ 1535907 w 1716882"/>
              <a:gd name="connsiteY42" fmla="*/ 45243 h 252412"/>
              <a:gd name="connsiteX43" fmla="*/ 1552575 w 1716882"/>
              <a:gd name="connsiteY43" fmla="*/ 38100 h 252412"/>
              <a:gd name="connsiteX44" fmla="*/ 1571625 w 1716882"/>
              <a:gd name="connsiteY44" fmla="*/ 30956 h 252412"/>
              <a:gd name="connsiteX45" fmla="*/ 1624013 w 1716882"/>
              <a:gd name="connsiteY45" fmla="*/ 14287 h 252412"/>
              <a:gd name="connsiteX46" fmla="*/ 1702594 w 1716882"/>
              <a:gd name="connsiteY46" fmla="*/ 11906 h 252412"/>
              <a:gd name="connsiteX47" fmla="*/ 1709738 w 1716882"/>
              <a:gd name="connsiteY47" fmla="*/ 7143 h 252412"/>
              <a:gd name="connsiteX48" fmla="*/ 1716882 w 1716882"/>
              <a:gd name="connsiteY48"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514350 w 1716882"/>
              <a:gd name="connsiteY13" fmla="*/ 192881 h 252412"/>
              <a:gd name="connsiteX14" fmla="*/ 552450 w 1716882"/>
              <a:gd name="connsiteY14" fmla="*/ 178593 h 252412"/>
              <a:gd name="connsiteX15" fmla="*/ 566738 w 1716882"/>
              <a:gd name="connsiteY15" fmla="*/ 171450 h 252412"/>
              <a:gd name="connsiteX16" fmla="*/ 592932 w 1716882"/>
              <a:gd name="connsiteY16" fmla="*/ 166687 h 252412"/>
              <a:gd name="connsiteX17" fmla="*/ 633413 w 1716882"/>
              <a:gd name="connsiteY17" fmla="*/ 157162 h 252412"/>
              <a:gd name="connsiteX18" fmla="*/ 661988 w 1716882"/>
              <a:gd name="connsiteY18" fmla="*/ 154781 h 252412"/>
              <a:gd name="connsiteX19" fmla="*/ 683419 w 1716882"/>
              <a:gd name="connsiteY19" fmla="*/ 152400 h 252412"/>
              <a:gd name="connsiteX20" fmla="*/ 697707 w 1716882"/>
              <a:gd name="connsiteY20" fmla="*/ 147637 h 252412"/>
              <a:gd name="connsiteX21" fmla="*/ 733425 w 1716882"/>
              <a:gd name="connsiteY21" fmla="*/ 133350 h 252412"/>
              <a:gd name="connsiteX22" fmla="*/ 776288 w 1716882"/>
              <a:gd name="connsiteY22" fmla="*/ 126206 h 252412"/>
              <a:gd name="connsiteX23" fmla="*/ 871538 w 1716882"/>
              <a:gd name="connsiteY23" fmla="*/ 128587 h 252412"/>
              <a:gd name="connsiteX24" fmla="*/ 916782 w 1716882"/>
              <a:gd name="connsiteY24" fmla="*/ 130968 h 252412"/>
              <a:gd name="connsiteX25" fmla="*/ 966788 w 1716882"/>
              <a:gd name="connsiteY25" fmla="*/ 128587 h 252412"/>
              <a:gd name="connsiteX26" fmla="*/ 995363 w 1716882"/>
              <a:gd name="connsiteY26" fmla="*/ 114300 h 252412"/>
              <a:gd name="connsiteX27" fmla="*/ 1004888 w 1716882"/>
              <a:gd name="connsiteY27" fmla="*/ 111918 h 252412"/>
              <a:gd name="connsiteX28" fmla="*/ 1050132 w 1716882"/>
              <a:gd name="connsiteY28" fmla="*/ 107156 h 252412"/>
              <a:gd name="connsiteX29" fmla="*/ 1071563 w 1716882"/>
              <a:gd name="connsiteY29" fmla="*/ 102393 h 252412"/>
              <a:gd name="connsiteX30" fmla="*/ 1083469 w 1716882"/>
              <a:gd name="connsiteY30" fmla="*/ 97631 h 252412"/>
              <a:gd name="connsiteX31" fmla="*/ 1121569 w 1716882"/>
              <a:gd name="connsiteY31" fmla="*/ 90487 h 252412"/>
              <a:gd name="connsiteX32" fmla="*/ 1143000 w 1716882"/>
              <a:gd name="connsiteY32" fmla="*/ 80962 h 252412"/>
              <a:gd name="connsiteX33" fmla="*/ 1169194 w 1716882"/>
              <a:gd name="connsiteY33" fmla="*/ 76200 h 252412"/>
              <a:gd name="connsiteX34" fmla="*/ 1193007 w 1716882"/>
              <a:gd name="connsiteY34" fmla="*/ 69056 h 252412"/>
              <a:gd name="connsiteX35" fmla="*/ 1204913 w 1716882"/>
              <a:gd name="connsiteY35" fmla="*/ 64293 h 252412"/>
              <a:gd name="connsiteX36" fmla="*/ 1245394 w 1716882"/>
              <a:gd name="connsiteY36" fmla="*/ 59531 h 252412"/>
              <a:gd name="connsiteX37" fmla="*/ 1273969 w 1716882"/>
              <a:gd name="connsiteY37" fmla="*/ 52387 h 252412"/>
              <a:gd name="connsiteX38" fmla="*/ 1378744 w 1716882"/>
              <a:gd name="connsiteY38" fmla="*/ 54768 h 252412"/>
              <a:gd name="connsiteX39" fmla="*/ 1443038 w 1716882"/>
              <a:gd name="connsiteY39" fmla="*/ 52387 h 252412"/>
              <a:gd name="connsiteX40" fmla="*/ 1459707 w 1716882"/>
              <a:gd name="connsiteY40" fmla="*/ 54768 h 252412"/>
              <a:gd name="connsiteX41" fmla="*/ 1514475 w 1716882"/>
              <a:gd name="connsiteY41" fmla="*/ 52387 h 252412"/>
              <a:gd name="connsiteX42" fmla="*/ 1535907 w 1716882"/>
              <a:gd name="connsiteY42" fmla="*/ 45243 h 252412"/>
              <a:gd name="connsiteX43" fmla="*/ 1552575 w 1716882"/>
              <a:gd name="connsiteY43" fmla="*/ 38100 h 252412"/>
              <a:gd name="connsiteX44" fmla="*/ 1571625 w 1716882"/>
              <a:gd name="connsiteY44" fmla="*/ 30956 h 252412"/>
              <a:gd name="connsiteX45" fmla="*/ 1624013 w 1716882"/>
              <a:gd name="connsiteY45" fmla="*/ 14287 h 252412"/>
              <a:gd name="connsiteX46" fmla="*/ 1702594 w 1716882"/>
              <a:gd name="connsiteY46" fmla="*/ 11906 h 252412"/>
              <a:gd name="connsiteX47" fmla="*/ 1709738 w 1716882"/>
              <a:gd name="connsiteY47" fmla="*/ 7143 h 252412"/>
              <a:gd name="connsiteX48" fmla="*/ 1716882 w 1716882"/>
              <a:gd name="connsiteY48"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514350 w 1716882"/>
              <a:gd name="connsiteY13" fmla="*/ 192881 h 252412"/>
              <a:gd name="connsiteX14" fmla="*/ 552450 w 1716882"/>
              <a:gd name="connsiteY14" fmla="*/ 178593 h 252412"/>
              <a:gd name="connsiteX15" fmla="*/ 566738 w 1716882"/>
              <a:gd name="connsiteY15" fmla="*/ 171450 h 252412"/>
              <a:gd name="connsiteX16" fmla="*/ 592932 w 1716882"/>
              <a:gd name="connsiteY16" fmla="*/ 166687 h 252412"/>
              <a:gd name="connsiteX17" fmla="*/ 633413 w 1716882"/>
              <a:gd name="connsiteY17" fmla="*/ 157162 h 252412"/>
              <a:gd name="connsiteX18" fmla="*/ 661988 w 1716882"/>
              <a:gd name="connsiteY18" fmla="*/ 154781 h 252412"/>
              <a:gd name="connsiteX19" fmla="*/ 683419 w 1716882"/>
              <a:gd name="connsiteY19" fmla="*/ 152400 h 252412"/>
              <a:gd name="connsiteX20" fmla="*/ 697707 w 1716882"/>
              <a:gd name="connsiteY20" fmla="*/ 147637 h 252412"/>
              <a:gd name="connsiteX21" fmla="*/ 733425 w 1716882"/>
              <a:gd name="connsiteY21" fmla="*/ 133350 h 252412"/>
              <a:gd name="connsiteX22" fmla="*/ 776288 w 1716882"/>
              <a:gd name="connsiteY22" fmla="*/ 126206 h 252412"/>
              <a:gd name="connsiteX23" fmla="*/ 871538 w 1716882"/>
              <a:gd name="connsiteY23" fmla="*/ 128587 h 252412"/>
              <a:gd name="connsiteX24" fmla="*/ 916782 w 1716882"/>
              <a:gd name="connsiteY24" fmla="*/ 130968 h 252412"/>
              <a:gd name="connsiteX25" fmla="*/ 966788 w 1716882"/>
              <a:gd name="connsiteY25" fmla="*/ 128587 h 252412"/>
              <a:gd name="connsiteX26" fmla="*/ 995363 w 1716882"/>
              <a:gd name="connsiteY26" fmla="*/ 114300 h 252412"/>
              <a:gd name="connsiteX27" fmla="*/ 1004888 w 1716882"/>
              <a:gd name="connsiteY27" fmla="*/ 111918 h 252412"/>
              <a:gd name="connsiteX28" fmla="*/ 1050132 w 1716882"/>
              <a:gd name="connsiteY28" fmla="*/ 107156 h 252412"/>
              <a:gd name="connsiteX29" fmla="*/ 1071563 w 1716882"/>
              <a:gd name="connsiteY29" fmla="*/ 102393 h 252412"/>
              <a:gd name="connsiteX30" fmla="*/ 1083469 w 1716882"/>
              <a:gd name="connsiteY30" fmla="*/ 97631 h 252412"/>
              <a:gd name="connsiteX31" fmla="*/ 1121569 w 1716882"/>
              <a:gd name="connsiteY31" fmla="*/ 90487 h 252412"/>
              <a:gd name="connsiteX32" fmla="*/ 1143000 w 1716882"/>
              <a:gd name="connsiteY32" fmla="*/ 80962 h 252412"/>
              <a:gd name="connsiteX33" fmla="*/ 1169194 w 1716882"/>
              <a:gd name="connsiteY33" fmla="*/ 76200 h 252412"/>
              <a:gd name="connsiteX34" fmla="*/ 1193007 w 1716882"/>
              <a:gd name="connsiteY34" fmla="*/ 69056 h 252412"/>
              <a:gd name="connsiteX35" fmla="*/ 1204913 w 1716882"/>
              <a:gd name="connsiteY35" fmla="*/ 64293 h 252412"/>
              <a:gd name="connsiteX36" fmla="*/ 1245394 w 1716882"/>
              <a:gd name="connsiteY36" fmla="*/ 59531 h 252412"/>
              <a:gd name="connsiteX37" fmla="*/ 1273969 w 1716882"/>
              <a:gd name="connsiteY37" fmla="*/ 52387 h 252412"/>
              <a:gd name="connsiteX38" fmla="*/ 1378744 w 1716882"/>
              <a:gd name="connsiteY38" fmla="*/ 54768 h 252412"/>
              <a:gd name="connsiteX39" fmla="*/ 1443038 w 1716882"/>
              <a:gd name="connsiteY39" fmla="*/ 52387 h 252412"/>
              <a:gd name="connsiteX40" fmla="*/ 1459707 w 1716882"/>
              <a:gd name="connsiteY40" fmla="*/ 54768 h 252412"/>
              <a:gd name="connsiteX41" fmla="*/ 1514475 w 1716882"/>
              <a:gd name="connsiteY41" fmla="*/ 52387 h 252412"/>
              <a:gd name="connsiteX42" fmla="*/ 1535907 w 1716882"/>
              <a:gd name="connsiteY42" fmla="*/ 45243 h 252412"/>
              <a:gd name="connsiteX43" fmla="*/ 1552575 w 1716882"/>
              <a:gd name="connsiteY43" fmla="*/ 38100 h 252412"/>
              <a:gd name="connsiteX44" fmla="*/ 1571625 w 1716882"/>
              <a:gd name="connsiteY44" fmla="*/ 30956 h 252412"/>
              <a:gd name="connsiteX45" fmla="*/ 1624013 w 1716882"/>
              <a:gd name="connsiteY45" fmla="*/ 14287 h 252412"/>
              <a:gd name="connsiteX46" fmla="*/ 1702594 w 1716882"/>
              <a:gd name="connsiteY46" fmla="*/ 11906 h 252412"/>
              <a:gd name="connsiteX47" fmla="*/ 1709738 w 1716882"/>
              <a:gd name="connsiteY47" fmla="*/ 7143 h 252412"/>
              <a:gd name="connsiteX48" fmla="*/ 1716882 w 1716882"/>
              <a:gd name="connsiteY48"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514350 w 1716882"/>
              <a:gd name="connsiteY13" fmla="*/ 192881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83419 w 1716882"/>
              <a:gd name="connsiteY18" fmla="*/ 152400 h 252412"/>
              <a:gd name="connsiteX19" fmla="*/ 697707 w 1716882"/>
              <a:gd name="connsiteY19" fmla="*/ 147637 h 252412"/>
              <a:gd name="connsiteX20" fmla="*/ 733425 w 1716882"/>
              <a:gd name="connsiteY20" fmla="*/ 133350 h 252412"/>
              <a:gd name="connsiteX21" fmla="*/ 776288 w 1716882"/>
              <a:gd name="connsiteY21" fmla="*/ 126206 h 252412"/>
              <a:gd name="connsiteX22" fmla="*/ 871538 w 1716882"/>
              <a:gd name="connsiteY22" fmla="*/ 128587 h 252412"/>
              <a:gd name="connsiteX23" fmla="*/ 916782 w 1716882"/>
              <a:gd name="connsiteY23" fmla="*/ 130968 h 252412"/>
              <a:gd name="connsiteX24" fmla="*/ 966788 w 1716882"/>
              <a:gd name="connsiteY24" fmla="*/ 128587 h 252412"/>
              <a:gd name="connsiteX25" fmla="*/ 995363 w 1716882"/>
              <a:gd name="connsiteY25" fmla="*/ 114300 h 252412"/>
              <a:gd name="connsiteX26" fmla="*/ 1004888 w 1716882"/>
              <a:gd name="connsiteY26" fmla="*/ 111918 h 252412"/>
              <a:gd name="connsiteX27" fmla="*/ 1050132 w 1716882"/>
              <a:gd name="connsiteY27" fmla="*/ 107156 h 252412"/>
              <a:gd name="connsiteX28" fmla="*/ 1071563 w 1716882"/>
              <a:gd name="connsiteY28" fmla="*/ 102393 h 252412"/>
              <a:gd name="connsiteX29" fmla="*/ 1083469 w 1716882"/>
              <a:gd name="connsiteY29" fmla="*/ 97631 h 252412"/>
              <a:gd name="connsiteX30" fmla="*/ 1121569 w 1716882"/>
              <a:gd name="connsiteY30" fmla="*/ 90487 h 252412"/>
              <a:gd name="connsiteX31" fmla="*/ 1143000 w 1716882"/>
              <a:gd name="connsiteY31" fmla="*/ 80962 h 252412"/>
              <a:gd name="connsiteX32" fmla="*/ 1169194 w 1716882"/>
              <a:gd name="connsiteY32" fmla="*/ 76200 h 252412"/>
              <a:gd name="connsiteX33" fmla="*/ 1193007 w 1716882"/>
              <a:gd name="connsiteY33" fmla="*/ 69056 h 252412"/>
              <a:gd name="connsiteX34" fmla="*/ 1204913 w 1716882"/>
              <a:gd name="connsiteY34" fmla="*/ 64293 h 252412"/>
              <a:gd name="connsiteX35" fmla="*/ 1245394 w 1716882"/>
              <a:gd name="connsiteY35" fmla="*/ 59531 h 252412"/>
              <a:gd name="connsiteX36" fmla="*/ 1273969 w 1716882"/>
              <a:gd name="connsiteY36" fmla="*/ 52387 h 252412"/>
              <a:gd name="connsiteX37" fmla="*/ 1378744 w 1716882"/>
              <a:gd name="connsiteY37" fmla="*/ 54768 h 252412"/>
              <a:gd name="connsiteX38" fmla="*/ 1443038 w 1716882"/>
              <a:gd name="connsiteY38" fmla="*/ 52387 h 252412"/>
              <a:gd name="connsiteX39" fmla="*/ 1459707 w 1716882"/>
              <a:gd name="connsiteY39" fmla="*/ 54768 h 252412"/>
              <a:gd name="connsiteX40" fmla="*/ 1514475 w 1716882"/>
              <a:gd name="connsiteY40" fmla="*/ 52387 h 252412"/>
              <a:gd name="connsiteX41" fmla="*/ 1535907 w 1716882"/>
              <a:gd name="connsiteY41" fmla="*/ 45243 h 252412"/>
              <a:gd name="connsiteX42" fmla="*/ 1552575 w 1716882"/>
              <a:gd name="connsiteY42" fmla="*/ 38100 h 252412"/>
              <a:gd name="connsiteX43" fmla="*/ 1571625 w 1716882"/>
              <a:gd name="connsiteY43" fmla="*/ 30956 h 252412"/>
              <a:gd name="connsiteX44" fmla="*/ 1624013 w 1716882"/>
              <a:gd name="connsiteY44" fmla="*/ 14287 h 252412"/>
              <a:gd name="connsiteX45" fmla="*/ 1702594 w 1716882"/>
              <a:gd name="connsiteY45" fmla="*/ 11906 h 252412"/>
              <a:gd name="connsiteX46" fmla="*/ 1709738 w 1716882"/>
              <a:gd name="connsiteY46" fmla="*/ 7143 h 252412"/>
              <a:gd name="connsiteX47" fmla="*/ 1716882 w 1716882"/>
              <a:gd name="connsiteY47"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514350 w 1716882"/>
              <a:gd name="connsiteY13" fmla="*/ 192881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733425 w 1716882"/>
              <a:gd name="connsiteY19" fmla="*/ 133350 h 252412"/>
              <a:gd name="connsiteX20" fmla="*/ 776288 w 1716882"/>
              <a:gd name="connsiteY20" fmla="*/ 126206 h 252412"/>
              <a:gd name="connsiteX21" fmla="*/ 871538 w 1716882"/>
              <a:gd name="connsiteY21" fmla="*/ 128587 h 252412"/>
              <a:gd name="connsiteX22" fmla="*/ 916782 w 1716882"/>
              <a:gd name="connsiteY22" fmla="*/ 130968 h 252412"/>
              <a:gd name="connsiteX23" fmla="*/ 966788 w 1716882"/>
              <a:gd name="connsiteY23" fmla="*/ 128587 h 252412"/>
              <a:gd name="connsiteX24" fmla="*/ 995363 w 1716882"/>
              <a:gd name="connsiteY24" fmla="*/ 114300 h 252412"/>
              <a:gd name="connsiteX25" fmla="*/ 1004888 w 1716882"/>
              <a:gd name="connsiteY25" fmla="*/ 111918 h 252412"/>
              <a:gd name="connsiteX26" fmla="*/ 1050132 w 1716882"/>
              <a:gd name="connsiteY26" fmla="*/ 107156 h 252412"/>
              <a:gd name="connsiteX27" fmla="*/ 1071563 w 1716882"/>
              <a:gd name="connsiteY27" fmla="*/ 102393 h 252412"/>
              <a:gd name="connsiteX28" fmla="*/ 1083469 w 1716882"/>
              <a:gd name="connsiteY28" fmla="*/ 97631 h 252412"/>
              <a:gd name="connsiteX29" fmla="*/ 1121569 w 1716882"/>
              <a:gd name="connsiteY29" fmla="*/ 90487 h 252412"/>
              <a:gd name="connsiteX30" fmla="*/ 1143000 w 1716882"/>
              <a:gd name="connsiteY30" fmla="*/ 80962 h 252412"/>
              <a:gd name="connsiteX31" fmla="*/ 1169194 w 1716882"/>
              <a:gd name="connsiteY31" fmla="*/ 76200 h 252412"/>
              <a:gd name="connsiteX32" fmla="*/ 1193007 w 1716882"/>
              <a:gd name="connsiteY32" fmla="*/ 69056 h 252412"/>
              <a:gd name="connsiteX33" fmla="*/ 1204913 w 1716882"/>
              <a:gd name="connsiteY33" fmla="*/ 64293 h 252412"/>
              <a:gd name="connsiteX34" fmla="*/ 1245394 w 1716882"/>
              <a:gd name="connsiteY34" fmla="*/ 59531 h 252412"/>
              <a:gd name="connsiteX35" fmla="*/ 1273969 w 1716882"/>
              <a:gd name="connsiteY35" fmla="*/ 52387 h 252412"/>
              <a:gd name="connsiteX36" fmla="*/ 1378744 w 1716882"/>
              <a:gd name="connsiteY36" fmla="*/ 54768 h 252412"/>
              <a:gd name="connsiteX37" fmla="*/ 1443038 w 1716882"/>
              <a:gd name="connsiteY37" fmla="*/ 52387 h 252412"/>
              <a:gd name="connsiteX38" fmla="*/ 1459707 w 1716882"/>
              <a:gd name="connsiteY38" fmla="*/ 54768 h 252412"/>
              <a:gd name="connsiteX39" fmla="*/ 1514475 w 1716882"/>
              <a:gd name="connsiteY39" fmla="*/ 52387 h 252412"/>
              <a:gd name="connsiteX40" fmla="*/ 1535907 w 1716882"/>
              <a:gd name="connsiteY40" fmla="*/ 45243 h 252412"/>
              <a:gd name="connsiteX41" fmla="*/ 1552575 w 1716882"/>
              <a:gd name="connsiteY41" fmla="*/ 38100 h 252412"/>
              <a:gd name="connsiteX42" fmla="*/ 1571625 w 1716882"/>
              <a:gd name="connsiteY42" fmla="*/ 30956 h 252412"/>
              <a:gd name="connsiteX43" fmla="*/ 1624013 w 1716882"/>
              <a:gd name="connsiteY43" fmla="*/ 14287 h 252412"/>
              <a:gd name="connsiteX44" fmla="*/ 1702594 w 1716882"/>
              <a:gd name="connsiteY44" fmla="*/ 11906 h 252412"/>
              <a:gd name="connsiteX45" fmla="*/ 1709738 w 1716882"/>
              <a:gd name="connsiteY45" fmla="*/ 7143 h 252412"/>
              <a:gd name="connsiteX46" fmla="*/ 1716882 w 1716882"/>
              <a:gd name="connsiteY46"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514350 w 1716882"/>
              <a:gd name="connsiteY13" fmla="*/ 192881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733425 w 1716882"/>
              <a:gd name="connsiteY19" fmla="*/ 133350 h 252412"/>
              <a:gd name="connsiteX20" fmla="*/ 800100 w 1716882"/>
              <a:gd name="connsiteY20" fmla="*/ 130969 h 252412"/>
              <a:gd name="connsiteX21" fmla="*/ 871538 w 1716882"/>
              <a:gd name="connsiteY21" fmla="*/ 128587 h 252412"/>
              <a:gd name="connsiteX22" fmla="*/ 916782 w 1716882"/>
              <a:gd name="connsiteY22" fmla="*/ 130968 h 252412"/>
              <a:gd name="connsiteX23" fmla="*/ 966788 w 1716882"/>
              <a:gd name="connsiteY23" fmla="*/ 128587 h 252412"/>
              <a:gd name="connsiteX24" fmla="*/ 995363 w 1716882"/>
              <a:gd name="connsiteY24" fmla="*/ 114300 h 252412"/>
              <a:gd name="connsiteX25" fmla="*/ 1004888 w 1716882"/>
              <a:gd name="connsiteY25" fmla="*/ 111918 h 252412"/>
              <a:gd name="connsiteX26" fmla="*/ 1050132 w 1716882"/>
              <a:gd name="connsiteY26" fmla="*/ 107156 h 252412"/>
              <a:gd name="connsiteX27" fmla="*/ 1071563 w 1716882"/>
              <a:gd name="connsiteY27" fmla="*/ 102393 h 252412"/>
              <a:gd name="connsiteX28" fmla="*/ 1083469 w 1716882"/>
              <a:gd name="connsiteY28" fmla="*/ 97631 h 252412"/>
              <a:gd name="connsiteX29" fmla="*/ 1121569 w 1716882"/>
              <a:gd name="connsiteY29" fmla="*/ 90487 h 252412"/>
              <a:gd name="connsiteX30" fmla="*/ 1143000 w 1716882"/>
              <a:gd name="connsiteY30" fmla="*/ 80962 h 252412"/>
              <a:gd name="connsiteX31" fmla="*/ 1169194 w 1716882"/>
              <a:gd name="connsiteY31" fmla="*/ 76200 h 252412"/>
              <a:gd name="connsiteX32" fmla="*/ 1193007 w 1716882"/>
              <a:gd name="connsiteY32" fmla="*/ 69056 h 252412"/>
              <a:gd name="connsiteX33" fmla="*/ 1204913 w 1716882"/>
              <a:gd name="connsiteY33" fmla="*/ 64293 h 252412"/>
              <a:gd name="connsiteX34" fmla="*/ 1245394 w 1716882"/>
              <a:gd name="connsiteY34" fmla="*/ 59531 h 252412"/>
              <a:gd name="connsiteX35" fmla="*/ 1273969 w 1716882"/>
              <a:gd name="connsiteY35" fmla="*/ 52387 h 252412"/>
              <a:gd name="connsiteX36" fmla="*/ 1378744 w 1716882"/>
              <a:gd name="connsiteY36" fmla="*/ 54768 h 252412"/>
              <a:gd name="connsiteX37" fmla="*/ 1443038 w 1716882"/>
              <a:gd name="connsiteY37" fmla="*/ 52387 h 252412"/>
              <a:gd name="connsiteX38" fmla="*/ 1459707 w 1716882"/>
              <a:gd name="connsiteY38" fmla="*/ 54768 h 252412"/>
              <a:gd name="connsiteX39" fmla="*/ 1514475 w 1716882"/>
              <a:gd name="connsiteY39" fmla="*/ 52387 h 252412"/>
              <a:gd name="connsiteX40" fmla="*/ 1535907 w 1716882"/>
              <a:gd name="connsiteY40" fmla="*/ 45243 h 252412"/>
              <a:gd name="connsiteX41" fmla="*/ 1552575 w 1716882"/>
              <a:gd name="connsiteY41" fmla="*/ 38100 h 252412"/>
              <a:gd name="connsiteX42" fmla="*/ 1571625 w 1716882"/>
              <a:gd name="connsiteY42" fmla="*/ 30956 h 252412"/>
              <a:gd name="connsiteX43" fmla="*/ 1624013 w 1716882"/>
              <a:gd name="connsiteY43" fmla="*/ 14287 h 252412"/>
              <a:gd name="connsiteX44" fmla="*/ 1702594 w 1716882"/>
              <a:gd name="connsiteY44" fmla="*/ 11906 h 252412"/>
              <a:gd name="connsiteX45" fmla="*/ 1709738 w 1716882"/>
              <a:gd name="connsiteY45" fmla="*/ 7143 h 252412"/>
              <a:gd name="connsiteX46" fmla="*/ 1716882 w 1716882"/>
              <a:gd name="connsiteY46"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514350 w 1716882"/>
              <a:gd name="connsiteY13" fmla="*/ 192881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16782 w 1716882"/>
              <a:gd name="connsiteY21" fmla="*/ 130968 h 252412"/>
              <a:gd name="connsiteX22" fmla="*/ 966788 w 1716882"/>
              <a:gd name="connsiteY22" fmla="*/ 128587 h 252412"/>
              <a:gd name="connsiteX23" fmla="*/ 995363 w 1716882"/>
              <a:gd name="connsiteY23" fmla="*/ 114300 h 252412"/>
              <a:gd name="connsiteX24" fmla="*/ 1004888 w 1716882"/>
              <a:gd name="connsiteY24" fmla="*/ 111918 h 252412"/>
              <a:gd name="connsiteX25" fmla="*/ 1050132 w 1716882"/>
              <a:gd name="connsiteY25" fmla="*/ 107156 h 252412"/>
              <a:gd name="connsiteX26" fmla="*/ 1071563 w 1716882"/>
              <a:gd name="connsiteY26" fmla="*/ 102393 h 252412"/>
              <a:gd name="connsiteX27" fmla="*/ 1083469 w 1716882"/>
              <a:gd name="connsiteY27" fmla="*/ 97631 h 252412"/>
              <a:gd name="connsiteX28" fmla="*/ 1121569 w 1716882"/>
              <a:gd name="connsiteY28" fmla="*/ 90487 h 252412"/>
              <a:gd name="connsiteX29" fmla="*/ 1143000 w 1716882"/>
              <a:gd name="connsiteY29" fmla="*/ 80962 h 252412"/>
              <a:gd name="connsiteX30" fmla="*/ 1169194 w 1716882"/>
              <a:gd name="connsiteY30" fmla="*/ 76200 h 252412"/>
              <a:gd name="connsiteX31" fmla="*/ 1193007 w 1716882"/>
              <a:gd name="connsiteY31" fmla="*/ 69056 h 252412"/>
              <a:gd name="connsiteX32" fmla="*/ 1204913 w 1716882"/>
              <a:gd name="connsiteY32" fmla="*/ 64293 h 252412"/>
              <a:gd name="connsiteX33" fmla="*/ 1245394 w 1716882"/>
              <a:gd name="connsiteY33" fmla="*/ 59531 h 252412"/>
              <a:gd name="connsiteX34" fmla="*/ 1273969 w 1716882"/>
              <a:gd name="connsiteY34" fmla="*/ 52387 h 252412"/>
              <a:gd name="connsiteX35" fmla="*/ 1378744 w 1716882"/>
              <a:gd name="connsiteY35" fmla="*/ 54768 h 252412"/>
              <a:gd name="connsiteX36" fmla="*/ 1443038 w 1716882"/>
              <a:gd name="connsiteY36" fmla="*/ 52387 h 252412"/>
              <a:gd name="connsiteX37" fmla="*/ 1459707 w 1716882"/>
              <a:gd name="connsiteY37" fmla="*/ 54768 h 252412"/>
              <a:gd name="connsiteX38" fmla="*/ 1514475 w 1716882"/>
              <a:gd name="connsiteY38" fmla="*/ 52387 h 252412"/>
              <a:gd name="connsiteX39" fmla="*/ 1535907 w 1716882"/>
              <a:gd name="connsiteY39" fmla="*/ 45243 h 252412"/>
              <a:gd name="connsiteX40" fmla="*/ 1552575 w 1716882"/>
              <a:gd name="connsiteY40" fmla="*/ 38100 h 252412"/>
              <a:gd name="connsiteX41" fmla="*/ 1571625 w 1716882"/>
              <a:gd name="connsiteY41" fmla="*/ 30956 h 252412"/>
              <a:gd name="connsiteX42" fmla="*/ 1624013 w 1716882"/>
              <a:gd name="connsiteY42" fmla="*/ 14287 h 252412"/>
              <a:gd name="connsiteX43" fmla="*/ 1702594 w 1716882"/>
              <a:gd name="connsiteY43" fmla="*/ 11906 h 252412"/>
              <a:gd name="connsiteX44" fmla="*/ 1709738 w 1716882"/>
              <a:gd name="connsiteY44" fmla="*/ 7143 h 252412"/>
              <a:gd name="connsiteX45" fmla="*/ 1716882 w 1716882"/>
              <a:gd name="connsiteY45"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16782 w 1716882"/>
              <a:gd name="connsiteY21" fmla="*/ 130968 h 252412"/>
              <a:gd name="connsiteX22" fmla="*/ 966788 w 1716882"/>
              <a:gd name="connsiteY22" fmla="*/ 128587 h 252412"/>
              <a:gd name="connsiteX23" fmla="*/ 995363 w 1716882"/>
              <a:gd name="connsiteY23" fmla="*/ 114300 h 252412"/>
              <a:gd name="connsiteX24" fmla="*/ 1004888 w 1716882"/>
              <a:gd name="connsiteY24" fmla="*/ 111918 h 252412"/>
              <a:gd name="connsiteX25" fmla="*/ 1050132 w 1716882"/>
              <a:gd name="connsiteY25" fmla="*/ 107156 h 252412"/>
              <a:gd name="connsiteX26" fmla="*/ 1071563 w 1716882"/>
              <a:gd name="connsiteY26" fmla="*/ 102393 h 252412"/>
              <a:gd name="connsiteX27" fmla="*/ 1083469 w 1716882"/>
              <a:gd name="connsiteY27" fmla="*/ 97631 h 252412"/>
              <a:gd name="connsiteX28" fmla="*/ 1121569 w 1716882"/>
              <a:gd name="connsiteY28" fmla="*/ 90487 h 252412"/>
              <a:gd name="connsiteX29" fmla="*/ 1143000 w 1716882"/>
              <a:gd name="connsiteY29" fmla="*/ 80962 h 252412"/>
              <a:gd name="connsiteX30" fmla="*/ 1169194 w 1716882"/>
              <a:gd name="connsiteY30" fmla="*/ 76200 h 252412"/>
              <a:gd name="connsiteX31" fmla="*/ 1193007 w 1716882"/>
              <a:gd name="connsiteY31" fmla="*/ 69056 h 252412"/>
              <a:gd name="connsiteX32" fmla="*/ 1204913 w 1716882"/>
              <a:gd name="connsiteY32" fmla="*/ 64293 h 252412"/>
              <a:gd name="connsiteX33" fmla="*/ 1245394 w 1716882"/>
              <a:gd name="connsiteY33" fmla="*/ 59531 h 252412"/>
              <a:gd name="connsiteX34" fmla="*/ 1273969 w 1716882"/>
              <a:gd name="connsiteY34" fmla="*/ 52387 h 252412"/>
              <a:gd name="connsiteX35" fmla="*/ 1378744 w 1716882"/>
              <a:gd name="connsiteY35" fmla="*/ 54768 h 252412"/>
              <a:gd name="connsiteX36" fmla="*/ 1443038 w 1716882"/>
              <a:gd name="connsiteY36" fmla="*/ 52387 h 252412"/>
              <a:gd name="connsiteX37" fmla="*/ 1459707 w 1716882"/>
              <a:gd name="connsiteY37" fmla="*/ 54768 h 252412"/>
              <a:gd name="connsiteX38" fmla="*/ 1514475 w 1716882"/>
              <a:gd name="connsiteY38" fmla="*/ 52387 h 252412"/>
              <a:gd name="connsiteX39" fmla="*/ 1535907 w 1716882"/>
              <a:gd name="connsiteY39" fmla="*/ 45243 h 252412"/>
              <a:gd name="connsiteX40" fmla="*/ 1552575 w 1716882"/>
              <a:gd name="connsiteY40" fmla="*/ 38100 h 252412"/>
              <a:gd name="connsiteX41" fmla="*/ 1571625 w 1716882"/>
              <a:gd name="connsiteY41" fmla="*/ 30956 h 252412"/>
              <a:gd name="connsiteX42" fmla="*/ 1624013 w 1716882"/>
              <a:gd name="connsiteY42" fmla="*/ 14287 h 252412"/>
              <a:gd name="connsiteX43" fmla="*/ 1702594 w 1716882"/>
              <a:gd name="connsiteY43" fmla="*/ 11906 h 252412"/>
              <a:gd name="connsiteX44" fmla="*/ 1709738 w 1716882"/>
              <a:gd name="connsiteY44" fmla="*/ 7143 h 252412"/>
              <a:gd name="connsiteX45" fmla="*/ 1716882 w 1716882"/>
              <a:gd name="connsiteY45"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16782 w 1716882"/>
              <a:gd name="connsiteY21" fmla="*/ 130968 h 252412"/>
              <a:gd name="connsiteX22" fmla="*/ 966788 w 1716882"/>
              <a:gd name="connsiteY22" fmla="*/ 128587 h 252412"/>
              <a:gd name="connsiteX23" fmla="*/ 995363 w 1716882"/>
              <a:gd name="connsiteY23" fmla="*/ 114300 h 252412"/>
              <a:gd name="connsiteX24" fmla="*/ 1004888 w 1716882"/>
              <a:gd name="connsiteY24" fmla="*/ 111918 h 252412"/>
              <a:gd name="connsiteX25" fmla="*/ 1050132 w 1716882"/>
              <a:gd name="connsiteY25" fmla="*/ 107156 h 252412"/>
              <a:gd name="connsiteX26" fmla="*/ 1071563 w 1716882"/>
              <a:gd name="connsiteY26" fmla="*/ 102393 h 252412"/>
              <a:gd name="connsiteX27" fmla="*/ 1083469 w 1716882"/>
              <a:gd name="connsiteY27" fmla="*/ 97631 h 252412"/>
              <a:gd name="connsiteX28" fmla="*/ 1121569 w 1716882"/>
              <a:gd name="connsiteY28" fmla="*/ 90487 h 252412"/>
              <a:gd name="connsiteX29" fmla="*/ 1143000 w 1716882"/>
              <a:gd name="connsiteY29" fmla="*/ 80962 h 252412"/>
              <a:gd name="connsiteX30" fmla="*/ 1169194 w 1716882"/>
              <a:gd name="connsiteY30" fmla="*/ 76200 h 252412"/>
              <a:gd name="connsiteX31" fmla="*/ 1204913 w 1716882"/>
              <a:gd name="connsiteY31" fmla="*/ 64293 h 252412"/>
              <a:gd name="connsiteX32" fmla="*/ 1245394 w 1716882"/>
              <a:gd name="connsiteY32" fmla="*/ 59531 h 252412"/>
              <a:gd name="connsiteX33" fmla="*/ 1273969 w 1716882"/>
              <a:gd name="connsiteY33" fmla="*/ 52387 h 252412"/>
              <a:gd name="connsiteX34" fmla="*/ 1378744 w 1716882"/>
              <a:gd name="connsiteY34" fmla="*/ 54768 h 252412"/>
              <a:gd name="connsiteX35" fmla="*/ 1443038 w 1716882"/>
              <a:gd name="connsiteY35" fmla="*/ 52387 h 252412"/>
              <a:gd name="connsiteX36" fmla="*/ 1459707 w 1716882"/>
              <a:gd name="connsiteY36" fmla="*/ 54768 h 252412"/>
              <a:gd name="connsiteX37" fmla="*/ 1514475 w 1716882"/>
              <a:gd name="connsiteY37" fmla="*/ 52387 h 252412"/>
              <a:gd name="connsiteX38" fmla="*/ 1535907 w 1716882"/>
              <a:gd name="connsiteY38" fmla="*/ 45243 h 252412"/>
              <a:gd name="connsiteX39" fmla="*/ 1552575 w 1716882"/>
              <a:gd name="connsiteY39" fmla="*/ 38100 h 252412"/>
              <a:gd name="connsiteX40" fmla="*/ 1571625 w 1716882"/>
              <a:gd name="connsiteY40" fmla="*/ 30956 h 252412"/>
              <a:gd name="connsiteX41" fmla="*/ 1624013 w 1716882"/>
              <a:gd name="connsiteY41" fmla="*/ 14287 h 252412"/>
              <a:gd name="connsiteX42" fmla="*/ 1702594 w 1716882"/>
              <a:gd name="connsiteY42" fmla="*/ 11906 h 252412"/>
              <a:gd name="connsiteX43" fmla="*/ 1709738 w 1716882"/>
              <a:gd name="connsiteY43" fmla="*/ 7143 h 252412"/>
              <a:gd name="connsiteX44" fmla="*/ 1716882 w 1716882"/>
              <a:gd name="connsiteY44"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16782 w 1716882"/>
              <a:gd name="connsiteY21" fmla="*/ 130968 h 252412"/>
              <a:gd name="connsiteX22" fmla="*/ 966788 w 1716882"/>
              <a:gd name="connsiteY22" fmla="*/ 128587 h 252412"/>
              <a:gd name="connsiteX23" fmla="*/ 995363 w 1716882"/>
              <a:gd name="connsiteY23" fmla="*/ 114300 h 252412"/>
              <a:gd name="connsiteX24" fmla="*/ 1004888 w 1716882"/>
              <a:gd name="connsiteY24" fmla="*/ 111918 h 252412"/>
              <a:gd name="connsiteX25" fmla="*/ 1050132 w 1716882"/>
              <a:gd name="connsiteY25" fmla="*/ 107156 h 252412"/>
              <a:gd name="connsiteX26" fmla="*/ 1071563 w 1716882"/>
              <a:gd name="connsiteY26" fmla="*/ 102393 h 252412"/>
              <a:gd name="connsiteX27" fmla="*/ 1083469 w 1716882"/>
              <a:gd name="connsiteY27" fmla="*/ 97631 h 252412"/>
              <a:gd name="connsiteX28" fmla="*/ 1121569 w 1716882"/>
              <a:gd name="connsiteY28" fmla="*/ 90487 h 252412"/>
              <a:gd name="connsiteX29" fmla="*/ 1169194 w 1716882"/>
              <a:gd name="connsiteY29" fmla="*/ 76200 h 252412"/>
              <a:gd name="connsiteX30" fmla="*/ 1204913 w 1716882"/>
              <a:gd name="connsiteY30" fmla="*/ 64293 h 252412"/>
              <a:gd name="connsiteX31" fmla="*/ 1245394 w 1716882"/>
              <a:gd name="connsiteY31" fmla="*/ 59531 h 252412"/>
              <a:gd name="connsiteX32" fmla="*/ 1273969 w 1716882"/>
              <a:gd name="connsiteY32" fmla="*/ 52387 h 252412"/>
              <a:gd name="connsiteX33" fmla="*/ 1378744 w 1716882"/>
              <a:gd name="connsiteY33" fmla="*/ 54768 h 252412"/>
              <a:gd name="connsiteX34" fmla="*/ 1443038 w 1716882"/>
              <a:gd name="connsiteY34" fmla="*/ 52387 h 252412"/>
              <a:gd name="connsiteX35" fmla="*/ 1459707 w 1716882"/>
              <a:gd name="connsiteY35" fmla="*/ 54768 h 252412"/>
              <a:gd name="connsiteX36" fmla="*/ 1514475 w 1716882"/>
              <a:gd name="connsiteY36" fmla="*/ 52387 h 252412"/>
              <a:gd name="connsiteX37" fmla="*/ 1535907 w 1716882"/>
              <a:gd name="connsiteY37" fmla="*/ 45243 h 252412"/>
              <a:gd name="connsiteX38" fmla="*/ 1552575 w 1716882"/>
              <a:gd name="connsiteY38" fmla="*/ 38100 h 252412"/>
              <a:gd name="connsiteX39" fmla="*/ 1571625 w 1716882"/>
              <a:gd name="connsiteY39" fmla="*/ 30956 h 252412"/>
              <a:gd name="connsiteX40" fmla="*/ 1624013 w 1716882"/>
              <a:gd name="connsiteY40" fmla="*/ 14287 h 252412"/>
              <a:gd name="connsiteX41" fmla="*/ 1702594 w 1716882"/>
              <a:gd name="connsiteY41" fmla="*/ 11906 h 252412"/>
              <a:gd name="connsiteX42" fmla="*/ 1709738 w 1716882"/>
              <a:gd name="connsiteY42" fmla="*/ 7143 h 252412"/>
              <a:gd name="connsiteX43" fmla="*/ 1716882 w 1716882"/>
              <a:gd name="connsiteY43"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16782 w 1716882"/>
              <a:gd name="connsiteY21" fmla="*/ 130968 h 252412"/>
              <a:gd name="connsiteX22" fmla="*/ 995363 w 1716882"/>
              <a:gd name="connsiteY22" fmla="*/ 114300 h 252412"/>
              <a:gd name="connsiteX23" fmla="*/ 1004888 w 1716882"/>
              <a:gd name="connsiteY23" fmla="*/ 111918 h 252412"/>
              <a:gd name="connsiteX24" fmla="*/ 1050132 w 1716882"/>
              <a:gd name="connsiteY24" fmla="*/ 107156 h 252412"/>
              <a:gd name="connsiteX25" fmla="*/ 1071563 w 1716882"/>
              <a:gd name="connsiteY25" fmla="*/ 102393 h 252412"/>
              <a:gd name="connsiteX26" fmla="*/ 1083469 w 1716882"/>
              <a:gd name="connsiteY26" fmla="*/ 97631 h 252412"/>
              <a:gd name="connsiteX27" fmla="*/ 1121569 w 1716882"/>
              <a:gd name="connsiteY27" fmla="*/ 90487 h 252412"/>
              <a:gd name="connsiteX28" fmla="*/ 1169194 w 1716882"/>
              <a:gd name="connsiteY28" fmla="*/ 76200 h 252412"/>
              <a:gd name="connsiteX29" fmla="*/ 1204913 w 1716882"/>
              <a:gd name="connsiteY29" fmla="*/ 64293 h 252412"/>
              <a:gd name="connsiteX30" fmla="*/ 1245394 w 1716882"/>
              <a:gd name="connsiteY30" fmla="*/ 59531 h 252412"/>
              <a:gd name="connsiteX31" fmla="*/ 1273969 w 1716882"/>
              <a:gd name="connsiteY31" fmla="*/ 52387 h 252412"/>
              <a:gd name="connsiteX32" fmla="*/ 1378744 w 1716882"/>
              <a:gd name="connsiteY32" fmla="*/ 54768 h 252412"/>
              <a:gd name="connsiteX33" fmla="*/ 1443038 w 1716882"/>
              <a:gd name="connsiteY33" fmla="*/ 52387 h 252412"/>
              <a:gd name="connsiteX34" fmla="*/ 1459707 w 1716882"/>
              <a:gd name="connsiteY34" fmla="*/ 54768 h 252412"/>
              <a:gd name="connsiteX35" fmla="*/ 1514475 w 1716882"/>
              <a:gd name="connsiteY35" fmla="*/ 52387 h 252412"/>
              <a:gd name="connsiteX36" fmla="*/ 1535907 w 1716882"/>
              <a:gd name="connsiteY36" fmla="*/ 45243 h 252412"/>
              <a:gd name="connsiteX37" fmla="*/ 1552575 w 1716882"/>
              <a:gd name="connsiteY37" fmla="*/ 38100 h 252412"/>
              <a:gd name="connsiteX38" fmla="*/ 1571625 w 1716882"/>
              <a:gd name="connsiteY38" fmla="*/ 30956 h 252412"/>
              <a:gd name="connsiteX39" fmla="*/ 1624013 w 1716882"/>
              <a:gd name="connsiteY39" fmla="*/ 14287 h 252412"/>
              <a:gd name="connsiteX40" fmla="*/ 1702594 w 1716882"/>
              <a:gd name="connsiteY40" fmla="*/ 11906 h 252412"/>
              <a:gd name="connsiteX41" fmla="*/ 1709738 w 1716882"/>
              <a:gd name="connsiteY41" fmla="*/ 7143 h 252412"/>
              <a:gd name="connsiteX42" fmla="*/ 1716882 w 1716882"/>
              <a:gd name="connsiteY42"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16782 w 1716882"/>
              <a:gd name="connsiteY21" fmla="*/ 130968 h 252412"/>
              <a:gd name="connsiteX22" fmla="*/ 995363 w 1716882"/>
              <a:gd name="connsiteY22" fmla="*/ 114300 h 252412"/>
              <a:gd name="connsiteX23" fmla="*/ 1050132 w 1716882"/>
              <a:gd name="connsiteY23" fmla="*/ 107156 h 252412"/>
              <a:gd name="connsiteX24" fmla="*/ 1071563 w 1716882"/>
              <a:gd name="connsiteY24" fmla="*/ 102393 h 252412"/>
              <a:gd name="connsiteX25" fmla="*/ 1083469 w 1716882"/>
              <a:gd name="connsiteY25" fmla="*/ 97631 h 252412"/>
              <a:gd name="connsiteX26" fmla="*/ 1121569 w 1716882"/>
              <a:gd name="connsiteY26" fmla="*/ 90487 h 252412"/>
              <a:gd name="connsiteX27" fmla="*/ 1169194 w 1716882"/>
              <a:gd name="connsiteY27" fmla="*/ 76200 h 252412"/>
              <a:gd name="connsiteX28" fmla="*/ 1204913 w 1716882"/>
              <a:gd name="connsiteY28" fmla="*/ 64293 h 252412"/>
              <a:gd name="connsiteX29" fmla="*/ 1245394 w 1716882"/>
              <a:gd name="connsiteY29" fmla="*/ 59531 h 252412"/>
              <a:gd name="connsiteX30" fmla="*/ 1273969 w 1716882"/>
              <a:gd name="connsiteY30" fmla="*/ 52387 h 252412"/>
              <a:gd name="connsiteX31" fmla="*/ 1378744 w 1716882"/>
              <a:gd name="connsiteY31" fmla="*/ 54768 h 252412"/>
              <a:gd name="connsiteX32" fmla="*/ 1443038 w 1716882"/>
              <a:gd name="connsiteY32" fmla="*/ 52387 h 252412"/>
              <a:gd name="connsiteX33" fmla="*/ 1459707 w 1716882"/>
              <a:gd name="connsiteY33" fmla="*/ 54768 h 252412"/>
              <a:gd name="connsiteX34" fmla="*/ 1514475 w 1716882"/>
              <a:gd name="connsiteY34" fmla="*/ 52387 h 252412"/>
              <a:gd name="connsiteX35" fmla="*/ 1535907 w 1716882"/>
              <a:gd name="connsiteY35" fmla="*/ 45243 h 252412"/>
              <a:gd name="connsiteX36" fmla="*/ 1552575 w 1716882"/>
              <a:gd name="connsiteY36" fmla="*/ 38100 h 252412"/>
              <a:gd name="connsiteX37" fmla="*/ 1571625 w 1716882"/>
              <a:gd name="connsiteY37" fmla="*/ 30956 h 252412"/>
              <a:gd name="connsiteX38" fmla="*/ 1624013 w 1716882"/>
              <a:gd name="connsiteY38" fmla="*/ 14287 h 252412"/>
              <a:gd name="connsiteX39" fmla="*/ 1702594 w 1716882"/>
              <a:gd name="connsiteY39" fmla="*/ 11906 h 252412"/>
              <a:gd name="connsiteX40" fmla="*/ 1709738 w 1716882"/>
              <a:gd name="connsiteY40" fmla="*/ 7143 h 252412"/>
              <a:gd name="connsiteX41" fmla="*/ 1716882 w 1716882"/>
              <a:gd name="connsiteY41"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16782 w 1716882"/>
              <a:gd name="connsiteY21" fmla="*/ 130968 h 252412"/>
              <a:gd name="connsiteX22" fmla="*/ 995363 w 1716882"/>
              <a:gd name="connsiteY22" fmla="*/ 114300 h 252412"/>
              <a:gd name="connsiteX23" fmla="*/ 1050132 w 1716882"/>
              <a:gd name="connsiteY23" fmla="*/ 107156 h 252412"/>
              <a:gd name="connsiteX24" fmla="*/ 1071563 w 1716882"/>
              <a:gd name="connsiteY24" fmla="*/ 102393 h 252412"/>
              <a:gd name="connsiteX25" fmla="*/ 1121569 w 1716882"/>
              <a:gd name="connsiteY25" fmla="*/ 90487 h 252412"/>
              <a:gd name="connsiteX26" fmla="*/ 1169194 w 1716882"/>
              <a:gd name="connsiteY26" fmla="*/ 76200 h 252412"/>
              <a:gd name="connsiteX27" fmla="*/ 1204913 w 1716882"/>
              <a:gd name="connsiteY27" fmla="*/ 64293 h 252412"/>
              <a:gd name="connsiteX28" fmla="*/ 1245394 w 1716882"/>
              <a:gd name="connsiteY28" fmla="*/ 59531 h 252412"/>
              <a:gd name="connsiteX29" fmla="*/ 1273969 w 1716882"/>
              <a:gd name="connsiteY29" fmla="*/ 52387 h 252412"/>
              <a:gd name="connsiteX30" fmla="*/ 1378744 w 1716882"/>
              <a:gd name="connsiteY30" fmla="*/ 54768 h 252412"/>
              <a:gd name="connsiteX31" fmla="*/ 1443038 w 1716882"/>
              <a:gd name="connsiteY31" fmla="*/ 52387 h 252412"/>
              <a:gd name="connsiteX32" fmla="*/ 1459707 w 1716882"/>
              <a:gd name="connsiteY32" fmla="*/ 54768 h 252412"/>
              <a:gd name="connsiteX33" fmla="*/ 1514475 w 1716882"/>
              <a:gd name="connsiteY33" fmla="*/ 52387 h 252412"/>
              <a:gd name="connsiteX34" fmla="*/ 1535907 w 1716882"/>
              <a:gd name="connsiteY34" fmla="*/ 45243 h 252412"/>
              <a:gd name="connsiteX35" fmla="*/ 1552575 w 1716882"/>
              <a:gd name="connsiteY35" fmla="*/ 38100 h 252412"/>
              <a:gd name="connsiteX36" fmla="*/ 1571625 w 1716882"/>
              <a:gd name="connsiteY36" fmla="*/ 30956 h 252412"/>
              <a:gd name="connsiteX37" fmla="*/ 1624013 w 1716882"/>
              <a:gd name="connsiteY37" fmla="*/ 14287 h 252412"/>
              <a:gd name="connsiteX38" fmla="*/ 1702594 w 1716882"/>
              <a:gd name="connsiteY38" fmla="*/ 11906 h 252412"/>
              <a:gd name="connsiteX39" fmla="*/ 1709738 w 1716882"/>
              <a:gd name="connsiteY39" fmla="*/ 7143 h 252412"/>
              <a:gd name="connsiteX40" fmla="*/ 1716882 w 1716882"/>
              <a:gd name="connsiteY40"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16782 w 1716882"/>
              <a:gd name="connsiteY21" fmla="*/ 130968 h 252412"/>
              <a:gd name="connsiteX22" fmla="*/ 995363 w 1716882"/>
              <a:gd name="connsiteY22" fmla="*/ 114300 h 252412"/>
              <a:gd name="connsiteX23" fmla="*/ 1050132 w 1716882"/>
              <a:gd name="connsiteY23" fmla="*/ 107156 h 252412"/>
              <a:gd name="connsiteX24" fmla="*/ 1071563 w 1716882"/>
              <a:gd name="connsiteY24" fmla="*/ 102393 h 252412"/>
              <a:gd name="connsiteX25" fmla="*/ 1121569 w 1716882"/>
              <a:gd name="connsiteY25" fmla="*/ 90487 h 252412"/>
              <a:gd name="connsiteX26" fmla="*/ 1169194 w 1716882"/>
              <a:gd name="connsiteY26" fmla="*/ 76200 h 252412"/>
              <a:gd name="connsiteX27" fmla="*/ 1204913 w 1716882"/>
              <a:gd name="connsiteY27" fmla="*/ 64293 h 252412"/>
              <a:gd name="connsiteX28" fmla="*/ 1245394 w 1716882"/>
              <a:gd name="connsiteY28" fmla="*/ 59531 h 252412"/>
              <a:gd name="connsiteX29" fmla="*/ 1302544 w 1716882"/>
              <a:gd name="connsiteY29" fmla="*/ 57149 h 252412"/>
              <a:gd name="connsiteX30" fmla="*/ 1378744 w 1716882"/>
              <a:gd name="connsiteY30" fmla="*/ 54768 h 252412"/>
              <a:gd name="connsiteX31" fmla="*/ 1443038 w 1716882"/>
              <a:gd name="connsiteY31" fmla="*/ 52387 h 252412"/>
              <a:gd name="connsiteX32" fmla="*/ 1459707 w 1716882"/>
              <a:gd name="connsiteY32" fmla="*/ 54768 h 252412"/>
              <a:gd name="connsiteX33" fmla="*/ 1514475 w 1716882"/>
              <a:gd name="connsiteY33" fmla="*/ 52387 h 252412"/>
              <a:gd name="connsiteX34" fmla="*/ 1535907 w 1716882"/>
              <a:gd name="connsiteY34" fmla="*/ 45243 h 252412"/>
              <a:gd name="connsiteX35" fmla="*/ 1552575 w 1716882"/>
              <a:gd name="connsiteY35" fmla="*/ 38100 h 252412"/>
              <a:gd name="connsiteX36" fmla="*/ 1571625 w 1716882"/>
              <a:gd name="connsiteY36" fmla="*/ 30956 h 252412"/>
              <a:gd name="connsiteX37" fmla="*/ 1624013 w 1716882"/>
              <a:gd name="connsiteY37" fmla="*/ 14287 h 252412"/>
              <a:gd name="connsiteX38" fmla="*/ 1702594 w 1716882"/>
              <a:gd name="connsiteY38" fmla="*/ 11906 h 252412"/>
              <a:gd name="connsiteX39" fmla="*/ 1709738 w 1716882"/>
              <a:gd name="connsiteY39" fmla="*/ 7143 h 252412"/>
              <a:gd name="connsiteX40" fmla="*/ 1716882 w 1716882"/>
              <a:gd name="connsiteY40"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16782 w 1716882"/>
              <a:gd name="connsiteY21" fmla="*/ 130968 h 252412"/>
              <a:gd name="connsiteX22" fmla="*/ 995363 w 1716882"/>
              <a:gd name="connsiteY22" fmla="*/ 114300 h 252412"/>
              <a:gd name="connsiteX23" fmla="*/ 1050132 w 1716882"/>
              <a:gd name="connsiteY23" fmla="*/ 107156 h 252412"/>
              <a:gd name="connsiteX24" fmla="*/ 1071563 w 1716882"/>
              <a:gd name="connsiteY24" fmla="*/ 102393 h 252412"/>
              <a:gd name="connsiteX25" fmla="*/ 1121569 w 1716882"/>
              <a:gd name="connsiteY25" fmla="*/ 90487 h 252412"/>
              <a:gd name="connsiteX26" fmla="*/ 1169194 w 1716882"/>
              <a:gd name="connsiteY26" fmla="*/ 76200 h 252412"/>
              <a:gd name="connsiteX27" fmla="*/ 1204913 w 1716882"/>
              <a:gd name="connsiteY27" fmla="*/ 64293 h 252412"/>
              <a:gd name="connsiteX28" fmla="*/ 1302544 w 1716882"/>
              <a:gd name="connsiteY28" fmla="*/ 57149 h 252412"/>
              <a:gd name="connsiteX29" fmla="*/ 1378744 w 1716882"/>
              <a:gd name="connsiteY29" fmla="*/ 54768 h 252412"/>
              <a:gd name="connsiteX30" fmla="*/ 1443038 w 1716882"/>
              <a:gd name="connsiteY30" fmla="*/ 52387 h 252412"/>
              <a:gd name="connsiteX31" fmla="*/ 1459707 w 1716882"/>
              <a:gd name="connsiteY31" fmla="*/ 54768 h 252412"/>
              <a:gd name="connsiteX32" fmla="*/ 1514475 w 1716882"/>
              <a:gd name="connsiteY32" fmla="*/ 52387 h 252412"/>
              <a:gd name="connsiteX33" fmla="*/ 1535907 w 1716882"/>
              <a:gd name="connsiteY33" fmla="*/ 45243 h 252412"/>
              <a:gd name="connsiteX34" fmla="*/ 1552575 w 1716882"/>
              <a:gd name="connsiteY34" fmla="*/ 38100 h 252412"/>
              <a:gd name="connsiteX35" fmla="*/ 1571625 w 1716882"/>
              <a:gd name="connsiteY35" fmla="*/ 30956 h 252412"/>
              <a:gd name="connsiteX36" fmla="*/ 1624013 w 1716882"/>
              <a:gd name="connsiteY36" fmla="*/ 14287 h 252412"/>
              <a:gd name="connsiteX37" fmla="*/ 1702594 w 1716882"/>
              <a:gd name="connsiteY37" fmla="*/ 11906 h 252412"/>
              <a:gd name="connsiteX38" fmla="*/ 1709738 w 1716882"/>
              <a:gd name="connsiteY38" fmla="*/ 7143 h 252412"/>
              <a:gd name="connsiteX39" fmla="*/ 1716882 w 1716882"/>
              <a:gd name="connsiteY39"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16782 w 1716882"/>
              <a:gd name="connsiteY21" fmla="*/ 130968 h 252412"/>
              <a:gd name="connsiteX22" fmla="*/ 995363 w 1716882"/>
              <a:gd name="connsiteY22" fmla="*/ 114300 h 252412"/>
              <a:gd name="connsiteX23" fmla="*/ 1050132 w 1716882"/>
              <a:gd name="connsiteY23" fmla="*/ 107156 h 252412"/>
              <a:gd name="connsiteX24" fmla="*/ 1071563 w 1716882"/>
              <a:gd name="connsiteY24" fmla="*/ 102393 h 252412"/>
              <a:gd name="connsiteX25" fmla="*/ 1121569 w 1716882"/>
              <a:gd name="connsiteY25" fmla="*/ 90487 h 252412"/>
              <a:gd name="connsiteX26" fmla="*/ 1169194 w 1716882"/>
              <a:gd name="connsiteY26" fmla="*/ 76200 h 252412"/>
              <a:gd name="connsiteX27" fmla="*/ 1226344 w 1716882"/>
              <a:gd name="connsiteY27" fmla="*/ 66674 h 252412"/>
              <a:gd name="connsiteX28" fmla="*/ 1302544 w 1716882"/>
              <a:gd name="connsiteY28" fmla="*/ 57149 h 252412"/>
              <a:gd name="connsiteX29" fmla="*/ 1378744 w 1716882"/>
              <a:gd name="connsiteY29" fmla="*/ 54768 h 252412"/>
              <a:gd name="connsiteX30" fmla="*/ 1443038 w 1716882"/>
              <a:gd name="connsiteY30" fmla="*/ 52387 h 252412"/>
              <a:gd name="connsiteX31" fmla="*/ 1459707 w 1716882"/>
              <a:gd name="connsiteY31" fmla="*/ 54768 h 252412"/>
              <a:gd name="connsiteX32" fmla="*/ 1514475 w 1716882"/>
              <a:gd name="connsiteY32" fmla="*/ 52387 h 252412"/>
              <a:gd name="connsiteX33" fmla="*/ 1535907 w 1716882"/>
              <a:gd name="connsiteY33" fmla="*/ 45243 h 252412"/>
              <a:gd name="connsiteX34" fmla="*/ 1552575 w 1716882"/>
              <a:gd name="connsiteY34" fmla="*/ 38100 h 252412"/>
              <a:gd name="connsiteX35" fmla="*/ 1571625 w 1716882"/>
              <a:gd name="connsiteY35" fmla="*/ 30956 h 252412"/>
              <a:gd name="connsiteX36" fmla="*/ 1624013 w 1716882"/>
              <a:gd name="connsiteY36" fmla="*/ 14287 h 252412"/>
              <a:gd name="connsiteX37" fmla="*/ 1702594 w 1716882"/>
              <a:gd name="connsiteY37" fmla="*/ 11906 h 252412"/>
              <a:gd name="connsiteX38" fmla="*/ 1709738 w 1716882"/>
              <a:gd name="connsiteY38" fmla="*/ 7143 h 252412"/>
              <a:gd name="connsiteX39" fmla="*/ 1716882 w 1716882"/>
              <a:gd name="connsiteY39"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33451 w 1716882"/>
              <a:gd name="connsiteY21" fmla="*/ 123824 h 252412"/>
              <a:gd name="connsiteX22" fmla="*/ 995363 w 1716882"/>
              <a:gd name="connsiteY22" fmla="*/ 114300 h 252412"/>
              <a:gd name="connsiteX23" fmla="*/ 1050132 w 1716882"/>
              <a:gd name="connsiteY23" fmla="*/ 107156 h 252412"/>
              <a:gd name="connsiteX24" fmla="*/ 1071563 w 1716882"/>
              <a:gd name="connsiteY24" fmla="*/ 102393 h 252412"/>
              <a:gd name="connsiteX25" fmla="*/ 1121569 w 1716882"/>
              <a:gd name="connsiteY25" fmla="*/ 90487 h 252412"/>
              <a:gd name="connsiteX26" fmla="*/ 1169194 w 1716882"/>
              <a:gd name="connsiteY26" fmla="*/ 76200 h 252412"/>
              <a:gd name="connsiteX27" fmla="*/ 1226344 w 1716882"/>
              <a:gd name="connsiteY27" fmla="*/ 66674 h 252412"/>
              <a:gd name="connsiteX28" fmla="*/ 1302544 w 1716882"/>
              <a:gd name="connsiteY28" fmla="*/ 57149 h 252412"/>
              <a:gd name="connsiteX29" fmla="*/ 1378744 w 1716882"/>
              <a:gd name="connsiteY29" fmla="*/ 54768 h 252412"/>
              <a:gd name="connsiteX30" fmla="*/ 1443038 w 1716882"/>
              <a:gd name="connsiteY30" fmla="*/ 52387 h 252412"/>
              <a:gd name="connsiteX31" fmla="*/ 1459707 w 1716882"/>
              <a:gd name="connsiteY31" fmla="*/ 54768 h 252412"/>
              <a:gd name="connsiteX32" fmla="*/ 1514475 w 1716882"/>
              <a:gd name="connsiteY32" fmla="*/ 52387 h 252412"/>
              <a:gd name="connsiteX33" fmla="*/ 1535907 w 1716882"/>
              <a:gd name="connsiteY33" fmla="*/ 45243 h 252412"/>
              <a:gd name="connsiteX34" fmla="*/ 1552575 w 1716882"/>
              <a:gd name="connsiteY34" fmla="*/ 38100 h 252412"/>
              <a:gd name="connsiteX35" fmla="*/ 1571625 w 1716882"/>
              <a:gd name="connsiteY35" fmla="*/ 30956 h 252412"/>
              <a:gd name="connsiteX36" fmla="*/ 1624013 w 1716882"/>
              <a:gd name="connsiteY36" fmla="*/ 14287 h 252412"/>
              <a:gd name="connsiteX37" fmla="*/ 1702594 w 1716882"/>
              <a:gd name="connsiteY37" fmla="*/ 11906 h 252412"/>
              <a:gd name="connsiteX38" fmla="*/ 1709738 w 1716882"/>
              <a:gd name="connsiteY38" fmla="*/ 7143 h 252412"/>
              <a:gd name="connsiteX39" fmla="*/ 1716882 w 1716882"/>
              <a:gd name="connsiteY39"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33451 w 1716882"/>
              <a:gd name="connsiteY21" fmla="*/ 123824 h 252412"/>
              <a:gd name="connsiteX22" fmla="*/ 995363 w 1716882"/>
              <a:gd name="connsiteY22" fmla="*/ 114300 h 252412"/>
              <a:gd name="connsiteX23" fmla="*/ 1050132 w 1716882"/>
              <a:gd name="connsiteY23" fmla="*/ 107156 h 252412"/>
              <a:gd name="connsiteX24" fmla="*/ 1071563 w 1716882"/>
              <a:gd name="connsiteY24" fmla="*/ 102393 h 252412"/>
              <a:gd name="connsiteX25" fmla="*/ 1121569 w 1716882"/>
              <a:gd name="connsiteY25" fmla="*/ 90487 h 252412"/>
              <a:gd name="connsiteX26" fmla="*/ 1169194 w 1716882"/>
              <a:gd name="connsiteY26" fmla="*/ 76200 h 252412"/>
              <a:gd name="connsiteX27" fmla="*/ 1226344 w 1716882"/>
              <a:gd name="connsiteY27" fmla="*/ 66674 h 252412"/>
              <a:gd name="connsiteX28" fmla="*/ 1302544 w 1716882"/>
              <a:gd name="connsiteY28" fmla="*/ 57149 h 252412"/>
              <a:gd name="connsiteX29" fmla="*/ 1378744 w 1716882"/>
              <a:gd name="connsiteY29" fmla="*/ 54768 h 252412"/>
              <a:gd name="connsiteX30" fmla="*/ 1443038 w 1716882"/>
              <a:gd name="connsiteY30" fmla="*/ 52387 h 252412"/>
              <a:gd name="connsiteX31" fmla="*/ 1459707 w 1716882"/>
              <a:gd name="connsiteY31" fmla="*/ 54768 h 252412"/>
              <a:gd name="connsiteX32" fmla="*/ 1514475 w 1716882"/>
              <a:gd name="connsiteY32" fmla="*/ 52387 h 252412"/>
              <a:gd name="connsiteX33" fmla="*/ 1552575 w 1716882"/>
              <a:gd name="connsiteY33" fmla="*/ 38100 h 252412"/>
              <a:gd name="connsiteX34" fmla="*/ 1571625 w 1716882"/>
              <a:gd name="connsiteY34" fmla="*/ 30956 h 252412"/>
              <a:gd name="connsiteX35" fmla="*/ 1624013 w 1716882"/>
              <a:gd name="connsiteY35" fmla="*/ 14287 h 252412"/>
              <a:gd name="connsiteX36" fmla="*/ 1702594 w 1716882"/>
              <a:gd name="connsiteY36" fmla="*/ 11906 h 252412"/>
              <a:gd name="connsiteX37" fmla="*/ 1709738 w 1716882"/>
              <a:gd name="connsiteY37" fmla="*/ 7143 h 252412"/>
              <a:gd name="connsiteX38" fmla="*/ 1716882 w 1716882"/>
              <a:gd name="connsiteY38"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33451 w 1716882"/>
              <a:gd name="connsiteY21" fmla="*/ 123824 h 252412"/>
              <a:gd name="connsiteX22" fmla="*/ 995363 w 1716882"/>
              <a:gd name="connsiteY22" fmla="*/ 114300 h 252412"/>
              <a:gd name="connsiteX23" fmla="*/ 1050132 w 1716882"/>
              <a:gd name="connsiteY23" fmla="*/ 107156 h 252412"/>
              <a:gd name="connsiteX24" fmla="*/ 1071563 w 1716882"/>
              <a:gd name="connsiteY24" fmla="*/ 102393 h 252412"/>
              <a:gd name="connsiteX25" fmla="*/ 1121569 w 1716882"/>
              <a:gd name="connsiteY25" fmla="*/ 90487 h 252412"/>
              <a:gd name="connsiteX26" fmla="*/ 1169194 w 1716882"/>
              <a:gd name="connsiteY26" fmla="*/ 76200 h 252412"/>
              <a:gd name="connsiteX27" fmla="*/ 1226344 w 1716882"/>
              <a:gd name="connsiteY27" fmla="*/ 66674 h 252412"/>
              <a:gd name="connsiteX28" fmla="*/ 1302544 w 1716882"/>
              <a:gd name="connsiteY28" fmla="*/ 57149 h 252412"/>
              <a:gd name="connsiteX29" fmla="*/ 1378744 w 1716882"/>
              <a:gd name="connsiteY29" fmla="*/ 54768 h 252412"/>
              <a:gd name="connsiteX30" fmla="*/ 1443038 w 1716882"/>
              <a:gd name="connsiteY30" fmla="*/ 52387 h 252412"/>
              <a:gd name="connsiteX31" fmla="*/ 1459707 w 1716882"/>
              <a:gd name="connsiteY31" fmla="*/ 54768 h 252412"/>
              <a:gd name="connsiteX32" fmla="*/ 1516856 w 1716882"/>
              <a:gd name="connsiteY32" fmla="*/ 45244 h 252412"/>
              <a:gd name="connsiteX33" fmla="*/ 1552575 w 1716882"/>
              <a:gd name="connsiteY33" fmla="*/ 38100 h 252412"/>
              <a:gd name="connsiteX34" fmla="*/ 1571625 w 1716882"/>
              <a:gd name="connsiteY34" fmla="*/ 30956 h 252412"/>
              <a:gd name="connsiteX35" fmla="*/ 1624013 w 1716882"/>
              <a:gd name="connsiteY35" fmla="*/ 14287 h 252412"/>
              <a:gd name="connsiteX36" fmla="*/ 1702594 w 1716882"/>
              <a:gd name="connsiteY36" fmla="*/ 11906 h 252412"/>
              <a:gd name="connsiteX37" fmla="*/ 1709738 w 1716882"/>
              <a:gd name="connsiteY37" fmla="*/ 7143 h 252412"/>
              <a:gd name="connsiteX38" fmla="*/ 1716882 w 1716882"/>
              <a:gd name="connsiteY38"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33451 w 1716882"/>
              <a:gd name="connsiteY21" fmla="*/ 123824 h 252412"/>
              <a:gd name="connsiteX22" fmla="*/ 995363 w 1716882"/>
              <a:gd name="connsiteY22" fmla="*/ 114300 h 252412"/>
              <a:gd name="connsiteX23" fmla="*/ 1050132 w 1716882"/>
              <a:gd name="connsiteY23" fmla="*/ 107156 h 252412"/>
              <a:gd name="connsiteX24" fmla="*/ 1071563 w 1716882"/>
              <a:gd name="connsiteY24" fmla="*/ 102393 h 252412"/>
              <a:gd name="connsiteX25" fmla="*/ 1121569 w 1716882"/>
              <a:gd name="connsiteY25" fmla="*/ 90487 h 252412"/>
              <a:gd name="connsiteX26" fmla="*/ 1169194 w 1716882"/>
              <a:gd name="connsiteY26" fmla="*/ 76200 h 252412"/>
              <a:gd name="connsiteX27" fmla="*/ 1226344 w 1716882"/>
              <a:gd name="connsiteY27" fmla="*/ 66674 h 252412"/>
              <a:gd name="connsiteX28" fmla="*/ 1302544 w 1716882"/>
              <a:gd name="connsiteY28" fmla="*/ 57149 h 252412"/>
              <a:gd name="connsiteX29" fmla="*/ 1378744 w 1716882"/>
              <a:gd name="connsiteY29" fmla="*/ 54768 h 252412"/>
              <a:gd name="connsiteX30" fmla="*/ 1443038 w 1716882"/>
              <a:gd name="connsiteY30" fmla="*/ 52387 h 252412"/>
              <a:gd name="connsiteX31" fmla="*/ 1459707 w 1716882"/>
              <a:gd name="connsiteY31" fmla="*/ 54768 h 252412"/>
              <a:gd name="connsiteX32" fmla="*/ 1516856 w 1716882"/>
              <a:gd name="connsiteY32" fmla="*/ 45244 h 252412"/>
              <a:gd name="connsiteX33" fmla="*/ 1552575 w 1716882"/>
              <a:gd name="connsiteY33" fmla="*/ 38100 h 252412"/>
              <a:gd name="connsiteX34" fmla="*/ 1571625 w 1716882"/>
              <a:gd name="connsiteY34" fmla="*/ 30956 h 252412"/>
              <a:gd name="connsiteX35" fmla="*/ 1631157 w 1716882"/>
              <a:gd name="connsiteY35" fmla="*/ 19050 h 252412"/>
              <a:gd name="connsiteX36" fmla="*/ 1702594 w 1716882"/>
              <a:gd name="connsiteY36" fmla="*/ 11906 h 252412"/>
              <a:gd name="connsiteX37" fmla="*/ 1709738 w 1716882"/>
              <a:gd name="connsiteY37" fmla="*/ 7143 h 252412"/>
              <a:gd name="connsiteX38" fmla="*/ 1716882 w 1716882"/>
              <a:gd name="connsiteY38" fmla="*/ 0 h 252412"/>
              <a:gd name="connsiteX0" fmla="*/ 0 w 1709738"/>
              <a:gd name="connsiteY0" fmla="*/ 245269 h 245269"/>
              <a:gd name="connsiteX1" fmla="*/ 30957 w 1709738"/>
              <a:gd name="connsiteY1" fmla="*/ 240507 h 245269"/>
              <a:gd name="connsiteX2" fmla="*/ 50007 w 1709738"/>
              <a:gd name="connsiteY2" fmla="*/ 235744 h 245269"/>
              <a:gd name="connsiteX3" fmla="*/ 57150 w 1709738"/>
              <a:gd name="connsiteY3" fmla="*/ 233363 h 245269"/>
              <a:gd name="connsiteX4" fmla="*/ 85725 w 1709738"/>
              <a:gd name="connsiteY4" fmla="*/ 230982 h 245269"/>
              <a:gd name="connsiteX5" fmla="*/ 92869 w 1709738"/>
              <a:gd name="connsiteY5" fmla="*/ 228600 h 245269"/>
              <a:gd name="connsiteX6" fmla="*/ 116682 w 1709738"/>
              <a:gd name="connsiteY6" fmla="*/ 223838 h 245269"/>
              <a:gd name="connsiteX7" fmla="*/ 126207 w 1709738"/>
              <a:gd name="connsiteY7" fmla="*/ 219075 h 245269"/>
              <a:gd name="connsiteX8" fmla="*/ 135732 w 1709738"/>
              <a:gd name="connsiteY8" fmla="*/ 216694 h 245269"/>
              <a:gd name="connsiteX9" fmla="*/ 197644 w 1709738"/>
              <a:gd name="connsiteY9" fmla="*/ 209550 h 245269"/>
              <a:gd name="connsiteX10" fmla="*/ 221457 w 1709738"/>
              <a:gd name="connsiteY10" fmla="*/ 211932 h 245269"/>
              <a:gd name="connsiteX11" fmla="*/ 309564 w 1709738"/>
              <a:gd name="connsiteY11" fmla="*/ 202407 h 245269"/>
              <a:gd name="connsiteX12" fmla="*/ 402432 w 1709738"/>
              <a:gd name="connsiteY12" fmla="*/ 192882 h 245269"/>
              <a:gd name="connsiteX13" fmla="*/ 492919 w 1709738"/>
              <a:gd name="connsiteY13" fmla="*/ 180976 h 245269"/>
              <a:gd name="connsiteX14" fmla="*/ 552450 w 1709738"/>
              <a:gd name="connsiteY14" fmla="*/ 171450 h 245269"/>
              <a:gd name="connsiteX15" fmla="*/ 592932 w 1709738"/>
              <a:gd name="connsiteY15" fmla="*/ 159544 h 245269"/>
              <a:gd name="connsiteX16" fmla="*/ 633413 w 1709738"/>
              <a:gd name="connsiteY16" fmla="*/ 150019 h 245269"/>
              <a:gd name="connsiteX17" fmla="*/ 661988 w 1709738"/>
              <a:gd name="connsiteY17" fmla="*/ 147638 h 245269"/>
              <a:gd name="connsiteX18" fmla="*/ 697707 w 1709738"/>
              <a:gd name="connsiteY18" fmla="*/ 140494 h 245269"/>
              <a:gd name="connsiteX19" fmla="*/ 800100 w 1709738"/>
              <a:gd name="connsiteY19" fmla="*/ 123826 h 245269"/>
              <a:gd name="connsiteX20" fmla="*/ 871538 w 1709738"/>
              <a:gd name="connsiteY20" fmla="*/ 121444 h 245269"/>
              <a:gd name="connsiteX21" fmla="*/ 933451 w 1709738"/>
              <a:gd name="connsiteY21" fmla="*/ 116681 h 245269"/>
              <a:gd name="connsiteX22" fmla="*/ 995363 w 1709738"/>
              <a:gd name="connsiteY22" fmla="*/ 107157 h 245269"/>
              <a:gd name="connsiteX23" fmla="*/ 1050132 w 1709738"/>
              <a:gd name="connsiteY23" fmla="*/ 100013 h 245269"/>
              <a:gd name="connsiteX24" fmla="*/ 1071563 w 1709738"/>
              <a:gd name="connsiteY24" fmla="*/ 95250 h 245269"/>
              <a:gd name="connsiteX25" fmla="*/ 1121569 w 1709738"/>
              <a:gd name="connsiteY25" fmla="*/ 83344 h 245269"/>
              <a:gd name="connsiteX26" fmla="*/ 1169194 w 1709738"/>
              <a:gd name="connsiteY26" fmla="*/ 69057 h 245269"/>
              <a:gd name="connsiteX27" fmla="*/ 1226344 w 1709738"/>
              <a:gd name="connsiteY27" fmla="*/ 59531 h 245269"/>
              <a:gd name="connsiteX28" fmla="*/ 1302544 w 1709738"/>
              <a:gd name="connsiteY28" fmla="*/ 50006 h 245269"/>
              <a:gd name="connsiteX29" fmla="*/ 1378744 w 1709738"/>
              <a:gd name="connsiteY29" fmla="*/ 47625 h 245269"/>
              <a:gd name="connsiteX30" fmla="*/ 1443038 w 1709738"/>
              <a:gd name="connsiteY30" fmla="*/ 45244 h 245269"/>
              <a:gd name="connsiteX31" fmla="*/ 1459707 w 1709738"/>
              <a:gd name="connsiteY31" fmla="*/ 47625 h 245269"/>
              <a:gd name="connsiteX32" fmla="*/ 1516856 w 1709738"/>
              <a:gd name="connsiteY32" fmla="*/ 38101 h 245269"/>
              <a:gd name="connsiteX33" fmla="*/ 1552575 w 1709738"/>
              <a:gd name="connsiteY33" fmla="*/ 30957 h 245269"/>
              <a:gd name="connsiteX34" fmla="*/ 1571625 w 1709738"/>
              <a:gd name="connsiteY34" fmla="*/ 23813 h 245269"/>
              <a:gd name="connsiteX35" fmla="*/ 1631157 w 1709738"/>
              <a:gd name="connsiteY35" fmla="*/ 11907 h 245269"/>
              <a:gd name="connsiteX36" fmla="*/ 1702594 w 1709738"/>
              <a:gd name="connsiteY36" fmla="*/ 4763 h 245269"/>
              <a:gd name="connsiteX37" fmla="*/ 1709738 w 1709738"/>
              <a:gd name="connsiteY37" fmla="*/ 0 h 245269"/>
              <a:gd name="connsiteX0" fmla="*/ 0 w 1733551"/>
              <a:gd name="connsiteY0" fmla="*/ 247650 h 247650"/>
              <a:gd name="connsiteX1" fmla="*/ 30957 w 1733551"/>
              <a:gd name="connsiteY1" fmla="*/ 242888 h 247650"/>
              <a:gd name="connsiteX2" fmla="*/ 50007 w 1733551"/>
              <a:gd name="connsiteY2" fmla="*/ 238125 h 247650"/>
              <a:gd name="connsiteX3" fmla="*/ 57150 w 1733551"/>
              <a:gd name="connsiteY3" fmla="*/ 235744 h 247650"/>
              <a:gd name="connsiteX4" fmla="*/ 85725 w 1733551"/>
              <a:gd name="connsiteY4" fmla="*/ 233363 h 247650"/>
              <a:gd name="connsiteX5" fmla="*/ 92869 w 1733551"/>
              <a:gd name="connsiteY5" fmla="*/ 230981 h 247650"/>
              <a:gd name="connsiteX6" fmla="*/ 116682 w 1733551"/>
              <a:gd name="connsiteY6" fmla="*/ 226219 h 247650"/>
              <a:gd name="connsiteX7" fmla="*/ 126207 w 1733551"/>
              <a:gd name="connsiteY7" fmla="*/ 221456 h 247650"/>
              <a:gd name="connsiteX8" fmla="*/ 135732 w 1733551"/>
              <a:gd name="connsiteY8" fmla="*/ 219075 h 247650"/>
              <a:gd name="connsiteX9" fmla="*/ 197644 w 1733551"/>
              <a:gd name="connsiteY9" fmla="*/ 211931 h 247650"/>
              <a:gd name="connsiteX10" fmla="*/ 221457 w 1733551"/>
              <a:gd name="connsiteY10" fmla="*/ 214313 h 247650"/>
              <a:gd name="connsiteX11" fmla="*/ 309564 w 1733551"/>
              <a:gd name="connsiteY11" fmla="*/ 204788 h 247650"/>
              <a:gd name="connsiteX12" fmla="*/ 402432 w 1733551"/>
              <a:gd name="connsiteY12" fmla="*/ 195263 h 247650"/>
              <a:gd name="connsiteX13" fmla="*/ 492919 w 1733551"/>
              <a:gd name="connsiteY13" fmla="*/ 183357 h 247650"/>
              <a:gd name="connsiteX14" fmla="*/ 552450 w 1733551"/>
              <a:gd name="connsiteY14" fmla="*/ 173831 h 247650"/>
              <a:gd name="connsiteX15" fmla="*/ 592932 w 1733551"/>
              <a:gd name="connsiteY15" fmla="*/ 161925 h 247650"/>
              <a:gd name="connsiteX16" fmla="*/ 633413 w 1733551"/>
              <a:gd name="connsiteY16" fmla="*/ 152400 h 247650"/>
              <a:gd name="connsiteX17" fmla="*/ 661988 w 1733551"/>
              <a:gd name="connsiteY17" fmla="*/ 150019 h 247650"/>
              <a:gd name="connsiteX18" fmla="*/ 697707 w 1733551"/>
              <a:gd name="connsiteY18" fmla="*/ 142875 h 247650"/>
              <a:gd name="connsiteX19" fmla="*/ 800100 w 1733551"/>
              <a:gd name="connsiteY19" fmla="*/ 126207 h 247650"/>
              <a:gd name="connsiteX20" fmla="*/ 871538 w 1733551"/>
              <a:gd name="connsiteY20" fmla="*/ 123825 h 247650"/>
              <a:gd name="connsiteX21" fmla="*/ 933451 w 1733551"/>
              <a:gd name="connsiteY21" fmla="*/ 119062 h 247650"/>
              <a:gd name="connsiteX22" fmla="*/ 995363 w 1733551"/>
              <a:gd name="connsiteY22" fmla="*/ 109538 h 247650"/>
              <a:gd name="connsiteX23" fmla="*/ 1050132 w 1733551"/>
              <a:gd name="connsiteY23" fmla="*/ 102394 h 247650"/>
              <a:gd name="connsiteX24" fmla="*/ 1071563 w 1733551"/>
              <a:gd name="connsiteY24" fmla="*/ 97631 h 247650"/>
              <a:gd name="connsiteX25" fmla="*/ 1121569 w 1733551"/>
              <a:gd name="connsiteY25" fmla="*/ 85725 h 247650"/>
              <a:gd name="connsiteX26" fmla="*/ 1169194 w 1733551"/>
              <a:gd name="connsiteY26" fmla="*/ 71438 h 247650"/>
              <a:gd name="connsiteX27" fmla="*/ 1226344 w 1733551"/>
              <a:gd name="connsiteY27" fmla="*/ 61912 h 247650"/>
              <a:gd name="connsiteX28" fmla="*/ 1302544 w 1733551"/>
              <a:gd name="connsiteY28" fmla="*/ 52387 h 247650"/>
              <a:gd name="connsiteX29" fmla="*/ 1378744 w 1733551"/>
              <a:gd name="connsiteY29" fmla="*/ 50006 h 247650"/>
              <a:gd name="connsiteX30" fmla="*/ 1443038 w 1733551"/>
              <a:gd name="connsiteY30" fmla="*/ 47625 h 247650"/>
              <a:gd name="connsiteX31" fmla="*/ 1459707 w 1733551"/>
              <a:gd name="connsiteY31" fmla="*/ 50006 h 247650"/>
              <a:gd name="connsiteX32" fmla="*/ 1516856 w 1733551"/>
              <a:gd name="connsiteY32" fmla="*/ 40482 h 247650"/>
              <a:gd name="connsiteX33" fmla="*/ 1552575 w 1733551"/>
              <a:gd name="connsiteY33" fmla="*/ 33338 h 247650"/>
              <a:gd name="connsiteX34" fmla="*/ 1571625 w 1733551"/>
              <a:gd name="connsiteY34" fmla="*/ 26194 h 247650"/>
              <a:gd name="connsiteX35" fmla="*/ 1631157 w 1733551"/>
              <a:gd name="connsiteY35" fmla="*/ 14288 h 247650"/>
              <a:gd name="connsiteX36" fmla="*/ 1702594 w 1733551"/>
              <a:gd name="connsiteY36" fmla="*/ 7144 h 247650"/>
              <a:gd name="connsiteX37" fmla="*/ 1733551 w 1733551"/>
              <a:gd name="connsiteY37" fmla="*/ 0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733551" h="247650">
                <a:moveTo>
                  <a:pt x="0" y="247650"/>
                </a:moveTo>
                <a:cubicBezTo>
                  <a:pt x="10319" y="246063"/>
                  <a:pt x="20701" y="244841"/>
                  <a:pt x="30957" y="242888"/>
                </a:cubicBezTo>
                <a:cubicBezTo>
                  <a:pt x="37387" y="241663"/>
                  <a:pt x="43692" y="239847"/>
                  <a:pt x="50007" y="238125"/>
                </a:cubicBezTo>
                <a:cubicBezTo>
                  <a:pt x="52428" y="237465"/>
                  <a:pt x="54662" y="236076"/>
                  <a:pt x="57150" y="235744"/>
                </a:cubicBezTo>
                <a:cubicBezTo>
                  <a:pt x="66624" y="234481"/>
                  <a:pt x="76200" y="234157"/>
                  <a:pt x="85725" y="233363"/>
                </a:cubicBezTo>
                <a:cubicBezTo>
                  <a:pt x="88106" y="232569"/>
                  <a:pt x="90423" y="231545"/>
                  <a:pt x="92869" y="230981"/>
                </a:cubicBezTo>
                <a:cubicBezTo>
                  <a:pt x="100757" y="229161"/>
                  <a:pt x="116682" y="226219"/>
                  <a:pt x="116682" y="226219"/>
                </a:cubicBezTo>
                <a:cubicBezTo>
                  <a:pt x="119857" y="224631"/>
                  <a:pt x="122883" y="222702"/>
                  <a:pt x="126207" y="221456"/>
                </a:cubicBezTo>
                <a:cubicBezTo>
                  <a:pt x="129271" y="220307"/>
                  <a:pt x="132509" y="219644"/>
                  <a:pt x="135732" y="219075"/>
                </a:cubicBezTo>
                <a:cubicBezTo>
                  <a:pt x="167554" y="213460"/>
                  <a:pt x="165560" y="214400"/>
                  <a:pt x="197644" y="211931"/>
                </a:cubicBezTo>
                <a:cubicBezTo>
                  <a:pt x="205582" y="212725"/>
                  <a:pt x="202804" y="215503"/>
                  <a:pt x="221457" y="214313"/>
                </a:cubicBezTo>
                <a:cubicBezTo>
                  <a:pt x="240110" y="213123"/>
                  <a:pt x="275155" y="211044"/>
                  <a:pt x="309564" y="204788"/>
                </a:cubicBezTo>
                <a:cubicBezTo>
                  <a:pt x="355655" y="196282"/>
                  <a:pt x="371873" y="198835"/>
                  <a:pt x="402432" y="195263"/>
                </a:cubicBezTo>
                <a:cubicBezTo>
                  <a:pt x="432991" y="191691"/>
                  <a:pt x="420897" y="189358"/>
                  <a:pt x="492919" y="183357"/>
                </a:cubicBezTo>
                <a:cubicBezTo>
                  <a:pt x="517065" y="171283"/>
                  <a:pt x="535781" y="177403"/>
                  <a:pt x="552450" y="173831"/>
                </a:cubicBezTo>
                <a:cubicBezTo>
                  <a:pt x="569119" y="170259"/>
                  <a:pt x="579438" y="165497"/>
                  <a:pt x="592932" y="161925"/>
                </a:cubicBezTo>
                <a:cubicBezTo>
                  <a:pt x="606426" y="158353"/>
                  <a:pt x="621188" y="154147"/>
                  <a:pt x="633413" y="152400"/>
                </a:cubicBezTo>
                <a:cubicBezTo>
                  <a:pt x="642875" y="151048"/>
                  <a:pt x="651272" y="151606"/>
                  <a:pt x="661988" y="150019"/>
                </a:cubicBezTo>
                <a:cubicBezTo>
                  <a:pt x="672704" y="148432"/>
                  <a:pt x="674688" y="146844"/>
                  <a:pt x="697707" y="142875"/>
                </a:cubicBezTo>
                <a:cubicBezTo>
                  <a:pt x="720726" y="138906"/>
                  <a:pt x="771128" y="129382"/>
                  <a:pt x="800100" y="126207"/>
                </a:cubicBezTo>
                <a:lnTo>
                  <a:pt x="871538" y="123825"/>
                </a:lnTo>
                <a:cubicBezTo>
                  <a:pt x="886632" y="124337"/>
                  <a:pt x="912814" y="121443"/>
                  <a:pt x="933451" y="119062"/>
                </a:cubicBezTo>
                <a:cubicBezTo>
                  <a:pt x="954089" y="116681"/>
                  <a:pt x="975916" y="112316"/>
                  <a:pt x="995363" y="109538"/>
                </a:cubicBezTo>
                <a:cubicBezTo>
                  <a:pt x="1014810" y="106760"/>
                  <a:pt x="1037432" y="104378"/>
                  <a:pt x="1050132" y="102394"/>
                </a:cubicBezTo>
                <a:cubicBezTo>
                  <a:pt x="1062832" y="100410"/>
                  <a:pt x="1059657" y="100409"/>
                  <a:pt x="1071563" y="97631"/>
                </a:cubicBezTo>
                <a:cubicBezTo>
                  <a:pt x="1083469" y="94853"/>
                  <a:pt x="1105297" y="90090"/>
                  <a:pt x="1121569" y="85725"/>
                </a:cubicBezTo>
                <a:cubicBezTo>
                  <a:pt x="1137841" y="81360"/>
                  <a:pt x="1155303" y="75804"/>
                  <a:pt x="1169194" y="71438"/>
                </a:cubicBezTo>
                <a:cubicBezTo>
                  <a:pt x="1183085" y="67072"/>
                  <a:pt x="1204119" y="65087"/>
                  <a:pt x="1226344" y="61912"/>
                </a:cubicBezTo>
                <a:cubicBezTo>
                  <a:pt x="1248569" y="58737"/>
                  <a:pt x="1277144" y="54371"/>
                  <a:pt x="1302544" y="52387"/>
                </a:cubicBezTo>
                <a:cubicBezTo>
                  <a:pt x="1327944" y="50403"/>
                  <a:pt x="1332689" y="45620"/>
                  <a:pt x="1378744" y="50006"/>
                </a:cubicBezTo>
                <a:cubicBezTo>
                  <a:pt x="1400175" y="49212"/>
                  <a:pt x="1421592" y="47625"/>
                  <a:pt x="1443038" y="47625"/>
                </a:cubicBezTo>
                <a:cubicBezTo>
                  <a:pt x="1448651" y="47625"/>
                  <a:pt x="1447404" y="51196"/>
                  <a:pt x="1459707" y="50006"/>
                </a:cubicBezTo>
                <a:cubicBezTo>
                  <a:pt x="1472010" y="48816"/>
                  <a:pt x="1498600" y="41276"/>
                  <a:pt x="1516856" y="40482"/>
                </a:cubicBezTo>
                <a:cubicBezTo>
                  <a:pt x="1532334" y="37704"/>
                  <a:pt x="1543050" y="36910"/>
                  <a:pt x="1552575" y="33338"/>
                </a:cubicBezTo>
                <a:cubicBezTo>
                  <a:pt x="1581430" y="18909"/>
                  <a:pt x="1558528" y="29369"/>
                  <a:pt x="1571625" y="26194"/>
                </a:cubicBezTo>
                <a:cubicBezTo>
                  <a:pt x="1584722" y="23019"/>
                  <a:pt x="1602752" y="16758"/>
                  <a:pt x="1631157" y="14288"/>
                </a:cubicBezTo>
                <a:cubicBezTo>
                  <a:pt x="1657264" y="12018"/>
                  <a:pt x="1676400" y="7938"/>
                  <a:pt x="1702594" y="7144"/>
                </a:cubicBezTo>
                <a:cubicBezTo>
                  <a:pt x="1704975" y="5556"/>
                  <a:pt x="1731352" y="1832"/>
                  <a:pt x="1733551" y="0"/>
                </a:cubicBezTo>
              </a:path>
            </a:pathLst>
          </a:cu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4" name="TextBox 53">
            <a:extLst>
              <a:ext uri="{FF2B5EF4-FFF2-40B4-BE49-F238E27FC236}">
                <a16:creationId xmlns:a16="http://schemas.microsoft.com/office/drawing/2014/main" id="{21502AC1-B34E-8088-A7E2-028F61EF8806}"/>
              </a:ext>
            </a:extLst>
          </p:cNvPr>
          <p:cNvSpPr txBox="1"/>
          <p:nvPr/>
        </p:nvSpPr>
        <p:spPr>
          <a:xfrm flipH="1">
            <a:off x="2718997" y="1796919"/>
            <a:ext cx="445827" cy="297517"/>
          </a:xfrm>
          <a:prstGeom prst="rect">
            <a:avLst/>
          </a:prstGeom>
          <a:noFill/>
          <a:effectLst>
            <a:softEdge rad="31750"/>
          </a:effectLst>
        </p:spPr>
        <p:txBody>
          <a:bodyPr wrap="square" rtlCol="0">
            <a:spAutoFit/>
          </a:bodyPr>
          <a:lstStyle/>
          <a:p>
            <a:pPr>
              <a:lnSpc>
                <a:spcPts val="1500"/>
              </a:lnSpc>
            </a:pPr>
            <a:r>
              <a:rPr lang="en-US" sz="18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①</a:t>
            </a:r>
            <a:endParaRPr lang="en-US" sz="1800" dirty="0">
              <a:solidFill>
                <a:schemeClr val="bg1">
                  <a:lumMod val="75000"/>
                </a:schemeClr>
              </a:solidFill>
              <a:latin typeface="Univers 57 Condensed" pitchFamily="50" charset="0"/>
            </a:endParaRPr>
          </a:p>
        </p:txBody>
      </p:sp>
      <p:cxnSp>
        <p:nvCxnSpPr>
          <p:cNvPr id="55" name="Straight Arrow Connector 54">
            <a:extLst>
              <a:ext uri="{FF2B5EF4-FFF2-40B4-BE49-F238E27FC236}">
                <a16:creationId xmlns:a16="http://schemas.microsoft.com/office/drawing/2014/main" id="{979F84EB-48A9-1D56-A2BA-54356A28052C}"/>
              </a:ext>
            </a:extLst>
          </p:cNvPr>
          <p:cNvCxnSpPr>
            <a:cxnSpLocks/>
          </p:cNvCxnSpPr>
          <p:nvPr/>
        </p:nvCxnSpPr>
        <p:spPr>
          <a:xfrm>
            <a:off x="3342037" y="2129573"/>
            <a:ext cx="0" cy="787779"/>
          </a:xfrm>
          <a:prstGeom prst="straightConnector1">
            <a:avLst/>
          </a:prstGeom>
          <a:ln w="25400">
            <a:solidFill>
              <a:schemeClr val="accent1">
                <a:alpha val="39000"/>
              </a:schemeClr>
            </a:solidFill>
            <a:tailEnd type="stealth" w="lg" len="lg"/>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EE9A2773-596F-5104-B455-976D96630908}"/>
              </a:ext>
            </a:extLst>
          </p:cNvPr>
          <p:cNvSpPr txBox="1"/>
          <p:nvPr/>
        </p:nvSpPr>
        <p:spPr>
          <a:xfrm flipH="1">
            <a:off x="3103818" y="1797936"/>
            <a:ext cx="445826" cy="297517"/>
          </a:xfrm>
          <a:prstGeom prst="rect">
            <a:avLst/>
          </a:prstGeom>
          <a:noFill/>
          <a:effectLst>
            <a:softEdge rad="31750"/>
          </a:effectLst>
        </p:spPr>
        <p:txBody>
          <a:bodyPr wrap="square" rtlCol="0">
            <a:spAutoFit/>
          </a:bodyPr>
          <a:lstStyle/>
          <a:p>
            <a:pPr>
              <a:lnSpc>
                <a:spcPts val="1500"/>
              </a:lnSpc>
            </a:pPr>
            <a:r>
              <a:rPr lang="en-US" sz="18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②</a:t>
            </a:r>
            <a:endParaRPr lang="en-US" sz="1800" dirty="0">
              <a:solidFill>
                <a:schemeClr val="bg1">
                  <a:lumMod val="75000"/>
                </a:schemeClr>
              </a:solidFill>
              <a:latin typeface="Univers 57 Condensed" pitchFamily="50" charset="0"/>
            </a:endParaRPr>
          </a:p>
        </p:txBody>
      </p:sp>
      <p:cxnSp>
        <p:nvCxnSpPr>
          <p:cNvPr id="57" name="Straight Arrow Connector 56">
            <a:extLst>
              <a:ext uri="{FF2B5EF4-FFF2-40B4-BE49-F238E27FC236}">
                <a16:creationId xmlns:a16="http://schemas.microsoft.com/office/drawing/2014/main" id="{A63A74AA-F682-7653-B64F-C0831A52C91A}"/>
              </a:ext>
            </a:extLst>
          </p:cNvPr>
          <p:cNvCxnSpPr>
            <a:cxnSpLocks/>
          </p:cNvCxnSpPr>
          <p:nvPr/>
        </p:nvCxnSpPr>
        <p:spPr>
          <a:xfrm flipV="1">
            <a:off x="2968886" y="2101254"/>
            <a:ext cx="0" cy="840569"/>
          </a:xfrm>
          <a:prstGeom prst="straightConnector1">
            <a:avLst/>
          </a:prstGeom>
          <a:ln w="25400">
            <a:solidFill>
              <a:schemeClr val="accent1">
                <a:alpha val="39000"/>
              </a:schemeClr>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6385F1E5-DAB9-2465-F1AC-E03C28DF2899}"/>
              </a:ext>
            </a:extLst>
          </p:cNvPr>
          <p:cNvCxnSpPr/>
          <p:nvPr/>
        </p:nvCxnSpPr>
        <p:spPr>
          <a:xfrm>
            <a:off x="361118" y="4009272"/>
            <a:ext cx="4085016" cy="519391"/>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7AAE9313-AA17-AD09-F5EF-41269436BD0B}"/>
              </a:ext>
            </a:extLst>
          </p:cNvPr>
          <p:cNvCxnSpPr>
            <a:cxnSpLocks/>
          </p:cNvCxnSpPr>
          <p:nvPr/>
        </p:nvCxnSpPr>
        <p:spPr>
          <a:xfrm flipH="1" flipV="1">
            <a:off x="2051331" y="4311217"/>
            <a:ext cx="2521378" cy="319615"/>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sp>
        <p:nvSpPr>
          <p:cNvPr id="60" name="Isosceles Triangle 59">
            <a:extLst>
              <a:ext uri="{FF2B5EF4-FFF2-40B4-BE49-F238E27FC236}">
                <a16:creationId xmlns:a16="http://schemas.microsoft.com/office/drawing/2014/main" id="{5A28CA21-57CB-FC4E-1E23-0B76D657B3EC}"/>
              </a:ext>
            </a:extLst>
          </p:cNvPr>
          <p:cNvSpPr/>
          <p:nvPr/>
        </p:nvSpPr>
        <p:spPr>
          <a:xfrm rot="578766" flipH="1" flipV="1">
            <a:off x="3161823" y="4333488"/>
            <a:ext cx="133012" cy="112376"/>
          </a:xfrm>
          <a:prstGeom prst="triangle">
            <a:avLst>
              <a:gd name="adj" fmla="val 38678"/>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1" name="Freeform: Shape 60">
            <a:extLst>
              <a:ext uri="{FF2B5EF4-FFF2-40B4-BE49-F238E27FC236}">
                <a16:creationId xmlns:a16="http://schemas.microsoft.com/office/drawing/2014/main" id="{DEAB0548-4246-0936-2CC9-BF568FE2A7B2}"/>
              </a:ext>
            </a:extLst>
          </p:cNvPr>
          <p:cNvSpPr/>
          <p:nvPr/>
        </p:nvSpPr>
        <p:spPr>
          <a:xfrm rot="356134">
            <a:off x="918062" y="3555699"/>
            <a:ext cx="518019" cy="139776"/>
          </a:xfrm>
          <a:custGeom>
            <a:avLst/>
            <a:gdLst>
              <a:gd name="connsiteX0" fmla="*/ 0 w 264584"/>
              <a:gd name="connsiteY0" fmla="*/ 10275 h 46258"/>
              <a:gd name="connsiteX1" fmla="*/ 136525 w 264584"/>
              <a:gd name="connsiteY1" fmla="*/ 750 h 46258"/>
              <a:gd name="connsiteX2" fmla="*/ 190500 w 264584"/>
              <a:gd name="connsiteY2" fmla="*/ 1808 h 46258"/>
              <a:gd name="connsiteX3" fmla="*/ 232834 w 264584"/>
              <a:gd name="connsiteY3" fmla="*/ 11333 h 46258"/>
              <a:gd name="connsiteX4" fmla="*/ 264584 w 264584"/>
              <a:gd name="connsiteY4" fmla="*/ 46258 h 462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584" h="46258">
                <a:moveTo>
                  <a:pt x="0" y="10275"/>
                </a:moveTo>
                <a:lnTo>
                  <a:pt x="136525" y="750"/>
                </a:lnTo>
                <a:cubicBezTo>
                  <a:pt x="168275" y="-661"/>
                  <a:pt x="174449" y="44"/>
                  <a:pt x="190500" y="1808"/>
                </a:cubicBezTo>
                <a:cubicBezTo>
                  <a:pt x="206551" y="3572"/>
                  <a:pt x="220487" y="3925"/>
                  <a:pt x="232834" y="11333"/>
                </a:cubicBezTo>
                <a:cubicBezTo>
                  <a:pt x="245181" y="18741"/>
                  <a:pt x="254882" y="32499"/>
                  <a:pt x="264584" y="46258"/>
                </a:cubicBezTo>
              </a:path>
            </a:pathLst>
          </a:custGeom>
          <a:noFill/>
          <a:ln w="38100">
            <a:solidFill>
              <a:schemeClr val="accent1">
                <a:alpha val="39000"/>
              </a:schemeClr>
            </a:solidFill>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2" name="TextBox 61">
            <a:extLst>
              <a:ext uri="{FF2B5EF4-FFF2-40B4-BE49-F238E27FC236}">
                <a16:creationId xmlns:a16="http://schemas.microsoft.com/office/drawing/2014/main" id="{4518D8F3-FEC1-39C1-CBA9-0EC3E87293B0}"/>
              </a:ext>
            </a:extLst>
          </p:cNvPr>
          <p:cNvSpPr txBox="1"/>
          <p:nvPr/>
        </p:nvSpPr>
        <p:spPr>
          <a:xfrm flipH="1">
            <a:off x="502950" y="3451487"/>
            <a:ext cx="478685" cy="297517"/>
          </a:xfrm>
          <a:prstGeom prst="rect">
            <a:avLst/>
          </a:prstGeom>
          <a:solidFill>
            <a:srgbClr val="CAD7EE">
              <a:alpha val="0"/>
            </a:srgbClr>
          </a:solidFill>
          <a:effectLst/>
        </p:spPr>
        <p:txBody>
          <a:bodyPr wrap="square" rtlCol="0">
            <a:spAutoFit/>
          </a:bodyPr>
          <a:lstStyle/>
          <a:p>
            <a:pPr>
              <a:lnSpc>
                <a:spcPts val="1500"/>
              </a:lnSpc>
            </a:pPr>
            <a:r>
              <a:rPr lang="en-US" sz="18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④</a:t>
            </a:r>
            <a:endParaRPr lang="en-US" sz="1800" dirty="0">
              <a:solidFill>
                <a:schemeClr val="bg1">
                  <a:lumMod val="75000"/>
                </a:schemeClr>
              </a:solidFill>
              <a:latin typeface="Univers 57 Condensed" pitchFamily="50" charset="0"/>
            </a:endParaRPr>
          </a:p>
        </p:txBody>
      </p:sp>
      <p:pic>
        <p:nvPicPr>
          <p:cNvPr id="63" name="Picture 62" descr="A group of trees&#10;&#10;Description automatically generated with low confidence">
            <a:extLst>
              <a:ext uri="{FF2B5EF4-FFF2-40B4-BE49-F238E27FC236}">
                <a16:creationId xmlns:a16="http://schemas.microsoft.com/office/drawing/2014/main" id="{4FBF20D0-8334-BA0B-F258-F4EEF9C98459}"/>
              </a:ext>
            </a:extLst>
          </p:cNvPr>
          <p:cNvPicPr>
            <a:picLocks noChangeAspect="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35998" r="29090"/>
          <a:stretch/>
        </p:blipFill>
        <p:spPr>
          <a:xfrm>
            <a:off x="3733898" y="2816885"/>
            <a:ext cx="712908" cy="1299356"/>
          </a:xfrm>
          <a:prstGeom prst="rect">
            <a:avLst/>
          </a:prstGeom>
        </p:spPr>
      </p:pic>
      <p:sp>
        <p:nvSpPr>
          <p:cNvPr id="64" name="Freeform: Shape 63">
            <a:extLst>
              <a:ext uri="{FF2B5EF4-FFF2-40B4-BE49-F238E27FC236}">
                <a16:creationId xmlns:a16="http://schemas.microsoft.com/office/drawing/2014/main" id="{48A88C46-4365-AA57-C2DF-306231CC3534}"/>
              </a:ext>
            </a:extLst>
          </p:cNvPr>
          <p:cNvSpPr/>
          <p:nvPr/>
        </p:nvSpPr>
        <p:spPr>
          <a:xfrm>
            <a:off x="1270620" y="4559821"/>
            <a:ext cx="171149" cy="472021"/>
          </a:xfrm>
          <a:custGeom>
            <a:avLst/>
            <a:gdLst>
              <a:gd name="connsiteX0" fmla="*/ 1392865 w 1392865"/>
              <a:gd name="connsiteY0" fmla="*/ 1073150 h 1073150"/>
              <a:gd name="connsiteX1" fmla="*/ 713415 w 1392865"/>
              <a:gd name="connsiteY1" fmla="*/ 946150 h 1073150"/>
              <a:gd name="connsiteX2" fmla="*/ 192715 w 1392865"/>
              <a:gd name="connsiteY2" fmla="*/ 641350 h 1073150"/>
              <a:gd name="connsiteX3" fmla="*/ 21265 w 1392865"/>
              <a:gd name="connsiteY3" fmla="*/ 311150 h 1073150"/>
              <a:gd name="connsiteX4" fmla="*/ 8565 w 1392865"/>
              <a:gd name="connsiteY4" fmla="*/ 0 h 1073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2865" h="1073150">
                <a:moveTo>
                  <a:pt x="1392865" y="1073150"/>
                </a:moveTo>
                <a:cubicBezTo>
                  <a:pt x="1153152" y="1045633"/>
                  <a:pt x="913440" y="1018117"/>
                  <a:pt x="713415" y="946150"/>
                </a:cubicBezTo>
                <a:cubicBezTo>
                  <a:pt x="513390" y="874183"/>
                  <a:pt x="308073" y="747183"/>
                  <a:pt x="192715" y="641350"/>
                </a:cubicBezTo>
                <a:cubicBezTo>
                  <a:pt x="77357" y="535517"/>
                  <a:pt x="51957" y="418042"/>
                  <a:pt x="21265" y="311150"/>
                </a:cubicBezTo>
                <a:cubicBezTo>
                  <a:pt x="-9427" y="204258"/>
                  <a:pt x="-431" y="102129"/>
                  <a:pt x="8565" y="0"/>
                </a:cubicBezTo>
              </a:path>
            </a:pathLst>
          </a:custGeom>
          <a:ln w="28575">
            <a:solidFill>
              <a:schemeClr val="accent1">
                <a:alpha val="39000"/>
              </a:schemeClr>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0"/>
          </a:p>
        </p:txBody>
      </p:sp>
      <p:sp>
        <p:nvSpPr>
          <p:cNvPr id="65" name="TextBox 64">
            <a:extLst>
              <a:ext uri="{FF2B5EF4-FFF2-40B4-BE49-F238E27FC236}">
                <a16:creationId xmlns:a16="http://schemas.microsoft.com/office/drawing/2014/main" id="{80C32C62-FD9D-F902-2872-B8D08129DEDC}"/>
              </a:ext>
            </a:extLst>
          </p:cNvPr>
          <p:cNvSpPr txBox="1"/>
          <p:nvPr/>
        </p:nvSpPr>
        <p:spPr>
          <a:xfrm flipH="1">
            <a:off x="1354404" y="4942833"/>
            <a:ext cx="467158" cy="307135"/>
          </a:xfrm>
          <a:prstGeom prst="rect">
            <a:avLst/>
          </a:prstGeom>
          <a:noFill/>
          <a:effectLst>
            <a:softEdge rad="31750"/>
          </a:effectLst>
        </p:spPr>
        <p:txBody>
          <a:bodyPr wrap="square" rtlCol="0">
            <a:spAutoFit/>
          </a:bodyPr>
          <a:lstStyle/>
          <a:p>
            <a:pPr>
              <a:lnSpc>
                <a:spcPts val="1600"/>
              </a:lnSpc>
            </a:pPr>
            <a:r>
              <a:rPr lang="en-US" sz="18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⑤</a:t>
            </a:r>
            <a:endParaRPr lang="en-US" sz="1800" dirty="0">
              <a:solidFill>
                <a:schemeClr val="bg1">
                  <a:lumMod val="75000"/>
                </a:schemeClr>
              </a:solidFill>
              <a:latin typeface="Univers 57 Condensed" pitchFamily="50" charset="0"/>
            </a:endParaRPr>
          </a:p>
        </p:txBody>
      </p:sp>
      <p:pic>
        <p:nvPicPr>
          <p:cNvPr id="66" name="Picture 65" descr="A group of trees&#10;&#10;Description automatically generated with low confidence">
            <a:extLst>
              <a:ext uri="{FF2B5EF4-FFF2-40B4-BE49-F238E27FC236}">
                <a16:creationId xmlns:a16="http://schemas.microsoft.com/office/drawing/2014/main" id="{C952FD2D-7C56-7060-B7E1-83519C776243}"/>
              </a:ext>
            </a:extLst>
          </p:cNvPr>
          <p:cNvPicPr>
            <a:picLocks noChangeAspect="1"/>
          </p:cNvPicPr>
          <p:nvPr/>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l="1138" r="63816"/>
          <a:stretch/>
        </p:blipFill>
        <p:spPr>
          <a:xfrm flipH="1">
            <a:off x="3512447" y="3141479"/>
            <a:ext cx="560870" cy="1018366"/>
          </a:xfrm>
          <a:prstGeom prst="rect">
            <a:avLst/>
          </a:prstGeom>
        </p:spPr>
      </p:pic>
      <p:pic>
        <p:nvPicPr>
          <p:cNvPr id="67" name="Picture 66" descr="A group of trees&#10;&#10;Description automatically generated with low confidence">
            <a:extLst>
              <a:ext uri="{FF2B5EF4-FFF2-40B4-BE49-F238E27FC236}">
                <a16:creationId xmlns:a16="http://schemas.microsoft.com/office/drawing/2014/main" id="{22D95A0E-1CFE-C6D0-CD52-F458893325D8}"/>
              </a:ext>
            </a:extLst>
          </p:cNvPr>
          <p:cNvPicPr>
            <a:picLocks noChangeAspect="1"/>
          </p:cNvPicPr>
          <p:nvPr/>
        </p:nvPicPr>
        <p:blipFill rotWithShape="1">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rcRect l="35998" r="29090"/>
          <a:stretch/>
        </p:blipFill>
        <p:spPr>
          <a:xfrm>
            <a:off x="1422682" y="1687354"/>
            <a:ext cx="830563" cy="1513796"/>
          </a:xfrm>
          <a:prstGeom prst="rect">
            <a:avLst/>
          </a:prstGeom>
        </p:spPr>
      </p:pic>
      <p:pic>
        <p:nvPicPr>
          <p:cNvPr id="68" name="Picture 67" descr="A group of trees&#10;&#10;Description automatically generated with low confidence">
            <a:extLst>
              <a:ext uri="{FF2B5EF4-FFF2-40B4-BE49-F238E27FC236}">
                <a16:creationId xmlns:a16="http://schemas.microsoft.com/office/drawing/2014/main" id="{CD2DD43F-8FC1-EDE3-FC25-C4DE8E9D1027}"/>
              </a:ext>
            </a:extLst>
          </p:cNvPr>
          <p:cNvPicPr>
            <a:picLocks noChangeAspect="1"/>
          </p:cNvPicPr>
          <p:nvPr/>
        </p:nvPicPr>
        <p:blipFill rotWithShape="1">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l="70350"/>
          <a:stretch/>
        </p:blipFill>
        <p:spPr>
          <a:xfrm flipH="1">
            <a:off x="828537" y="1331259"/>
            <a:ext cx="951036" cy="2040955"/>
          </a:xfrm>
          <a:prstGeom prst="rect">
            <a:avLst/>
          </a:prstGeom>
        </p:spPr>
      </p:pic>
      <p:cxnSp>
        <p:nvCxnSpPr>
          <p:cNvPr id="69" name="Straight Arrow Connector 68">
            <a:extLst>
              <a:ext uri="{FF2B5EF4-FFF2-40B4-BE49-F238E27FC236}">
                <a16:creationId xmlns:a16="http://schemas.microsoft.com/office/drawing/2014/main" id="{6F5F12F0-717E-3CD7-8FC4-9C9D6B656456}"/>
              </a:ext>
            </a:extLst>
          </p:cNvPr>
          <p:cNvCxnSpPr>
            <a:cxnSpLocks/>
          </p:cNvCxnSpPr>
          <p:nvPr/>
        </p:nvCxnSpPr>
        <p:spPr>
          <a:xfrm flipH="1">
            <a:off x="3468202" y="2561796"/>
            <a:ext cx="512795" cy="362052"/>
          </a:xfrm>
          <a:prstGeom prst="straightConnector1">
            <a:avLst/>
          </a:prstGeom>
          <a:ln w="25400">
            <a:solidFill>
              <a:schemeClr val="accent1">
                <a:alpha val="39000"/>
              </a:schemeClr>
            </a:solidFill>
            <a:tailEnd type="stealth" w="lg" len="lg"/>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4655252C-4126-98C0-80C5-857F7C8AF51F}"/>
              </a:ext>
            </a:extLst>
          </p:cNvPr>
          <p:cNvSpPr txBox="1"/>
          <p:nvPr/>
        </p:nvSpPr>
        <p:spPr>
          <a:xfrm flipH="1">
            <a:off x="3897270" y="2341989"/>
            <a:ext cx="514306" cy="297517"/>
          </a:xfrm>
          <a:prstGeom prst="rect">
            <a:avLst/>
          </a:prstGeom>
          <a:noFill/>
        </p:spPr>
        <p:txBody>
          <a:bodyPr wrap="square" rtlCol="0">
            <a:spAutoFit/>
          </a:bodyPr>
          <a:lstStyle/>
          <a:p>
            <a:pPr>
              <a:lnSpc>
                <a:spcPts val="1500"/>
              </a:lnSpc>
            </a:pPr>
            <a:r>
              <a:rPr lang="en-US" sz="18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③</a:t>
            </a:r>
            <a:endParaRPr lang="en-US" sz="1800" dirty="0">
              <a:solidFill>
                <a:schemeClr val="bg1">
                  <a:lumMod val="75000"/>
                </a:schemeClr>
              </a:solidFill>
              <a:latin typeface="Univers 57 Condensed" pitchFamily="50" charset="0"/>
            </a:endParaRPr>
          </a:p>
        </p:txBody>
      </p:sp>
      <p:cxnSp>
        <p:nvCxnSpPr>
          <p:cNvPr id="71" name="Straight Arrow Connector 70">
            <a:extLst>
              <a:ext uri="{FF2B5EF4-FFF2-40B4-BE49-F238E27FC236}">
                <a16:creationId xmlns:a16="http://schemas.microsoft.com/office/drawing/2014/main" id="{DE1B7D27-B789-4B3E-EDF9-6AD9A76DD4D3}"/>
              </a:ext>
            </a:extLst>
          </p:cNvPr>
          <p:cNvCxnSpPr>
            <a:cxnSpLocks/>
          </p:cNvCxnSpPr>
          <p:nvPr/>
        </p:nvCxnSpPr>
        <p:spPr>
          <a:xfrm flipV="1">
            <a:off x="636684" y="4208032"/>
            <a:ext cx="242840" cy="169785"/>
          </a:xfrm>
          <a:prstGeom prst="straightConnector1">
            <a:avLst/>
          </a:prstGeom>
          <a:ln w="25400">
            <a:solidFill>
              <a:schemeClr val="accent2">
                <a:alpha val="53000"/>
              </a:schemeClr>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33146673-0399-D8AF-4693-1FD43821B2D5}"/>
              </a:ext>
            </a:extLst>
          </p:cNvPr>
          <p:cNvCxnSpPr>
            <a:cxnSpLocks/>
          </p:cNvCxnSpPr>
          <p:nvPr/>
        </p:nvCxnSpPr>
        <p:spPr>
          <a:xfrm flipH="1">
            <a:off x="654609" y="4313368"/>
            <a:ext cx="242840" cy="169785"/>
          </a:xfrm>
          <a:prstGeom prst="straightConnector1">
            <a:avLst/>
          </a:prstGeom>
          <a:ln w="25400">
            <a:solidFill>
              <a:schemeClr val="accent2">
                <a:alpha val="53000"/>
              </a:schemeClr>
            </a:solidFill>
            <a:tailEnd type="stealth" w="lg" len="lg"/>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31A008CD-7F9F-3D06-B68E-712483BDA371}"/>
              </a:ext>
            </a:extLst>
          </p:cNvPr>
          <p:cNvSpPr txBox="1"/>
          <p:nvPr/>
        </p:nvSpPr>
        <p:spPr>
          <a:xfrm flipH="1">
            <a:off x="234160" y="4387843"/>
            <a:ext cx="412135" cy="297517"/>
          </a:xfrm>
          <a:prstGeom prst="rect">
            <a:avLst/>
          </a:prstGeom>
          <a:solidFill>
            <a:srgbClr val="CAD7EE">
              <a:alpha val="0"/>
            </a:srgbClr>
          </a:solidFill>
          <a:effectLst/>
        </p:spPr>
        <p:txBody>
          <a:bodyPr wrap="square" rtlCol="0">
            <a:spAutoFit/>
          </a:bodyPr>
          <a:lstStyle>
            <a:defPPr>
              <a:defRPr lang="en-US"/>
            </a:defPPr>
            <a:lvl1pPr>
              <a:lnSpc>
                <a:spcPts val="1500"/>
              </a:lnSpc>
              <a:defRPr sz="180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defRPr>
            </a:lvl1pPr>
          </a:lstStyle>
          <a:p>
            <a:r>
              <a:rPr lang="en-US" dirty="0"/>
              <a:t>⑦</a:t>
            </a:r>
          </a:p>
        </p:txBody>
      </p:sp>
      <p:pic>
        <p:nvPicPr>
          <p:cNvPr id="74" name="Picture 73">
            <a:extLst>
              <a:ext uri="{FF2B5EF4-FFF2-40B4-BE49-F238E27FC236}">
                <a16:creationId xmlns:a16="http://schemas.microsoft.com/office/drawing/2014/main" id="{C42759E0-E185-0D24-7712-CE0E4885CFD4}"/>
              </a:ext>
            </a:extLst>
          </p:cNvPr>
          <p:cNvPicPr>
            <a:picLocks noChangeAspect="1"/>
          </p:cNvPicPr>
          <p:nvPr/>
        </p:nvPicPr>
        <p:blipFill>
          <a:blip r:embed="rId8" cstate="print">
            <a:extLst>
              <a:ext uri="{28A0092B-C50C-407E-A947-70E740481C1C}">
                <a14:useLocalDpi xmlns:a14="http://schemas.microsoft.com/office/drawing/2010/main" val="0"/>
              </a:ext>
              <a:ext uri="{837473B0-CC2E-450A-ABE3-18F120FF3D39}">
                <a1611:picAttrSrcUrl xmlns:a1611="http://schemas.microsoft.com/office/drawing/2016/11/main" r:id="rId9"/>
              </a:ext>
            </a:extLst>
          </a:blip>
          <a:stretch>
            <a:fillRect/>
          </a:stretch>
        </p:blipFill>
        <p:spPr>
          <a:xfrm>
            <a:off x="155800" y="835242"/>
            <a:ext cx="541502" cy="541502"/>
          </a:xfrm>
          <a:prstGeom prst="rect">
            <a:avLst/>
          </a:prstGeom>
        </p:spPr>
      </p:pic>
      <p:sp>
        <p:nvSpPr>
          <p:cNvPr id="7" name="Arrow: Right 6">
            <a:extLst>
              <a:ext uri="{FF2B5EF4-FFF2-40B4-BE49-F238E27FC236}">
                <a16:creationId xmlns:a16="http://schemas.microsoft.com/office/drawing/2014/main" id="{72D8F6F1-A843-D5C1-4A9A-F6D8F9E9FBF4}"/>
              </a:ext>
            </a:extLst>
          </p:cNvPr>
          <p:cNvSpPr/>
          <p:nvPr/>
        </p:nvSpPr>
        <p:spPr>
          <a:xfrm rot="5400000">
            <a:off x="1688074" y="3562865"/>
            <a:ext cx="522714" cy="263765"/>
          </a:xfrm>
          <a:prstGeom prst="rightArrow">
            <a:avLst>
              <a:gd name="adj1" fmla="val 50000"/>
              <a:gd name="adj2" fmla="val 115576"/>
            </a:avLst>
          </a:prstGeom>
          <a:solidFill>
            <a:srgbClr val="EB7321">
              <a:alpha val="6666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rrow: Right 7">
            <a:extLst>
              <a:ext uri="{FF2B5EF4-FFF2-40B4-BE49-F238E27FC236}">
                <a16:creationId xmlns:a16="http://schemas.microsoft.com/office/drawing/2014/main" id="{9092A35A-9637-9540-2DFD-E1F011EFD1F0}"/>
              </a:ext>
            </a:extLst>
          </p:cNvPr>
          <p:cNvSpPr/>
          <p:nvPr/>
        </p:nvSpPr>
        <p:spPr>
          <a:xfrm rot="16200000">
            <a:off x="1955520" y="3606571"/>
            <a:ext cx="522714" cy="163654"/>
          </a:xfrm>
          <a:prstGeom prst="rightArrow">
            <a:avLst>
              <a:gd name="adj1" fmla="val 50000"/>
              <a:gd name="adj2" fmla="val 115576"/>
            </a:avLst>
          </a:prstGeom>
          <a:solidFill>
            <a:srgbClr val="EB7321">
              <a:alpha val="6666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47916E6E-AD74-FB38-6EA4-8DD3D31E3207}"/>
              </a:ext>
            </a:extLst>
          </p:cNvPr>
          <p:cNvSpPr txBox="1"/>
          <p:nvPr/>
        </p:nvSpPr>
        <p:spPr>
          <a:xfrm flipH="1">
            <a:off x="1828389" y="3927010"/>
            <a:ext cx="478685" cy="297517"/>
          </a:xfrm>
          <a:prstGeom prst="rect">
            <a:avLst/>
          </a:prstGeom>
          <a:noFill/>
          <a:effectLst>
            <a:softEdge rad="31750"/>
          </a:effectLst>
        </p:spPr>
        <p:txBody>
          <a:bodyPr wrap="square" rtlCol="0">
            <a:spAutoFit/>
          </a:bodyPr>
          <a:lstStyle>
            <a:defPPr>
              <a:defRPr lang="en-US"/>
            </a:defPPr>
            <a:lvl1pPr>
              <a:lnSpc>
                <a:spcPts val="1500"/>
              </a:lnSpc>
              <a:defRPr sz="180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defRPr>
            </a:lvl1pPr>
          </a:lstStyle>
          <a:p>
            <a:r>
              <a:rPr lang="en-US" dirty="0">
                <a:solidFill>
                  <a:schemeClr val="tx1"/>
                </a:solidFill>
              </a:rPr>
              <a:t>⑨</a:t>
            </a:r>
          </a:p>
        </p:txBody>
      </p:sp>
      <p:sp>
        <p:nvSpPr>
          <p:cNvPr id="10" name="TextBox 9">
            <a:extLst>
              <a:ext uri="{FF2B5EF4-FFF2-40B4-BE49-F238E27FC236}">
                <a16:creationId xmlns:a16="http://schemas.microsoft.com/office/drawing/2014/main" id="{2897F16C-2F50-875C-4156-424C8E76F272}"/>
              </a:ext>
            </a:extLst>
          </p:cNvPr>
          <p:cNvSpPr txBox="1"/>
          <p:nvPr/>
        </p:nvSpPr>
        <p:spPr>
          <a:xfrm flipH="1">
            <a:off x="74763" y="1471044"/>
            <a:ext cx="478685" cy="297517"/>
          </a:xfrm>
          <a:prstGeom prst="rect">
            <a:avLst/>
          </a:prstGeom>
          <a:solidFill>
            <a:srgbClr val="CAD7EE">
              <a:alpha val="0"/>
            </a:srgbClr>
          </a:solidFill>
          <a:effectLst/>
        </p:spPr>
        <p:txBody>
          <a:bodyPr wrap="square" rtlCol="0">
            <a:spAutoFit/>
          </a:bodyPr>
          <a:lstStyle/>
          <a:p>
            <a:pPr>
              <a:lnSpc>
                <a:spcPts val="1500"/>
              </a:lnSpc>
            </a:pPr>
            <a:r>
              <a:rPr lang="en-US" sz="18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⑧</a:t>
            </a:r>
          </a:p>
        </p:txBody>
      </p:sp>
      <p:sp>
        <p:nvSpPr>
          <p:cNvPr id="4" name="TextBox 3">
            <a:extLst>
              <a:ext uri="{FF2B5EF4-FFF2-40B4-BE49-F238E27FC236}">
                <a16:creationId xmlns:a16="http://schemas.microsoft.com/office/drawing/2014/main" id="{8AC192C3-3282-75C1-276D-073AAF9C40CA}"/>
              </a:ext>
            </a:extLst>
          </p:cNvPr>
          <p:cNvSpPr txBox="1"/>
          <p:nvPr/>
        </p:nvSpPr>
        <p:spPr>
          <a:xfrm>
            <a:off x="9139919" y="4131130"/>
            <a:ext cx="2661556" cy="276999"/>
          </a:xfrm>
          <a:prstGeom prst="rect">
            <a:avLst/>
          </a:prstGeom>
          <a:noFill/>
        </p:spPr>
        <p:txBody>
          <a:bodyPr wrap="square" rtlCol="0">
            <a:spAutoFit/>
          </a:bodyPr>
          <a:lstStyle/>
          <a:p>
            <a:r>
              <a:rPr lang="en-US" sz="1200" dirty="0"/>
              <a:t>(Evans, McGregor, and Petts 1998)</a:t>
            </a:r>
          </a:p>
        </p:txBody>
      </p:sp>
    </p:spTree>
    <p:extLst>
      <p:ext uri="{BB962C8B-B14F-4D97-AF65-F5344CB8AC3E}">
        <p14:creationId xmlns:p14="http://schemas.microsoft.com/office/powerpoint/2010/main" val="4041168587"/>
      </p:ext>
    </p:extLst>
  </p:cSld>
  <p:clrMapOvr>
    <a:masterClrMapping/>
  </p:clrMapOvr>
  <mc:AlternateContent xmlns:mc="http://schemas.openxmlformats.org/markup-compatibility/2006" xmlns:p14="http://schemas.microsoft.com/office/powerpoint/2010/main">
    <mc:Choice Requires="p14">
      <p:transition spd="slow" p14:dur="2000" advTm="26303"/>
    </mc:Choice>
    <mc:Fallback xmlns="">
      <p:transition spd="slow" advTm="26303"/>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6D7D0-8C41-016A-3B65-A5BF618749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0AD1D2-2397-C3E2-C34D-03386B7B437C}"/>
              </a:ext>
            </a:extLst>
          </p:cNvPr>
          <p:cNvSpPr>
            <a:spLocks noGrp="1"/>
          </p:cNvSpPr>
          <p:nvPr>
            <p:ph type="title"/>
          </p:nvPr>
        </p:nvSpPr>
        <p:spPr>
          <a:xfrm>
            <a:off x="838200" y="94842"/>
            <a:ext cx="10515600" cy="1011151"/>
          </a:xfrm>
        </p:spPr>
        <p:txBody>
          <a:bodyPr/>
          <a:lstStyle/>
          <a:p>
            <a:pPr algn="ctr"/>
            <a:r>
              <a:rPr lang="en-US" dirty="0"/>
              <a:t>Atmospheric Boundary Condition (ABC) Utility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3AAFCD0-9318-3A8E-B8E9-7ABE2E000729}"/>
                  </a:ext>
                </a:extLst>
              </p:cNvPr>
              <p:cNvSpPr>
                <a:spLocks noGrp="1"/>
              </p:cNvSpPr>
              <p:nvPr>
                <p:ph idx="1"/>
              </p:nvPr>
            </p:nvSpPr>
            <p:spPr>
              <a:xfrm>
                <a:off x="4973428" y="1146544"/>
                <a:ext cx="6824870" cy="5711456"/>
              </a:xfrm>
            </p:spPr>
            <p:txBody>
              <a:bodyPr>
                <a:normAutofit/>
              </a:bodyPr>
              <a:lstStyle/>
              <a:p>
                <a:r>
                  <a:rPr lang="en-US" dirty="0">
                    <a:latin typeface="Calibri" panose="020F0502020204030204" pitchFamily="34" charset="0"/>
                    <a:ea typeface="Calibri" panose="020F0502020204030204" pitchFamily="34" charset="0"/>
                    <a:cs typeface="Calibri" panose="020F0502020204030204" pitchFamily="34" charset="0"/>
                  </a:rPr>
                  <a:t>⑩</a:t>
                </a:r>
                <a:r>
                  <a:rPr lang="en-US" dirty="0"/>
                  <a:t>: Latent Heat Flux</a:t>
                </a:r>
              </a:p>
              <a:p>
                <a:pPr lvl="1"/>
                <a14:m>
                  <m:oMath xmlns:m="http://schemas.openxmlformats.org/officeDocument/2006/math">
                    <m:r>
                      <a:rPr lang="en-US" b="0" i="1" smtClean="0">
                        <a:latin typeface="Cambria Math" panose="02040503050406030204" pitchFamily="18" charset="0"/>
                      </a:rPr>
                      <m:t>𝐿𝐻𝐹</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𝑣</m:t>
                        </m:r>
                      </m:sub>
                    </m:sSub>
                    <m:r>
                      <a:rPr lang="en-US" b="0" i="1" smtClean="0">
                        <a:latin typeface="Cambria Math" panose="02040503050406030204" pitchFamily="18" charset="0"/>
                      </a:rPr>
                      <m:t>𝐿</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𝜌</m:t>
                        </m:r>
                      </m:e>
                      <m:sub>
                        <m:r>
                          <a:rPr lang="en-US" b="0" i="1" smtClean="0">
                            <a:latin typeface="Cambria Math" panose="02040503050406030204" pitchFamily="18" charset="0"/>
                          </a:rPr>
                          <m:t>𝑤</m:t>
                        </m:r>
                      </m:sub>
                    </m:sSub>
                  </m:oMath>
                </a14:m>
                <a:endParaRPr lang="en-US" dirty="0"/>
              </a:p>
              <a:p>
                <a:pPr lvl="2"/>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𝐸</m:t>
                        </m:r>
                      </m:e>
                      <m:sub>
                        <m:r>
                          <a:rPr lang="en-US" i="1" smtClean="0">
                            <a:latin typeface="Cambria Math" panose="02040503050406030204" pitchFamily="18" charset="0"/>
                          </a:rPr>
                          <m:t>𝑣</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𝑏𝑈</m:t>
                        </m:r>
                      </m:e>
                    </m:d>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𝑤</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𝑎</m:t>
                            </m:r>
                          </m:sub>
                        </m:sSub>
                      </m:e>
                    </m:d>
                  </m:oMath>
                </a14:m>
                <a:r>
                  <a:rPr lang="en-US" dirty="0"/>
                  <a:t> </a:t>
                </a:r>
              </a:p>
              <a:p>
                <a:pPr lvl="3"/>
                <a14:m>
                  <m:oMath xmlns:m="http://schemas.openxmlformats.org/officeDocument/2006/math">
                    <m:r>
                      <a:rPr lang="en-US" b="0" i="1" smtClean="0">
                        <a:latin typeface="Cambria Math" panose="02040503050406030204" pitchFamily="18" charset="0"/>
                      </a:rPr>
                      <m:t>𝑎</m:t>
                    </m:r>
                  </m:oMath>
                </a14:m>
                <a:r>
                  <a:rPr lang="en-US" dirty="0"/>
                  <a:t>, </a:t>
                </a:r>
                <a14:m>
                  <m:oMath xmlns:m="http://schemas.openxmlformats.org/officeDocument/2006/math">
                    <m:r>
                      <a:rPr lang="en-US" b="0" i="1" smtClean="0">
                        <a:latin typeface="Cambria Math" panose="02040503050406030204" pitchFamily="18" charset="0"/>
                      </a:rPr>
                      <m:t>𝑏</m:t>
                    </m:r>
                  </m:oMath>
                </a14:m>
                <a:r>
                  <a:rPr lang="en-US" dirty="0"/>
                  <a:t>: Site-specific empirical wind function coefficients</a:t>
                </a:r>
              </a:p>
              <a:p>
                <a:pPr lvl="3"/>
                <a14:m>
                  <m:oMath xmlns:m="http://schemas.openxmlformats.org/officeDocument/2006/math">
                    <m:r>
                      <a:rPr lang="en-US" b="0" i="1" smtClean="0">
                        <a:latin typeface="Cambria Math" panose="02040503050406030204" pitchFamily="18" charset="0"/>
                      </a:rPr>
                      <m:t>𝑈</m:t>
                    </m:r>
                  </m:oMath>
                </a14:m>
                <a:r>
                  <a:rPr lang="en-US" dirty="0"/>
                  <a:t>: Wind speed</a:t>
                </a:r>
              </a:p>
              <a:p>
                <a:pPr lvl="3"/>
                <a14:m>
                  <m:oMath xmlns:m="http://schemas.openxmlformats.org/officeDocument/2006/math">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i="1">
                                <a:latin typeface="Cambria Math" panose="02040503050406030204" pitchFamily="18" charset="0"/>
                              </a:rPr>
                              <m:t>𝑤</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i="1">
                                <a:latin typeface="Cambria Math" panose="02040503050406030204" pitchFamily="18" charset="0"/>
                              </a:rPr>
                              <m:t>𝑎</m:t>
                            </m:r>
                          </m:sub>
                        </m:sSub>
                      </m:e>
                    </m:d>
                  </m:oMath>
                </a14:m>
                <a:r>
                  <a:rPr lang="en-US" dirty="0"/>
                  <a:t>: Vapor pressure deficit</a:t>
                </a:r>
              </a:p>
              <a:p>
                <a:pPr lvl="4"/>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𝑤</m:t>
                        </m:r>
                      </m:sub>
                    </m:sSub>
                  </m:oMath>
                </a14:m>
                <a:r>
                  <a:rPr lang="en-US" dirty="0"/>
                  <a:t>: Saturation vapor pressure at water surface</a:t>
                </a:r>
              </a:p>
              <a:p>
                <a:pPr lvl="4"/>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𝑎</m:t>
                        </m:r>
                      </m:sub>
                    </m:sSub>
                  </m:oMath>
                </a14:m>
                <a:r>
                  <a:rPr lang="en-US" dirty="0"/>
                  <a:t>: Ambient vapor pressure of the atmosphere</a:t>
                </a:r>
              </a:p>
              <a:p>
                <a:pPr lvl="2"/>
                <a14:m>
                  <m:oMath xmlns:m="http://schemas.openxmlformats.org/officeDocument/2006/math">
                    <m:r>
                      <a:rPr lang="en-US" b="0" i="1" smtClean="0">
                        <a:latin typeface="Cambria Math" panose="02040503050406030204" pitchFamily="18" charset="0"/>
                      </a:rPr>
                      <m:t>𝐿</m:t>
                    </m:r>
                  </m:oMath>
                </a14:m>
                <a:r>
                  <a:rPr lang="en-US" dirty="0"/>
                  <a:t>: Latent heat of vaporization</a:t>
                </a:r>
              </a:p>
              <a:p>
                <a:pPr lvl="2"/>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𝜌</m:t>
                        </m:r>
                      </m:e>
                      <m:sub>
                        <m:r>
                          <a:rPr lang="en-US" b="0" i="1" smtClean="0">
                            <a:latin typeface="Cambria Math" panose="02040503050406030204" pitchFamily="18" charset="0"/>
                          </a:rPr>
                          <m:t>𝑤</m:t>
                        </m:r>
                      </m:sub>
                    </m:sSub>
                  </m:oMath>
                </a14:m>
                <a:r>
                  <a:rPr lang="en-US" dirty="0"/>
                  <a:t>: Density of water</a:t>
                </a:r>
              </a:p>
            </p:txBody>
          </p:sp>
        </mc:Choice>
        <mc:Fallback xmlns="">
          <p:sp>
            <p:nvSpPr>
              <p:cNvPr id="3" name="Content Placeholder 2">
                <a:extLst>
                  <a:ext uri="{FF2B5EF4-FFF2-40B4-BE49-F238E27FC236}">
                    <a16:creationId xmlns:a16="http://schemas.microsoft.com/office/drawing/2014/main" id="{13AAFCD0-9318-3A8E-B8E9-7ABE2E000729}"/>
                  </a:ext>
                </a:extLst>
              </p:cNvPr>
              <p:cNvSpPr>
                <a:spLocks noGrp="1" noRot="1" noChangeAspect="1" noMove="1" noResize="1" noEditPoints="1" noAdjustHandles="1" noChangeArrowheads="1" noChangeShapeType="1" noTextEdit="1"/>
              </p:cNvSpPr>
              <p:nvPr>
                <p:ph idx="1"/>
              </p:nvPr>
            </p:nvSpPr>
            <p:spPr>
              <a:xfrm>
                <a:off x="4973428" y="1146544"/>
                <a:ext cx="6824870" cy="5711456"/>
              </a:xfrm>
              <a:blipFill>
                <a:blip r:embed="rId4"/>
                <a:stretch>
                  <a:fillRect l="-1609" t="-1708"/>
                </a:stretch>
              </a:blipFill>
            </p:spPr>
            <p:txBody>
              <a:bodyPr/>
              <a:lstStyle/>
              <a:p>
                <a:r>
                  <a:rPr lang="en-US">
                    <a:noFill/>
                  </a:rPr>
                  <a:t> </a:t>
                </a:r>
              </a:p>
            </p:txBody>
          </p:sp>
        </mc:Fallback>
      </mc:AlternateContent>
      <p:cxnSp>
        <p:nvCxnSpPr>
          <p:cNvPr id="22" name="Straight Connector 21">
            <a:extLst>
              <a:ext uri="{FF2B5EF4-FFF2-40B4-BE49-F238E27FC236}">
                <a16:creationId xmlns:a16="http://schemas.microsoft.com/office/drawing/2014/main" id="{75A786D9-3F9B-0777-215E-F2EC3C925C43}"/>
              </a:ext>
            </a:extLst>
          </p:cNvPr>
          <p:cNvCxnSpPr>
            <a:cxnSpLocks/>
          </p:cNvCxnSpPr>
          <p:nvPr/>
        </p:nvCxnSpPr>
        <p:spPr>
          <a:xfrm flipH="1" flipV="1">
            <a:off x="241267" y="4049823"/>
            <a:ext cx="331682" cy="50845"/>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323347F-715A-AC66-10FC-FEA9A6662404}"/>
              </a:ext>
            </a:extLst>
          </p:cNvPr>
          <p:cNvCxnSpPr>
            <a:cxnSpLocks/>
          </p:cNvCxnSpPr>
          <p:nvPr/>
        </p:nvCxnSpPr>
        <p:spPr>
          <a:xfrm>
            <a:off x="792104" y="2411840"/>
            <a:ext cx="3629160" cy="414737"/>
          </a:xfrm>
          <a:prstGeom prst="line">
            <a:avLst/>
          </a:prstGeom>
        </p:spPr>
        <p:style>
          <a:lnRef idx="1">
            <a:schemeClr val="accent1"/>
          </a:lnRef>
          <a:fillRef idx="0">
            <a:schemeClr val="accent1"/>
          </a:fillRef>
          <a:effectRef idx="0">
            <a:schemeClr val="accent1"/>
          </a:effectRef>
          <a:fontRef idx="minor">
            <a:schemeClr val="tx1"/>
          </a:fontRef>
        </p:style>
      </p:cxnSp>
      <p:pic>
        <p:nvPicPr>
          <p:cNvPr id="29" name="Picture 28" descr="A group of trees&#10;&#10;Description automatically generated with low confidence">
            <a:extLst>
              <a:ext uri="{FF2B5EF4-FFF2-40B4-BE49-F238E27FC236}">
                <a16:creationId xmlns:a16="http://schemas.microsoft.com/office/drawing/2014/main" id="{105262D3-AA51-4BF6-7716-A61226681131}"/>
              </a:ext>
            </a:extLst>
          </p:cNvPr>
          <p:cNvPicPr>
            <a:picLocks noChangeAspect="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1138" r="63816"/>
          <a:stretch/>
        </p:blipFill>
        <p:spPr>
          <a:xfrm flipH="1">
            <a:off x="1964052" y="1906648"/>
            <a:ext cx="560870" cy="1018366"/>
          </a:xfrm>
          <a:prstGeom prst="rect">
            <a:avLst/>
          </a:prstGeom>
        </p:spPr>
      </p:pic>
      <p:grpSp>
        <p:nvGrpSpPr>
          <p:cNvPr id="39" name="Group 38">
            <a:extLst>
              <a:ext uri="{FF2B5EF4-FFF2-40B4-BE49-F238E27FC236}">
                <a16:creationId xmlns:a16="http://schemas.microsoft.com/office/drawing/2014/main" id="{2A3ADD28-05E9-0F84-B8C1-BD0C77D0F101}"/>
              </a:ext>
            </a:extLst>
          </p:cNvPr>
          <p:cNvGrpSpPr/>
          <p:nvPr/>
        </p:nvGrpSpPr>
        <p:grpSpPr>
          <a:xfrm>
            <a:off x="499381" y="2671927"/>
            <a:ext cx="3592630" cy="1914662"/>
            <a:chOff x="3826130" y="2505592"/>
            <a:chExt cx="4582260" cy="2384258"/>
          </a:xfrm>
        </p:grpSpPr>
        <p:sp>
          <p:nvSpPr>
            <p:cNvPr id="40" name="Freeform: Shape 39">
              <a:extLst>
                <a:ext uri="{FF2B5EF4-FFF2-40B4-BE49-F238E27FC236}">
                  <a16:creationId xmlns:a16="http://schemas.microsoft.com/office/drawing/2014/main" id="{D05E0089-4266-6A57-EEFF-4A74BD5BF4E1}"/>
                </a:ext>
              </a:extLst>
            </p:cNvPr>
            <p:cNvSpPr/>
            <p:nvPr/>
          </p:nvSpPr>
          <p:spPr>
            <a:xfrm>
              <a:off x="3826130" y="2505592"/>
              <a:ext cx="4578889" cy="1957387"/>
            </a:xfrm>
            <a:custGeom>
              <a:avLst/>
              <a:gdLst>
                <a:gd name="connsiteX0" fmla="*/ 0 w 4164807"/>
                <a:gd name="connsiteY0" fmla="*/ 1690688 h 1933575"/>
                <a:gd name="connsiteX1" fmla="*/ 2886075 w 4164807"/>
                <a:gd name="connsiteY1" fmla="*/ 0 h 1933575"/>
                <a:gd name="connsiteX2" fmla="*/ 4164807 w 4164807"/>
                <a:gd name="connsiteY2" fmla="*/ 140494 h 1933575"/>
                <a:gd name="connsiteX3" fmla="*/ 1633538 w 4164807"/>
                <a:gd name="connsiteY3" fmla="*/ 1933575 h 1933575"/>
                <a:gd name="connsiteX4" fmla="*/ 0 w 4164807"/>
                <a:gd name="connsiteY4" fmla="*/ 1690688 h 1933575"/>
                <a:gd name="connsiteX0" fmla="*/ 0 w 4162511"/>
                <a:gd name="connsiteY0" fmla="*/ 1690688 h 1933575"/>
                <a:gd name="connsiteX1" fmla="*/ 2886075 w 4162511"/>
                <a:gd name="connsiteY1" fmla="*/ 0 h 1933575"/>
                <a:gd name="connsiteX2" fmla="*/ 4162511 w 4162511"/>
                <a:gd name="connsiteY2" fmla="*/ 142876 h 1933575"/>
                <a:gd name="connsiteX3" fmla="*/ 1633538 w 4162511"/>
                <a:gd name="connsiteY3" fmla="*/ 1933575 h 1933575"/>
                <a:gd name="connsiteX4" fmla="*/ 0 w 4162511"/>
                <a:gd name="connsiteY4" fmla="*/ 1690688 h 1933575"/>
                <a:gd name="connsiteX0" fmla="*/ 0 w 4162511"/>
                <a:gd name="connsiteY0" fmla="*/ 1690688 h 1947862"/>
                <a:gd name="connsiteX1" fmla="*/ 2886075 w 4162511"/>
                <a:gd name="connsiteY1" fmla="*/ 0 h 1947862"/>
                <a:gd name="connsiteX2" fmla="*/ 4162511 w 4162511"/>
                <a:gd name="connsiteY2" fmla="*/ 142876 h 1947862"/>
                <a:gd name="connsiteX3" fmla="*/ 1775918 w 4162511"/>
                <a:gd name="connsiteY3" fmla="*/ 1947862 h 1947862"/>
                <a:gd name="connsiteX4" fmla="*/ 0 w 4162511"/>
                <a:gd name="connsiteY4" fmla="*/ 1690688 h 1947862"/>
                <a:gd name="connsiteX0" fmla="*/ 0 w 4162511"/>
                <a:gd name="connsiteY0" fmla="*/ 1690688 h 1966912"/>
                <a:gd name="connsiteX1" fmla="*/ 2886075 w 4162511"/>
                <a:gd name="connsiteY1" fmla="*/ 0 h 1966912"/>
                <a:gd name="connsiteX2" fmla="*/ 4162511 w 4162511"/>
                <a:gd name="connsiteY2" fmla="*/ 142876 h 1966912"/>
                <a:gd name="connsiteX3" fmla="*/ 1803475 w 4162511"/>
                <a:gd name="connsiteY3" fmla="*/ 1966912 h 1966912"/>
                <a:gd name="connsiteX4" fmla="*/ 0 w 4162511"/>
                <a:gd name="connsiteY4" fmla="*/ 1690688 h 1966912"/>
                <a:gd name="connsiteX0" fmla="*/ 0 w 4162511"/>
                <a:gd name="connsiteY0" fmla="*/ 1690688 h 1962149"/>
                <a:gd name="connsiteX1" fmla="*/ 2886075 w 4162511"/>
                <a:gd name="connsiteY1" fmla="*/ 0 h 1962149"/>
                <a:gd name="connsiteX2" fmla="*/ 4162511 w 4162511"/>
                <a:gd name="connsiteY2" fmla="*/ 142876 h 1962149"/>
                <a:gd name="connsiteX3" fmla="*/ 1794290 w 4162511"/>
                <a:gd name="connsiteY3" fmla="*/ 1962149 h 1962149"/>
                <a:gd name="connsiteX4" fmla="*/ 0 w 4162511"/>
                <a:gd name="connsiteY4" fmla="*/ 1690688 h 1962149"/>
                <a:gd name="connsiteX0" fmla="*/ 0 w 4162511"/>
                <a:gd name="connsiteY0" fmla="*/ 1690688 h 1957387"/>
                <a:gd name="connsiteX1" fmla="*/ 2886075 w 4162511"/>
                <a:gd name="connsiteY1" fmla="*/ 0 h 1957387"/>
                <a:gd name="connsiteX2" fmla="*/ 4162511 w 4162511"/>
                <a:gd name="connsiteY2" fmla="*/ 142876 h 1957387"/>
                <a:gd name="connsiteX3" fmla="*/ 1922008 w 4162511"/>
                <a:gd name="connsiteY3" fmla="*/ 1957387 h 1957387"/>
                <a:gd name="connsiteX4" fmla="*/ 0 w 4162511"/>
                <a:gd name="connsiteY4" fmla="*/ 1690688 h 19573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62511" h="1957387">
                  <a:moveTo>
                    <a:pt x="0" y="1690688"/>
                  </a:moveTo>
                  <a:lnTo>
                    <a:pt x="2886075" y="0"/>
                  </a:lnTo>
                  <a:lnTo>
                    <a:pt x="4162511" y="142876"/>
                  </a:lnTo>
                  <a:lnTo>
                    <a:pt x="1922008" y="1957387"/>
                  </a:lnTo>
                  <a:lnTo>
                    <a:pt x="0" y="1690688"/>
                  </a:ln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41" name="Freeform: Shape 40">
              <a:extLst>
                <a:ext uri="{FF2B5EF4-FFF2-40B4-BE49-F238E27FC236}">
                  <a16:creationId xmlns:a16="http://schemas.microsoft.com/office/drawing/2014/main" id="{106AB09D-B11F-D906-0386-FA3C321BC55D}"/>
                </a:ext>
              </a:extLst>
            </p:cNvPr>
            <p:cNvSpPr/>
            <p:nvPr/>
          </p:nvSpPr>
          <p:spPr>
            <a:xfrm>
              <a:off x="7005005" y="2507200"/>
              <a:ext cx="1403385" cy="403482"/>
            </a:xfrm>
            <a:custGeom>
              <a:avLst/>
              <a:gdLst>
                <a:gd name="connsiteX0" fmla="*/ 0 w 1645444"/>
                <a:gd name="connsiteY0" fmla="*/ 0 h 688181"/>
                <a:gd name="connsiteX1" fmla="*/ 235744 w 1645444"/>
                <a:gd name="connsiteY1" fmla="*/ 569118 h 688181"/>
                <a:gd name="connsiteX2" fmla="*/ 1059656 w 1645444"/>
                <a:gd name="connsiteY2" fmla="*/ 688181 h 688181"/>
                <a:gd name="connsiteX3" fmla="*/ 1645444 w 1645444"/>
                <a:gd name="connsiteY3" fmla="*/ 242887 h 688181"/>
                <a:gd name="connsiteX4" fmla="*/ 0 w 1645444"/>
                <a:gd name="connsiteY4" fmla="*/ 0 h 688181"/>
                <a:gd name="connsiteX0" fmla="*/ 0 w 1645444"/>
                <a:gd name="connsiteY0" fmla="*/ 0 h 692943"/>
                <a:gd name="connsiteX1" fmla="*/ 235744 w 1645444"/>
                <a:gd name="connsiteY1" fmla="*/ 569118 h 692943"/>
                <a:gd name="connsiteX2" fmla="*/ 1071562 w 1645444"/>
                <a:gd name="connsiteY2" fmla="*/ 692943 h 692943"/>
                <a:gd name="connsiteX3" fmla="*/ 1645444 w 1645444"/>
                <a:gd name="connsiteY3" fmla="*/ 242887 h 692943"/>
                <a:gd name="connsiteX4" fmla="*/ 0 w 1645444"/>
                <a:gd name="connsiteY4" fmla="*/ 0 h 692943"/>
                <a:gd name="connsiteX0" fmla="*/ 0 w 1740726"/>
                <a:gd name="connsiteY0" fmla="*/ 0 h 692943"/>
                <a:gd name="connsiteX1" fmla="*/ 235744 w 1740726"/>
                <a:gd name="connsiteY1" fmla="*/ 569118 h 692943"/>
                <a:gd name="connsiteX2" fmla="*/ 1071562 w 1740726"/>
                <a:gd name="connsiteY2" fmla="*/ 692943 h 692943"/>
                <a:gd name="connsiteX3" fmla="*/ 1740726 w 1740726"/>
                <a:gd name="connsiteY3" fmla="*/ 250972 h 692943"/>
                <a:gd name="connsiteX4" fmla="*/ 0 w 1740726"/>
                <a:gd name="connsiteY4" fmla="*/ 0 h 692943"/>
                <a:gd name="connsiteX0" fmla="*/ 0 w 1703843"/>
                <a:gd name="connsiteY0" fmla="*/ 0 h 676776"/>
                <a:gd name="connsiteX1" fmla="*/ 198861 w 1703843"/>
                <a:gd name="connsiteY1" fmla="*/ 552951 h 676776"/>
                <a:gd name="connsiteX2" fmla="*/ 1034679 w 1703843"/>
                <a:gd name="connsiteY2" fmla="*/ 676776 h 676776"/>
                <a:gd name="connsiteX3" fmla="*/ 1703843 w 1703843"/>
                <a:gd name="connsiteY3" fmla="*/ 234805 h 676776"/>
                <a:gd name="connsiteX4" fmla="*/ 0 w 1703843"/>
                <a:gd name="connsiteY4" fmla="*/ 0 h 676776"/>
                <a:gd name="connsiteX0" fmla="*/ 0 w 1694622"/>
                <a:gd name="connsiteY0" fmla="*/ 0 h 692944"/>
                <a:gd name="connsiteX1" fmla="*/ 189640 w 1694622"/>
                <a:gd name="connsiteY1" fmla="*/ 569119 h 692944"/>
                <a:gd name="connsiteX2" fmla="*/ 1025458 w 1694622"/>
                <a:gd name="connsiteY2" fmla="*/ 692944 h 692944"/>
                <a:gd name="connsiteX3" fmla="*/ 1694622 w 1694622"/>
                <a:gd name="connsiteY3" fmla="*/ 250973 h 692944"/>
                <a:gd name="connsiteX4" fmla="*/ 0 w 1694622"/>
                <a:gd name="connsiteY4" fmla="*/ 0 h 692944"/>
                <a:gd name="connsiteX0" fmla="*/ 0 w 1811418"/>
                <a:gd name="connsiteY0" fmla="*/ 0 h 684861"/>
                <a:gd name="connsiteX1" fmla="*/ 306436 w 1811418"/>
                <a:gd name="connsiteY1" fmla="*/ 561036 h 684861"/>
                <a:gd name="connsiteX2" fmla="*/ 1142254 w 1811418"/>
                <a:gd name="connsiteY2" fmla="*/ 684861 h 684861"/>
                <a:gd name="connsiteX3" fmla="*/ 1811418 w 1811418"/>
                <a:gd name="connsiteY3" fmla="*/ 242890 h 684861"/>
                <a:gd name="connsiteX4" fmla="*/ 0 w 1811418"/>
                <a:gd name="connsiteY4" fmla="*/ 0 h 6848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1418" h="684861">
                  <a:moveTo>
                    <a:pt x="0" y="0"/>
                  </a:moveTo>
                  <a:lnTo>
                    <a:pt x="306436" y="561036"/>
                  </a:lnTo>
                  <a:lnTo>
                    <a:pt x="1142254" y="684861"/>
                  </a:lnTo>
                  <a:lnTo>
                    <a:pt x="1811418" y="242890"/>
                  </a:lnTo>
                  <a:lnTo>
                    <a:pt x="0" y="0"/>
                  </a:ln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cxnSp>
          <p:nvCxnSpPr>
            <p:cNvPr id="45" name="Straight Connector 44">
              <a:extLst>
                <a:ext uri="{FF2B5EF4-FFF2-40B4-BE49-F238E27FC236}">
                  <a16:creationId xmlns:a16="http://schemas.microsoft.com/office/drawing/2014/main" id="{EA33199A-564F-5F64-C650-56F83B4F5E11}"/>
                </a:ext>
              </a:extLst>
            </p:cNvPr>
            <p:cNvCxnSpPr>
              <a:cxnSpLocks/>
              <a:stCxn id="47" idx="1"/>
              <a:endCxn id="41" idx="1"/>
            </p:cNvCxnSpPr>
            <p:nvPr/>
          </p:nvCxnSpPr>
          <p:spPr>
            <a:xfrm flipV="1">
              <a:off x="4343744" y="2837731"/>
              <a:ext cx="2898670" cy="1928294"/>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A8DF8038-CD25-C447-2246-6252AEB4AD7B}"/>
                </a:ext>
              </a:extLst>
            </p:cNvPr>
            <p:cNvCxnSpPr>
              <a:cxnSpLocks/>
              <a:stCxn id="47" idx="2"/>
              <a:endCxn id="41" idx="2"/>
            </p:cNvCxnSpPr>
            <p:nvPr/>
          </p:nvCxnSpPr>
          <p:spPr>
            <a:xfrm flipV="1">
              <a:off x="5276305" y="2910682"/>
              <a:ext cx="2613654" cy="1979168"/>
            </a:xfrm>
            <a:prstGeom prst="line">
              <a:avLst/>
            </a:prstGeom>
          </p:spPr>
          <p:style>
            <a:lnRef idx="1">
              <a:schemeClr val="accent1"/>
            </a:lnRef>
            <a:fillRef idx="0">
              <a:schemeClr val="accent1"/>
            </a:fillRef>
            <a:effectRef idx="0">
              <a:schemeClr val="accent1"/>
            </a:effectRef>
            <a:fontRef idx="minor">
              <a:schemeClr val="tx1"/>
            </a:fontRef>
          </p:style>
        </p:cxnSp>
        <p:sp>
          <p:nvSpPr>
            <p:cNvPr id="47" name="Freeform: Shape 46">
              <a:extLst>
                <a:ext uri="{FF2B5EF4-FFF2-40B4-BE49-F238E27FC236}">
                  <a16:creationId xmlns:a16="http://schemas.microsoft.com/office/drawing/2014/main" id="{B4461FBE-E0C1-3B95-34B7-1998B2410F2F}"/>
                </a:ext>
              </a:extLst>
            </p:cNvPr>
            <p:cNvSpPr/>
            <p:nvPr/>
          </p:nvSpPr>
          <p:spPr>
            <a:xfrm>
              <a:off x="3830682" y="4196907"/>
              <a:ext cx="2114505" cy="692943"/>
            </a:xfrm>
            <a:custGeom>
              <a:avLst/>
              <a:gdLst>
                <a:gd name="connsiteX0" fmla="*/ 0 w 1645444"/>
                <a:gd name="connsiteY0" fmla="*/ 0 h 688181"/>
                <a:gd name="connsiteX1" fmla="*/ 235744 w 1645444"/>
                <a:gd name="connsiteY1" fmla="*/ 569118 h 688181"/>
                <a:gd name="connsiteX2" fmla="*/ 1059656 w 1645444"/>
                <a:gd name="connsiteY2" fmla="*/ 688181 h 688181"/>
                <a:gd name="connsiteX3" fmla="*/ 1645444 w 1645444"/>
                <a:gd name="connsiteY3" fmla="*/ 242887 h 688181"/>
                <a:gd name="connsiteX4" fmla="*/ 0 w 1645444"/>
                <a:gd name="connsiteY4" fmla="*/ 0 h 688181"/>
                <a:gd name="connsiteX0" fmla="*/ 0 w 1645444"/>
                <a:gd name="connsiteY0" fmla="*/ 0 h 692943"/>
                <a:gd name="connsiteX1" fmla="*/ 235744 w 1645444"/>
                <a:gd name="connsiteY1" fmla="*/ 569118 h 692943"/>
                <a:gd name="connsiteX2" fmla="*/ 1071562 w 1645444"/>
                <a:gd name="connsiteY2" fmla="*/ 692943 h 692943"/>
                <a:gd name="connsiteX3" fmla="*/ 1645444 w 1645444"/>
                <a:gd name="connsiteY3" fmla="*/ 242887 h 692943"/>
                <a:gd name="connsiteX4" fmla="*/ 0 w 1645444"/>
                <a:gd name="connsiteY4" fmla="*/ 0 h 692943"/>
                <a:gd name="connsiteX0" fmla="*/ 0 w 1671055"/>
                <a:gd name="connsiteY0" fmla="*/ 0 h 692943"/>
                <a:gd name="connsiteX1" fmla="*/ 235744 w 1671055"/>
                <a:gd name="connsiteY1" fmla="*/ 569118 h 692943"/>
                <a:gd name="connsiteX2" fmla="*/ 1071562 w 1671055"/>
                <a:gd name="connsiteY2" fmla="*/ 692943 h 692943"/>
                <a:gd name="connsiteX3" fmla="*/ 1671055 w 1671055"/>
                <a:gd name="connsiteY3" fmla="*/ 266700 h 692943"/>
                <a:gd name="connsiteX4" fmla="*/ 0 w 1671055"/>
                <a:gd name="connsiteY4" fmla="*/ 0 h 692943"/>
                <a:gd name="connsiteX0" fmla="*/ 0 w 1895148"/>
                <a:gd name="connsiteY0" fmla="*/ 0 h 692943"/>
                <a:gd name="connsiteX1" fmla="*/ 459837 w 1895148"/>
                <a:gd name="connsiteY1" fmla="*/ 569118 h 692943"/>
                <a:gd name="connsiteX2" fmla="*/ 1295655 w 1895148"/>
                <a:gd name="connsiteY2" fmla="*/ 692943 h 692943"/>
                <a:gd name="connsiteX3" fmla="*/ 1895148 w 1895148"/>
                <a:gd name="connsiteY3" fmla="*/ 266700 h 692943"/>
                <a:gd name="connsiteX4" fmla="*/ 0 w 1895148"/>
                <a:gd name="connsiteY4" fmla="*/ 0 h 692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5148" h="692943">
                  <a:moveTo>
                    <a:pt x="0" y="0"/>
                  </a:moveTo>
                  <a:lnTo>
                    <a:pt x="459837" y="569118"/>
                  </a:lnTo>
                  <a:lnTo>
                    <a:pt x="1295655" y="692943"/>
                  </a:lnTo>
                  <a:lnTo>
                    <a:pt x="1895148" y="266700"/>
                  </a:lnTo>
                  <a:lnTo>
                    <a:pt x="0" y="0"/>
                  </a:ln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cxnSp>
        <p:nvCxnSpPr>
          <p:cNvPr id="48" name="Straight Arrow Connector 47">
            <a:extLst>
              <a:ext uri="{FF2B5EF4-FFF2-40B4-BE49-F238E27FC236}">
                <a16:creationId xmlns:a16="http://schemas.microsoft.com/office/drawing/2014/main" id="{1DF08523-800C-1AF5-C8EE-EB5F1A119C36}"/>
              </a:ext>
            </a:extLst>
          </p:cNvPr>
          <p:cNvCxnSpPr>
            <a:cxnSpLocks/>
          </p:cNvCxnSpPr>
          <p:nvPr/>
        </p:nvCxnSpPr>
        <p:spPr>
          <a:xfrm flipH="1">
            <a:off x="841609" y="4339971"/>
            <a:ext cx="512795" cy="362052"/>
          </a:xfrm>
          <a:prstGeom prst="straightConnector1">
            <a:avLst/>
          </a:prstGeom>
          <a:ln w="25400">
            <a:solidFill>
              <a:schemeClr val="accent1">
                <a:alpha val="39000"/>
              </a:schemeClr>
            </a:solidFill>
            <a:tailEnd type="stealth" w="lg" len="lg"/>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9A206933-9BFE-10E6-45A1-AF8AF9D456DC}"/>
              </a:ext>
            </a:extLst>
          </p:cNvPr>
          <p:cNvSpPr txBox="1"/>
          <p:nvPr/>
        </p:nvSpPr>
        <p:spPr>
          <a:xfrm flipH="1">
            <a:off x="462096" y="4630325"/>
            <a:ext cx="412135" cy="369332"/>
          </a:xfrm>
          <a:prstGeom prst="rect">
            <a:avLst/>
          </a:prstGeom>
          <a:noFill/>
        </p:spPr>
        <p:txBody>
          <a:bodyPr wrap="square" rtlCol="0">
            <a:spAutoFit/>
          </a:bodyPr>
          <a:lstStyle/>
          <a:p>
            <a:r>
              <a:rPr lang="en-US" sz="18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⑥</a:t>
            </a:r>
            <a:endParaRPr lang="en-US" sz="1800" dirty="0">
              <a:solidFill>
                <a:schemeClr val="bg1">
                  <a:lumMod val="75000"/>
                </a:schemeClr>
              </a:solidFill>
              <a:latin typeface="Univers 57 Condensed" pitchFamily="50" charset="0"/>
            </a:endParaRPr>
          </a:p>
        </p:txBody>
      </p:sp>
      <p:sp>
        <p:nvSpPr>
          <p:cNvPr id="50" name="Freeform: Shape 49">
            <a:extLst>
              <a:ext uri="{FF2B5EF4-FFF2-40B4-BE49-F238E27FC236}">
                <a16:creationId xmlns:a16="http://schemas.microsoft.com/office/drawing/2014/main" id="{5159E0E6-14E4-3B3D-2371-D0468095098D}"/>
              </a:ext>
            </a:extLst>
          </p:cNvPr>
          <p:cNvSpPr/>
          <p:nvPr/>
        </p:nvSpPr>
        <p:spPr>
          <a:xfrm flipH="1">
            <a:off x="3037728" y="2734922"/>
            <a:ext cx="928266" cy="107086"/>
          </a:xfrm>
          <a:custGeom>
            <a:avLst/>
            <a:gdLst>
              <a:gd name="connsiteX0" fmla="*/ 0 w 1183967"/>
              <a:gd name="connsiteY0" fmla="*/ 128587 h 133350"/>
              <a:gd name="connsiteX1" fmla="*/ 40481 w 1183967"/>
              <a:gd name="connsiteY1" fmla="*/ 133350 h 133350"/>
              <a:gd name="connsiteX2" fmla="*/ 109537 w 1183967"/>
              <a:gd name="connsiteY2" fmla="*/ 128587 h 133350"/>
              <a:gd name="connsiteX3" fmla="*/ 157162 w 1183967"/>
              <a:gd name="connsiteY3" fmla="*/ 121443 h 133350"/>
              <a:gd name="connsiteX4" fmla="*/ 185737 w 1183967"/>
              <a:gd name="connsiteY4" fmla="*/ 116681 h 133350"/>
              <a:gd name="connsiteX5" fmla="*/ 195262 w 1183967"/>
              <a:gd name="connsiteY5" fmla="*/ 111918 h 133350"/>
              <a:gd name="connsiteX6" fmla="*/ 219075 w 1183967"/>
              <a:gd name="connsiteY6" fmla="*/ 104775 h 133350"/>
              <a:gd name="connsiteX7" fmla="*/ 273844 w 1183967"/>
              <a:gd name="connsiteY7" fmla="*/ 107156 h 133350"/>
              <a:gd name="connsiteX8" fmla="*/ 283369 w 1183967"/>
              <a:gd name="connsiteY8" fmla="*/ 109537 h 133350"/>
              <a:gd name="connsiteX9" fmla="*/ 369094 w 1183967"/>
              <a:gd name="connsiteY9" fmla="*/ 107156 h 133350"/>
              <a:gd name="connsiteX10" fmla="*/ 383381 w 1183967"/>
              <a:gd name="connsiteY10" fmla="*/ 104775 h 133350"/>
              <a:gd name="connsiteX11" fmla="*/ 426244 w 1183967"/>
              <a:gd name="connsiteY11" fmla="*/ 100012 h 133350"/>
              <a:gd name="connsiteX12" fmla="*/ 542925 w 1183967"/>
              <a:gd name="connsiteY12" fmla="*/ 92868 h 133350"/>
              <a:gd name="connsiteX13" fmla="*/ 554831 w 1183967"/>
              <a:gd name="connsiteY13" fmla="*/ 90487 h 133350"/>
              <a:gd name="connsiteX14" fmla="*/ 590550 w 1183967"/>
              <a:gd name="connsiteY14" fmla="*/ 85725 h 133350"/>
              <a:gd name="connsiteX15" fmla="*/ 633412 w 1183967"/>
              <a:gd name="connsiteY15" fmla="*/ 78581 h 133350"/>
              <a:gd name="connsiteX16" fmla="*/ 661987 w 1183967"/>
              <a:gd name="connsiteY16" fmla="*/ 71437 h 133350"/>
              <a:gd name="connsiteX17" fmla="*/ 676275 w 1183967"/>
              <a:gd name="connsiteY17" fmla="*/ 69056 h 133350"/>
              <a:gd name="connsiteX18" fmla="*/ 695325 w 1183967"/>
              <a:gd name="connsiteY18" fmla="*/ 64293 h 133350"/>
              <a:gd name="connsiteX19" fmla="*/ 778669 w 1183967"/>
              <a:gd name="connsiteY19" fmla="*/ 61912 h 133350"/>
              <a:gd name="connsiteX20" fmla="*/ 809625 w 1183967"/>
              <a:gd name="connsiteY20" fmla="*/ 54768 h 133350"/>
              <a:gd name="connsiteX21" fmla="*/ 840581 w 1183967"/>
              <a:gd name="connsiteY21" fmla="*/ 50006 h 133350"/>
              <a:gd name="connsiteX22" fmla="*/ 931069 w 1183967"/>
              <a:gd name="connsiteY22" fmla="*/ 47625 h 133350"/>
              <a:gd name="connsiteX23" fmla="*/ 957262 w 1183967"/>
              <a:gd name="connsiteY23" fmla="*/ 45243 h 133350"/>
              <a:gd name="connsiteX24" fmla="*/ 964406 w 1183967"/>
              <a:gd name="connsiteY24" fmla="*/ 42862 h 133350"/>
              <a:gd name="connsiteX25" fmla="*/ 981075 w 1183967"/>
              <a:gd name="connsiteY25" fmla="*/ 40481 h 133350"/>
              <a:gd name="connsiteX26" fmla="*/ 995362 w 1183967"/>
              <a:gd name="connsiteY26" fmla="*/ 38100 h 133350"/>
              <a:gd name="connsiteX27" fmla="*/ 1028700 w 1183967"/>
              <a:gd name="connsiteY27" fmla="*/ 33337 h 133350"/>
              <a:gd name="connsiteX28" fmla="*/ 1062037 w 1183967"/>
              <a:gd name="connsiteY28" fmla="*/ 26193 h 133350"/>
              <a:gd name="connsiteX29" fmla="*/ 1081087 w 1183967"/>
              <a:gd name="connsiteY29" fmla="*/ 21431 h 133350"/>
              <a:gd name="connsiteX30" fmla="*/ 1088231 w 1183967"/>
              <a:gd name="connsiteY30" fmla="*/ 19050 h 133350"/>
              <a:gd name="connsiteX31" fmla="*/ 1126331 w 1183967"/>
              <a:gd name="connsiteY31" fmla="*/ 14287 h 133350"/>
              <a:gd name="connsiteX32" fmla="*/ 1147762 w 1183967"/>
              <a:gd name="connsiteY32" fmla="*/ 9525 h 133350"/>
              <a:gd name="connsiteX33" fmla="*/ 1154906 w 1183967"/>
              <a:gd name="connsiteY33" fmla="*/ 7143 h 133350"/>
              <a:gd name="connsiteX34" fmla="*/ 1183481 w 1183967"/>
              <a:gd name="connsiteY34" fmla="*/ 4762 h 133350"/>
              <a:gd name="connsiteX35" fmla="*/ 1181100 w 1183967"/>
              <a:gd name="connsiteY35" fmla="*/ 0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183967" h="133350">
                <a:moveTo>
                  <a:pt x="0" y="128587"/>
                </a:moveTo>
                <a:cubicBezTo>
                  <a:pt x="15523" y="131691"/>
                  <a:pt x="21465" y="133350"/>
                  <a:pt x="40481" y="133350"/>
                </a:cubicBezTo>
                <a:cubicBezTo>
                  <a:pt x="55178" y="133350"/>
                  <a:pt x="92470" y="130009"/>
                  <a:pt x="109537" y="128587"/>
                </a:cubicBezTo>
                <a:cubicBezTo>
                  <a:pt x="136762" y="121782"/>
                  <a:pt x="95154" y="131777"/>
                  <a:pt x="157162" y="121443"/>
                </a:cubicBezTo>
                <a:lnTo>
                  <a:pt x="185737" y="116681"/>
                </a:lnTo>
                <a:cubicBezTo>
                  <a:pt x="188912" y="115093"/>
                  <a:pt x="191862" y="112938"/>
                  <a:pt x="195262" y="111918"/>
                </a:cubicBezTo>
                <a:cubicBezTo>
                  <a:pt x="224917" y="103021"/>
                  <a:pt x="196508" y="116057"/>
                  <a:pt x="219075" y="104775"/>
                </a:cubicBezTo>
                <a:cubicBezTo>
                  <a:pt x="237331" y="105569"/>
                  <a:pt x="255620" y="105806"/>
                  <a:pt x="273844" y="107156"/>
                </a:cubicBezTo>
                <a:cubicBezTo>
                  <a:pt x="277108" y="107398"/>
                  <a:pt x="280096" y="109537"/>
                  <a:pt x="283369" y="109537"/>
                </a:cubicBezTo>
                <a:cubicBezTo>
                  <a:pt x="311955" y="109537"/>
                  <a:pt x="340519" y="107950"/>
                  <a:pt x="369094" y="107156"/>
                </a:cubicBezTo>
                <a:cubicBezTo>
                  <a:pt x="373856" y="106362"/>
                  <a:pt x="378586" y="105339"/>
                  <a:pt x="383381" y="104775"/>
                </a:cubicBezTo>
                <a:cubicBezTo>
                  <a:pt x="448897" y="97066"/>
                  <a:pt x="379301" y="106717"/>
                  <a:pt x="426244" y="100012"/>
                </a:cubicBezTo>
                <a:cubicBezTo>
                  <a:pt x="464020" y="74828"/>
                  <a:pt x="427396" y="97399"/>
                  <a:pt x="542925" y="92868"/>
                </a:cubicBezTo>
                <a:cubicBezTo>
                  <a:pt x="546969" y="92709"/>
                  <a:pt x="550839" y="91152"/>
                  <a:pt x="554831" y="90487"/>
                </a:cubicBezTo>
                <a:cubicBezTo>
                  <a:pt x="564689" y="88844"/>
                  <a:pt x="580920" y="86929"/>
                  <a:pt x="590550" y="85725"/>
                </a:cubicBezTo>
                <a:cubicBezTo>
                  <a:pt x="647192" y="71563"/>
                  <a:pt x="566706" y="90710"/>
                  <a:pt x="633412" y="78581"/>
                </a:cubicBezTo>
                <a:cubicBezTo>
                  <a:pt x="643072" y="76825"/>
                  <a:pt x="652403" y="73567"/>
                  <a:pt x="661987" y="71437"/>
                </a:cubicBezTo>
                <a:cubicBezTo>
                  <a:pt x="666700" y="70390"/>
                  <a:pt x="671562" y="70103"/>
                  <a:pt x="676275" y="69056"/>
                </a:cubicBezTo>
                <a:cubicBezTo>
                  <a:pt x="686580" y="66766"/>
                  <a:pt x="682052" y="64957"/>
                  <a:pt x="695325" y="64293"/>
                </a:cubicBezTo>
                <a:cubicBezTo>
                  <a:pt x="723083" y="62905"/>
                  <a:pt x="750888" y="62706"/>
                  <a:pt x="778669" y="61912"/>
                </a:cubicBezTo>
                <a:cubicBezTo>
                  <a:pt x="793232" y="52204"/>
                  <a:pt x="780784" y="58889"/>
                  <a:pt x="809625" y="54768"/>
                </a:cubicBezTo>
                <a:cubicBezTo>
                  <a:pt x="836057" y="50992"/>
                  <a:pt x="794081" y="51985"/>
                  <a:pt x="840581" y="50006"/>
                </a:cubicBezTo>
                <a:cubicBezTo>
                  <a:pt x="870727" y="48723"/>
                  <a:pt x="900906" y="48419"/>
                  <a:pt x="931069" y="47625"/>
                </a:cubicBezTo>
                <a:cubicBezTo>
                  <a:pt x="939800" y="46831"/>
                  <a:pt x="948583" y="46483"/>
                  <a:pt x="957262" y="45243"/>
                </a:cubicBezTo>
                <a:cubicBezTo>
                  <a:pt x="959747" y="44888"/>
                  <a:pt x="961945" y="43354"/>
                  <a:pt x="964406" y="42862"/>
                </a:cubicBezTo>
                <a:cubicBezTo>
                  <a:pt x="969910" y="41761"/>
                  <a:pt x="975528" y="41334"/>
                  <a:pt x="981075" y="40481"/>
                </a:cubicBezTo>
                <a:cubicBezTo>
                  <a:pt x="985847" y="39747"/>
                  <a:pt x="990587" y="38816"/>
                  <a:pt x="995362" y="38100"/>
                </a:cubicBezTo>
                <a:lnTo>
                  <a:pt x="1028700" y="33337"/>
                </a:lnTo>
                <a:cubicBezTo>
                  <a:pt x="1057134" y="23860"/>
                  <a:pt x="1027710" y="32630"/>
                  <a:pt x="1062037" y="26193"/>
                </a:cubicBezTo>
                <a:cubicBezTo>
                  <a:pt x="1068470" y="24987"/>
                  <a:pt x="1074772" y="23153"/>
                  <a:pt x="1081087" y="21431"/>
                </a:cubicBezTo>
                <a:cubicBezTo>
                  <a:pt x="1083509" y="20771"/>
                  <a:pt x="1085770" y="19542"/>
                  <a:pt x="1088231" y="19050"/>
                </a:cubicBezTo>
                <a:cubicBezTo>
                  <a:pt x="1096737" y="17349"/>
                  <a:pt x="1118887" y="15114"/>
                  <a:pt x="1126331" y="14287"/>
                </a:cubicBezTo>
                <a:cubicBezTo>
                  <a:pt x="1142419" y="8925"/>
                  <a:pt x="1122606" y="15116"/>
                  <a:pt x="1147762" y="9525"/>
                </a:cubicBezTo>
                <a:cubicBezTo>
                  <a:pt x="1150212" y="8980"/>
                  <a:pt x="1152418" y="7475"/>
                  <a:pt x="1154906" y="7143"/>
                </a:cubicBezTo>
                <a:cubicBezTo>
                  <a:pt x="1164380" y="5880"/>
                  <a:pt x="1174260" y="7277"/>
                  <a:pt x="1183481" y="4762"/>
                </a:cubicBezTo>
                <a:cubicBezTo>
                  <a:pt x="1185193" y="4295"/>
                  <a:pt x="1181894" y="1587"/>
                  <a:pt x="1181100" y="0"/>
                </a:cubicBezTo>
              </a:path>
            </a:pathLst>
          </a:cu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1" name="Freeform: Shape 50">
            <a:extLst>
              <a:ext uri="{FF2B5EF4-FFF2-40B4-BE49-F238E27FC236}">
                <a16:creationId xmlns:a16="http://schemas.microsoft.com/office/drawing/2014/main" id="{92843F2C-2FC1-2AD9-4ED3-9271729881F8}"/>
              </a:ext>
            </a:extLst>
          </p:cNvPr>
          <p:cNvSpPr/>
          <p:nvPr/>
        </p:nvSpPr>
        <p:spPr>
          <a:xfrm flipH="1">
            <a:off x="1980680" y="2835198"/>
            <a:ext cx="1993926" cy="1518323"/>
          </a:xfrm>
          <a:custGeom>
            <a:avLst/>
            <a:gdLst>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3994 w 2543175"/>
              <a:gd name="connsiteY112" fmla="*/ 1047750 h 1890712"/>
              <a:gd name="connsiteX113" fmla="*/ 1502569 w 2543175"/>
              <a:gd name="connsiteY113" fmla="*/ 1066800 h 1890712"/>
              <a:gd name="connsiteX114" fmla="*/ 1526382 w 2543175"/>
              <a:gd name="connsiteY114" fmla="*/ 1085850 h 1890712"/>
              <a:gd name="connsiteX115" fmla="*/ 1531144 w 2543175"/>
              <a:gd name="connsiteY115" fmla="*/ 1095375 h 1890712"/>
              <a:gd name="connsiteX116" fmla="*/ 1559719 w 2543175"/>
              <a:gd name="connsiteY116" fmla="*/ 1121569 h 1890712"/>
              <a:gd name="connsiteX117" fmla="*/ 1569244 w 2543175"/>
              <a:gd name="connsiteY117" fmla="*/ 1131094 h 1890712"/>
              <a:gd name="connsiteX118" fmla="*/ 1597819 w 2543175"/>
              <a:gd name="connsiteY118" fmla="*/ 1154906 h 1890712"/>
              <a:gd name="connsiteX119" fmla="*/ 1604963 w 2543175"/>
              <a:gd name="connsiteY119" fmla="*/ 1162050 h 1890712"/>
              <a:gd name="connsiteX120" fmla="*/ 1612107 w 2543175"/>
              <a:gd name="connsiteY120" fmla="*/ 1166812 h 1890712"/>
              <a:gd name="connsiteX121" fmla="*/ 1628775 w 2543175"/>
              <a:gd name="connsiteY121" fmla="*/ 1183481 h 1890712"/>
              <a:gd name="connsiteX122" fmla="*/ 1662113 w 2543175"/>
              <a:gd name="connsiteY122" fmla="*/ 1209675 h 1890712"/>
              <a:gd name="connsiteX123" fmla="*/ 1678782 w 2543175"/>
              <a:gd name="connsiteY123" fmla="*/ 1226344 h 1890712"/>
              <a:gd name="connsiteX124" fmla="*/ 1700213 w 2543175"/>
              <a:gd name="connsiteY124" fmla="*/ 1247775 h 1890712"/>
              <a:gd name="connsiteX125" fmla="*/ 1712119 w 2543175"/>
              <a:gd name="connsiteY125" fmla="*/ 1259681 h 1890712"/>
              <a:gd name="connsiteX126" fmla="*/ 1733550 w 2543175"/>
              <a:gd name="connsiteY126" fmla="*/ 1273969 h 1890712"/>
              <a:gd name="connsiteX127" fmla="*/ 1743075 w 2543175"/>
              <a:gd name="connsiteY127" fmla="*/ 1283494 h 1890712"/>
              <a:gd name="connsiteX128" fmla="*/ 1754982 w 2543175"/>
              <a:gd name="connsiteY128" fmla="*/ 1290637 h 1890712"/>
              <a:gd name="connsiteX129" fmla="*/ 1766888 w 2543175"/>
              <a:gd name="connsiteY129" fmla="*/ 1300162 h 1890712"/>
              <a:gd name="connsiteX130" fmla="*/ 1783557 w 2543175"/>
              <a:gd name="connsiteY130" fmla="*/ 1307306 h 1890712"/>
              <a:gd name="connsiteX131" fmla="*/ 1790700 w 2543175"/>
              <a:gd name="connsiteY131" fmla="*/ 1312069 h 1890712"/>
              <a:gd name="connsiteX132" fmla="*/ 1800225 w 2543175"/>
              <a:gd name="connsiteY132" fmla="*/ 1319212 h 1890712"/>
              <a:gd name="connsiteX133" fmla="*/ 1807369 w 2543175"/>
              <a:gd name="connsiteY133" fmla="*/ 1321594 h 1890712"/>
              <a:gd name="connsiteX134" fmla="*/ 1824038 w 2543175"/>
              <a:gd name="connsiteY134" fmla="*/ 1333500 h 1890712"/>
              <a:gd name="connsiteX135" fmla="*/ 1843088 w 2543175"/>
              <a:gd name="connsiteY135" fmla="*/ 1352550 h 1890712"/>
              <a:gd name="connsiteX136" fmla="*/ 1852613 w 2543175"/>
              <a:gd name="connsiteY136" fmla="*/ 1359694 h 1890712"/>
              <a:gd name="connsiteX137" fmla="*/ 1859757 w 2543175"/>
              <a:gd name="connsiteY137" fmla="*/ 1366837 h 1890712"/>
              <a:gd name="connsiteX138" fmla="*/ 1869282 w 2543175"/>
              <a:gd name="connsiteY138" fmla="*/ 1371600 h 1890712"/>
              <a:gd name="connsiteX139" fmla="*/ 1883569 w 2543175"/>
              <a:gd name="connsiteY139" fmla="*/ 1388269 h 1890712"/>
              <a:gd name="connsiteX140" fmla="*/ 1893094 w 2543175"/>
              <a:gd name="connsiteY140" fmla="*/ 1395412 h 1890712"/>
              <a:gd name="connsiteX141" fmla="*/ 1902619 w 2543175"/>
              <a:gd name="connsiteY141" fmla="*/ 1404937 h 1890712"/>
              <a:gd name="connsiteX142" fmla="*/ 1912144 w 2543175"/>
              <a:gd name="connsiteY142" fmla="*/ 1409700 h 1890712"/>
              <a:gd name="connsiteX143" fmla="*/ 1931194 w 2543175"/>
              <a:gd name="connsiteY143" fmla="*/ 1421606 h 1890712"/>
              <a:gd name="connsiteX144" fmla="*/ 1935957 w 2543175"/>
              <a:gd name="connsiteY144" fmla="*/ 1428750 h 1890712"/>
              <a:gd name="connsiteX145" fmla="*/ 1952625 w 2543175"/>
              <a:gd name="connsiteY145" fmla="*/ 1438275 h 1890712"/>
              <a:gd name="connsiteX146" fmla="*/ 1971675 w 2543175"/>
              <a:gd name="connsiteY146" fmla="*/ 1450181 h 1890712"/>
              <a:gd name="connsiteX147" fmla="*/ 1981200 w 2543175"/>
              <a:gd name="connsiteY147" fmla="*/ 1454944 h 1890712"/>
              <a:gd name="connsiteX148" fmla="*/ 1997869 w 2543175"/>
              <a:gd name="connsiteY148" fmla="*/ 1471612 h 1890712"/>
              <a:gd name="connsiteX149" fmla="*/ 2007394 w 2543175"/>
              <a:gd name="connsiteY149" fmla="*/ 1478756 h 1890712"/>
              <a:gd name="connsiteX150" fmla="*/ 2016919 w 2543175"/>
              <a:gd name="connsiteY150" fmla="*/ 1483519 h 1890712"/>
              <a:gd name="connsiteX151" fmla="*/ 2024063 w 2543175"/>
              <a:gd name="connsiteY151" fmla="*/ 1490662 h 1890712"/>
              <a:gd name="connsiteX152" fmla="*/ 2033588 w 2543175"/>
              <a:gd name="connsiteY152" fmla="*/ 1495425 h 1890712"/>
              <a:gd name="connsiteX153" fmla="*/ 2040732 w 2543175"/>
              <a:gd name="connsiteY153" fmla="*/ 1502569 h 1890712"/>
              <a:gd name="connsiteX154" fmla="*/ 2047875 w 2543175"/>
              <a:gd name="connsiteY154" fmla="*/ 1507331 h 1890712"/>
              <a:gd name="connsiteX155" fmla="*/ 2057400 w 2543175"/>
              <a:gd name="connsiteY155" fmla="*/ 1514475 h 1890712"/>
              <a:gd name="connsiteX156" fmla="*/ 2064544 w 2543175"/>
              <a:gd name="connsiteY156" fmla="*/ 1519237 h 1890712"/>
              <a:gd name="connsiteX157" fmla="*/ 2071688 w 2543175"/>
              <a:gd name="connsiteY157" fmla="*/ 1526381 h 1890712"/>
              <a:gd name="connsiteX158" fmla="*/ 2081213 w 2543175"/>
              <a:gd name="connsiteY158" fmla="*/ 1531144 h 1890712"/>
              <a:gd name="connsiteX159" fmla="*/ 2090738 w 2543175"/>
              <a:gd name="connsiteY159" fmla="*/ 1538287 h 1890712"/>
              <a:gd name="connsiteX160" fmla="*/ 2109788 w 2543175"/>
              <a:gd name="connsiteY160" fmla="*/ 1547812 h 1890712"/>
              <a:gd name="connsiteX161" fmla="*/ 2131219 w 2543175"/>
              <a:gd name="connsiteY161" fmla="*/ 1562100 h 1890712"/>
              <a:gd name="connsiteX162" fmla="*/ 2140744 w 2543175"/>
              <a:gd name="connsiteY162" fmla="*/ 1566862 h 1890712"/>
              <a:gd name="connsiteX163" fmla="*/ 2152650 w 2543175"/>
              <a:gd name="connsiteY163" fmla="*/ 1576387 h 1890712"/>
              <a:gd name="connsiteX164" fmla="*/ 2181225 w 2543175"/>
              <a:gd name="connsiteY164" fmla="*/ 1590675 h 1890712"/>
              <a:gd name="connsiteX165" fmla="*/ 2200275 w 2543175"/>
              <a:gd name="connsiteY165" fmla="*/ 1607344 h 1890712"/>
              <a:gd name="connsiteX166" fmla="*/ 2207419 w 2543175"/>
              <a:gd name="connsiteY166" fmla="*/ 1612106 h 1890712"/>
              <a:gd name="connsiteX167" fmla="*/ 2216944 w 2543175"/>
              <a:gd name="connsiteY167" fmla="*/ 1619250 h 1890712"/>
              <a:gd name="connsiteX168" fmla="*/ 2224088 w 2543175"/>
              <a:gd name="connsiteY168" fmla="*/ 1624012 h 1890712"/>
              <a:gd name="connsiteX169" fmla="*/ 2247900 w 2543175"/>
              <a:gd name="connsiteY169" fmla="*/ 1643062 h 1890712"/>
              <a:gd name="connsiteX170" fmla="*/ 2255044 w 2543175"/>
              <a:gd name="connsiteY170" fmla="*/ 1650206 h 1890712"/>
              <a:gd name="connsiteX171" fmla="*/ 2281238 w 2543175"/>
              <a:gd name="connsiteY171" fmla="*/ 1664494 h 1890712"/>
              <a:gd name="connsiteX172" fmla="*/ 2297907 w 2543175"/>
              <a:gd name="connsiteY172" fmla="*/ 1674019 h 1890712"/>
              <a:gd name="connsiteX173" fmla="*/ 2305050 w 2543175"/>
              <a:gd name="connsiteY173" fmla="*/ 1678781 h 1890712"/>
              <a:gd name="connsiteX174" fmla="*/ 2312194 w 2543175"/>
              <a:gd name="connsiteY174" fmla="*/ 1685925 h 1890712"/>
              <a:gd name="connsiteX175" fmla="*/ 2321719 w 2543175"/>
              <a:gd name="connsiteY175" fmla="*/ 1690687 h 1890712"/>
              <a:gd name="connsiteX176" fmla="*/ 2328863 w 2543175"/>
              <a:gd name="connsiteY176" fmla="*/ 1697831 h 1890712"/>
              <a:gd name="connsiteX177" fmla="*/ 2350294 w 2543175"/>
              <a:gd name="connsiteY177" fmla="*/ 1712119 h 1890712"/>
              <a:gd name="connsiteX178" fmla="*/ 2359819 w 2543175"/>
              <a:gd name="connsiteY178" fmla="*/ 1719262 h 1890712"/>
              <a:gd name="connsiteX179" fmla="*/ 2369344 w 2543175"/>
              <a:gd name="connsiteY179" fmla="*/ 1724025 h 1890712"/>
              <a:gd name="connsiteX180" fmla="*/ 2376488 w 2543175"/>
              <a:gd name="connsiteY180" fmla="*/ 1731169 h 1890712"/>
              <a:gd name="connsiteX181" fmla="*/ 2402682 w 2543175"/>
              <a:gd name="connsiteY181" fmla="*/ 1747837 h 1890712"/>
              <a:gd name="connsiteX182" fmla="*/ 2450307 w 2543175"/>
              <a:gd name="connsiteY182" fmla="*/ 1769269 h 1890712"/>
              <a:gd name="connsiteX183" fmla="*/ 2466975 w 2543175"/>
              <a:gd name="connsiteY183" fmla="*/ 1783556 h 1890712"/>
              <a:gd name="connsiteX184" fmla="*/ 2481263 w 2543175"/>
              <a:gd name="connsiteY184" fmla="*/ 1795462 h 1890712"/>
              <a:gd name="connsiteX185" fmla="*/ 2486025 w 2543175"/>
              <a:gd name="connsiteY185" fmla="*/ 1802606 h 1890712"/>
              <a:gd name="connsiteX186" fmla="*/ 2493169 w 2543175"/>
              <a:gd name="connsiteY186" fmla="*/ 1807369 h 1890712"/>
              <a:gd name="connsiteX187" fmla="*/ 2495550 w 2543175"/>
              <a:gd name="connsiteY187" fmla="*/ 1816894 h 1890712"/>
              <a:gd name="connsiteX188" fmla="*/ 2497932 w 2543175"/>
              <a:gd name="connsiteY188" fmla="*/ 1824037 h 1890712"/>
              <a:gd name="connsiteX189" fmla="*/ 2514600 w 2543175"/>
              <a:gd name="connsiteY189" fmla="*/ 1850231 h 1890712"/>
              <a:gd name="connsiteX190" fmla="*/ 2519363 w 2543175"/>
              <a:gd name="connsiteY190" fmla="*/ 1857375 h 1890712"/>
              <a:gd name="connsiteX191" fmla="*/ 2540794 w 2543175"/>
              <a:gd name="connsiteY191" fmla="*/ 1883569 h 1890712"/>
              <a:gd name="connsiteX192" fmla="*/ 2543175 w 2543175"/>
              <a:gd name="connsiteY19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502569 w 2543175"/>
              <a:gd name="connsiteY113" fmla="*/ 1066800 h 1890712"/>
              <a:gd name="connsiteX114" fmla="*/ 1526382 w 2543175"/>
              <a:gd name="connsiteY114" fmla="*/ 1085850 h 1890712"/>
              <a:gd name="connsiteX115" fmla="*/ 1531144 w 2543175"/>
              <a:gd name="connsiteY115" fmla="*/ 1095375 h 1890712"/>
              <a:gd name="connsiteX116" fmla="*/ 1559719 w 2543175"/>
              <a:gd name="connsiteY116" fmla="*/ 1121569 h 1890712"/>
              <a:gd name="connsiteX117" fmla="*/ 1569244 w 2543175"/>
              <a:gd name="connsiteY117" fmla="*/ 1131094 h 1890712"/>
              <a:gd name="connsiteX118" fmla="*/ 1597819 w 2543175"/>
              <a:gd name="connsiteY118" fmla="*/ 1154906 h 1890712"/>
              <a:gd name="connsiteX119" fmla="*/ 1604963 w 2543175"/>
              <a:gd name="connsiteY119" fmla="*/ 1162050 h 1890712"/>
              <a:gd name="connsiteX120" fmla="*/ 1612107 w 2543175"/>
              <a:gd name="connsiteY120" fmla="*/ 1166812 h 1890712"/>
              <a:gd name="connsiteX121" fmla="*/ 1628775 w 2543175"/>
              <a:gd name="connsiteY121" fmla="*/ 1183481 h 1890712"/>
              <a:gd name="connsiteX122" fmla="*/ 1662113 w 2543175"/>
              <a:gd name="connsiteY122" fmla="*/ 1209675 h 1890712"/>
              <a:gd name="connsiteX123" fmla="*/ 1678782 w 2543175"/>
              <a:gd name="connsiteY123" fmla="*/ 1226344 h 1890712"/>
              <a:gd name="connsiteX124" fmla="*/ 1700213 w 2543175"/>
              <a:gd name="connsiteY124" fmla="*/ 1247775 h 1890712"/>
              <a:gd name="connsiteX125" fmla="*/ 1712119 w 2543175"/>
              <a:gd name="connsiteY125" fmla="*/ 1259681 h 1890712"/>
              <a:gd name="connsiteX126" fmla="*/ 1733550 w 2543175"/>
              <a:gd name="connsiteY126" fmla="*/ 1273969 h 1890712"/>
              <a:gd name="connsiteX127" fmla="*/ 1743075 w 2543175"/>
              <a:gd name="connsiteY127" fmla="*/ 1283494 h 1890712"/>
              <a:gd name="connsiteX128" fmla="*/ 1754982 w 2543175"/>
              <a:gd name="connsiteY128" fmla="*/ 1290637 h 1890712"/>
              <a:gd name="connsiteX129" fmla="*/ 1766888 w 2543175"/>
              <a:gd name="connsiteY129" fmla="*/ 1300162 h 1890712"/>
              <a:gd name="connsiteX130" fmla="*/ 1783557 w 2543175"/>
              <a:gd name="connsiteY130" fmla="*/ 1307306 h 1890712"/>
              <a:gd name="connsiteX131" fmla="*/ 1790700 w 2543175"/>
              <a:gd name="connsiteY131" fmla="*/ 1312069 h 1890712"/>
              <a:gd name="connsiteX132" fmla="*/ 1800225 w 2543175"/>
              <a:gd name="connsiteY132" fmla="*/ 1319212 h 1890712"/>
              <a:gd name="connsiteX133" fmla="*/ 1807369 w 2543175"/>
              <a:gd name="connsiteY133" fmla="*/ 1321594 h 1890712"/>
              <a:gd name="connsiteX134" fmla="*/ 1824038 w 2543175"/>
              <a:gd name="connsiteY134" fmla="*/ 1333500 h 1890712"/>
              <a:gd name="connsiteX135" fmla="*/ 1843088 w 2543175"/>
              <a:gd name="connsiteY135" fmla="*/ 1352550 h 1890712"/>
              <a:gd name="connsiteX136" fmla="*/ 1852613 w 2543175"/>
              <a:gd name="connsiteY136" fmla="*/ 1359694 h 1890712"/>
              <a:gd name="connsiteX137" fmla="*/ 1859757 w 2543175"/>
              <a:gd name="connsiteY137" fmla="*/ 1366837 h 1890712"/>
              <a:gd name="connsiteX138" fmla="*/ 1869282 w 2543175"/>
              <a:gd name="connsiteY138" fmla="*/ 1371600 h 1890712"/>
              <a:gd name="connsiteX139" fmla="*/ 1883569 w 2543175"/>
              <a:gd name="connsiteY139" fmla="*/ 1388269 h 1890712"/>
              <a:gd name="connsiteX140" fmla="*/ 1893094 w 2543175"/>
              <a:gd name="connsiteY140" fmla="*/ 1395412 h 1890712"/>
              <a:gd name="connsiteX141" fmla="*/ 1902619 w 2543175"/>
              <a:gd name="connsiteY141" fmla="*/ 1404937 h 1890712"/>
              <a:gd name="connsiteX142" fmla="*/ 1912144 w 2543175"/>
              <a:gd name="connsiteY142" fmla="*/ 1409700 h 1890712"/>
              <a:gd name="connsiteX143" fmla="*/ 1931194 w 2543175"/>
              <a:gd name="connsiteY143" fmla="*/ 1421606 h 1890712"/>
              <a:gd name="connsiteX144" fmla="*/ 1935957 w 2543175"/>
              <a:gd name="connsiteY144" fmla="*/ 1428750 h 1890712"/>
              <a:gd name="connsiteX145" fmla="*/ 1952625 w 2543175"/>
              <a:gd name="connsiteY145" fmla="*/ 1438275 h 1890712"/>
              <a:gd name="connsiteX146" fmla="*/ 1971675 w 2543175"/>
              <a:gd name="connsiteY146" fmla="*/ 1450181 h 1890712"/>
              <a:gd name="connsiteX147" fmla="*/ 1981200 w 2543175"/>
              <a:gd name="connsiteY147" fmla="*/ 1454944 h 1890712"/>
              <a:gd name="connsiteX148" fmla="*/ 1997869 w 2543175"/>
              <a:gd name="connsiteY148" fmla="*/ 1471612 h 1890712"/>
              <a:gd name="connsiteX149" fmla="*/ 2007394 w 2543175"/>
              <a:gd name="connsiteY149" fmla="*/ 1478756 h 1890712"/>
              <a:gd name="connsiteX150" fmla="*/ 2016919 w 2543175"/>
              <a:gd name="connsiteY150" fmla="*/ 1483519 h 1890712"/>
              <a:gd name="connsiteX151" fmla="*/ 2024063 w 2543175"/>
              <a:gd name="connsiteY151" fmla="*/ 1490662 h 1890712"/>
              <a:gd name="connsiteX152" fmla="*/ 2033588 w 2543175"/>
              <a:gd name="connsiteY152" fmla="*/ 1495425 h 1890712"/>
              <a:gd name="connsiteX153" fmla="*/ 2040732 w 2543175"/>
              <a:gd name="connsiteY153" fmla="*/ 1502569 h 1890712"/>
              <a:gd name="connsiteX154" fmla="*/ 2047875 w 2543175"/>
              <a:gd name="connsiteY154" fmla="*/ 1507331 h 1890712"/>
              <a:gd name="connsiteX155" fmla="*/ 2057400 w 2543175"/>
              <a:gd name="connsiteY155" fmla="*/ 1514475 h 1890712"/>
              <a:gd name="connsiteX156" fmla="*/ 2064544 w 2543175"/>
              <a:gd name="connsiteY156" fmla="*/ 1519237 h 1890712"/>
              <a:gd name="connsiteX157" fmla="*/ 2071688 w 2543175"/>
              <a:gd name="connsiteY157" fmla="*/ 1526381 h 1890712"/>
              <a:gd name="connsiteX158" fmla="*/ 2081213 w 2543175"/>
              <a:gd name="connsiteY158" fmla="*/ 1531144 h 1890712"/>
              <a:gd name="connsiteX159" fmla="*/ 2090738 w 2543175"/>
              <a:gd name="connsiteY159" fmla="*/ 1538287 h 1890712"/>
              <a:gd name="connsiteX160" fmla="*/ 2109788 w 2543175"/>
              <a:gd name="connsiteY160" fmla="*/ 1547812 h 1890712"/>
              <a:gd name="connsiteX161" fmla="*/ 2131219 w 2543175"/>
              <a:gd name="connsiteY161" fmla="*/ 1562100 h 1890712"/>
              <a:gd name="connsiteX162" fmla="*/ 2140744 w 2543175"/>
              <a:gd name="connsiteY162" fmla="*/ 1566862 h 1890712"/>
              <a:gd name="connsiteX163" fmla="*/ 2152650 w 2543175"/>
              <a:gd name="connsiteY163" fmla="*/ 1576387 h 1890712"/>
              <a:gd name="connsiteX164" fmla="*/ 2181225 w 2543175"/>
              <a:gd name="connsiteY164" fmla="*/ 1590675 h 1890712"/>
              <a:gd name="connsiteX165" fmla="*/ 2200275 w 2543175"/>
              <a:gd name="connsiteY165" fmla="*/ 1607344 h 1890712"/>
              <a:gd name="connsiteX166" fmla="*/ 2207419 w 2543175"/>
              <a:gd name="connsiteY166" fmla="*/ 1612106 h 1890712"/>
              <a:gd name="connsiteX167" fmla="*/ 2216944 w 2543175"/>
              <a:gd name="connsiteY167" fmla="*/ 1619250 h 1890712"/>
              <a:gd name="connsiteX168" fmla="*/ 2224088 w 2543175"/>
              <a:gd name="connsiteY168" fmla="*/ 1624012 h 1890712"/>
              <a:gd name="connsiteX169" fmla="*/ 2247900 w 2543175"/>
              <a:gd name="connsiteY169" fmla="*/ 1643062 h 1890712"/>
              <a:gd name="connsiteX170" fmla="*/ 2255044 w 2543175"/>
              <a:gd name="connsiteY170" fmla="*/ 1650206 h 1890712"/>
              <a:gd name="connsiteX171" fmla="*/ 2281238 w 2543175"/>
              <a:gd name="connsiteY171" fmla="*/ 1664494 h 1890712"/>
              <a:gd name="connsiteX172" fmla="*/ 2297907 w 2543175"/>
              <a:gd name="connsiteY172" fmla="*/ 1674019 h 1890712"/>
              <a:gd name="connsiteX173" fmla="*/ 2305050 w 2543175"/>
              <a:gd name="connsiteY173" fmla="*/ 1678781 h 1890712"/>
              <a:gd name="connsiteX174" fmla="*/ 2312194 w 2543175"/>
              <a:gd name="connsiteY174" fmla="*/ 1685925 h 1890712"/>
              <a:gd name="connsiteX175" fmla="*/ 2321719 w 2543175"/>
              <a:gd name="connsiteY175" fmla="*/ 1690687 h 1890712"/>
              <a:gd name="connsiteX176" fmla="*/ 2328863 w 2543175"/>
              <a:gd name="connsiteY176" fmla="*/ 1697831 h 1890712"/>
              <a:gd name="connsiteX177" fmla="*/ 2350294 w 2543175"/>
              <a:gd name="connsiteY177" fmla="*/ 1712119 h 1890712"/>
              <a:gd name="connsiteX178" fmla="*/ 2359819 w 2543175"/>
              <a:gd name="connsiteY178" fmla="*/ 1719262 h 1890712"/>
              <a:gd name="connsiteX179" fmla="*/ 2369344 w 2543175"/>
              <a:gd name="connsiteY179" fmla="*/ 1724025 h 1890712"/>
              <a:gd name="connsiteX180" fmla="*/ 2376488 w 2543175"/>
              <a:gd name="connsiteY180" fmla="*/ 1731169 h 1890712"/>
              <a:gd name="connsiteX181" fmla="*/ 2402682 w 2543175"/>
              <a:gd name="connsiteY181" fmla="*/ 1747837 h 1890712"/>
              <a:gd name="connsiteX182" fmla="*/ 2450307 w 2543175"/>
              <a:gd name="connsiteY182" fmla="*/ 1769269 h 1890712"/>
              <a:gd name="connsiteX183" fmla="*/ 2466975 w 2543175"/>
              <a:gd name="connsiteY183" fmla="*/ 1783556 h 1890712"/>
              <a:gd name="connsiteX184" fmla="*/ 2481263 w 2543175"/>
              <a:gd name="connsiteY184" fmla="*/ 1795462 h 1890712"/>
              <a:gd name="connsiteX185" fmla="*/ 2486025 w 2543175"/>
              <a:gd name="connsiteY185" fmla="*/ 1802606 h 1890712"/>
              <a:gd name="connsiteX186" fmla="*/ 2493169 w 2543175"/>
              <a:gd name="connsiteY186" fmla="*/ 1807369 h 1890712"/>
              <a:gd name="connsiteX187" fmla="*/ 2495550 w 2543175"/>
              <a:gd name="connsiteY187" fmla="*/ 1816894 h 1890712"/>
              <a:gd name="connsiteX188" fmla="*/ 2497932 w 2543175"/>
              <a:gd name="connsiteY188" fmla="*/ 1824037 h 1890712"/>
              <a:gd name="connsiteX189" fmla="*/ 2514600 w 2543175"/>
              <a:gd name="connsiteY189" fmla="*/ 1850231 h 1890712"/>
              <a:gd name="connsiteX190" fmla="*/ 2519363 w 2543175"/>
              <a:gd name="connsiteY190" fmla="*/ 1857375 h 1890712"/>
              <a:gd name="connsiteX191" fmla="*/ 2540794 w 2543175"/>
              <a:gd name="connsiteY191" fmla="*/ 1883569 h 1890712"/>
              <a:gd name="connsiteX192" fmla="*/ 2543175 w 2543175"/>
              <a:gd name="connsiteY19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26382 w 2543175"/>
              <a:gd name="connsiteY114" fmla="*/ 1085850 h 1890712"/>
              <a:gd name="connsiteX115" fmla="*/ 1531144 w 2543175"/>
              <a:gd name="connsiteY115" fmla="*/ 1095375 h 1890712"/>
              <a:gd name="connsiteX116" fmla="*/ 1559719 w 2543175"/>
              <a:gd name="connsiteY116" fmla="*/ 1121569 h 1890712"/>
              <a:gd name="connsiteX117" fmla="*/ 1569244 w 2543175"/>
              <a:gd name="connsiteY117" fmla="*/ 1131094 h 1890712"/>
              <a:gd name="connsiteX118" fmla="*/ 1597819 w 2543175"/>
              <a:gd name="connsiteY118" fmla="*/ 1154906 h 1890712"/>
              <a:gd name="connsiteX119" fmla="*/ 1604963 w 2543175"/>
              <a:gd name="connsiteY119" fmla="*/ 1162050 h 1890712"/>
              <a:gd name="connsiteX120" fmla="*/ 1612107 w 2543175"/>
              <a:gd name="connsiteY120" fmla="*/ 1166812 h 1890712"/>
              <a:gd name="connsiteX121" fmla="*/ 1628775 w 2543175"/>
              <a:gd name="connsiteY121" fmla="*/ 1183481 h 1890712"/>
              <a:gd name="connsiteX122" fmla="*/ 1662113 w 2543175"/>
              <a:gd name="connsiteY122" fmla="*/ 1209675 h 1890712"/>
              <a:gd name="connsiteX123" fmla="*/ 1678782 w 2543175"/>
              <a:gd name="connsiteY123" fmla="*/ 1226344 h 1890712"/>
              <a:gd name="connsiteX124" fmla="*/ 1700213 w 2543175"/>
              <a:gd name="connsiteY124" fmla="*/ 1247775 h 1890712"/>
              <a:gd name="connsiteX125" fmla="*/ 1712119 w 2543175"/>
              <a:gd name="connsiteY125" fmla="*/ 1259681 h 1890712"/>
              <a:gd name="connsiteX126" fmla="*/ 1733550 w 2543175"/>
              <a:gd name="connsiteY126" fmla="*/ 1273969 h 1890712"/>
              <a:gd name="connsiteX127" fmla="*/ 1743075 w 2543175"/>
              <a:gd name="connsiteY127" fmla="*/ 1283494 h 1890712"/>
              <a:gd name="connsiteX128" fmla="*/ 1754982 w 2543175"/>
              <a:gd name="connsiteY128" fmla="*/ 1290637 h 1890712"/>
              <a:gd name="connsiteX129" fmla="*/ 1766888 w 2543175"/>
              <a:gd name="connsiteY129" fmla="*/ 1300162 h 1890712"/>
              <a:gd name="connsiteX130" fmla="*/ 1783557 w 2543175"/>
              <a:gd name="connsiteY130" fmla="*/ 1307306 h 1890712"/>
              <a:gd name="connsiteX131" fmla="*/ 1790700 w 2543175"/>
              <a:gd name="connsiteY131" fmla="*/ 1312069 h 1890712"/>
              <a:gd name="connsiteX132" fmla="*/ 1800225 w 2543175"/>
              <a:gd name="connsiteY132" fmla="*/ 1319212 h 1890712"/>
              <a:gd name="connsiteX133" fmla="*/ 1807369 w 2543175"/>
              <a:gd name="connsiteY133" fmla="*/ 1321594 h 1890712"/>
              <a:gd name="connsiteX134" fmla="*/ 1824038 w 2543175"/>
              <a:gd name="connsiteY134" fmla="*/ 1333500 h 1890712"/>
              <a:gd name="connsiteX135" fmla="*/ 1843088 w 2543175"/>
              <a:gd name="connsiteY135" fmla="*/ 1352550 h 1890712"/>
              <a:gd name="connsiteX136" fmla="*/ 1852613 w 2543175"/>
              <a:gd name="connsiteY136" fmla="*/ 1359694 h 1890712"/>
              <a:gd name="connsiteX137" fmla="*/ 1859757 w 2543175"/>
              <a:gd name="connsiteY137" fmla="*/ 1366837 h 1890712"/>
              <a:gd name="connsiteX138" fmla="*/ 1869282 w 2543175"/>
              <a:gd name="connsiteY138" fmla="*/ 1371600 h 1890712"/>
              <a:gd name="connsiteX139" fmla="*/ 1883569 w 2543175"/>
              <a:gd name="connsiteY139" fmla="*/ 1388269 h 1890712"/>
              <a:gd name="connsiteX140" fmla="*/ 1893094 w 2543175"/>
              <a:gd name="connsiteY140" fmla="*/ 1395412 h 1890712"/>
              <a:gd name="connsiteX141" fmla="*/ 1902619 w 2543175"/>
              <a:gd name="connsiteY141" fmla="*/ 1404937 h 1890712"/>
              <a:gd name="connsiteX142" fmla="*/ 1912144 w 2543175"/>
              <a:gd name="connsiteY142" fmla="*/ 1409700 h 1890712"/>
              <a:gd name="connsiteX143" fmla="*/ 1931194 w 2543175"/>
              <a:gd name="connsiteY143" fmla="*/ 1421606 h 1890712"/>
              <a:gd name="connsiteX144" fmla="*/ 1935957 w 2543175"/>
              <a:gd name="connsiteY144" fmla="*/ 1428750 h 1890712"/>
              <a:gd name="connsiteX145" fmla="*/ 1952625 w 2543175"/>
              <a:gd name="connsiteY145" fmla="*/ 1438275 h 1890712"/>
              <a:gd name="connsiteX146" fmla="*/ 1971675 w 2543175"/>
              <a:gd name="connsiteY146" fmla="*/ 1450181 h 1890712"/>
              <a:gd name="connsiteX147" fmla="*/ 1981200 w 2543175"/>
              <a:gd name="connsiteY147" fmla="*/ 1454944 h 1890712"/>
              <a:gd name="connsiteX148" fmla="*/ 1997869 w 2543175"/>
              <a:gd name="connsiteY148" fmla="*/ 1471612 h 1890712"/>
              <a:gd name="connsiteX149" fmla="*/ 2007394 w 2543175"/>
              <a:gd name="connsiteY149" fmla="*/ 1478756 h 1890712"/>
              <a:gd name="connsiteX150" fmla="*/ 2016919 w 2543175"/>
              <a:gd name="connsiteY150" fmla="*/ 1483519 h 1890712"/>
              <a:gd name="connsiteX151" fmla="*/ 2024063 w 2543175"/>
              <a:gd name="connsiteY151" fmla="*/ 1490662 h 1890712"/>
              <a:gd name="connsiteX152" fmla="*/ 2033588 w 2543175"/>
              <a:gd name="connsiteY152" fmla="*/ 1495425 h 1890712"/>
              <a:gd name="connsiteX153" fmla="*/ 2040732 w 2543175"/>
              <a:gd name="connsiteY153" fmla="*/ 1502569 h 1890712"/>
              <a:gd name="connsiteX154" fmla="*/ 2047875 w 2543175"/>
              <a:gd name="connsiteY154" fmla="*/ 1507331 h 1890712"/>
              <a:gd name="connsiteX155" fmla="*/ 2057400 w 2543175"/>
              <a:gd name="connsiteY155" fmla="*/ 1514475 h 1890712"/>
              <a:gd name="connsiteX156" fmla="*/ 2064544 w 2543175"/>
              <a:gd name="connsiteY156" fmla="*/ 1519237 h 1890712"/>
              <a:gd name="connsiteX157" fmla="*/ 2071688 w 2543175"/>
              <a:gd name="connsiteY157" fmla="*/ 1526381 h 1890712"/>
              <a:gd name="connsiteX158" fmla="*/ 2081213 w 2543175"/>
              <a:gd name="connsiteY158" fmla="*/ 1531144 h 1890712"/>
              <a:gd name="connsiteX159" fmla="*/ 2090738 w 2543175"/>
              <a:gd name="connsiteY159" fmla="*/ 1538287 h 1890712"/>
              <a:gd name="connsiteX160" fmla="*/ 2109788 w 2543175"/>
              <a:gd name="connsiteY160" fmla="*/ 1547812 h 1890712"/>
              <a:gd name="connsiteX161" fmla="*/ 2131219 w 2543175"/>
              <a:gd name="connsiteY161" fmla="*/ 1562100 h 1890712"/>
              <a:gd name="connsiteX162" fmla="*/ 2140744 w 2543175"/>
              <a:gd name="connsiteY162" fmla="*/ 1566862 h 1890712"/>
              <a:gd name="connsiteX163" fmla="*/ 2152650 w 2543175"/>
              <a:gd name="connsiteY163" fmla="*/ 1576387 h 1890712"/>
              <a:gd name="connsiteX164" fmla="*/ 2181225 w 2543175"/>
              <a:gd name="connsiteY164" fmla="*/ 1590675 h 1890712"/>
              <a:gd name="connsiteX165" fmla="*/ 2200275 w 2543175"/>
              <a:gd name="connsiteY165" fmla="*/ 1607344 h 1890712"/>
              <a:gd name="connsiteX166" fmla="*/ 2207419 w 2543175"/>
              <a:gd name="connsiteY166" fmla="*/ 1612106 h 1890712"/>
              <a:gd name="connsiteX167" fmla="*/ 2216944 w 2543175"/>
              <a:gd name="connsiteY167" fmla="*/ 1619250 h 1890712"/>
              <a:gd name="connsiteX168" fmla="*/ 2224088 w 2543175"/>
              <a:gd name="connsiteY168" fmla="*/ 1624012 h 1890712"/>
              <a:gd name="connsiteX169" fmla="*/ 2247900 w 2543175"/>
              <a:gd name="connsiteY169" fmla="*/ 1643062 h 1890712"/>
              <a:gd name="connsiteX170" fmla="*/ 2255044 w 2543175"/>
              <a:gd name="connsiteY170" fmla="*/ 1650206 h 1890712"/>
              <a:gd name="connsiteX171" fmla="*/ 2281238 w 2543175"/>
              <a:gd name="connsiteY171" fmla="*/ 1664494 h 1890712"/>
              <a:gd name="connsiteX172" fmla="*/ 2297907 w 2543175"/>
              <a:gd name="connsiteY172" fmla="*/ 1674019 h 1890712"/>
              <a:gd name="connsiteX173" fmla="*/ 2305050 w 2543175"/>
              <a:gd name="connsiteY173" fmla="*/ 1678781 h 1890712"/>
              <a:gd name="connsiteX174" fmla="*/ 2312194 w 2543175"/>
              <a:gd name="connsiteY174" fmla="*/ 1685925 h 1890712"/>
              <a:gd name="connsiteX175" fmla="*/ 2321719 w 2543175"/>
              <a:gd name="connsiteY175" fmla="*/ 1690687 h 1890712"/>
              <a:gd name="connsiteX176" fmla="*/ 2328863 w 2543175"/>
              <a:gd name="connsiteY176" fmla="*/ 1697831 h 1890712"/>
              <a:gd name="connsiteX177" fmla="*/ 2350294 w 2543175"/>
              <a:gd name="connsiteY177" fmla="*/ 1712119 h 1890712"/>
              <a:gd name="connsiteX178" fmla="*/ 2359819 w 2543175"/>
              <a:gd name="connsiteY178" fmla="*/ 1719262 h 1890712"/>
              <a:gd name="connsiteX179" fmla="*/ 2369344 w 2543175"/>
              <a:gd name="connsiteY179" fmla="*/ 1724025 h 1890712"/>
              <a:gd name="connsiteX180" fmla="*/ 2376488 w 2543175"/>
              <a:gd name="connsiteY180" fmla="*/ 1731169 h 1890712"/>
              <a:gd name="connsiteX181" fmla="*/ 2402682 w 2543175"/>
              <a:gd name="connsiteY181" fmla="*/ 1747837 h 1890712"/>
              <a:gd name="connsiteX182" fmla="*/ 2450307 w 2543175"/>
              <a:gd name="connsiteY182" fmla="*/ 1769269 h 1890712"/>
              <a:gd name="connsiteX183" fmla="*/ 2466975 w 2543175"/>
              <a:gd name="connsiteY183" fmla="*/ 1783556 h 1890712"/>
              <a:gd name="connsiteX184" fmla="*/ 2481263 w 2543175"/>
              <a:gd name="connsiteY184" fmla="*/ 1795462 h 1890712"/>
              <a:gd name="connsiteX185" fmla="*/ 2486025 w 2543175"/>
              <a:gd name="connsiteY185" fmla="*/ 1802606 h 1890712"/>
              <a:gd name="connsiteX186" fmla="*/ 2493169 w 2543175"/>
              <a:gd name="connsiteY186" fmla="*/ 1807369 h 1890712"/>
              <a:gd name="connsiteX187" fmla="*/ 2495550 w 2543175"/>
              <a:gd name="connsiteY187" fmla="*/ 1816894 h 1890712"/>
              <a:gd name="connsiteX188" fmla="*/ 2497932 w 2543175"/>
              <a:gd name="connsiteY188" fmla="*/ 1824037 h 1890712"/>
              <a:gd name="connsiteX189" fmla="*/ 2514600 w 2543175"/>
              <a:gd name="connsiteY189" fmla="*/ 1850231 h 1890712"/>
              <a:gd name="connsiteX190" fmla="*/ 2519363 w 2543175"/>
              <a:gd name="connsiteY190" fmla="*/ 1857375 h 1890712"/>
              <a:gd name="connsiteX191" fmla="*/ 2540794 w 2543175"/>
              <a:gd name="connsiteY191" fmla="*/ 1883569 h 1890712"/>
              <a:gd name="connsiteX192" fmla="*/ 2543175 w 2543175"/>
              <a:gd name="connsiteY19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26382 w 2543175"/>
              <a:gd name="connsiteY114" fmla="*/ 1085850 h 1890712"/>
              <a:gd name="connsiteX115" fmla="*/ 1559719 w 2543175"/>
              <a:gd name="connsiteY115" fmla="*/ 1121569 h 1890712"/>
              <a:gd name="connsiteX116" fmla="*/ 1569244 w 2543175"/>
              <a:gd name="connsiteY116" fmla="*/ 1131094 h 1890712"/>
              <a:gd name="connsiteX117" fmla="*/ 1597819 w 2543175"/>
              <a:gd name="connsiteY117" fmla="*/ 1154906 h 1890712"/>
              <a:gd name="connsiteX118" fmla="*/ 1604963 w 2543175"/>
              <a:gd name="connsiteY118" fmla="*/ 1162050 h 1890712"/>
              <a:gd name="connsiteX119" fmla="*/ 1612107 w 2543175"/>
              <a:gd name="connsiteY119" fmla="*/ 1166812 h 1890712"/>
              <a:gd name="connsiteX120" fmla="*/ 1628775 w 2543175"/>
              <a:gd name="connsiteY120" fmla="*/ 1183481 h 1890712"/>
              <a:gd name="connsiteX121" fmla="*/ 1662113 w 2543175"/>
              <a:gd name="connsiteY121" fmla="*/ 1209675 h 1890712"/>
              <a:gd name="connsiteX122" fmla="*/ 1678782 w 2543175"/>
              <a:gd name="connsiteY122" fmla="*/ 1226344 h 1890712"/>
              <a:gd name="connsiteX123" fmla="*/ 1700213 w 2543175"/>
              <a:gd name="connsiteY123" fmla="*/ 1247775 h 1890712"/>
              <a:gd name="connsiteX124" fmla="*/ 1712119 w 2543175"/>
              <a:gd name="connsiteY124" fmla="*/ 1259681 h 1890712"/>
              <a:gd name="connsiteX125" fmla="*/ 1733550 w 2543175"/>
              <a:gd name="connsiteY125" fmla="*/ 1273969 h 1890712"/>
              <a:gd name="connsiteX126" fmla="*/ 1743075 w 2543175"/>
              <a:gd name="connsiteY126" fmla="*/ 1283494 h 1890712"/>
              <a:gd name="connsiteX127" fmla="*/ 1754982 w 2543175"/>
              <a:gd name="connsiteY127" fmla="*/ 1290637 h 1890712"/>
              <a:gd name="connsiteX128" fmla="*/ 1766888 w 2543175"/>
              <a:gd name="connsiteY128" fmla="*/ 1300162 h 1890712"/>
              <a:gd name="connsiteX129" fmla="*/ 1783557 w 2543175"/>
              <a:gd name="connsiteY129" fmla="*/ 1307306 h 1890712"/>
              <a:gd name="connsiteX130" fmla="*/ 1790700 w 2543175"/>
              <a:gd name="connsiteY130" fmla="*/ 1312069 h 1890712"/>
              <a:gd name="connsiteX131" fmla="*/ 1800225 w 2543175"/>
              <a:gd name="connsiteY131" fmla="*/ 1319212 h 1890712"/>
              <a:gd name="connsiteX132" fmla="*/ 1807369 w 2543175"/>
              <a:gd name="connsiteY132" fmla="*/ 1321594 h 1890712"/>
              <a:gd name="connsiteX133" fmla="*/ 1824038 w 2543175"/>
              <a:gd name="connsiteY133" fmla="*/ 1333500 h 1890712"/>
              <a:gd name="connsiteX134" fmla="*/ 1843088 w 2543175"/>
              <a:gd name="connsiteY134" fmla="*/ 1352550 h 1890712"/>
              <a:gd name="connsiteX135" fmla="*/ 1852613 w 2543175"/>
              <a:gd name="connsiteY135" fmla="*/ 1359694 h 1890712"/>
              <a:gd name="connsiteX136" fmla="*/ 1859757 w 2543175"/>
              <a:gd name="connsiteY136" fmla="*/ 1366837 h 1890712"/>
              <a:gd name="connsiteX137" fmla="*/ 1869282 w 2543175"/>
              <a:gd name="connsiteY137" fmla="*/ 1371600 h 1890712"/>
              <a:gd name="connsiteX138" fmla="*/ 1883569 w 2543175"/>
              <a:gd name="connsiteY138" fmla="*/ 1388269 h 1890712"/>
              <a:gd name="connsiteX139" fmla="*/ 1893094 w 2543175"/>
              <a:gd name="connsiteY139" fmla="*/ 1395412 h 1890712"/>
              <a:gd name="connsiteX140" fmla="*/ 1902619 w 2543175"/>
              <a:gd name="connsiteY140" fmla="*/ 1404937 h 1890712"/>
              <a:gd name="connsiteX141" fmla="*/ 1912144 w 2543175"/>
              <a:gd name="connsiteY141" fmla="*/ 1409700 h 1890712"/>
              <a:gd name="connsiteX142" fmla="*/ 1931194 w 2543175"/>
              <a:gd name="connsiteY142" fmla="*/ 1421606 h 1890712"/>
              <a:gd name="connsiteX143" fmla="*/ 1935957 w 2543175"/>
              <a:gd name="connsiteY143" fmla="*/ 1428750 h 1890712"/>
              <a:gd name="connsiteX144" fmla="*/ 1952625 w 2543175"/>
              <a:gd name="connsiteY144" fmla="*/ 1438275 h 1890712"/>
              <a:gd name="connsiteX145" fmla="*/ 1971675 w 2543175"/>
              <a:gd name="connsiteY145" fmla="*/ 1450181 h 1890712"/>
              <a:gd name="connsiteX146" fmla="*/ 1981200 w 2543175"/>
              <a:gd name="connsiteY146" fmla="*/ 1454944 h 1890712"/>
              <a:gd name="connsiteX147" fmla="*/ 1997869 w 2543175"/>
              <a:gd name="connsiteY147" fmla="*/ 1471612 h 1890712"/>
              <a:gd name="connsiteX148" fmla="*/ 2007394 w 2543175"/>
              <a:gd name="connsiteY148" fmla="*/ 1478756 h 1890712"/>
              <a:gd name="connsiteX149" fmla="*/ 2016919 w 2543175"/>
              <a:gd name="connsiteY149" fmla="*/ 1483519 h 1890712"/>
              <a:gd name="connsiteX150" fmla="*/ 2024063 w 2543175"/>
              <a:gd name="connsiteY150" fmla="*/ 1490662 h 1890712"/>
              <a:gd name="connsiteX151" fmla="*/ 2033588 w 2543175"/>
              <a:gd name="connsiteY151" fmla="*/ 1495425 h 1890712"/>
              <a:gd name="connsiteX152" fmla="*/ 2040732 w 2543175"/>
              <a:gd name="connsiteY152" fmla="*/ 1502569 h 1890712"/>
              <a:gd name="connsiteX153" fmla="*/ 2047875 w 2543175"/>
              <a:gd name="connsiteY153" fmla="*/ 1507331 h 1890712"/>
              <a:gd name="connsiteX154" fmla="*/ 2057400 w 2543175"/>
              <a:gd name="connsiteY154" fmla="*/ 1514475 h 1890712"/>
              <a:gd name="connsiteX155" fmla="*/ 2064544 w 2543175"/>
              <a:gd name="connsiteY155" fmla="*/ 1519237 h 1890712"/>
              <a:gd name="connsiteX156" fmla="*/ 2071688 w 2543175"/>
              <a:gd name="connsiteY156" fmla="*/ 1526381 h 1890712"/>
              <a:gd name="connsiteX157" fmla="*/ 2081213 w 2543175"/>
              <a:gd name="connsiteY157" fmla="*/ 1531144 h 1890712"/>
              <a:gd name="connsiteX158" fmla="*/ 2090738 w 2543175"/>
              <a:gd name="connsiteY158" fmla="*/ 1538287 h 1890712"/>
              <a:gd name="connsiteX159" fmla="*/ 2109788 w 2543175"/>
              <a:gd name="connsiteY159" fmla="*/ 1547812 h 1890712"/>
              <a:gd name="connsiteX160" fmla="*/ 2131219 w 2543175"/>
              <a:gd name="connsiteY160" fmla="*/ 1562100 h 1890712"/>
              <a:gd name="connsiteX161" fmla="*/ 2140744 w 2543175"/>
              <a:gd name="connsiteY161" fmla="*/ 1566862 h 1890712"/>
              <a:gd name="connsiteX162" fmla="*/ 2152650 w 2543175"/>
              <a:gd name="connsiteY162" fmla="*/ 1576387 h 1890712"/>
              <a:gd name="connsiteX163" fmla="*/ 2181225 w 2543175"/>
              <a:gd name="connsiteY163" fmla="*/ 1590675 h 1890712"/>
              <a:gd name="connsiteX164" fmla="*/ 2200275 w 2543175"/>
              <a:gd name="connsiteY164" fmla="*/ 1607344 h 1890712"/>
              <a:gd name="connsiteX165" fmla="*/ 2207419 w 2543175"/>
              <a:gd name="connsiteY165" fmla="*/ 1612106 h 1890712"/>
              <a:gd name="connsiteX166" fmla="*/ 2216944 w 2543175"/>
              <a:gd name="connsiteY166" fmla="*/ 1619250 h 1890712"/>
              <a:gd name="connsiteX167" fmla="*/ 2224088 w 2543175"/>
              <a:gd name="connsiteY167" fmla="*/ 1624012 h 1890712"/>
              <a:gd name="connsiteX168" fmla="*/ 2247900 w 2543175"/>
              <a:gd name="connsiteY168" fmla="*/ 1643062 h 1890712"/>
              <a:gd name="connsiteX169" fmla="*/ 2255044 w 2543175"/>
              <a:gd name="connsiteY169" fmla="*/ 1650206 h 1890712"/>
              <a:gd name="connsiteX170" fmla="*/ 2281238 w 2543175"/>
              <a:gd name="connsiteY170" fmla="*/ 1664494 h 1890712"/>
              <a:gd name="connsiteX171" fmla="*/ 2297907 w 2543175"/>
              <a:gd name="connsiteY171" fmla="*/ 1674019 h 1890712"/>
              <a:gd name="connsiteX172" fmla="*/ 2305050 w 2543175"/>
              <a:gd name="connsiteY172" fmla="*/ 1678781 h 1890712"/>
              <a:gd name="connsiteX173" fmla="*/ 2312194 w 2543175"/>
              <a:gd name="connsiteY173" fmla="*/ 1685925 h 1890712"/>
              <a:gd name="connsiteX174" fmla="*/ 2321719 w 2543175"/>
              <a:gd name="connsiteY174" fmla="*/ 1690687 h 1890712"/>
              <a:gd name="connsiteX175" fmla="*/ 2328863 w 2543175"/>
              <a:gd name="connsiteY175" fmla="*/ 1697831 h 1890712"/>
              <a:gd name="connsiteX176" fmla="*/ 2350294 w 2543175"/>
              <a:gd name="connsiteY176" fmla="*/ 1712119 h 1890712"/>
              <a:gd name="connsiteX177" fmla="*/ 2359819 w 2543175"/>
              <a:gd name="connsiteY177" fmla="*/ 1719262 h 1890712"/>
              <a:gd name="connsiteX178" fmla="*/ 2369344 w 2543175"/>
              <a:gd name="connsiteY178" fmla="*/ 1724025 h 1890712"/>
              <a:gd name="connsiteX179" fmla="*/ 2376488 w 2543175"/>
              <a:gd name="connsiteY179" fmla="*/ 1731169 h 1890712"/>
              <a:gd name="connsiteX180" fmla="*/ 2402682 w 2543175"/>
              <a:gd name="connsiteY180" fmla="*/ 1747837 h 1890712"/>
              <a:gd name="connsiteX181" fmla="*/ 2450307 w 2543175"/>
              <a:gd name="connsiteY181" fmla="*/ 1769269 h 1890712"/>
              <a:gd name="connsiteX182" fmla="*/ 2466975 w 2543175"/>
              <a:gd name="connsiteY182" fmla="*/ 1783556 h 1890712"/>
              <a:gd name="connsiteX183" fmla="*/ 2481263 w 2543175"/>
              <a:gd name="connsiteY183" fmla="*/ 1795462 h 1890712"/>
              <a:gd name="connsiteX184" fmla="*/ 2486025 w 2543175"/>
              <a:gd name="connsiteY184" fmla="*/ 1802606 h 1890712"/>
              <a:gd name="connsiteX185" fmla="*/ 2493169 w 2543175"/>
              <a:gd name="connsiteY185" fmla="*/ 1807369 h 1890712"/>
              <a:gd name="connsiteX186" fmla="*/ 2495550 w 2543175"/>
              <a:gd name="connsiteY186" fmla="*/ 1816894 h 1890712"/>
              <a:gd name="connsiteX187" fmla="*/ 2497932 w 2543175"/>
              <a:gd name="connsiteY187" fmla="*/ 1824037 h 1890712"/>
              <a:gd name="connsiteX188" fmla="*/ 2514600 w 2543175"/>
              <a:gd name="connsiteY188" fmla="*/ 1850231 h 1890712"/>
              <a:gd name="connsiteX189" fmla="*/ 2519363 w 2543175"/>
              <a:gd name="connsiteY189" fmla="*/ 1857375 h 1890712"/>
              <a:gd name="connsiteX190" fmla="*/ 2540794 w 2543175"/>
              <a:gd name="connsiteY190" fmla="*/ 1883569 h 1890712"/>
              <a:gd name="connsiteX191" fmla="*/ 2543175 w 2543175"/>
              <a:gd name="connsiteY191"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59719 w 2543175"/>
              <a:gd name="connsiteY114" fmla="*/ 1121569 h 1890712"/>
              <a:gd name="connsiteX115" fmla="*/ 1569244 w 2543175"/>
              <a:gd name="connsiteY115" fmla="*/ 1131094 h 1890712"/>
              <a:gd name="connsiteX116" fmla="*/ 1597819 w 2543175"/>
              <a:gd name="connsiteY116" fmla="*/ 1154906 h 1890712"/>
              <a:gd name="connsiteX117" fmla="*/ 1604963 w 2543175"/>
              <a:gd name="connsiteY117" fmla="*/ 1162050 h 1890712"/>
              <a:gd name="connsiteX118" fmla="*/ 1612107 w 2543175"/>
              <a:gd name="connsiteY118" fmla="*/ 1166812 h 1890712"/>
              <a:gd name="connsiteX119" fmla="*/ 1628775 w 2543175"/>
              <a:gd name="connsiteY119" fmla="*/ 1183481 h 1890712"/>
              <a:gd name="connsiteX120" fmla="*/ 1662113 w 2543175"/>
              <a:gd name="connsiteY120" fmla="*/ 1209675 h 1890712"/>
              <a:gd name="connsiteX121" fmla="*/ 1678782 w 2543175"/>
              <a:gd name="connsiteY121" fmla="*/ 1226344 h 1890712"/>
              <a:gd name="connsiteX122" fmla="*/ 1700213 w 2543175"/>
              <a:gd name="connsiteY122" fmla="*/ 1247775 h 1890712"/>
              <a:gd name="connsiteX123" fmla="*/ 1712119 w 2543175"/>
              <a:gd name="connsiteY123" fmla="*/ 1259681 h 1890712"/>
              <a:gd name="connsiteX124" fmla="*/ 1733550 w 2543175"/>
              <a:gd name="connsiteY124" fmla="*/ 1273969 h 1890712"/>
              <a:gd name="connsiteX125" fmla="*/ 1743075 w 2543175"/>
              <a:gd name="connsiteY125" fmla="*/ 1283494 h 1890712"/>
              <a:gd name="connsiteX126" fmla="*/ 1754982 w 2543175"/>
              <a:gd name="connsiteY126" fmla="*/ 1290637 h 1890712"/>
              <a:gd name="connsiteX127" fmla="*/ 1766888 w 2543175"/>
              <a:gd name="connsiteY127" fmla="*/ 1300162 h 1890712"/>
              <a:gd name="connsiteX128" fmla="*/ 1783557 w 2543175"/>
              <a:gd name="connsiteY128" fmla="*/ 1307306 h 1890712"/>
              <a:gd name="connsiteX129" fmla="*/ 1790700 w 2543175"/>
              <a:gd name="connsiteY129" fmla="*/ 1312069 h 1890712"/>
              <a:gd name="connsiteX130" fmla="*/ 1800225 w 2543175"/>
              <a:gd name="connsiteY130" fmla="*/ 1319212 h 1890712"/>
              <a:gd name="connsiteX131" fmla="*/ 1807369 w 2543175"/>
              <a:gd name="connsiteY131" fmla="*/ 1321594 h 1890712"/>
              <a:gd name="connsiteX132" fmla="*/ 1824038 w 2543175"/>
              <a:gd name="connsiteY132" fmla="*/ 1333500 h 1890712"/>
              <a:gd name="connsiteX133" fmla="*/ 1843088 w 2543175"/>
              <a:gd name="connsiteY133" fmla="*/ 1352550 h 1890712"/>
              <a:gd name="connsiteX134" fmla="*/ 1852613 w 2543175"/>
              <a:gd name="connsiteY134" fmla="*/ 1359694 h 1890712"/>
              <a:gd name="connsiteX135" fmla="*/ 1859757 w 2543175"/>
              <a:gd name="connsiteY135" fmla="*/ 1366837 h 1890712"/>
              <a:gd name="connsiteX136" fmla="*/ 1869282 w 2543175"/>
              <a:gd name="connsiteY136" fmla="*/ 1371600 h 1890712"/>
              <a:gd name="connsiteX137" fmla="*/ 1883569 w 2543175"/>
              <a:gd name="connsiteY137" fmla="*/ 1388269 h 1890712"/>
              <a:gd name="connsiteX138" fmla="*/ 1893094 w 2543175"/>
              <a:gd name="connsiteY138" fmla="*/ 1395412 h 1890712"/>
              <a:gd name="connsiteX139" fmla="*/ 1902619 w 2543175"/>
              <a:gd name="connsiteY139" fmla="*/ 1404937 h 1890712"/>
              <a:gd name="connsiteX140" fmla="*/ 1912144 w 2543175"/>
              <a:gd name="connsiteY140" fmla="*/ 1409700 h 1890712"/>
              <a:gd name="connsiteX141" fmla="*/ 1931194 w 2543175"/>
              <a:gd name="connsiteY141" fmla="*/ 1421606 h 1890712"/>
              <a:gd name="connsiteX142" fmla="*/ 1935957 w 2543175"/>
              <a:gd name="connsiteY142" fmla="*/ 1428750 h 1890712"/>
              <a:gd name="connsiteX143" fmla="*/ 1952625 w 2543175"/>
              <a:gd name="connsiteY143" fmla="*/ 1438275 h 1890712"/>
              <a:gd name="connsiteX144" fmla="*/ 1971675 w 2543175"/>
              <a:gd name="connsiteY144" fmla="*/ 1450181 h 1890712"/>
              <a:gd name="connsiteX145" fmla="*/ 1981200 w 2543175"/>
              <a:gd name="connsiteY145" fmla="*/ 1454944 h 1890712"/>
              <a:gd name="connsiteX146" fmla="*/ 1997869 w 2543175"/>
              <a:gd name="connsiteY146" fmla="*/ 1471612 h 1890712"/>
              <a:gd name="connsiteX147" fmla="*/ 2007394 w 2543175"/>
              <a:gd name="connsiteY147" fmla="*/ 1478756 h 1890712"/>
              <a:gd name="connsiteX148" fmla="*/ 2016919 w 2543175"/>
              <a:gd name="connsiteY148" fmla="*/ 1483519 h 1890712"/>
              <a:gd name="connsiteX149" fmla="*/ 2024063 w 2543175"/>
              <a:gd name="connsiteY149" fmla="*/ 1490662 h 1890712"/>
              <a:gd name="connsiteX150" fmla="*/ 2033588 w 2543175"/>
              <a:gd name="connsiteY150" fmla="*/ 1495425 h 1890712"/>
              <a:gd name="connsiteX151" fmla="*/ 2040732 w 2543175"/>
              <a:gd name="connsiteY151" fmla="*/ 1502569 h 1890712"/>
              <a:gd name="connsiteX152" fmla="*/ 2047875 w 2543175"/>
              <a:gd name="connsiteY152" fmla="*/ 1507331 h 1890712"/>
              <a:gd name="connsiteX153" fmla="*/ 2057400 w 2543175"/>
              <a:gd name="connsiteY153" fmla="*/ 1514475 h 1890712"/>
              <a:gd name="connsiteX154" fmla="*/ 2064544 w 2543175"/>
              <a:gd name="connsiteY154" fmla="*/ 1519237 h 1890712"/>
              <a:gd name="connsiteX155" fmla="*/ 2071688 w 2543175"/>
              <a:gd name="connsiteY155" fmla="*/ 1526381 h 1890712"/>
              <a:gd name="connsiteX156" fmla="*/ 2081213 w 2543175"/>
              <a:gd name="connsiteY156" fmla="*/ 1531144 h 1890712"/>
              <a:gd name="connsiteX157" fmla="*/ 2090738 w 2543175"/>
              <a:gd name="connsiteY157" fmla="*/ 1538287 h 1890712"/>
              <a:gd name="connsiteX158" fmla="*/ 2109788 w 2543175"/>
              <a:gd name="connsiteY158" fmla="*/ 1547812 h 1890712"/>
              <a:gd name="connsiteX159" fmla="*/ 2131219 w 2543175"/>
              <a:gd name="connsiteY159" fmla="*/ 1562100 h 1890712"/>
              <a:gd name="connsiteX160" fmla="*/ 2140744 w 2543175"/>
              <a:gd name="connsiteY160" fmla="*/ 1566862 h 1890712"/>
              <a:gd name="connsiteX161" fmla="*/ 2152650 w 2543175"/>
              <a:gd name="connsiteY161" fmla="*/ 1576387 h 1890712"/>
              <a:gd name="connsiteX162" fmla="*/ 2181225 w 2543175"/>
              <a:gd name="connsiteY162" fmla="*/ 1590675 h 1890712"/>
              <a:gd name="connsiteX163" fmla="*/ 2200275 w 2543175"/>
              <a:gd name="connsiteY163" fmla="*/ 1607344 h 1890712"/>
              <a:gd name="connsiteX164" fmla="*/ 2207419 w 2543175"/>
              <a:gd name="connsiteY164" fmla="*/ 1612106 h 1890712"/>
              <a:gd name="connsiteX165" fmla="*/ 2216944 w 2543175"/>
              <a:gd name="connsiteY165" fmla="*/ 1619250 h 1890712"/>
              <a:gd name="connsiteX166" fmla="*/ 2224088 w 2543175"/>
              <a:gd name="connsiteY166" fmla="*/ 1624012 h 1890712"/>
              <a:gd name="connsiteX167" fmla="*/ 2247900 w 2543175"/>
              <a:gd name="connsiteY167" fmla="*/ 1643062 h 1890712"/>
              <a:gd name="connsiteX168" fmla="*/ 2255044 w 2543175"/>
              <a:gd name="connsiteY168" fmla="*/ 1650206 h 1890712"/>
              <a:gd name="connsiteX169" fmla="*/ 2281238 w 2543175"/>
              <a:gd name="connsiteY169" fmla="*/ 1664494 h 1890712"/>
              <a:gd name="connsiteX170" fmla="*/ 2297907 w 2543175"/>
              <a:gd name="connsiteY170" fmla="*/ 1674019 h 1890712"/>
              <a:gd name="connsiteX171" fmla="*/ 2305050 w 2543175"/>
              <a:gd name="connsiteY171" fmla="*/ 1678781 h 1890712"/>
              <a:gd name="connsiteX172" fmla="*/ 2312194 w 2543175"/>
              <a:gd name="connsiteY172" fmla="*/ 1685925 h 1890712"/>
              <a:gd name="connsiteX173" fmla="*/ 2321719 w 2543175"/>
              <a:gd name="connsiteY173" fmla="*/ 1690687 h 1890712"/>
              <a:gd name="connsiteX174" fmla="*/ 2328863 w 2543175"/>
              <a:gd name="connsiteY174" fmla="*/ 1697831 h 1890712"/>
              <a:gd name="connsiteX175" fmla="*/ 2350294 w 2543175"/>
              <a:gd name="connsiteY175" fmla="*/ 1712119 h 1890712"/>
              <a:gd name="connsiteX176" fmla="*/ 2359819 w 2543175"/>
              <a:gd name="connsiteY176" fmla="*/ 1719262 h 1890712"/>
              <a:gd name="connsiteX177" fmla="*/ 2369344 w 2543175"/>
              <a:gd name="connsiteY177" fmla="*/ 1724025 h 1890712"/>
              <a:gd name="connsiteX178" fmla="*/ 2376488 w 2543175"/>
              <a:gd name="connsiteY178" fmla="*/ 1731169 h 1890712"/>
              <a:gd name="connsiteX179" fmla="*/ 2402682 w 2543175"/>
              <a:gd name="connsiteY179" fmla="*/ 1747837 h 1890712"/>
              <a:gd name="connsiteX180" fmla="*/ 2450307 w 2543175"/>
              <a:gd name="connsiteY180" fmla="*/ 1769269 h 1890712"/>
              <a:gd name="connsiteX181" fmla="*/ 2466975 w 2543175"/>
              <a:gd name="connsiteY181" fmla="*/ 1783556 h 1890712"/>
              <a:gd name="connsiteX182" fmla="*/ 2481263 w 2543175"/>
              <a:gd name="connsiteY182" fmla="*/ 1795462 h 1890712"/>
              <a:gd name="connsiteX183" fmla="*/ 2486025 w 2543175"/>
              <a:gd name="connsiteY183" fmla="*/ 1802606 h 1890712"/>
              <a:gd name="connsiteX184" fmla="*/ 2493169 w 2543175"/>
              <a:gd name="connsiteY184" fmla="*/ 1807369 h 1890712"/>
              <a:gd name="connsiteX185" fmla="*/ 2495550 w 2543175"/>
              <a:gd name="connsiteY185" fmla="*/ 1816894 h 1890712"/>
              <a:gd name="connsiteX186" fmla="*/ 2497932 w 2543175"/>
              <a:gd name="connsiteY186" fmla="*/ 1824037 h 1890712"/>
              <a:gd name="connsiteX187" fmla="*/ 2514600 w 2543175"/>
              <a:gd name="connsiteY187" fmla="*/ 1850231 h 1890712"/>
              <a:gd name="connsiteX188" fmla="*/ 2519363 w 2543175"/>
              <a:gd name="connsiteY188" fmla="*/ 1857375 h 1890712"/>
              <a:gd name="connsiteX189" fmla="*/ 2540794 w 2543175"/>
              <a:gd name="connsiteY189" fmla="*/ 1883569 h 1890712"/>
              <a:gd name="connsiteX190" fmla="*/ 2543175 w 2543175"/>
              <a:gd name="connsiteY19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59719 w 2543175"/>
              <a:gd name="connsiteY114" fmla="*/ 1121569 h 1890712"/>
              <a:gd name="connsiteX115" fmla="*/ 1550194 w 2543175"/>
              <a:gd name="connsiteY115" fmla="*/ 1135856 h 1890712"/>
              <a:gd name="connsiteX116" fmla="*/ 1597819 w 2543175"/>
              <a:gd name="connsiteY116" fmla="*/ 1154906 h 1890712"/>
              <a:gd name="connsiteX117" fmla="*/ 1604963 w 2543175"/>
              <a:gd name="connsiteY117" fmla="*/ 1162050 h 1890712"/>
              <a:gd name="connsiteX118" fmla="*/ 1612107 w 2543175"/>
              <a:gd name="connsiteY118" fmla="*/ 1166812 h 1890712"/>
              <a:gd name="connsiteX119" fmla="*/ 1628775 w 2543175"/>
              <a:gd name="connsiteY119" fmla="*/ 1183481 h 1890712"/>
              <a:gd name="connsiteX120" fmla="*/ 1662113 w 2543175"/>
              <a:gd name="connsiteY120" fmla="*/ 1209675 h 1890712"/>
              <a:gd name="connsiteX121" fmla="*/ 1678782 w 2543175"/>
              <a:gd name="connsiteY121" fmla="*/ 1226344 h 1890712"/>
              <a:gd name="connsiteX122" fmla="*/ 1700213 w 2543175"/>
              <a:gd name="connsiteY122" fmla="*/ 1247775 h 1890712"/>
              <a:gd name="connsiteX123" fmla="*/ 1712119 w 2543175"/>
              <a:gd name="connsiteY123" fmla="*/ 1259681 h 1890712"/>
              <a:gd name="connsiteX124" fmla="*/ 1733550 w 2543175"/>
              <a:gd name="connsiteY124" fmla="*/ 1273969 h 1890712"/>
              <a:gd name="connsiteX125" fmla="*/ 1743075 w 2543175"/>
              <a:gd name="connsiteY125" fmla="*/ 1283494 h 1890712"/>
              <a:gd name="connsiteX126" fmla="*/ 1754982 w 2543175"/>
              <a:gd name="connsiteY126" fmla="*/ 1290637 h 1890712"/>
              <a:gd name="connsiteX127" fmla="*/ 1766888 w 2543175"/>
              <a:gd name="connsiteY127" fmla="*/ 1300162 h 1890712"/>
              <a:gd name="connsiteX128" fmla="*/ 1783557 w 2543175"/>
              <a:gd name="connsiteY128" fmla="*/ 1307306 h 1890712"/>
              <a:gd name="connsiteX129" fmla="*/ 1790700 w 2543175"/>
              <a:gd name="connsiteY129" fmla="*/ 1312069 h 1890712"/>
              <a:gd name="connsiteX130" fmla="*/ 1800225 w 2543175"/>
              <a:gd name="connsiteY130" fmla="*/ 1319212 h 1890712"/>
              <a:gd name="connsiteX131" fmla="*/ 1807369 w 2543175"/>
              <a:gd name="connsiteY131" fmla="*/ 1321594 h 1890712"/>
              <a:gd name="connsiteX132" fmla="*/ 1824038 w 2543175"/>
              <a:gd name="connsiteY132" fmla="*/ 1333500 h 1890712"/>
              <a:gd name="connsiteX133" fmla="*/ 1843088 w 2543175"/>
              <a:gd name="connsiteY133" fmla="*/ 1352550 h 1890712"/>
              <a:gd name="connsiteX134" fmla="*/ 1852613 w 2543175"/>
              <a:gd name="connsiteY134" fmla="*/ 1359694 h 1890712"/>
              <a:gd name="connsiteX135" fmla="*/ 1859757 w 2543175"/>
              <a:gd name="connsiteY135" fmla="*/ 1366837 h 1890712"/>
              <a:gd name="connsiteX136" fmla="*/ 1869282 w 2543175"/>
              <a:gd name="connsiteY136" fmla="*/ 1371600 h 1890712"/>
              <a:gd name="connsiteX137" fmla="*/ 1883569 w 2543175"/>
              <a:gd name="connsiteY137" fmla="*/ 1388269 h 1890712"/>
              <a:gd name="connsiteX138" fmla="*/ 1893094 w 2543175"/>
              <a:gd name="connsiteY138" fmla="*/ 1395412 h 1890712"/>
              <a:gd name="connsiteX139" fmla="*/ 1902619 w 2543175"/>
              <a:gd name="connsiteY139" fmla="*/ 1404937 h 1890712"/>
              <a:gd name="connsiteX140" fmla="*/ 1912144 w 2543175"/>
              <a:gd name="connsiteY140" fmla="*/ 1409700 h 1890712"/>
              <a:gd name="connsiteX141" fmla="*/ 1931194 w 2543175"/>
              <a:gd name="connsiteY141" fmla="*/ 1421606 h 1890712"/>
              <a:gd name="connsiteX142" fmla="*/ 1935957 w 2543175"/>
              <a:gd name="connsiteY142" fmla="*/ 1428750 h 1890712"/>
              <a:gd name="connsiteX143" fmla="*/ 1952625 w 2543175"/>
              <a:gd name="connsiteY143" fmla="*/ 1438275 h 1890712"/>
              <a:gd name="connsiteX144" fmla="*/ 1971675 w 2543175"/>
              <a:gd name="connsiteY144" fmla="*/ 1450181 h 1890712"/>
              <a:gd name="connsiteX145" fmla="*/ 1981200 w 2543175"/>
              <a:gd name="connsiteY145" fmla="*/ 1454944 h 1890712"/>
              <a:gd name="connsiteX146" fmla="*/ 1997869 w 2543175"/>
              <a:gd name="connsiteY146" fmla="*/ 1471612 h 1890712"/>
              <a:gd name="connsiteX147" fmla="*/ 2007394 w 2543175"/>
              <a:gd name="connsiteY147" fmla="*/ 1478756 h 1890712"/>
              <a:gd name="connsiteX148" fmla="*/ 2016919 w 2543175"/>
              <a:gd name="connsiteY148" fmla="*/ 1483519 h 1890712"/>
              <a:gd name="connsiteX149" fmla="*/ 2024063 w 2543175"/>
              <a:gd name="connsiteY149" fmla="*/ 1490662 h 1890712"/>
              <a:gd name="connsiteX150" fmla="*/ 2033588 w 2543175"/>
              <a:gd name="connsiteY150" fmla="*/ 1495425 h 1890712"/>
              <a:gd name="connsiteX151" fmla="*/ 2040732 w 2543175"/>
              <a:gd name="connsiteY151" fmla="*/ 1502569 h 1890712"/>
              <a:gd name="connsiteX152" fmla="*/ 2047875 w 2543175"/>
              <a:gd name="connsiteY152" fmla="*/ 1507331 h 1890712"/>
              <a:gd name="connsiteX153" fmla="*/ 2057400 w 2543175"/>
              <a:gd name="connsiteY153" fmla="*/ 1514475 h 1890712"/>
              <a:gd name="connsiteX154" fmla="*/ 2064544 w 2543175"/>
              <a:gd name="connsiteY154" fmla="*/ 1519237 h 1890712"/>
              <a:gd name="connsiteX155" fmla="*/ 2071688 w 2543175"/>
              <a:gd name="connsiteY155" fmla="*/ 1526381 h 1890712"/>
              <a:gd name="connsiteX156" fmla="*/ 2081213 w 2543175"/>
              <a:gd name="connsiteY156" fmla="*/ 1531144 h 1890712"/>
              <a:gd name="connsiteX157" fmla="*/ 2090738 w 2543175"/>
              <a:gd name="connsiteY157" fmla="*/ 1538287 h 1890712"/>
              <a:gd name="connsiteX158" fmla="*/ 2109788 w 2543175"/>
              <a:gd name="connsiteY158" fmla="*/ 1547812 h 1890712"/>
              <a:gd name="connsiteX159" fmla="*/ 2131219 w 2543175"/>
              <a:gd name="connsiteY159" fmla="*/ 1562100 h 1890712"/>
              <a:gd name="connsiteX160" fmla="*/ 2140744 w 2543175"/>
              <a:gd name="connsiteY160" fmla="*/ 1566862 h 1890712"/>
              <a:gd name="connsiteX161" fmla="*/ 2152650 w 2543175"/>
              <a:gd name="connsiteY161" fmla="*/ 1576387 h 1890712"/>
              <a:gd name="connsiteX162" fmla="*/ 2181225 w 2543175"/>
              <a:gd name="connsiteY162" fmla="*/ 1590675 h 1890712"/>
              <a:gd name="connsiteX163" fmla="*/ 2200275 w 2543175"/>
              <a:gd name="connsiteY163" fmla="*/ 1607344 h 1890712"/>
              <a:gd name="connsiteX164" fmla="*/ 2207419 w 2543175"/>
              <a:gd name="connsiteY164" fmla="*/ 1612106 h 1890712"/>
              <a:gd name="connsiteX165" fmla="*/ 2216944 w 2543175"/>
              <a:gd name="connsiteY165" fmla="*/ 1619250 h 1890712"/>
              <a:gd name="connsiteX166" fmla="*/ 2224088 w 2543175"/>
              <a:gd name="connsiteY166" fmla="*/ 1624012 h 1890712"/>
              <a:gd name="connsiteX167" fmla="*/ 2247900 w 2543175"/>
              <a:gd name="connsiteY167" fmla="*/ 1643062 h 1890712"/>
              <a:gd name="connsiteX168" fmla="*/ 2255044 w 2543175"/>
              <a:gd name="connsiteY168" fmla="*/ 1650206 h 1890712"/>
              <a:gd name="connsiteX169" fmla="*/ 2281238 w 2543175"/>
              <a:gd name="connsiteY169" fmla="*/ 1664494 h 1890712"/>
              <a:gd name="connsiteX170" fmla="*/ 2297907 w 2543175"/>
              <a:gd name="connsiteY170" fmla="*/ 1674019 h 1890712"/>
              <a:gd name="connsiteX171" fmla="*/ 2305050 w 2543175"/>
              <a:gd name="connsiteY171" fmla="*/ 1678781 h 1890712"/>
              <a:gd name="connsiteX172" fmla="*/ 2312194 w 2543175"/>
              <a:gd name="connsiteY172" fmla="*/ 1685925 h 1890712"/>
              <a:gd name="connsiteX173" fmla="*/ 2321719 w 2543175"/>
              <a:gd name="connsiteY173" fmla="*/ 1690687 h 1890712"/>
              <a:gd name="connsiteX174" fmla="*/ 2328863 w 2543175"/>
              <a:gd name="connsiteY174" fmla="*/ 1697831 h 1890712"/>
              <a:gd name="connsiteX175" fmla="*/ 2350294 w 2543175"/>
              <a:gd name="connsiteY175" fmla="*/ 1712119 h 1890712"/>
              <a:gd name="connsiteX176" fmla="*/ 2359819 w 2543175"/>
              <a:gd name="connsiteY176" fmla="*/ 1719262 h 1890712"/>
              <a:gd name="connsiteX177" fmla="*/ 2369344 w 2543175"/>
              <a:gd name="connsiteY177" fmla="*/ 1724025 h 1890712"/>
              <a:gd name="connsiteX178" fmla="*/ 2376488 w 2543175"/>
              <a:gd name="connsiteY178" fmla="*/ 1731169 h 1890712"/>
              <a:gd name="connsiteX179" fmla="*/ 2402682 w 2543175"/>
              <a:gd name="connsiteY179" fmla="*/ 1747837 h 1890712"/>
              <a:gd name="connsiteX180" fmla="*/ 2450307 w 2543175"/>
              <a:gd name="connsiteY180" fmla="*/ 1769269 h 1890712"/>
              <a:gd name="connsiteX181" fmla="*/ 2466975 w 2543175"/>
              <a:gd name="connsiteY181" fmla="*/ 1783556 h 1890712"/>
              <a:gd name="connsiteX182" fmla="*/ 2481263 w 2543175"/>
              <a:gd name="connsiteY182" fmla="*/ 1795462 h 1890712"/>
              <a:gd name="connsiteX183" fmla="*/ 2486025 w 2543175"/>
              <a:gd name="connsiteY183" fmla="*/ 1802606 h 1890712"/>
              <a:gd name="connsiteX184" fmla="*/ 2493169 w 2543175"/>
              <a:gd name="connsiteY184" fmla="*/ 1807369 h 1890712"/>
              <a:gd name="connsiteX185" fmla="*/ 2495550 w 2543175"/>
              <a:gd name="connsiteY185" fmla="*/ 1816894 h 1890712"/>
              <a:gd name="connsiteX186" fmla="*/ 2497932 w 2543175"/>
              <a:gd name="connsiteY186" fmla="*/ 1824037 h 1890712"/>
              <a:gd name="connsiteX187" fmla="*/ 2514600 w 2543175"/>
              <a:gd name="connsiteY187" fmla="*/ 1850231 h 1890712"/>
              <a:gd name="connsiteX188" fmla="*/ 2519363 w 2543175"/>
              <a:gd name="connsiteY188" fmla="*/ 1857375 h 1890712"/>
              <a:gd name="connsiteX189" fmla="*/ 2540794 w 2543175"/>
              <a:gd name="connsiteY189" fmla="*/ 1883569 h 1890712"/>
              <a:gd name="connsiteX190" fmla="*/ 2543175 w 2543175"/>
              <a:gd name="connsiteY19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59719 w 2543175"/>
              <a:gd name="connsiteY114" fmla="*/ 1121569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59819 w 2543175"/>
              <a:gd name="connsiteY175" fmla="*/ 1719262 h 1890712"/>
              <a:gd name="connsiteX176" fmla="*/ 2369344 w 2543175"/>
              <a:gd name="connsiteY176" fmla="*/ 1724025 h 1890712"/>
              <a:gd name="connsiteX177" fmla="*/ 2376488 w 2543175"/>
              <a:gd name="connsiteY177" fmla="*/ 1731169 h 1890712"/>
              <a:gd name="connsiteX178" fmla="*/ 2402682 w 2543175"/>
              <a:gd name="connsiteY178" fmla="*/ 1747837 h 1890712"/>
              <a:gd name="connsiteX179" fmla="*/ 2450307 w 2543175"/>
              <a:gd name="connsiteY179" fmla="*/ 1769269 h 1890712"/>
              <a:gd name="connsiteX180" fmla="*/ 2466975 w 2543175"/>
              <a:gd name="connsiteY180" fmla="*/ 1783556 h 1890712"/>
              <a:gd name="connsiteX181" fmla="*/ 2481263 w 2543175"/>
              <a:gd name="connsiteY181" fmla="*/ 1795462 h 1890712"/>
              <a:gd name="connsiteX182" fmla="*/ 2486025 w 2543175"/>
              <a:gd name="connsiteY182" fmla="*/ 1802606 h 1890712"/>
              <a:gd name="connsiteX183" fmla="*/ 2493169 w 2543175"/>
              <a:gd name="connsiteY183" fmla="*/ 1807369 h 1890712"/>
              <a:gd name="connsiteX184" fmla="*/ 2495550 w 2543175"/>
              <a:gd name="connsiteY184" fmla="*/ 1816894 h 1890712"/>
              <a:gd name="connsiteX185" fmla="*/ 2497932 w 2543175"/>
              <a:gd name="connsiteY185" fmla="*/ 1824037 h 1890712"/>
              <a:gd name="connsiteX186" fmla="*/ 2514600 w 2543175"/>
              <a:gd name="connsiteY186" fmla="*/ 1850231 h 1890712"/>
              <a:gd name="connsiteX187" fmla="*/ 2519363 w 2543175"/>
              <a:gd name="connsiteY187" fmla="*/ 1857375 h 1890712"/>
              <a:gd name="connsiteX188" fmla="*/ 2540794 w 2543175"/>
              <a:gd name="connsiteY188" fmla="*/ 1883569 h 1890712"/>
              <a:gd name="connsiteX189" fmla="*/ 2543175 w 2543175"/>
              <a:gd name="connsiteY18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59819 w 2543175"/>
              <a:gd name="connsiteY175" fmla="*/ 1719262 h 1890712"/>
              <a:gd name="connsiteX176" fmla="*/ 2369344 w 2543175"/>
              <a:gd name="connsiteY176" fmla="*/ 1724025 h 1890712"/>
              <a:gd name="connsiteX177" fmla="*/ 2376488 w 2543175"/>
              <a:gd name="connsiteY177" fmla="*/ 1731169 h 1890712"/>
              <a:gd name="connsiteX178" fmla="*/ 2402682 w 2543175"/>
              <a:gd name="connsiteY178" fmla="*/ 1747837 h 1890712"/>
              <a:gd name="connsiteX179" fmla="*/ 2450307 w 2543175"/>
              <a:gd name="connsiteY179" fmla="*/ 1769269 h 1890712"/>
              <a:gd name="connsiteX180" fmla="*/ 2466975 w 2543175"/>
              <a:gd name="connsiteY180" fmla="*/ 1783556 h 1890712"/>
              <a:gd name="connsiteX181" fmla="*/ 2481263 w 2543175"/>
              <a:gd name="connsiteY181" fmla="*/ 1795462 h 1890712"/>
              <a:gd name="connsiteX182" fmla="*/ 2486025 w 2543175"/>
              <a:gd name="connsiteY182" fmla="*/ 1802606 h 1890712"/>
              <a:gd name="connsiteX183" fmla="*/ 2493169 w 2543175"/>
              <a:gd name="connsiteY183" fmla="*/ 1807369 h 1890712"/>
              <a:gd name="connsiteX184" fmla="*/ 2495550 w 2543175"/>
              <a:gd name="connsiteY184" fmla="*/ 1816894 h 1890712"/>
              <a:gd name="connsiteX185" fmla="*/ 2497932 w 2543175"/>
              <a:gd name="connsiteY185" fmla="*/ 1824037 h 1890712"/>
              <a:gd name="connsiteX186" fmla="*/ 2514600 w 2543175"/>
              <a:gd name="connsiteY186" fmla="*/ 1850231 h 1890712"/>
              <a:gd name="connsiteX187" fmla="*/ 2519363 w 2543175"/>
              <a:gd name="connsiteY187" fmla="*/ 1857375 h 1890712"/>
              <a:gd name="connsiteX188" fmla="*/ 2540794 w 2543175"/>
              <a:gd name="connsiteY188" fmla="*/ 1883569 h 1890712"/>
              <a:gd name="connsiteX189" fmla="*/ 2543175 w 2543175"/>
              <a:gd name="connsiteY18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59819 w 2543175"/>
              <a:gd name="connsiteY175" fmla="*/ 1719262 h 1890712"/>
              <a:gd name="connsiteX176" fmla="*/ 2369344 w 2543175"/>
              <a:gd name="connsiteY176" fmla="*/ 1724025 h 1890712"/>
              <a:gd name="connsiteX177" fmla="*/ 2376488 w 2543175"/>
              <a:gd name="connsiteY177" fmla="*/ 1731169 h 1890712"/>
              <a:gd name="connsiteX178" fmla="*/ 2402682 w 2543175"/>
              <a:gd name="connsiteY178" fmla="*/ 1747837 h 1890712"/>
              <a:gd name="connsiteX179" fmla="*/ 2428876 w 2543175"/>
              <a:gd name="connsiteY179" fmla="*/ 1785938 h 1890712"/>
              <a:gd name="connsiteX180" fmla="*/ 2466975 w 2543175"/>
              <a:gd name="connsiteY180" fmla="*/ 1783556 h 1890712"/>
              <a:gd name="connsiteX181" fmla="*/ 2481263 w 2543175"/>
              <a:gd name="connsiteY181" fmla="*/ 1795462 h 1890712"/>
              <a:gd name="connsiteX182" fmla="*/ 2486025 w 2543175"/>
              <a:gd name="connsiteY182" fmla="*/ 1802606 h 1890712"/>
              <a:gd name="connsiteX183" fmla="*/ 2493169 w 2543175"/>
              <a:gd name="connsiteY183" fmla="*/ 1807369 h 1890712"/>
              <a:gd name="connsiteX184" fmla="*/ 2495550 w 2543175"/>
              <a:gd name="connsiteY184" fmla="*/ 1816894 h 1890712"/>
              <a:gd name="connsiteX185" fmla="*/ 2497932 w 2543175"/>
              <a:gd name="connsiteY185" fmla="*/ 1824037 h 1890712"/>
              <a:gd name="connsiteX186" fmla="*/ 2514600 w 2543175"/>
              <a:gd name="connsiteY186" fmla="*/ 1850231 h 1890712"/>
              <a:gd name="connsiteX187" fmla="*/ 2519363 w 2543175"/>
              <a:gd name="connsiteY187" fmla="*/ 1857375 h 1890712"/>
              <a:gd name="connsiteX188" fmla="*/ 2540794 w 2543175"/>
              <a:gd name="connsiteY188" fmla="*/ 1883569 h 1890712"/>
              <a:gd name="connsiteX189" fmla="*/ 2543175 w 2543175"/>
              <a:gd name="connsiteY18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59819 w 2543175"/>
              <a:gd name="connsiteY175" fmla="*/ 1719262 h 1890712"/>
              <a:gd name="connsiteX176" fmla="*/ 2369344 w 2543175"/>
              <a:gd name="connsiteY176" fmla="*/ 1724025 h 1890712"/>
              <a:gd name="connsiteX177" fmla="*/ 2376488 w 2543175"/>
              <a:gd name="connsiteY177" fmla="*/ 1731169 h 1890712"/>
              <a:gd name="connsiteX178" fmla="*/ 2428876 w 2543175"/>
              <a:gd name="connsiteY178" fmla="*/ 1785938 h 1890712"/>
              <a:gd name="connsiteX179" fmla="*/ 2466975 w 2543175"/>
              <a:gd name="connsiteY179" fmla="*/ 1783556 h 1890712"/>
              <a:gd name="connsiteX180" fmla="*/ 2481263 w 2543175"/>
              <a:gd name="connsiteY180" fmla="*/ 1795462 h 1890712"/>
              <a:gd name="connsiteX181" fmla="*/ 2486025 w 2543175"/>
              <a:gd name="connsiteY181" fmla="*/ 1802606 h 1890712"/>
              <a:gd name="connsiteX182" fmla="*/ 2493169 w 2543175"/>
              <a:gd name="connsiteY182" fmla="*/ 1807369 h 1890712"/>
              <a:gd name="connsiteX183" fmla="*/ 2495550 w 2543175"/>
              <a:gd name="connsiteY183" fmla="*/ 1816894 h 1890712"/>
              <a:gd name="connsiteX184" fmla="*/ 2497932 w 2543175"/>
              <a:gd name="connsiteY184" fmla="*/ 1824037 h 1890712"/>
              <a:gd name="connsiteX185" fmla="*/ 2514600 w 2543175"/>
              <a:gd name="connsiteY185" fmla="*/ 1850231 h 1890712"/>
              <a:gd name="connsiteX186" fmla="*/ 2519363 w 2543175"/>
              <a:gd name="connsiteY186" fmla="*/ 1857375 h 1890712"/>
              <a:gd name="connsiteX187" fmla="*/ 2540794 w 2543175"/>
              <a:gd name="connsiteY187" fmla="*/ 1883569 h 1890712"/>
              <a:gd name="connsiteX188" fmla="*/ 2543175 w 2543175"/>
              <a:gd name="connsiteY188"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59819 w 2543175"/>
              <a:gd name="connsiteY175" fmla="*/ 1719262 h 1890712"/>
              <a:gd name="connsiteX176" fmla="*/ 2369344 w 2543175"/>
              <a:gd name="connsiteY176" fmla="*/ 1724025 h 1890712"/>
              <a:gd name="connsiteX177" fmla="*/ 2428876 w 2543175"/>
              <a:gd name="connsiteY177" fmla="*/ 1785938 h 1890712"/>
              <a:gd name="connsiteX178" fmla="*/ 2466975 w 2543175"/>
              <a:gd name="connsiteY178" fmla="*/ 1783556 h 1890712"/>
              <a:gd name="connsiteX179" fmla="*/ 2481263 w 2543175"/>
              <a:gd name="connsiteY179" fmla="*/ 1795462 h 1890712"/>
              <a:gd name="connsiteX180" fmla="*/ 2486025 w 2543175"/>
              <a:gd name="connsiteY180" fmla="*/ 1802606 h 1890712"/>
              <a:gd name="connsiteX181" fmla="*/ 2493169 w 2543175"/>
              <a:gd name="connsiteY181" fmla="*/ 1807369 h 1890712"/>
              <a:gd name="connsiteX182" fmla="*/ 2495550 w 2543175"/>
              <a:gd name="connsiteY182" fmla="*/ 1816894 h 1890712"/>
              <a:gd name="connsiteX183" fmla="*/ 2497932 w 2543175"/>
              <a:gd name="connsiteY183" fmla="*/ 1824037 h 1890712"/>
              <a:gd name="connsiteX184" fmla="*/ 2514600 w 2543175"/>
              <a:gd name="connsiteY184" fmla="*/ 1850231 h 1890712"/>
              <a:gd name="connsiteX185" fmla="*/ 2519363 w 2543175"/>
              <a:gd name="connsiteY185" fmla="*/ 1857375 h 1890712"/>
              <a:gd name="connsiteX186" fmla="*/ 2540794 w 2543175"/>
              <a:gd name="connsiteY186" fmla="*/ 1883569 h 1890712"/>
              <a:gd name="connsiteX187" fmla="*/ 2543175 w 2543175"/>
              <a:gd name="connsiteY187"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69344 w 2543175"/>
              <a:gd name="connsiteY175" fmla="*/ 1724025 h 1890712"/>
              <a:gd name="connsiteX176" fmla="*/ 2428876 w 2543175"/>
              <a:gd name="connsiteY176" fmla="*/ 1785938 h 1890712"/>
              <a:gd name="connsiteX177" fmla="*/ 2466975 w 2543175"/>
              <a:gd name="connsiteY177" fmla="*/ 1783556 h 1890712"/>
              <a:gd name="connsiteX178" fmla="*/ 2481263 w 2543175"/>
              <a:gd name="connsiteY178" fmla="*/ 1795462 h 1890712"/>
              <a:gd name="connsiteX179" fmla="*/ 2486025 w 2543175"/>
              <a:gd name="connsiteY179" fmla="*/ 1802606 h 1890712"/>
              <a:gd name="connsiteX180" fmla="*/ 2493169 w 2543175"/>
              <a:gd name="connsiteY180" fmla="*/ 1807369 h 1890712"/>
              <a:gd name="connsiteX181" fmla="*/ 2495550 w 2543175"/>
              <a:gd name="connsiteY181" fmla="*/ 1816894 h 1890712"/>
              <a:gd name="connsiteX182" fmla="*/ 2497932 w 2543175"/>
              <a:gd name="connsiteY182" fmla="*/ 1824037 h 1890712"/>
              <a:gd name="connsiteX183" fmla="*/ 2514600 w 2543175"/>
              <a:gd name="connsiteY183" fmla="*/ 1850231 h 1890712"/>
              <a:gd name="connsiteX184" fmla="*/ 2519363 w 2543175"/>
              <a:gd name="connsiteY184" fmla="*/ 1857375 h 1890712"/>
              <a:gd name="connsiteX185" fmla="*/ 2540794 w 2543175"/>
              <a:gd name="connsiteY185" fmla="*/ 1883569 h 1890712"/>
              <a:gd name="connsiteX186" fmla="*/ 2543175 w 2543175"/>
              <a:gd name="connsiteY18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8863 w 2543175"/>
              <a:gd name="connsiteY172" fmla="*/ 1697831 h 1890712"/>
              <a:gd name="connsiteX173" fmla="*/ 2350294 w 2543175"/>
              <a:gd name="connsiteY173" fmla="*/ 1712119 h 1890712"/>
              <a:gd name="connsiteX174" fmla="*/ 2369344 w 2543175"/>
              <a:gd name="connsiteY174" fmla="*/ 1724025 h 1890712"/>
              <a:gd name="connsiteX175" fmla="*/ 2428876 w 2543175"/>
              <a:gd name="connsiteY175" fmla="*/ 1785938 h 1890712"/>
              <a:gd name="connsiteX176" fmla="*/ 2466975 w 2543175"/>
              <a:gd name="connsiteY176" fmla="*/ 1783556 h 1890712"/>
              <a:gd name="connsiteX177" fmla="*/ 2481263 w 2543175"/>
              <a:gd name="connsiteY177" fmla="*/ 1795462 h 1890712"/>
              <a:gd name="connsiteX178" fmla="*/ 2486025 w 2543175"/>
              <a:gd name="connsiteY178" fmla="*/ 1802606 h 1890712"/>
              <a:gd name="connsiteX179" fmla="*/ 2493169 w 2543175"/>
              <a:gd name="connsiteY179" fmla="*/ 1807369 h 1890712"/>
              <a:gd name="connsiteX180" fmla="*/ 2495550 w 2543175"/>
              <a:gd name="connsiteY180" fmla="*/ 1816894 h 1890712"/>
              <a:gd name="connsiteX181" fmla="*/ 2497932 w 2543175"/>
              <a:gd name="connsiteY181" fmla="*/ 1824037 h 1890712"/>
              <a:gd name="connsiteX182" fmla="*/ 2514600 w 2543175"/>
              <a:gd name="connsiteY182" fmla="*/ 1850231 h 1890712"/>
              <a:gd name="connsiteX183" fmla="*/ 2519363 w 2543175"/>
              <a:gd name="connsiteY183" fmla="*/ 1857375 h 1890712"/>
              <a:gd name="connsiteX184" fmla="*/ 2540794 w 2543175"/>
              <a:gd name="connsiteY184" fmla="*/ 1883569 h 1890712"/>
              <a:gd name="connsiteX185" fmla="*/ 2543175 w 2543175"/>
              <a:gd name="connsiteY185"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12194 w 2543175"/>
              <a:gd name="connsiteY170" fmla="*/ 1685925 h 1890712"/>
              <a:gd name="connsiteX171" fmla="*/ 2328863 w 2543175"/>
              <a:gd name="connsiteY171" fmla="*/ 1697831 h 1890712"/>
              <a:gd name="connsiteX172" fmla="*/ 2350294 w 2543175"/>
              <a:gd name="connsiteY172" fmla="*/ 1712119 h 1890712"/>
              <a:gd name="connsiteX173" fmla="*/ 2369344 w 2543175"/>
              <a:gd name="connsiteY173" fmla="*/ 1724025 h 1890712"/>
              <a:gd name="connsiteX174" fmla="*/ 2428876 w 2543175"/>
              <a:gd name="connsiteY174" fmla="*/ 1785938 h 1890712"/>
              <a:gd name="connsiteX175" fmla="*/ 2466975 w 2543175"/>
              <a:gd name="connsiteY175" fmla="*/ 1783556 h 1890712"/>
              <a:gd name="connsiteX176" fmla="*/ 2481263 w 2543175"/>
              <a:gd name="connsiteY176" fmla="*/ 1795462 h 1890712"/>
              <a:gd name="connsiteX177" fmla="*/ 2486025 w 2543175"/>
              <a:gd name="connsiteY177" fmla="*/ 1802606 h 1890712"/>
              <a:gd name="connsiteX178" fmla="*/ 2493169 w 2543175"/>
              <a:gd name="connsiteY178" fmla="*/ 1807369 h 1890712"/>
              <a:gd name="connsiteX179" fmla="*/ 2495550 w 2543175"/>
              <a:gd name="connsiteY179" fmla="*/ 1816894 h 1890712"/>
              <a:gd name="connsiteX180" fmla="*/ 2497932 w 2543175"/>
              <a:gd name="connsiteY180" fmla="*/ 1824037 h 1890712"/>
              <a:gd name="connsiteX181" fmla="*/ 2514600 w 2543175"/>
              <a:gd name="connsiteY181" fmla="*/ 1850231 h 1890712"/>
              <a:gd name="connsiteX182" fmla="*/ 2519363 w 2543175"/>
              <a:gd name="connsiteY182" fmla="*/ 1857375 h 1890712"/>
              <a:gd name="connsiteX183" fmla="*/ 2540794 w 2543175"/>
              <a:gd name="connsiteY183" fmla="*/ 1883569 h 1890712"/>
              <a:gd name="connsiteX184" fmla="*/ 2543175 w 2543175"/>
              <a:gd name="connsiteY18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12194 w 2543175"/>
              <a:gd name="connsiteY170" fmla="*/ 1685925 h 1890712"/>
              <a:gd name="connsiteX171" fmla="*/ 2328863 w 2543175"/>
              <a:gd name="connsiteY171" fmla="*/ 1697831 h 1890712"/>
              <a:gd name="connsiteX172" fmla="*/ 2350294 w 2543175"/>
              <a:gd name="connsiteY172" fmla="*/ 1712119 h 1890712"/>
              <a:gd name="connsiteX173" fmla="*/ 2369344 w 2543175"/>
              <a:gd name="connsiteY173" fmla="*/ 1724025 h 1890712"/>
              <a:gd name="connsiteX174" fmla="*/ 2428876 w 2543175"/>
              <a:gd name="connsiteY174" fmla="*/ 1785938 h 1890712"/>
              <a:gd name="connsiteX175" fmla="*/ 2466975 w 2543175"/>
              <a:gd name="connsiteY175" fmla="*/ 1783556 h 1890712"/>
              <a:gd name="connsiteX176" fmla="*/ 2481263 w 2543175"/>
              <a:gd name="connsiteY176" fmla="*/ 1795462 h 1890712"/>
              <a:gd name="connsiteX177" fmla="*/ 2486025 w 2543175"/>
              <a:gd name="connsiteY177" fmla="*/ 1802606 h 1890712"/>
              <a:gd name="connsiteX178" fmla="*/ 2495550 w 2543175"/>
              <a:gd name="connsiteY178" fmla="*/ 1816894 h 1890712"/>
              <a:gd name="connsiteX179" fmla="*/ 2497932 w 2543175"/>
              <a:gd name="connsiteY179" fmla="*/ 1824037 h 1890712"/>
              <a:gd name="connsiteX180" fmla="*/ 2514600 w 2543175"/>
              <a:gd name="connsiteY180" fmla="*/ 1850231 h 1890712"/>
              <a:gd name="connsiteX181" fmla="*/ 2519363 w 2543175"/>
              <a:gd name="connsiteY181" fmla="*/ 1857375 h 1890712"/>
              <a:gd name="connsiteX182" fmla="*/ 2540794 w 2543175"/>
              <a:gd name="connsiteY182" fmla="*/ 1883569 h 1890712"/>
              <a:gd name="connsiteX183" fmla="*/ 2543175 w 2543175"/>
              <a:gd name="connsiteY183"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12194 w 2543175"/>
              <a:gd name="connsiteY170" fmla="*/ 1685925 h 1890712"/>
              <a:gd name="connsiteX171" fmla="*/ 2328863 w 2543175"/>
              <a:gd name="connsiteY171" fmla="*/ 1697831 h 1890712"/>
              <a:gd name="connsiteX172" fmla="*/ 2350294 w 2543175"/>
              <a:gd name="connsiteY172" fmla="*/ 1712119 h 1890712"/>
              <a:gd name="connsiteX173" fmla="*/ 2369344 w 2543175"/>
              <a:gd name="connsiteY173" fmla="*/ 1724025 h 1890712"/>
              <a:gd name="connsiteX174" fmla="*/ 2428876 w 2543175"/>
              <a:gd name="connsiteY174" fmla="*/ 1785938 h 1890712"/>
              <a:gd name="connsiteX175" fmla="*/ 2466975 w 2543175"/>
              <a:gd name="connsiteY175" fmla="*/ 1783556 h 1890712"/>
              <a:gd name="connsiteX176" fmla="*/ 2481263 w 2543175"/>
              <a:gd name="connsiteY176" fmla="*/ 1795462 h 1890712"/>
              <a:gd name="connsiteX177" fmla="*/ 2486025 w 2543175"/>
              <a:gd name="connsiteY177" fmla="*/ 1802606 h 1890712"/>
              <a:gd name="connsiteX178" fmla="*/ 2497932 w 2543175"/>
              <a:gd name="connsiteY178" fmla="*/ 1824037 h 1890712"/>
              <a:gd name="connsiteX179" fmla="*/ 2514600 w 2543175"/>
              <a:gd name="connsiteY179" fmla="*/ 1850231 h 1890712"/>
              <a:gd name="connsiteX180" fmla="*/ 2519363 w 2543175"/>
              <a:gd name="connsiteY180" fmla="*/ 1857375 h 1890712"/>
              <a:gd name="connsiteX181" fmla="*/ 2540794 w 2543175"/>
              <a:gd name="connsiteY181" fmla="*/ 1883569 h 1890712"/>
              <a:gd name="connsiteX182" fmla="*/ 2543175 w 2543175"/>
              <a:gd name="connsiteY18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12194 w 2543175"/>
              <a:gd name="connsiteY170" fmla="*/ 1685925 h 1890712"/>
              <a:gd name="connsiteX171" fmla="*/ 2328863 w 2543175"/>
              <a:gd name="connsiteY171" fmla="*/ 1697831 h 1890712"/>
              <a:gd name="connsiteX172" fmla="*/ 2350294 w 2543175"/>
              <a:gd name="connsiteY172" fmla="*/ 1712119 h 1890712"/>
              <a:gd name="connsiteX173" fmla="*/ 2369344 w 2543175"/>
              <a:gd name="connsiteY173" fmla="*/ 1724025 h 1890712"/>
              <a:gd name="connsiteX174" fmla="*/ 2428876 w 2543175"/>
              <a:gd name="connsiteY174" fmla="*/ 1785938 h 1890712"/>
              <a:gd name="connsiteX175" fmla="*/ 2466975 w 2543175"/>
              <a:gd name="connsiteY175" fmla="*/ 1783556 h 1890712"/>
              <a:gd name="connsiteX176" fmla="*/ 2481263 w 2543175"/>
              <a:gd name="connsiteY176" fmla="*/ 1795462 h 1890712"/>
              <a:gd name="connsiteX177" fmla="*/ 2486025 w 2543175"/>
              <a:gd name="connsiteY177" fmla="*/ 1802606 h 1890712"/>
              <a:gd name="connsiteX178" fmla="*/ 2514600 w 2543175"/>
              <a:gd name="connsiteY178" fmla="*/ 1850231 h 1890712"/>
              <a:gd name="connsiteX179" fmla="*/ 2519363 w 2543175"/>
              <a:gd name="connsiteY179" fmla="*/ 1857375 h 1890712"/>
              <a:gd name="connsiteX180" fmla="*/ 2540794 w 2543175"/>
              <a:gd name="connsiteY180" fmla="*/ 1883569 h 1890712"/>
              <a:gd name="connsiteX181" fmla="*/ 2543175 w 2543175"/>
              <a:gd name="connsiteY181"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302419 w 2543175"/>
              <a:gd name="connsiteY26" fmla="*/ 204787 h 1890712"/>
              <a:gd name="connsiteX27" fmla="*/ 309563 w 2543175"/>
              <a:gd name="connsiteY27" fmla="*/ 209550 h 1890712"/>
              <a:gd name="connsiteX28" fmla="*/ 319088 w 2543175"/>
              <a:gd name="connsiteY28" fmla="*/ 219075 h 1890712"/>
              <a:gd name="connsiteX29" fmla="*/ 333375 w 2543175"/>
              <a:gd name="connsiteY29" fmla="*/ 228600 h 1890712"/>
              <a:gd name="connsiteX30" fmla="*/ 340519 w 2543175"/>
              <a:gd name="connsiteY30" fmla="*/ 233362 h 1890712"/>
              <a:gd name="connsiteX31" fmla="*/ 354807 w 2543175"/>
              <a:gd name="connsiteY31" fmla="*/ 247650 h 1890712"/>
              <a:gd name="connsiteX32" fmla="*/ 366713 w 2543175"/>
              <a:gd name="connsiteY32" fmla="*/ 264319 h 1890712"/>
              <a:gd name="connsiteX33" fmla="*/ 371475 w 2543175"/>
              <a:gd name="connsiteY33" fmla="*/ 271462 h 1890712"/>
              <a:gd name="connsiteX34" fmla="*/ 378619 w 2543175"/>
              <a:gd name="connsiteY34" fmla="*/ 276225 h 1890712"/>
              <a:gd name="connsiteX35" fmla="*/ 385763 w 2543175"/>
              <a:gd name="connsiteY35" fmla="*/ 283369 h 1890712"/>
              <a:gd name="connsiteX36" fmla="*/ 395288 w 2543175"/>
              <a:gd name="connsiteY36" fmla="*/ 288131 h 1890712"/>
              <a:gd name="connsiteX37" fmla="*/ 404813 w 2543175"/>
              <a:gd name="connsiteY37" fmla="*/ 295275 h 1890712"/>
              <a:gd name="connsiteX38" fmla="*/ 411957 w 2543175"/>
              <a:gd name="connsiteY38" fmla="*/ 297656 h 1890712"/>
              <a:gd name="connsiteX39" fmla="*/ 421482 w 2543175"/>
              <a:gd name="connsiteY39" fmla="*/ 302419 h 1890712"/>
              <a:gd name="connsiteX40" fmla="*/ 447675 w 2543175"/>
              <a:gd name="connsiteY40" fmla="*/ 307181 h 1890712"/>
              <a:gd name="connsiteX41" fmla="*/ 461963 w 2543175"/>
              <a:gd name="connsiteY41" fmla="*/ 321469 h 1890712"/>
              <a:gd name="connsiteX42" fmla="*/ 466725 w 2543175"/>
              <a:gd name="connsiteY42" fmla="*/ 328612 h 1890712"/>
              <a:gd name="connsiteX43" fmla="*/ 476250 w 2543175"/>
              <a:gd name="connsiteY43" fmla="*/ 335756 h 1890712"/>
              <a:gd name="connsiteX44" fmla="*/ 481013 w 2543175"/>
              <a:gd name="connsiteY44" fmla="*/ 342900 h 1890712"/>
              <a:gd name="connsiteX45" fmla="*/ 490538 w 2543175"/>
              <a:gd name="connsiteY45" fmla="*/ 352425 h 1890712"/>
              <a:gd name="connsiteX46" fmla="*/ 495300 w 2543175"/>
              <a:gd name="connsiteY46" fmla="*/ 359569 h 1890712"/>
              <a:gd name="connsiteX47" fmla="*/ 509588 w 2543175"/>
              <a:gd name="connsiteY47" fmla="*/ 376237 h 1890712"/>
              <a:gd name="connsiteX48" fmla="*/ 514350 w 2543175"/>
              <a:gd name="connsiteY48" fmla="*/ 383381 h 1890712"/>
              <a:gd name="connsiteX49" fmla="*/ 531019 w 2543175"/>
              <a:gd name="connsiteY49" fmla="*/ 397669 h 1890712"/>
              <a:gd name="connsiteX50" fmla="*/ 538163 w 2543175"/>
              <a:gd name="connsiteY50" fmla="*/ 407194 h 1890712"/>
              <a:gd name="connsiteX51" fmla="*/ 554832 w 2543175"/>
              <a:gd name="connsiteY51" fmla="*/ 421481 h 1890712"/>
              <a:gd name="connsiteX52" fmla="*/ 564357 w 2543175"/>
              <a:gd name="connsiteY52" fmla="*/ 431006 h 1890712"/>
              <a:gd name="connsiteX53" fmla="*/ 573882 w 2543175"/>
              <a:gd name="connsiteY53" fmla="*/ 438150 h 1890712"/>
              <a:gd name="connsiteX54" fmla="*/ 595313 w 2543175"/>
              <a:gd name="connsiteY54" fmla="*/ 454819 h 1890712"/>
              <a:gd name="connsiteX55" fmla="*/ 602457 w 2543175"/>
              <a:gd name="connsiteY55" fmla="*/ 457200 h 1890712"/>
              <a:gd name="connsiteX56" fmla="*/ 628650 w 2543175"/>
              <a:gd name="connsiteY56" fmla="*/ 469106 h 1890712"/>
              <a:gd name="connsiteX57" fmla="*/ 645319 w 2543175"/>
              <a:gd name="connsiteY57" fmla="*/ 483394 h 1890712"/>
              <a:gd name="connsiteX58" fmla="*/ 654844 w 2543175"/>
              <a:gd name="connsiteY58" fmla="*/ 488156 h 1890712"/>
              <a:gd name="connsiteX59" fmla="*/ 661988 w 2543175"/>
              <a:gd name="connsiteY59" fmla="*/ 497681 h 1890712"/>
              <a:gd name="connsiteX60" fmla="*/ 683419 w 2543175"/>
              <a:gd name="connsiteY60" fmla="*/ 514350 h 1890712"/>
              <a:gd name="connsiteX61" fmla="*/ 700088 w 2543175"/>
              <a:gd name="connsiteY61" fmla="*/ 526256 h 1890712"/>
              <a:gd name="connsiteX62" fmla="*/ 709613 w 2543175"/>
              <a:gd name="connsiteY62" fmla="*/ 535781 h 1890712"/>
              <a:gd name="connsiteX63" fmla="*/ 719138 w 2543175"/>
              <a:gd name="connsiteY63" fmla="*/ 542925 h 1890712"/>
              <a:gd name="connsiteX64" fmla="*/ 733425 w 2543175"/>
              <a:gd name="connsiteY64" fmla="*/ 557212 h 1890712"/>
              <a:gd name="connsiteX65" fmla="*/ 750094 w 2543175"/>
              <a:gd name="connsiteY65" fmla="*/ 569119 h 1890712"/>
              <a:gd name="connsiteX66" fmla="*/ 769144 w 2543175"/>
              <a:gd name="connsiteY66" fmla="*/ 581025 h 1890712"/>
              <a:gd name="connsiteX67" fmla="*/ 785813 w 2543175"/>
              <a:gd name="connsiteY67" fmla="*/ 590550 h 1890712"/>
              <a:gd name="connsiteX68" fmla="*/ 792957 w 2543175"/>
              <a:gd name="connsiteY68" fmla="*/ 600075 h 1890712"/>
              <a:gd name="connsiteX69" fmla="*/ 809625 w 2543175"/>
              <a:gd name="connsiteY69" fmla="*/ 611981 h 1890712"/>
              <a:gd name="connsiteX70" fmla="*/ 816769 w 2543175"/>
              <a:gd name="connsiteY70" fmla="*/ 619125 h 1890712"/>
              <a:gd name="connsiteX71" fmla="*/ 826294 w 2543175"/>
              <a:gd name="connsiteY71" fmla="*/ 626269 h 1890712"/>
              <a:gd name="connsiteX72" fmla="*/ 840582 w 2543175"/>
              <a:gd name="connsiteY72" fmla="*/ 638175 h 1890712"/>
              <a:gd name="connsiteX73" fmla="*/ 847725 w 2543175"/>
              <a:gd name="connsiteY73" fmla="*/ 645319 h 1890712"/>
              <a:gd name="connsiteX74" fmla="*/ 857250 w 2543175"/>
              <a:gd name="connsiteY74" fmla="*/ 652462 h 1890712"/>
              <a:gd name="connsiteX75" fmla="*/ 864394 w 2543175"/>
              <a:gd name="connsiteY75" fmla="*/ 657225 h 1890712"/>
              <a:gd name="connsiteX76" fmla="*/ 888207 w 2543175"/>
              <a:gd name="connsiteY76" fmla="*/ 676275 h 1890712"/>
              <a:gd name="connsiteX77" fmla="*/ 895350 w 2543175"/>
              <a:gd name="connsiteY77" fmla="*/ 681037 h 1890712"/>
              <a:gd name="connsiteX78" fmla="*/ 907257 w 2543175"/>
              <a:gd name="connsiteY78" fmla="*/ 683419 h 1890712"/>
              <a:gd name="connsiteX79" fmla="*/ 928688 w 2543175"/>
              <a:gd name="connsiteY79" fmla="*/ 695325 h 1890712"/>
              <a:gd name="connsiteX80" fmla="*/ 942975 w 2543175"/>
              <a:gd name="connsiteY80" fmla="*/ 700087 h 1890712"/>
              <a:gd name="connsiteX81" fmla="*/ 964407 w 2543175"/>
              <a:gd name="connsiteY81" fmla="*/ 716756 h 1890712"/>
              <a:gd name="connsiteX82" fmla="*/ 971550 w 2543175"/>
              <a:gd name="connsiteY82" fmla="*/ 723900 h 1890712"/>
              <a:gd name="connsiteX83" fmla="*/ 983457 w 2543175"/>
              <a:gd name="connsiteY83" fmla="*/ 733425 h 1890712"/>
              <a:gd name="connsiteX84" fmla="*/ 990600 w 2543175"/>
              <a:gd name="connsiteY84" fmla="*/ 738187 h 1890712"/>
              <a:gd name="connsiteX85" fmla="*/ 1007269 w 2543175"/>
              <a:gd name="connsiteY85" fmla="*/ 752475 h 1890712"/>
              <a:gd name="connsiteX86" fmla="*/ 1031082 w 2543175"/>
              <a:gd name="connsiteY86" fmla="*/ 766762 h 1890712"/>
              <a:gd name="connsiteX87" fmla="*/ 1042988 w 2543175"/>
              <a:gd name="connsiteY87" fmla="*/ 773906 h 1890712"/>
              <a:gd name="connsiteX88" fmla="*/ 1071563 w 2543175"/>
              <a:gd name="connsiteY88" fmla="*/ 785812 h 1890712"/>
              <a:gd name="connsiteX89" fmla="*/ 1097757 w 2543175"/>
              <a:gd name="connsiteY89" fmla="*/ 807244 h 1890712"/>
              <a:gd name="connsiteX90" fmla="*/ 1104900 w 2543175"/>
              <a:gd name="connsiteY90" fmla="*/ 814387 h 1890712"/>
              <a:gd name="connsiteX91" fmla="*/ 1121569 w 2543175"/>
              <a:gd name="connsiteY91" fmla="*/ 823912 h 1890712"/>
              <a:gd name="connsiteX92" fmla="*/ 1138238 w 2543175"/>
              <a:gd name="connsiteY92" fmla="*/ 835819 h 1890712"/>
              <a:gd name="connsiteX93" fmla="*/ 1147763 w 2543175"/>
              <a:gd name="connsiteY93" fmla="*/ 842962 h 1890712"/>
              <a:gd name="connsiteX94" fmla="*/ 1157288 w 2543175"/>
              <a:gd name="connsiteY94" fmla="*/ 847725 h 1890712"/>
              <a:gd name="connsiteX95" fmla="*/ 1178719 w 2543175"/>
              <a:gd name="connsiteY95" fmla="*/ 859631 h 1890712"/>
              <a:gd name="connsiteX96" fmla="*/ 1188244 w 2543175"/>
              <a:gd name="connsiteY96" fmla="*/ 866775 h 1890712"/>
              <a:gd name="connsiteX97" fmla="*/ 1195388 w 2543175"/>
              <a:gd name="connsiteY97" fmla="*/ 871537 h 1890712"/>
              <a:gd name="connsiteX98" fmla="*/ 1212057 w 2543175"/>
              <a:gd name="connsiteY98" fmla="*/ 883444 h 1890712"/>
              <a:gd name="connsiteX99" fmla="*/ 1226344 w 2543175"/>
              <a:gd name="connsiteY99" fmla="*/ 895350 h 1890712"/>
              <a:gd name="connsiteX100" fmla="*/ 1245394 w 2543175"/>
              <a:gd name="connsiteY100" fmla="*/ 907256 h 1890712"/>
              <a:gd name="connsiteX101" fmla="*/ 1254919 w 2543175"/>
              <a:gd name="connsiteY101" fmla="*/ 914400 h 1890712"/>
              <a:gd name="connsiteX102" fmla="*/ 1269207 w 2543175"/>
              <a:gd name="connsiteY102" fmla="*/ 921544 h 1890712"/>
              <a:gd name="connsiteX103" fmla="*/ 1290638 w 2543175"/>
              <a:gd name="connsiteY103" fmla="*/ 935831 h 1890712"/>
              <a:gd name="connsiteX104" fmla="*/ 1307307 w 2543175"/>
              <a:gd name="connsiteY104" fmla="*/ 952500 h 1890712"/>
              <a:gd name="connsiteX105" fmla="*/ 1333500 w 2543175"/>
              <a:gd name="connsiteY105" fmla="*/ 971550 h 1890712"/>
              <a:gd name="connsiteX106" fmla="*/ 1359694 w 2543175"/>
              <a:gd name="connsiteY106" fmla="*/ 990600 h 1890712"/>
              <a:gd name="connsiteX107" fmla="*/ 1373982 w 2543175"/>
              <a:gd name="connsiteY107" fmla="*/ 997744 h 1890712"/>
              <a:gd name="connsiteX108" fmla="*/ 1388269 w 2543175"/>
              <a:gd name="connsiteY108" fmla="*/ 1007269 h 1890712"/>
              <a:gd name="connsiteX109" fmla="*/ 1414463 w 2543175"/>
              <a:gd name="connsiteY109" fmla="*/ 1019175 h 1890712"/>
              <a:gd name="connsiteX110" fmla="*/ 1428750 w 2543175"/>
              <a:gd name="connsiteY110" fmla="*/ 1026319 h 1890712"/>
              <a:gd name="connsiteX111" fmla="*/ 1471613 w 2543175"/>
              <a:gd name="connsiteY111" fmla="*/ 1059656 h 1890712"/>
              <a:gd name="connsiteX112" fmla="*/ 1495425 w 2543175"/>
              <a:gd name="connsiteY112" fmla="*/ 1088231 h 1890712"/>
              <a:gd name="connsiteX113" fmla="*/ 1547812 w 2543175"/>
              <a:gd name="connsiteY113" fmla="*/ 1133475 h 1890712"/>
              <a:gd name="connsiteX114" fmla="*/ 1597819 w 2543175"/>
              <a:gd name="connsiteY114" fmla="*/ 1154906 h 1890712"/>
              <a:gd name="connsiteX115" fmla="*/ 1604963 w 2543175"/>
              <a:gd name="connsiteY115" fmla="*/ 1162050 h 1890712"/>
              <a:gd name="connsiteX116" fmla="*/ 1612107 w 2543175"/>
              <a:gd name="connsiteY116" fmla="*/ 1166812 h 1890712"/>
              <a:gd name="connsiteX117" fmla="*/ 1628775 w 2543175"/>
              <a:gd name="connsiteY117" fmla="*/ 1183481 h 1890712"/>
              <a:gd name="connsiteX118" fmla="*/ 1662113 w 2543175"/>
              <a:gd name="connsiteY118" fmla="*/ 1209675 h 1890712"/>
              <a:gd name="connsiteX119" fmla="*/ 1678782 w 2543175"/>
              <a:gd name="connsiteY119" fmla="*/ 1226344 h 1890712"/>
              <a:gd name="connsiteX120" fmla="*/ 1700213 w 2543175"/>
              <a:gd name="connsiteY120" fmla="*/ 1247775 h 1890712"/>
              <a:gd name="connsiteX121" fmla="*/ 1712119 w 2543175"/>
              <a:gd name="connsiteY121" fmla="*/ 1259681 h 1890712"/>
              <a:gd name="connsiteX122" fmla="*/ 1733550 w 2543175"/>
              <a:gd name="connsiteY122" fmla="*/ 1273969 h 1890712"/>
              <a:gd name="connsiteX123" fmla="*/ 1743075 w 2543175"/>
              <a:gd name="connsiteY123" fmla="*/ 1283494 h 1890712"/>
              <a:gd name="connsiteX124" fmla="*/ 1754982 w 2543175"/>
              <a:gd name="connsiteY124" fmla="*/ 1290637 h 1890712"/>
              <a:gd name="connsiteX125" fmla="*/ 1766888 w 2543175"/>
              <a:gd name="connsiteY125" fmla="*/ 1300162 h 1890712"/>
              <a:gd name="connsiteX126" fmla="*/ 1783557 w 2543175"/>
              <a:gd name="connsiteY126" fmla="*/ 1307306 h 1890712"/>
              <a:gd name="connsiteX127" fmla="*/ 1790700 w 2543175"/>
              <a:gd name="connsiteY127" fmla="*/ 1312069 h 1890712"/>
              <a:gd name="connsiteX128" fmla="*/ 1800225 w 2543175"/>
              <a:gd name="connsiteY128" fmla="*/ 1319212 h 1890712"/>
              <a:gd name="connsiteX129" fmla="*/ 1807369 w 2543175"/>
              <a:gd name="connsiteY129" fmla="*/ 1321594 h 1890712"/>
              <a:gd name="connsiteX130" fmla="*/ 1824038 w 2543175"/>
              <a:gd name="connsiteY130" fmla="*/ 1333500 h 1890712"/>
              <a:gd name="connsiteX131" fmla="*/ 1843088 w 2543175"/>
              <a:gd name="connsiteY131" fmla="*/ 1352550 h 1890712"/>
              <a:gd name="connsiteX132" fmla="*/ 1852613 w 2543175"/>
              <a:gd name="connsiteY132" fmla="*/ 1359694 h 1890712"/>
              <a:gd name="connsiteX133" fmla="*/ 1859757 w 2543175"/>
              <a:gd name="connsiteY133" fmla="*/ 1366837 h 1890712"/>
              <a:gd name="connsiteX134" fmla="*/ 1869282 w 2543175"/>
              <a:gd name="connsiteY134" fmla="*/ 1371600 h 1890712"/>
              <a:gd name="connsiteX135" fmla="*/ 1883569 w 2543175"/>
              <a:gd name="connsiteY135" fmla="*/ 1388269 h 1890712"/>
              <a:gd name="connsiteX136" fmla="*/ 1893094 w 2543175"/>
              <a:gd name="connsiteY136" fmla="*/ 1395412 h 1890712"/>
              <a:gd name="connsiteX137" fmla="*/ 1902619 w 2543175"/>
              <a:gd name="connsiteY137" fmla="*/ 1404937 h 1890712"/>
              <a:gd name="connsiteX138" fmla="*/ 1912144 w 2543175"/>
              <a:gd name="connsiteY138" fmla="*/ 1409700 h 1890712"/>
              <a:gd name="connsiteX139" fmla="*/ 1931194 w 2543175"/>
              <a:gd name="connsiteY139" fmla="*/ 1421606 h 1890712"/>
              <a:gd name="connsiteX140" fmla="*/ 1935957 w 2543175"/>
              <a:gd name="connsiteY140" fmla="*/ 1428750 h 1890712"/>
              <a:gd name="connsiteX141" fmla="*/ 1952625 w 2543175"/>
              <a:gd name="connsiteY141" fmla="*/ 1438275 h 1890712"/>
              <a:gd name="connsiteX142" fmla="*/ 1971675 w 2543175"/>
              <a:gd name="connsiteY142" fmla="*/ 1450181 h 1890712"/>
              <a:gd name="connsiteX143" fmla="*/ 1981200 w 2543175"/>
              <a:gd name="connsiteY143" fmla="*/ 1454944 h 1890712"/>
              <a:gd name="connsiteX144" fmla="*/ 1997869 w 2543175"/>
              <a:gd name="connsiteY144" fmla="*/ 1471612 h 1890712"/>
              <a:gd name="connsiteX145" fmla="*/ 2007394 w 2543175"/>
              <a:gd name="connsiteY145" fmla="*/ 1478756 h 1890712"/>
              <a:gd name="connsiteX146" fmla="*/ 2016919 w 2543175"/>
              <a:gd name="connsiteY146" fmla="*/ 1483519 h 1890712"/>
              <a:gd name="connsiteX147" fmla="*/ 2024063 w 2543175"/>
              <a:gd name="connsiteY147" fmla="*/ 1490662 h 1890712"/>
              <a:gd name="connsiteX148" fmla="*/ 2033588 w 2543175"/>
              <a:gd name="connsiteY148" fmla="*/ 1495425 h 1890712"/>
              <a:gd name="connsiteX149" fmla="*/ 2040732 w 2543175"/>
              <a:gd name="connsiteY149" fmla="*/ 1502569 h 1890712"/>
              <a:gd name="connsiteX150" fmla="*/ 2047875 w 2543175"/>
              <a:gd name="connsiteY150" fmla="*/ 1507331 h 1890712"/>
              <a:gd name="connsiteX151" fmla="*/ 2057400 w 2543175"/>
              <a:gd name="connsiteY151" fmla="*/ 1514475 h 1890712"/>
              <a:gd name="connsiteX152" fmla="*/ 2064544 w 2543175"/>
              <a:gd name="connsiteY152" fmla="*/ 1519237 h 1890712"/>
              <a:gd name="connsiteX153" fmla="*/ 2071688 w 2543175"/>
              <a:gd name="connsiteY153" fmla="*/ 1526381 h 1890712"/>
              <a:gd name="connsiteX154" fmla="*/ 2081213 w 2543175"/>
              <a:gd name="connsiteY154" fmla="*/ 1531144 h 1890712"/>
              <a:gd name="connsiteX155" fmla="*/ 2090738 w 2543175"/>
              <a:gd name="connsiteY155" fmla="*/ 1538287 h 1890712"/>
              <a:gd name="connsiteX156" fmla="*/ 2109788 w 2543175"/>
              <a:gd name="connsiteY156" fmla="*/ 1547812 h 1890712"/>
              <a:gd name="connsiteX157" fmla="*/ 2131219 w 2543175"/>
              <a:gd name="connsiteY157" fmla="*/ 1562100 h 1890712"/>
              <a:gd name="connsiteX158" fmla="*/ 2140744 w 2543175"/>
              <a:gd name="connsiteY158" fmla="*/ 1566862 h 1890712"/>
              <a:gd name="connsiteX159" fmla="*/ 2152650 w 2543175"/>
              <a:gd name="connsiteY159" fmla="*/ 1576387 h 1890712"/>
              <a:gd name="connsiteX160" fmla="*/ 2181225 w 2543175"/>
              <a:gd name="connsiteY160" fmla="*/ 1590675 h 1890712"/>
              <a:gd name="connsiteX161" fmla="*/ 2200275 w 2543175"/>
              <a:gd name="connsiteY161" fmla="*/ 1607344 h 1890712"/>
              <a:gd name="connsiteX162" fmla="*/ 2207419 w 2543175"/>
              <a:gd name="connsiteY162" fmla="*/ 1612106 h 1890712"/>
              <a:gd name="connsiteX163" fmla="*/ 2216944 w 2543175"/>
              <a:gd name="connsiteY163" fmla="*/ 1619250 h 1890712"/>
              <a:gd name="connsiteX164" fmla="*/ 2224088 w 2543175"/>
              <a:gd name="connsiteY164" fmla="*/ 1624012 h 1890712"/>
              <a:gd name="connsiteX165" fmla="*/ 2247900 w 2543175"/>
              <a:gd name="connsiteY165" fmla="*/ 1643062 h 1890712"/>
              <a:gd name="connsiteX166" fmla="*/ 2255044 w 2543175"/>
              <a:gd name="connsiteY166" fmla="*/ 1650206 h 1890712"/>
              <a:gd name="connsiteX167" fmla="*/ 2281238 w 2543175"/>
              <a:gd name="connsiteY167" fmla="*/ 1664494 h 1890712"/>
              <a:gd name="connsiteX168" fmla="*/ 2297907 w 2543175"/>
              <a:gd name="connsiteY168" fmla="*/ 1674019 h 1890712"/>
              <a:gd name="connsiteX169" fmla="*/ 2312194 w 2543175"/>
              <a:gd name="connsiteY169" fmla="*/ 1685925 h 1890712"/>
              <a:gd name="connsiteX170" fmla="*/ 2328863 w 2543175"/>
              <a:gd name="connsiteY170" fmla="*/ 1697831 h 1890712"/>
              <a:gd name="connsiteX171" fmla="*/ 2350294 w 2543175"/>
              <a:gd name="connsiteY171" fmla="*/ 1712119 h 1890712"/>
              <a:gd name="connsiteX172" fmla="*/ 2369344 w 2543175"/>
              <a:gd name="connsiteY172" fmla="*/ 1724025 h 1890712"/>
              <a:gd name="connsiteX173" fmla="*/ 2428876 w 2543175"/>
              <a:gd name="connsiteY173" fmla="*/ 1785938 h 1890712"/>
              <a:gd name="connsiteX174" fmla="*/ 2466975 w 2543175"/>
              <a:gd name="connsiteY174" fmla="*/ 1783556 h 1890712"/>
              <a:gd name="connsiteX175" fmla="*/ 2481263 w 2543175"/>
              <a:gd name="connsiteY175" fmla="*/ 1795462 h 1890712"/>
              <a:gd name="connsiteX176" fmla="*/ 2486025 w 2543175"/>
              <a:gd name="connsiteY176" fmla="*/ 1802606 h 1890712"/>
              <a:gd name="connsiteX177" fmla="*/ 2514600 w 2543175"/>
              <a:gd name="connsiteY177" fmla="*/ 1850231 h 1890712"/>
              <a:gd name="connsiteX178" fmla="*/ 2519363 w 2543175"/>
              <a:gd name="connsiteY178" fmla="*/ 1857375 h 1890712"/>
              <a:gd name="connsiteX179" fmla="*/ 2540794 w 2543175"/>
              <a:gd name="connsiteY179" fmla="*/ 1883569 h 1890712"/>
              <a:gd name="connsiteX180" fmla="*/ 2543175 w 2543175"/>
              <a:gd name="connsiteY18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302419 w 2543175"/>
              <a:gd name="connsiteY26" fmla="*/ 204787 h 1890712"/>
              <a:gd name="connsiteX27" fmla="*/ 309563 w 2543175"/>
              <a:gd name="connsiteY27" fmla="*/ 209550 h 1890712"/>
              <a:gd name="connsiteX28" fmla="*/ 333375 w 2543175"/>
              <a:gd name="connsiteY28" fmla="*/ 228600 h 1890712"/>
              <a:gd name="connsiteX29" fmla="*/ 340519 w 2543175"/>
              <a:gd name="connsiteY29" fmla="*/ 233362 h 1890712"/>
              <a:gd name="connsiteX30" fmla="*/ 354807 w 2543175"/>
              <a:gd name="connsiteY30" fmla="*/ 247650 h 1890712"/>
              <a:gd name="connsiteX31" fmla="*/ 366713 w 2543175"/>
              <a:gd name="connsiteY31" fmla="*/ 264319 h 1890712"/>
              <a:gd name="connsiteX32" fmla="*/ 371475 w 2543175"/>
              <a:gd name="connsiteY32" fmla="*/ 271462 h 1890712"/>
              <a:gd name="connsiteX33" fmla="*/ 378619 w 2543175"/>
              <a:gd name="connsiteY33" fmla="*/ 276225 h 1890712"/>
              <a:gd name="connsiteX34" fmla="*/ 385763 w 2543175"/>
              <a:gd name="connsiteY34" fmla="*/ 283369 h 1890712"/>
              <a:gd name="connsiteX35" fmla="*/ 395288 w 2543175"/>
              <a:gd name="connsiteY35" fmla="*/ 288131 h 1890712"/>
              <a:gd name="connsiteX36" fmla="*/ 404813 w 2543175"/>
              <a:gd name="connsiteY36" fmla="*/ 295275 h 1890712"/>
              <a:gd name="connsiteX37" fmla="*/ 411957 w 2543175"/>
              <a:gd name="connsiteY37" fmla="*/ 297656 h 1890712"/>
              <a:gd name="connsiteX38" fmla="*/ 421482 w 2543175"/>
              <a:gd name="connsiteY38" fmla="*/ 302419 h 1890712"/>
              <a:gd name="connsiteX39" fmla="*/ 447675 w 2543175"/>
              <a:gd name="connsiteY39" fmla="*/ 307181 h 1890712"/>
              <a:gd name="connsiteX40" fmla="*/ 461963 w 2543175"/>
              <a:gd name="connsiteY40" fmla="*/ 321469 h 1890712"/>
              <a:gd name="connsiteX41" fmla="*/ 466725 w 2543175"/>
              <a:gd name="connsiteY41" fmla="*/ 328612 h 1890712"/>
              <a:gd name="connsiteX42" fmla="*/ 476250 w 2543175"/>
              <a:gd name="connsiteY42" fmla="*/ 335756 h 1890712"/>
              <a:gd name="connsiteX43" fmla="*/ 481013 w 2543175"/>
              <a:gd name="connsiteY43" fmla="*/ 342900 h 1890712"/>
              <a:gd name="connsiteX44" fmla="*/ 490538 w 2543175"/>
              <a:gd name="connsiteY44" fmla="*/ 352425 h 1890712"/>
              <a:gd name="connsiteX45" fmla="*/ 495300 w 2543175"/>
              <a:gd name="connsiteY45" fmla="*/ 359569 h 1890712"/>
              <a:gd name="connsiteX46" fmla="*/ 509588 w 2543175"/>
              <a:gd name="connsiteY46" fmla="*/ 376237 h 1890712"/>
              <a:gd name="connsiteX47" fmla="*/ 514350 w 2543175"/>
              <a:gd name="connsiteY47" fmla="*/ 383381 h 1890712"/>
              <a:gd name="connsiteX48" fmla="*/ 531019 w 2543175"/>
              <a:gd name="connsiteY48" fmla="*/ 397669 h 1890712"/>
              <a:gd name="connsiteX49" fmla="*/ 538163 w 2543175"/>
              <a:gd name="connsiteY49" fmla="*/ 407194 h 1890712"/>
              <a:gd name="connsiteX50" fmla="*/ 554832 w 2543175"/>
              <a:gd name="connsiteY50" fmla="*/ 421481 h 1890712"/>
              <a:gd name="connsiteX51" fmla="*/ 564357 w 2543175"/>
              <a:gd name="connsiteY51" fmla="*/ 431006 h 1890712"/>
              <a:gd name="connsiteX52" fmla="*/ 573882 w 2543175"/>
              <a:gd name="connsiteY52" fmla="*/ 438150 h 1890712"/>
              <a:gd name="connsiteX53" fmla="*/ 595313 w 2543175"/>
              <a:gd name="connsiteY53" fmla="*/ 454819 h 1890712"/>
              <a:gd name="connsiteX54" fmla="*/ 602457 w 2543175"/>
              <a:gd name="connsiteY54" fmla="*/ 457200 h 1890712"/>
              <a:gd name="connsiteX55" fmla="*/ 628650 w 2543175"/>
              <a:gd name="connsiteY55" fmla="*/ 469106 h 1890712"/>
              <a:gd name="connsiteX56" fmla="*/ 645319 w 2543175"/>
              <a:gd name="connsiteY56" fmla="*/ 483394 h 1890712"/>
              <a:gd name="connsiteX57" fmla="*/ 654844 w 2543175"/>
              <a:gd name="connsiteY57" fmla="*/ 488156 h 1890712"/>
              <a:gd name="connsiteX58" fmla="*/ 661988 w 2543175"/>
              <a:gd name="connsiteY58" fmla="*/ 497681 h 1890712"/>
              <a:gd name="connsiteX59" fmla="*/ 683419 w 2543175"/>
              <a:gd name="connsiteY59" fmla="*/ 514350 h 1890712"/>
              <a:gd name="connsiteX60" fmla="*/ 700088 w 2543175"/>
              <a:gd name="connsiteY60" fmla="*/ 526256 h 1890712"/>
              <a:gd name="connsiteX61" fmla="*/ 709613 w 2543175"/>
              <a:gd name="connsiteY61" fmla="*/ 535781 h 1890712"/>
              <a:gd name="connsiteX62" fmla="*/ 719138 w 2543175"/>
              <a:gd name="connsiteY62" fmla="*/ 542925 h 1890712"/>
              <a:gd name="connsiteX63" fmla="*/ 733425 w 2543175"/>
              <a:gd name="connsiteY63" fmla="*/ 557212 h 1890712"/>
              <a:gd name="connsiteX64" fmla="*/ 750094 w 2543175"/>
              <a:gd name="connsiteY64" fmla="*/ 569119 h 1890712"/>
              <a:gd name="connsiteX65" fmla="*/ 769144 w 2543175"/>
              <a:gd name="connsiteY65" fmla="*/ 581025 h 1890712"/>
              <a:gd name="connsiteX66" fmla="*/ 785813 w 2543175"/>
              <a:gd name="connsiteY66" fmla="*/ 590550 h 1890712"/>
              <a:gd name="connsiteX67" fmla="*/ 792957 w 2543175"/>
              <a:gd name="connsiteY67" fmla="*/ 600075 h 1890712"/>
              <a:gd name="connsiteX68" fmla="*/ 809625 w 2543175"/>
              <a:gd name="connsiteY68" fmla="*/ 611981 h 1890712"/>
              <a:gd name="connsiteX69" fmla="*/ 816769 w 2543175"/>
              <a:gd name="connsiteY69" fmla="*/ 619125 h 1890712"/>
              <a:gd name="connsiteX70" fmla="*/ 826294 w 2543175"/>
              <a:gd name="connsiteY70" fmla="*/ 626269 h 1890712"/>
              <a:gd name="connsiteX71" fmla="*/ 840582 w 2543175"/>
              <a:gd name="connsiteY71" fmla="*/ 638175 h 1890712"/>
              <a:gd name="connsiteX72" fmla="*/ 847725 w 2543175"/>
              <a:gd name="connsiteY72" fmla="*/ 645319 h 1890712"/>
              <a:gd name="connsiteX73" fmla="*/ 857250 w 2543175"/>
              <a:gd name="connsiteY73" fmla="*/ 652462 h 1890712"/>
              <a:gd name="connsiteX74" fmla="*/ 864394 w 2543175"/>
              <a:gd name="connsiteY74" fmla="*/ 657225 h 1890712"/>
              <a:gd name="connsiteX75" fmla="*/ 888207 w 2543175"/>
              <a:gd name="connsiteY75" fmla="*/ 676275 h 1890712"/>
              <a:gd name="connsiteX76" fmla="*/ 895350 w 2543175"/>
              <a:gd name="connsiteY76" fmla="*/ 681037 h 1890712"/>
              <a:gd name="connsiteX77" fmla="*/ 907257 w 2543175"/>
              <a:gd name="connsiteY77" fmla="*/ 683419 h 1890712"/>
              <a:gd name="connsiteX78" fmla="*/ 928688 w 2543175"/>
              <a:gd name="connsiteY78" fmla="*/ 695325 h 1890712"/>
              <a:gd name="connsiteX79" fmla="*/ 942975 w 2543175"/>
              <a:gd name="connsiteY79" fmla="*/ 700087 h 1890712"/>
              <a:gd name="connsiteX80" fmla="*/ 964407 w 2543175"/>
              <a:gd name="connsiteY80" fmla="*/ 716756 h 1890712"/>
              <a:gd name="connsiteX81" fmla="*/ 971550 w 2543175"/>
              <a:gd name="connsiteY81" fmla="*/ 723900 h 1890712"/>
              <a:gd name="connsiteX82" fmla="*/ 983457 w 2543175"/>
              <a:gd name="connsiteY82" fmla="*/ 733425 h 1890712"/>
              <a:gd name="connsiteX83" fmla="*/ 990600 w 2543175"/>
              <a:gd name="connsiteY83" fmla="*/ 738187 h 1890712"/>
              <a:gd name="connsiteX84" fmla="*/ 1007269 w 2543175"/>
              <a:gd name="connsiteY84" fmla="*/ 752475 h 1890712"/>
              <a:gd name="connsiteX85" fmla="*/ 1031082 w 2543175"/>
              <a:gd name="connsiteY85" fmla="*/ 766762 h 1890712"/>
              <a:gd name="connsiteX86" fmla="*/ 1042988 w 2543175"/>
              <a:gd name="connsiteY86" fmla="*/ 773906 h 1890712"/>
              <a:gd name="connsiteX87" fmla="*/ 1071563 w 2543175"/>
              <a:gd name="connsiteY87" fmla="*/ 785812 h 1890712"/>
              <a:gd name="connsiteX88" fmla="*/ 1097757 w 2543175"/>
              <a:gd name="connsiteY88" fmla="*/ 807244 h 1890712"/>
              <a:gd name="connsiteX89" fmla="*/ 1104900 w 2543175"/>
              <a:gd name="connsiteY89" fmla="*/ 814387 h 1890712"/>
              <a:gd name="connsiteX90" fmla="*/ 1121569 w 2543175"/>
              <a:gd name="connsiteY90" fmla="*/ 823912 h 1890712"/>
              <a:gd name="connsiteX91" fmla="*/ 1138238 w 2543175"/>
              <a:gd name="connsiteY91" fmla="*/ 835819 h 1890712"/>
              <a:gd name="connsiteX92" fmla="*/ 1147763 w 2543175"/>
              <a:gd name="connsiteY92" fmla="*/ 842962 h 1890712"/>
              <a:gd name="connsiteX93" fmla="*/ 1157288 w 2543175"/>
              <a:gd name="connsiteY93" fmla="*/ 847725 h 1890712"/>
              <a:gd name="connsiteX94" fmla="*/ 1178719 w 2543175"/>
              <a:gd name="connsiteY94" fmla="*/ 859631 h 1890712"/>
              <a:gd name="connsiteX95" fmla="*/ 1188244 w 2543175"/>
              <a:gd name="connsiteY95" fmla="*/ 866775 h 1890712"/>
              <a:gd name="connsiteX96" fmla="*/ 1195388 w 2543175"/>
              <a:gd name="connsiteY96" fmla="*/ 871537 h 1890712"/>
              <a:gd name="connsiteX97" fmla="*/ 1212057 w 2543175"/>
              <a:gd name="connsiteY97" fmla="*/ 883444 h 1890712"/>
              <a:gd name="connsiteX98" fmla="*/ 1226344 w 2543175"/>
              <a:gd name="connsiteY98" fmla="*/ 895350 h 1890712"/>
              <a:gd name="connsiteX99" fmla="*/ 1245394 w 2543175"/>
              <a:gd name="connsiteY99" fmla="*/ 907256 h 1890712"/>
              <a:gd name="connsiteX100" fmla="*/ 1254919 w 2543175"/>
              <a:gd name="connsiteY100" fmla="*/ 914400 h 1890712"/>
              <a:gd name="connsiteX101" fmla="*/ 1269207 w 2543175"/>
              <a:gd name="connsiteY101" fmla="*/ 921544 h 1890712"/>
              <a:gd name="connsiteX102" fmla="*/ 1290638 w 2543175"/>
              <a:gd name="connsiteY102" fmla="*/ 935831 h 1890712"/>
              <a:gd name="connsiteX103" fmla="*/ 1307307 w 2543175"/>
              <a:gd name="connsiteY103" fmla="*/ 952500 h 1890712"/>
              <a:gd name="connsiteX104" fmla="*/ 1333500 w 2543175"/>
              <a:gd name="connsiteY104" fmla="*/ 971550 h 1890712"/>
              <a:gd name="connsiteX105" fmla="*/ 1359694 w 2543175"/>
              <a:gd name="connsiteY105" fmla="*/ 990600 h 1890712"/>
              <a:gd name="connsiteX106" fmla="*/ 1373982 w 2543175"/>
              <a:gd name="connsiteY106" fmla="*/ 997744 h 1890712"/>
              <a:gd name="connsiteX107" fmla="*/ 1388269 w 2543175"/>
              <a:gd name="connsiteY107" fmla="*/ 1007269 h 1890712"/>
              <a:gd name="connsiteX108" fmla="*/ 1414463 w 2543175"/>
              <a:gd name="connsiteY108" fmla="*/ 1019175 h 1890712"/>
              <a:gd name="connsiteX109" fmla="*/ 1428750 w 2543175"/>
              <a:gd name="connsiteY109" fmla="*/ 1026319 h 1890712"/>
              <a:gd name="connsiteX110" fmla="*/ 1471613 w 2543175"/>
              <a:gd name="connsiteY110" fmla="*/ 1059656 h 1890712"/>
              <a:gd name="connsiteX111" fmla="*/ 1495425 w 2543175"/>
              <a:gd name="connsiteY111" fmla="*/ 1088231 h 1890712"/>
              <a:gd name="connsiteX112" fmla="*/ 1547812 w 2543175"/>
              <a:gd name="connsiteY112" fmla="*/ 1133475 h 1890712"/>
              <a:gd name="connsiteX113" fmla="*/ 1597819 w 2543175"/>
              <a:gd name="connsiteY113" fmla="*/ 1154906 h 1890712"/>
              <a:gd name="connsiteX114" fmla="*/ 1604963 w 2543175"/>
              <a:gd name="connsiteY114" fmla="*/ 1162050 h 1890712"/>
              <a:gd name="connsiteX115" fmla="*/ 1612107 w 2543175"/>
              <a:gd name="connsiteY115" fmla="*/ 1166812 h 1890712"/>
              <a:gd name="connsiteX116" fmla="*/ 1628775 w 2543175"/>
              <a:gd name="connsiteY116" fmla="*/ 1183481 h 1890712"/>
              <a:gd name="connsiteX117" fmla="*/ 1662113 w 2543175"/>
              <a:gd name="connsiteY117" fmla="*/ 1209675 h 1890712"/>
              <a:gd name="connsiteX118" fmla="*/ 1678782 w 2543175"/>
              <a:gd name="connsiteY118" fmla="*/ 1226344 h 1890712"/>
              <a:gd name="connsiteX119" fmla="*/ 1700213 w 2543175"/>
              <a:gd name="connsiteY119" fmla="*/ 1247775 h 1890712"/>
              <a:gd name="connsiteX120" fmla="*/ 1712119 w 2543175"/>
              <a:gd name="connsiteY120" fmla="*/ 1259681 h 1890712"/>
              <a:gd name="connsiteX121" fmla="*/ 1733550 w 2543175"/>
              <a:gd name="connsiteY121" fmla="*/ 1273969 h 1890712"/>
              <a:gd name="connsiteX122" fmla="*/ 1743075 w 2543175"/>
              <a:gd name="connsiteY122" fmla="*/ 1283494 h 1890712"/>
              <a:gd name="connsiteX123" fmla="*/ 1754982 w 2543175"/>
              <a:gd name="connsiteY123" fmla="*/ 1290637 h 1890712"/>
              <a:gd name="connsiteX124" fmla="*/ 1766888 w 2543175"/>
              <a:gd name="connsiteY124" fmla="*/ 1300162 h 1890712"/>
              <a:gd name="connsiteX125" fmla="*/ 1783557 w 2543175"/>
              <a:gd name="connsiteY125" fmla="*/ 1307306 h 1890712"/>
              <a:gd name="connsiteX126" fmla="*/ 1790700 w 2543175"/>
              <a:gd name="connsiteY126" fmla="*/ 1312069 h 1890712"/>
              <a:gd name="connsiteX127" fmla="*/ 1800225 w 2543175"/>
              <a:gd name="connsiteY127" fmla="*/ 1319212 h 1890712"/>
              <a:gd name="connsiteX128" fmla="*/ 1807369 w 2543175"/>
              <a:gd name="connsiteY128" fmla="*/ 1321594 h 1890712"/>
              <a:gd name="connsiteX129" fmla="*/ 1824038 w 2543175"/>
              <a:gd name="connsiteY129" fmla="*/ 1333500 h 1890712"/>
              <a:gd name="connsiteX130" fmla="*/ 1843088 w 2543175"/>
              <a:gd name="connsiteY130" fmla="*/ 1352550 h 1890712"/>
              <a:gd name="connsiteX131" fmla="*/ 1852613 w 2543175"/>
              <a:gd name="connsiteY131" fmla="*/ 1359694 h 1890712"/>
              <a:gd name="connsiteX132" fmla="*/ 1859757 w 2543175"/>
              <a:gd name="connsiteY132" fmla="*/ 1366837 h 1890712"/>
              <a:gd name="connsiteX133" fmla="*/ 1869282 w 2543175"/>
              <a:gd name="connsiteY133" fmla="*/ 1371600 h 1890712"/>
              <a:gd name="connsiteX134" fmla="*/ 1883569 w 2543175"/>
              <a:gd name="connsiteY134" fmla="*/ 1388269 h 1890712"/>
              <a:gd name="connsiteX135" fmla="*/ 1893094 w 2543175"/>
              <a:gd name="connsiteY135" fmla="*/ 1395412 h 1890712"/>
              <a:gd name="connsiteX136" fmla="*/ 1902619 w 2543175"/>
              <a:gd name="connsiteY136" fmla="*/ 1404937 h 1890712"/>
              <a:gd name="connsiteX137" fmla="*/ 1912144 w 2543175"/>
              <a:gd name="connsiteY137" fmla="*/ 1409700 h 1890712"/>
              <a:gd name="connsiteX138" fmla="*/ 1931194 w 2543175"/>
              <a:gd name="connsiteY138" fmla="*/ 1421606 h 1890712"/>
              <a:gd name="connsiteX139" fmla="*/ 1935957 w 2543175"/>
              <a:gd name="connsiteY139" fmla="*/ 1428750 h 1890712"/>
              <a:gd name="connsiteX140" fmla="*/ 1952625 w 2543175"/>
              <a:gd name="connsiteY140" fmla="*/ 1438275 h 1890712"/>
              <a:gd name="connsiteX141" fmla="*/ 1971675 w 2543175"/>
              <a:gd name="connsiteY141" fmla="*/ 1450181 h 1890712"/>
              <a:gd name="connsiteX142" fmla="*/ 1981200 w 2543175"/>
              <a:gd name="connsiteY142" fmla="*/ 1454944 h 1890712"/>
              <a:gd name="connsiteX143" fmla="*/ 1997869 w 2543175"/>
              <a:gd name="connsiteY143" fmla="*/ 1471612 h 1890712"/>
              <a:gd name="connsiteX144" fmla="*/ 2007394 w 2543175"/>
              <a:gd name="connsiteY144" fmla="*/ 1478756 h 1890712"/>
              <a:gd name="connsiteX145" fmla="*/ 2016919 w 2543175"/>
              <a:gd name="connsiteY145" fmla="*/ 1483519 h 1890712"/>
              <a:gd name="connsiteX146" fmla="*/ 2024063 w 2543175"/>
              <a:gd name="connsiteY146" fmla="*/ 1490662 h 1890712"/>
              <a:gd name="connsiteX147" fmla="*/ 2033588 w 2543175"/>
              <a:gd name="connsiteY147" fmla="*/ 1495425 h 1890712"/>
              <a:gd name="connsiteX148" fmla="*/ 2040732 w 2543175"/>
              <a:gd name="connsiteY148" fmla="*/ 1502569 h 1890712"/>
              <a:gd name="connsiteX149" fmla="*/ 2047875 w 2543175"/>
              <a:gd name="connsiteY149" fmla="*/ 1507331 h 1890712"/>
              <a:gd name="connsiteX150" fmla="*/ 2057400 w 2543175"/>
              <a:gd name="connsiteY150" fmla="*/ 1514475 h 1890712"/>
              <a:gd name="connsiteX151" fmla="*/ 2064544 w 2543175"/>
              <a:gd name="connsiteY151" fmla="*/ 1519237 h 1890712"/>
              <a:gd name="connsiteX152" fmla="*/ 2071688 w 2543175"/>
              <a:gd name="connsiteY152" fmla="*/ 1526381 h 1890712"/>
              <a:gd name="connsiteX153" fmla="*/ 2081213 w 2543175"/>
              <a:gd name="connsiteY153" fmla="*/ 1531144 h 1890712"/>
              <a:gd name="connsiteX154" fmla="*/ 2090738 w 2543175"/>
              <a:gd name="connsiteY154" fmla="*/ 1538287 h 1890712"/>
              <a:gd name="connsiteX155" fmla="*/ 2109788 w 2543175"/>
              <a:gd name="connsiteY155" fmla="*/ 1547812 h 1890712"/>
              <a:gd name="connsiteX156" fmla="*/ 2131219 w 2543175"/>
              <a:gd name="connsiteY156" fmla="*/ 1562100 h 1890712"/>
              <a:gd name="connsiteX157" fmla="*/ 2140744 w 2543175"/>
              <a:gd name="connsiteY157" fmla="*/ 1566862 h 1890712"/>
              <a:gd name="connsiteX158" fmla="*/ 2152650 w 2543175"/>
              <a:gd name="connsiteY158" fmla="*/ 1576387 h 1890712"/>
              <a:gd name="connsiteX159" fmla="*/ 2181225 w 2543175"/>
              <a:gd name="connsiteY159" fmla="*/ 1590675 h 1890712"/>
              <a:gd name="connsiteX160" fmla="*/ 2200275 w 2543175"/>
              <a:gd name="connsiteY160" fmla="*/ 1607344 h 1890712"/>
              <a:gd name="connsiteX161" fmla="*/ 2207419 w 2543175"/>
              <a:gd name="connsiteY161" fmla="*/ 1612106 h 1890712"/>
              <a:gd name="connsiteX162" fmla="*/ 2216944 w 2543175"/>
              <a:gd name="connsiteY162" fmla="*/ 1619250 h 1890712"/>
              <a:gd name="connsiteX163" fmla="*/ 2224088 w 2543175"/>
              <a:gd name="connsiteY163" fmla="*/ 1624012 h 1890712"/>
              <a:gd name="connsiteX164" fmla="*/ 2247900 w 2543175"/>
              <a:gd name="connsiteY164" fmla="*/ 1643062 h 1890712"/>
              <a:gd name="connsiteX165" fmla="*/ 2255044 w 2543175"/>
              <a:gd name="connsiteY165" fmla="*/ 1650206 h 1890712"/>
              <a:gd name="connsiteX166" fmla="*/ 2281238 w 2543175"/>
              <a:gd name="connsiteY166" fmla="*/ 1664494 h 1890712"/>
              <a:gd name="connsiteX167" fmla="*/ 2297907 w 2543175"/>
              <a:gd name="connsiteY167" fmla="*/ 1674019 h 1890712"/>
              <a:gd name="connsiteX168" fmla="*/ 2312194 w 2543175"/>
              <a:gd name="connsiteY168" fmla="*/ 1685925 h 1890712"/>
              <a:gd name="connsiteX169" fmla="*/ 2328863 w 2543175"/>
              <a:gd name="connsiteY169" fmla="*/ 1697831 h 1890712"/>
              <a:gd name="connsiteX170" fmla="*/ 2350294 w 2543175"/>
              <a:gd name="connsiteY170" fmla="*/ 1712119 h 1890712"/>
              <a:gd name="connsiteX171" fmla="*/ 2369344 w 2543175"/>
              <a:gd name="connsiteY171" fmla="*/ 1724025 h 1890712"/>
              <a:gd name="connsiteX172" fmla="*/ 2428876 w 2543175"/>
              <a:gd name="connsiteY172" fmla="*/ 1785938 h 1890712"/>
              <a:gd name="connsiteX173" fmla="*/ 2466975 w 2543175"/>
              <a:gd name="connsiteY173" fmla="*/ 1783556 h 1890712"/>
              <a:gd name="connsiteX174" fmla="*/ 2481263 w 2543175"/>
              <a:gd name="connsiteY174" fmla="*/ 1795462 h 1890712"/>
              <a:gd name="connsiteX175" fmla="*/ 2486025 w 2543175"/>
              <a:gd name="connsiteY175" fmla="*/ 1802606 h 1890712"/>
              <a:gd name="connsiteX176" fmla="*/ 2514600 w 2543175"/>
              <a:gd name="connsiteY176" fmla="*/ 1850231 h 1890712"/>
              <a:gd name="connsiteX177" fmla="*/ 2519363 w 2543175"/>
              <a:gd name="connsiteY177" fmla="*/ 1857375 h 1890712"/>
              <a:gd name="connsiteX178" fmla="*/ 2540794 w 2543175"/>
              <a:gd name="connsiteY178" fmla="*/ 1883569 h 1890712"/>
              <a:gd name="connsiteX179" fmla="*/ 2543175 w 2543175"/>
              <a:gd name="connsiteY17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302419 w 2543175"/>
              <a:gd name="connsiteY25" fmla="*/ 204787 h 1890712"/>
              <a:gd name="connsiteX26" fmla="*/ 309563 w 2543175"/>
              <a:gd name="connsiteY26" fmla="*/ 209550 h 1890712"/>
              <a:gd name="connsiteX27" fmla="*/ 333375 w 2543175"/>
              <a:gd name="connsiteY27" fmla="*/ 228600 h 1890712"/>
              <a:gd name="connsiteX28" fmla="*/ 340519 w 2543175"/>
              <a:gd name="connsiteY28" fmla="*/ 233362 h 1890712"/>
              <a:gd name="connsiteX29" fmla="*/ 354807 w 2543175"/>
              <a:gd name="connsiteY29" fmla="*/ 247650 h 1890712"/>
              <a:gd name="connsiteX30" fmla="*/ 366713 w 2543175"/>
              <a:gd name="connsiteY30" fmla="*/ 264319 h 1890712"/>
              <a:gd name="connsiteX31" fmla="*/ 371475 w 2543175"/>
              <a:gd name="connsiteY31" fmla="*/ 271462 h 1890712"/>
              <a:gd name="connsiteX32" fmla="*/ 378619 w 2543175"/>
              <a:gd name="connsiteY32" fmla="*/ 276225 h 1890712"/>
              <a:gd name="connsiteX33" fmla="*/ 385763 w 2543175"/>
              <a:gd name="connsiteY33" fmla="*/ 283369 h 1890712"/>
              <a:gd name="connsiteX34" fmla="*/ 395288 w 2543175"/>
              <a:gd name="connsiteY34" fmla="*/ 288131 h 1890712"/>
              <a:gd name="connsiteX35" fmla="*/ 404813 w 2543175"/>
              <a:gd name="connsiteY35" fmla="*/ 295275 h 1890712"/>
              <a:gd name="connsiteX36" fmla="*/ 411957 w 2543175"/>
              <a:gd name="connsiteY36" fmla="*/ 297656 h 1890712"/>
              <a:gd name="connsiteX37" fmla="*/ 421482 w 2543175"/>
              <a:gd name="connsiteY37" fmla="*/ 302419 h 1890712"/>
              <a:gd name="connsiteX38" fmla="*/ 447675 w 2543175"/>
              <a:gd name="connsiteY38" fmla="*/ 307181 h 1890712"/>
              <a:gd name="connsiteX39" fmla="*/ 461963 w 2543175"/>
              <a:gd name="connsiteY39" fmla="*/ 321469 h 1890712"/>
              <a:gd name="connsiteX40" fmla="*/ 466725 w 2543175"/>
              <a:gd name="connsiteY40" fmla="*/ 328612 h 1890712"/>
              <a:gd name="connsiteX41" fmla="*/ 476250 w 2543175"/>
              <a:gd name="connsiteY41" fmla="*/ 335756 h 1890712"/>
              <a:gd name="connsiteX42" fmla="*/ 481013 w 2543175"/>
              <a:gd name="connsiteY42" fmla="*/ 342900 h 1890712"/>
              <a:gd name="connsiteX43" fmla="*/ 490538 w 2543175"/>
              <a:gd name="connsiteY43" fmla="*/ 352425 h 1890712"/>
              <a:gd name="connsiteX44" fmla="*/ 495300 w 2543175"/>
              <a:gd name="connsiteY44" fmla="*/ 359569 h 1890712"/>
              <a:gd name="connsiteX45" fmla="*/ 509588 w 2543175"/>
              <a:gd name="connsiteY45" fmla="*/ 376237 h 1890712"/>
              <a:gd name="connsiteX46" fmla="*/ 514350 w 2543175"/>
              <a:gd name="connsiteY46" fmla="*/ 383381 h 1890712"/>
              <a:gd name="connsiteX47" fmla="*/ 531019 w 2543175"/>
              <a:gd name="connsiteY47" fmla="*/ 397669 h 1890712"/>
              <a:gd name="connsiteX48" fmla="*/ 538163 w 2543175"/>
              <a:gd name="connsiteY48" fmla="*/ 407194 h 1890712"/>
              <a:gd name="connsiteX49" fmla="*/ 554832 w 2543175"/>
              <a:gd name="connsiteY49" fmla="*/ 421481 h 1890712"/>
              <a:gd name="connsiteX50" fmla="*/ 564357 w 2543175"/>
              <a:gd name="connsiteY50" fmla="*/ 431006 h 1890712"/>
              <a:gd name="connsiteX51" fmla="*/ 573882 w 2543175"/>
              <a:gd name="connsiteY51" fmla="*/ 438150 h 1890712"/>
              <a:gd name="connsiteX52" fmla="*/ 595313 w 2543175"/>
              <a:gd name="connsiteY52" fmla="*/ 454819 h 1890712"/>
              <a:gd name="connsiteX53" fmla="*/ 602457 w 2543175"/>
              <a:gd name="connsiteY53" fmla="*/ 457200 h 1890712"/>
              <a:gd name="connsiteX54" fmla="*/ 628650 w 2543175"/>
              <a:gd name="connsiteY54" fmla="*/ 469106 h 1890712"/>
              <a:gd name="connsiteX55" fmla="*/ 645319 w 2543175"/>
              <a:gd name="connsiteY55" fmla="*/ 483394 h 1890712"/>
              <a:gd name="connsiteX56" fmla="*/ 654844 w 2543175"/>
              <a:gd name="connsiteY56" fmla="*/ 488156 h 1890712"/>
              <a:gd name="connsiteX57" fmla="*/ 661988 w 2543175"/>
              <a:gd name="connsiteY57" fmla="*/ 497681 h 1890712"/>
              <a:gd name="connsiteX58" fmla="*/ 683419 w 2543175"/>
              <a:gd name="connsiteY58" fmla="*/ 514350 h 1890712"/>
              <a:gd name="connsiteX59" fmla="*/ 700088 w 2543175"/>
              <a:gd name="connsiteY59" fmla="*/ 526256 h 1890712"/>
              <a:gd name="connsiteX60" fmla="*/ 709613 w 2543175"/>
              <a:gd name="connsiteY60" fmla="*/ 535781 h 1890712"/>
              <a:gd name="connsiteX61" fmla="*/ 719138 w 2543175"/>
              <a:gd name="connsiteY61" fmla="*/ 542925 h 1890712"/>
              <a:gd name="connsiteX62" fmla="*/ 733425 w 2543175"/>
              <a:gd name="connsiteY62" fmla="*/ 557212 h 1890712"/>
              <a:gd name="connsiteX63" fmla="*/ 750094 w 2543175"/>
              <a:gd name="connsiteY63" fmla="*/ 569119 h 1890712"/>
              <a:gd name="connsiteX64" fmla="*/ 769144 w 2543175"/>
              <a:gd name="connsiteY64" fmla="*/ 581025 h 1890712"/>
              <a:gd name="connsiteX65" fmla="*/ 785813 w 2543175"/>
              <a:gd name="connsiteY65" fmla="*/ 590550 h 1890712"/>
              <a:gd name="connsiteX66" fmla="*/ 792957 w 2543175"/>
              <a:gd name="connsiteY66" fmla="*/ 600075 h 1890712"/>
              <a:gd name="connsiteX67" fmla="*/ 809625 w 2543175"/>
              <a:gd name="connsiteY67" fmla="*/ 611981 h 1890712"/>
              <a:gd name="connsiteX68" fmla="*/ 816769 w 2543175"/>
              <a:gd name="connsiteY68" fmla="*/ 619125 h 1890712"/>
              <a:gd name="connsiteX69" fmla="*/ 826294 w 2543175"/>
              <a:gd name="connsiteY69" fmla="*/ 626269 h 1890712"/>
              <a:gd name="connsiteX70" fmla="*/ 840582 w 2543175"/>
              <a:gd name="connsiteY70" fmla="*/ 638175 h 1890712"/>
              <a:gd name="connsiteX71" fmla="*/ 847725 w 2543175"/>
              <a:gd name="connsiteY71" fmla="*/ 645319 h 1890712"/>
              <a:gd name="connsiteX72" fmla="*/ 857250 w 2543175"/>
              <a:gd name="connsiteY72" fmla="*/ 652462 h 1890712"/>
              <a:gd name="connsiteX73" fmla="*/ 864394 w 2543175"/>
              <a:gd name="connsiteY73" fmla="*/ 657225 h 1890712"/>
              <a:gd name="connsiteX74" fmla="*/ 888207 w 2543175"/>
              <a:gd name="connsiteY74" fmla="*/ 676275 h 1890712"/>
              <a:gd name="connsiteX75" fmla="*/ 895350 w 2543175"/>
              <a:gd name="connsiteY75" fmla="*/ 681037 h 1890712"/>
              <a:gd name="connsiteX76" fmla="*/ 907257 w 2543175"/>
              <a:gd name="connsiteY76" fmla="*/ 683419 h 1890712"/>
              <a:gd name="connsiteX77" fmla="*/ 928688 w 2543175"/>
              <a:gd name="connsiteY77" fmla="*/ 695325 h 1890712"/>
              <a:gd name="connsiteX78" fmla="*/ 942975 w 2543175"/>
              <a:gd name="connsiteY78" fmla="*/ 700087 h 1890712"/>
              <a:gd name="connsiteX79" fmla="*/ 964407 w 2543175"/>
              <a:gd name="connsiteY79" fmla="*/ 716756 h 1890712"/>
              <a:gd name="connsiteX80" fmla="*/ 971550 w 2543175"/>
              <a:gd name="connsiteY80" fmla="*/ 723900 h 1890712"/>
              <a:gd name="connsiteX81" fmla="*/ 983457 w 2543175"/>
              <a:gd name="connsiteY81" fmla="*/ 733425 h 1890712"/>
              <a:gd name="connsiteX82" fmla="*/ 990600 w 2543175"/>
              <a:gd name="connsiteY82" fmla="*/ 738187 h 1890712"/>
              <a:gd name="connsiteX83" fmla="*/ 1007269 w 2543175"/>
              <a:gd name="connsiteY83" fmla="*/ 752475 h 1890712"/>
              <a:gd name="connsiteX84" fmla="*/ 1031082 w 2543175"/>
              <a:gd name="connsiteY84" fmla="*/ 766762 h 1890712"/>
              <a:gd name="connsiteX85" fmla="*/ 1042988 w 2543175"/>
              <a:gd name="connsiteY85" fmla="*/ 773906 h 1890712"/>
              <a:gd name="connsiteX86" fmla="*/ 1071563 w 2543175"/>
              <a:gd name="connsiteY86" fmla="*/ 785812 h 1890712"/>
              <a:gd name="connsiteX87" fmla="*/ 1097757 w 2543175"/>
              <a:gd name="connsiteY87" fmla="*/ 807244 h 1890712"/>
              <a:gd name="connsiteX88" fmla="*/ 1104900 w 2543175"/>
              <a:gd name="connsiteY88" fmla="*/ 814387 h 1890712"/>
              <a:gd name="connsiteX89" fmla="*/ 1121569 w 2543175"/>
              <a:gd name="connsiteY89" fmla="*/ 823912 h 1890712"/>
              <a:gd name="connsiteX90" fmla="*/ 1138238 w 2543175"/>
              <a:gd name="connsiteY90" fmla="*/ 835819 h 1890712"/>
              <a:gd name="connsiteX91" fmla="*/ 1147763 w 2543175"/>
              <a:gd name="connsiteY91" fmla="*/ 842962 h 1890712"/>
              <a:gd name="connsiteX92" fmla="*/ 1157288 w 2543175"/>
              <a:gd name="connsiteY92" fmla="*/ 847725 h 1890712"/>
              <a:gd name="connsiteX93" fmla="*/ 1178719 w 2543175"/>
              <a:gd name="connsiteY93" fmla="*/ 859631 h 1890712"/>
              <a:gd name="connsiteX94" fmla="*/ 1188244 w 2543175"/>
              <a:gd name="connsiteY94" fmla="*/ 866775 h 1890712"/>
              <a:gd name="connsiteX95" fmla="*/ 1195388 w 2543175"/>
              <a:gd name="connsiteY95" fmla="*/ 871537 h 1890712"/>
              <a:gd name="connsiteX96" fmla="*/ 1212057 w 2543175"/>
              <a:gd name="connsiteY96" fmla="*/ 883444 h 1890712"/>
              <a:gd name="connsiteX97" fmla="*/ 1226344 w 2543175"/>
              <a:gd name="connsiteY97" fmla="*/ 895350 h 1890712"/>
              <a:gd name="connsiteX98" fmla="*/ 1245394 w 2543175"/>
              <a:gd name="connsiteY98" fmla="*/ 907256 h 1890712"/>
              <a:gd name="connsiteX99" fmla="*/ 1254919 w 2543175"/>
              <a:gd name="connsiteY99" fmla="*/ 914400 h 1890712"/>
              <a:gd name="connsiteX100" fmla="*/ 1269207 w 2543175"/>
              <a:gd name="connsiteY100" fmla="*/ 921544 h 1890712"/>
              <a:gd name="connsiteX101" fmla="*/ 1290638 w 2543175"/>
              <a:gd name="connsiteY101" fmla="*/ 935831 h 1890712"/>
              <a:gd name="connsiteX102" fmla="*/ 1307307 w 2543175"/>
              <a:gd name="connsiteY102" fmla="*/ 952500 h 1890712"/>
              <a:gd name="connsiteX103" fmla="*/ 1333500 w 2543175"/>
              <a:gd name="connsiteY103" fmla="*/ 971550 h 1890712"/>
              <a:gd name="connsiteX104" fmla="*/ 1359694 w 2543175"/>
              <a:gd name="connsiteY104" fmla="*/ 990600 h 1890712"/>
              <a:gd name="connsiteX105" fmla="*/ 1373982 w 2543175"/>
              <a:gd name="connsiteY105" fmla="*/ 997744 h 1890712"/>
              <a:gd name="connsiteX106" fmla="*/ 1388269 w 2543175"/>
              <a:gd name="connsiteY106" fmla="*/ 1007269 h 1890712"/>
              <a:gd name="connsiteX107" fmla="*/ 1414463 w 2543175"/>
              <a:gd name="connsiteY107" fmla="*/ 1019175 h 1890712"/>
              <a:gd name="connsiteX108" fmla="*/ 1428750 w 2543175"/>
              <a:gd name="connsiteY108" fmla="*/ 1026319 h 1890712"/>
              <a:gd name="connsiteX109" fmla="*/ 1471613 w 2543175"/>
              <a:gd name="connsiteY109" fmla="*/ 1059656 h 1890712"/>
              <a:gd name="connsiteX110" fmla="*/ 1495425 w 2543175"/>
              <a:gd name="connsiteY110" fmla="*/ 1088231 h 1890712"/>
              <a:gd name="connsiteX111" fmla="*/ 1547812 w 2543175"/>
              <a:gd name="connsiteY111" fmla="*/ 1133475 h 1890712"/>
              <a:gd name="connsiteX112" fmla="*/ 1597819 w 2543175"/>
              <a:gd name="connsiteY112" fmla="*/ 1154906 h 1890712"/>
              <a:gd name="connsiteX113" fmla="*/ 1604963 w 2543175"/>
              <a:gd name="connsiteY113" fmla="*/ 1162050 h 1890712"/>
              <a:gd name="connsiteX114" fmla="*/ 1612107 w 2543175"/>
              <a:gd name="connsiteY114" fmla="*/ 1166812 h 1890712"/>
              <a:gd name="connsiteX115" fmla="*/ 1628775 w 2543175"/>
              <a:gd name="connsiteY115" fmla="*/ 1183481 h 1890712"/>
              <a:gd name="connsiteX116" fmla="*/ 1662113 w 2543175"/>
              <a:gd name="connsiteY116" fmla="*/ 1209675 h 1890712"/>
              <a:gd name="connsiteX117" fmla="*/ 1678782 w 2543175"/>
              <a:gd name="connsiteY117" fmla="*/ 1226344 h 1890712"/>
              <a:gd name="connsiteX118" fmla="*/ 1700213 w 2543175"/>
              <a:gd name="connsiteY118" fmla="*/ 1247775 h 1890712"/>
              <a:gd name="connsiteX119" fmla="*/ 1712119 w 2543175"/>
              <a:gd name="connsiteY119" fmla="*/ 1259681 h 1890712"/>
              <a:gd name="connsiteX120" fmla="*/ 1733550 w 2543175"/>
              <a:gd name="connsiteY120" fmla="*/ 1273969 h 1890712"/>
              <a:gd name="connsiteX121" fmla="*/ 1743075 w 2543175"/>
              <a:gd name="connsiteY121" fmla="*/ 1283494 h 1890712"/>
              <a:gd name="connsiteX122" fmla="*/ 1754982 w 2543175"/>
              <a:gd name="connsiteY122" fmla="*/ 1290637 h 1890712"/>
              <a:gd name="connsiteX123" fmla="*/ 1766888 w 2543175"/>
              <a:gd name="connsiteY123" fmla="*/ 1300162 h 1890712"/>
              <a:gd name="connsiteX124" fmla="*/ 1783557 w 2543175"/>
              <a:gd name="connsiteY124" fmla="*/ 1307306 h 1890712"/>
              <a:gd name="connsiteX125" fmla="*/ 1790700 w 2543175"/>
              <a:gd name="connsiteY125" fmla="*/ 1312069 h 1890712"/>
              <a:gd name="connsiteX126" fmla="*/ 1800225 w 2543175"/>
              <a:gd name="connsiteY126" fmla="*/ 1319212 h 1890712"/>
              <a:gd name="connsiteX127" fmla="*/ 1807369 w 2543175"/>
              <a:gd name="connsiteY127" fmla="*/ 1321594 h 1890712"/>
              <a:gd name="connsiteX128" fmla="*/ 1824038 w 2543175"/>
              <a:gd name="connsiteY128" fmla="*/ 1333500 h 1890712"/>
              <a:gd name="connsiteX129" fmla="*/ 1843088 w 2543175"/>
              <a:gd name="connsiteY129" fmla="*/ 1352550 h 1890712"/>
              <a:gd name="connsiteX130" fmla="*/ 1852613 w 2543175"/>
              <a:gd name="connsiteY130" fmla="*/ 1359694 h 1890712"/>
              <a:gd name="connsiteX131" fmla="*/ 1859757 w 2543175"/>
              <a:gd name="connsiteY131" fmla="*/ 1366837 h 1890712"/>
              <a:gd name="connsiteX132" fmla="*/ 1869282 w 2543175"/>
              <a:gd name="connsiteY132" fmla="*/ 1371600 h 1890712"/>
              <a:gd name="connsiteX133" fmla="*/ 1883569 w 2543175"/>
              <a:gd name="connsiteY133" fmla="*/ 1388269 h 1890712"/>
              <a:gd name="connsiteX134" fmla="*/ 1893094 w 2543175"/>
              <a:gd name="connsiteY134" fmla="*/ 1395412 h 1890712"/>
              <a:gd name="connsiteX135" fmla="*/ 1902619 w 2543175"/>
              <a:gd name="connsiteY135" fmla="*/ 1404937 h 1890712"/>
              <a:gd name="connsiteX136" fmla="*/ 1912144 w 2543175"/>
              <a:gd name="connsiteY136" fmla="*/ 1409700 h 1890712"/>
              <a:gd name="connsiteX137" fmla="*/ 1931194 w 2543175"/>
              <a:gd name="connsiteY137" fmla="*/ 1421606 h 1890712"/>
              <a:gd name="connsiteX138" fmla="*/ 1935957 w 2543175"/>
              <a:gd name="connsiteY138" fmla="*/ 1428750 h 1890712"/>
              <a:gd name="connsiteX139" fmla="*/ 1952625 w 2543175"/>
              <a:gd name="connsiteY139" fmla="*/ 1438275 h 1890712"/>
              <a:gd name="connsiteX140" fmla="*/ 1971675 w 2543175"/>
              <a:gd name="connsiteY140" fmla="*/ 1450181 h 1890712"/>
              <a:gd name="connsiteX141" fmla="*/ 1981200 w 2543175"/>
              <a:gd name="connsiteY141" fmla="*/ 1454944 h 1890712"/>
              <a:gd name="connsiteX142" fmla="*/ 1997869 w 2543175"/>
              <a:gd name="connsiteY142" fmla="*/ 1471612 h 1890712"/>
              <a:gd name="connsiteX143" fmla="*/ 2007394 w 2543175"/>
              <a:gd name="connsiteY143" fmla="*/ 1478756 h 1890712"/>
              <a:gd name="connsiteX144" fmla="*/ 2016919 w 2543175"/>
              <a:gd name="connsiteY144" fmla="*/ 1483519 h 1890712"/>
              <a:gd name="connsiteX145" fmla="*/ 2024063 w 2543175"/>
              <a:gd name="connsiteY145" fmla="*/ 1490662 h 1890712"/>
              <a:gd name="connsiteX146" fmla="*/ 2033588 w 2543175"/>
              <a:gd name="connsiteY146" fmla="*/ 1495425 h 1890712"/>
              <a:gd name="connsiteX147" fmla="*/ 2040732 w 2543175"/>
              <a:gd name="connsiteY147" fmla="*/ 1502569 h 1890712"/>
              <a:gd name="connsiteX148" fmla="*/ 2047875 w 2543175"/>
              <a:gd name="connsiteY148" fmla="*/ 1507331 h 1890712"/>
              <a:gd name="connsiteX149" fmla="*/ 2057400 w 2543175"/>
              <a:gd name="connsiteY149" fmla="*/ 1514475 h 1890712"/>
              <a:gd name="connsiteX150" fmla="*/ 2064544 w 2543175"/>
              <a:gd name="connsiteY150" fmla="*/ 1519237 h 1890712"/>
              <a:gd name="connsiteX151" fmla="*/ 2071688 w 2543175"/>
              <a:gd name="connsiteY151" fmla="*/ 1526381 h 1890712"/>
              <a:gd name="connsiteX152" fmla="*/ 2081213 w 2543175"/>
              <a:gd name="connsiteY152" fmla="*/ 1531144 h 1890712"/>
              <a:gd name="connsiteX153" fmla="*/ 2090738 w 2543175"/>
              <a:gd name="connsiteY153" fmla="*/ 1538287 h 1890712"/>
              <a:gd name="connsiteX154" fmla="*/ 2109788 w 2543175"/>
              <a:gd name="connsiteY154" fmla="*/ 1547812 h 1890712"/>
              <a:gd name="connsiteX155" fmla="*/ 2131219 w 2543175"/>
              <a:gd name="connsiteY155" fmla="*/ 1562100 h 1890712"/>
              <a:gd name="connsiteX156" fmla="*/ 2140744 w 2543175"/>
              <a:gd name="connsiteY156" fmla="*/ 1566862 h 1890712"/>
              <a:gd name="connsiteX157" fmla="*/ 2152650 w 2543175"/>
              <a:gd name="connsiteY157" fmla="*/ 1576387 h 1890712"/>
              <a:gd name="connsiteX158" fmla="*/ 2181225 w 2543175"/>
              <a:gd name="connsiteY158" fmla="*/ 1590675 h 1890712"/>
              <a:gd name="connsiteX159" fmla="*/ 2200275 w 2543175"/>
              <a:gd name="connsiteY159" fmla="*/ 1607344 h 1890712"/>
              <a:gd name="connsiteX160" fmla="*/ 2207419 w 2543175"/>
              <a:gd name="connsiteY160" fmla="*/ 1612106 h 1890712"/>
              <a:gd name="connsiteX161" fmla="*/ 2216944 w 2543175"/>
              <a:gd name="connsiteY161" fmla="*/ 1619250 h 1890712"/>
              <a:gd name="connsiteX162" fmla="*/ 2224088 w 2543175"/>
              <a:gd name="connsiteY162" fmla="*/ 1624012 h 1890712"/>
              <a:gd name="connsiteX163" fmla="*/ 2247900 w 2543175"/>
              <a:gd name="connsiteY163" fmla="*/ 1643062 h 1890712"/>
              <a:gd name="connsiteX164" fmla="*/ 2255044 w 2543175"/>
              <a:gd name="connsiteY164" fmla="*/ 1650206 h 1890712"/>
              <a:gd name="connsiteX165" fmla="*/ 2281238 w 2543175"/>
              <a:gd name="connsiteY165" fmla="*/ 1664494 h 1890712"/>
              <a:gd name="connsiteX166" fmla="*/ 2297907 w 2543175"/>
              <a:gd name="connsiteY166" fmla="*/ 1674019 h 1890712"/>
              <a:gd name="connsiteX167" fmla="*/ 2312194 w 2543175"/>
              <a:gd name="connsiteY167" fmla="*/ 1685925 h 1890712"/>
              <a:gd name="connsiteX168" fmla="*/ 2328863 w 2543175"/>
              <a:gd name="connsiteY168" fmla="*/ 1697831 h 1890712"/>
              <a:gd name="connsiteX169" fmla="*/ 2350294 w 2543175"/>
              <a:gd name="connsiteY169" fmla="*/ 1712119 h 1890712"/>
              <a:gd name="connsiteX170" fmla="*/ 2369344 w 2543175"/>
              <a:gd name="connsiteY170" fmla="*/ 1724025 h 1890712"/>
              <a:gd name="connsiteX171" fmla="*/ 2428876 w 2543175"/>
              <a:gd name="connsiteY171" fmla="*/ 1785938 h 1890712"/>
              <a:gd name="connsiteX172" fmla="*/ 2466975 w 2543175"/>
              <a:gd name="connsiteY172" fmla="*/ 1783556 h 1890712"/>
              <a:gd name="connsiteX173" fmla="*/ 2481263 w 2543175"/>
              <a:gd name="connsiteY173" fmla="*/ 1795462 h 1890712"/>
              <a:gd name="connsiteX174" fmla="*/ 2486025 w 2543175"/>
              <a:gd name="connsiteY174" fmla="*/ 1802606 h 1890712"/>
              <a:gd name="connsiteX175" fmla="*/ 2514600 w 2543175"/>
              <a:gd name="connsiteY175" fmla="*/ 1850231 h 1890712"/>
              <a:gd name="connsiteX176" fmla="*/ 2519363 w 2543175"/>
              <a:gd name="connsiteY176" fmla="*/ 1857375 h 1890712"/>
              <a:gd name="connsiteX177" fmla="*/ 2540794 w 2543175"/>
              <a:gd name="connsiteY177" fmla="*/ 1883569 h 1890712"/>
              <a:gd name="connsiteX178" fmla="*/ 2543175 w 2543175"/>
              <a:gd name="connsiteY178"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09563 w 2543175"/>
              <a:gd name="connsiteY25" fmla="*/ 209550 h 1890712"/>
              <a:gd name="connsiteX26" fmla="*/ 333375 w 2543175"/>
              <a:gd name="connsiteY26" fmla="*/ 228600 h 1890712"/>
              <a:gd name="connsiteX27" fmla="*/ 340519 w 2543175"/>
              <a:gd name="connsiteY27" fmla="*/ 233362 h 1890712"/>
              <a:gd name="connsiteX28" fmla="*/ 354807 w 2543175"/>
              <a:gd name="connsiteY28" fmla="*/ 247650 h 1890712"/>
              <a:gd name="connsiteX29" fmla="*/ 366713 w 2543175"/>
              <a:gd name="connsiteY29" fmla="*/ 264319 h 1890712"/>
              <a:gd name="connsiteX30" fmla="*/ 371475 w 2543175"/>
              <a:gd name="connsiteY30" fmla="*/ 271462 h 1890712"/>
              <a:gd name="connsiteX31" fmla="*/ 378619 w 2543175"/>
              <a:gd name="connsiteY31" fmla="*/ 276225 h 1890712"/>
              <a:gd name="connsiteX32" fmla="*/ 385763 w 2543175"/>
              <a:gd name="connsiteY32" fmla="*/ 283369 h 1890712"/>
              <a:gd name="connsiteX33" fmla="*/ 395288 w 2543175"/>
              <a:gd name="connsiteY33" fmla="*/ 288131 h 1890712"/>
              <a:gd name="connsiteX34" fmla="*/ 404813 w 2543175"/>
              <a:gd name="connsiteY34" fmla="*/ 295275 h 1890712"/>
              <a:gd name="connsiteX35" fmla="*/ 411957 w 2543175"/>
              <a:gd name="connsiteY35" fmla="*/ 297656 h 1890712"/>
              <a:gd name="connsiteX36" fmla="*/ 421482 w 2543175"/>
              <a:gd name="connsiteY36" fmla="*/ 302419 h 1890712"/>
              <a:gd name="connsiteX37" fmla="*/ 447675 w 2543175"/>
              <a:gd name="connsiteY37" fmla="*/ 307181 h 1890712"/>
              <a:gd name="connsiteX38" fmla="*/ 461963 w 2543175"/>
              <a:gd name="connsiteY38" fmla="*/ 321469 h 1890712"/>
              <a:gd name="connsiteX39" fmla="*/ 466725 w 2543175"/>
              <a:gd name="connsiteY39" fmla="*/ 328612 h 1890712"/>
              <a:gd name="connsiteX40" fmla="*/ 476250 w 2543175"/>
              <a:gd name="connsiteY40" fmla="*/ 335756 h 1890712"/>
              <a:gd name="connsiteX41" fmla="*/ 481013 w 2543175"/>
              <a:gd name="connsiteY41" fmla="*/ 342900 h 1890712"/>
              <a:gd name="connsiteX42" fmla="*/ 490538 w 2543175"/>
              <a:gd name="connsiteY42" fmla="*/ 352425 h 1890712"/>
              <a:gd name="connsiteX43" fmla="*/ 495300 w 2543175"/>
              <a:gd name="connsiteY43" fmla="*/ 359569 h 1890712"/>
              <a:gd name="connsiteX44" fmla="*/ 509588 w 2543175"/>
              <a:gd name="connsiteY44" fmla="*/ 376237 h 1890712"/>
              <a:gd name="connsiteX45" fmla="*/ 514350 w 2543175"/>
              <a:gd name="connsiteY45" fmla="*/ 383381 h 1890712"/>
              <a:gd name="connsiteX46" fmla="*/ 531019 w 2543175"/>
              <a:gd name="connsiteY46" fmla="*/ 397669 h 1890712"/>
              <a:gd name="connsiteX47" fmla="*/ 538163 w 2543175"/>
              <a:gd name="connsiteY47" fmla="*/ 407194 h 1890712"/>
              <a:gd name="connsiteX48" fmla="*/ 554832 w 2543175"/>
              <a:gd name="connsiteY48" fmla="*/ 421481 h 1890712"/>
              <a:gd name="connsiteX49" fmla="*/ 564357 w 2543175"/>
              <a:gd name="connsiteY49" fmla="*/ 431006 h 1890712"/>
              <a:gd name="connsiteX50" fmla="*/ 573882 w 2543175"/>
              <a:gd name="connsiteY50" fmla="*/ 438150 h 1890712"/>
              <a:gd name="connsiteX51" fmla="*/ 595313 w 2543175"/>
              <a:gd name="connsiteY51" fmla="*/ 454819 h 1890712"/>
              <a:gd name="connsiteX52" fmla="*/ 602457 w 2543175"/>
              <a:gd name="connsiteY52" fmla="*/ 457200 h 1890712"/>
              <a:gd name="connsiteX53" fmla="*/ 628650 w 2543175"/>
              <a:gd name="connsiteY53" fmla="*/ 469106 h 1890712"/>
              <a:gd name="connsiteX54" fmla="*/ 645319 w 2543175"/>
              <a:gd name="connsiteY54" fmla="*/ 483394 h 1890712"/>
              <a:gd name="connsiteX55" fmla="*/ 654844 w 2543175"/>
              <a:gd name="connsiteY55" fmla="*/ 488156 h 1890712"/>
              <a:gd name="connsiteX56" fmla="*/ 661988 w 2543175"/>
              <a:gd name="connsiteY56" fmla="*/ 497681 h 1890712"/>
              <a:gd name="connsiteX57" fmla="*/ 683419 w 2543175"/>
              <a:gd name="connsiteY57" fmla="*/ 514350 h 1890712"/>
              <a:gd name="connsiteX58" fmla="*/ 700088 w 2543175"/>
              <a:gd name="connsiteY58" fmla="*/ 526256 h 1890712"/>
              <a:gd name="connsiteX59" fmla="*/ 709613 w 2543175"/>
              <a:gd name="connsiteY59" fmla="*/ 535781 h 1890712"/>
              <a:gd name="connsiteX60" fmla="*/ 719138 w 2543175"/>
              <a:gd name="connsiteY60" fmla="*/ 542925 h 1890712"/>
              <a:gd name="connsiteX61" fmla="*/ 733425 w 2543175"/>
              <a:gd name="connsiteY61" fmla="*/ 557212 h 1890712"/>
              <a:gd name="connsiteX62" fmla="*/ 750094 w 2543175"/>
              <a:gd name="connsiteY62" fmla="*/ 569119 h 1890712"/>
              <a:gd name="connsiteX63" fmla="*/ 769144 w 2543175"/>
              <a:gd name="connsiteY63" fmla="*/ 581025 h 1890712"/>
              <a:gd name="connsiteX64" fmla="*/ 785813 w 2543175"/>
              <a:gd name="connsiteY64" fmla="*/ 590550 h 1890712"/>
              <a:gd name="connsiteX65" fmla="*/ 792957 w 2543175"/>
              <a:gd name="connsiteY65" fmla="*/ 600075 h 1890712"/>
              <a:gd name="connsiteX66" fmla="*/ 809625 w 2543175"/>
              <a:gd name="connsiteY66" fmla="*/ 611981 h 1890712"/>
              <a:gd name="connsiteX67" fmla="*/ 816769 w 2543175"/>
              <a:gd name="connsiteY67" fmla="*/ 619125 h 1890712"/>
              <a:gd name="connsiteX68" fmla="*/ 826294 w 2543175"/>
              <a:gd name="connsiteY68" fmla="*/ 626269 h 1890712"/>
              <a:gd name="connsiteX69" fmla="*/ 840582 w 2543175"/>
              <a:gd name="connsiteY69" fmla="*/ 638175 h 1890712"/>
              <a:gd name="connsiteX70" fmla="*/ 847725 w 2543175"/>
              <a:gd name="connsiteY70" fmla="*/ 645319 h 1890712"/>
              <a:gd name="connsiteX71" fmla="*/ 857250 w 2543175"/>
              <a:gd name="connsiteY71" fmla="*/ 652462 h 1890712"/>
              <a:gd name="connsiteX72" fmla="*/ 864394 w 2543175"/>
              <a:gd name="connsiteY72" fmla="*/ 657225 h 1890712"/>
              <a:gd name="connsiteX73" fmla="*/ 888207 w 2543175"/>
              <a:gd name="connsiteY73" fmla="*/ 676275 h 1890712"/>
              <a:gd name="connsiteX74" fmla="*/ 895350 w 2543175"/>
              <a:gd name="connsiteY74" fmla="*/ 681037 h 1890712"/>
              <a:gd name="connsiteX75" fmla="*/ 907257 w 2543175"/>
              <a:gd name="connsiteY75" fmla="*/ 683419 h 1890712"/>
              <a:gd name="connsiteX76" fmla="*/ 928688 w 2543175"/>
              <a:gd name="connsiteY76" fmla="*/ 695325 h 1890712"/>
              <a:gd name="connsiteX77" fmla="*/ 942975 w 2543175"/>
              <a:gd name="connsiteY77" fmla="*/ 700087 h 1890712"/>
              <a:gd name="connsiteX78" fmla="*/ 964407 w 2543175"/>
              <a:gd name="connsiteY78" fmla="*/ 716756 h 1890712"/>
              <a:gd name="connsiteX79" fmla="*/ 971550 w 2543175"/>
              <a:gd name="connsiteY79" fmla="*/ 723900 h 1890712"/>
              <a:gd name="connsiteX80" fmla="*/ 983457 w 2543175"/>
              <a:gd name="connsiteY80" fmla="*/ 733425 h 1890712"/>
              <a:gd name="connsiteX81" fmla="*/ 990600 w 2543175"/>
              <a:gd name="connsiteY81" fmla="*/ 738187 h 1890712"/>
              <a:gd name="connsiteX82" fmla="*/ 1007269 w 2543175"/>
              <a:gd name="connsiteY82" fmla="*/ 752475 h 1890712"/>
              <a:gd name="connsiteX83" fmla="*/ 1031082 w 2543175"/>
              <a:gd name="connsiteY83" fmla="*/ 766762 h 1890712"/>
              <a:gd name="connsiteX84" fmla="*/ 1042988 w 2543175"/>
              <a:gd name="connsiteY84" fmla="*/ 773906 h 1890712"/>
              <a:gd name="connsiteX85" fmla="*/ 1071563 w 2543175"/>
              <a:gd name="connsiteY85" fmla="*/ 785812 h 1890712"/>
              <a:gd name="connsiteX86" fmla="*/ 1097757 w 2543175"/>
              <a:gd name="connsiteY86" fmla="*/ 807244 h 1890712"/>
              <a:gd name="connsiteX87" fmla="*/ 1104900 w 2543175"/>
              <a:gd name="connsiteY87" fmla="*/ 814387 h 1890712"/>
              <a:gd name="connsiteX88" fmla="*/ 1121569 w 2543175"/>
              <a:gd name="connsiteY88" fmla="*/ 823912 h 1890712"/>
              <a:gd name="connsiteX89" fmla="*/ 1138238 w 2543175"/>
              <a:gd name="connsiteY89" fmla="*/ 835819 h 1890712"/>
              <a:gd name="connsiteX90" fmla="*/ 1147763 w 2543175"/>
              <a:gd name="connsiteY90" fmla="*/ 842962 h 1890712"/>
              <a:gd name="connsiteX91" fmla="*/ 1157288 w 2543175"/>
              <a:gd name="connsiteY91" fmla="*/ 847725 h 1890712"/>
              <a:gd name="connsiteX92" fmla="*/ 1178719 w 2543175"/>
              <a:gd name="connsiteY92" fmla="*/ 859631 h 1890712"/>
              <a:gd name="connsiteX93" fmla="*/ 1188244 w 2543175"/>
              <a:gd name="connsiteY93" fmla="*/ 866775 h 1890712"/>
              <a:gd name="connsiteX94" fmla="*/ 1195388 w 2543175"/>
              <a:gd name="connsiteY94" fmla="*/ 871537 h 1890712"/>
              <a:gd name="connsiteX95" fmla="*/ 1212057 w 2543175"/>
              <a:gd name="connsiteY95" fmla="*/ 883444 h 1890712"/>
              <a:gd name="connsiteX96" fmla="*/ 1226344 w 2543175"/>
              <a:gd name="connsiteY96" fmla="*/ 895350 h 1890712"/>
              <a:gd name="connsiteX97" fmla="*/ 1245394 w 2543175"/>
              <a:gd name="connsiteY97" fmla="*/ 907256 h 1890712"/>
              <a:gd name="connsiteX98" fmla="*/ 1254919 w 2543175"/>
              <a:gd name="connsiteY98" fmla="*/ 914400 h 1890712"/>
              <a:gd name="connsiteX99" fmla="*/ 1269207 w 2543175"/>
              <a:gd name="connsiteY99" fmla="*/ 921544 h 1890712"/>
              <a:gd name="connsiteX100" fmla="*/ 1290638 w 2543175"/>
              <a:gd name="connsiteY100" fmla="*/ 935831 h 1890712"/>
              <a:gd name="connsiteX101" fmla="*/ 1307307 w 2543175"/>
              <a:gd name="connsiteY101" fmla="*/ 952500 h 1890712"/>
              <a:gd name="connsiteX102" fmla="*/ 1333500 w 2543175"/>
              <a:gd name="connsiteY102" fmla="*/ 971550 h 1890712"/>
              <a:gd name="connsiteX103" fmla="*/ 1359694 w 2543175"/>
              <a:gd name="connsiteY103" fmla="*/ 990600 h 1890712"/>
              <a:gd name="connsiteX104" fmla="*/ 1373982 w 2543175"/>
              <a:gd name="connsiteY104" fmla="*/ 997744 h 1890712"/>
              <a:gd name="connsiteX105" fmla="*/ 1388269 w 2543175"/>
              <a:gd name="connsiteY105" fmla="*/ 1007269 h 1890712"/>
              <a:gd name="connsiteX106" fmla="*/ 1414463 w 2543175"/>
              <a:gd name="connsiteY106" fmla="*/ 1019175 h 1890712"/>
              <a:gd name="connsiteX107" fmla="*/ 1428750 w 2543175"/>
              <a:gd name="connsiteY107" fmla="*/ 1026319 h 1890712"/>
              <a:gd name="connsiteX108" fmla="*/ 1471613 w 2543175"/>
              <a:gd name="connsiteY108" fmla="*/ 1059656 h 1890712"/>
              <a:gd name="connsiteX109" fmla="*/ 1495425 w 2543175"/>
              <a:gd name="connsiteY109" fmla="*/ 1088231 h 1890712"/>
              <a:gd name="connsiteX110" fmla="*/ 1547812 w 2543175"/>
              <a:gd name="connsiteY110" fmla="*/ 1133475 h 1890712"/>
              <a:gd name="connsiteX111" fmla="*/ 1597819 w 2543175"/>
              <a:gd name="connsiteY111" fmla="*/ 1154906 h 1890712"/>
              <a:gd name="connsiteX112" fmla="*/ 1604963 w 2543175"/>
              <a:gd name="connsiteY112" fmla="*/ 1162050 h 1890712"/>
              <a:gd name="connsiteX113" fmla="*/ 1612107 w 2543175"/>
              <a:gd name="connsiteY113" fmla="*/ 1166812 h 1890712"/>
              <a:gd name="connsiteX114" fmla="*/ 1628775 w 2543175"/>
              <a:gd name="connsiteY114" fmla="*/ 1183481 h 1890712"/>
              <a:gd name="connsiteX115" fmla="*/ 1662113 w 2543175"/>
              <a:gd name="connsiteY115" fmla="*/ 1209675 h 1890712"/>
              <a:gd name="connsiteX116" fmla="*/ 1678782 w 2543175"/>
              <a:gd name="connsiteY116" fmla="*/ 1226344 h 1890712"/>
              <a:gd name="connsiteX117" fmla="*/ 1700213 w 2543175"/>
              <a:gd name="connsiteY117" fmla="*/ 1247775 h 1890712"/>
              <a:gd name="connsiteX118" fmla="*/ 1712119 w 2543175"/>
              <a:gd name="connsiteY118" fmla="*/ 1259681 h 1890712"/>
              <a:gd name="connsiteX119" fmla="*/ 1733550 w 2543175"/>
              <a:gd name="connsiteY119" fmla="*/ 1273969 h 1890712"/>
              <a:gd name="connsiteX120" fmla="*/ 1743075 w 2543175"/>
              <a:gd name="connsiteY120" fmla="*/ 1283494 h 1890712"/>
              <a:gd name="connsiteX121" fmla="*/ 1754982 w 2543175"/>
              <a:gd name="connsiteY121" fmla="*/ 1290637 h 1890712"/>
              <a:gd name="connsiteX122" fmla="*/ 1766888 w 2543175"/>
              <a:gd name="connsiteY122" fmla="*/ 1300162 h 1890712"/>
              <a:gd name="connsiteX123" fmla="*/ 1783557 w 2543175"/>
              <a:gd name="connsiteY123" fmla="*/ 1307306 h 1890712"/>
              <a:gd name="connsiteX124" fmla="*/ 1790700 w 2543175"/>
              <a:gd name="connsiteY124" fmla="*/ 1312069 h 1890712"/>
              <a:gd name="connsiteX125" fmla="*/ 1800225 w 2543175"/>
              <a:gd name="connsiteY125" fmla="*/ 1319212 h 1890712"/>
              <a:gd name="connsiteX126" fmla="*/ 1807369 w 2543175"/>
              <a:gd name="connsiteY126" fmla="*/ 1321594 h 1890712"/>
              <a:gd name="connsiteX127" fmla="*/ 1824038 w 2543175"/>
              <a:gd name="connsiteY127" fmla="*/ 1333500 h 1890712"/>
              <a:gd name="connsiteX128" fmla="*/ 1843088 w 2543175"/>
              <a:gd name="connsiteY128" fmla="*/ 1352550 h 1890712"/>
              <a:gd name="connsiteX129" fmla="*/ 1852613 w 2543175"/>
              <a:gd name="connsiteY129" fmla="*/ 1359694 h 1890712"/>
              <a:gd name="connsiteX130" fmla="*/ 1859757 w 2543175"/>
              <a:gd name="connsiteY130" fmla="*/ 1366837 h 1890712"/>
              <a:gd name="connsiteX131" fmla="*/ 1869282 w 2543175"/>
              <a:gd name="connsiteY131" fmla="*/ 1371600 h 1890712"/>
              <a:gd name="connsiteX132" fmla="*/ 1883569 w 2543175"/>
              <a:gd name="connsiteY132" fmla="*/ 1388269 h 1890712"/>
              <a:gd name="connsiteX133" fmla="*/ 1893094 w 2543175"/>
              <a:gd name="connsiteY133" fmla="*/ 1395412 h 1890712"/>
              <a:gd name="connsiteX134" fmla="*/ 1902619 w 2543175"/>
              <a:gd name="connsiteY134" fmla="*/ 1404937 h 1890712"/>
              <a:gd name="connsiteX135" fmla="*/ 1912144 w 2543175"/>
              <a:gd name="connsiteY135" fmla="*/ 1409700 h 1890712"/>
              <a:gd name="connsiteX136" fmla="*/ 1931194 w 2543175"/>
              <a:gd name="connsiteY136" fmla="*/ 1421606 h 1890712"/>
              <a:gd name="connsiteX137" fmla="*/ 1935957 w 2543175"/>
              <a:gd name="connsiteY137" fmla="*/ 1428750 h 1890712"/>
              <a:gd name="connsiteX138" fmla="*/ 1952625 w 2543175"/>
              <a:gd name="connsiteY138" fmla="*/ 1438275 h 1890712"/>
              <a:gd name="connsiteX139" fmla="*/ 1971675 w 2543175"/>
              <a:gd name="connsiteY139" fmla="*/ 1450181 h 1890712"/>
              <a:gd name="connsiteX140" fmla="*/ 1981200 w 2543175"/>
              <a:gd name="connsiteY140" fmla="*/ 1454944 h 1890712"/>
              <a:gd name="connsiteX141" fmla="*/ 1997869 w 2543175"/>
              <a:gd name="connsiteY141" fmla="*/ 1471612 h 1890712"/>
              <a:gd name="connsiteX142" fmla="*/ 2007394 w 2543175"/>
              <a:gd name="connsiteY142" fmla="*/ 1478756 h 1890712"/>
              <a:gd name="connsiteX143" fmla="*/ 2016919 w 2543175"/>
              <a:gd name="connsiteY143" fmla="*/ 1483519 h 1890712"/>
              <a:gd name="connsiteX144" fmla="*/ 2024063 w 2543175"/>
              <a:gd name="connsiteY144" fmla="*/ 1490662 h 1890712"/>
              <a:gd name="connsiteX145" fmla="*/ 2033588 w 2543175"/>
              <a:gd name="connsiteY145" fmla="*/ 1495425 h 1890712"/>
              <a:gd name="connsiteX146" fmla="*/ 2040732 w 2543175"/>
              <a:gd name="connsiteY146" fmla="*/ 1502569 h 1890712"/>
              <a:gd name="connsiteX147" fmla="*/ 2047875 w 2543175"/>
              <a:gd name="connsiteY147" fmla="*/ 1507331 h 1890712"/>
              <a:gd name="connsiteX148" fmla="*/ 2057400 w 2543175"/>
              <a:gd name="connsiteY148" fmla="*/ 1514475 h 1890712"/>
              <a:gd name="connsiteX149" fmla="*/ 2064544 w 2543175"/>
              <a:gd name="connsiteY149" fmla="*/ 1519237 h 1890712"/>
              <a:gd name="connsiteX150" fmla="*/ 2071688 w 2543175"/>
              <a:gd name="connsiteY150" fmla="*/ 1526381 h 1890712"/>
              <a:gd name="connsiteX151" fmla="*/ 2081213 w 2543175"/>
              <a:gd name="connsiteY151" fmla="*/ 1531144 h 1890712"/>
              <a:gd name="connsiteX152" fmla="*/ 2090738 w 2543175"/>
              <a:gd name="connsiteY152" fmla="*/ 1538287 h 1890712"/>
              <a:gd name="connsiteX153" fmla="*/ 2109788 w 2543175"/>
              <a:gd name="connsiteY153" fmla="*/ 1547812 h 1890712"/>
              <a:gd name="connsiteX154" fmla="*/ 2131219 w 2543175"/>
              <a:gd name="connsiteY154" fmla="*/ 1562100 h 1890712"/>
              <a:gd name="connsiteX155" fmla="*/ 2140744 w 2543175"/>
              <a:gd name="connsiteY155" fmla="*/ 1566862 h 1890712"/>
              <a:gd name="connsiteX156" fmla="*/ 2152650 w 2543175"/>
              <a:gd name="connsiteY156" fmla="*/ 1576387 h 1890712"/>
              <a:gd name="connsiteX157" fmla="*/ 2181225 w 2543175"/>
              <a:gd name="connsiteY157" fmla="*/ 1590675 h 1890712"/>
              <a:gd name="connsiteX158" fmla="*/ 2200275 w 2543175"/>
              <a:gd name="connsiteY158" fmla="*/ 1607344 h 1890712"/>
              <a:gd name="connsiteX159" fmla="*/ 2207419 w 2543175"/>
              <a:gd name="connsiteY159" fmla="*/ 1612106 h 1890712"/>
              <a:gd name="connsiteX160" fmla="*/ 2216944 w 2543175"/>
              <a:gd name="connsiteY160" fmla="*/ 1619250 h 1890712"/>
              <a:gd name="connsiteX161" fmla="*/ 2224088 w 2543175"/>
              <a:gd name="connsiteY161" fmla="*/ 1624012 h 1890712"/>
              <a:gd name="connsiteX162" fmla="*/ 2247900 w 2543175"/>
              <a:gd name="connsiteY162" fmla="*/ 1643062 h 1890712"/>
              <a:gd name="connsiteX163" fmla="*/ 2255044 w 2543175"/>
              <a:gd name="connsiteY163" fmla="*/ 1650206 h 1890712"/>
              <a:gd name="connsiteX164" fmla="*/ 2281238 w 2543175"/>
              <a:gd name="connsiteY164" fmla="*/ 1664494 h 1890712"/>
              <a:gd name="connsiteX165" fmla="*/ 2297907 w 2543175"/>
              <a:gd name="connsiteY165" fmla="*/ 1674019 h 1890712"/>
              <a:gd name="connsiteX166" fmla="*/ 2312194 w 2543175"/>
              <a:gd name="connsiteY166" fmla="*/ 1685925 h 1890712"/>
              <a:gd name="connsiteX167" fmla="*/ 2328863 w 2543175"/>
              <a:gd name="connsiteY167" fmla="*/ 1697831 h 1890712"/>
              <a:gd name="connsiteX168" fmla="*/ 2350294 w 2543175"/>
              <a:gd name="connsiteY168" fmla="*/ 1712119 h 1890712"/>
              <a:gd name="connsiteX169" fmla="*/ 2369344 w 2543175"/>
              <a:gd name="connsiteY169" fmla="*/ 1724025 h 1890712"/>
              <a:gd name="connsiteX170" fmla="*/ 2428876 w 2543175"/>
              <a:gd name="connsiteY170" fmla="*/ 1785938 h 1890712"/>
              <a:gd name="connsiteX171" fmla="*/ 2466975 w 2543175"/>
              <a:gd name="connsiteY171" fmla="*/ 1783556 h 1890712"/>
              <a:gd name="connsiteX172" fmla="*/ 2481263 w 2543175"/>
              <a:gd name="connsiteY172" fmla="*/ 1795462 h 1890712"/>
              <a:gd name="connsiteX173" fmla="*/ 2486025 w 2543175"/>
              <a:gd name="connsiteY173" fmla="*/ 1802606 h 1890712"/>
              <a:gd name="connsiteX174" fmla="*/ 2514600 w 2543175"/>
              <a:gd name="connsiteY174" fmla="*/ 1850231 h 1890712"/>
              <a:gd name="connsiteX175" fmla="*/ 2519363 w 2543175"/>
              <a:gd name="connsiteY175" fmla="*/ 1857375 h 1890712"/>
              <a:gd name="connsiteX176" fmla="*/ 2540794 w 2543175"/>
              <a:gd name="connsiteY176" fmla="*/ 1883569 h 1890712"/>
              <a:gd name="connsiteX177" fmla="*/ 2543175 w 2543175"/>
              <a:gd name="connsiteY177"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78619 w 2543175"/>
              <a:gd name="connsiteY30" fmla="*/ 276225 h 1890712"/>
              <a:gd name="connsiteX31" fmla="*/ 385763 w 2543175"/>
              <a:gd name="connsiteY31" fmla="*/ 283369 h 1890712"/>
              <a:gd name="connsiteX32" fmla="*/ 395288 w 2543175"/>
              <a:gd name="connsiteY32" fmla="*/ 288131 h 1890712"/>
              <a:gd name="connsiteX33" fmla="*/ 404813 w 2543175"/>
              <a:gd name="connsiteY33" fmla="*/ 295275 h 1890712"/>
              <a:gd name="connsiteX34" fmla="*/ 411957 w 2543175"/>
              <a:gd name="connsiteY34" fmla="*/ 297656 h 1890712"/>
              <a:gd name="connsiteX35" fmla="*/ 421482 w 2543175"/>
              <a:gd name="connsiteY35" fmla="*/ 302419 h 1890712"/>
              <a:gd name="connsiteX36" fmla="*/ 447675 w 2543175"/>
              <a:gd name="connsiteY36" fmla="*/ 307181 h 1890712"/>
              <a:gd name="connsiteX37" fmla="*/ 461963 w 2543175"/>
              <a:gd name="connsiteY37" fmla="*/ 321469 h 1890712"/>
              <a:gd name="connsiteX38" fmla="*/ 466725 w 2543175"/>
              <a:gd name="connsiteY38" fmla="*/ 328612 h 1890712"/>
              <a:gd name="connsiteX39" fmla="*/ 476250 w 2543175"/>
              <a:gd name="connsiteY39" fmla="*/ 335756 h 1890712"/>
              <a:gd name="connsiteX40" fmla="*/ 481013 w 2543175"/>
              <a:gd name="connsiteY40" fmla="*/ 342900 h 1890712"/>
              <a:gd name="connsiteX41" fmla="*/ 490538 w 2543175"/>
              <a:gd name="connsiteY41" fmla="*/ 352425 h 1890712"/>
              <a:gd name="connsiteX42" fmla="*/ 495300 w 2543175"/>
              <a:gd name="connsiteY42" fmla="*/ 359569 h 1890712"/>
              <a:gd name="connsiteX43" fmla="*/ 509588 w 2543175"/>
              <a:gd name="connsiteY43" fmla="*/ 376237 h 1890712"/>
              <a:gd name="connsiteX44" fmla="*/ 514350 w 2543175"/>
              <a:gd name="connsiteY44" fmla="*/ 383381 h 1890712"/>
              <a:gd name="connsiteX45" fmla="*/ 531019 w 2543175"/>
              <a:gd name="connsiteY45" fmla="*/ 397669 h 1890712"/>
              <a:gd name="connsiteX46" fmla="*/ 538163 w 2543175"/>
              <a:gd name="connsiteY46" fmla="*/ 407194 h 1890712"/>
              <a:gd name="connsiteX47" fmla="*/ 554832 w 2543175"/>
              <a:gd name="connsiteY47" fmla="*/ 421481 h 1890712"/>
              <a:gd name="connsiteX48" fmla="*/ 564357 w 2543175"/>
              <a:gd name="connsiteY48" fmla="*/ 431006 h 1890712"/>
              <a:gd name="connsiteX49" fmla="*/ 573882 w 2543175"/>
              <a:gd name="connsiteY49" fmla="*/ 438150 h 1890712"/>
              <a:gd name="connsiteX50" fmla="*/ 595313 w 2543175"/>
              <a:gd name="connsiteY50" fmla="*/ 454819 h 1890712"/>
              <a:gd name="connsiteX51" fmla="*/ 602457 w 2543175"/>
              <a:gd name="connsiteY51" fmla="*/ 457200 h 1890712"/>
              <a:gd name="connsiteX52" fmla="*/ 628650 w 2543175"/>
              <a:gd name="connsiteY52" fmla="*/ 469106 h 1890712"/>
              <a:gd name="connsiteX53" fmla="*/ 645319 w 2543175"/>
              <a:gd name="connsiteY53" fmla="*/ 483394 h 1890712"/>
              <a:gd name="connsiteX54" fmla="*/ 654844 w 2543175"/>
              <a:gd name="connsiteY54" fmla="*/ 488156 h 1890712"/>
              <a:gd name="connsiteX55" fmla="*/ 661988 w 2543175"/>
              <a:gd name="connsiteY55" fmla="*/ 497681 h 1890712"/>
              <a:gd name="connsiteX56" fmla="*/ 683419 w 2543175"/>
              <a:gd name="connsiteY56" fmla="*/ 514350 h 1890712"/>
              <a:gd name="connsiteX57" fmla="*/ 700088 w 2543175"/>
              <a:gd name="connsiteY57" fmla="*/ 526256 h 1890712"/>
              <a:gd name="connsiteX58" fmla="*/ 709613 w 2543175"/>
              <a:gd name="connsiteY58" fmla="*/ 535781 h 1890712"/>
              <a:gd name="connsiteX59" fmla="*/ 719138 w 2543175"/>
              <a:gd name="connsiteY59" fmla="*/ 542925 h 1890712"/>
              <a:gd name="connsiteX60" fmla="*/ 733425 w 2543175"/>
              <a:gd name="connsiteY60" fmla="*/ 557212 h 1890712"/>
              <a:gd name="connsiteX61" fmla="*/ 750094 w 2543175"/>
              <a:gd name="connsiteY61" fmla="*/ 569119 h 1890712"/>
              <a:gd name="connsiteX62" fmla="*/ 769144 w 2543175"/>
              <a:gd name="connsiteY62" fmla="*/ 581025 h 1890712"/>
              <a:gd name="connsiteX63" fmla="*/ 785813 w 2543175"/>
              <a:gd name="connsiteY63" fmla="*/ 590550 h 1890712"/>
              <a:gd name="connsiteX64" fmla="*/ 792957 w 2543175"/>
              <a:gd name="connsiteY64" fmla="*/ 600075 h 1890712"/>
              <a:gd name="connsiteX65" fmla="*/ 809625 w 2543175"/>
              <a:gd name="connsiteY65" fmla="*/ 611981 h 1890712"/>
              <a:gd name="connsiteX66" fmla="*/ 816769 w 2543175"/>
              <a:gd name="connsiteY66" fmla="*/ 619125 h 1890712"/>
              <a:gd name="connsiteX67" fmla="*/ 826294 w 2543175"/>
              <a:gd name="connsiteY67" fmla="*/ 626269 h 1890712"/>
              <a:gd name="connsiteX68" fmla="*/ 840582 w 2543175"/>
              <a:gd name="connsiteY68" fmla="*/ 638175 h 1890712"/>
              <a:gd name="connsiteX69" fmla="*/ 847725 w 2543175"/>
              <a:gd name="connsiteY69" fmla="*/ 645319 h 1890712"/>
              <a:gd name="connsiteX70" fmla="*/ 857250 w 2543175"/>
              <a:gd name="connsiteY70" fmla="*/ 652462 h 1890712"/>
              <a:gd name="connsiteX71" fmla="*/ 864394 w 2543175"/>
              <a:gd name="connsiteY71" fmla="*/ 657225 h 1890712"/>
              <a:gd name="connsiteX72" fmla="*/ 888207 w 2543175"/>
              <a:gd name="connsiteY72" fmla="*/ 676275 h 1890712"/>
              <a:gd name="connsiteX73" fmla="*/ 895350 w 2543175"/>
              <a:gd name="connsiteY73" fmla="*/ 681037 h 1890712"/>
              <a:gd name="connsiteX74" fmla="*/ 907257 w 2543175"/>
              <a:gd name="connsiteY74" fmla="*/ 683419 h 1890712"/>
              <a:gd name="connsiteX75" fmla="*/ 928688 w 2543175"/>
              <a:gd name="connsiteY75" fmla="*/ 695325 h 1890712"/>
              <a:gd name="connsiteX76" fmla="*/ 942975 w 2543175"/>
              <a:gd name="connsiteY76" fmla="*/ 700087 h 1890712"/>
              <a:gd name="connsiteX77" fmla="*/ 964407 w 2543175"/>
              <a:gd name="connsiteY77" fmla="*/ 716756 h 1890712"/>
              <a:gd name="connsiteX78" fmla="*/ 971550 w 2543175"/>
              <a:gd name="connsiteY78" fmla="*/ 723900 h 1890712"/>
              <a:gd name="connsiteX79" fmla="*/ 983457 w 2543175"/>
              <a:gd name="connsiteY79" fmla="*/ 733425 h 1890712"/>
              <a:gd name="connsiteX80" fmla="*/ 990600 w 2543175"/>
              <a:gd name="connsiteY80" fmla="*/ 738187 h 1890712"/>
              <a:gd name="connsiteX81" fmla="*/ 1007269 w 2543175"/>
              <a:gd name="connsiteY81" fmla="*/ 752475 h 1890712"/>
              <a:gd name="connsiteX82" fmla="*/ 1031082 w 2543175"/>
              <a:gd name="connsiteY82" fmla="*/ 766762 h 1890712"/>
              <a:gd name="connsiteX83" fmla="*/ 1042988 w 2543175"/>
              <a:gd name="connsiteY83" fmla="*/ 773906 h 1890712"/>
              <a:gd name="connsiteX84" fmla="*/ 1071563 w 2543175"/>
              <a:gd name="connsiteY84" fmla="*/ 785812 h 1890712"/>
              <a:gd name="connsiteX85" fmla="*/ 1097757 w 2543175"/>
              <a:gd name="connsiteY85" fmla="*/ 807244 h 1890712"/>
              <a:gd name="connsiteX86" fmla="*/ 1104900 w 2543175"/>
              <a:gd name="connsiteY86" fmla="*/ 814387 h 1890712"/>
              <a:gd name="connsiteX87" fmla="*/ 1121569 w 2543175"/>
              <a:gd name="connsiteY87" fmla="*/ 823912 h 1890712"/>
              <a:gd name="connsiteX88" fmla="*/ 1138238 w 2543175"/>
              <a:gd name="connsiteY88" fmla="*/ 835819 h 1890712"/>
              <a:gd name="connsiteX89" fmla="*/ 1147763 w 2543175"/>
              <a:gd name="connsiteY89" fmla="*/ 842962 h 1890712"/>
              <a:gd name="connsiteX90" fmla="*/ 1157288 w 2543175"/>
              <a:gd name="connsiteY90" fmla="*/ 847725 h 1890712"/>
              <a:gd name="connsiteX91" fmla="*/ 1178719 w 2543175"/>
              <a:gd name="connsiteY91" fmla="*/ 859631 h 1890712"/>
              <a:gd name="connsiteX92" fmla="*/ 1188244 w 2543175"/>
              <a:gd name="connsiteY92" fmla="*/ 866775 h 1890712"/>
              <a:gd name="connsiteX93" fmla="*/ 1195388 w 2543175"/>
              <a:gd name="connsiteY93" fmla="*/ 871537 h 1890712"/>
              <a:gd name="connsiteX94" fmla="*/ 1212057 w 2543175"/>
              <a:gd name="connsiteY94" fmla="*/ 883444 h 1890712"/>
              <a:gd name="connsiteX95" fmla="*/ 1226344 w 2543175"/>
              <a:gd name="connsiteY95" fmla="*/ 895350 h 1890712"/>
              <a:gd name="connsiteX96" fmla="*/ 1245394 w 2543175"/>
              <a:gd name="connsiteY96" fmla="*/ 907256 h 1890712"/>
              <a:gd name="connsiteX97" fmla="*/ 1254919 w 2543175"/>
              <a:gd name="connsiteY97" fmla="*/ 914400 h 1890712"/>
              <a:gd name="connsiteX98" fmla="*/ 1269207 w 2543175"/>
              <a:gd name="connsiteY98" fmla="*/ 921544 h 1890712"/>
              <a:gd name="connsiteX99" fmla="*/ 1290638 w 2543175"/>
              <a:gd name="connsiteY99" fmla="*/ 935831 h 1890712"/>
              <a:gd name="connsiteX100" fmla="*/ 1307307 w 2543175"/>
              <a:gd name="connsiteY100" fmla="*/ 952500 h 1890712"/>
              <a:gd name="connsiteX101" fmla="*/ 1333500 w 2543175"/>
              <a:gd name="connsiteY101" fmla="*/ 971550 h 1890712"/>
              <a:gd name="connsiteX102" fmla="*/ 1359694 w 2543175"/>
              <a:gd name="connsiteY102" fmla="*/ 990600 h 1890712"/>
              <a:gd name="connsiteX103" fmla="*/ 1373982 w 2543175"/>
              <a:gd name="connsiteY103" fmla="*/ 997744 h 1890712"/>
              <a:gd name="connsiteX104" fmla="*/ 1388269 w 2543175"/>
              <a:gd name="connsiteY104" fmla="*/ 1007269 h 1890712"/>
              <a:gd name="connsiteX105" fmla="*/ 1414463 w 2543175"/>
              <a:gd name="connsiteY105" fmla="*/ 1019175 h 1890712"/>
              <a:gd name="connsiteX106" fmla="*/ 1428750 w 2543175"/>
              <a:gd name="connsiteY106" fmla="*/ 1026319 h 1890712"/>
              <a:gd name="connsiteX107" fmla="*/ 1471613 w 2543175"/>
              <a:gd name="connsiteY107" fmla="*/ 1059656 h 1890712"/>
              <a:gd name="connsiteX108" fmla="*/ 1495425 w 2543175"/>
              <a:gd name="connsiteY108" fmla="*/ 1088231 h 1890712"/>
              <a:gd name="connsiteX109" fmla="*/ 1547812 w 2543175"/>
              <a:gd name="connsiteY109" fmla="*/ 1133475 h 1890712"/>
              <a:gd name="connsiteX110" fmla="*/ 1597819 w 2543175"/>
              <a:gd name="connsiteY110" fmla="*/ 1154906 h 1890712"/>
              <a:gd name="connsiteX111" fmla="*/ 1604963 w 2543175"/>
              <a:gd name="connsiteY111" fmla="*/ 1162050 h 1890712"/>
              <a:gd name="connsiteX112" fmla="*/ 1612107 w 2543175"/>
              <a:gd name="connsiteY112" fmla="*/ 1166812 h 1890712"/>
              <a:gd name="connsiteX113" fmla="*/ 1628775 w 2543175"/>
              <a:gd name="connsiteY113" fmla="*/ 1183481 h 1890712"/>
              <a:gd name="connsiteX114" fmla="*/ 1662113 w 2543175"/>
              <a:gd name="connsiteY114" fmla="*/ 1209675 h 1890712"/>
              <a:gd name="connsiteX115" fmla="*/ 1678782 w 2543175"/>
              <a:gd name="connsiteY115" fmla="*/ 1226344 h 1890712"/>
              <a:gd name="connsiteX116" fmla="*/ 1700213 w 2543175"/>
              <a:gd name="connsiteY116" fmla="*/ 1247775 h 1890712"/>
              <a:gd name="connsiteX117" fmla="*/ 1712119 w 2543175"/>
              <a:gd name="connsiteY117" fmla="*/ 1259681 h 1890712"/>
              <a:gd name="connsiteX118" fmla="*/ 1733550 w 2543175"/>
              <a:gd name="connsiteY118" fmla="*/ 1273969 h 1890712"/>
              <a:gd name="connsiteX119" fmla="*/ 1743075 w 2543175"/>
              <a:gd name="connsiteY119" fmla="*/ 1283494 h 1890712"/>
              <a:gd name="connsiteX120" fmla="*/ 1754982 w 2543175"/>
              <a:gd name="connsiteY120" fmla="*/ 1290637 h 1890712"/>
              <a:gd name="connsiteX121" fmla="*/ 1766888 w 2543175"/>
              <a:gd name="connsiteY121" fmla="*/ 1300162 h 1890712"/>
              <a:gd name="connsiteX122" fmla="*/ 1783557 w 2543175"/>
              <a:gd name="connsiteY122" fmla="*/ 1307306 h 1890712"/>
              <a:gd name="connsiteX123" fmla="*/ 1790700 w 2543175"/>
              <a:gd name="connsiteY123" fmla="*/ 1312069 h 1890712"/>
              <a:gd name="connsiteX124" fmla="*/ 1800225 w 2543175"/>
              <a:gd name="connsiteY124" fmla="*/ 1319212 h 1890712"/>
              <a:gd name="connsiteX125" fmla="*/ 1807369 w 2543175"/>
              <a:gd name="connsiteY125" fmla="*/ 1321594 h 1890712"/>
              <a:gd name="connsiteX126" fmla="*/ 1824038 w 2543175"/>
              <a:gd name="connsiteY126" fmla="*/ 1333500 h 1890712"/>
              <a:gd name="connsiteX127" fmla="*/ 1843088 w 2543175"/>
              <a:gd name="connsiteY127" fmla="*/ 1352550 h 1890712"/>
              <a:gd name="connsiteX128" fmla="*/ 1852613 w 2543175"/>
              <a:gd name="connsiteY128" fmla="*/ 1359694 h 1890712"/>
              <a:gd name="connsiteX129" fmla="*/ 1859757 w 2543175"/>
              <a:gd name="connsiteY129" fmla="*/ 1366837 h 1890712"/>
              <a:gd name="connsiteX130" fmla="*/ 1869282 w 2543175"/>
              <a:gd name="connsiteY130" fmla="*/ 1371600 h 1890712"/>
              <a:gd name="connsiteX131" fmla="*/ 1883569 w 2543175"/>
              <a:gd name="connsiteY131" fmla="*/ 1388269 h 1890712"/>
              <a:gd name="connsiteX132" fmla="*/ 1893094 w 2543175"/>
              <a:gd name="connsiteY132" fmla="*/ 1395412 h 1890712"/>
              <a:gd name="connsiteX133" fmla="*/ 1902619 w 2543175"/>
              <a:gd name="connsiteY133" fmla="*/ 1404937 h 1890712"/>
              <a:gd name="connsiteX134" fmla="*/ 1912144 w 2543175"/>
              <a:gd name="connsiteY134" fmla="*/ 1409700 h 1890712"/>
              <a:gd name="connsiteX135" fmla="*/ 1931194 w 2543175"/>
              <a:gd name="connsiteY135" fmla="*/ 1421606 h 1890712"/>
              <a:gd name="connsiteX136" fmla="*/ 1935957 w 2543175"/>
              <a:gd name="connsiteY136" fmla="*/ 1428750 h 1890712"/>
              <a:gd name="connsiteX137" fmla="*/ 1952625 w 2543175"/>
              <a:gd name="connsiteY137" fmla="*/ 1438275 h 1890712"/>
              <a:gd name="connsiteX138" fmla="*/ 1971675 w 2543175"/>
              <a:gd name="connsiteY138" fmla="*/ 1450181 h 1890712"/>
              <a:gd name="connsiteX139" fmla="*/ 1981200 w 2543175"/>
              <a:gd name="connsiteY139" fmla="*/ 1454944 h 1890712"/>
              <a:gd name="connsiteX140" fmla="*/ 1997869 w 2543175"/>
              <a:gd name="connsiteY140" fmla="*/ 1471612 h 1890712"/>
              <a:gd name="connsiteX141" fmla="*/ 2007394 w 2543175"/>
              <a:gd name="connsiteY141" fmla="*/ 1478756 h 1890712"/>
              <a:gd name="connsiteX142" fmla="*/ 2016919 w 2543175"/>
              <a:gd name="connsiteY142" fmla="*/ 1483519 h 1890712"/>
              <a:gd name="connsiteX143" fmla="*/ 2024063 w 2543175"/>
              <a:gd name="connsiteY143" fmla="*/ 1490662 h 1890712"/>
              <a:gd name="connsiteX144" fmla="*/ 2033588 w 2543175"/>
              <a:gd name="connsiteY144" fmla="*/ 1495425 h 1890712"/>
              <a:gd name="connsiteX145" fmla="*/ 2040732 w 2543175"/>
              <a:gd name="connsiteY145" fmla="*/ 1502569 h 1890712"/>
              <a:gd name="connsiteX146" fmla="*/ 2047875 w 2543175"/>
              <a:gd name="connsiteY146" fmla="*/ 1507331 h 1890712"/>
              <a:gd name="connsiteX147" fmla="*/ 2057400 w 2543175"/>
              <a:gd name="connsiteY147" fmla="*/ 1514475 h 1890712"/>
              <a:gd name="connsiteX148" fmla="*/ 2064544 w 2543175"/>
              <a:gd name="connsiteY148" fmla="*/ 1519237 h 1890712"/>
              <a:gd name="connsiteX149" fmla="*/ 2071688 w 2543175"/>
              <a:gd name="connsiteY149" fmla="*/ 1526381 h 1890712"/>
              <a:gd name="connsiteX150" fmla="*/ 2081213 w 2543175"/>
              <a:gd name="connsiteY150" fmla="*/ 1531144 h 1890712"/>
              <a:gd name="connsiteX151" fmla="*/ 2090738 w 2543175"/>
              <a:gd name="connsiteY151" fmla="*/ 1538287 h 1890712"/>
              <a:gd name="connsiteX152" fmla="*/ 2109788 w 2543175"/>
              <a:gd name="connsiteY152" fmla="*/ 1547812 h 1890712"/>
              <a:gd name="connsiteX153" fmla="*/ 2131219 w 2543175"/>
              <a:gd name="connsiteY153" fmla="*/ 1562100 h 1890712"/>
              <a:gd name="connsiteX154" fmla="*/ 2140744 w 2543175"/>
              <a:gd name="connsiteY154" fmla="*/ 1566862 h 1890712"/>
              <a:gd name="connsiteX155" fmla="*/ 2152650 w 2543175"/>
              <a:gd name="connsiteY155" fmla="*/ 1576387 h 1890712"/>
              <a:gd name="connsiteX156" fmla="*/ 2181225 w 2543175"/>
              <a:gd name="connsiteY156" fmla="*/ 1590675 h 1890712"/>
              <a:gd name="connsiteX157" fmla="*/ 2200275 w 2543175"/>
              <a:gd name="connsiteY157" fmla="*/ 1607344 h 1890712"/>
              <a:gd name="connsiteX158" fmla="*/ 2207419 w 2543175"/>
              <a:gd name="connsiteY158" fmla="*/ 1612106 h 1890712"/>
              <a:gd name="connsiteX159" fmla="*/ 2216944 w 2543175"/>
              <a:gd name="connsiteY159" fmla="*/ 1619250 h 1890712"/>
              <a:gd name="connsiteX160" fmla="*/ 2224088 w 2543175"/>
              <a:gd name="connsiteY160" fmla="*/ 1624012 h 1890712"/>
              <a:gd name="connsiteX161" fmla="*/ 2247900 w 2543175"/>
              <a:gd name="connsiteY161" fmla="*/ 1643062 h 1890712"/>
              <a:gd name="connsiteX162" fmla="*/ 2255044 w 2543175"/>
              <a:gd name="connsiteY162" fmla="*/ 1650206 h 1890712"/>
              <a:gd name="connsiteX163" fmla="*/ 2281238 w 2543175"/>
              <a:gd name="connsiteY163" fmla="*/ 1664494 h 1890712"/>
              <a:gd name="connsiteX164" fmla="*/ 2297907 w 2543175"/>
              <a:gd name="connsiteY164" fmla="*/ 1674019 h 1890712"/>
              <a:gd name="connsiteX165" fmla="*/ 2312194 w 2543175"/>
              <a:gd name="connsiteY165" fmla="*/ 1685925 h 1890712"/>
              <a:gd name="connsiteX166" fmla="*/ 2328863 w 2543175"/>
              <a:gd name="connsiteY166" fmla="*/ 1697831 h 1890712"/>
              <a:gd name="connsiteX167" fmla="*/ 2350294 w 2543175"/>
              <a:gd name="connsiteY167" fmla="*/ 1712119 h 1890712"/>
              <a:gd name="connsiteX168" fmla="*/ 2369344 w 2543175"/>
              <a:gd name="connsiteY168" fmla="*/ 1724025 h 1890712"/>
              <a:gd name="connsiteX169" fmla="*/ 2428876 w 2543175"/>
              <a:gd name="connsiteY169" fmla="*/ 1785938 h 1890712"/>
              <a:gd name="connsiteX170" fmla="*/ 2466975 w 2543175"/>
              <a:gd name="connsiteY170" fmla="*/ 1783556 h 1890712"/>
              <a:gd name="connsiteX171" fmla="*/ 2481263 w 2543175"/>
              <a:gd name="connsiteY171" fmla="*/ 1795462 h 1890712"/>
              <a:gd name="connsiteX172" fmla="*/ 2486025 w 2543175"/>
              <a:gd name="connsiteY172" fmla="*/ 1802606 h 1890712"/>
              <a:gd name="connsiteX173" fmla="*/ 2514600 w 2543175"/>
              <a:gd name="connsiteY173" fmla="*/ 1850231 h 1890712"/>
              <a:gd name="connsiteX174" fmla="*/ 2519363 w 2543175"/>
              <a:gd name="connsiteY174" fmla="*/ 1857375 h 1890712"/>
              <a:gd name="connsiteX175" fmla="*/ 2540794 w 2543175"/>
              <a:gd name="connsiteY175" fmla="*/ 1883569 h 1890712"/>
              <a:gd name="connsiteX176" fmla="*/ 2543175 w 2543175"/>
              <a:gd name="connsiteY17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78619 w 2543175"/>
              <a:gd name="connsiteY30" fmla="*/ 276225 h 1890712"/>
              <a:gd name="connsiteX31" fmla="*/ 385763 w 2543175"/>
              <a:gd name="connsiteY31" fmla="*/ 283369 h 1890712"/>
              <a:gd name="connsiteX32" fmla="*/ 395288 w 2543175"/>
              <a:gd name="connsiteY32" fmla="*/ 288131 h 1890712"/>
              <a:gd name="connsiteX33" fmla="*/ 404813 w 2543175"/>
              <a:gd name="connsiteY33" fmla="*/ 295275 h 1890712"/>
              <a:gd name="connsiteX34" fmla="*/ 411957 w 2543175"/>
              <a:gd name="connsiteY34" fmla="*/ 297656 h 1890712"/>
              <a:gd name="connsiteX35" fmla="*/ 421482 w 2543175"/>
              <a:gd name="connsiteY35" fmla="*/ 302419 h 1890712"/>
              <a:gd name="connsiteX36" fmla="*/ 447675 w 2543175"/>
              <a:gd name="connsiteY36" fmla="*/ 307181 h 1890712"/>
              <a:gd name="connsiteX37" fmla="*/ 466725 w 2543175"/>
              <a:gd name="connsiteY37" fmla="*/ 328612 h 1890712"/>
              <a:gd name="connsiteX38" fmla="*/ 476250 w 2543175"/>
              <a:gd name="connsiteY38" fmla="*/ 335756 h 1890712"/>
              <a:gd name="connsiteX39" fmla="*/ 481013 w 2543175"/>
              <a:gd name="connsiteY39" fmla="*/ 342900 h 1890712"/>
              <a:gd name="connsiteX40" fmla="*/ 490538 w 2543175"/>
              <a:gd name="connsiteY40" fmla="*/ 352425 h 1890712"/>
              <a:gd name="connsiteX41" fmla="*/ 495300 w 2543175"/>
              <a:gd name="connsiteY41" fmla="*/ 359569 h 1890712"/>
              <a:gd name="connsiteX42" fmla="*/ 509588 w 2543175"/>
              <a:gd name="connsiteY42" fmla="*/ 376237 h 1890712"/>
              <a:gd name="connsiteX43" fmla="*/ 514350 w 2543175"/>
              <a:gd name="connsiteY43" fmla="*/ 383381 h 1890712"/>
              <a:gd name="connsiteX44" fmla="*/ 531019 w 2543175"/>
              <a:gd name="connsiteY44" fmla="*/ 397669 h 1890712"/>
              <a:gd name="connsiteX45" fmla="*/ 538163 w 2543175"/>
              <a:gd name="connsiteY45" fmla="*/ 407194 h 1890712"/>
              <a:gd name="connsiteX46" fmla="*/ 554832 w 2543175"/>
              <a:gd name="connsiteY46" fmla="*/ 421481 h 1890712"/>
              <a:gd name="connsiteX47" fmla="*/ 564357 w 2543175"/>
              <a:gd name="connsiteY47" fmla="*/ 431006 h 1890712"/>
              <a:gd name="connsiteX48" fmla="*/ 573882 w 2543175"/>
              <a:gd name="connsiteY48" fmla="*/ 438150 h 1890712"/>
              <a:gd name="connsiteX49" fmla="*/ 595313 w 2543175"/>
              <a:gd name="connsiteY49" fmla="*/ 454819 h 1890712"/>
              <a:gd name="connsiteX50" fmla="*/ 602457 w 2543175"/>
              <a:gd name="connsiteY50" fmla="*/ 457200 h 1890712"/>
              <a:gd name="connsiteX51" fmla="*/ 628650 w 2543175"/>
              <a:gd name="connsiteY51" fmla="*/ 469106 h 1890712"/>
              <a:gd name="connsiteX52" fmla="*/ 645319 w 2543175"/>
              <a:gd name="connsiteY52" fmla="*/ 483394 h 1890712"/>
              <a:gd name="connsiteX53" fmla="*/ 654844 w 2543175"/>
              <a:gd name="connsiteY53" fmla="*/ 488156 h 1890712"/>
              <a:gd name="connsiteX54" fmla="*/ 661988 w 2543175"/>
              <a:gd name="connsiteY54" fmla="*/ 497681 h 1890712"/>
              <a:gd name="connsiteX55" fmla="*/ 683419 w 2543175"/>
              <a:gd name="connsiteY55" fmla="*/ 514350 h 1890712"/>
              <a:gd name="connsiteX56" fmla="*/ 700088 w 2543175"/>
              <a:gd name="connsiteY56" fmla="*/ 526256 h 1890712"/>
              <a:gd name="connsiteX57" fmla="*/ 709613 w 2543175"/>
              <a:gd name="connsiteY57" fmla="*/ 535781 h 1890712"/>
              <a:gd name="connsiteX58" fmla="*/ 719138 w 2543175"/>
              <a:gd name="connsiteY58" fmla="*/ 542925 h 1890712"/>
              <a:gd name="connsiteX59" fmla="*/ 733425 w 2543175"/>
              <a:gd name="connsiteY59" fmla="*/ 557212 h 1890712"/>
              <a:gd name="connsiteX60" fmla="*/ 750094 w 2543175"/>
              <a:gd name="connsiteY60" fmla="*/ 569119 h 1890712"/>
              <a:gd name="connsiteX61" fmla="*/ 769144 w 2543175"/>
              <a:gd name="connsiteY61" fmla="*/ 581025 h 1890712"/>
              <a:gd name="connsiteX62" fmla="*/ 785813 w 2543175"/>
              <a:gd name="connsiteY62" fmla="*/ 590550 h 1890712"/>
              <a:gd name="connsiteX63" fmla="*/ 792957 w 2543175"/>
              <a:gd name="connsiteY63" fmla="*/ 600075 h 1890712"/>
              <a:gd name="connsiteX64" fmla="*/ 809625 w 2543175"/>
              <a:gd name="connsiteY64" fmla="*/ 611981 h 1890712"/>
              <a:gd name="connsiteX65" fmla="*/ 816769 w 2543175"/>
              <a:gd name="connsiteY65" fmla="*/ 619125 h 1890712"/>
              <a:gd name="connsiteX66" fmla="*/ 826294 w 2543175"/>
              <a:gd name="connsiteY66" fmla="*/ 626269 h 1890712"/>
              <a:gd name="connsiteX67" fmla="*/ 840582 w 2543175"/>
              <a:gd name="connsiteY67" fmla="*/ 638175 h 1890712"/>
              <a:gd name="connsiteX68" fmla="*/ 847725 w 2543175"/>
              <a:gd name="connsiteY68" fmla="*/ 645319 h 1890712"/>
              <a:gd name="connsiteX69" fmla="*/ 857250 w 2543175"/>
              <a:gd name="connsiteY69" fmla="*/ 652462 h 1890712"/>
              <a:gd name="connsiteX70" fmla="*/ 864394 w 2543175"/>
              <a:gd name="connsiteY70" fmla="*/ 657225 h 1890712"/>
              <a:gd name="connsiteX71" fmla="*/ 888207 w 2543175"/>
              <a:gd name="connsiteY71" fmla="*/ 676275 h 1890712"/>
              <a:gd name="connsiteX72" fmla="*/ 895350 w 2543175"/>
              <a:gd name="connsiteY72" fmla="*/ 681037 h 1890712"/>
              <a:gd name="connsiteX73" fmla="*/ 907257 w 2543175"/>
              <a:gd name="connsiteY73" fmla="*/ 683419 h 1890712"/>
              <a:gd name="connsiteX74" fmla="*/ 928688 w 2543175"/>
              <a:gd name="connsiteY74" fmla="*/ 695325 h 1890712"/>
              <a:gd name="connsiteX75" fmla="*/ 942975 w 2543175"/>
              <a:gd name="connsiteY75" fmla="*/ 700087 h 1890712"/>
              <a:gd name="connsiteX76" fmla="*/ 964407 w 2543175"/>
              <a:gd name="connsiteY76" fmla="*/ 716756 h 1890712"/>
              <a:gd name="connsiteX77" fmla="*/ 971550 w 2543175"/>
              <a:gd name="connsiteY77" fmla="*/ 723900 h 1890712"/>
              <a:gd name="connsiteX78" fmla="*/ 983457 w 2543175"/>
              <a:gd name="connsiteY78" fmla="*/ 733425 h 1890712"/>
              <a:gd name="connsiteX79" fmla="*/ 990600 w 2543175"/>
              <a:gd name="connsiteY79" fmla="*/ 738187 h 1890712"/>
              <a:gd name="connsiteX80" fmla="*/ 1007269 w 2543175"/>
              <a:gd name="connsiteY80" fmla="*/ 752475 h 1890712"/>
              <a:gd name="connsiteX81" fmla="*/ 1031082 w 2543175"/>
              <a:gd name="connsiteY81" fmla="*/ 766762 h 1890712"/>
              <a:gd name="connsiteX82" fmla="*/ 1042988 w 2543175"/>
              <a:gd name="connsiteY82" fmla="*/ 773906 h 1890712"/>
              <a:gd name="connsiteX83" fmla="*/ 1071563 w 2543175"/>
              <a:gd name="connsiteY83" fmla="*/ 785812 h 1890712"/>
              <a:gd name="connsiteX84" fmla="*/ 1097757 w 2543175"/>
              <a:gd name="connsiteY84" fmla="*/ 807244 h 1890712"/>
              <a:gd name="connsiteX85" fmla="*/ 1104900 w 2543175"/>
              <a:gd name="connsiteY85" fmla="*/ 814387 h 1890712"/>
              <a:gd name="connsiteX86" fmla="*/ 1121569 w 2543175"/>
              <a:gd name="connsiteY86" fmla="*/ 823912 h 1890712"/>
              <a:gd name="connsiteX87" fmla="*/ 1138238 w 2543175"/>
              <a:gd name="connsiteY87" fmla="*/ 835819 h 1890712"/>
              <a:gd name="connsiteX88" fmla="*/ 1147763 w 2543175"/>
              <a:gd name="connsiteY88" fmla="*/ 842962 h 1890712"/>
              <a:gd name="connsiteX89" fmla="*/ 1157288 w 2543175"/>
              <a:gd name="connsiteY89" fmla="*/ 847725 h 1890712"/>
              <a:gd name="connsiteX90" fmla="*/ 1178719 w 2543175"/>
              <a:gd name="connsiteY90" fmla="*/ 859631 h 1890712"/>
              <a:gd name="connsiteX91" fmla="*/ 1188244 w 2543175"/>
              <a:gd name="connsiteY91" fmla="*/ 866775 h 1890712"/>
              <a:gd name="connsiteX92" fmla="*/ 1195388 w 2543175"/>
              <a:gd name="connsiteY92" fmla="*/ 871537 h 1890712"/>
              <a:gd name="connsiteX93" fmla="*/ 1212057 w 2543175"/>
              <a:gd name="connsiteY93" fmla="*/ 883444 h 1890712"/>
              <a:gd name="connsiteX94" fmla="*/ 1226344 w 2543175"/>
              <a:gd name="connsiteY94" fmla="*/ 895350 h 1890712"/>
              <a:gd name="connsiteX95" fmla="*/ 1245394 w 2543175"/>
              <a:gd name="connsiteY95" fmla="*/ 907256 h 1890712"/>
              <a:gd name="connsiteX96" fmla="*/ 1254919 w 2543175"/>
              <a:gd name="connsiteY96" fmla="*/ 914400 h 1890712"/>
              <a:gd name="connsiteX97" fmla="*/ 1269207 w 2543175"/>
              <a:gd name="connsiteY97" fmla="*/ 921544 h 1890712"/>
              <a:gd name="connsiteX98" fmla="*/ 1290638 w 2543175"/>
              <a:gd name="connsiteY98" fmla="*/ 935831 h 1890712"/>
              <a:gd name="connsiteX99" fmla="*/ 1307307 w 2543175"/>
              <a:gd name="connsiteY99" fmla="*/ 952500 h 1890712"/>
              <a:gd name="connsiteX100" fmla="*/ 1333500 w 2543175"/>
              <a:gd name="connsiteY100" fmla="*/ 971550 h 1890712"/>
              <a:gd name="connsiteX101" fmla="*/ 1359694 w 2543175"/>
              <a:gd name="connsiteY101" fmla="*/ 990600 h 1890712"/>
              <a:gd name="connsiteX102" fmla="*/ 1373982 w 2543175"/>
              <a:gd name="connsiteY102" fmla="*/ 997744 h 1890712"/>
              <a:gd name="connsiteX103" fmla="*/ 1388269 w 2543175"/>
              <a:gd name="connsiteY103" fmla="*/ 1007269 h 1890712"/>
              <a:gd name="connsiteX104" fmla="*/ 1414463 w 2543175"/>
              <a:gd name="connsiteY104" fmla="*/ 1019175 h 1890712"/>
              <a:gd name="connsiteX105" fmla="*/ 1428750 w 2543175"/>
              <a:gd name="connsiteY105" fmla="*/ 1026319 h 1890712"/>
              <a:gd name="connsiteX106" fmla="*/ 1471613 w 2543175"/>
              <a:gd name="connsiteY106" fmla="*/ 1059656 h 1890712"/>
              <a:gd name="connsiteX107" fmla="*/ 1495425 w 2543175"/>
              <a:gd name="connsiteY107" fmla="*/ 1088231 h 1890712"/>
              <a:gd name="connsiteX108" fmla="*/ 1547812 w 2543175"/>
              <a:gd name="connsiteY108" fmla="*/ 1133475 h 1890712"/>
              <a:gd name="connsiteX109" fmla="*/ 1597819 w 2543175"/>
              <a:gd name="connsiteY109" fmla="*/ 1154906 h 1890712"/>
              <a:gd name="connsiteX110" fmla="*/ 1604963 w 2543175"/>
              <a:gd name="connsiteY110" fmla="*/ 1162050 h 1890712"/>
              <a:gd name="connsiteX111" fmla="*/ 1612107 w 2543175"/>
              <a:gd name="connsiteY111" fmla="*/ 1166812 h 1890712"/>
              <a:gd name="connsiteX112" fmla="*/ 1628775 w 2543175"/>
              <a:gd name="connsiteY112" fmla="*/ 1183481 h 1890712"/>
              <a:gd name="connsiteX113" fmla="*/ 1662113 w 2543175"/>
              <a:gd name="connsiteY113" fmla="*/ 1209675 h 1890712"/>
              <a:gd name="connsiteX114" fmla="*/ 1678782 w 2543175"/>
              <a:gd name="connsiteY114" fmla="*/ 1226344 h 1890712"/>
              <a:gd name="connsiteX115" fmla="*/ 1700213 w 2543175"/>
              <a:gd name="connsiteY115" fmla="*/ 1247775 h 1890712"/>
              <a:gd name="connsiteX116" fmla="*/ 1712119 w 2543175"/>
              <a:gd name="connsiteY116" fmla="*/ 1259681 h 1890712"/>
              <a:gd name="connsiteX117" fmla="*/ 1733550 w 2543175"/>
              <a:gd name="connsiteY117" fmla="*/ 1273969 h 1890712"/>
              <a:gd name="connsiteX118" fmla="*/ 1743075 w 2543175"/>
              <a:gd name="connsiteY118" fmla="*/ 1283494 h 1890712"/>
              <a:gd name="connsiteX119" fmla="*/ 1754982 w 2543175"/>
              <a:gd name="connsiteY119" fmla="*/ 1290637 h 1890712"/>
              <a:gd name="connsiteX120" fmla="*/ 1766888 w 2543175"/>
              <a:gd name="connsiteY120" fmla="*/ 1300162 h 1890712"/>
              <a:gd name="connsiteX121" fmla="*/ 1783557 w 2543175"/>
              <a:gd name="connsiteY121" fmla="*/ 1307306 h 1890712"/>
              <a:gd name="connsiteX122" fmla="*/ 1790700 w 2543175"/>
              <a:gd name="connsiteY122" fmla="*/ 1312069 h 1890712"/>
              <a:gd name="connsiteX123" fmla="*/ 1800225 w 2543175"/>
              <a:gd name="connsiteY123" fmla="*/ 1319212 h 1890712"/>
              <a:gd name="connsiteX124" fmla="*/ 1807369 w 2543175"/>
              <a:gd name="connsiteY124" fmla="*/ 1321594 h 1890712"/>
              <a:gd name="connsiteX125" fmla="*/ 1824038 w 2543175"/>
              <a:gd name="connsiteY125" fmla="*/ 1333500 h 1890712"/>
              <a:gd name="connsiteX126" fmla="*/ 1843088 w 2543175"/>
              <a:gd name="connsiteY126" fmla="*/ 1352550 h 1890712"/>
              <a:gd name="connsiteX127" fmla="*/ 1852613 w 2543175"/>
              <a:gd name="connsiteY127" fmla="*/ 1359694 h 1890712"/>
              <a:gd name="connsiteX128" fmla="*/ 1859757 w 2543175"/>
              <a:gd name="connsiteY128" fmla="*/ 1366837 h 1890712"/>
              <a:gd name="connsiteX129" fmla="*/ 1869282 w 2543175"/>
              <a:gd name="connsiteY129" fmla="*/ 1371600 h 1890712"/>
              <a:gd name="connsiteX130" fmla="*/ 1883569 w 2543175"/>
              <a:gd name="connsiteY130" fmla="*/ 1388269 h 1890712"/>
              <a:gd name="connsiteX131" fmla="*/ 1893094 w 2543175"/>
              <a:gd name="connsiteY131" fmla="*/ 1395412 h 1890712"/>
              <a:gd name="connsiteX132" fmla="*/ 1902619 w 2543175"/>
              <a:gd name="connsiteY132" fmla="*/ 1404937 h 1890712"/>
              <a:gd name="connsiteX133" fmla="*/ 1912144 w 2543175"/>
              <a:gd name="connsiteY133" fmla="*/ 1409700 h 1890712"/>
              <a:gd name="connsiteX134" fmla="*/ 1931194 w 2543175"/>
              <a:gd name="connsiteY134" fmla="*/ 1421606 h 1890712"/>
              <a:gd name="connsiteX135" fmla="*/ 1935957 w 2543175"/>
              <a:gd name="connsiteY135" fmla="*/ 1428750 h 1890712"/>
              <a:gd name="connsiteX136" fmla="*/ 1952625 w 2543175"/>
              <a:gd name="connsiteY136" fmla="*/ 1438275 h 1890712"/>
              <a:gd name="connsiteX137" fmla="*/ 1971675 w 2543175"/>
              <a:gd name="connsiteY137" fmla="*/ 1450181 h 1890712"/>
              <a:gd name="connsiteX138" fmla="*/ 1981200 w 2543175"/>
              <a:gd name="connsiteY138" fmla="*/ 1454944 h 1890712"/>
              <a:gd name="connsiteX139" fmla="*/ 1997869 w 2543175"/>
              <a:gd name="connsiteY139" fmla="*/ 1471612 h 1890712"/>
              <a:gd name="connsiteX140" fmla="*/ 2007394 w 2543175"/>
              <a:gd name="connsiteY140" fmla="*/ 1478756 h 1890712"/>
              <a:gd name="connsiteX141" fmla="*/ 2016919 w 2543175"/>
              <a:gd name="connsiteY141" fmla="*/ 1483519 h 1890712"/>
              <a:gd name="connsiteX142" fmla="*/ 2024063 w 2543175"/>
              <a:gd name="connsiteY142" fmla="*/ 1490662 h 1890712"/>
              <a:gd name="connsiteX143" fmla="*/ 2033588 w 2543175"/>
              <a:gd name="connsiteY143" fmla="*/ 1495425 h 1890712"/>
              <a:gd name="connsiteX144" fmla="*/ 2040732 w 2543175"/>
              <a:gd name="connsiteY144" fmla="*/ 1502569 h 1890712"/>
              <a:gd name="connsiteX145" fmla="*/ 2047875 w 2543175"/>
              <a:gd name="connsiteY145" fmla="*/ 1507331 h 1890712"/>
              <a:gd name="connsiteX146" fmla="*/ 2057400 w 2543175"/>
              <a:gd name="connsiteY146" fmla="*/ 1514475 h 1890712"/>
              <a:gd name="connsiteX147" fmla="*/ 2064544 w 2543175"/>
              <a:gd name="connsiteY147" fmla="*/ 1519237 h 1890712"/>
              <a:gd name="connsiteX148" fmla="*/ 2071688 w 2543175"/>
              <a:gd name="connsiteY148" fmla="*/ 1526381 h 1890712"/>
              <a:gd name="connsiteX149" fmla="*/ 2081213 w 2543175"/>
              <a:gd name="connsiteY149" fmla="*/ 1531144 h 1890712"/>
              <a:gd name="connsiteX150" fmla="*/ 2090738 w 2543175"/>
              <a:gd name="connsiteY150" fmla="*/ 1538287 h 1890712"/>
              <a:gd name="connsiteX151" fmla="*/ 2109788 w 2543175"/>
              <a:gd name="connsiteY151" fmla="*/ 1547812 h 1890712"/>
              <a:gd name="connsiteX152" fmla="*/ 2131219 w 2543175"/>
              <a:gd name="connsiteY152" fmla="*/ 1562100 h 1890712"/>
              <a:gd name="connsiteX153" fmla="*/ 2140744 w 2543175"/>
              <a:gd name="connsiteY153" fmla="*/ 1566862 h 1890712"/>
              <a:gd name="connsiteX154" fmla="*/ 2152650 w 2543175"/>
              <a:gd name="connsiteY154" fmla="*/ 1576387 h 1890712"/>
              <a:gd name="connsiteX155" fmla="*/ 2181225 w 2543175"/>
              <a:gd name="connsiteY155" fmla="*/ 1590675 h 1890712"/>
              <a:gd name="connsiteX156" fmla="*/ 2200275 w 2543175"/>
              <a:gd name="connsiteY156" fmla="*/ 1607344 h 1890712"/>
              <a:gd name="connsiteX157" fmla="*/ 2207419 w 2543175"/>
              <a:gd name="connsiteY157" fmla="*/ 1612106 h 1890712"/>
              <a:gd name="connsiteX158" fmla="*/ 2216944 w 2543175"/>
              <a:gd name="connsiteY158" fmla="*/ 1619250 h 1890712"/>
              <a:gd name="connsiteX159" fmla="*/ 2224088 w 2543175"/>
              <a:gd name="connsiteY159" fmla="*/ 1624012 h 1890712"/>
              <a:gd name="connsiteX160" fmla="*/ 2247900 w 2543175"/>
              <a:gd name="connsiteY160" fmla="*/ 1643062 h 1890712"/>
              <a:gd name="connsiteX161" fmla="*/ 2255044 w 2543175"/>
              <a:gd name="connsiteY161" fmla="*/ 1650206 h 1890712"/>
              <a:gd name="connsiteX162" fmla="*/ 2281238 w 2543175"/>
              <a:gd name="connsiteY162" fmla="*/ 1664494 h 1890712"/>
              <a:gd name="connsiteX163" fmla="*/ 2297907 w 2543175"/>
              <a:gd name="connsiteY163" fmla="*/ 1674019 h 1890712"/>
              <a:gd name="connsiteX164" fmla="*/ 2312194 w 2543175"/>
              <a:gd name="connsiteY164" fmla="*/ 1685925 h 1890712"/>
              <a:gd name="connsiteX165" fmla="*/ 2328863 w 2543175"/>
              <a:gd name="connsiteY165" fmla="*/ 1697831 h 1890712"/>
              <a:gd name="connsiteX166" fmla="*/ 2350294 w 2543175"/>
              <a:gd name="connsiteY166" fmla="*/ 1712119 h 1890712"/>
              <a:gd name="connsiteX167" fmla="*/ 2369344 w 2543175"/>
              <a:gd name="connsiteY167" fmla="*/ 1724025 h 1890712"/>
              <a:gd name="connsiteX168" fmla="*/ 2428876 w 2543175"/>
              <a:gd name="connsiteY168" fmla="*/ 1785938 h 1890712"/>
              <a:gd name="connsiteX169" fmla="*/ 2466975 w 2543175"/>
              <a:gd name="connsiteY169" fmla="*/ 1783556 h 1890712"/>
              <a:gd name="connsiteX170" fmla="*/ 2481263 w 2543175"/>
              <a:gd name="connsiteY170" fmla="*/ 1795462 h 1890712"/>
              <a:gd name="connsiteX171" fmla="*/ 2486025 w 2543175"/>
              <a:gd name="connsiteY171" fmla="*/ 1802606 h 1890712"/>
              <a:gd name="connsiteX172" fmla="*/ 2514600 w 2543175"/>
              <a:gd name="connsiteY172" fmla="*/ 1850231 h 1890712"/>
              <a:gd name="connsiteX173" fmla="*/ 2519363 w 2543175"/>
              <a:gd name="connsiteY173" fmla="*/ 1857375 h 1890712"/>
              <a:gd name="connsiteX174" fmla="*/ 2540794 w 2543175"/>
              <a:gd name="connsiteY174" fmla="*/ 1883569 h 1890712"/>
              <a:gd name="connsiteX175" fmla="*/ 2543175 w 2543175"/>
              <a:gd name="connsiteY175"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78619 w 2543175"/>
              <a:gd name="connsiteY30" fmla="*/ 276225 h 1890712"/>
              <a:gd name="connsiteX31" fmla="*/ 385763 w 2543175"/>
              <a:gd name="connsiteY31" fmla="*/ 283369 h 1890712"/>
              <a:gd name="connsiteX32" fmla="*/ 395288 w 2543175"/>
              <a:gd name="connsiteY32" fmla="*/ 288131 h 1890712"/>
              <a:gd name="connsiteX33" fmla="*/ 404813 w 2543175"/>
              <a:gd name="connsiteY33" fmla="*/ 295275 h 1890712"/>
              <a:gd name="connsiteX34" fmla="*/ 411957 w 2543175"/>
              <a:gd name="connsiteY34" fmla="*/ 297656 h 1890712"/>
              <a:gd name="connsiteX35" fmla="*/ 421482 w 2543175"/>
              <a:gd name="connsiteY35" fmla="*/ 302419 h 1890712"/>
              <a:gd name="connsiteX36" fmla="*/ 466725 w 2543175"/>
              <a:gd name="connsiteY36" fmla="*/ 328612 h 1890712"/>
              <a:gd name="connsiteX37" fmla="*/ 476250 w 2543175"/>
              <a:gd name="connsiteY37" fmla="*/ 335756 h 1890712"/>
              <a:gd name="connsiteX38" fmla="*/ 481013 w 2543175"/>
              <a:gd name="connsiteY38" fmla="*/ 342900 h 1890712"/>
              <a:gd name="connsiteX39" fmla="*/ 490538 w 2543175"/>
              <a:gd name="connsiteY39" fmla="*/ 352425 h 1890712"/>
              <a:gd name="connsiteX40" fmla="*/ 495300 w 2543175"/>
              <a:gd name="connsiteY40" fmla="*/ 359569 h 1890712"/>
              <a:gd name="connsiteX41" fmla="*/ 509588 w 2543175"/>
              <a:gd name="connsiteY41" fmla="*/ 376237 h 1890712"/>
              <a:gd name="connsiteX42" fmla="*/ 514350 w 2543175"/>
              <a:gd name="connsiteY42" fmla="*/ 383381 h 1890712"/>
              <a:gd name="connsiteX43" fmla="*/ 531019 w 2543175"/>
              <a:gd name="connsiteY43" fmla="*/ 397669 h 1890712"/>
              <a:gd name="connsiteX44" fmla="*/ 538163 w 2543175"/>
              <a:gd name="connsiteY44" fmla="*/ 407194 h 1890712"/>
              <a:gd name="connsiteX45" fmla="*/ 554832 w 2543175"/>
              <a:gd name="connsiteY45" fmla="*/ 421481 h 1890712"/>
              <a:gd name="connsiteX46" fmla="*/ 564357 w 2543175"/>
              <a:gd name="connsiteY46" fmla="*/ 431006 h 1890712"/>
              <a:gd name="connsiteX47" fmla="*/ 573882 w 2543175"/>
              <a:gd name="connsiteY47" fmla="*/ 438150 h 1890712"/>
              <a:gd name="connsiteX48" fmla="*/ 595313 w 2543175"/>
              <a:gd name="connsiteY48" fmla="*/ 454819 h 1890712"/>
              <a:gd name="connsiteX49" fmla="*/ 602457 w 2543175"/>
              <a:gd name="connsiteY49" fmla="*/ 457200 h 1890712"/>
              <a:gd name="connsiteX50" fmla="*/ 628650 w 2543175"/>
              <a:gd name="connsiteY50" fmla="*/ 469106 h 1890712"/>
              <a:gd name="connsiteX51" fmla="*/ 645319 w 2543175"/>
              <a:gd name="connsiteY51" fmla="*/ 483394 h 1890712"/>
              <a:gd name="connsiteX52" fmla="*/ 654844 w 2543175"/>
              <a:gd name="connsiteY52" fmla="*/ 488156 h 1890712"/>
              <a:gd name="connsiteX53" fmla="*/ 661988 w 2543175"/>
              <a:gd name="connsiteY53" fmla="*/ 497681 h 1890712"/>
              <a:gd name="connsiteX54" fmla="*/ 683419 w 2543175"/>
              <a:gd name="connsiteY54" fmla="*/ 514350 h 1890712"/>
              <a:gd name="connsiteX55" fmla="*/ 700088 w 2543175"/>
              <a:gd name="connsiteY55" fmla="*/ 526256 h 1890712"/>
              <a:gd name="connsiteX56" fmla="*/ 709613 w 2543175"/>
              <a:gd name="connsiteY56" fmla="*/ 535781 h 1890712"/>
              <a:gd name="connsiteX57" fmla="*/ 719138 w 2543175"/>
              <a:gd name="connsiteY57" fmla="*/ 542925 h 1890712"/>
              <a:gd name="connsiteX58" fmla="*/ 733425 w 2543175"/>
              <a:gd name="connsiteY58" fmla="*/ 557212 h 1890712"/>
              <a:gd name="connsiteX59" fmla="*/ 750094 w 2543175"/>
              <a:gd name="connsiteY59" fmla="*/ 569119 h 1890712"/>
              <a:gd name="connsiteX60" fmla="*/ 769144 w 2543175"/>
              <a:gd name="connsiteY60" fmla="*/ 581025 h 1890712"/>
              <a:gd name="connsiteX61" fmla="*/ 785813 w 2543175"/>
              <a:gd name="connsiteY61" fmla="*/ 590550 h 1890712"/>
              <a:gd name="connsiteX62" fmla="*/ 792957 w 2543175"/>
              <a:gd name="connsiteY62" fmla="*/ 600075 h 1890712"/>
              <a:gd name="connsiteX63" fmla="*/ 809625 w 2543175"/>
              <a:gd name="connsiteY63" fmla="*/ 611981 h 1890712"/>
              <a:gd name="connsiteX64" fmla="*/ 816769 w 2543175"/>
              <a:gd name="connsiteY64" fmla="*/ 619125 h 1890712"/>
              <a:gd name="connsiteX65" fmla="*/ 826294 w 2543175"/>
              <a:gd name="connsiteY65" fmla="*/ 626269 h 1890712"/>
              <a:gd name="connsiteX66" fmla="*/ 840582 w 2543175"/>
              <a:gd name="connsiteY66" fmla="*/ 638175 h 1890712"/>
              <a:gd name="connsiteX67" fmla="*/ 847725 w 2543175"/>
              <a:gd name="connsiteY67" fmla="*/ 645319 h 1890712"/>
              <a:gd name="connsiteX68" fmla="*/ 857250 w 2543175"/>
              <a:gd name="connsiteY68" fmla="*/ 652462 h 1890712"/>
              <a:gd name="connsiteX69" fmla="*/ 864394 w 2543175"/>
              <a:gd name="connsiteY69" fmla="*/ 657225 h 1890712"/>
              <a:gd name="connsiteX70" fmla="*/ 888207 w 2543175"/>
              <a:gd name="connsiteY70" fmla="*/ 676275 h 1890712"/>
              <a:gd name="connsiteX71" fmla="*/ 895350 w 2543175"/>
              <a:gd name="connsiteY71" fmla="*/ 681037 h 1890712"/>
              <a:gd name="connsiteX72" fmla="*/ 907257 w 2543175"/>
              <a:gd name="connsiteY72" fmla="*/ 683419 h 1890712"/>
              <a:gd name="connsiteX73" fmla="*/ 928688 w 2543175"/>
              <a:gd name="connsiteY73" fmla="*/ 695325 h 1890712"/>
              <a:gd name="connsiteX74" fmla="*/ 942975 w 2543175"/>
              <a:gd name="connsiteY74" fmla="*/ 700087 h 1890712"/>
              <a:gd name="connsiteX75" fmla="*/ 964407 w 2543175"/>
              <a:gd name="connsiteY75" fmla="*/ 716756 h 1890712"/>
              <a:gd name="connsiteX76" fmla="*/ 971550 w 2543175"/>
              <a:gd name="connsiteY76" fmla="*/ 723900 h 1890712"/>
              <a:gd name="connsiteX77" fmla="*/ 983457 w 2543175"/>
              <a:gd name="connsiteY77" fmla="*/ 733425 h 1890712"/>
              <a:gd name="connsiteX78" fmla="*/ 990600 w 2543175"/>
              <a:gd name="connsiteY78" fmla="*/ 738187 h 1890712"/>
              <a:gd name="connsiteX79" fmla="*/ 1007269 w 2543175"/>
              <a:gd name="connsiteY79" fmla="*/ 752475 h 1890712"/>
              <a:gd name="connsiteX80" fmla="*/ 1031082 w 2543175"/>
              <a:gd name="connsiteY80" fmla="*/ 766762 h 1890712"/>
              <a:gd name="connsiteX81" fmla="*/ 1042988 w 2543175"/>
              <a:gd name="connsiteY81" fmla="*/ 773906 h 1890712"/>
              <a:gd name="connsiteX82" fmla="*/ 1071563 w 2543175"/>
              <a:gd name="connsiteY82" fmla="*/ 785812 h 1890712"/>
              <a:gd name="connsiteX83" fmla="*/ 1097757 w 2543175"/>
              <a:gd name="connsiteY83" fmla="*/ 807244 h 1890712"/>
              <a:gd name="connsiteX84" fmla="*/ 1104900 w 2543175"/>
              <a:gd name="connsiteY84" fmla="*/ 814387 h 1890712"/>
              <a:gd name="connsiteX85" fmla="*/ 1121569 w 2543175"/>
              <a:gd name="connsiteY85" fmla="*/ 823912 h 1890712"/>
              <a:gd name="connsiteX86" fmla="*/ 1138238 w 2543175"/>
              <a:gd name="connsiteY86" fmla="*/ 835819 h 1890712"/>
              <a:gd name="connsiteX87" fmla="*/ 1147763 w 2543175"/>
              <a:gd name="connsiteY87" fmla="*/ 842962 h 1890712"/>
              <a:gd name="connsiteX88" fmla="*/ 1157288 w 2543175"/>
              <a:gd name="connsiteY88" fmla="*/ 847725 h 1890712"/>
              <a:gd name="connsiteX89" fmla="*/ 1178719 w 2543175"/>
              <a:gd name="connsiteY89" fmla="*/ 859631 h 1890712"/>
              <a:gd name="connsiteX90" fmla="*/ 1188244 w 2543175"/>
              <a:gd name="connsiteY90" fmla="*/ 866775 h 1890712"/>
              <a:gd name="connsiteX91" fmla="*/ 1195388 w 2543175"/>
              <a:gd name="connsiteY91" fmla="*/ 871537 h 1890712"/>
              <a:gd name="connsiteX92" fmla="*/ 1212057 w 2543175"/>
              <a:gd name="connsiteY92" fmla="*/ 883444 h 1890712"/>
              <a:gd name="connsiteX93" fmla="*/ 1226344 w 2543175"/>
              <a:gd name="connsiteY93" fmla="*/ 895350 h 1890712"/>
              <a:gd name="connsiteX94" fmla="*/ 1245394 w 2543175"/>
              <a:gd name="connsiteY94" fmla="*/ 907256 h 1890712"/>
              <a:gd name="connsiteX95" fmla="*/ 1254919 w 2543175"/>
              <a:gd name="connsiteY95" fmla="*/ 914400 h 1890712"/>
              <a:gd name="connsiteX96" fmla="*/ 1269207 w 2543175"/>
              <a:gd name="connsiteY96" fmla="*/ 921544 h 1890712"/>
              <a:gd name="connsiteX97" fmla="*/ 1290638 w 2543175"/>
              <a:gd name="connsiteY97" fmla="*/ 935831 h 1890712"/>
              <a:gd name="connsiteX98" fmla="*/ 1307307 w 2543175"/>
              <a:gd name="connsiteY98" fmla="*/ 952500 h 1890712"/>
              <a:gd name="connsiteX99" fmla="*/ 1333500 w 2543175"/>
              <a:gd name="connsiteY99" fmla="*/ 971550 h 1890712"/>
              <a:gd name="connsiteX100" fmla="*/ 1359694 w 2543175"/>
              <a:gd name="connsiteY100" fmla="*/ 990600 h 1890712"/>
              <a:gd name="connsiteX101" fmla="*/ 1373982 w 2543175"/>
              <a:gd name="connsiteY101" fmla="*/ 997744 h 1890712"/>
              <a:gd name="connsiteX102" fmla="*/ 1388269 w 2543175"/>
              <a:gd name="connsiteY102" fmla="*/ 1007269 h 1890712"/>
              <a:gd name="connsiteX103" fmla="*/ 1414463 w 2543175"/>
              <a:gd name="connsiteY103" fmla="*/ 1019175 h 1890712"/>
              <a:gd name="connsiteX104" fmla="*/ 1428750 w 2543175"/>
              <a:gd name="connsiteY104" fmla="*/ 1026319 h 1890712"/>
              <a:gd name="connsiteX105" fmla="*/ 1471613 w 2543175"/>
              <a:gd name="connsiteY105" fmla="*/ 1059656 h 1890712"/>
              <a:gd name="connsiteX106" fmla="*/ 1495425 w 2543175"/>
              <a:gd name="connsiteY106" fmla="*/ 1088231 h 1890712"/>
              <a:gd name="connsiteX107" fmla="*/ 1547812 w 2543175"/>
              <a:gd name="connsiteY107" fmla="*/ 1133475 h 1890712"/>
              <a:gd name="connsiteX108" fmla="*/ 1597819 w 2543175"/>
              <a:gd name="connsiteY108" fmla="*/ 1154906 h 1890712"/>
              <a:gd name="connsiteX109" fmla="*/ 1604963 w 2543175"/>
              <a:gd name="connsiteY109" fmla="*/ 1162050 h 1890712"/>
              <a:gd name="connsiteX110" fmla="*/ 1612107 w 2543175"/>
              <a:gd name="connsiteY110" fmla="*/ 1166812 h 1890712"/>
              <a:gd name="connsiteX111" fmla="*/ 1628775 w 2543175"/>
              <a:gd name="connsiteY111" fmla="*/ 1183481 h 1890712"/>
              <a:gd name="connsiteX112" fmla="*/ 1662113 w 2543175"/>
              <a:gd name="connsiteY112" fmla="*/ 1209675 h 1890712"/>
              <a:gd name="connsiteX113" fmla="*/ 1678782 w 2543175"/>
              <a:gd name="connsiteY113" fmla="*/ 1226344 h 1890712"/>
              <a:gd name="connsiteX114" fmla="*/ 1700213 w 2543175"/>
              <a:gd name="connsiteY114" fmla="*/ 1247775 h 1890712"/>
              <a:gd name="connsiteX115" fmla="*/ 1712119 w 2543175"/>
              <a:gd name="connsiteY115" fmla="*/ 1259681 h 1890712"/>
              <a:gd name="connsiteX116" fmla="*/ 1733550 w 2543175"/>
              <a:gd name="connsiteY116" fmla="*/ 1273969 h 1890712"/>
              <a:gd name="connsiteX117" fmla="*/ 1743075 w 2543175"/>
              <a:gd name="connsiteY117" fmla="*/ 1283494 h 1890712"/>
              <a:gd name="connsiteX118" fmla="*/ 1754982 w 2543175"/>
              <a:gd name="connsiteY118" fmla="*/ 1290637 h 1890712"/>
              <a:gd name="connsiteX119" fmla="*/ 1766888 w 2543175"/>
              <a:gd name="connsiteY119" fmla="*/ 1300162 h 1890712"/>
              <a:gd name="connsiteX120" fmla="*/ 1783557 w 2543175"/>
              <a:gd name="connsiteY120" fmla="*/ 1307306 h 1890712"/>
              <a:gd name="connsiteX121" fmla="*/ 1790700 w 2543175"/>
              <a:gd name="connsiteY121" fmla="*/ 1312069 h 1890712"/>
              <a:gd name="connsiteX122" fmla="*/ 1800225 w 2543175"/>
              <a:gd name="connsiteY122" fmla="*/ 1319212 h 1890712"/>
              <a:gd name="connsiteX123" fmla="*/ 1807369 w 2543175"/>
              <a:gd name="connsiteY123" fmla="*/ 1321594 h 1890712"/>
              <a:gd name="connsiteX124" fmla="*/ 1824038 w 2543175"/>
              <a:gd name="connsiteY124" fmla="*/ 1333500 h 1890712"/>
              <a:gd name="connsiteX125" fmla="*/ 1843088 w 2543175"/>
              <a:gd name="connsiteY125" fmla="*/ 1352550 h 1890712"/>
              <a:gd name="connsiteX126" fmla="*/ 1852613 w 2543175"/>
              <a:gd name="connsiteY126" fmla="*/ 1359694 h 1890712"/>
              <a:gd name="connsiteX127" fmla="*/ 1859757 w 2543175"/>
              <a:gd name="connsiteY127" fmla="*/ 1366837 h 1890712"/>
              <a:gd name="connsiteX128" fmla="*/ 1869282 w 2543175"/>
              <a:gd name="connsiteY128" fmla="*/ 1371600 h 1890712"/>
              <a:gd name="connsiteX129" fmla="*/ 1883569 w 2543175"/>
              <a:gd name="connsiteY129" fmla="*/ 1388269 h 1890712"/>
              <a:gd name="connsiteX130" fmla="*/ 1893094 w 2543175"/>
              <a:gd name="connsiteY130" fmla="*/ 1395412 h 1890712"/>
              <a:gd name="connsiteX131" fmla="*/ 1902619 w 2543175"/>
              <a:gd name="connsiteY131" fmla="*/ 1404937 h 1890712"/>
              <a:gd name="connsiteX132" fmla="*/ 1912144 w 2543175"/>
              <a:gd name="connsiteY132" fmla="*/ 1409700 h 1890712"/>
              <a:gd name="connsiteX133" fmla="*/ 1931194 w 2543175"/>
              <a:gd name="connsiteY133" fmla="*/ 1421606 h 1890712"/>
              <a:gd name="connsiteX134" fmla="*/ 1935957 w 2543175"/>
              <a:gd name="connsiteY134" fmla="*/ 1428750 h 1890712"/>
              <a:gd name="connsiteX135" fmla="*/ 1952625 w 2543175"/>
              <a:gd name="connsiteY135" fmla="*/ 1438275 h 1890712"/>
              <a:gd name="connsiteX136" fmla="*/ 1971675 w 2543175"/>
              <a:gd name="connsiteY136" fmla="*/ 1450181 h 1890712"/>
              <a:gd name="connsiteX137" fmla="*/ 1981200 w 2543175"/>
              <a:gd name="connsiteY137" fmla="*/ 1454944 h 1890712"/>
              <a:gd name="connsiteX138" fmla="*/ 1997869 w 2543175"/>
              <a:gd name="connsiteY138" fmla="*/ 1471612 h 1890712"/>
              <a:gd name="connsiteX139" fmla="*/ 2007394 w 2543175"/>
              <a:gd name="connsiteY139" fmla="*/ 1478756 h 1890712"/>
              <a:gd name="connsiteX140" fmla="*/ 2016919 w 2543175"/>
              <a:gd name="connsiteY140" fmla="*/ 1483519 h 1890712"/>
              <a:gd name="connsiteX141" fmla="*/ 2024063 w 2543175"/>
              <a:gd name="connsiteY141" fmla="*/ 1490662 h 1890712"/>
              <a:gd name="connsiteX142" fmla="*/ 2033588 w 2543175"/>
              <a:gd name="connsiteY142" fmla="*/ 1495425 h 1890712"/>
              <a:gd name="connsiteX143" fmla="*/ 2040732 w 2543175"/>
              <a:gd name="connsiteY143" fmla="*/ 1502569 h 1890712"/>
              <a:gd name="connsiteX144" fmla="*/ 2047875 w 2543175"/>
              <a:gd name="connsiteY144" fmla="*/ 1507331 h 1890712"/>
              <a:gd name="connsiteX145" fmla="*/ 2057400 w 2543175"/>
              <a:gd name="connsiteY145" fmla="*/ 1514475 h 1890712"/>
              <a:gd name="connsiteX146" fmla="*/ 2064544 w 2543175"/>
              <a:gd name="connsiteY146" fmla="*/ 1519237 h 1890712"/>
              <a:gd name="connsiteX147" fmla="*/ 2071688 w 2543175"/>
              <a:gd name="connsiteY147" fmla="*/ 1526381 h 1890712"/>
              <a:gd name="connsiteX148" fmla="*/ 2081213 w 2543175"/>
              <a:gd name="connsiteY148" fmla="*/ 1531144 h 1890712"/>
              <a:gd name="connsiteX149" fmla="*/ 2090738 w 2543175"/>
              <a:gd name="connsiteY149" fmla="*/ 1538287 h 1890712"/>
              <a:gd name="connsiteX150" fmla="*/ 2109788 w 2543175"/>
              <a:gd name="connsiteY150" fmla="*/ 1547812 h 1890712"/>
              <a:gd name="connsiteX151" fmla="*/ 2131219 w 2543175"/>
              <a:gd name="connsiteY151" fmla="*/ 1562100 h 1890712"/>
              <a:gd name="connsiteX152" fmla="*/ 2140744 w 2543175"/>
              <a:gd name="connsiteY152" fmla="*/ 1566862 h 1890712"/>
              <a:gd name="connsiteX153" fmla="*/ 2152650 w 2543175"/>
              <a:gd name="connsiteY153" fmla="*/ 1576387 h 1890712"/>
              <a:gd name="connsiteX154" fmla="*/ 2181225 w 2543175"/>
              <a:gd name="connsiteY154" fmla="*/ 1590675 h 1890712"/>
              <a:gd name="connsiteX155" fmla="*/ 2200275 w 2543175"/>
              <a:gd name="connsiteY155" fmla="*/ 1607344 h 1890712"/>
              <a:gd name="connsiteX156" fmla="*/ 2207419 w 2543175"/>
              <a:gd name="connsiteY156" fmla="*/ 1612106 h 1890712"/>
              <a:gd name="connsiteX157" fmla="*/ 2216944 w 2543175"/>
              <a:gd name="connsiteY157" fmla="*/ 1619250 h 1890712"/>
              <a:gd name="connsiteX158" fmla="*/ 2224088 w 2543175"/>
              <a:gd name="connsiteY158" fmla="*/ 1624012 h 1890712"/>
              <a:gd name="connsiteX159" fmla="*/ 2247900 w 2543175"/>
              <a:gd name="connsiteY159" fmla="*/ 1643062 h 1890712"/>
              <a:gd name="connsiteX160" fmla="*/ 2255044 w 2543175"/>
              <a:gd name="connsiteY160" fmla="*/ 1650206 h 1890712"/>
              <a:gd name="connsiteX161" fmla="*/ 2281238 w 2543175"/>
              <a:gd name="connsiteY161" fmla="*/ 1664494 h 1890712"/>
              <a:gd name="connsiteX162" fmla="*/ 2297907 w 2543175"/>
              <a:gd name="connsiteY162" fmla="*/ 1674019 h 1890712"/>
              <a:gd name="connsiteX163" fmla="*/ 2312194 w 2543175"/>
              <a:gd name="connsiteY163" fmla="*/ 1685925 h 1890712"/>
              <a:gd name="connsiteX164" fmla="*/ 2328863 w 2543175"/>
              <a:gd name="connsiteY164" fmla="*/ 1697831 h 1890712"/>
              <a:gd name="connsiteX165" fmla="*/ 2350294 w 2543175"/>
              <a:gd name="connsiteY165" fmla="*/ 1712119 h 1890712"/>
              <a:gd name="connsiteX166" fmla="*/ 2369344 w 2543175"/>
              <a:gd name="connsiteY166" fmla="*/ 1724025 h 1890712"/>
              <a:gd name="connsiteX167" fmla="*/ 2428876 w 2543175"/>
              <a:gd name="connsiteY167" fmla="*/ 1785938 h 1890712"/>
              <a:gd name="connsiteX168" fmla="*/ 2466975 w 2543175"/>
              <a:gd name="connsiteY168" fmla="*/ 1783556 h 1890712"/>
              <a:gd name="connsiteX169" fmla="*/ 2481263 w 2543175"/>
              <a:gd name="connsiteY169" fmla="*/ 1795462 h 1890712"/>
              <a:gd name="connsiteX170" fmla="*/ 2486025 w 2543175"/>
              <a:gd name="connsiteY170" fmla="*/ 1802606 h 1890712"/>
              <a:gd name="connsiteX171" fmla="*/ 2514600 w 2543175"/>
              <a:gd name="connsiteY171" fmla="*/ 1850231 h 1890712"/>
              <a:gd name="connsiteX172" fmla="*/ 2519363 w 2543175"/>
              <a:gd name="connsiteY172" fmla="*/ 1857375 h 1890712"/>
              <a:gd name="connsiteX173" fmla="*/ 2540794 w 2543175"/>
              <a:gd name="connsiteY173" fmla="*/ 1883569 h 1890712"/>
              <a:gd name="connsiteX174" fmla="*/ 2543175 w 2543175"/>
              <a:gd name="connsiteY17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78619 w 2543175"/>
              <a:gd name="connsiteY30" fmla="*/ 276225 h 1890712"/>
              <a:gd name="connsiteX31" fmla="*/ 385763 w 2543175"/>
              <a:gd name="connsiteY31" fmla="*/ 283369 h 1890712"/>
              <a:gd name="connsiteX32" fmla="*/ 395288 w 2543175"/>
              <a:gd name="connsiteY32" fmla="*/ 288131 h 1890712"/>
              <a:gd name="connsiteX33" fmla="*/ 404813 w 2543175"/>
              <a:gd name="connsiteY33" fmla="*/ 295275 h 1890712"/>
              <a:gd name="connsiteX34" fmla="*/ 411957 w 2543175"/>
              <a:gd name="connsiteY34" fmla="*/ 297656 h 1890712"/>
              <a:gd name="connsiteX35" fmla="*/ 466725 w 2543175"/>
              <a:gd name="connsiteY35" fmla="*/ 328612 h 1890712"/>
              <a:gd name="connsiteX36" fmla="*/ 476250 w 2543175"/>
              <a:gd name="connsiteY36" fmla="*/ 335756 h 1890712"/>
              <a:gd name="connsiteX37" fmla="*/ 481013 w 2543175"/>
              <a:gd name="connsiteY37" fmla="*/ 342900 h 1890712"/>
              <a:gd name="connsiteX38" fmla="*/ 490538 w 2543175"/>
              <a:gd name="connsiteY38" fmla="*/ 352425 h 1890712"/>
              <a:gd name="connsiteX39" fmla="*/ 495300 w 2543175"/>
              <a:gd name="connsiteY39" fmla="*/ 359569 h 1890712"/>
              <a:gd name="connsiteX40" fmla="*/ 509588 w 2543175"/>
              <a:gd name="connsiteY40" fmla="*/ 376237 h 1890712"/>
              <a:gd name="connsiteX41" fmla="*/ 514350 w 2543175"/>
              <a:gd name="connsiteY41" fmla="*/ 383381 h 1890712"/>
              <a:gd name="connsiteX42" fmla="*/ 531019 w 2543175"/>
              <a:gd name="connsiteY42" fmla="*/ 397669 h 1890712"/>
              <a:gd name="connsiteX43" fmla="*/ 538163 w 2543175"/>
              <a:gd name="connsiteY43" fmla="*/ 407194 h 1890712"/>
              <a:gd name="connsiteX44" fmla="*/ 554832 w 2543175"/>
              <a:gd name="connsiteY44" fmla="*/ 421481 h 1890712"/>
              <a:gd name="connsiteX45" fmla="*/ 564357 w 2543175"/>
              <a:gd name="connsiteY45" fmla="*/ 431006 h 1890712"/>
              <a:gd name="connsiteX46" fmla="*/ 573882 w 2543175"/>
              <a:gd name="connsiteY46" fmla="*/ 438150 h 1890712"/>
              <a:gd name="connsiteX47" fmla="*/ 595313 w 2543175"/>
              <a:gd name="connsiteY47" fmla="*/ 454819 h 1890712"/>
              <a:gd name="connsiteX48" fmla="*/ 602457 w 2543175"/>
              <a:gd name="connsiteY48" fmla="*/ 457200 h 1890712"/>
              <a:gd name="connsiteX49" fmla="*/ 628650 w 2543175"/>
              <a:gd name="connsiteY49" fmla="*/ 469106 h 1890712"/>
              <a:gd name="connsiteX50" fmla="*/ 645319 w 2543175"/>
              <a:gd name="connsiteY50" fmla="*/ 483394 h 1890712"/>
              <a:gd name="connsiteX51" fmla="*/ 654844 w 2543175"/>
              <a:gd name="connsiteY51" fmla="*/ 488156 h 1890712"/>
              <a:gd name="connsiteX52" fmla="*/ 661988 w 2543175"/>
              <a:gd name="connsiteY52" fmla="*/ 497681 h 1890712"/>
              <a:gd name="connsiteX53" fmla="*/ 683419 w 2543175"/>
              <a:gd name="connsiteY53" fmla="*/ 514350 h 1890712"/>
              <a:gd name="connsiteX54" fmla="*/ 700088 w 2543175"/>
              <a:gd name="connsiteY54" fmla="*/ 526256 h 1890712"/>
              <a:gd name="connsiteX55" fmla="*/ 709613 w 2543175"/>
              <a:gd name="connsiteY55" fmla="*/ 535781 h 1890712"/>
              <a:gd name="connsiteX56" fmla="*/ 719138 w 2543175"/>
              <a:gd name="connsiteY56" fmla="*/ 542925 h 1890712"/>
              <a:gd name="connsiteX57" fmla="*/ 733425 w 2543175"/>
              <a:gd name="connsiteY57" fmla="*/ 557212 h 1890712"/>
              <a:gd name="connsiteX58" fmla="*/ 750094 w 2543175"/>
              <a:gd name="connsiteY58" fmla="*/ 569119 h 1890712"/>
              <a:gd name="connsiteX59" fmla="*/ 769144 w 2543175"/>
              <a:gd name="connsiteY59" fmla="*/ 581025 h 1890712"/>
              <a:gd name="connsiteX60" fmla="*/ 785813 w 2543175"/>
              <a:gd name="connsiteY60" fmla="*/ 590550 h 1890712"/>
              <a:gd name="connsiteX61" fmla="*/ 792957 w 2543175"/>
              <a:gd name="connsiteY61" fmla="*/ 600075 h 1890712"/>
              <a:gd name="connsiteX62" fmla="*/ 809625 w 2543175"/>
              <a:gd name="connsiteY62" fmla="*/ 611981 h 1890712"/>
              <a:gd name="connsiteX63" fmla="*/ 816769 w 2543175"/>
              <a:gd name="connsiteY63" fmla="*/ 619125 h 1890712"/>
              <a:gd name="connsiteX64" fmla="*/ 826294 w 2543175"/>
              <a:gd name="connsiteY64" fmla="*/ 626269 h 1890712"/>
              <a:gd name="connsiteX65" fmla="*/ 840582 w 2543175"/>
              <a:gd name="connsiteY65" fmla="*/ 638175 h 1890712"/>
              <a:gd name="connsiteX66" fmla="*/ 847725 w 2543175"/>
              <a:gd name="connsiteY66" fmla="*/ 645319 h 1890712"/>
              <a:gd name="connsiteX67" fmla="*/ 857250 w 2543175"/>
              <a:gd name="connsiteY67" fmla="*/ 652462 h 1890712"/>
              <a:gd name="connsiteX68" fmla="*/ 864394 w 2543175"/>
              <a:gd name="connsiteY68" fmla="*/ 657225 h 1890712"/>
              <a:gd name="connsiteX69" fmla="*/ 888207 w 2543175"/>
              <a:gd name="connsiteY69" fmla="*/ 676275 h 1890712"/>
              <a:gd name="connsiteX70" fmla="*/ 895350 w 2543175"/>
              <a:gd name="connsiteY70" fmla="*/ 681037 h 1890712"/>
              <a:gd name="connsiteX71" fmla="*/ 907257 w 2543175"/>
              <a:gd name="connsiteY71" fmla="*/ 683419 h 1890712"/>
              <a:gd name="connsiteX72" fmla="*/ 928688 w 2543175"/>
              <a:gd name="connsiteY72" fmla="*/ 695325 h 1890712"/>
              <a:gd name="connsiteX73" fmla="*/ 942975 w 2543175"/>
              <a:gd name="connsiteY73" fmla="*/ 700087 h 1890712"/>
              <a:gd name="connsiteX74" fmla="*/ 964407 w 2543175"/>
              <a:gd name="connsiteY74" fmla="*/ 716756 h 1890712"/>
              <a:gd name="connsiteX75" fmla="*/ 971550 w 2543175"/>
              <a:gd name="connsiteY75" fmla="*/ 723900 h 1890712"/>
              <a:gd name="connsiteX76" fmla="*/ 983457 w 2543175"/>
              <a:gd name="connsiteY76" fmla="*/ 733425 h 1890712"/>
              <a:gd name="connsiteX77" fmla="*/ 990600 w 2543175"/>
              <a:gd name="connsiteY77" fmla="*/ 738187 h 1890712"/>
              <a:gd name="connsiteX78" fmla="*/ 1007269 w 2543175"/>
              <a:gd name="connsiteY78" fmla="*/ 752475 h 1890712"/>
              <a:gd name="connsiteX79" fmla="*/ 1031082 w 2543175"/>
              <a:gd name="connsiteY79" fmla="*/ 766762 h 1890712"/>
              <a:gd name="connsiteX80" fmla="*/ 1042988 w 2543175"/>
              <a:gd name="connsiteY80" fmla="*/ 773906 h 1890712"/>
              <a:gd name="connsiteX81" fmla="*/ 1071563 w 2543175"/>
              <a:gd name="connsiteY81" fmla="*/ 785812 h 1890712"/>
              <a:gd name="connsiteX82" fmla="*/ 1097757 w 2543175"/>
              <a:gd name="connsiteY82" fmla="*/ 807244 h 1890712"/>
              <a:gd name="connsiteX83" fmla="*/ 1104900 w 2543175"/>
              <a:gd name="connsiteY83" fmla="*/ 814387 h 1890712"/>
              <a:gd name="connsiteX84" fmla="*/ 1121569 w 2543175"/>
              <a:gd name="connsiteY84" fmla="*/ 823912 h 1890712"/>
              <a:gd name="connsiteX85" fmla="*/ 1138238 w 2543175"/>
              <a:gd name="connsiteY85" fmla="*/ 835819 h 1890712"/>
              <a:gd name="connsiteX86" fmla="*/ 1147763 w 2543175"/>
              <a:gd name="connsiteY86" fmla="*/ 842962 h 1890712"/>
              <a:gd name="connsiteX87" fmla="*/ 1157288 w 2543175"/>
              <a:gd name="connsiteY87" fmla="*/ 847725 h 1890712"/>
              <a:gd name="connsiteX88" fmla="*/ 1178719 w 2543175"/>
              <a:gd name="connsiteY88" fmla="*/ 859631 h 1890712"/>
              <a:gd name="connsiteX89" fmla="*/ 1188244 w 2543175"/>
              <a:gd name="connsiteY89" fmla="*/ 866775 h 1890712"/>
              <a:gd name="connsiteX90" fmla="*/ 1195388 w 2543175"/>
              <a:gd name="connsiteY90" fmla="*/ 871537 h 1890712"/>
              <a:gd name="connsiteX91" fmla="*/ 1212057 w 2543175"/>
              <a:gd name="connsiteY91" fmla="*/ 883444 h 1890712"/>
              <a:gd name="connsiteX92" fmla="*/ 1226344 w 2543175"/>
              <a:gd name="connsiteY92" fmla="*/ 895350 h 1890712"/>
              <a:gd name="connsiteX93" fmla="*/ 1245394 w 2543175"/>
              <a:gd name="connsiteY93" fmla="*/ 907256 h 1890712"/>
              <a:gd name="connsiteX94" fmla="*/ 1254919 w 2543175"/>
              <a:gd name="connsiteY94" fmla="*/ 914400 h 1890712"/>
              <a:gd name="connsiteX95" fmla="*/ 1269207 w 2543175"/>
              <a:gd name="connsiteY95" fmla="*/ 921544 h 1890712"/>
              <a:gd name="connsiteX96" fmla="*/ 1290638 w 2543175"/>
              <a:gd name="connsiteY96" fmla="*/ 935831 h 1890712"/>
              <a:gd name="connsiteX97" fmla="*/ 1307307 w 2543175"/>
              <a:gd name="connsiteY97" fmla="*/ 952500 h 1890712"/>
              <a:gd name="connsiteX98" fmla="*/ 1333500 w 2543175"/>
              <a:gd name="connsiteY98" fmla="*/ 971550 h 1890712"/>
              <a:gd name="connsiteX99" fmla="*/ 1359694 w 2543175"/>
              <a:gd name="connsiteY99" fmla="*/ 990600 h 1890712"/>
              <a:gd name="connsiteX100" fmla="*/ 1373982 w 2543175"/>
              <a:gd name="connsiteY100" fmla="*/ 997744 h 1890712"/>
              <a:gd name="connsiteX101" fmla="*/ 1388269 w 2543175"/>
              <a:gd name="connsiteY101" fmla="*/ 1007269 h 1890712"/>
              <a:gd name="connsiteX102" fmla="*/ 1414463 w 2543175"/>
              <a:gd name="connsiteY102" fmla="*/ 1019175 h 1890712"/>
              <a:gd name="connsiteX103" fmla="*/ 1428750 w 2543175"/>
              <a:gd name="connsiteY103" fmla="*/ 1026319 h 1890712"/>
              <a:gd name="connsiteX104" fmla="*/ 1471613 w 2543175"/>
              <a:gd name="connsiteY104" fmla="*/ 1059656 h 1890712"/>
              <a:gd name="connsiteX105" fmla="*/ 1495425 w 2543175"/>
              <a:gd name="connsiteY105" fmla="*/ 1088231 h 1890712"/>
              <a:gd name="connsiteX106" fmla="*/ 1547812 w 2543175"/>
              <a:gd name="connsiteY106" fmla="*/ 1133475 h 1890712"/>
              <a:gd name="connsiteX107" fmla="*/ 1597819 w 2543175"/>
              <a:gd name="connsiteY107" fmla="*/ 1154906 h 1890712"/>
              <a:gd name="connsiteX108" fmla="*/ 1604963 w 2543175"/>
              <a:gd name="connsiteY108" fmla="*/ 1162050 h 1890712"/>
              <a:gd name="connsiteX109" fmla="*/ 1612107 w 2543175"/>
              <a:gd name="connsiteY109" fmla="*/ 1166812 h 1890712"/>
              <a:gd name="connsiteX110" fmla="*/ 1628775 w 2543175"/>
              <a:gd name="connsiteY110" fmla="*/ 1183481 h 1890712"/>
              <a:gd name="connsiteX111" fmla="*/ 1662113 w 2543175"/>
              <a:gd name="connsiteY111" fmla="*/ 1209675 h 1890712"/>
              <a:gd name="connsiteX112" fmla="*/ 1678782 w 2543175"/>
              <a:gd name="connsiteY112" fmla="*/ 1226344 h 1890712"/>
              <a:gd name="connsiteX113" fmla="*/ 1700213 w 2543175"/>
              <a:gd name="connsiteY113" fmla="*/ 1247775 h 1890712"/>
              <a:gd name="connsiteX114" fmla="*/ 1712119 w 2543175"/>
              <a:gd name="connsiteY114" fmla="*/ 1259681 h 1890712"/>
              <a:gd name="connsiteX115" fmla="*/ 1733550 w 2543175"/>
              <a:gd name="connsiteY115" fmla="*/ 1273969 h 1890712"/>
              <a:gd name="connsiteX116" fmla="*/ 1743075 w 2543175"/>
              <a:gd name="connsiteY116" fmla="*/ 1283494 h 1890712"/>
              <a:gd name="connsiteX117" fmla="*/ 1754982 w 2543175"/>
              <a:gd name="connsiteY117" fmla="*/ 1290637 h 1890712"/>
              <a:gd name="connsiteX118" fmla="*/ 1766888 w 2543175"/>
              <a:gd name="connsiteY118" fmla="*/ 1300162 h 1890712"/>
              <a:gd name="connsiteX119" fmla="*/ 1783557 w 2543175"/>
              <a:gd name="connsiteY119" fmla="*/ 1307306 h 1890712"/>
              <a:gd name="connsiteX120" fmla="*/ 1790700 w 2543175"/>
              <a:gd name="connsiteY120" fmla="*/ 1312069 h 1890712"/>
              <a:gd name="connsiteX121" fmla="*/ 1800225 w 2543175"/>
              <a:gd name="connsiteY121" fmla="*/ 1319212 h 1890712"/>
              <a:gd name="connsiteX122" fmla="*/ 1807369 w 2543175"/>
              <a:gd name="connsiteY122" fmla="*/ 1321594 h 1890712"/>
              <a:gd name="connsiteX123" fmla="*/ 1824038 w 2543175"/>
              <a:gd name="connsiteY123" fmla="*/ 1333500 h 1890712"/>
              <a:gd name="connsiteX124" fmla="*/ 1843088 w 2543175"/>
              <a:gd name="connsiteY124" fmla="*/ 1352550 h 1890712"/>
              <a:gd name="connsiteX125" fmla="*/ 1852613 w 2543175"/>
              <a:gd name="connsiteY125" fmla="*/ 1359694 h 1890712"/>
              <a:gd name="connsiteX126" fmla="*/ 1859757 w 2543175"/>
              <a:gd name="connsiteY126" fmla="*/ 1366837 h 1890712"/>
              <a:gd name="connsiteX127" fmla="*/ 1869282 w 2543175"/>
              <a:gd name="connsiteY127" fmla="*/ 1371600 h 1890712"/>
              <a:gd name="connsiteX128" fmla="*/ 1883569 w 2543175"/>
              <a:gd name="connsiteY128" fmla="*/ 1388269 h 1890712"/>
              <a:gd name="connsiteX129" fmla="*/ 1893094 w 2543175"/>
              <a:gd name="connsiteY129" fmla="*/ 1395412 h 1890712"/>
              <a:gd name="connsiteX130" fmla="*/ 1902619 w 2543175"/>
              <a:gd name="connsiteY130" fmla="*/ 1404937 h 1890712"/>
              <a:gd name="connsiteX131" fmla="*/ 1912144 w 2543175"/>
              <a:gd name="connsiteY131" fmla="*/ 1409700 h 1890712"/>
              <a:gd name="connsiteX132" fmla="*/ 1931194 w 2543175"/>
              <a:gd name="connsiteY132" fmla="*/ 1421606 h 1890712"/>
              <a:gd name="connsiteX133" fmla="*/ 1935957 w 2543175"/>
              <a:gd name="connsiteY133" fmla="*/ 1428750 h 1890712"/>
              <a:gd name="connsiteX134" fmla="*/ 1952625 w 2543175"/>
              <a:gd name="connsiteY134" fmla="*/ 1438275 h 1890712"/>
              <a:gd name="connsiteX135" fmla="*/ 1971675 w 2543175"/>
              <a:gd name="connsiteY135" fmla="*/ 1450181 h 1890712"/>
              <a:gd name="connsiteX136" fmla="*/ 1981200 w 2543175"/>
              <a:gd name="connsiteY136" fmla="*/ 1454944 h 1890712"/>
              <a:gd name="connsiteX137" fmla="*/ 1997869 w 2543175"/>
              <a:gd name="connsiteY137" fmla="*/ 1471612 h 1890712"/>
              <a:gd name="connsiteX138" fmla="*/ 2007394 w 2543175"/>
              <a:gd name="connsiteY138" fmla="*/ 1478756 h 1890712"/>
              <a:gd name="connsiteX139" fmla="*/ 2016919 w 2543175"/>
              <a:gd name="connsiteY139" fmla="*/ 1483519 h 1890712"/>
              <a:gd name="connsiteX140" fmla="*/ 2024063 w 2543175"/>
              <a:gd name="connsiteY140" fmla="*/ 1490662 h 1890712"/>
              <a:gd name="connsiteX141" fmla="*/ 2033588 w 2543175"/>
              <a:gd name="connsiteY141" fmla="*/ 1495425 h 1890712"/>
              <a:gd name="connsiteX142" fmla="*/ 2040732 w 2543175"/>
              <a:gd name="connsiteY142" fmla="*/ 1502569 h 1890712"/>
              <a:gd name="connsiteX143" fmla="*/ 2047875 w 2543175"/>
              <a:gd name="connsiteY143" fmla="*/ 1507331 h 1890712"/>
              <a:gd name="connsiteX144" fmla="*/ 2057400 w 2543175"/>
              <a:gd name="connsiteY144" fmla="*/ 1514475 h 1890712"/>
              <a:gd name="connsiteX145" fmla="*/ 2064544 w 2543175"/>
              <a:gd name="connsiteY145" fmla="*/ 1519237 h 1890712"/>
              <a:gd name="connsiteX146" fmla="*/ 2071688 w 2543175"/>
              <a:gd name="connsiteY146" fmla="*/ 1526381 h 1890712"/>
              <a:gd name="connsiteX147" fmla="*/ 2081213 w 2543175"/>
              <a:gd name="connsiteY147" fmla="*/ 1531144 h 1890712"/>
              <a:gd name="connsiteX148" fmla="*/ 2090738 w 2543175"/>
              <a:gd name="connsiteY148" fmla="*/ 1538287 h 1890712"/>
              <a:gd name="connsiteX149" fmla="*/ 2109788 w 2543175"/>
              <a:gd name="connsiteY149" fmla="*/ 1547812 h 1890712"/>
              <a:gd name="connsiteX150" fmla="*/ 2131219 w 2543175"/>
              <a:gd name="connsiteY150" fmla="*/ 1562100 h 1890712"/>
              <a:gd name="connsiteX151" fmla="*/ 2140744 w 2543175"/>
              <a:gd name="connsiteY151" fmla="*/ 1566862 h 1890712"/>
              <a:gd name="connsiteX152" fmla="*/ 2152650 w 2543175"/>
              <a:gd name="connsiteY152" fmla="*/ 1576387 h 1890712"/>
              <a:gd name="connsiteX153" fmla="*/ 2181225 w 2543175"/>
              <a:gd name="connsiteY153" fmla="*/ 1590675 h 1890712"/>
              <a:gd name="connsiteX154" fmla="*/ 2200275 w 2543175"/>
              <a:gd name="connsiteY154" fmla="*/ 1607344 h 1890712"/>
              <a:gd name="connsiteX155" fmla="*/ 2207419 w 2543175"/>
              <a:gd name="connsiteY155" fmla="*/ 1612106 h 1890712"/>
              <a:gd name="connsiteX156" fmla="*/ 2216944 w 2543175"/>
              <a:gd name="connsiteY156" fmla="*/ 1619250 h 1890712"/>
              <a:gd name="connsiteX157" fmla="*/ 2224088 w 2543175"/>
              <a:gd name="connsiteY157" fmla="*/ 1624012 h 1890712"/>
              <a:gd name="connsiteX158" fmla="*/ 2247900 w 2543175"/>
              <a:gd name="connsiteY158" fmla="*/ 1643062 h 1890712"/>
              <a:gd name="connsiteX159" fmla="*/ 2255044 w 2543175"/>
              <a:gd name="connsiteY159" fmla="*/ 1650206 h 1890712"/>
              <a:gd name="connsiteX160" fmla="*/ 2281238 w 2543175"/>
              <a:gd name="connsiteY160" fmla="*/ 1664494 h 1890712"/>
              <a:gd name="connsiteX161" fmla="*/ 2297907 w 2543175"/>
              <a:gd name="connsiteY161" fmla="*/ 1674019 h 1890712"/>
              <a:gd name="connsiteX162" fmla="*/ 2312194 w 2543175"/>
              <a:gd name="connsiteY162" fmla="*/ 1685925 h 1890712"/>
              <a:gd name="connsiteX163" fmla="*/ 2328863 w 2543175"/>
              <a:gd name="connsiteY163" fmla="*/ 1697831 h 1890712"/>
              <a:gd name="connsiteX164" fmla="*/ 2350294 w 2543175"/>
              <a:gd name="connsiteY164" fmla="*/ 1712119 h 1890712"/>
              <a:gd name="connsiteX165" fmla="*/ 2369344 w 2543175"/>
              <a:gd name="connsiteY165" fmla="*/ 1724025 h 1890712"/>
              <a:gd name="connsiteX166" fmla="*/ 2428876 w 2543175"/>
              <a:gd name="connsiteY166" fmla="*/ 1785938 h 1890712"/>
              <a:gd name="connsiteX167" fmla="*/ 2466975 w 2543175"/>
              <a:gd name="connsiteY167" fmla="*/ 1783556 h 1890712"/>
              <a:gd name="connsiteX168" fmla="*/ 2481263 w 2543175"/>
              <a:gd name="connsiteY168" fmla="*/ 1795462 h 1890712"/>
              <a:gd name="connsiteX169" fmla="*/ 2486025 w 2543175"/>
              <a:gd name="connsiteY169" fmla="*/ 1802606 h 1890712"/>
              <a:gd name="connsiteX170" fmla="*/ 2514600 w 2543175"/>
              <a:gd name="connsiteY170" fmla="*/ 1850231 h 1890712"/>
              <a:gd name="connsiteX171" fmla="*/ 2519363 w 2543175"/>
              <a:gd name="connsiteY171" fmla="*/ 1857375 h 1890712"/>
              <a:gd name="connsiteX172" fmla="*/ 2540794 w 2543175"/>
              <a:gd name="connsiteY172" fmla="*/ 1883569 h 1890712"/>
              <a:gd name="connsiteX173" fmla="*/ 2543175 w 2543175"/>
              <a:gd name="connsiteY173"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78619 w 2543175"/>
              <a:gd name="connsiteY30" fmla="*/ 276225 h 1890712"/>
              <a:gd name="connsiteX31" fmla="*/ 385763 w 2543175"/>
              <a:gd name="connsiteY31" fmla="*/ 283369 h 1890712"/>
              <a:gd name="connsiteX32" fmla="*/ 404813 w 2543175"/>
              <a:gd name="connsiteY32" fmla="*/ 295275 h 1890712"/>
              <a:gd name="connsiteX33" fmla="*/ 411957 w 2543175"/>
              <a:gd name="connsiteY33" fmla="*/ 297656 h 1890712"/>
              <a:gd name="connsiteX34" fmla="*/ 466725 w 2543175"/>
              <a:gd name="connsiteY34" fmla="*/ 328612 h 1890712"/>
              <a:gd name="connsiteX35" fmla="*/ 476250 w 2543175"/>
              <a:gd name="connsiteY35" fmla="*/ 335756 h 1890712"/>
              <a:gd name="connsiteX36" fmla="*/ 481013 w 2543175"/>
              <a:gd name="connsiteY36" fmla="*/ 342900 h 1890712"/>
              <a:gd name="connsiteX37" fmla="*/ 490538 w 2543175"/>
              <a:gd name="connsiteY37" fmla="*/ 352425 h 1890712"/>
              <a:gd name="connsiteX38" fmla="*/ 495300 w 2543175"/>
              <a:gd name="connsiteY38" fmla="*/ 359569 h 1890712"/>
              <a:gd name="connsiteX39" fmla="*/ 509588 w 2543175"/>
              <a:gd name="connsiteY39" fmla="*/ 376237 h 1890712"/>
              <a:gd name="connsiteX40" fmla="*/ 514350 w 2543175"/>
              <a:gd name="connsiteY40" fmla="*/ 383381 h 1890712"/>
              <a:gd name="connsiteX41" fmla="*/ 531019 w 2543175"/>
              <a:gd name="connsiteY41" fmla="*/ 397669 h 1890712"/>
              <a:gd name="connsiteX42" fmla="*/ 538163 w 2543175"/>
              <a:gd name="connsiteY42" fmla="*/ 407194 h 1890712"/>
              <a:gd name="connsiteX43" fmla="*/ 554832 w 2543175"/>
              <a:gd name="connsiteY43" fmla="*/ 421481 h 1890712"/>
              <a:gd name="connsiteX44" fmla="*/ 564357 w 2543175"/>
              <a:gd name="connsiteY44" fmla="*/ 431006 h 1890712"/>
              <a:gd name="connsiteX45" fmla="*/ 573882 w 2543175"/>
              <a:gd name="connsiteY45" fmla="*/ 438150 h 1890712"/>
              <a:gd name="connsiteX46" fmla="*/ 595313 w 2543175"/>
              <a:gd name="connsiteY46" fmla="*/ 454819 h 1890712"/>
              <a:gd name="connsiteX47" fmla="*/ 602457 w 2543175"/>
              <a:gd name="connsiteY47" fmla="*/ 457200 h 1890712"/>
              <a:gd name="connsiteX48" fmla="*/ 628650 w 2543175"/>
              <a:gd name="connsiteY48" fmla="*/ 469106 h 1890712"/>
              <a:gd name="connsiteX49" fmla="*/ 645319 w 2543175"/>
              <a:gd name="connsiteY49" fmla="*/ 483394 h 1890712"/>
              <a:gd name="connsiteX50" fmla="*/ 654844 w 2543175"/>
              <a:gd name="connsiteY50" fmla="*/ 488156 h 1890712"/>
              <a:gd name="connsiteX51" fmla="*/ 661988 w 2543175"/>
              <a:gd name="connsiteY51" fmla="*/ 497681 h 1890712"/>
              <a:gd name="connsiteX52" fmla="*/ 683419 w 2543175"/>
              <a:gd name="connsiteY52" fmla="*/ 514350 h 1890712"/>
              <a:gd name="connsiteX53" fmla="*/ 700088 w 2543175"/>
              <a:gd name="connsiteY53" fmla="*/ 526256 h 1890712"/>
              <a:gd name="connsiteX54" fmla="*/ 709613 w 2543175"/>
              <a:gd name="connsiteY54" fmla="*/ 535781 h 1890712"/>
              <a:gd name="connsiteX55" fmla="*/ 719138 w 2543175"/>
              <a:gd name="connsiteY55" fmla="*/ 542925 h 1890712"/>
              <a:gd name="connsiteX56" fmla="*/ 733425 w 2543175"/>
              <a:gd name="connsiteY56" fmla="*/ 557212 h 1890712"/>
              <a:gd name="connsiteX57" fmla="*/ 750094 w 2543175"/>
              <a:gd name="connsiteY57" fmla="*/ 569119 h 1890712"/>
              <a:gd name="connsiteX58" fmla="*/ 769144 w 2543175"/>
              <a:gd name="connsiteY58" fmla="*/ 581025 h 1890712"/>
              <a:gd name="connsiteX59" fmla="*/ 785813 w 2543175"/>
              <a:gd name="connsiteY59" fmla="*/ 590550 h 1890712"/>
              <a:gd name="connsiteX60" fmla="*/ 792957 w 2543175"/>
              <a:gd name="connsiteY60" fmla="*/ 600075 h 1890712"/>
              <a:gd name="connsiteX61" fmla="*/ 809625 w 2543175"/>
              <a:gd name="connsiteY61" fmla="*/ 611981 h 1890712"/>
              <a:gd name="connsiteX62" fmla="*/ 816769 w 2543175"/>
              <a:gd name="connsiteY62" fmla="*/ 619125 h 1890712"/>
              <a:gd name="connsiteX63" fmla="*/ 826294 w 2543175"/>
              <a:gd name="connsiteY63" fmla="*/ 626269 h 1890712"/>
              <a:gd name="connsiteX64" fmla="*/ 840582 w 2543175"/>
              <a:gd name="connsiteY64" fmla="*/ 638175 h 1890712"/>
              <a:gd name="connsiteX65" fmla="*/ 847725 w 2543175"/>
              <a:gd name="connsiteY65" fmla="*/ 645319 h 1890712"/>
              <a:gd name="connsiteX66" fmla="*/ 857250 w 2543175"/>
              <a:gd name="connsiteY66" fmla="*/ 652462 h 1890712"/>
              <a:gd name="connsiteX67" fmla="*/ 864394 w 2543175"/>
              <a:gd name="connsiteY67" fmla="*/ 657225 h 1890712"/>
              <a:gd name="connsiteX68" fmla="*/ 888207 w 2543175"/>
              <a:gd name="connsiteY68" fmla="*/ 676275 h 1890712"/>
              <a:gd name="connsiteX69" fmla="*/ 895350 w 2543175"/>
              <a:gd name="connsiteY69" fmla="*/ 681037 h 1890712"/>
              <a:gd name="connsiteX70" fmla="*/ 907257 w 2543175"/>
              <a:gd name="connsiteY70" fmla="*/ 683419 h 1890712"/>
              <a:gd name="connsiteX71" fmla="*/ 928688 w 2543175"/>
              <a:gd name="connsiteY71" fmla="*/ 695325 h 1890712"/>
              <a:gd name="connsiteX72" fmla="*/ 942975 w 2543175"/>
              <a:gd name="connsiteY72" fmla="*/ 700087 h 1890712"/>
              <a:gd name="connsiteX73" fmla="*/ 964407 w 2543175"/>
              <a:gd name="connsiteY73" fmla="*/ 716756 h 1890712"/>
              <a:gd name="connsiteX74" fmla="*/ 971550 w 2543175"/>
              <a:gd name="connsiteY74" fmla="*/ 723900 h 1890712"/>
              <a:gd name="connsiteX75" fmla="*/ 983457 w 2543175"/>
              <a:gd name="connsiteY75" fmla="*/ 733425 h 1890712"/>
              <a:gd name="connsiteX76" fmla="*/ 990600 w 2543175"/>
              <a:gd name="connsiteY76" fmla="*/ 738187 h 1890712"/>
              <a:gd name="connsiteX77" fmla="*/ 1007269 w 2543175"/>
              <a:gd name="connsiteY77" fmla="*/ 752475 h 1890712"/>
              <a:gd name="connsiteX78" fmla="*/ 1031082 w 2543175"/>
              <a:gd name="connsiteY78" fmla="*/ 766762 h 1890712"/>
              <a:gd name="connsiteX79" fmla="*/ 1042988 w 2543175"/>
              <a:gd name="connsiteY79" fmla="*/ 773906 h 1890712"/>
              <a:gd name="connsiteX80" fmla="*/ 1071563 w 2543175"/>
              <a:gd name="connsiteY80" fmla="*/ 785812 h 1890712"/>
              <a:gd name="connsiteX81" fmla="*/ 1097757 w 2543175"/>
              <a:gd name="connsiteY81" fmla="*/ 807244 h 1890712"/>
              <a:gd name="connsiteX82" fmla="*/ 1104900 w 2543175"/>
              <a:gd name="connsiteY82" fmla="*/ 814387 h 1890712"/>
              <a:gd name="connsiteX83" fmla="*/ 1121569 w 2543175"/>
              <a:gd name="connsiteY83" fmla="*/ 823912 h 1890712"/>
              <a:gd name="connsiteX84" fmla="*/ 1138238 w 2543175"/>
              <a:gd name="connsiteY84" fmla="*/ 835819 h 1890712"/>
              <a:gd name="connsiteX85" fmla="*/ 1147763 w 2543175"/>
              <a:gd name="connsiteY85" fmla="*/ 842962 h 1890712"/>
              <a:gd name="connsiteX86" fmla="*/ 1157288 w 2543175"/>
              <a:gd name="connsiteY86" fmla="*/ 847725 h 1890712"/>
              <a:gd name="connsiteX87" fmla="*/ 1178719 w 2543175"/>
              <a:gd name="connsiteY87" fmla="*/ 859631 h 1890712"/>
              <a:gd name="connsiteX88" fmla="*/ 1188244 w 2543175"/>
              <a:gd name="connsiteY88" fmla="*/ 866775 h 1890712"/>
              <a:gd name="connsiteX89" fmla="*/ 1195388 w 2543175"/>
              <a:gd name="connsiteY89" fmla="*/ 871537 h 1890712"/>
              <a:gd name="connsiteX90" fmla="*/ 1212057 w 2543175"/>
              <a:gd name="connsiteY90" fmla="*/ 883444 h 1890712"/>
              <a:gd name="connsiteX91" fmla="*/ 1226344 w 2543175"/>
              <a:gd name="connsiteY91" fmla="*/ 895350 h 1890712"/>
              <a:gd name="connsiteX92" fmla="*/ 1245394 w 2543175"/>
              <a:gd name="connsiteY92" fmla="*/ 907256 h 1890712"/>
              <a:gd name="connsiteX93" fmla="*/ 1254919 w 2543175"/>
              <a:gd name="connsiteY93" fmla="*/ 914400 h 1890712"/>
              <a:gd name="connsiteX94" fmla="*/ 1269207 w 2543175"/>
              <a:gd name="connsiteY94" fmla="*/ 921544 h 1890712"/>
              <a:gd name="connsiteX95" fmla="*/ 1290638 w 2543175"/>
              <a:gd name="connsiteY95" fmla="*/ 935831 h 1890712"/>
              <a:gd name="connsiteX96" fmla="*/ 1307307 w 2543175"/>
              <a:gd name="connsiteY96" fmla="*/ 952500 h 1890712"/>
              <a:gd name="connsiteX97" fmla="*/ 1333500 w 2543175"/>
              <a:gd name="connsiteY97" fmla="*/ 971550 h 1890712"/>
              <a:gd name="connsiteX98" fmla="*/ 1359694 w 2543175"/>
              <a:gd name="connsiteY98" fmla="*/ 990600 h 1890712"/>
              <a:gd name="connsiteX99" fmla="*/ 1373982 w 2543175"/>
              <a:gd name="connsiteY99" fmla="*/ 997744 h 1890712"/>
              <a:gd name="connsiteX100" fmla="*/ 1388269 w 2543175"/>
              <a:gd name="connsiteY100" fmla="*/ 1007269 h 1890712"/>
              <a:gd name="connsiteX101" fmla="*/ 1414463 w 2543175"/>
              <a:gd name="connsiteY101" fmla="*/ 1019175 h 1890712"/>
              <a:gd name="connsiteX102" fmla="*/ 1428750 w 2543175"/>
              <a:gd name="connsiteY102" fmla="*/ 1026319 h 1890712"/>
              <a:gd name="connsiteX103" fmla="*/ 1471613 w 2543175"/>
              <a:gd name="connsiteY103" fmla="*/ 1059656 h 1890712"/>
              <a:gd name="connsiteX104" fmla="*/ 1495425 w 2543175"/>
              <a:gd name="connsiteY104" fmla="*/ 1088231 h 1890712"/>
              <a:gd name="connsiteX105" fmla="*/ 1547812 w 2543175"/>
              <a:gd name="connsiteY105" fmla="*/ 1133475 h 1890712"/>
              <a:gd name="connsiteX106" fmla="*/ 1597819 w 2543175"/>
              <a:gd name="connsiteY106" fmla="*/ 1154906 h 1890712"/>
              <a:gd name="connsiteX107" fmla="*/ 1604963 w 2543175"/>
              <a:gd name="connsiteY107" fmla="*/ 1162050 h 1890712"/>
              <a:gd name="connsiteX108" fmla="*/ 1612107 w 2543175"/>
              <a:gd name="connsiteY108" fmla="*/ 1166812 h 1890712"/>
              <a:gd name="connsiteX109" fmla="*/ 1628775 w 2543175"/>
              <a:gd name="connsiteY109" fmla="*/ 1183481 h 1890712"/>
              <a:gd name="connsiteX110" fmla="*/ 1662113 w 2543175"/>
              <a:gd name="connsiteY110" fmla="*/ 1209675 h 1890712"/>
              <a:gd name="connsiteX111" fmla="*/ 1678782 w 2543175"/>
              <a:gd name="connsiteY111" fmla="*/ 1226344 h 1890712"/>
              <a:gd name="connsiteX112" fmla="*/ 1700213 w 2543175"/>
              <a:gd name="connsiteY112" fmla="*/ 1247775 h 1890712"/>
              <a:gd name="connsiteX113" fmla="*/ 1712119 w 2543175"/>
              <a:gd name="connsiteY113" fmla="*/ 1259681 h 1890712"/>
              <a:gd name="connsiteX114" fmla="*/ 1733550 w 2543175"/>
              <a:gd name="connsiteY114" fmla="*/ 1273969 h 1890712"/>
              <a:gd name="connsiteX115" fmla="*/ 1743075 w 2543175"/>
              <a:gd name="connsiteY115" fmla="*/ 1283494 h 1890712"/>
              <a:gd name="connsiteX116" fmla="*/ 1754982 w 2543175"/>
              <a:gd name="connsiteY116" fmla="*/ 1290637 h 1890712"/>
              <a:gd name="connsiteX117" fmla="*/ 1766888 w 2543175"/>
              <a:gd name="connsiteY117" fmla="*/ 1300162 h 1890712"/>
              <a:gd name="connsiteX118" fmla="*/ 1783557 w 2543175"/>
              <a:gd name="connsiteY118" fmla="*/ 1307306 h 1890712"/>
              <a:gd name="connsiteX119" fmla="*/ 1790700 w 2543175"/>
              <a:gd name="connsiteY119" fmla="*/ 1312069 h 1890712"/>
              <a:gd name="connsiteX120" fmla="*/ 1800225 w 2543175"/>
              <a:gd name="connsiteY120" fmla="*/ 1319212 h 1890712"/>
              <a:gd name="connsiteX121" fmla="*/ 1807369 w 2543175"/>
              <a:gd name="connsiteY121" fmla="*/ 1321594 h 1890712"/>
              <a:gd name="connsiteX122" fmla="*/ 1824038 w 2543175"/>
              <a:gd name="connsiteY122" fmla="*/ 1333500 h 1890712"/>
              <a:gd name="connsiteX123" fmla="*/ 1843088 w 2543175"/>
              <a:gd name="connsiteY123" fmla="*/ 1352550 h 1890712"/>
              <a:gd name="connsiteX124" fmla="*/ 1852613 w 2543175"/>
              <a:gd name="connsiteY124" fmla="*/ 1359694 h 1890712"/>
              <a:gd name="connsiteX125" fmla="*/ 1859757 w 2543175"/>
              <a:gd name="connsiteY125" fmla="*/ 1366837 h 1890712"/>
              <a:gd name="connsiteX126" fmla="*/ 1869282 w 2543175"/>
              <a:gd name="connsiteY126" fmla="*/ 1371600 h 1890712"/>
              <a:gd name="connsiteX127" fmla="*/ 1883569 w 2543175"/>
              <a:gd name="connsiteY127" fmla="*/ 1388269 h 1890712"/>
              <a:gd name="connsiteX128" fmla="*/ 1893094 w 2543175"/>
              <a:gd name="connsiteY128" fmla="*/ 1395412 h 1890712"/>
              <a:gd name="connsiteX129" fmla="*/ 1902619 w 2543175"/>
              <a:gd name="connsiteY129" fmla="*/ 1404937 h 1890712"/>
              <a:gd name="connsiteX130" fmla="*/ 1912144 w 2543175"/>
              <a:gd name="connsiteY130" fmla="*/ 1409700 h 1890712"/>
              <a:gd name="connsiteX131" fmla="*/ 1931194 w 2543175"/>
              <a:gd name="connsiteY131" fmla="*/ 1421606 h 1890712"/>
              <a:gd name="connsiteX132" fmla="*/ 1935957 w 2543175"/>
              <a:gd name="connsiteY132" fmla="*/ 1428750 h 1890712"/>
              <a:gd name="connsiteX133" fmla="*/ 1952625 w 2543175"/>
              <a:gd name="connsiteY133" fmla="*/ 1438275 h 1890712"/>
              <a:gd name="connsiteX134" fmla="*/ 1971675 w 2543175"/>
              <a:gd name="connsiteY134" fmla="*/ 1450181 h 1890712"/>
              <a:gd name="connsiteX135" fmla="*/ 1981200 w 2543175"/>
              <a:gd name="connsiteY135" fmla="*/ 1454944 h 1890712"/>
              <a:gd name="connsiteX136" fmla="*/ 1997869 w 2543175"/>
              <a:gd name="connsiteY136" fmla="*/ 1471612 h 1890712"/>
              <a:gd name="connsiteX137" fmla="*/ 2007394 w 2543175"/>
              <a:gd name="connsiteY137" fmla="*/ 1478756 h 1890712"/>
              <a:gd name="connsiteX138" fmla="*/ 2016919 w 2543175"/>
              <a:gd name="connsiteY138" fmla="*/ 1483519 h 1890712"/>
              <a:gd name="connsiteX139" fmla="*/ 2024063 w 2543175"/>
              <a:gd name="connsiteY139" fmla="*/ 1490662 h 1890712"/>
              <a:gd name="connsiteX140" fmla="*/ 2033588 w 2543175"/>
              <a:gd name="connsiteY140" fmla="*/ 1495425 h 1890712"/>
              <a:gd name="connsiteX141" fmla="*/ 2040732 w 2543175"/>
              <a:gd name="connsiteY141" fmla="*/ 1502569 h 1890712"/>
              <a:gd name="connsiteX142" fmla="*/ 2047875 w 2543175"/>
              <a:gd name="connsiteY142" fmla="*/ 1507331 h 1890712"/>
              <a:gd name="connsiteX143" fmla="*/ 2057400 w 2543175"/>
              <a:gd name="connsiteY143" fmla="*/ 1514475 h 1890712"/>
              <a:gd name="connsiteX144" fmla="*/ 2064544 w 2543175"/>
              <a:gd name="connsiteY144" fmla="*/ 1519237 h 1890712"/>
              <a:gd name="connsiteX145" fmla="*/ 2071688 w 2543175"/>
              <a:gd name="connsiteY145" fmla="*/ 1526381 h 1890712"/>
              <a:gd name="connsiteX146" fmla="*/ 2081213 w 2543175"/>
              <a:gd name="connsiteY146" fmla="*/ 1531144 h 1890712"/>
              <a:gd name="connsiteX147" fmla="*/ 2090738 w 2543175"/>
              <a:gd name="connsiteY147" fmla="*/ 1538287 h 1890712"/>
              <a:gd name="connsiteX148" fmla="*/ 2109788 w 2543175"/>
              <a:gd name="connsiteY148" fmla="*/ 1547812 h 1890712"/>
              <a:gd name="connsiteX149" fmla="*/ 2131219 w 2543175"/>
              <a:gd name="connsiteY149" fmla="*/ 1562100 h 1890712"/>
              <a:gd name="connsiteX150" fmla="*/ 2140744 w 2543175"/>
              <a:gd name="connsiteY150" fmla="*/ 1566862 h 1890712"/>
              <a:gd name="connsiteX151" fmla="*/ 2152650 w 2543175"/>
              <a:gd name="connsiteY151" fmla="*/ 1576387 h 1890712"/>
              <a:gd name="connsiteX152" fmla="*/ 2181225 w 2543175"/>
              <a:gd name="connsiteY152" fmla="*/ 1590675 h 1890712"/>
              <a:gd name="connsiteX153" fmla="*/ 2200275 w 2543175"/>
              <a:gd name="connsiteY153" fmla="*/ 1607344 h 1890712"/>
              <a:gd name="connsiteX154" fmla="*/ 2207419 w 2543175"/>
              <a:gd name="connsiteY154" fmla="*/ 1612106 h 1890712"/>
              <a:gd name="connsiteX155" fmla="*/ 2216944 w 2543175"/>
              <a:gd name="connsiteY155" fmla="*/ 1619250 h 1890712"/>
              <a:gd name="connsiteX156" fmla="*/ 2224088 w 2543175"/>
              <a:gd name="connsiteY156" fmla="*/ 1624012 h 1890712"/>
              <a:gd name="connsiteX157" fmla="*/ 2247900 w 2543175"/>
              <a:gd name="connsiteY157" fmla="*/ 1643062 h 1890712"/>
              <a:gd name="connsiteX158" fmla="*/ 2255044 w 2543175"/>
              <a:gd name="connsiteY158" fmla="*/ 1650206 h 1890712"/>
              <a:gd name="connsiteX159" fmla="*/ 2281238 w 2543175"/>
              <a:gd name="connsiteY159" fmla="*/ 1664494 h 1890712"/>
              <a:gd name="connsiteX160" fmla="*/ 2297907 w 2543175"/>
              <a:gd name="connsiteY160" fmla="*/ 1674019 h 1890712"/>
              <a:gd name="connsiteX161" fmla="*/ 2312194 w 2543175"/>
              <a:gd name="connsiteY161" fmla="*/ 1685925 h 1890712"/>
              <a:gd name="connsiteX162" fmla="*/ 2328863 w 2543175"/>
              <a:gd name="connsiteY162" fmla="*/ 1697831 h 1890712"/>
              <a:gd name="connsiteX163" fmla="*/ 2350294 w 2543175"/>
              <a:gd name="connsiteY163" fmla="*/ 1712119 h 1890712"/>
              <a:gd name="connsiteX164" fmla="*/ 2369344 w 2543175"/>
              <a:gd name="connsiteY164" fmla="*/ 1724025 h 1890712"/>
              <a:gd name="connsiteX165" fmla="*/ 2428876 w 2543175"/>
              <a:gd name="connsiteY165" fmla="*/ 1785938 h 1890712"/>
              <a:gd name="connsiteX166" fmla="*/ 2466975 w 2543175"/>
              <a:gd name="connsiteY166" fmla="*/ 1783556 h 1890712"/>
              <a:gd name="connsiteX167" fmla="*/ 2481263 w 2543175"/>
              <a:gd name="connsiteY167" fmla="*/ 1795462 h 1890712"/>
              <a:gd name="connsiteX168" fmla="*/ 2486025 w 2543175"/>
              <a:gd name="connsiteY168" fmla="*/ 1802606 h 1890712"/>
              <a:gd name="connsiteX169" fmla="*/ 2514600 w 2543175"/>
              <a:gd name="connsiteY169" fmla="*/ 1850231 h 1890712"/>
              <a:gd name="connsiteX170" fmla="*/ 2519363 w 2543175"/>
              <a:gd name="connsiteY170" fmla="*/ 1857375 h 1890712"/>
              <a:gd name="connsiteX171" fmla="*/ 2540794 w 2543175"/>
              <a:gd name="connsiteY171" fmla="*/ 1883569 h 1890712"/>
              <a:gd name="connsiteX172" fmla="*/ 2543175 w 2543175"/>
              <a:gd name="connsiteY17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85763 w 2543175"/>
              <a:gd name="connsiteY30" fmla="*/ 283369 h 1890712"/>
              <a:gd name="connsiteX31" fmla="*/ 404813 w 2543175"/>
              <a:gd name="connsiteY31" fmla="*/ 295275 h 1890712"/>
              <a:gd name="connsiteX32" fmla="*/ 411957 w 2543175"/>
              <a:gd name="connsiteY32" fmla="*/ 297656 h 1890712"/>
              <a:gd name="connsiteX33" fmla="*/ 466725 w 2543175"/>
              <a:gd name="connsiteY33" fmla="*/ 328612 h 1890712"/>
              <a:gd name="connsiteX34" fmla="*/ 476250 w 2543175"/>
              <a:gd name="connsiteY34" fmla="*/ 335756 h 1890712"/>
              <a:gd name="connsiteX35" fmla="*/ 481013 w 2543175"/>
              <a:gd name="connsiteY35" fmla="*/ 342900 h 1890712"/>
              <a:gd name="connsiteX36" fmla="*/ 490538 w 2543175"/>
              <a:gd name="connsiteY36" fmla="*/ 352425 h 1890712"/>
              <a:gd name="connsiteX37" fmla="*/ 495300 w 2543175"/>
              <a:gd name="connsiteY37" fmla="*/ 359569 h 1890712"/>
              <a:gd name="connsiteX38" fmla="*/ 509588 w 2543175"/>
              <a:gd name="connsiteY38" fmla="*/ 376237 h 1890712"/>
              <a:gd name="connsiteX39" fmla="*/ 514350 w 2543175"/>
              <a:gd name="connsiteY39" fmla="*/ 383381 h 1890712"/>
              <a:gd name="connsiteX40" fmla="*/ 531019 w 2543175"/>
              <a:gd name="connsiteY40" fmla="*/ 397669 h 1890712"/>
              <a:gd name="connsiteX41" fmla="*/ 538163 w 2543175"/>
              <a:gd name="connsiteY41" fmla="*/ 407194 h 1890712"/>
              <a:gd name="connsiteX42" fmla="*/ 554832 w 2543175"/>
              <a:gd name="connsiteY42" fmla="*/ 421481 h 1890712"/>
              <a:gd name="connsiteX43" fmla="*/ 564357 w 2543175"/>
              <a:gd name="connsiteY43" fmla="*/ 431006 h 1890712"/>
              <a:gd name="connsiteX44" fmla="*/ 573882 w 2543175"/>
              <a:gd name="connsiteY44" fmla="*/ 438150 h 1890712"/>
              <a:gd name="connsiteX45" fmla="*/ 595313 w 2543175"/>
              <a:gd name="connsiteY45" fmla="*/ 454819 h 1890712"/>
              <a:gd name="connsiteX46" fmla="*/ 602457 w 2543175"/>
              <a:gd name="connsiteY46" fmla="*/ 457200 h 1890712"/>
              <a:gd name="connsiteX47" fmla="*/ 628650 w 2543175"/>
              <a:gd name="connsiteY47" fmla="*/ 469106 h 1890712"/>
              <a:gd name="connsiteX48" fmla="*/ 645319 w 2543175"/>
              <a:gd name="connsiteY48" fmla="*/ 483394 h 1890712"/>
              <a:gd name="connsiteX49" fmla="*/ 654844 w 2543175"/>
              <a:gd name="connsiteY49" fmla="*/ 488156 h 1890712"/>
              <a:gd name="connsiteX50" fmla="*/ 661988 w 2543175"/>
              <a:gd name="connsiteY50" fmla="*/ 497681 h 1890712"/>
              <a:gd name="connsiteX51" fmla="*/ 683419 w 2543175"/>
              <a:gd name="connsiteY51" fmla="*/ 514350 h 1890712"/>
              <a:gd name="connsiteX52" fmla="*/ 700088 w 2543175"/>
              <a:gd name="connsiteY52" fmla="*/ 526256 h 1890712"/>
              <a:gd name="connsiteX53" fmla="*/ 709613 w 2543175"/>
              <a:gd name="connsiteY53" fmla="*/ 535781 h 1890712"/>
              <a:gd name="connsiteX54" fmla="*/ 719138 w 2543175"/>
              <a:gd name="connsiteY54" fmla="*/ 542925 h 1890712"/>
              <a:gd name="connsiteX55" fmla="*/ 733425 w 2543175"/>
              <a:gd name="connsiteY55" fmla="*/ 557212 h 1890712"/>
              <a:gd name="connsiteX56" fmla="*/ 750094 w 2543175"/>
              <a:gd name="connsiteY56" fmla="*/ 569119 h 1890712"/>
              <a:gd name="connsiteX57" fmla="*/ 769144 w 2543175"/>
              <a:gd name="connsiteY57" fmla="*/ 581025 h 1890712"/>
              <a:gd name="connsiteX58" fmla="*/ 785813 w 2543175"/>
              <a:gd name="connsiteY58" fmla="*/ 590550 h 1890712"/>
              <a:gd name="connsiteX59" fmla="*/ 792957 w 2543175"/>
              <a:gd name="connsiteY59" fmla="*/ 600075 h 1890712"/>
              <a:gd name="connsiteX60" fmla="*/ 809625 w 2543175"/>
              <a:gd name="connsiteY60" fmla="*/ 611981 h 1890712"/>
              <a:gd name="connsiteX61" fmla="*/ 816769 w 2543175"/>
              <a:gd name="connsiteY61" fmla="*/ 619125 h 1890712"/>
              <a:gd name="connsiteX62" fmla="*/ 826294 w 2543175"/>
              <a:gd name="connsiteY62" fmla="*/ 626269 h 1890712"/>
              <a:gd name="connsiteX63" fmla="*/ 840582 w 2543175"/>
              <a:gd name="connsiteY63" fmla="*/ 638175 h 1890712"/>
              <a:gd name="connsiteX64" fmla="*/ 847725 w 2543175"/>
              <a:gd name="connsiteY64" fmla="*/ 645319 h 1890712"/>
              <a:gd name="connsiteX65" fmla="*/ 857250 w 2543175"/>
              <a:gd name="connsiteY65" fmla="*/ 652462 h 1890712"/>
              <a:gd name="connsiteX66" fmla="*/ 864394 w 2543175"/>
              <a:gd name="connsiteY66" fmla="*/ 657225 h 1890712"/>
              <a:gd name="connsiteX67" fmla="*/ 888207 w 2543175"/>
              <a:gd name="connsiteY67" fmla="*/ 676275 h 1890712"/>
              <a:gd name="connsiteX68" fmla="*/ 895350 w 2543175"/>
              <a:gd name="connsiteY68" fmla="*/ 681037 h 1890712"/>
              <a:gd name="connsiteX69" fmla="*/ 907257 w 2543175"/>
              <a:gd name="connsiteY69" fmla="*/ 683419 h 1890712"/>
              <a:gd name="connsiteX70" fmla="*/ 928688 w 2543175"/>
              <a:gd name="connsiteY70" fmla="*/ 695325 h 1890712"/>
              <a:gd name="connsiteX71" fmla="*/ 942975 w 2543175"/>
              <a:gd name="connsiteY71" fmla="*/ 700087 h 1890712"/>
              <a:gd name="connsiteX72" fmla="*/ 964407 w 2543175"/>
              <a:gd name="connsiteY72" fmla="*/ 716756 h 1890712"/>
              <a:gd name="connsiteX73" fmla="*/ 971550 w 2543175"/>
              <a:gd name="connsiteY73" fmla="*/ 723900 h 1890712"/>
              <a:gd name="connsiteX74" fmla="*/ 983457 w 2543175"/>
              <a:gd name="connsiteY74" fmla="*/ 733425 h 1890712"/>
              <a:gd name="connsiteX75" fmla="*/ 990600 w 2543175"/>
              <a:gd name="connsiteY75" fmla="*/ 738187 h 1890712"/>
              <a:gd name="connsiteX76" fmla="*/ 1007269 w 2543175"/>
              <a:gd name="connsiteY76" fmla="*/ 752475 h 1890712"/>
              <a:gd name="connsiteX77" fmla="*/ 1031082 w 2543175"/>
              <a:gd name="connsiteY77" fmla="*/ 766762 h 1890712"/>
              <a:gd name="connsiteX78" fmla="*/ 1042988 w 2543175"/>
              <a:gd name="connsiteY78" fmla="*/ 773906 h 1890712"/>
              <a:gd name="connsiteX79" fmla="*/ 1071563 w 2543175"/>
              <a:gd name="connsiteY79" fmla="*/ 785812 h 1890712"/>
              <a:gd name="connsiteX80" fmla="*/ 1097757 w 2543175"/>
              <a:gd name="connsiteY80" fmla="*/ 807244 h 1890712"/>
              <a:gd name="connsiteX81" fmla="*/ 1104900 w 2543175"/>
              <a:gd name="connsiteY81" fmla="*/ 814387 h 1890712"/>
              <a:gd name="connsiteX82" fmla="*/ 1121569 w 2543175"/>
              <a:gd name="connsiteY82" fmla="*/ 823912 h 1890712"/>
              <a:gd name="connsiteX83" fmla="*/ 1138238 w 2543175"/>
              <a:gd name="connsiteY83" fmla="*/ 835819 h 1890712"/>
              <a:gd name="connsiteX84" fmla="*/ 1147763 w 2543175"/>
              <a:gd name="connsiteY84" fmla="*/ 842962 h 1890712"/>
              <a:gd name="connsiteX85" fmla="*/ 1157288 w 2543175"/>
              <a:gd name="connsiteY85" fmla="*/ 847725 h 1890712"/>
              <a:gd name="connsiteX86" fmla="*/ 1178719 w 2543175"/>
              <a:gd name="connsiteY86" fmla="*/ 859631 h 1890712"/>
              <a:gd name="connsiteX87" fmla="*/ 1188244 w 2543175"/>
              <a:gd name="connsiteY87" fmla="*/ 866775 h 1890712"/>
              <a:gd name="connsiteX88" fmla="*/ 1195388 w 2543175"/>
              <a:gd name="connsiteY88" fmla="*/ 871537 h 1890712"/>
              <a:gd name="connsiteX89" fmla="*/ 1212057 w 2543175"/>
              <a:gd name="connsiteY89" fmla="*/ 883444 h 1890712"/>
              <a:gd name="connsiteX90" fmla="*/ 1226344 w 2543175"/>
              <a:gd name="connsiteY90" fmla="*/ 895350 h 1890712"/>
              <a:gd name="connsiteX91" fmla="*/ 1245394 w 2543175"/>
              <a:gd name="connsiteY91" fmla="*/ 907256 h 1890712"/>
              <a:gd name="connsiteX92" fmla="*/ 1254919 w 2543175"/>
              <a:gd name="connsiteY92" fmla="*/ 914400 h 1890712"/>
              <a:gd name="connsiteX93" fmla="*/ 1269207 w 2543175"/>
              <a:gd name="connsiteY93" fmla="*/ 921544 h 1890712"/>
              <a:gd name="connsiteX94" fmla="*/ 1290638 w 2543175"/>
              <a:gd name="connsiteY94" fmla="*/ 935831 h 1890712"/>
              <a:gd name="connsiteX95" fmla="*/ 1307307 w 2543175"/>
              <a:gd name="connsiteY95" fmla="*/ 952500 h 1890712"/>
              <a:gd name="connsiteX96" fmla="*/ 1333500 w 2543175"/>
              <a:gd name="connsiteY96" fmla="*/ 971550 h 1890712"/>
              <a:gd name="connsiteX97" fmla="*/ 1359694 w 2543175"/>
              <a:gd name="connsiteY97" fmla="*/ 990600 h 1890712"/>
              <a:gd name="connsiteX98" fmla="*/ 1373982 w 2543175"/>
              <a:gd name="connsiteY98" fmla="*/ 997744 h 1890712"/>
              <a:gd name="connsiteX99" fmla="*/ 1388269 w 2543175"/>
              <a:gd name="connsiteY99" fmla="*/ 1007269 h 1890712"/>
              <a:gd name="connsiteX100" fmla="*/ 1414463 w 2543175"/>
              <a:gd name="connsiteY100" fmla="*/ 1019175 h 1890712"/>
              <a:gd name="connsiteX101" fmla="*/ 1428750 w 2543175"/>
              <a:gd name="connsiteY101" fmla="*/ 1026319 h 1890712"/>
              <a:gd name="connsiteX102" fmla="*/ 1471613 w 2543175"/>
              <a:gd name="connsiteY102" fmla="*/ 1059656 h 1890712"/>
              <a:gd name="connsiteX103" fmla="*/ 1495425 w 2543175"/>
              <a:gd name="connsiteY103" fmla="*/ 1088231 h 1890712"/>
              <a:gd name="connsiteX104" fmla="*/ 1547812 w 2543175"/>
              <a:gd name="connsiteY104" fmla="*/ 1133475 h 1890712"/>
              <a:gd name="connsiteX105" fmla="*/ 1597819 w 2543175"/>
              <a:gd name="connsiteY105" fmla="*/ 1154906 h 1890712"/>
              <a:gd name="connsiteX106" fmla="*/ 1604963 w 2543175"/>
              <a:gd name="connsiteY106" fmla="*/ 1162050 h 1890712"/>
              <a:gd name="connsiteX107" fmla="*/ 1612107 w 2543175"/>
              <a:gd name="connsiteY107" fmla="*/ 1166812 h 1890712"/>
              <a:gd name="connsiteX108" fmla="*/ 1628775 w 2543175"/>
              <a:gd name="connsiteY108" fmla="*/ 1183481 h 1890712"/>
              <a:gd name="connsiteX109" fmla="*/ 1662113 w 2543175"/>
              <a:gd name="connsiteY109" fmla="*/ 1209675 h 1890712"/>
              <a:gd name="connsiteX110" fmla="*/ 1678782 w 2543175"/>
              <a:gd name="connsiteY110" fmla="*/ 1226344 h 1890712"/>
              <a:gd name="connsiteX111" fmla="*/ 1700213 w 2543175"/>
              <a:gd name="connsiteY111" fmla="*/ 1247775 h 1890712"/>
              <a:gd name="connsiteX112" fmla="*/ 1712119 w 2543175"/>
              <a:gd name="connsiteY112" fmla="*/ 1259681 h 1890712"/>
              <a:gd name="connsiteX113" fmla="*/ 1733550 w 2543175"/>
              <a:gd name="connsiteY113" fmla="*/ 1273969 h 1890712"/>
              <a:gd name="connsiteX114" fmla="*/ 1743075 w 2543175"/>
              <a:gd name="connsiteY114" fmla="*/ 1283494 h 1890712"/>
              <a:gd name="connsiteX115" fmla="*/ 1754982 w 2543175"/>
              <a:gd name="connsiteY115" fmla="*/ 1290637 h 1890712"/>
              <a:gd name="connsiteX116" fmla="*/ 1766888 w 2543175"/>
              <a:gd name="connsiteY116" fmla="*/ 1300162 h 1890712"/>
              <a:gd name="connsiteX117" fmla="*/ 1783557 w 2543175"/>
              <a:gd name="connsiteY117" fmla="*/ 1307306 h 1890712"/>
              <a:gd name="connsiteX118" fmla="*/ 1790700 w 2543175"/>
              <a:gd name="connsiteY118" fmla="*/ 1312069 h 1890712"/>
              <a:gd name="connsiteX119" fmla="*/ 1800225 w 2543175"/>
              <a:gd name="connsiteY119" fmla="*/ 1319212 h 1890712"/>
              <a:gd name="connsiteX120" fmla="*/ 1807369 w 2543175"/>
              <a:gd name="connsiteY120" fmla="*/ 1321594 h 1890712"/>
              <a:gd name="connsiteX121" fmla="*/ 1824038 w 2543175"/>
              <a:gd name="connsiteY121" fmla="*/ 1333500 h 1890712"/>
              <a:gd name="connsiteX122" fmla="*/ 1843088 w 2543175"/>
              <a:gd name="connsiteY122" fmla="*/ 1352550 h 1890712"/>
              <a:gd name="connsiteX123" fmla="*/ 1852613 w 2543175"/>
              <a:gd name="connsiteY123" fmla="*/ 1359694 h 1890712"/>
              <a:gd name="connsiteX124" fmla="*/ 1859757 w 2543175"/>
              <a:gd name="connsiteY124" fmla="*/ 1366837 h 1890712"/>
              <a:gd name="connsiteX125" fmla="*/ 1869282 w 2543175"/>
              <a:gd name="connsiteY125" fmla="*/ 1371600 h 1890712"/>
              <a:gd name="connsiteX126" fmla="*/ 1883569 w 2543175"/>
              <a:gd name="connsiteY126" fmla="*/ 1388269 h 1890712"/>
              <a:gd name="connsiteX127" fmla="*/ 1893094 w 2543175"/>
              <a:gd name="connsiteY127" fmla="*/ 1395412 h 1890712"/>
              <a:gd name="connsiteX128" fmla="*/ 1902619 w 2543175"/>
              <a:gd name="connsiteY128" fmla="*/ 1404937 h 1890712"/>
              <a:gd name="connsiteX129" fmla="*/ 1912144 w 2543175"/>
              <a:gd name="connsiteY129" fmla="*/ 1409700 h 1890712"/>
              <a:gd name="connsiteX130" fmla="*/ 1931194 w 2543175"/>
              <a:gd name="connsiteY130" fmla="*/ 1421606 h 1890712"/>
              <a:gd name="connsiteX131" fmla="*/ 1935957 w 2543175"/>
              <a:gd name="connsiteY131" fmla="*/ 1428750 h 1890712"/>
              <a:gd name="connsiteX132" fmla="*/ 1952625 w 2543175"/>
              <a:gd name="connsiteY132" fmla="*/ 1438275 h 1890712"/>
              <a:gd name="connsiteX133" fmla="*/ 1971675 w 2543175"/>
              <a:gd name="connsiteY133" fmla="*/ 1450181 h 1890712"/>
              <a:gd name="connsiteX134" fmla="*/ 1981200 w 2543175"/>
              <a:gd name="connsiteY134" fmla="*/ 1454944 h 1890712"/>
              <a:gd name="connsiteX135" fmla="*/ 1997869 w 2543175"/>
              <a:gd name="connsiteY135" fmla="*/ 1471612 h 1890712"/>
              <a:gd name="connsiteX136" fmla="*/ 2007394 w 2543175"/>
              <a:gd name="connsiteY136" fmla="*/ 1478756 h 1890712"/>
              <a:gd name="connsiteX137" fmla="*/ 2016919 w 2543175"/>
              <a:gd name="connsiteY137" fmla="*/ 1483519 h 1890712"/>
              <a:gd name="connsiteX138" fmla="*/ 2024063 w 2543175"/>
              <a:gd name="connsiteY138" fmla="*/ 1490662 h 1890712"/>
              <a:gd name="connsiteX139" fmla="*/ 2033588 w 2543175"/>
              <a:gd name="connsiteY139" fmla="*/ 1495425 h 1890712"/>
              <a:gd name="connsiteX140" fmla="*/ 2040732 w 2543175"/>
              <a:gd name="connsiteY140" fmla="*/ 1502569 h 1890712"/>
              <a:gd name="connsiteX141" fmla="*/ 2047875 w 2543175"/>
              <a:gd name="connsiteY141" fmla="*/ 1507331 h 1890712"/>
              <a:gd name="connsiteX142" fmla="*/ 2057400 w 2543175"/>
              <a:gd name="connsiteY142" fmla="*/ 1514475 h 1890712"/>
              <a:gd name="connsiteX143" fmla="*/ 2064544 w 2543175"/>
              <a:gd name="connsiteY143" fmla="*/ 1519237 h 1890712"/>
              <a:gd name="connsiteX144" fmla="*/ 2071688 w 2543175"/>
              <a:gd name="connsiteY144" fmla="*/ 1526381 h 1890712"/>
              <a:gd name="connsiteX145" fmla="*/ 2081213 w 2543175"/>
              <a:gd name="connsiteY145" fmla="*/ 1531144 h 1890712"/>
              <a:gd name="connsiteX146" fmla="*/ 2090738 w 2543175"/>
              <a:gd name="connsiteY146" fmla="*/ 1538287 h 1890712"/>
              <a:gd name="connsiteX147" fmla="*/ 2109788 w 2543175"/>
              <a:gd name="connsiteY147" fmla="*/ 1547812 h 1890712"/>
              <a:gd name="connsiteX148" fmla="*/ 2131219 w 2543175"/>
              <a:gd name="connsiteY148" fmla="*/ 1562100 h 1890712"/>
              <a:gd name="connsiteX149" fmla="*/ 2140744 w 2543175"/>
              <a:gd name="connsiteY149" fmla="*/ 1566862 h 1890712"/>
              <a:gd name="connsiteX150" fmla="*/ 2152650 w 2543175"/>
              <a:gd name="connsiteY150" fmla="*/ 1576387 h 1890712"/>
              <a:gd name="connsiteX151" fmla="*/ 2181225 w 2543175"/>
              <a:gd name="connsiteY151" fmla="*/ 1590675 h 1890712"/>
              <a:gd name="connsiteX152" fmla="*/ 2200275 w 2543175"/>
              <a:gd name="connsiteY152" fmla="*/ 1607344 h 1890712"/>
              <a:gd name="connsiteX153" fmla="*/ 2207419 w 2543175"/>
              <a:gd name="connsiteY153" fmla="*/ 1612106 h 1890712"/>
              <a:gd name="connsiteX154" fmla="*/ 2216944 w 2543175"/>
              <a:gd name="connsiteY154" fmla="*/ 1619250 h 1890712"/>
              <a:gd name="connsiteX155" fmla="*/ 2224088 w 2543175"/>
              <a:gd name="connsiteY155" fmla="*/ 1624012 h 1890712"/>
              <a:gd name="connsiteX156" fmla="*/ 2247900 w 2543175"/>
              <a:gd name="connsiteY156" fmla="*/ 1643062 h 1890712"/>
              <a:gd name="connsiteX157" fmla="*/ 2255044 w 2543175"/>
              <a:gd name="connsiteY157" fmla="*/ 1650206 h 1890712"/>
              <a:gd name="connsiteX158" fmla="*/ 2281238 w 2543175"/>
              <a:gd name="connsiteY158" fmla="*/ 1664494 h 1890712"/>
              <a:gd name="connsiteX159" fmla="*/ 2297907 w 2543175"/>
              <a:gd name="connsiteY159" fmla="*/ 1674019 h 1890712"/>
              <a:gd name="connsiteX160" fmla="*/ 2312194 w 2543175"/>
              <a:gd name="connsiteY160" fmla="*/ 1685925 h 1890712"/>
              <a:gd name="connsiteX161" fmla="*/ 2328863 w 2543175"/>
              <a:gd name="connsiteY161" fmla="*/ 1697831 h 1890712"/>
              <a:gd name="connsiteX162" fmla="*/ 2350294 w 2543175"/>
              <a:gd name="connsiteY162" fmla="*/ 1712119 h 1890712"/>
              <a:gd name="connsiteX163" fmla="*/ 2369344 w 2543175"/>
              <a:gd name="connsiteY163" fmla="*/ 1724025 h 1890712"/>
              <a:gd name="connsiteX164" fmla="*/ 2428876 w 2543175"/>
              <a:gd name="connsiteY164" fmla="*/ 1785938 h 1890712"/>
              <a:gd name="connsiteX165" fmla="*/ 2466975 w 2543175"/>
              <a:gd name="connsiteY165" fmla="*/ 1783556 h 1890712"/>
              <a:gd name="connsiteX166" fmla="*/ 2481263 w 2543175"/>
              <a:gd name="connsiteY166" fmla="*/ 1795462 h 1890712"/>
              <a:gd name="connsiteX167" fmla="*/ 2486025 w 2543175"/>
              <a:gd name="connsiteY167" fmla="*/ 1802606 h 1890712"/>
              <a:gd name="connsiteX168" fmla="*/ 2514600 w 2543175"/>
              <a:gd name="connsiteY168" fmla="*/ 1850231 h 1890712"/>
              <a:gd name="connsiteX169" fmla="*/ 2519363 w 2543175"/>
              <a:gd name="connsiteY169" fmla="*/ 1857375 h 1890712"/>
              <a:gd name="connsiteX170" fmla="*/ 2540794 w 2543175"/>
              <a:gd name="connsiteY170" fmla="*/ 1883569 h 1890712"/>
              <a:gd name="connsiteX171" fmla="*/ 2543175 w 2543175"/>
              <a:gd name="connsiteY171"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54807 w 2543175"/>
              <a:gd name="connsiteY26" fmla="*/ 247650 h 1890712"/>
              <a:gd name="connsiteX27" fmla="*/ 366713 w 2543175"/>
              <a:gd name="connsiteY27" fmla="*/ 264319 h 1890712"/>
              <a:gd name="connsiteX28" fmla="*/ 371475 w 2543175"/>
              <a:gd name="connsiteY28" fmla="*/ 271462 h 1890712"/>
              <a:gd name="connsiteX29" fmla="*/ 385763 w 2543175"/>
              <a:gd name="connsiteY29" fmla="*/ 283369 h 1890712"/>
              <a:gd name="connsiteX30" fmla="*/ 404813 w 2543175"/>
              <a:gd name="connsiteY30" fmla="*/ 295275 h 1890712"/>
              <a:gd name="connsiteX31" fmla="*/ 411957 w 2543175"/>
              <a:gd name="connsiteY31" fmla="*/ 297656 h 1890712"/>
              <a:gd name="connsiteX32" fmla="*/ 466725 w 2543175"/>
              <a:gd name="connsiteY32" fmla="*/ 328612 h 1890712"/>
              <a:gd name="connsiteX33" fmla="*/ 476250 w 2543175"/>
              <a:gd name="connsiteY33" fmla="*/ 335756 h 1890712"/>
              <a:gd name="connsiteX34" fmla="*/ 481013 w 2543175"/>
              <a:gd name="connsiteY34" fmla="*/ 342900 h 1890712"/>
              <a:gd name="connsiteX35" fmla="*/ 490538 w 2543175"/>
              <a:gd name="connsiteY35" fmla="*/ 352425 h 1890712"/>
              <a:gd name="connsiteX36" fmla="*/ 495300 w 2543175"/>
              <a:gd name="connsiteY36" fmla="*/ 359569 h 1890712"/>
              <a:gd name="connsiteX37" fmla="*/ 509588 w 2543175"/>
              <a:gd name="connsiteY37" fmla="*/ 376237 h 1890712"/>
              <a:gd name="connsiteX38" fmla="*/ 514350 w 2543175"/>
              <a:gd name="connsiteY38" fmla="*/ 383381 h 1890712"/>
              <a:gd name="connsiteX39" fmla="*/ 531019 w 2543175"/>
              <a:gd name="connsiteY39" fmla="*/ 397669 h 1890712"/>
              <a:gd name="connsiteX40" fmla="*/ 538163 w 2543175"/>
              <a:gd name="connsiteY40" fmla="*/ 407194 h 1890712"/>
              <a:gd name="connsiteX41" fmla="*/ 554832 w 2543175"/>
              <a:gd name="connsiteY41" fmla="*/ 421481 h 1890712"/>
              <a:gd name="connsiteX42" fmla="*/ 564357 w 2543175"/>
              <a:gd name="connsiteY42" fmla="*/ 431006 h 1890712"/>
              <a:gd name="connsiteX43" fmla="*/ 573882 w 2543175"/>
              <a:gd name="connsiteY43" fmla="*/ 438150 h 1890712"/>
              <a:gd name="connsiteX44" fmla="*/ 595313 w 2543175"/>
              <a:gd name="connsiteY44" fmla="*/ 454819 h 1890712"/>
              <a:gd name="connsiteX45" fmla="*/ 602457 w 2543175"/>
              <a:gd name="connsiteY45" fmla="*/ 457200 h 1890712"/>
              <a:gd name="connsiteX46" fmla="*/ 628650 w 2543175"/>
              <a:gd name="connsiteY46" fmla="*/ 469106 h 1890712"/>
              <a:gd name="connsiteX47" fmla="*/ 645319 w 2543175"/>
              <a:gd name="connsiteY47" fmla="*/ 483394 h 1890712"/>
              <a:gd name="connsiteX48" fmla="*/ 654844 w 2543175"/>
              <a:gd name="connsiteY48" fmla="*/ 488156 h 1890712"/>
              <a:gd name="connsiteX49" fmla="*/ 661988 w 2543175"/>
              <a:gd name="connsiteY49" fmla="*/ 497681 h 1890712"/>
              <a:gd name="connsiteX50" fmla="*/ 683419 w 2543175"/>
              <a:gd name="connsiteY50" fmla="*/ 514350 h 1890712"/>
              <a:gd name="connsiteX51" fmla="*/ 700088 w 2543175"/>
              <a:gd name="connsiteY51" fmla="*/ 526256 h 1890712"/>
              <a:gd name="connsiteX52" fmla="*/ 709613 w 2543175"/>
              <a:gd name="connsiteY52" fmla="*/ 535781 h 1890712"/>
              <a:gd name="connsiteX53" fmla="*/ 719138 w 2543175"/>
              <a:gd name="connsiteY53" fmla="*/ 542925 h 1890712"/>
              <a:gd name="connsiteX54" fmla="*/ 733425 w 2543175"/>
              <a:gd name="connsiteY54" fmla="*/ 557212 h 1890712"/>
              <a:gd name="connsiteX55" fmla="*/ 750094 w 2543175"/>
              <a:gd name="connsiteY55" fmla="*/ 569119 h 1890712"/>
              <a:gd name="connsiteX56" fmla="*/ 769144 w 2543175"/>
              <a:gd name="connsiteY56" fmla="*/ 581025 h 1890712"/>
              <a:gd name="connsiteX57" fmla="*/ 785813 w 2543175"/>
              <a:gd name="connsiteY57" fmla="*/ 590550 h 1890712"/>
              <a:gd name="connsiteX58" fmla="*/ 792957 w 2543175"/>
              <a:gd name="connsiteY58" fmla="*/ 600075 h 1890712"/>
              <a:gd name="connsiteX59" fmla="*/ 809625 w 2543175"/>
              <a:gd name="connsiteY59" fmla="*/ 611981 h 1890712"/>
              <a:gd name="connsiteX60" fmla="*/ 816769 w 2543175"/>
              <a:gd name="connsiteY60" fmla="*/ 619125 h 1890712"/>
              <a:gd name="connsiteX61" fmla="*/ 826294 w 2543175"/>
              <a:gd name="connsiteY61" fmla="*/ 626269 h 1890712"/>
              <a:gd name="connsiteX62" fmla="*/ 840582 w 2543175"/>
              <a:gd name="connsiteY62" fmla="*/ 638175 h 1890712"/>
              <a:gd name="connsiteX63" fmla="*/ 847725 w 2543175"/>
              <a:gd name="connsiteY63" fmla="*/ 645319 h 1890712"/>
              <a:gd name="connsiteX64" fmla="*/ 857250 w 2543175"/>
              <a:gd name="connsiteY64" fmla="*/ 652462 h 1890712"/>
              <a:gd name="connsiteX65" fmla="*/ 864394 w 2543175"/>
              <a:gd name="connsiteY65" fmla="*/ 657225 h 1890712"/>
              <a:gd name="connsiteX66" fmla="*/ 888207 w 2543175"/>
              <a:gd name="connsiteY66" fmla="*/ 676275 h 1890712"/>
              <a:gd name="connsiteX67" fmla="*/ 895350 w 2543175"/>
              <a:gd name="connsiteY67" fmla="*/ 681037 h 1890712"/>
              <a:gd name="connsiteX68" fmla="*/ 907257 w 2543175"/>
              <a:gd name="connsiteY68" fmla="*/ 683419 h 1890712"/>
              <a:gd name="connsiteX69" fmla="*/ 928688 w 2543175"/>
              <a:gd name="connsiteY69" fmla="*/ 695325 h 1890712"/>
              <a:gd name="connsiteX70" fmla="*/ 942975 w 2543175"/>
              <a:gd name="connsiteY70" fmla="*/ 700087 h 1890712"/>
              <a:gd name="connsiteX71" fmla="*/ 964407 w 2543175"/>
              <a:gd name="connsiteY71" fmla="*/ 716756 h 1890712"/>
              <a:gd name="connsiteX72" fmla="*/ 971550 w 2543175"/>
              <a:gd name="connsiteY72" fmla="*/ 723900 h 1890712"/>
              <a:gd name="connsiteX73" fmla="*/ 983457 w 2543175"/>
              <a:gd name="connsiteY73" fmla="*/ 733425 h 1890712"/>
              <a:gd name="connsiteX74" fmla="*/ 990600 w 2543175"/>
              <a:gd name="connsiteY74" fmla="*/ 738187 h 1890712"/>
              <a:gd name="connsiteX75" fmla="*/ 1007269 w 2543175"/>
              <a:gd name="connsiteY75" fmla="*/ 752475 h 1890712"/>
              <a:gd name="connsiteX76" fmla="*/ 1031082 w 2543175"/>
              <a:gd name="connsiteY76" fmla="*/ 766762 h 1890712"/>
              <a:gd name="connsiteX77" fmla="*/ 1042988 w 2543175"/>
              <a:gd name="connsiteY77" fmla="*/ 773906 h 1890712"/>
              <a:gd name="connsiteX78" fmla="*/ 1071563 w 2543175"/>
              <a:gd name="connsiteY78" fmla="*/ 785812 h 1890712"/>
              <a:gd name="connsiteX79" fmla="*/ 1097757 w 2543175"/>
              <a:gd name="connsiteY79" fmla="*/ 807244 h 1890712"/>
              <a:gd name="connsiteX80" fmla="*/ 1104900 w 2543175"/>
              <a:gd name="connsiteY80" fmla="*/ 814387 h 1890712"/>
              <a:gd name="connsiteX81" fmla="*/ 1121569 w 2543175"/>
              <a:gd name="connsiteY81" fmla="*/ 823912 h 1890712"/>
              <a:gd name="connsiteX82" fmla="*/ 1138238 w 2543175"/>
              <a:gd name="connsiteY82" fmla="*/ 835819 h 1890712"/>
              <a:gd name="connsiteX83" fmla="*/ 1147763 w 2543175"/>
              <a:gd name="connsiteY83" fmla="*/ 842962 h 1890712"/>
              <a:gd name="connsiteX84" fmla="*/ 1157288 w 2543175"/>
              <a:gd name="connsiteY84" fmla="*/ 847725 h 1890712"/>
              <a:gd name="connsiteX85" fmla="*/ 1178719 w 2543175"/>
              <a:gd name="connsiteY85" fmla="*/ 859631 h 1890712"/>
              <a:gd name="connsiteX86" fmla="*/ 1188244 w 2543175"/>
              <a:gd name="connsiteY86" fmla="*/ 866775 h 1890712"/>
              <a:gd name="connsiteX87" fmla="*/ 1195388 w 2543175"/>
              <a:gd name="connsiteY87" fmla="*/ 871537 h 1890712"/>
              <a:gd name="connsiteX88" fmla="*/ 1212057 w 2543175"/>
              <a:gd name="connsiteY88" fmla="*/ 883444 h 1890712"/>
              <a:gd name="connsiteX89" fmla="*/ 1226344 w 2543175"/>
              <a:gd name="connsiteY89" fmla="*/ 895350 h 1890712"/>
              <a:gd name="connsiteX90" fmla="*/ 1245394 w 2543175"/>
              <a:gd name="connsiteY90" fmla="*/ 907256 h 1890712"/>
              <a:gd name="connsiteX91" fmla="*/ 1254919 w 2543175"/>
              <a:gd name="connsiteY91" fmla="*/ 914400 h 1890712"/>
              <a:gd name="connsiteX92" fmla="*/ 1269207 w 2543175"/>
              <a:gd name="connsiteY92" fmla="*/ 921544 h 1890712"/>
              <a:gd name="connsiteX93" fmla="*/ 1290638 w 2543175"/>
              <a:gd name="connsiteY93" fmla="*/ 935831 h 1890712"/>
              <a:gd name="connsiteX94" fmla="*/ 1307307 w 2543175"/>
              <a:gd name="connsiteY94" fmla="*/ 952500 h 1890712"/>
              <a:gd name="connsiteX95" fmla="*/ 1333500 w 2543175"/>
              <a:gd name="connsiteY95" fmla="*/ 971550 h 1890712"/>
              <a:gd name="connsiteX96" fmla="*/ 1359694 w 2543175"/>
              <a:gd name="connsiteY96" fmla="*/ 990600 h 1890712"/>
              <a:gd name="connsiteX97" fmla="*/ 1373982 w 2543175"/>
              <a:gd name="connsiteY97" fmla="*/ 997744 h 1890712"/>
              <a:gd name="connsiteX98" fmla="*/ 1388269 w 2543175"/>
              <a:gd name="connsiteY98" fmla="*/ 1007269 h 1890712"/>
              <a:gd name="connsiteX99" fmla="*/ 1414463 w 2543175"/>
              <a:gd name="connsiteY99" fmla="*/ 1019175 h 1890712"/>
              <a:gd name="connsiteX100" fmla="*/ 1428750 w 2543175"/>
              <a:gd name="connsiteY100" fmla="*/ 1026319 h 1890712"/>
              <a:gd name="connsiteX101" fmla="*/ 1471613 w 2543175"/>
              <a:gd name="connsiteY101" fmla="*/ 1059656 h 1890712"/>
              <a:gd name="connsiteX102" fmla="*/ 1495425 w 2543175"/>
              <a:gd name="connsiteY102" fmla="*/ 1088231 h 1890712"/>
              <a:gd name="connsiteX103" fmla="*/ 1547812 w 2543175"/>
              <a:gd name="connsiteY103" fmla="*/ 1133475 h 1890712"/>
              <a:gd name="connsiteX104" fmla="*/ 1597819 w 2543175"/>
              <a:gd name="connsiteY104" fmla="*/ 1154906 h 1890712"/>
              <a:gd name="connsiteX105" fmla="*/ 1604963 w 2543175"/>
              <a:gd name="connsiteY105" fmla="*/ 1162050 h 1890712"/>
              <a:gd name="connsiteX106" fmla="*/ 1612107 w 2543175"/>
              <a:gd name="connsiteY106" fmla="*/ 1166812 h 1890712"/>
              <a:gd name="connsiteX107" fmla="*/ 1628775 w 2543175"/>
              <a:gd name="connsiteY107" fmla="*/ 1183481 h 1890712"/>
              <a:gd name="connsiteX108" fmla="*/ 1662113 w 2543175"/>
              <a:gd name="connsiteY108" fmla="*/ 1209675 h 1890712"/>
              <a:gd name="connsiteX109" fmla="*/ 1678782 w 2543175"/>
              <a:gd name="connsiteY109" fmla="*/ 1226344 h 1890712"/>
              <a:gd name="connsiteX110" fmla="*/ 1700213 w 2543175"/>
              <a:gd name="connsiteY110" fmla="*/ 1247775 h 1890712"/>
              <a:gd name="connsiteX111" fmla="*/ 1712119 w 2543175"/>
              <a:gd name="connsiteY111" fmla="*/ 1259681 h 1890712"/>
              <a:gd name="connsiteX112" fmla="*/ 1733550 w 2543175"/>
              <a:gd name="connsiteY112" fmla="*/ 1273969 h 1890712"/>
              <a:gd name="connsiteX113" fmla="*/ 1743075 w 2543175"/>
              <a:gd name="connsiteY113" fmla="*/ 1283494 h 1890712"/>
              <a:gd name="connsiteX114" fmla="*/ 1754982 w 2543175"/>
              <a:gd name="connsiteY114" fmla="*/ 1290637 h 1890712"/>
              <a:gd name="connsiteX115" fmla="*/ 1766888 w 2543175"/>
              <a:gd name="connsiteY115" fmla="*/ 1300162 h 1890712"/>
              <a:gd name="connsiteX116" fmla="*/ 1783557 w 2543175"/>
              <a:gd name="connsiteY116" fmla="*/ 1307306 h 1890712"/>
              <a:gd name="connsiteX117" fmla="*/ 1790700 w 2543175"/>
              <a:gd name="connsiteY117" fmla="*/ 1312069 h 1890712"/>
              <a:gd name="connsiteX118" fmla="*/ 1800225 w 2543175"/>
              <a:gd name="connsiteY118" fmla="*/ 1319212 h 1890712"/>
              <a:gd name="connsiteX119" fmla="*/ 1807369 w 2543175"/>
              <a:gd name="connsiteY119" fmla="*/ 1321594 h 1890712"/>
              <a:gd name="connsiteX120" fmla="*/ 1824038 w 2543175"/>
              <a:gd name="connsiteY120" fmla="*/ 1333500 h 1890712"/>
              <a:gd name="connsiteX121" fmla="*/ 1843088 w 2543175"/>
              <a:gd name="connsiteY121" fmla="*/ 1352550 h 1890712"/>
              <a:gd name="connsiteX122" fmla="*/ 1852613 w 2543175"/>
              <a:gd name="connsiteY122" fmla="*/ 1359694 h 1890712"/>
              <a:gd name="connsiteX123" fmla="*/ 1859757 w 2543175"/>
              <a:gd name="connsiteY123" fmla="*/ 1366837 h 1890712"/>
              <a:gd name="connsiteX124" fmla="*/ 1869282 w 2543175"/>
              <a:gd name="connsiteY124" fmla="*/ 1371600 h 1890712"/>
              <a:gd name="connsiteX125" fmla="*/ 1883569 w 2543175"/>
              <a:gd name="connsiteY125" fmla="*/ 1388269 h 1890712"/>
              <a:gd name="connsiteX126" fmla="*/ 1893094 w 2543175"/>
              <a:gd name="connsiteY126" fmla="*/ 1395412 h 1890712"/>
              <a:gd name="connsiteX127" fmla="*/ 1902619 w 2543175"/>
              <a:gd name="connsiteY127" fmla="*/ 1404937 h 1890712"/>
              <a:gd name="connsiteX128" fmla="*/ 1912144 w 2543175"/>
              <a:gd name="connsiteY128" fmla="*/ 1409700 h 1890712"/>
              <a:gd name="connsiteX129" fmla="*/ 1931194 w 2543175"/>
              <a:gd name="connsiteY129" fmla="*/ 1421606 h 1890712"/>
              <a:gd name="connsiteX130" fmla="*/ 1935957 w 2543175"/>
              <a:gd name="connsiteY130" fmla="*/ 1428750 h 1890712"/>
              <a:gd name="connsiteX131" fmla="*/ 1952625 w 2543175"/>
              <a:gd name="connsiteY131" fmla="*/ 1438275 h 1890712"/>
              <a:gd name="connsiteX132" fmla="*/ 1971675 w 2543175"/>
              <a:gd name="connsiteY132" fmla="*/ 1450181 h 1890712"/>
              <a:gd name="connsiteX133" fmla="*/ 1981200 w 2543175"/>
              <a:gd name="connsiteY133" fmla="*/ 1454944 h 1890712"/>
              <a:gd name="connsiteX134" fmla="*/ 1997869 w 2543175"/>
              <a:gd name="connsiteY134" fmla="*/ 1471612 h 1890712"/>
              <a:gd name="connsiteX135" fmla="*/ 2007394 w 2543175"/>
              <a:gd name="connsiteY135" fmla="*/ 1478756 h 1890712"/>
              <a:gd name="connsiteX136" fmla="*/ 2016919 w 2543175"/>
              <a:gd name="connsiteY136" fmla="*/ 1483519 h 1890712"/>
              <a:gd name="connsiteX137" fmla="*/ 2024063 w 2543175"/>
              <a:gd name="connsiteY137" fmla="*/ 1490662 h 1890712"/>
              <a:gd name="connsiteX138" fmla="*/ 2033588 w 2543175"/>
              <a:gd name="connsiteY138" fmla="*/ 1495425 h 1890712"/>
              <a:gd name="connsiteX139" fmla="*/ 2040732 w 2543175"/>
              <a:gd name="connsiteY139" fmla="*/ 1502569 h 1890712"/>
              <a:gd name="connsiteX140" fmla="*/ 2047875 w 2543175"/>
              <a:gd name="connsiteY140" fmla="*/ 1507331 h 1890712"/>
              <a:gd name="connsiteX141" fmla="*/ 2057400 w 2543175"/>
              <a:gd name="connsiteY141" fmla="*/ 1514475 h 1890712"/>
              <a:gd name="connsiteX142" fmla="*/ 2064544 w 2543175"/>
              <a:gd name="connsiteY142" fmla="*/ 1519237 h 1890712"/>
              <a:gd name="connsiteX143" fmla="*/ 2071688 w 2543175"/>
              <a:gd name="connsiteY143" fmla="*/ 1526381 h 1890712"/>
              <a:gd name="connsiteX144" fmla="*/ 2081213 w 2543175"/>
              <a:gd name="connsiteY144" fmla="*/ 1531144 h 1890712"/>
              <a:gd name="connsiteX145" fmla="*/ 2090738 w 2543175"/>
              <a:gd name="connsiteY145" fmla="*/ 1538287 h 1890712"/>
              <a:gd name="connsiteX146" fmla="*/ 2109788 w 2543175"/>
              <a:gd name="connsiteY146" fmla="*/ 1547812 h 1890712"/>
              <a:gd name="connsiteX147" fmla="*/ 2131219 w 2543175"/>
              <a:gd name="connsiteY147" fmla="*/ 1562100 h 1890712"/>
              <a:gd name="connsiteX148" fmla="*/ 2140744 w 2543175"/>
              <a:gd name="connsiteY148" fmla="*/ 1566862 h 1890712"/>
              <a:gd name="connsiteX149" fmla="*/ 2152650 w 2543175"/>
              <a:gd name="connsiteY149" fmla="*/ 1576387 h 1890712"/>
              <a:gd name="connsiteX150" fmla="*/ 2181225 w 2543175"/>
              <a:gd name="connsiteY150" fmla="*/ 1590675 h 1890712"/>
              <a:gd name="connsiteX151" fmla="*/ 2200275 w 2543175"/>
              <a:gd name="connsiteY151" fmla="*/ 1607344 h 1890712"/>
              <a:gd name="connsiteX152" fmla="*/ 2207419 w 2543175"/>
              <a:gd name="connsiteY152" fmla="*/ 1612106 h 1890712"/>
              <a:gd name="connsiteX153" fmla="*/ 2216944 w 2543175"/>
              <a:gd name="connsiteY153" fmla="*/ 1619250 h 1890712"/>
              <a:gd name="connsiteX154" fmla="*/ 2224088 w 2543175"/>
              <a:gd name="connsiteY154" fmla="*/ 1624012 h 1890712"/>
              <a:gd name="connsiteX155" fmla="*/ 2247900 w 2543175"/>
              <a:gd name="connsiteY155" fmla="*/ 1643062 h 1890712"/>
              <a:gd name="connsiteX156" fmla="*/ 2255044 w 2543175"/>
              <a:gd name="connsiteY156" fmla="*/ 1650206 h 1890712"/>
              <a:gd name="connsiteX157" fmla="*/ 2281238 w 2543175"/>
              <a:gd name="connsiteY157" fmla="*/ 1664494 h 1890712"/>
              <a:gd name="connsiteX158" fmla="*/ 2297907 w 2543175"/>
              <a:gd name="connsiteY158" fmla="*/ 1674019 h 1890712"/>
              <a:gd name="connsiteX159" fmla="*/ 2312194 w 2543175"/>
              <a:gd name="connsiteY159" fmla="*/ 1685925 h 1890712"/>
              <a:gd name="connsiteX160" fmla="*/ 2328863 w 2543175"/>
              <a:gd name="connsiteY160" fmla="*/ 1697831 h 1890712"/>
              <a:gd name="connsiteX161" fmla="*/ 2350294 w 2543175"/>
              <a:gd name="connsiteY161" fmla="*/ 1712119 h 1890712"/>
              <a:gd name="connsiteX162" fmla="*/ 2369344 w 2543175"/>
              <a:gd name="connsiteY162" fmla="*/ 1724025 h 1890712"/>
              <a:gd name="connsiteX163" fmla="*/ 2428876 w 2543175"/>
              <a:gd name="connsiteY163" fmla="*/ 1785938 h 1890712"/>
              <a:gd name="connsiteX164" fmla="*/ 2466975 w 2543175"/>
              <a:gd name="connsiteY164" fmla="*/ 1783556 h 1890712"/>
              <a:gd name="connsiteX165" fmla="*/ 2481263 w 2543175"/>
              <a:gd name="connsiteY165" fmla="*/ 1795462 h 1890712"/>
              <a:gd name="connsiteX166" fmla="*/ 2486025 w 2543175"/>
              <a:gd name="connsiteY166" fmla="*/ 1802606 h 1890712"/>
              <a:gd name="connsiteX167" fmla="*/ 2514600 w 2543175"/>
              <a:gd name="connsiteY167" fmla="*/ 1850231 h 1890712"/>
              <a:gd name="connsiteX168" fmla="*/ 2519363 w 2543175"/>
              <a:gd name="connsiteY168" fmla="*/ 1857375 h 1890712"/>
              <a:gd name="connsiteX169" fmla="*/ 2540794 w 2543175"/>
              <a:gd name="connsiteY169" fmla="*/ 1883569 h 1890712"/>
              <a:gd name="connsiteX170" fmla="*/ 2543175 w 2543175"/>
              <a:gd name="connsiteY17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33375 w 2543175"/>
              <a:gd name="connsiteY25" fmla="*/ 228600 h 1890712"/>
              <a:gd name="connsiteX26" fmla="*/ 354807 w 2543175"/>
              <a:gd name="connsiteY26" fmla="*/ 247650 h 1890712"/>
              <a:gd name="connsiteX27" fmla="*/ 366713 w 2543175"/>
              <a:gd name="connsiteY27" fmla="*/ 264319 h 1890712"/>
              <a:gd name="connsiteX28" fmla="*/ 371475 w 2543175"/>
              <a:gd name="connsiteY28" fmla="*/ 271462 h 1890712"/>
              <a:gd name="connsiteX29" fmla="*/ 385763 w 2543175"/>
              <a:gd name="connsiteY29" fmla="*/ 283369 h 1890712"/>
              <a:gd name="connsiteX30" fmla="*/ 404813 w 2543175"/>
              <a:gd name="connsiteY30" fmla="*/ 295275 h 1890712"/>
              <a:gd name="connsiteX31" fmla="*/ 411957 w 2543175"/>
              <a:gd name="connsiteY31" fmla="*/ 297656 h 1890712"/>
              <a:gd name="connsiteX32" fmla="*/ 466725 w 2543175"/>
              <a:gd name="connsiteY32" fmla="*/ 328612 h 1890712"/>
              <a:gd name="connsiteX33" fmla="*/ 476250 w 2543175"/>
              <a:gd name="connsiteY33" fmla="*/ 335756 h 1890712"/>
              <a:gd name="connsiteX34" fmla="*/ 481013 w 2543175"/>
              <a:gd name="connsiteY34" fmla="*/ 342900 h 1890712"/>
              <a:gd name="connsiteX35" fmla="*/ 490538 w 2543175"/>
              <a:gd name="connsiteY35" fmla="*/ 352425 h 1890712"/>
              <a:gd name="connsiteX36" fmla="*/ 495300 w 2543175"/>
              <a:gd name="connsiteY36" fmla="*/ 359569 h 1890712"/>
              <a:gd name="connsiteX37" fmla="*/ 509588 w 2543175"/>
              <a:gd name="connsiteY37" fmla="*/ 376237 h 1890712"/>
              <a:gd name="connsiteX38" fmla="*/ 514350 w 2543175"/>
              <a:gd name="connsiteY38" fmla="*/ 383381 h 1890712"/>
              <a:gd name="connsiteX39" fmla="*/ 531019 w 2543175"/>
              <a:gd name="connsiteY39" fmla="*/ 397669 h 1890712"/>
              <a:gd name="connsiteX40" fmla="*/ 538163 w 2543175"/>
              <a:gd name="connsiteY40" fmla="*/ 407194 h 1890712"/>
              <a:gd name="connsiteX41" fmla="*/ 554832 w 2543175"/>
              <a:gd name="connsiteY41" fmla="*/ 421481 h 1890712"/>
              <a:gd name="connsiteX42" fmla="*/ 564357 w 2543175"/>
              <a:gd name="connsiteY42" fmla="*/ 431006 h 1890712"/>
              <a:gd name="connsiteX43" fmla="*/ 573882 w 2543175"/>
              <a:gd name="connsiteY43" fmla="*/ 438150 h 1890712"/>
              <a:gd name="connsiteX44" fmla="*/ 595313 w 2543175"/>
              <a:gd name="connsiteY44" fmla="*/ 454819 h 1890712"/>
              <a:gd name="connsiteX45" fmla="*/ 602457 w 2543175"/>
              <a:gd name="connsiteY45" fmla="*/ 457200 h 1890712"/>
              <a:gd name="connsiteX46" fmla="*/ 628650 w 2543175"/>
              <a:gd name="connsiteY46" fmla="*/ 469106 h 1890712"/>
              <a:gd name="connsiteX47" fmla="*/ 645319 w 2543175"/>
              <a:gd name="connsiteY47" fmla="*/ 483394 h 1890712"/>
              <a:gd name="connsiteX48" fmla="*/ 654844 w 2543175"/>
              <a:gd name="connsiteY48" fmla="*/ 488156 h 1890712"/>
              <a:gd name="connsiteX49" fmla="*/ 661988 w 2543175"/>
              <a:gd name="connsiteY49" fmla="*/ 497681 h 1890712"/>
              <a:gd name="connsiteX50" fmla="*/ 683419 w 2543175"/>
              <a:gd name="connsiteY50" fmla="*/ 514350 h 1890712"/>
              <a:gd name="connsiteX51" fmla="*/ 700088 w 2543175"/>
              <a:gd name="connsiteY51" fmla="*/ 526256 h 1890712"/>
              <a:gd name="connsiteX52" fmla="*/ 709613 w 2543175"/>
              <a:gd name="connsiteY52" fmla="*/ 535781 h 1890712"/>
              <a:gd name="connsiteX53" fmla="*/ 719138 w 2543175"/>
              <a:gd name="connsiteY53" fmla="*/ 542925 h 1890712"/>
              <a:gd name="connsiteX54" fmla="*/ 733425 w 2543175"/>
              <a:gd name="connsiteY54" fmla="*/ 557212 h 1890712"/>
              <a:gd name="connsiteX55" fmla="*/ 750094 w 2543175"/>
              <a:gd name="connsiteY55" fmla="*/ 569119 h 1890712"/>
              <a:gd name="connsiteX56" fmla="*/ 769144 w 2543175"/>
              <a:gd name="connsiteY56" fmla="*/ 581025 h 1890712"/>
              <a:gd name="connsiteX57" fmla="*/ 785813 w 2543175"/>
              <a:gd name="connsiteY57" fmla="*/ 590550 h 1890712"/>
              <a:gd name="connsiteX58" fmla="*/ 792957 w 2543175"/>
              <a:gd name="connsiteY58" fmla="*/ 600075 h 1890712"/>
              <a:gd name="connsiteX59" fmla="*/ 809625 w 2543175"/>
              <a:gd name="connsiteY59" fmla="*/ 611981 h 1890712"/>
              <a:gd name="connsiteX60" fmla="*/ 816769 w 2543175"/>
              <a:gd name="connsiteY60" fmla="*/ 619125 h 1890712"/>
              <a:gd name="connsiteX61" fmla="*/ 826294 w 2543175"/>
              <a:gd name="connsiteY61" fmla="*/ 626269 h 1890712"/>
              <a:gd name="connsiteX62" fmla="*/ 840582 w 2543175"/>
              <a:gd name="connsiteY62" fmla="*/ 638175 h 1890712"/>
              <a:gd name="connsiteX63" fmla="*/ 847725 w 2543175"/>
              <a:gd name="connsiteY63" fmla="*/ 645319 h 1890712"/>
              <a:gd name="connsiteX64" fmla="*/ 857250 w 2543175"/>
              <a:gd name="connsiteY64" fmla="*/ 652462 h 1890712"/>
              <a:gd name="connsiteX65" fmla="*/ 864394 w 2543175"/>
              <a:gd name="connsiteY65" fmla="*/ 657225 h 1890712"/>
              <a:gd name="connsiteX66" fmla="*/ 888207 w 2543175"/>
              <a:gd name="connsiteY66" fmla="*/ 676275 h 1890712"/>
              <a:gd name="connsiteX67" fmla="*/ 895350 w 2543175"/>
              <a:gd name="connsiteY67" fmla="*/ 681037 h 1890712"/>
              <a:gd name="connsiteX68" fmla="*/ 907257 w 2543175"/>
              <a:gd name="connsiteY68" fmla="*/ 683419 h 1890712"/>
              <a:gd name="connsiteX69" fmla="*/ 928688 w 2543175"/>
              <a:gd name="connsiteY69" fmla="*/ 695325 h 1890712"/>
              <a:gd name="connsiteX70" fmla="*/ 942975 w 2543175"/>
              <a:gd name="connsiteY70" fmla="*/ 700087 h 1890712"/>
              <a:gd name="connsiteX71" fmla="*/ 964407 w 2543175"/>
              <a:gd name="connsiteY71" fmla="*/ 716756 h 1890712"/>
              <a:gd name="connsiteX72" fmla="*/ 971550 w 2543175"/>
              <a:gd name="connsiteY72" fmla="*/ 723900 h 1890712"/>
              <a:gd name="connsiteX73" fmla="*/ 983457 w 2543175"/>
              <a:gd name="connsiteY73" fmla="*/ 733425 h 1890712"/>
              <a:gd name="connsiteX74" fmla="*/ 990600 w 2543175"/>
              <a:gd name="connsiteY74" fmla="*/ 738187 h 1890712"/>
              <a:gd name="connsiteX75" fmla="*/ 1007269 w 2543175"/>
              <a:gd name="connsiteY75" fmla="*/ 752475 h 1890712"/>
              <a:gd name="connsiteX76" fmla="*/ 1031082 w 2543175"/>
              <a:gd name="connsiteY76" fmla="*/ 766762 h 1890712"/>
              <a:gd name="connsiteX77" fmla="*/ 1042988 w 2543175"/>
              <a:gd name="connsiteY77" fmla="*/ 773906 h 1890712"/>
              <a:gd name="connsiteX78" fmla="*/ 1071563 w 2543175"/>
              <a:gd name="connsiteY78" fmla="*/ 785812 h 1890712"/>
              <a:gd name="connsiteX79" fmla="*/ 1097757 w 2543175"/>
              <a:gd name="connsiteY79" fmla="*/ 807244 h 1890712"/>
              <a:gd name="connsiteX80" fmla="*/ 1104900 w 2543175"/>
              <a:gd name="connsiteY80" fmla="*/ 814387 h 1890712"/>
              <a:gd name="connsiteX81" fmla="*/ 1121569 w 2543175"/>
              <a:gd name="connsiteY81" fmla="*/ 823912 h 1890712"/>
              <a:gd name="connsiteX82" fmla="*/ 1138238 w 2543175"/>
              <a:gd name="connsiteY82" fmla="*/ 835819 h 1890712"/>
              <a:gd name="connsiteX83" fmla="*/ 1147763 w 2543175"/>
              <a:gd name="connsiteY83" fmla="*/ 842962 h 1890712"/>
              <a:gd name="connsiteX84" fmla="*/ 1157288 w 2543175"/>
              <a:gd name="connsiteY84" fmla="*/ 847725 h 1890712"/>
              <a:gd name="connsiteX85" fmla="*/ 1178719 w 2543175"/>
              <a:gd name="connsiteY85" fmla="*/ 859631 h 1890712"/>
              <a:gd name="connsiteX86" fmla="*/ 1188244 w 2543175"/>
              <a:gd name="connsiteY86" fmla="*/ 866775 h 1890712"/>
              <a:gd name="connsiteX87" fmla="*/ 1195388 w 2543175"/>
              <a:gd name="connsiteY87" fmla="*/ 871537 h 1890712"/>
              <a:gd name="connsiteX88" fmla="*/ 1212057 w 2543175"/>
              <a:gd name="connsiteY88" fmla="*/ 883444 h 1890712"/>
              <a:gd name="connsiteX89" fmla="*/ 1226344 w 2543175"/>
              <a:gd name="connsiteY89" fmla="*/ 895350 h 1890712"/>
              <a:gd name="connsiteX90" fmla="*/ 1245394 w 2543175"/>
              <a:gd name="connsiteY90" fmla="*/ 907256 h 1890712"/>
              <a:gd name="connsiteX91" fmla="*/ 1254919 w 2543175"/>
              <a:gd name="connsiteY91" fmla="*/ 914400 h 1890712"/>
              <a:gd name="connsiteX92" fmla="*/ 1269207 w 2543175"/>
              <a:gd name="connsiteY92" fmla="*/ 921544 h 1890712"/>
              <a:gd name="connsiteX93" fmla="*/ 1290638 w 2543175"/>
              <a:gd name="connsiteY93" fmla="*/ 935831 h 1890712"/>
              <a:gd name="connsiteX94" fmla="*/ 1307307 w 2543175"/>
              <a:gd name="connsiteY94" fmla="*/ 952500 h 1890712"/>
              <a:gd name="connsiteX95" fmla="*/ 1333500 w 2543175"/>
              <a:gd name="connsiteY95" fmla="*/ 971550 h 1890712"/>
              <a:gd name="connsiteX96" fmla="*/ 1359694 w 2543175"/>
              <a:gd name="connsiteY96" fmla="*/ 990600 h 1890712"/>
              <a:gd name="connsiteX97" fmla="*/ 1373982 w 2543175"/>
              <a:gd name="connsiteY97" fmla="*/ 997744 h 1890712"/>
              <a:gd name="connsiteX98" fmla="*/ 1388269 w 2543175"/>
              <a:gd name="connsiteY98" fmla="*/ 1007269 h 1890712"/>
              <a:gd name="connsiteX99" fmla="*/ 1414463 w 2543175"/>
              <a:gd name="connsiteY99" fmla="*/ 1019175 h 1890712"/>
              <a:gd name="connsiteX100" fmla="*/ 1428750 w 2543175"/>
              <a:gd name="connsiteY100" fmla="*/ 1026319 h 1890712"/>
              <a:gd name="connsiteX101" fmla="*/ 1471613 w 2543175"/>
              <a:gd name="connsiteY101" fmla="*/ 1059656 h 1890712"/>
              <a:gd name="connsiteX102" fmla="*/ 1495425 w 2543175"/>
              <a:gd name="connsiteY102" fmla="*/ 1088231 h 1890712"/>
              <a:gd name="connsiteX103" fmla="*/ 1547812 w 2543175"/>
              <a:gd name="connsiteY103" fmla="*/ 1133475 h 1890712"/>
              <a:gd name="connsiteX104" fmla="*/ 1597819 w 2543175"/>
              <a:gd name="connsiteY104" fmla="*/ 1154906 h 1890712"/>
              <a:gd name="connsiteX105" fmla="*/ 1604963 w 2543175"/>
              <a:gd name="connsiteY105" fmla="*/ 1162050 h 1890712"/>
              <a:gd name="connsiteX106" fmla="*/ 1612107 w 2543175"/>
              <a:gd name="connsiteY106" fmla="*/ 1166812 h 1890712"/>
              <a:gd name="connsiteX107" fmla="*/ 1628775 w 2543175"/>
              <a:gd name="connsiteY107" fmla="*/ 1183481 h 1890712"/>
              <a:gd name="connsiteX108" fmla="*/ 1662113 w 2543175"/>
              <a:gd name="connsiteY108" fmla="*/ 1209675 h 1890712"/>
              <a:gd name="connsiteX109" fmla="*/ 1678782 w 2543175"/>
              <a:gd name="connsiteY109" fmla="*/ 1226344 h 1890712"/>
              <a:gd name="connsiteX110" fmla="*/ 1700213 w 2543175"/>
              <a:gd name="connsiteY110" fmla="*/ 1247775 h 1890712"/>
              <a:gd name="connsiteX111" fmla="*/ 1712119 w 2543175"/>
              <a:gd name="connsiteY111" fmla="*/ 1259681 h 1890712"/>
              <a:gd name="connsiteX112" fmla="*/ 1733550 w 2543175"/>
              <a:gd name="connsiteY112" fmla="*/ 1273969 h 1890712"/>
              <a:gd name="connsiteX113" fmla="*/ 1743075 w 2543175"/>
              <a:gd name="connsiteY113" fmla="*/ 1283494 h 1890712"/>
              <a:gd name="connsiteX114" fmla="*/ 1754982 w 2543175"/>
              <a:gd name="connsiteY114" fmla="*/ 1290637 h 1890712"/>
              <a:gd name="connsiteX115" fmla="*/ 1766888 w 2543175"/>
              <a:gd name="connsiteY115" fmla="*/ 1300162 h 1890712"/>
              <a:gd name="connsiteX116" fmla="*/ 1783557 w 2543175"/>
              <a:gd name="connsiteY116" fmla="*/ 1307306 h 1890712"/>
              <a:gd name="connsiteX117" fmla="*/ 1790700 w 2543175"/>
              <a:gd name="connsiteY117" fmla="*/ 1312069 h 1890712"/>
              <a:gd name="connsiteX118" fmla="*/ 1800225 w 2543175"/>
              <a:gd name="connsiteY118" fmla="*/ 1319212 h 1890712"/>
              <a:gd name="connsiteX119" fmla="*/ 1807369 w 2543175"/>
              <a:gd name="connsiteY119" fmla="*/ 1321594 h 1890712"/>
              <a:gd name="connsiteX120" fmla="*/ 1824038 w 2543175"/>
              <a:gd name="connsiteY120" fmla="*/ 1333500 h 1890712"/>
              <a:gd name="connsiteX121" fmla="*/ 1843088 w 2543175"/>
              <a:gd name="connsiteY121" fmla="*/ 1352550 h 1890712"/>
              <a:gd name="connsiteX122" fmla="*/ 1852613 w 2543175"/>
              <a:gd name="connsiteY122" fmla="*/ 1359694 h 1890712"/>
              <a:gd name="connsiteX123" fmla="*/ 1859757 w 2543175"/>
              <a:gd name="connsiteY123" fmla="*/ 1366837 h 1890712"/>
              <a:gd name="connsiteX124" fmla="*/ 1869282 w 2543175"/>
              <a:gd name="connsiteY124" fmla="*/ 1371600 h 1890712"/>
              <a:gd name="connsiteX125" fmla="*/ 1883569 w 2543175"/>
              <a:gd name="connsiteY125" fmla="*/ 1388269 h 1890712"/>
              <a:gd name="connsiteX126" fmla="*/ 1893094 w 2543175"/>
              <a:gd name="connsiteY126" fmla="*/ 1395412 h 1890712"/>
              <a:gd name="connsiteX127" fmla="*/ 1902619 w 2543175"/>
              <a:gd name="connsiteY127" fmla="*/ 1404937 h 1890712"/>
              <a:gd name="connsiteX128" fmla="*/ 1912144 w 2543175"/>
              <a:gd name="connsiteY128" fmla="*/ 1409700 h 1890712"/>
              <a:gd name="connsiteX129" fmla="*/ 1931194 w 2543175"/>
              <a:gd name="connsiteY129" fmla="*/ 1421606 h 1890712"/>
              <a:gd name="connsiteX130" fmla="*/ 1935957 w 2543175"/>
              <a:gd name="connsiteY130" fmla="*/ 1428750 h 1890712"/>
              <a:gd name="connsiteX131" fmla="*/ 1952625 w 2543175"/>
              <a:gd name="connsiteY131" fmla="*/ 1438275 h 1890712"/>
              <a:gd name="connsiteX132" fmla="*/ 1971675 w 2543175"/>
              <a:gd name="connsiteY132" fmla="*/ 1450181 h 1890712"/>
              <a:gd name="connsiteX133" fmla="*/ 1981200 w 2543175"/>
              <a:gd name="connsiteY133" fmla="*/ 1454944 h 1890712"/>
              <a:gd name="connsiteX134" fmla="*/ 1997869 w 2543175"/>
              <a:gd name="connsiteY134" fmla="*/ 1471612 h 1890712"/>
              <a:gd name="connsiteX135" fmla="*/ 2007394 w 2543175"/>
              <a:gd name="connsiteY135" fmla="*/ 1478756 h 1890712"/>
              <a:gd name="connsiteX136" fmla="*/ 2016919 w 2543175"/>
              <a:gd name="connsiteY136" fmla="*/ 1483519 h 1890712"/>
              <a:gd name="connsiteX137" fmla="*/ 2024063 w 2543175"/>
              <a:gd name="connsiteY137" fmla="*/ 1490662 h 1890712"/>
              <a:gd name="connsiteX138" fmla="*/ 2033588 w 2543175"/>
              <a:gd name="connsiteY138" fmla="*/ 1495425 h 1890712"/>
              <a:gd name="connsiteX139" fmla="*/ 2040732 w 2543175"/>
              <a:gd name="connsiteY139" fmla="*/ 1502569 h 1890712"/>
              <a:gd name="connsiteX140" fmla="*/ 2047875 w 2543175"/>
              <a:gd name="connsiteY140" fmla="*/ 1507331 h 1890712"/>
              <a:gd name="connsiteX141" fmla="*/ 2057400 w 2543175"/>
              <a:gd name="connsiteY141" fmla="*/ 1514475 h 1890712"/>
              <a:gd name="connsiteX142" fmla="*/ 2064544 w 2543175"/>
              <a:gd name="connsiteY142" fmla="*/ 1519237 h 1890712"/>
              <a:gd name="connsiteX143" fmla="*/ 2071688 w 2543175"/>
              <a:gd name="connsiteY143" fmla="*/ 1526381 h 1890712"/>
              <a:gd name="connsiteX144" fmla="*/ 2081213 w 2543175"/>
              <a:gd name="connsiteY144" fmla="*/ 1531144 h 1890712"/>
              <a:gd name="connsiteX145" fmla="*/ 2090738 w 2543175"/>
              <a:gd name="connsiteY145" fmla="*/ 1538287 h 1890712"/>
              <a:gd name="connsiteX146" fmla="*/ 2109788 w 2543175"/>
              <a:gd name="connsiteY146" fmla="*/ 1547812 h 1890712"/>
              <a:gd name="connsiteX147" fmla="*/ 2131219 w 2543175"/>
              <a:gd name="connsiteY147" fmla="*/ 1562100 h 1890712"/>
              <a:gd name="connsiteX148" fmla="*/ 2140744 w 2543175"/>
              <a:gd name="connsiteY148" fmla="*/ 1566862 h 1890712"/>
              <a:gd name="connsiteX149" fmla="*/ 2152650 w 2543175"/>
              <a:gd name="connsiteY149" fmla="*/ 1576387 h 1890712"/>
              <a:gd name="connsiteX150" fmla="*/ 2181225 w 2543175"/>
              <a:gd name="connsiteY150" fmla="*/ 1590675 h 1890712"/>
              <a:gd name="connsiteX151" fmla="*/ 2200275 w 2543175"/>
              <a:gd name="connsiteY151" fmla="*/ 1607344 h 1890712"/>
              <a:gd name="connsiteX152" fmla="*/ 2207419 w 2543175"/>
              <a:gd name="connsiteY152" fmla="*/ 1612106 h 1890712"/>
              <a:gd name="connsiteX153" fmla="*/ 2216944 w 2543175"/>
              <a:gd name="connsiteY153" fmla="*/ 1619250 h 1890712"/>
              <a:gd name="connsiteX154" fmla="*/ 2224088 w 2543175"/>
              <a:gd name="connsiteY154" fmla="*/ 1624012 h 1890712"/>
              <a:gd name="connsiteX155" fmla="*/ 2247900 w 2543175"/>
              <a:gd name="connsiteY155" fmla="*/ 1643062 h 1890712"/>
              <a:gd name="connsiteX156" fmla="*/ 2255044 w 2543175"/>
              <a:gd name="connsiteY156" fmla="*/ 1650206 h 1890712"/>
              <a:gd name="connsiteX157" fmla="*/ 2281238 w 2543175"/>
              <a:gd name="connsiteY157" fmla="*/ 1664494 h 1890712"/>
              <a:gd name="connsiteX158" fmla="*/ 2297907 w 2543175"/>
              <a:gd name="connsiteY158" fmla="*/ 1674019 h 1890712"/>
              <a:gd name="connsiteX159" fmla="*/ 2312194 w 2543175"/>
              <a:gd name="connsiteY159" fmla="*/ 1685925 h 1890712"/>
              <a:gd name="connsiteX160" fmla="*/ 2328863 w 2543175"/>
              <a:gd name="connsiteY160" fmla="*/ 1697831 h 1890712"/>
              <a:gd name="connsiteX161" fmla="*/ 2350294 w 2543175"/>
              <a:gd name="connsiteY161" fmla="*/ 1712119 h 1890712"/>
              <a:gd name="connsiteX162" fmla="*/ 2369344 w 2543175"/>
              <a:gd name="connsiteY162" fmla="*/ 1724025 h 1890712"/>
              <a:gd name="connsiteX163" fmla="*/ 2428876 w 2543175"/>
              <a:gd name="connsiteY163" fmla="*/ 1785938 h 1890712"/>
              <a:gd name="connsiteX164" fmla="*/ 2466975 w 2543175"/>
              <a:gd name="connsiteY164" fmla="*/ 1783556 h 1890712"/>
              <a:gd name="connsiteX165" fmla="*/ 2481263 w 2543175"/>
              <a:gd name="connsiteY165" fmla="*/ 1795462 h 1890712"/>
              <a:gd name="connsiteX166" fmla="*/ 2486025 w 2543175"/>
              <a:gd name="connsiteY166" fmla="*/ 1802606 h 1890712"/>
              <a:gd name="connsiteX167" fmla="*/ 2514600 w 2543175"/>
              <a:gd name="connsiteY167" fmla="*/ 1850231 h 1890712"/>
              <a:gd name="connsiteX168" fmla="*/ 2519363 w 2543175"/>
              <a:gd name="connsiteY168" fmla="*/ 1857375 h 1890712"/>
              <a:gd name="connsiteX169" fmla="*/ 2540794 w 2543175"/>
              <a:gd name="connsiteY169" fmla="*/ 1883569 h 1890712"/>
              <a:gd name="connsiteX170" fmla="*/ 2543175 w 2543175"/>
              <a:gd name="connsiteY17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54807 w 2543175"/>
              <a:gd name="connsiteY25" fmla="*/ 247650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73982 w 2543175"/>
              <a:gd name="connsiteY96" fmla="*/ 997744 h 1890712"/>
              <a:gd name="connsiteX97" fmla="*/ 1388269 w 2543175"/>
              <a:gd name="connsiteY97" fmla="*/ 1007269 h 1890712"/>
              <a:gd name="connsiteX98" fmla="*/ 1414463 w 2543175"/>
              <a:gd name="connsiteY98" fmla="*/ 1019175 h 1890712"/>
              <a:gd name="connsiteX99" fmla="*/ 1428750 w 2543175"/>
              <a:gd name="connsiteY99" fmla="*/ 1026319 h 1890712"/>
              <a:gd name="connsiteX100" fmla="*/ 1471613 w 2543175"/>
              <a:gd name="connsiteY100" fmla="*/ 1059656 h 1890712"/>
              <a:gd name="connsiteX101" fmla="*/ 1495425 w 2543175"/>
              <a:gd name="connsiteY101" fmla="*/ 1088231 h 1890712"/>
              <a:gd name="connsiteX102" fmla="*/ 1547812 w 2543175"/>
              <a:gd name="connsiteY102" fmla="*/ 1133475 h 1890712"/>
              <a:gd name="connsiteX103" fmla="*/ 1597819 w 2543175"/>
              <a:gd name="connsiteY103" fmla="*/ 1154906 h 1890712"/>
              <a:gd name="connsiteX104" fmla="*/ 1604963 w 2543175"/>
              <a:gd name="connsiteY104" fmla="*/ 1162050 h 1890712"/>
              <a:gd name="connsiteX105" fmla="*/ 1612107 w 2543175"/>
              <a:gd name="connsiteY105" fmla="*/ 1166812 h 1890712"/>
              <a:gd name="connsiteX106" fmla="*/ 1628775 w 2543175"/>
              <a:gd name="connsiteY106" fmla="*/ 1183481 h 1890712"/>
              <a:gd name="connsiteX107" fmla="*/ 1662113 w 2543175"/>
              <a:gd name="connsiteY107" fmla="*/ 1209675 h 1890712"/>
              <a:gd name="connsiteX108" fmla="*/ 1678782 w 2543175"/>
              <a:gd name="connsiteY108" fmla="*/ 1226344 h 1890712"/>
              <a:gd name="connsiteX109" fmla="*/ 1700213 w 2543175"/>
              <a:gd name="connsiteY109" fmla="*/ 1247775 h 1890712"/>
              <a:gd name="connsiteX110" fmla="*/ 1712119 w 2543175"/>
              <a:gd name="connsiteY110" fmla="*/ 1259681 h 1890712"/>
              <a:gd name="connsiteX111" fmla="*/ 1733550 w 2543175"/>
              <a:gd name="connsiteY111" fmla="*/ 1273969 h 1890712"/>
              <a:gd name="connsiteX112" fmla="*/ 1743075 w 2543175"/>
              <a:gd name="connsiteY112" fmla="*/ 1283494 h 1890712"/>
              <a:gd name="connsiteX113" fmla="*/ 1754982 w 2543175"/>
              <a:gd name="connsiteY113" fmla="*/ 1290637 h 1890712"/>
              <a:gd name="connsiteX114" fmla="*/ 1766888 w 2543175"/>
              <a:gd name="connsiteY114" fmla="*/ 1300162 h 1890712"/>
              <a:gd name="connsiteX115" fmla="*/ 1783557 w 2543175"/>
              <a:gd name="connsiteY115" fmla="*/ 1307306 h 1890712"/>
              <a:gd name="connsiteX116" fmla="*/ 1790700 w 2543175"/>
              <a:gd name="connsiteY116" fmla="*/ 1312069 h 1890712"/>
              <a:gd name="connsiteX117" fmla="*/ 1800225 w 2543175"/>
              <a:gd name="connsiteY117" fmla="*/ 1319212 h 1890712"/>
              <a:gd name="connsiteX118" fmla="*/ 1807369 w 2543175"/>
              <a:gd name="connsiteY118" fmla="*/ 1321594 h 1890712"/>
              <a:gd name="connsiteX119" fmla="*/ 1824038 w 2543175"/>
              <a:gd name="connsiteY119" fmla="*/ 1333500 h 1890712"/>
              <a:gd name="connsiteX120" fmla="*/ 1843088 w 2543175"/>
              <a:gd name="connsiteY120" fmla="*/ 1352550 h 1890712"/>
              <a:gd name="connsiteX121" fmla="*/ 1852613 w 2543175"/>
              <a:gd name="connsiteY121" fmla="*/ 1359694 h 1890712"/>
              <a:gd name="connsiteX122" fmla="*/ 1859757 w 2543175"/>
              <a:gd name="connsiteY122" fmla="*/ 1366837 h 1890712"/>
              <a:gd name="connsiteX123" fmla="*/ 1869282 w 2543175"/>
              <a:gd name="connsiteY123" fmla="*/ 1371600 h 1890712"/>
              <a:gd name="connsiteX124" fmla="*/ 1883569 w 2543175"/>
              <a:gd name="connsiteY124" fmla="*/ 1388269 h 1890712"/>
              <a:gd name="connsiteX125" fmla="*/ 1893094 w 2543175"/>
              <a:gd name="connsiteY125" fmla="*/ 1395412 h 1890712"/>
              <a:gd name="connsiteX126" fmla="*/ 1902619 w 2543175"/>
              <a:gd name="connsiteY126" fmla="*/ 1404937 h 1890712"/>
              <a:gd name="connsiteX127" fmla="*/ 1912144 w 2543175"/>
              <a:gd name="connsiteY127" fmla="*/ 1409700 h 1890712"/>
              <a:gd name="connsiteX128" fmla="*/ 1931194 w 2543175"/>
              <a:gd name="connsiteY128" fmla="*/ 1421606 h 1890712"/>
              <a:gd name="connsiteX129" fmla="*/ 1935957 w 2543175"/>
              <a:gd name="connsiteY129" fmla="*/ 1428750 h 1890712"/>
              <a:gd name="connsiteX130" fmla="*/ 1952625 w 2543175"/>
              <a:gd name="connsiteY130" fmla="*/ 1438275 h 1890712"/>
              <a:gd name="connsiteX131" fmla="*/ 1971675 w 2543175"/>
              <a:gd name="connsiteY131" fmla="*/ 1450181 h 1890712"/>
              <a:gd name="connsiteX132" fmla="*/ 1981200 w 2543175"/>
              <a:gd name="connsiteY132" fmla="*/ 1454944 h 1890712"/>
              <a:gd name="connsiteX133" fmla="*/ 1997869 w 2543175"/>
              <a:gd name="connsiteY133" fmla="*/ 1471612 h 1890712"/>
              <a:gd name="connsiteX134" fmla="*/ 2007394 w 2543175"/>
              <a:gd name="connsiteY134" fmla="*/ 1478756 h 1890712"/>
              <a:gd name="connsiteX135" fmla="*/ 2016919 w 2543175"/>
              <a:gd name="connsiteY135" fmla="*/ 1483519 h 1890712"/>
              <a:gd name="connsiteX136" fmla="*/ 2024063 w 2543175"/>
              <a:gd name="connsiteY136" fmla="*/ 1490662 h 1890712"/>
              <a:gd name="connsiteX137" fmla="*/ 2033588 w 2543175"/>
              <a:gd name="connsiteY137" fmla="*/ 1495425 h 1890712"/>
              <a:gd name="connsiteX138" fmla="*/ 2040732 w 2543175"/>
              <a:gd name="connsiteY138" fmla="*/ 1502569 h 1890712"/>
              <a:gd name="connsiteX139" fmla="*/ 2047875 w 2543175"/>
              <a:gd name="connsiteY139" fmla="*/ 1507331 h 1890712"/>
              <a:gd name="connsiteX140" fmla="*/ 2057400 w 2543175"/>
              <a:gd name="connsiteY140" fmla="*/ 1514475 h 1890712"/>
              <a:gd name="connsiteX141" fmla="*/ 2064544 w 2543175"/>
              <a:gd name="connsiteY141" fmla="*/ 1519237 h 1890712"/>
              <a:gd name="connsiteX142" fmla="*/ 2071688 w 2543175"/>
              <a:gd name="connsiteY142" fmla="*/ 1526381 h 1890712"/>
              <a:gd name="connsiteX143" fmla="*/ 2081213 w 2543175"/>
              <a:gd name="connsiteY143" fmla="*/ 1531144 h 1890712"/>
              <a:gd name="connsiteX144" fmla="*/ 2090738 w 2543175"/>
              <a:gd name="connsiteY144" fmla="*/ 1538287 h 1890712"/>
              <a:gd name="connsiteX145" fmla="*/ 2109788 w 2543175"/>
              <a:gd name="connsiteY145" fmla="*/ 1547812 h 1890712"/>
              <a:gd name="connsiteX146" fmla="*/ 2131219 w 2543175"/>
              <a:gd name="connsiteY146" fmla="*/ 1562100 h 1890712"/>
              <a:gd name="connsiteX147" fmla="*/ 2140744 w 2543175"/>
              <a:gd name="connsiteY147" fmla="*/ 1566862 h 1890712"/>
              <a:gd name="connsiteX148" fmla="*/ 2152650 w 2543175"/>
              <a:gd name="connsiteY148" fmla="*/ 1576387 h 1890712"/>
              <a:gd name="connsiteX149" fmla="*/ 2181225 w 2543175"/>
              <a:gd name="connsiteY149" fmla="*/ 1590675 h 1890712"/>
              <a:gd name="connsiteX150" fmla="*/ 2200275 w 2543175"/>
              <a:gd name="connsiteY150" fmla="*/ 1607344 h 1890712"/>
              <a:gd name="connsiteX151" fmla="*/ 2207419 w 2543175"/>
              <a:gd name="connsiteY151" fmla="*/ 1612106 h 1890712"/>
              <a:gd name="connsiteX152" fmla="*/ 2216944 w 2543175"/>
              <a:gd name="connsiteY152" fmla="*/ 1619250 h 1890712"/>
              <a:gd name="connsiteX153" fmla="*/ 2224088 w 2543175"/>
              <a:gd name="connsiteY153" fmla="*/ 1624012 h 1890712"/>
              <a:gd name="connsiteX154" fmla="*/ 2247900 w 2543175"/>
              <a:gd name="connsiteY154" fmla="*/ 1643062 h 1890712"/>
              <a:gd name="connsiteX155" fmla="*/ 2255044 w 2543175"/>
              <a:gd name="connsiteY155" fmla="*/ 1650206 h 1890712"/>
              <a:gd name="connsiteX156" fmla="*/ 2281238 w 2543175"/>
              <a:gd name="connsiteY156" fmla="*/ 1664494 h 1890712"/>
              <a:gd name="connsiteX157" fmla="*/ 2297907 w 2543175"/>
              <a:gd name="connsiteY157" fmla="*/ 1674019 h 1890712"/>
              <a:gd name="connsiteX158" fmla="*/ 2312194 w 2543175"/>
              <a:gd name="connsiteY158" fmla="*/ 1685925 h 1890712"/>
              <a:gd name="connsiteX159" fmla="*/ 2328863 w 2543175"/>
              <a:gd name="connsiteY159" fmla="*/ 1697831 h 1890712"/>
              <a:gd name="connsiteX160" fmla="*/ 2350294 w 2543175"/>
              <a:gd name="connsiteY160" fmla="*/ 1712119 h 1890712"/>
              <a:gd name="connsiteX161" fmla="*/ 2369344 w 2543175"/>
              <a:gd name="connsiteY161" fmla="*/ 1724025 h 1890712"/>
              <a:gd name="connsiteX162" fmla="*/ 2428876 w 2543175"/>
              <a:gd name="connsiteY162" fmla="*/ 1785938 h 1890712"/>
              <a:gd name="connsiteX163" fmla="*/ 2466975 w 2543175"/>
              <a:gd name="connsiteY163" fmla="*/ 1783556 h 1890712"/>
              <a:gd name="connsiteX164" fmla="*/ 2481263 w 2543175"/>
              <a:gd name="connsiteY164" fmla="*/ 1795462 h 1890712"/>
              <a:gd name="connsiteX165" fmla="*/ 2486025 w 2543175"/>
              <a:gd name="connsiteY165" fmla="*/ 1802606 h 1890712"/>
              <a:gd name="connsiteX166" fmla="*/ 2514600 w 2543175"/>
              <a:gd name="connsiteY166" fmla="*/ 1850231 h 1890712"/>
              <a:gd name="connsiteX167" fmla="*/ 2519363 w 2543175"/>
              <a:gd name="connsiteY167" fmla="*/ 1857375 h 1890712"/>
              <a:gd name="connsiteX168" fmla="*/ 2540794 w 2543175"/>
              <a:gd name="connsiteY168" fmla="*/ 1883569 h 1890712"/>
              <a:gd name="connsiteX169" fmla="*/ 2543175 w 2543175"/>
              <a:gd name="connsiteY16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73982 w 2543175"/>
              <a:gd name="connsiteY96" fmla="*/ 997744 h 1890712"/>
              <a:gd name="connsiteX97" fmla="*/ 1388269 w 2543175"/>
              <a:gd name="connsiteY97" fmla="*/ 1007269 h 1890712"/>
              <a:gd name="connsiteX98" fmla="*/ 1414463 w 2543175"/>
              <a:gd name="connsiteY98" fmla="*/ 1019175 h 1890712"/>
              <a:gd name="connsiteX99" fmla="*/ 1428750 w 2543175"/>
              <a:gd name="connsiteY99" fmla="*/ 1026319 h 1890712"/>
              <a:gd name="connsiteX100" fmla="*/ 1471613 w 2543175"/>
              <a:gd name="connsiteY100" fmla="*/ 1059656 h 1890712"/>
              <a:gd name="connsiteX101" fmla="*/ 1495425 w 2543175"/>
              <a:gd name="connsiteY101" fmla="*/ 1088231 h 1890712"/>
              <a:gd name="connsiteX102" fmla="*/ 1547812 w 2543175"/>
              <a:gd name="connsiteY102" fmla="*/ 1133475 h 1890712"/>
              <a:gd name="connsiteX103" fmla="*/ 1597819 w 2543175"/>
              <a:gd name="connsiteY103" fmla="*/ 1154906 h 1890712"/>
              <a:gd name="connsiteX104" fmla="*/ 1604963 w 2543175"/>
              <a:gd name="connsiteY104" fmla="*/ 1162050 h 1890712"/>
              <a:gd name="connsiteX105" fmla="*/ 1612107 w 2543175"/>
              <a:gd name="connsiteY105" fmla="*/ 1166812 h 1890712"/>
              <a:gd name="connsiteX106" fmla="*/ 1628775 w 2543175"/>
              <a:gd name="connsiteY106" fmla="*/ 1183481 h 1890712"/>
              <a:gd name="connsiteX107" fmla="*/ 1662113 w 2543175"/>
              <a:gd name="connsiteY107" fmla="*/ 1209675 h 1890712"/>
              <a:gd name="connsiteX108" fmla="*/ 1678782 w 2543175"/>
              <a:gd name="connsiteY108" fmla="*/ 1226344 h 1890712"/>
              <a:gd name="connsiteX109" fmla="*/ 1700213 w 2543175"/>
              <a:gd name="connsiteY109" fmla="*/ 1247775 h 1890712"/>
              <a:gd name="connsiteX110" fmla="*/ 1712119 w 2543175"/>
              <a:gd name="connsiteY110" fmla="*/ 1259681 h 1890712"/>
              <a:gd name="connsiteX111" fmla="*/ 1733550 w 2543175"/>
              <a:gd name="connsiteY111" fmla="*/ 1273969 h 1890712"/>
              <a:gd name="connsiteX112" fmla="*/ 1743075 w 2543175"/>
              <a:gd name="connsiteY112" fmla="*/ 1283494 h 1890712"/>
              <a:gd name="connsiteX113" fmla="*/ 1754982 w 2543175"/>
              <a:gd name="connsiteY113" fmla="*/ 1290637 h 1890712"/>
              <a:gd name="connsiteX114" fmla="*/ 1766888 w 2543175"/>
              <a:gd name="connsiteY114" fmla="*/ 1300162 h 1890712"/>
              <a:gd name="connsiteX115" fmla="*/ 1783557 w 2543175"/>
              <a:gd name="connsiteY115" fmla="*/ 1307306 h 1890712"/>
              <a:gd name="connsiteX116" fmla="*/ 1790700 w 2543175"/>
              <a:gd name="connsiteY116" fmla="*/ 1312069 h 1890712"/>
              <a:gd name="connsiteX117" fmla="*/ 1800225 w 2543175"/>
              <a:gd name="connsiteY117" fmla="*/ 1319212 h 1890712"/>
              <a:gd name="connsiteX118" fmla="*/ 1807369 w 2543175"/>
              <a:gd name="connsiteY118" fmla="*/ 1321594 h 1890712"/>
              <a:gd name="connsiteX119" fmla="*/ 1824038 w 2543175"/>
              <a:gd name="connsiteY119" fmla="*/ 1333500 h 1890712"/>
              <a:gd name="connsiteX120" fmla="*/ 1843088 w 2543175"/>
              <a:gd name="connsiteY120" fmla="*/ 1352550 h 1890712"/>
              <a:gd name="connsiteX121" fmla="*/ 1852613 w 2543175"/>
              <a:gd name="connsiteY121" fmla="*/ 1359694 h 1890712"/>
              <a:gd name="connsiteX122" fmla="*/ 1859757 w 2543175"/>
              <a:gd name="connsiteY122" fmla="*/ 1366837 h 1890712"/>
              <a:gd name="connsiteX123" fmla="*/ 1869282 w 2543175"/>
              <a:gd name="connsiteY123" fmla="*/ 1371600 h 1890712"/>
              <a:gd name="connsiteX124" fmla="*/ 1883569 w 2543175"/>
              <a:gd name="connsiteY124" fmla="*/ 1388269 h 1890712"/>
              <a:gd name="connsiteX125" fmla="*/ 1893094 w 2543175"/>
              <a:gd name="connsiteY125" fmla="*/ 1395412 h 1890712"/>
              <a:gd name="connsiteX126" fmla="*/ 1902619 w 2543175"/>
              <a:gd name="connsiteY126" fmla="*/ 1404937 h 1890712"/>
              <a:gd name="connsiteX127" fmla="*/ 1912144 w 2543175"/>
              <a:gd name="connsiteY127" fmla="*/ 1409700 h 1890712"/>
              <a:gd name="connsiteX128" fmla="*/ 1931194 w 2543175"/>
              <a:gd name="connsiteY128" fmla="*/ 1421606 h 1890712"/>
              <a:gd name="connsiteX129" fmla="*/ 1935957 w 2543175"/>
              <a:gd name="connsiteY129" fmla="*/ 1428750 h 1890712"/>
              <a:gd name="connsiteX130" fmla="*/ 1952625 w 2543175"/>
              <a:gd name="connsiteY130" fmla="*/ 1438275 h 1890712"/>
              <a:gd name="connsiteX131" fmla="*/ 1971675 w 2543175"/>
              <a:gd name="connsiteY131" fmla="*/ 1450181 h 1890712"/>
              <a:gd name="connsiteX132" fmla="*/ 1981200 w 2543175"/>
              <a:gd name="connsiteY132" fmla="*/ 1454944 h 1890712"/>
              <a:gd name="connsiteX133" fmla="*/ 1997869 w 2543175"/>
              <a:gd name="connsiteY133" fmla="*/ 1471612 h 1890712"/>
              <a:gd name="connsiteX134" fmla="*/ 2007394 w 2543175"/>
              <a:gd name="connsiteY134" fmla="*/ 1478756 h 1890712"/>
              <a:gd name="connsiteX135" fmla="*/ 2016919 w 2543175"/>
              <a:gd name="connsiteY135" fmla="*/ 1483519 h 1890712"/>
              <a:gd name="connsiteX136" fmla="*/ 2024063 w 2543175"/>
              <a:gd name="connsiteY136" fmla="*/ 1490662 h 1890712"/>
              <a:gd name="connsiteX137" fmla="*/ 2033588 w 2543175"/>
              <a:gd name="connsiteY137" fmla="*/ 1495425 h 1890712"/>
              <a:gd name="connsiteX138" fmla="*/ 2040732 w 2543175"/>
              <a:gd name="connsiteY138" fmla="*/ 1502569 h 1890712"/>
              <a:gd name="connsiteX139" fmla="*/ 2047875 w 2543175"/>
              <a:gd name="connsiteY139" fmla="*/ 1507331 h 1890712"/>
              <a:gd name="connsiteX140" fmla="*/ 2057400 w 2543175"/>
              <a:gd name="connsiteY140" fmla="*/ 1514475 h 1890712"/>
              <a:gd name="connsiteX141" fmla="*/ 2064544 w 2543175"/>
              <a:gd name="connsiteY141" fmla="*/ 1519237 h 1890712"/>
              <a:gd name="connsiteX142" fmla="*/ 2071688 w 2543175"/>
              <a:gd name="connsiteY142" fmla="*/ 1526381 h 1890712"/>
              <a:gd name="connsiteX143" fmla="*/ 2081213 w 2543175"/>
              <a:gd name="connsiteY143" fmla="*/ 1531144 h 1890712"/>
              <a:gd name="connsiteX144" fmla="*/ 2090738 w 2543175"/>
              <a:gd name="connsiteY144" fmla="*/ 1538287 h 1890712"/>
              <a:gd name="connsiteX145" fmla="*/ 2109788 w 2543175"/>
              <a:gd name="connsiteY145" fmla="*/ 1547812 h 1890712"/>
              <a:gd name="connsiteX146" fmla="*/ 2131219 w 2543175"/>
              <a:gd name="connsiteY146" fmla="*/ 1562100 h 1890712"/>
              <a:gd name="connsiteX147" fmla="*/ 2140744 w 2543175"/>
              <a:gd name="connsiteY147" fmla="*/ 1566862 h 1890712"/>
              <a:gd name="connsiteX148" fmla="*/ 2152650 w 2543175"/>
              <a:gd name="connsiteY148" fmla="*/ 1576387 h 1890712"/>
              <a:gd name="connsiteX149" fmla="*/ 2181225 w 2543175"/>
              <a:gd name="connsiteY149" fmla="*/ 1590675 h 1890712"/>
              <a:gd name="connsiteX150" fmla="*/ 2200275 w 2543175"/>
              <a:gd name="connsiteY150" fmla="*/ 1607344 h 1890712"/>
              <a:gd name="connsiteX151" fmla="*/ 2207419 w 2543175"/>
              <a:gd name="connsiteY151" fmla="*/ 1612106 h 1890712"/>
              <a:gd name="connsiteX152" fmla="*/ 2216944 w 2543175"/>
              <a:gd name="connsiteY152" fmla="*/ 1619250 h 1890712"/>
              <a:gd name="connsiteX153" fmla="*/ 2224088 w 2543175"/>
              <a:gd name="connsiteY153" fmla="*/ 1624012 h 1890712"/>
              <a:gd name="connsiteX154" fmla="*/ 2247900 w 2543175"/>
              <a:gd name="connsiteY154" fmla="*/ 1643062 h 1890712"/>
              <a:gd name="connsiteX155" fmla="*/ 2255044 w 2543175"/>
              <a:gd name="connsiteY155" fmla="*/ 1650206 h 1890712"/>
              <a:gd name="connsiteX156" fmla="*/ 2281238 w 2543175"/>
              <a:gd name="connsiteY156" fmla="*/ 1664494 h 1890712"/>
              <a:gd name="connsiteX157" fmla="*/ 2297907 w 2543175"/>
              <a:gd name="connsiteY157" fmla="*/ 1674019 h 1890712"/>
              <a:gd name="connsiteX158" fmla="*/ 2312194 w 2543175"/>
              <a:gd name="connsiteY158" fmla="*/ 1685925 h 1890712"/>
              <a:gd name="connsiteX159" fmla="*/ 2328863 w 2543175"/>
              <a:gd name="connsiteY159" fmla="*/ 1697831 h 1890712"/>
              <a:gd name="connsiteX160" fmla="*/ 2350294 w 2543175"/>
              <a:gd name="connsiteY160" fmla="*/ 1712119 h 1890712"/>
              <a:gd name="connsiteX161" fmla="*/ 2369344 w 2543175"/>
              <a:gd name="connsiteY161" fmla="*/ 1724025 h 1890712"/>
              <a:gd name="connsiteX162" fmla="*/ 2428876 w 2543175"/>
              <a:gd name="connsiteY162" fmla="*/ 1785938 h 1890712"/>
              <a:gd name="connsiteX163" fmla="*/ 2466975 w 2543175"/>
              <a:gd name="connsiteY163" fmla="*/ 1783556 h 1890712"/>
              <a:gd name="connsiteX164" fmla="*/ 2481263 w 2543175"/>
              <a:gd name="connsiteY164" fmla="*/ 1795462 h 1890712"/>
              <a:gd name="connsiteX165" fmla="*/ 2486025 w 2543175"/>
              <a:gd name="connsiteY165" fmla="*/ 1802606 h 1890712"/>
              <a:gd name="connsiteX166" fmla="*/ 2514600 w 2543175"/>
              <a:gd name="connsiteY166" fmla="*/ 1850231 h 1890712"/>
              <a:gd name="connsiteX167" fmla="*/ 2519363 w 2543175"/>
              <a:gd name="connsiteY167" fmla="*/ 1857375 h 1890712"/>
              <a:gd name="connsiteX168" fmla="*/ 2540794 w 2543175"/>
              <a:gd name="connsiteY168" fmla="*/ 1883569 h 1890712"/>
              <a:gd name="connsiteX169" fmla="*/ 2543175 w 2543175"/>
              <a:gd name="connsiteY16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73982 w 2543175"/>
              <a:gd name="connsiteY96" fmla="*/ 997744 h 1890712"/>
              <a:gd name="connsiteX97" fmla="*/ 1388269 w 2543175"/>
              <a:gd name="connsiteY97" fmla="*/ 1007269 h 1890712"/>
              <a:gd name="connsiteX98" fmla="*/ 1414463 w 2543175"/>
              <a:gd name="connsiteY98" fmla="*/ 1019175 h 1890712"/>
              <a:gd name="connsiteX99" fmla="*/ 1435894 w 2543175"/>
              <a:gd name="connsiteY99" fmla="*/ 1054894 h 1890712"/>
              <a:gd name="connsiteX100" fmla="*/ 1471613 w 2543175"/>
              <a:gd name="connsiteY100" fmla="*/ 1059656 h 1890712"/>
              <a:gd name="connsiteX101" fmla="*/ 1495425 w 2543175"/>
              <a:gd name="connsiteY101" fmla="*/ 1088231 h 1890712"/>
              <a:gd name="connsiteX102" fmla="*/ 1547812 w 2543175"/>
              <a:gd name="connsiteY102" fmla="*/ 1133475 h 1890712"/>
              <a:gd name="connsiteX103" fmla="*/ 1597819 w 2543175"/>
              <a:gd name="connsiteY103" fmla="*/ 1154906 h 1890712"/>
              <a:gd name="connsiteX104" fmla="*/ 1604963 w 2543175"/>
              <a:gd name="connsiteY104" fmla="*/ 1162050 h 1890712"/>
              <a:gd name="connsiteX105" fmla="*/ 1612107 w 2543175"/>
              <a:gd name="connsiteY105" fmla="*/ 1166812 h 1890712"/>
              <a:gd name="connsiteX106" fmla="*/ 1628775 w 2543175"/>
              <a:gd name="connsiteY106" fmla="*/ 1183481 h 1890712"/>
              <a:gd name="connsiteX107" fmla="*/ 1662113 w 2543175"/>
              <a:gd name="connsiteY107" fmla="*/ 1209675 h 1890712"/>
              <a:gd name="connsiteX108" fmla="*/ 1678782 w 2543175"/>
              <a:gd name="connsiteY108" fmla="*/ 1226344 h 1890712"/>
              <a:gd name="connsiteX109" fmla="*/ 1700213 w 2543175"/>
              <a:gd name="connsiteY109" fmla="*/ 1247775 h 1890712"/>
              <a:gd name="connsiteX110" fmla="*/ 1712119 w 2543175"/>
              <a:gd name="connsiteY110" fmla="*/ 1259681 h 1890712"/>
              <a:gd name="connsiteX111" fmla="*/ 1733550 w 2543175"/>
              <a:gd name="connsiteY111" fmla="*/ 1273969 h 1890712"/>
              <a:gd name="connsiteX112" fmla="*/ 1743075 w 2543175"/>
              <a:gd name="connsiteY112" fmla="*/ 1283494 h 1890712"/>
              <a:gd name="connsiteX113" fmla="*/ 1754982 w 2543175"/>
              <a:gd name="connsiteY113" fmla="*/ 1290637 h 1890712"/>
              <a:gd name="connsiteX114" fmla="*/ 1766888 w 2543175"/>
              <a:gd name="connsiteY114" fmla="*/ 1300162 h 1890712"/>
              <a:gd name="connsiteX115" fmla="*/ 1783557 w 2543175"/>
              <a:gd name="connsiteY115" fmla="*/ 1307306 h 1890712"/>
              <a:gd name="connsiteX116" fmla="*/ 1790700 w 2543175"/>
              <a:gd name="connsiteY116" fmla="*/ 1312069 h 1890712"/>
              <a:gd name="connsiteX117" fmla="*/ 1800225 w 2543175"/>
              <a:gd name="connsiteY117" fmla="*/ 1319212 h 1890712"/>
              <a:gd name="connsiteX118" fmla="*/ 1807369 w 2543175"/>
              <a:gd name="connsiteY118" fmla="*/ 1321594 h 1890712"/>
              <a:gd name="connsiteX119" fmla="*/ 1824038 w 2543175"/>
              <a:gd name="connsiteY119" fmla="*/ 1333500 h 1890712"/>
              <a:gd name="connsiteX120" fmla="*/ 1843088 w 2543175"/>
              <a:gd name="connsiteY120" fmla="*/ 1352550 h 1890712"/>
              <a:gd name="connsiteX121" fmla="*/ 1852613 w 2543175"/>
              <a:gd name="connsiteY121" fmla="*/ 1359694 h 1890712"/>
              <a:gd name="connsiteX122" fmla="*/ 1859757 w 2543175"/>
              <a:gd name="connsiteY122" fmla="*/ 1366837 h 1890712"/>
              <a:gd name="connsiteX123" fmla="*/ 1869282 w 2543175"/>
              <a:gd name="connsiteY123" fmla="*/ 1371600 h 1890712"/>
              <a:gd name="connsiteX124" fmla="*/ 1883569 w 2543175"/>
              <a:gd name="connsiteY124" fmla="*/ 1388269 h 1890712"/>
              <a:gd name="connsiteX125" fmla="*/ 1893094 w 2543175"/>
              <a:gd name="connsiteY125" fmla="*/ 1395412 h 1890712"/>
              <a:gd name="connsiteX126" fmla="*/ 1902619 w 2543175"/>
              <a:gd name="connsiteY126" fmla="*/ 1404937 h 1890712"/>
              <a:gd name="connsiteX127" fmla="*/ 1912144 w 2543175"/>
              <a:gd name="connsiteY127" fmla="*/ 1409700 h 1890712"/>
              <a:gd name="connsiteX128" fmla="*/ 1931194 w 2543175"/>
              <a:gd name="connsiteY128" fmla="*/ 1421606 h 1890712"/>
              <a:gd name="connsiteX129" fmla="*/ 1935957 w 2543175"/>
              <a:gd name="connsiteY129" fmla="*/ 1428750 h 1890712"/>
              <a:gd name="connsiteX130" fmla="*/ 1952625 w 2543175"/>
              <a:gd name="connsiteY130" fmla="*/ 1438275 h 1890712"/>
              <a:gd name="connsiteX131" fmla="*/ 1971675 w 2543175"/>
              <a:gd name="connsiteY131" fmla="*/ 1450181 h 1890712"/>
              <a:gd name="connsiteX132" fmla="*/ 1981200 w 2543175"/>
              <a:gd name="connsiteY132" fmla="*/ 1454944 h 1890712"/>
              <a:gd name="connsiteX133" fmla="*/ 1997869 w 2543175"/>
              <a:gd name="connsiteY133" fmla="*/ 1471612 h 1890712"/>
              <a:gd name="connsiteX134" fmla="*/ 2007394 w 2543175"/>
              <a:gd name="connsiteY134" fmla="*/ 1478756 h 1890712"/>
              <a:gd name="connsiteX135" fmla="*/ 2016919 w 2543175"/>
              <a:gd name="connsiteY135" fmla="*/ 1483519 h 1890712"/>
              <a:gd name="connsiteX136" fmla="*/ 2024063 w 2543175"/>
              <a:gd name="connsiteY136" fmla="*/ 1490662 h 1890712"/>
              <a:gd name="connsiteX137" fmla="*/ 2033588 w 2543175"/>
              <a:gd name="connsiteY137" fmla="*/ 1495425 h 1890712"/>
              <a:gd name="connsiteX138" fmla="*/ 2040732 w 2543175"/>
              <a:gd name="connsiteY138" fmla="*/ 1502569 h 1890712"/>
              <a:gd name="connsiteX139" fmla="*/ 2047875 w 2543175"/>
              <a:gd name="connsiteY139" fmla="*/ 1507331 h 1890712"/>
              <a:gd name="connsiteX140" fmla="*/ 2057400 w 2543175"/>
              <a:gd name="connsiteY140" fmla="*/ 1514475 h 1890712"/>
              <a:gd name="connsiteX141" fmla="*/ 2064544 w 2543175"/>
              <a:gd name="connsiteY141" fmla="*/ 1519237 h 1890712"/>
              <a:gd name="connsiteX142" fmla="*/ 2071688 w 2543175"/>
              <a:gd name="connsiteY142" fmla="*/ 1526381 h 1890712"/>
              <a:gd name="connsiteX143" fmla="*/ 2081213 w 2543175"/>
              <a:gd name="connsiteY143" fmla="*/ 1531144 h 1890712"/>
              <a:gd name="connsiteX144" fmla="*/ 2090738 w 2543175"/>
              <a:gd name="connsiteY144" fmla="*/ 1538287 h 1890712"/>
              <a:gd name="connsiteX145" fmla="*/ 2109788 w 2543175"/>
              <a:gd name="connsiteY145" fmla="*/ 1547812 h 1890712"/>
              <a:gd name="connsiteX146" fmla="*/ 2131219 w 2543175"/>
              <a:gd name="connsiteY146" fmla="*/ 1562100 h 1890712"/>
              <a:gd name="connsiteX147" fmla="*/ 2140744 w 2543175"/>
              <a:gd name="connsiteY147" fmla="*/ 1566862 h 1890712"/>
              <a:gd name="connsiteX148" fmla="*/ 2152650 w 2543175"/>
              <a:gd name="connsiteY148" fmla="*/ 1576387 h 1890712"/>
              <a:gd name="connsiteX149" fmla="*/ 2181225 w 2543175"/>
              <a:gd name="connsiteY149" fmla="*/ 1590675 h 1890712"/>
              <a:gd name="connsiteX150" fmla="*/ 2200275 w 2543175"/>
              <a:gd name="connsiteY150" fmla="*/ 1607344 h 1890712"/>
              <a:gd name="connsiteX151" fmla="*/ 2207419 w 2543175"/>
              <a:gd name="connsiteY151" fmla="*/ 1612106 h 1890712"/>
              <a:gd name="connsiteX152" fmla="*/ 2216944 w 2543175"/>
              <a:gd name="connsiteY152" fmla="*/ 1619250 h 1890712"/>
              <a:gd name="connsiteX153" fmla="*/ 2224088 w 2543175"/>
              <a:gd name="connsiteY153" fmla="*/ 1624012 h 1890712"/>
              <a:gd name="connsiteX154" fmla="*/ 2247900 w 2543175"/>
              <a:gd name="connsiteY154" fmla="*/ 1643062 h 1890712"/>
              <a:gd name="connsiteX155" fmla="*/ 2255044 w 2543175"/>
              <a:gd name="connsiteY155" fmla="*/ 1650206 h 1890712"/>
              <a:gd name="connsiteX156" fmla="*/ 2281238 w 2543175"/>
              <a:gd name="connsiteY156" fmla="*/ 1664494 h 1890712"/>
              <a:gd name="connsiteX157" fmla="*/ 2297907 w 2543175"/>
              <a:gd name="connsiteY157" fmla="*/ 1674019 h 1890712"/>
              <a:gd name="connsiteX158" fmla="*/ 2312194 w 2543175"/>
              <a:gd name="connsiteY158" fmla="*/ 1685925 h 1890712"/>
              <a:gd name="connsiteX159" fmla="*/ 2328863 w 2543175"/>
              <a:gd name="connsiteY159" fmla="*/ 1697831 h 1890712"/>
              <a:gd name="connsiteX160" fmla="*/ 2350294 w 2543175"/>
              <a:gd name="connsiteY160" fmla="*/ 1712119 h 1890712"/>
              <a:gd name="connsiteX161" fmla="*/ 2369344 w 2543175"/>
              <a:gd name="connsiteY161" fmla="*/ 1724025 h 1890712"/>
              <a:gd name="connsiteX162" fmla="*/ 2428876 w 2543175"/>
              <a:gd name="connsiteY162" fmla="*/ 1785938 h 1890712"/>
              <a:gd name="connsiteX163" fmla="*/ 2466975 w 2543175"/>
              <a:gd name="connsiteY163" fmla="*/ 1783556 h 1890712"/>
              <a:gd name="connsiteX164" fmla="*/ 2481263 w 2543175"/>
              <a:gd name="connsiteY164" fmla="*/ 1795462 h 1890712"/>
              <a:gd name="connsiteX165" fmla="*/ 2486025 w 2543175"/>
              <a:gd name="connsiteY165" fmla="*/ 1802606 h 1890712"/>
              <a:gd name="connsiteX166" fmla="*/ 2514600 w 2543175"/>
              <a:gd name="connsiteY166" fmla="*/ 1850231 h 1890712"/>
              <a:gd name="connsiteX167" fmla="*/ 2519363 w 2543175"/>
              <a:gd name="connsiteY167" fmla="*/ 1857375 h 1890712"/>
              <a:gd name="connsiteX168" fmla="*/ 2540794 w 2543175"/>
              <a:gd name="connsiteY168" fmla="*/ 1883569 h 1890712"/>
              <a:gd name="connsiteX169" fmla="*/ 2543175 w 2543175"/>
              <a:gd name="connsiteY16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73982 w 2543175"/>
              <a:gd name="connsiteY96" fmla="*/ 997744 h 1890712"/>
              <a:gd name="connsiteX97" fmla="*/ 1388269 w 2543175"/>
              <a:gd name="connsiteY97" fmla="*/ 1007269 h 1890712"/>
              <a:gd name="connsiteX98" fmla="*/ 1435894 w 2543175"/>
              <a:gd name="connsiteY98" fmla="*/ 1054894 h 1890712"/>
              <a:gd name="connsiteX99" fmla="*/ 1471613 w 2543175"/>
              <a:gd name="connsiteY99" fmla="*/ 1059656 h 1890712"/>
              <a:gd name="connsiteX100" fmla="*/ 1495425 w 2543175"/>
              <a:gd name="connsiteY100" fmla="*/ 1088231 h 1890712"/>
              <a:gd name="connsiteX101" fmla="*/ 1547812 w 2543175"/>
              <a:gd name="connsiteY101" fmla="*/ 1133475 h 1890712"/>
              <a:gd name="connsiteX102" fmla="*/ 1597819 w 2543175"/>
              <a:gd name="connsiteY102" fmla="*/ 1154906 h 1890712"/>
              <a:gd name="connsiteX103" fmla="*/ 1604963 w 2543175"/>
              <a:gd name="connsiteY103" fmla="*/ 1162050 h 1890712"/>
              <a:gd name="connsiteX104" fmla="*/ 1612107 w 2543175"/>
              <a:gd name="connsiteY104" fmla="*/ 1166812 h 1890712"/>
              <a:gd name="connsiteX105" fmla="*/ 1628775 w 2543175"/>
              <a:gd name="connsiteY105" fmla="*/ 1183481 h 1890712"/>
              <a:gd name="connsiteX106" fmla="*/ 1662113 w 2543175"/>
              <a:gd name="connsiteY106" fmla="*/ 1209675 h 1890712"/>
              <a:gd name="connsiteX107" fmla="*/ 1678782 w 2543175"/>
              <a:gd name="connsiteY107" fmla="*/ 1226344 h 1890712"/>
              <a:gd name="connsiteX108" fmla="*/ 1700213 w 2543175"/>
              <a:gd name="connsiteY108" fmla="*/ 1247775 h 1890712"/>
              <a:gd name="connsiteX109" fmla="*/ 1712119 w 2543175"/>
              <a:gd name="connsiteY109" fmla="*/ 1259681 h 1890712"/>
              <a:gd name="connsiteX110" fmla="*/ 1733550 w 2543175"/>
              <a:gd name="connsiteY110" fmla="*/ 1273969 h 1890712"/>
              <a:gd name="connsiteX111" fmla="*/ 1743075 w 2543175"/>
              <a:gd name="connsiteY111" fmla="*/ 1283494 h 1890712"/>
              <a:gd name="connsiteX112" fmla="*/ 1754982 w 2543175"/>
              <a:gd name="connsiteY112" fmla="*/ 1290637 h 1890712"/>
              <a:gd name="connsiteX113" fmla="*/ 1766888 w 2543175"/>
              <a:gd name="connsiteY113" fmla="*/ 1300162 h 1890712"/>
              <a:gd name="connsiteX114" fmla="*/ 1783557 w 2543175"/>
              <a:gd name="connsiteY114" fmla="*/ 1307306 h 1890712"/>
              <a:gd name="connsiteX115" fmla="*/ 1790700 w 2543175"/>
              <a:gd name="connsiteY115" fmla="*/ 1312069 h 1890712"/>
              <a:gd name="connsiteX116" fmla="*/ 1800225 w 2543175"/>
              <a:gd name="connsiteY116" fmla="*/ 1319212 h 1890712"/>
              <a:gd name="connsiteX117" fmla="*/ 1807369 w 2543175"/>
              <a:gd name="connsiteY117" fmla="*/ 1321594 h 1890712"/>
              <a:gd name="connsiteX118" fmla="*/ 1824038 w 2543175"/>
              <a:gd name="connsiteY118" fmla="*/ 1333500 h 1890712"/>
              <a:gd name="connsiteX119" fmla="*/ 1843088 w 2543175"/>
              <a:gd name="connsiteY119" fmla="*/ 1352550 h 1890712"/>
              <a:gd name="connsiteX120" fmla="*/ 1852613 w 2543175"/>
              <a:gd name="connsiteY120" fmla="*/ 1359694 h 1890712"/>
              <a:gd name="connsiteX121" fmla="*/ 1859757 w 2543175"/>
              <a:gd name="connsiteY121" fmla="*/ 1366837 h 1890712"/>
              <a:gd name="connsiteX122" fmla="*/ 1869282 w 2543175"/>
              <a:gd name="connsiteY122" fmla="*/ 1371600 h 1890712"/>
              <a:gd name="connsiteX123" fmla="*/ 1883569 w 2543175"/>
              <a:gd name="connsiteY123" fmla="*/ 1388269 h 1890712"/>
              <a:gd name="connsiteX124" fmla="*/ 1893094 w 2543175"/>
              <a:gd name="connsiteY124" fmla="*/ 1395412 h 1890712"/>
              <a:gd name="connsiteX125" fmla="*/ 1902619 w 2543175"/>
              <a:gd name="connsiteY125" fmla="*/ 1404937 h 1890712"/>
              <a:gd name="connsiteX126" fmla="*/ 1912144 w 2543175"/>
              <a:gd name="connsiteY126" fmla="*/ 1409700 h 1890712"/>
              <a:gd name="connsiteX127" fmla="*/ 1931194 w 2543175"/>
              <a:gd name="connsiteY127" fmla="*/ 1421606 h 1890712"/>
              <a:gd name="connsiteX128" fmla="*/ 1935957 w 2543175"/>
              <a:gd name="connsiteY128" fmla="*/ 1428750 h 1890712"/>
              <a:gd name="connsiteX129" fmla="*/ 1952625 w 2543175"/>
              <a:gd name="connsiteY129" fmla="*/ 1438275 h 1890712"/>
              <a:gd name="connsiteX130" fmla="*/ 1971675 w 2543175"/>
              <a:gd name="connsiteY130" fmla="*/ 1450181 h 1890712"/>
              <a:gd name="connsiteX131" fmla="*/ 1981200 w 2543175"/>
              <a:gd name="connsiteY131" fmla="*/ 1454944 h 1890712"/>
              <a:gd name="connsiteX132" fmla="*/ 1997869 w 2543175"/>
              <a:gd name="connsiteY132" fmla="*/ 1471612 h 1890712"/>
              <a:gd name="connsiteX133" fmla="*/ 2007394 w 2543175"/>
              <a:gd name="connsiteY133" fmla="*/ 1478756 h 1890712"/>
              <a:gd name="connsiteX134" fmla="*/ 2016919 w 2543175"/>
              <a:gd name="connsiteY134" fmla="*/ 1483519 h 1890712"/>
              <a:gd name="connsiteX135" fmla="*/ 2024063 w 2543175"/>
              <a:gd name="connsiteY135" fmla="*/ 1490662 h 1890712"/>
              <a:gd name="connsiteX136" fmla="*/ 2033588 w 2543175"/>
              <a:gd name="connsiteY136" fmla="*/ 1495425 h 1890712"/>
              <a:gd name="connsiteX137" fmla="*/ 2040732 w 2543175"/>
              <a:gd name="connsiteY137" fmla="*/ 1502569 h 1890712"/>
              <a:gd name="connsiteX138" fmla="*/ 2047875 w 2543175"/>
              <a:gd name="connsiteY138" fmla="*/ 1507331 h 1890712"/>
              <a:gd name="connsiteX139" fmla="*/ 2057400 w 2543175"/>
              <a:gd name="connsiteY139" fmla="*/ 1514475 h 1890712"/>
              <a:gd name="connsiteX140" fmla="*/ 2064544 w 2543175"/>
              <a:gd name="connsiteY140" fmla="*/ 1519237 h 1890712"/>
              <a:gd name="connsiteX141" fmla="*/ 2071688 w 2543175"/>
              <a:gd name="connsiteY141" fmla="*/ 1526381 h 1890712"/>
              <a:gd name="connsiteX142" fmla="*/ 2081213 w 2543175"/>
              <a:gd name="connsiteY142" fmla="*/ 1531144 h 1890712"/>
              <a:gd name="connsiteX143" fmla="*/ 2090738 w 2543175"/>
              <a:gd name="connsiteY143" fmla="*/ 1538287 h 1890712"/>
              <a:gd name="connsiteX144" fmla="*/ 2109788 w 2543175"/>
              <a:gd name="connsiteY144" fmla="*/ 1547812 h 1890712"/>
              <a:gd name="connsiteX145" fmla="*/ 2131219 w 2543175"/>
              <a:gd name="connsiteY145" fmla="*/ 1562100 h 1890712"/>
              <a:gd name="connsiteX146" fmla="*/ 2140744 w 2543175"/>
              <a:gd name="connsiteY146" fmla="*/ 1566862 h 1890712"/>
              <a:gd name="connsiteX147" fmla="*/ 2152650 w 2543175"/>
              <a:gd name="connsiteY147" fmla="*/ 1576387 h 1890712"/>
              <a:gd name="connsiteX148" fmla="*/ 2181225 w 2543175"/>
              <a:gd name="connsiteY148" fmla="*/ 1590675 h 1890712"/>
              <a:gd name="connsiteX149" fmla="*/ 2200275 w 2543175"/>
              <a:gd name="connsiteY149" fmla="*/ 1607344 h 1890712"/>
              <a:gd name="connsiteX150" fmla="*/ 2207419 w 2543175"/>
              <a:gd name="connsiteY150" fmla="*/ 1612106 h 1890712"/>
              <a:gd name="connsiteX151" fmla="*/ 2216944 w 2543175"/>
              <a:gd name="connsiteY151" fmla="*/ 1619250 h 1890712"/>
              <a:gd name="connsiteX152" fmla="*/ 2224088 w 2543175"/>
              <a:gd name="connsiteY152" fmla="*/ 1624012 h 1890712"/>
              <a:gd name="connsiteX153" fmla="*/ 2247900 w 2543175"/>
              <a:gd name="connsiteY153" fmla="*/ 1643062 h 1890712"/>
              <a:gd name="connsiteX154" fmla="*/ 2255044 w 2543175"/>
              <a:gd name="connsiteY154" fmla="*/ 1650206 h 1890712"/>
              <a:gd name="connsiteX155" fmla="*/ 2281238 w 2543175"/>
              <a:gd name="connsiteY155" fmla="*/ 1664494 h 1890712"/>
              <a:gd name="connsiteX156" fmla="*/ 2297907 w 2543175"/>
              <a:gd name="connsiteY156" fmla="*/ 1674019 h 1890712"/>
              <a:gd name="connsiteX157" fmla="*/ 2312194 w 2543175"/>
              <a:gd name="connsiteY157" fmla="*/ 1685925 h 1890712"/>
              <a:gd name="connsiteX158" fmla="*/ 2328863 w 2543175"/>
              <a:gd name="connsiteY158" fmla="*/ 1697831 h 1890712"/>
              <a:gd name="connsiteX159" fmla="*/ 2350294 w 2543175"/>
              <a:gd name="connsiteY159" fmla="*/ 1712119 h 1890712"/>
              <a:gd name="connsiteX160" fmla="*/ 2369344 w 2543175"/>
              <a:gd name="connsiteY160" fmla="*/ 1724025 h 1890712"/>
              <a:gd name="connsiteX161" fmla="*/ 2428876 w 2543175"/>
              <a:gd name="connsiteY161" fmla="*/ 1785938 h 1890712"/>
              <a:gd name="connsiteX162" fmla="*/ 2466975 w 2543175"/>
              <a:gd name="connsiteY162" fmla="*/ 1783556 h 1890712"/>
              <a:gd name="connsiteX163" fmla="*/ 2481263 w 2543175"/>
              <a:gd name="connsiteY163" fmla="*/ 1795462 h 1890712"/>
              <a:gd name="connsiteX164" fmla="*/ 2486025 w 2543175"/>
              <a:gd name="connsiteY164" fmla="*/ 1802606 h 1890712"/>
              <a:gd name="connsiteX165" fmla="*/ 2514600 w 2543175"/>
              <a:gd name="connsiteY165" fmla="*/ 1850231 h 1890712"/>
              <a:gd name="connsiteX166" fmla="*/ 2519363 w 2543175"/>
              <a:gd name="connsiteY166" fmla="*/ 1857375 h 1890712"/>
              <a:gd name="connsiteX167" fmla="*/ 2540794 w 2543175"/>
              <a:gd name="connsiteY167" fmla="*/ 1883569 h 1890712"/>
              <a:gd name="connsiteX168" fmla="*/ 2543175 w 2543175"/>
              <a:gd name="connsiteY168"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73982 w 2543175"/>
              <a:gd name="connsiteY96" fmla="*/ 997744 h 1890712"/>
              <a:gd name="connsiteX97" fmla="*/ 1435894 w 2543175"/>
              <a:gd name="connsiteY97" fmla="*/ 1054894 h 1890712"/>
              <a:gd name="connsiteX98" fmla="*/ 1471613 w 2543175"/>
              <a:gd name="connsiteY98" fmla="*/ 1059656 h 1890712"/>
              <a:gd name="connsiteX99" fmla="*/ 1495425 w 2543175"/>
              <a:gd name="connsiteY99" fmla="*/ 1088231 h 1890712"/>
              <a:gd name="connsiteX100" fmla="*/ 1547812 w 2543175"/>
              <a:gd name="connsiteY100" fmla="*/ 1133475 h 1890712"/>
              <a:gd name="connsiteX101" fmla="*/ 1597819 w 2543175"/>
              <a:gd name="connsiteY101" fmla="*/ 1154906 h 1890712"/>
              <a:gd name="connsiteX102" fmla="*/ 1604963 w 2543175"/>
              <a:gd name="connsiteY102" fmla="*/ 1162050 h 1890712"/>
              <a:gd name="connsiteX103" fmla="*/ 1612107 w 2543175"/>
              <a:gd name="connsiteY103" fmla="*/ 1166812 h 1890712"/>
              <a:gd name="connsiteX104" fmla="*/ 1628775 w 2543175"/>
              <a:gd name="connsiteY104" fmla="*/ 1183481 h 1890712"/>
              <a:gd name="connsiteX105" fmla="*/ 1662113 w 2543175"/>
              <a:gd name="connsiteY105" fmla="*/ 1209675 h 1890712"/>
              <a:gd name="connsiteX106" fmla="*/ 1678782 w 2543175"/>
              <a:gd name="connsiteY106" fmla="*/ 1226344 h 1890712"/>
              <a:gd name="connsiteX107" fmla="*/ 1700213 w 2543175"/>
              <a:gd name="connsiteY107" fmla="*/ 1247775 h 1890712"/>
              <a:gd name="connsiteX108" fmla="*/ 1712119 w 2543175"/>
              <a:gd name="connsiteY108" fmla="*/ 1259681 h 1890712"/>
              <a:gd name="connsiteX109" fmla="*/ 1733550 w 2543175"/>
              <a:gd name="connsiteY109" fmla="*/ 1273969 h 1890712"/>
              <a:gd name="connsiteX110" fmla="*/ 1743075 w 2543175"/>
              <a:gd name="connsiteY110" fmla="*/ 1283494 h 1890712"/>
              <a:gd name="connsiteX111" fmla="*/ 1754982 w 2543175"/>
              <a:gd name="connsiteY111" fmla="*/ 1290637 h 1890712"/>
              <a:gd name="connsiteX112" fmla="*/ 1766888 w 2543175"/>
              <a:gd name="connsiteY112" fmla="*/ 1300162 h 1890712"/>
              <a:gd name="connsiteX113" fmla="*/ 1783557 w 2543175"/>
              <a:gd name="connsiteY113" fmla="*/ 1307306 h 1890712"/>
              <a:gd name="connsiteX114" fmla="*/ 1790700 w 2543175"/>
              <a:gd name="connsiteY114" fmla="*/ 1312069 h 1890712"/>
              <a:gd name="connsiteX115" fmla="*/ 1800225 w 2543175"/>
              <a:gd name="connsiteY115" fmla="*/ 1319212 h 1890712"/>
              <a:gd name="connsiteX116" fmla="*/ 1807369 w 2543175"/>
              <a:gd name="connsiteY116" fmla="*/ 1321594 h 1890712"/>
              <a:gd name="connsiteX117" fmla="*/ 1824038 w 2543175"/>
              <a:gd name="connsiteY117" fmla="*/ 1333500 h 1890712"/>
              <a:gd name="connsiteX118" fmla="*/ 1843088 w 2543175"/>
              <a:gd name="connsiteY118" fmla="*/ 1352550 h 1890712"/>
              <a:gd name="connsiteX119" fmla="*/ 1852613 w 2543175"/>
              <a:gd name="connsiteY119" fmla="*/ 1359694 h 1890712"/>
              <a:gd name="connsiteX120" fmla="*/ 1859757 w 2543175"/>
              <a:gd name="connsiteY120" fmla="*/ 1366837 h 1890712"/>
              <a:gd name="connsiteX121" fmla="*/ 1869282 w 2543175"/>
              <a:gd name="connsiteY121" fmla="*/ 1371600 h 1890712"/>
              <a:gd name="connsiteX122" fmla="*/ 1883569 w 2543175"/>
              <a:gd name="connsiteY122" fmla="*/ 1388269 h 1890712"/>
              <a:gd name="connsiteX123" fmla="*/ 1893094 w 2543175"/>
              <a:gd name="connsiteY123" fmla="*/ 1395412 h 1890712"/>
              <a:gd name="connsiteX124" fmla="*/ 1902619 w 2543175"/>
              <a:gd name="connsiteY124" fmla="*/ 1404937 h 1890712"/>
              <a:gd name="connsiteX125" fmla="*/ 1912144 w 2543175"/>
              <a:gd name="connsiteY125" fmla="*/ 1409700 h 1890712"/>
              <a:gd name="connsiteX126" fmla="*/ 1931194 w 2543175"/>
              <a:gd name="connsiteY126" fmla="*/ 1421606 h 1890712"/>
              <a:gd name="connsiteX127" fmla="*/ 1935957 w 2543175"/>
              <a:gd name="connsiteY127" fmla="*/ 1428750 h 1890712"/>
              <a:gd name="connsiteX128" fmla="*/ 1952625 w 2543175"/>
              <a:gd name="connsiteY128" fmla="*/ 1438275 h 1890712"/>
              <a:gd name="connsiteX129" fmla="*/ 1971675 w 2543175"/>
              <a:gd name="connsiteY129" fmla="*/ 1450181 h 1890712"/>
              <a:gd name="connsiteX130" fmla="*/ 1981200 w 2543175"/>
              <a:gd name="connsiteY130" fmla="*/ 1454944 h 1890712"/>
              <a:gd name="connsiteX131" fmla="*/ 1997869 w 2543175"/>
              <a:gd name="connsiteY131" fmla="*/ 1471612 h 1890712"/>
              <a:gd name="connsiteX132" fmla="*/ 2007394 w 2543175"/>
              <a:gd name="connsiteY132" fmla="*/ 1478756 h 1890712"/>
              <a:gd name="connsiteX133" fmla="*/ 2016919 w 2543175"/>
              <a:gd name="connsiteY133" fmla="*/ 1483519 h 1890712"/>
              <a:gd name="connsiteX134" fmla="*/ 2024063 w 2543175"/>
              <a:gd name="connsiteY134" fmla="*/ 1490662 h 1890712"/>
              <a:gd name="connsiteX135" fmla="*/ 2033588 w 2543175"/>
              <a:gd name="connsiteY135" fmla="*/ 1495425 h 1890712"/>
              <a:gd name="connsiteX136" fmla="*/ 2040732 w 2543175"/>
              <a:gd name="connsiteY136" fmla="*/ 1502569 h 1890712"/>
              <a:gd name="connsiteX137" fmla="*/ 2047875 w 2543175"/>
              <a:gd name="connsiteY137" fmla="*/ 1507331 h 1890712"/>
              <a:gd name="connsiteX138" fmla="*/ 2057400 w 2543175"/>
              <a:gd name="connsiteY138" fmla="*/ 1514475 h 1890712"/>
              <a:gd name="connsiteX139" fmla="*/ 2064544 w 2543175"/>
              <a:gd name="connsiteY139" fmla="*/ 1519237 h 1890712"/>
              <a:gd name="connsiteX140" fmla="*/ 2071688 w 2543175"/>
              <a:gd name="connsiteY140" fmla="*/ 1526381 h 1890712"/>
              <a:gd name="connsiteX141" fmla="*/ 2081213 w 2543175"/>
              <a:gd name="connsiteY141" fmla="*/ 1531144 h 1890712"/>
              <a:gd name="connsiteX142" fmla="*/ 2090738 w 2543175"/>
              <a:gd name="connsiteY142" fmla="*/ 1538287 h 1890712"/>
              <a:gd name="connsiteX143" fmla="*/ 2109788 w 2543175"/>
              <a:gd name="connsiteY143" fmla="*/ 1547812 h 1890712"/>
              <a:gd name="connsiteX144" fmla="*/ 2131219 w 2543175"/>
              <a:gd name="connsiteY144" fmla="*/ 1562100 h 1890712"/>
              <a:gd name="connsiteX145" fmla="*/ 2140744 w 2543175"/>
              <a:gd name="connsiteY145" fmla="*/ 1566862 h 1890712"/>
              <a:gd name="connsiteX146" fmla="*/ 2152650 w 2543175"/>
              <a:gd name="connsiteY146" fmla="*/ 1576387 h 1890712"/>
              <a:gd name="connsiteX147" fmla="*/ 2181225 w 2543175"/>
              <a:gd name="connsiteY147" fmla="*/ 1590675 h 1890712"/>
              <a:gd name="connsiteX148" fmla="*/ 2200275 w 2543175"/>
              <a:gd name="connsiteY148" fmla="*/ 1607344 h 1890712"/>
              <a:gd name="connsiteX149" fmla="*/ 2207419 w 2543175"/>
              <a:gd name="connsiteY149" fmla="*/ 1612106 h 1890712"/>
              <a:gd name="connsiteX150" fmla="*/ 2216944 w 2543175"/>
              <a:gd name="connsiteY150" fmla="*/ 1619250 h 1890712"/>
              <a:gd name="connsiteX151" fmla="*/ 2224088 w 2543175"/>
              <a:gd name="connsiteY151" fmla="*/ 1624012 h 1890712"/>
              <a:gd name="connsiteX152" fmla="*/ 2247900 w 2543175"/>
              <a:gd name="connsiteY152" fmla="*/ 1643062 h 1890712"/>
              <a:gd name="connsiteX153" fmla="*/ 2255044 w 2543175"/>
              <a:gd name="connsiteY153" fmla="*/ 1650206 h 1890712"/>
              <a:gd name="connsiteX154" fmla="*/ 2281238 w 2543175"/>
              <a:gd name="connsiteY154" fmla="*/ 1664494 h 1890712"/>
              <a:gd name="connsiteX155" fmla="*/ 2297907 w 2543175"/>
              <a:gd name="connsiteY155" fmla="*/ 1674019 h 1890712"/>
              <a:gd name="connsiteX156" fmla="*/ 2312194 w 2543175"/>
              <a:gd name="connsiteY156" fmla="*/ 1685925 h 1890712"/>
              <a:gd name="connsiteX157" fmla="*/ 2328863 w 2543175"/>
              <a:gd name="connsiteY157" fmla="*/ 1697831 h 1890712"/>
              <a:gd name="connsiteX158" fmla="*/ 2350294 w 2543175"/>
              <a:gd name="connsiteY158" fmla="*/ 1712119 h 1890712"/>
              <a:gd name="connsiteX159" fmla="*/ 2369344 w 2543175"/>
              <a:gd name="connsiteY159" fmla="*/ 1724025 h 1890712"/>
              <a:gd name="connsiteX160" fmla="*/ 2428876 w 2543175"/>
              <a:gd name="connsiteY160" fmla="*/ 1785938 h 1890712"/>
              <a:gd name="connsiteX161" fmla="*/ 2466975 w 2543175"/>
              <a:gd name="connsiteY161" fmla="*/ 1783556 h 1890712"/>
              <a:gd name="connsiteX162" fmla="*/ 2481263 w 2543175"/>
              <a:gd name="connsiteY162" fmla="*/ 1795462 h 1890712"/>
              <a:gd name="connsiteX163" fmla="*/ 2486025 w 2543175"/>
              <a:gd name="connsiteY163" fmla="*/ 1802606 h 1890712"/>
              <a:gd name="connsiteX164" fmla="*/ 2514600 w 2543175"/>
              <a:gd name="connsiteY164" fmla="*/ 1850231 h 1890712"/>
              <a:gd name="connsiteX165" fmla="*/ 2519363 w 2543175"/>
              <a:gd name="connsiteY165" fmla="*/ 1857375 h 1890712"/>
              <a:gd name="connsiteX166" fmla="*/ 2540794 w 2543175"/>
              <a:gd name="connsiteY166" fmla="*/ 1883569 h 1890712"/>
              <a:gd name="connsiteX167" fmla="*/ 2543175 w 2543175"/>
              <a:gd name="connsiteY167"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71613 w 2543175"/>
              <a:gd name="connsiteY98" fmla="*/ 1059656 h 1890712"/>
              <a:gd name="connsiteX99" fmla="*/ 1495425 w 2543175"/>
              <a:gd name="connsiteY99" fmla="*/ 1088231 h 1890712"/>
              <a:gd name="connsiteX100" fmla="*/ 1547812 w 2543175"/>
              <a:gd name="connsiteY100" fmla="*/ 1133475 h 1890712"/>
              <a:gd name="connsiteX101" fmla="*/ 1597819 w 2543175"/>
              <a:gd name="connsiteY101" fmla="*/ 1154906 h 1890712"/>
              <a:gd name="connsiteX102" fmla="*/ 1604963 w 2543175"/>
              <a:gd name="connsiteY102" fmla="*/ 1162050 h 1890712"/>
              <a:gd name="connsiteX103" fmla="*/ 1612107 w 2543175"/>
              <a:gd name="connsiteY103" fmla="*/ 1166812 h 1890712"/>
              <a:gd name="connsiteX104" fmla="*/ 1628775 w 2543175"/>
              <a:gd name="connsiteY104" fmla="*/ 1183481 h 1890712"/>
              <a:gd name="connsiteX105" fmla="*/ 1662113 w 2543175"/>
              <a:gd name="connsiteY105" fmla="*/ 1209675 h 1890712"/>
              <a:gd name="connsiteX106" fmla="*/ 1678782 w 2543175"/>
              <a:gd name="connsiteY106" fmla="*/ 1226344 h 1890712"/>
              <a:gd name="connsiteX107" fmla="*/ 1700213 w 2543175"/>
              <a:gd name="connsiteY107" fmla="*/ 1247775 h 1890712"/>
              <a:gd name="connsiteX108" fmla="*/ 1712119 w 2543175"/>
              <a:gd name="connsiteY108" fmla="*/ 1259681 h 1890712"/>
              <a:gd name="connsiteX109" fmla="*/ 1733550 w 2543175"/>
              <a:gd name="connsiteY109" fmla="*/ 1273969 h 1890712"/>
              <a:gd name="connsiteX110" fmla="*/ 1743075 w 2543175"/>
              <a:gd name="connsiteY110" fmla="*/ 1283494 h 1890712"/>
              <a:gd name="connsiteX111" fmla="*/ 1754982 w 2543175"/>
              <a:gd name="connsiteY111" fmla="*/ 1290637 h 1890712"/>
              <a:gd name="connsiteX112" fmla="*/ 1766888 w 2543175"/>
              <a:gd name="connsiteY112" fmla="*/ 1300162 h 1890712"/>
              <a:gd name="connsiteX113" fmla="*/ 1783557 w 2543175"/>
              <a:gd name="connsiteY113" fmla="*/ 1307306 h 1890712"/>
              <a:gd name="connsiteX114" fmla="*/ 1790700 w 2543175"/>
              <a:gd name="connsiteY114" fmla="*/ 1312069 h 1890712"/>
              <a:gd name="connsiteX115" fmla="*/ 1800225 w 2543175"/>
              <a:gd name="connsiteY115" fmla="*/ 1319212 h 1890712"/>
              <a:gd name="connsiteX116" fmla="*/ 1807369 w 2543175"/>
              <a:gd name="connsiteY116" fmla="*/ 1321594 h 1890712"/>
              <a:gd name="connsiteX117" fmla="*/ 1824038 w 2543175"/>
              <a:gd name="connsiteY117" fmla="*/ 1333500 h 1890712"/>
              <a:gd name="connsiteX118" fmla="*/ 1843088 w 2543175"/>
              <a:gd name="connsiteY118" fmla="*/ 1352550 h 1890712"/>
              <a:gd name="connsiteX119" fmla="*/ 1852613 w 2543175"/>
              <a:gd name="connsiteY119" fmla="*/ 1359694 h 1890712"/>
              <a:gd name="connsiteX120" fmla="*/ 1859757 w 2543175"/>
              <a:gd name="connsiteY120" fmla="*/ 1366837 h 1890712"/>
              <a:gd name="connsiteX121" fmla="*/ 1869282 w 2543175"/>
              <a:gd name="connsiteY121" fmla="*/ 1371600 h 1890712"/>
              <a:gd name="connsiteX122" fmla="*/ 1883569 w 2543175"/>
              <a:gd name="connsiteY122" fmla="*/ 1388269 h 1890712"/>
              <a:gd name="connsiteX123" fmla="*/ 1893094 w 2543175"/>
              <a:gd name="connsiteY123" fmla="*/ 1395412 h 1890712"/>
              <a:gd name="connsiteX124" fmla="*/ 1902619 w 2543175"/>
              <a:gd name="connsiteY124" fmla="*/ 1404937 h 1890712"/>
              <a:gd name="connsiteX125" fmla="*/ 1912144 w 2543175"/>
              <a:gd name="connsiteY125" fmla="*/ 1409700 h 1890712"/>
              <a:gd name="connsiteX126" fmla="*/ 1931194 w 2543175"/>
              <a:gd name="connsiteY126" fmla="*/ 1421606 h 1890712"/>
              <a:gd name="connsiteX127" fmla="*/ 1935957 w 2543175"/>
              <a:gd name="connsiteY127" fmla="*/ 1428750 h 1890712"/>
              <a:gd name="connsiteX128" fmla="*/ 1952625 w 2543175"/>
              <a:gd name="connsiteY128" fmla="*/ 1438275 h 1890712"/>
              <a:gd name="connsiteX129" fmla="*/ 1971675 w 2543175"/>
              <a:gd name="connsiteY129" fmla="*/ 1450181 h 1890712"/>
              <a:gd name="connsiteX130" fmla="*/ 1981200 w 2543175"/>
              <a:gd name="connsiteY130" fmla="*/ 1454944 h 1890712"/>
              <a:gd name="connsiteX131" fmla="*/ 1997869 w 2543175"/>
              <a:gd name="connsiteY131" fmla="*/ 1471612 h 1890712"/>
              <a:gd name="connsiteX132" fmla="*/ 2007394 w 2543175"/>
              <a:gd name="connsiteY132" fmla="*/ 1478756 h 1890712"/>
              <a:gd name="connsiteX133" fmla="*/ 2016919 w 2543175"/>
              <a:gd name="connsiteY133" fmla="*/ 1483519 h 1890712"/>
              <a:gd name="connsiteX134" fmla="*/ 2024063 w 2543175"/>
              <a:gd name="connsiteY134" fmla="*/ 1490662 h 1890712"/>
              <a:gd name="connsiteX135" fmla="*/ 2033588 w 2543175"/>
              <a:gd name="connsiteY135" fmla="*/ 1495425 h 1890712"/>
              <a:gd name="connsiteX136" fmla="*/ 2040732 w 2543175"/>
              <a:gd name="connsiteY136" fmla="*/ 1502569 h 1890712"/>
              <a:gd name="connsiteX137" fmla="*/ 2047875 w 2543175"/>
              <a:gd name="connsiteY137" fmla="*/ 1507331 h 1890712"/>
              <a:gd name="connsiteX138" fmla="*/ 2057400 w 2543175"/>
              <a:gd name="connsiteY138" fmla="*/ 1514475 h 1890712"/>
              <a:gd name="connsiteX139" fmla="*/ 2064544 w 2543175"/>
              <a:gd name="connsiteY139" fmla="*/ 1519237 h 1890712"/>
              <a:gd name="connsiteX140" fmla="*/ 2071688 w 2543175"/>
              <a:gd name="connsiteY140" fmla="*/ 1526381 h 1890712"/>
              <a:gd name="connsiteX141" fmla="*/ 2081213 w 2543175"/>
              <a:gd name="connsiteY141" fmla="*/ 1531144 h 1890712"/>
              <a:gd name="connsiteX142" fmla="*/ 2090738 w 2543175"/>
              <a:gd name="connsiteY142" fmla="*/ 1538287 h 1890712"/>
              <a:gd name="connsiteX143" fmla="*/ 2109788 w 2543175"/>
              <a:gd name="connsiteY143" fmla="*/ 1547812 h 1890712"/>
              <a:gd name="connsiteX144" fmla="*/ 2131219 w 2543175"/>
              <a:gd name="connsiteY144" fmla="*/ 1562100 h 1890712"/>
              <a:gd name="connsiteX145" fmla="*/ 2140744 w 2543175"/>
              <a:gd name="connsiteY145" fmla="*/ 1566862 h 1890712"/>
              <a:gd name="connsiteX146" fmla="*/ 2152650 w 2543175"/>
              <a:gd name="connsiteY146" fmla="*/ 1576387 h 1890712"/>
              <a:gd name="connsiteX147" fmla="*/ 2181225 w 2543175"/>
              <a:gd name="connsiteY147" fmla="*/ 1590675 h 1890712"/>
              <a:gd name="connsiteX148" fmla="*/ 2200275 w 2543175"/>
              <a:gd name="connsiteY148" fmla="*/ 1607344 h 1890712"/>
              <a:gd name="connsiteX149" fmla="*/ 2207419 w 2543175"/>
              <a:gd name="connsiteY149" fmla="*/ 1612106 h 1890712"/>
              <a:gd name="connsiteX150" fmla="*/ 2216944 w 2543175"/>
              <a:gd name="connsiteY150" fmla="*/ 1619250 h 1890712"/>
              <a:gd name="connsiteX151" fmla="*/ 2224088 w 2543175"/>
              <a:gd name="connsiteY151" fmla="*/ 1624012 h 1890712"/>
              <a:gd name="connsiteX152" fmla="*/ 2247900 w 2543175"/>
              <a:gd name="connsiteY152" fmla="*/ 1643062 h 1890712"/>
              <a:gd name="connsiteX153" fmla="*/ 2255044 w 2543175"/>
              <a:gd name="connsiteY153" fmla="*/ 1650206 h 1890712"/>
              <a:gd name="connsiteX154" fmla="*/ 2281238 w 2543175"/>
              <a:gd name="connsiteY154" fmla="*/ 1664494 h 1890712"/>
              <a:gd name="connsiteX155" fmla="*/ 2297907 w 2543175"/>
              <a:gd name="connsiteY155" fmla="*/ 1674019 h 1890712"/>
              <a:gd name="connsiteX156" fmla="*/ 2312194 w 2543175"/>
              <a:gd name="connsiteY156" fmla="*/ 1685925 h 1890712"/>
              <a:gd name="connsiteX157" fmla="*/ 2328863 w 2543175"/>
              <a:gd name="connsiteY157" fmla="*/ 1697831 h 1890712"/>
              <a:gd name="connsiteX158" fmla="*/ 2350294 w 2543175"/>
              <a:gd name="connsiteY158" fmla="*/ 1712119 h 1890712"/>
              <a:gd name="connsiteX159" fmla="*/ 2369344 w 2543175"/>
              <a:gd name="connsiteY159" fmla="*/ 1724025 h 1890712"/>
              <a:gd name="connsiteX160" fmla="*/ 2428876 w 2543175"/>
              <a:gd name="connsiteY160" fmla="*/ 1785938 h 1890712"/>
              <a:gd name="connsiteX161" fmla="*/ 2466975 w 2543175"/>
              <a:gd name="connsiteY161" fmla="*/ 1783556 h 1890712"/>
              <a:gd name="connsiteX162" fmla="*/ 2481263 w 2543175"/>
              <a:gd name="connsiteY162" fmla="*/ 1795462 h 1890712"/>
              <a:gd name="connsiteX163" fmla="*/ 2486025 w 2543175"/>
              <a:gd name="connsiteY163" fmla="*/ 1802606 h 1890712"/>
              <a:gd name="connsiteX164" fmla="*/ 2514600 w 2543175"/>
              <a:gd name="connsiteY164" fmla="*/ 1850231 h 1890712"/>
              <a:gd name="connsiteX165" fmla="*/ 2519363 w 2543175"/>
              <a:gd name="connsiteY165" fmla="*/ 1857375 h 1890712"/>
              <a:gd name="connsiteX166" fmla="*/ 2540794 w 2543175"/>
              <a:gd name="connsiteY166" fmla="*/ 1883569 h 1890712"/>
              <a:gd name="connsiteX167" fmla="*/ 2543175 w 2543175"/>
              <a:gd name="connsiteY167"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5425 w 2543175"/>
              <a:gd name="connsiteY98" fmla="*/ 1088231 h 1890712"/>
              <a:gd name="connsiteX99" fmla="*/ 1547812 w 2543175"/>
              <a:gd name="connsiteY99" fmla="*/ 1133475 h 1890712"/>
              <a:gd name="connsiteX100" fmla="*/ 1597819 w 2543175"/>
              <a:gd name="connsiteY100" fmla="*/ 1154906 h 1890712"/>
              <a:gd name="connsiteX101" fmla="*/ 1604963 w 2543175"/>
              <a:gd name="connsiteY101" fmla="*/ 1162050 h 1890712"/>
              <a:gd name="connsiteX102" fmla="*/ 1612107 w 2543175"/>
              <a:gd name="connsiteY102" fmla="*/ 1166812 h 1890712"/>
              <a:gd name="connsiteX103" fmla="*/ 1628775 w 2543175"/>
              <a:gd name="connsiteY103" fmla="*/ 1183481 h 1890712"/>
              <a:gd name="connsiteX104" fmla="*/ 1662113 w 2543175"/>
              <a:gd name="connsiteY104" fmla="*/ 1209675 h 1890712"/>
              <a:gd name="connsiteX105" fmla="*/ 1678782 w 2543175"/>
              <a:gd name="connsiteY105" fmla="*/ 1226344 h 1890712"/>
              <a:gd name="connsiteX106" fmla="*/ 1700213 w 2543175"/>
              <a:gd name="connsiteY106" fmla="*/ 1247775 h 1890712"/>
              <a:gd name="connsiteX107" fmla="*/ 1712119 w 2543175"/>
              <a:gd name="connsiteY107" fmla="*/ 1259681 h 1890712"/>
              <a:gd name="connsiteX108" fmla="*/ 1733550 w 2543175"/>
              <a:gd name="connsiteY108" fmla="*/ 1273969 h 1890712"/>
              <a:gd name="connsiteX109" fmla="*/ 1743075 w 2543175"/>
              <a:gd name="connsiteY109" fmla="*/ 1283494 h 1890712"/>
              <a:gd name="connsiteX110" fmla="*/ 1754982 w 2543175"/>
              <a:gd name="connsiteY110" fmla="*/ 1290637 h 1890712"/>
              <a:gd name="connsiteX111" fmla="*/ 1766888 w 2543175"/>
              <a:gd name="connsiteY111" fmla="*/ 1300162 h 1890712"/>
              <a:gd name="connsiteX112" fmla="*/ 1783557 w 2543175"/>
              <a:gd name="connsiteY112" fmla="*/ 1307306 h 1890712"/>
              <a:gd name="connsiteX113" fmla="*/ 1790700 w 2543175"/>
              <a:gd name="connsiteY113" fmla="*/ 1312069 h 1890712"/>
              <a:gd name="connsiteX114" fmla="*/ 1800225 w 2543175"/>
              <a:gd name="connsiteY114" fmla="*/ 1319212 h 1890712"/>
              <a:gd name="connsiteX115" fmla="*/ 1807369 w 2543175"/>
              <a:gd name="connsiteY115" fmla="*/ 1321594 h 1890712"/>
              <a:gd name="connsiteX116" fmla="*/ 1824038 w 2543175"/>
              <a:gd name="connsiteY116" fmla="*/ 1333500 h 1890712"/>
              <a:gd name="connsiteX117" fmla="*/ 1843088 w 2543175"/>
              <a:gd name="connsiteY117" fmla="*/ 1352550 h 1890712"/>
              <a:gd name="connsiteX118" fmla="*/ 1852613 w 2543175"/>
              <a:gd name="connsiteY118" fmla="*/ 1359694 h 1890712"/>
              <a:gd name="connsiteX119" fmla="*/ 1859757 w 2543175"/>
              <a:gd name="connsiteY119" fmla="*/ 1366837 h 1890712"/>
              <a:gd name="connsiteX120" fmla="*/ 1869282 w 2543175"/>
              <a:gd name="connsiteY120" fmla="*/ 1371600 h 1890712"/>
              <a:gd name="connsiteX121" fmla="*/ 1883569 w 2543175"/>
              <a:gd name="connsiteY121" fmla="*/ 1388269 h 1890712"/>
              <a:gd name="connsiteX122" fmla="*/ 1893094 w 2543175"/>
              <a:gd name="connsiteY122" fmla="*/ 1395412 h 1890712"/>
              <a:gd name="connsiteX123" fmla="*/ 1902619 w 2543175"/>
              <a:gd name="connsiteY123" fmla="*/ 1404937 h 1890712"/>
              <a:gd name="connsiteX124" fmla="*/ 1912144 w 2543175"/>
              <a:gd name="connsiteY124" fmla="*/ 1409700 h 1890712"/>
              <a:gd name="connsiteX125" fmla="*/ 1931194 w 2543175"/>
              <a:gd name="connsiteY125" fmla="*/ 1421606 h 1890712"/>
              <a:gd name="connsiteX126" fmla="*/ 1935957 w 2543175"/>
              <a:gd name="connsiteY126" fmla="*/ 1428750 h 1890712"/>
              <a:gd name="connsiteX127" fmla="*/ 1952625 w 2543175"/>
              <a:gd name="connsiteY127" fmla="*/ 1438275 h 1890712"/>
              <a:gd name="connsiteX128" fmla="*/ 1971675 w 2543175"/>
              <a:gd name="connsiteY128" fmla="*/ 1450181 h 1890712"/>
              <a:gd name="connsiteX129" fmla="*/ 1981200 w 2543175"/>
              <a:gd name="connsiteY129" fmla="*/ 1454944 h 1890712"/>
              <a:gd name="connsiteX130" fmla="*/ 1997869 w 2543175"/>
              <a:gd name="connsiteY130" fmla="*/ 1471612 h 1890712"/>
              <a:gd name="connsiteX131" fmla="*/ 2007394 w 2543175"/>
              <a:gd name="connsiteY131" fmla="*/ 1478756 h 1890712"/>
              <a:gd name="connsiteX132" fmla="*/ 2016919 w 2543175"/>
              <a:gd name="connsiteY132" fmla="*/ 1483519 h 1890712"/>
              <a:gd name="connsiteX133" fmla="*/ 2024063 w 2543175"/>
              <a:gd name="connsiteY133" fmla="*/ 1490662 h 1890712"/>
              <a:gd name="connsiteX134" fmla="*/ 2033588 w 2543175"/>
              <a:gd name="connsiteY134" fmla="*/ 1495425 h 1890712"/>
              <a:gd name="connsiteX135" fmla="*/ 2040732 w 2543175"/>
              <a:gd name="connsiteY135" fmla="*/ 1502569 h 1890712"/>
              <a:gd name="connsiteX136" fmla="*/ 2047875 w 2543175"/>
              <a:gd name="connsiteY136" fmla="*/ 1507331 h 1890712"/>
              <a:gd name="connsiteX137" fmla="*/ 2057400 w 2543175"/>
              <a:gd name="connsiteY137" fmla="*/ 1514475 h 1890712"/>
              <a:gd name="connsiteX138" fmla="*/ 2064544 w 2543175"/>
              <a:gd name="connsiteY138" fmla="*/ 1519237 h 1890712"/>
              <a:gd name="connsiteX139" fmla="*/ 2071688 w 2543175"/>
              <a:gd name="connsiteY139" fmla="*/ 1526381 h 1890712"/>
              <a:gd name="connsiteX140" fmla="*/ 2081213 w 2543175"/>
              <a:gd name="connsiteY140" fmla="*/ 1531144 h 1890712"/>
              <a:gd name="connsiteX141" fmla="*/ 2090738 w 2543175"/>
              <a:gd name="connsiteY141" fmla="*/ 1538287 h 1890712"/>
              <a:gd name="connsiteX142" fmla="*/ 2109788 w 2543175"/>
              <a:gd name="connsiteY142" fmla="*/ 1547812 h 1890712"/>
              <a:gd name="connsiteX143" fmla="*/ 2131219 w 2543175"/>
              <a:gd name="connsiteY143" fmla="*/ 1562100 h 1890712"/>
              <a:gd name="connsiteX144" fmla="*/ 2140744 w 2543175"/>
              <a:gd name="connsiteY144" fmla="*/ 1566862 h 1890712"/>
              <a:gd name="connsiteX145" fmla="*/ 2152650 w 2543175"/>
              <a:gd name="connsiteY145" fmla="*/ 1576387 h 1890712"/>
              <a:gd name="connsiteX146" fmla="*/ 2181225 w 2543175"/>
              <a:gd name="connsiteY146" fmla="*/ 1590675 h 1890712"/>
              <a:gd name="connsiteX147" fmla="*/ 2200275 w 2543175"/>
              <a:gd name="connsiteY147" fmla="*/ 1607344 h 1890712"/>
              <a:gd name="connsiteX148" fmla="*/ 2207419 w 2543175"/>
              <a:gd name="connsiteY148" fmla="*/ 1612106 h 1890712"/>
              <a:gd name="connsiteX149" fmla="*/ 2216944 w 2543175"/>
              <a:gd name="connsiteY149" fmla="*/ 1619250 h 1890712"/>
              <a:gd name="connsiteX150" fmla="*/ 2224088 w 2543175"/>
              <a:gd name="connsiteY150" fmla="*/ 1624012 h 1890712"/>
              <a:gd name="connsiteX151" fmla="*/ 2247900 w 2543175"/>
              <a:gd name="connsiteY151" fmla="*/ 1643062 h 1890712"/>
              <a:gd name="connsiteX152" fmla="*/ 2255044 w 2543175"/>
              <a:gd name="connsiteY152" fmla="*/ 1650206 h 1890712"/>
              <a:gd name="connsiteX153" fmla="*/ 2281238 w 2543175"/>
              <a:gd name="connsiteY153" fmla="*/ 1664494 h 1890712"/>
              <a:gd name="connsiteX154" fmla="*/ 2297907 w 2543175"/>
              <a:gd name="connsiteY154" fmla="*/ 1674019 h 1890712"/>
              <a:gd name="connsiteX155" fmla="*/ 2312194 w 2543175"/>
              <a:gd name="connsiteY155" fmla="*/ 1685925 h 1890712"/>
              <a:gd name="connsiteX156" fmla="*/ 2328863 w 2543175"/>
              <a:gd name="connsiteY156" fmla="*/ 1697831 h 1890712"/>
              <a:gd name="connsiteX157" fmla="*/ 2350294 w 2543175"/>
              <a:gd name="connsiteY157" fmla="*/ 1712119 h 1890712"/>
              <a:gd name="connsiteX158" fmla="*/ 2369344 w 2543175"/>
              <a:gd name="connsiteY158" fmla="*/ 1724025 h 1890712"/>
              <a:gd name="connsiteX159" fmla="*/ 2428876 w 2543175"/>
              <a:gd name="connsiteY159" fmla="*/ 1785938 h 1890712"/>
              <a:gd name="connsiteX160" fmla="*/ 2466975 w 2543175"/>
              <a:gd name="connsiteY160" fmla="*/ 1783556 h 1890712"/>
              <a:gd name="connsiteX161" fmla="*/ 2481263 w 2543175"/>
              <a:gd name="connsiteY161" fmla="*/ 1795462 h 1890712"/>
              <a:gd name="connsiteX162" fmla="*/ 2486025 w 2543175"/>
              <a:gd name="connsiteY162" fmla="*/ 1802606 h 1890712"/>
              <a:gd name="connsiteX163" fmla="*/ 2514600 w 2543175"/>
              <a:gd name="connsiteY163" fmla="*/ 1850231 h 1890712"/>
              <a:gd name="connsiteX164" fmla="*/ 2519363 w 2543175"/>
              <a:gd name="connsiteY164" fmla="*/ 1857375 h 1890712"/>
              <a:gd name="connsiteX165" fmla="*/ 2540794 w 2543175"/>
              <a:gd name="connsiteY165" fmla="*/ 1883569 h 1890712"/>
              <a:gd name="connsiteX166" fmla="*/ 2543175 w 2543175"/>
              <a:gd name="connsiteY16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47812 w 2543175"/>
              <a:gd name="connsiteY99" fmla="*/ 1133475 h 1890712"/>
              <a:gd name="connsiteX100" fmla="*/ 1597819 w 2543175"/>
              <a:gd name="connsiteY100" fmla="*/ 1154906 h 1890712"/>
              <a:gd name="connsiteX101" fmla="*/ 1604963 w 2543175"/>
              <a:gd name="connsiteY101" fmla="*/ 1162050 h 1890712"/>
              <a:gd name="connsiteX102" fmla="*/ 1612107 w 2543175"/>
              <a:gd name="connsiteY102" fmla="*/ 1166812 h 1890712"/>
              <a:gd name="connsiteX103" fmla="*/ 1628775 w 2543175"/>
              <a:gd name="connsiteY103" fmla="*/ 1183481 h 1890712"/>
              <a:gd name="connsiteX104" fmla="*/ 1662113 w 2543175"/>
              <a:gd name="connsiteY104" fmla="*/ 1209675 h 1890712"/>
              <a:gd name="connsiteX105" fmla="*/ 1678782 w 2543175"/>
              <a:gd name="connsiteY105" fmla="*/ 1226344 h 1890712"/>
              <a:gd name="connsiteX106" fmla="*/ 1700213 w 2543175"/>
              <a:gd name="connsiteY106" fmla="*/ 1247775 h 1890712"/>
              <a:gd name="connsiteX107" fmla="*/ 1712119 w 2543175"/>
              <a:gd name="connsiteY107" fmla="*/ 1259681 h 1890712"/>
              <a:gd name="connsiteX108" fmla="*/ 1733550 w 2543175"/>
              <a:gd name="connsiteY108" fmla="*/ 1273969 h 1890712"/>
              <a:gd name="connsiteX109" fmla="*/ 1743075 w 2543175"/>
              <a:gd name="connsiteY109" fmla="*/ 1283494 h 1890712"/>
              <a:gd name="connsiteX110" fmla="*/ 1754982 w 2543175"/>
              <a:gd name="connsiteY110" fmla="*/ 1290637 h 1890712"/>
              <a:gd name="connsiteX111" fmla="*/ 1766888 w 2543175"/>
              <a:gd name="connsiteY111" fmla="*/ 1300162 h 1890712"/>
              <a:gd name="connsiteX112" fmla="*/ 1783557 w 2543175"/>
              <a:gd name="connsiteY112" fmla="*/ 1307306 h 1890712"/>
              <a:gd name="connsiteX113" fmla="*/ 1790700 w 2543175"/>
              <a:gd name="connsiteY113" fmla="*/ 1312069 h 1890712"/>
              <a:gd name="connsiteX114" fmla="*/ 1800225 w 2543175"/>
              <a:gd name="connsiteY114" fmla="*/ 1319212 h 1890712"/>
              <a:gd name="connsiteX115" fmla="*/ 1807369 w 2543175"/>
              <a:gd name="connsiteY115" fmla="*/ 1321594 h 1890712"/>
              <a:gd name="connsiteX116" fmla="*/ 1824038 w 2543175"/>
              <a:gd name="connsiteY116" fmla="*/ 1333500 h 1890712"/>
              <a:gd name="connsiteX117" fmla="*/ 1843088 w 2543175"/>
              <a:gd name="connsiteY117" fmla="*/ 1352550 h 1890712"/>
              <a:gd name="connsiteX118" fmla="*/ 1852613 w 2543175"/>
              <a:gd name="connsiteY118" fmla="*/ 1359694 h 1890712"/>
              <a:gd name="connsiteX119" fmla="*/ 1859757 w 2543175"/>
              <a:gd name="connsiteY119" fmla="*/ 1366837 h 1890712"/>
              <a:gd name="connsiteX120" fmla="*/ 1869282 w 2543175"/>
              <a:gd name="connsiteY120" fmla="*/ 1371600 h 1890712"/>
              <a:gd name="connsiteX121" fmla="*/ 1883569 w 2543175"/>
              <a:gd name="connsiteY121" fmla="*/ 1388269 h 1890712"/>
              <a:gd name="connsiteX122" fmla="*/ 1893094 w 2543175"/>
              <a:gd name="connsiteY122" fmla="*/ 1395412 h 1890712"/>
              <a:gd name="connsiteX123" fmla="*/ 1902619 w 2543175"/>
              <a:gd name="connsiteY123" fmla="*/ 1404937 h 1890712"/>
              <a:gd name="connsiteX124" fmla="*/ 1912144 w 2543175"/>
              <a:gd name="connsiteY124" fmla="*/ 1409700 h 1890712"/>
              <a:gd name="connsiteX125" fmla="*/ 1931194 w 2543175"/>
              <a:gd name="connsiteY125" fmla="*/ 1421606 h 1890712"/>
              <a:gd name="connsiteX126" fmla="*/ 1935957 w 2543175"/>
              <a:gd name="connsiteY126" fmla="*/ 1428750 h 1890712"/>
              <a:gd name="connsiteX127" fmla="*/ 1952625 w 2543175"/>
              <a:gd name="connsiteY127" fmla="*/ 1438275 h 1890712"/>
              <a:gd name="connsiteX128" fmla="*/ 1971675 w 2543175"/>
              <a:gd name="connsiteY128" fmla="*/ 1450181 h 1890712"/>
              <a:gd name="connsiteX129" fmla="*/ 1981200 w 2543175"/>
              <a:gd name="connsiteY129" fmla="*/ 1454944 h 1890712"/>
              <a:gd name="connsiteX130" fmla="*/ 1997869 w 2543175"/>
              <a:gd name="connsiteY130" fmla="*/ 1471612 h 1890712"/>
              <a:gd name="connsiteX131" fmla="*/ 2007394 w 2543175"/>
              <a:gd name="connsiteY131" fmla="*/ 1478756 h 1890712"/>
              <a:gd name="connsiteX132" fmla="*/ 2016919 w 2543175"/>
              <a:gd name="connsiteY132" fmla="*/ 1483519 h 1890712"/>
              <a:gd name="connsiteX133" fmla="*/ 2024063 w 2543175"/>
              <a:gd name="connsiteY133" fmla="*/ 1490662 h 1890712"/>
              <a:gd name="connsiteX134" fmla="*/ 2033588 w 2543175"/>
              <a:gd name="connsiteY134" fmla="*/ 1495425 h 1890712"/>
              <a:gd name="connsiteX135" fmla="*/ 2040732 w 2543175"/>
              <a:gd name="connsiteY135" fmla="*/ 1502569 h 1890712"/>
              <a:gd name="connsiteX136" fmla="*/ 2047875 w 2543175"/>
              <a:gd name="connsiteY136" fmla="*/ 1507331 h 1890712"/>
              <a:gd name="connsiteX137" fmla="*/ 2057400 w 2543175"/>
              <a:gd name="connsiteY137" fmla="*/ 1514475 h 1890712"/>
              <a:gd name="connsiteX138" fmla="*/ 2064544 w 2543175"/>
              <a:gd name="connsiteY138" fmla="*/ 1519237 h 1890712"/>
              <a:gd name="connsiteX139" fmla="*/ 2071688 w 2543175"/>
              <a:gd name="connsiteY139" fmla="*/ 1526381 h 1890712"/>
              <a:gd name="connsiteX140" fmla="*/ 2081213 w 2543175"/>
              <a:gd name="connsiteY140" fmla="*/ 1531144 h 1890712"/>
              <a:gd name="connsiteX141" fmla="*/ 2090738 w 2543175"/>
              <a:gd name="connsiteY141" fmla="*/ 1538287 h 1890712"/>
              <a:gd name="connsiteX142" fmla="*/ 2109788 w 2543175"/>
              <a:gd name="connsiteY142" fmla="*/ 1547812 h 1890712"/>
              <a:gd name="connsiteX143" fmla="*/ 2131219 w 2543175"/>
              <a:gd name="connsiteY143" fmla="*/ 1562100 h 1890712"/>
              <a:gd name="connsiteX144" fmla="*/ 2140744 w 2543175"/>
              <a:gd name="connsiteY144" fmla="*/ 1566862 h 1890712"/>
              <a:gd name="connsiteX145" fmla="*/ 2152650 w 2543175"/>
              <a:gd name="connsiteY145" fmla="*/ 1576387 h 1890712"/>
              <a:gd name="connsiteX146" fmla="*/ 2181225 w 2543175"/>
              <a:gd name="connsiteY146" fmla="*/ 1590675 h 1890712"/>
              <a:gd name="connsiteX147" fmla="*/ 2200275 w 2543175"/>
              <a:gd name="connsiteY147" fmla="*/ 1607344 h 1890712"/>
              <a:gd name="connsiteX148" fmla="*/ 2207419 w 2543175"/>
              <a:gd name="connsiteY148" fmla="*/ 1612106 h 1890712"/>
              <a:gd name="connsiteX149" fmla="*/ 2216944 w 2543175"/>
              <a:gd name="connsiteY149" fmla="*/ 1619250 h 1890712"/>
              <a:gd name="connsiteX150" fmla="*/ 2224088 w 2543175"/>
              <a:gd name="connsiteY150" fmla="*/ 1624012 h 1890712"/>
              <a:gd name="connsiteX151" fmla="*/ 2247900 w 2543175"/>
              <a:gd name="connsiteY151" fmla="*/ 1643062 h 1890712"/>
              <a:gd name="connsiteX152" fmla="*/ 2255044 w 2543175"/>
              <a:gd name="connsiteY152" fmla="*/ 1650206 h 1890712"/>
              <a:gd name="connsiteX153" fmla="*/ 2281238 w 2543175"/>
              <a:gd name="connsiteY153" fmla="*/ 1664494 h 1890712"/>
              <a:gd name="connsiteX154" fmla="*/ 2297907 w 2543175"/>
              <a:gd name="connsiteY154" fmla="*/ 1674019 h 1890712"/>
              <a:gd name="connsiteX155" fmla="*/ 2312194 w 2543175"/>
              <a:gd name="connsiteY155" fmla="*/ 1685925 h 1890712"/>
              <a:gd name="connsiteX156" fmla="*/ 2328863 w 2543175"/>
              <a:gd name="connsiteY156" fmla="*/ 1697831 h 1890712"/>
              <a:gd name="connsiteX157" fmla="*/ 2350294 w 2543175"/>
              <a:gd name="connsiteY157" fmla="*/ 1712119 h 1890712"/>
              <a:gd name="connsiteX158" fmla="*/ 2369344 w 2543175"/>
              <a:gd name="connsiteY158" fmla="*/ 1724025 h 1890712"/>
              <a:gd name="connsiteX159" fmla="*/ 2428876 w 2543175"/>
              <a:gd name="connsiteY159" fmla="*/ 1785938 h 1890712"/>
              <a:gd name="connsiteX160" fmla="*/ 2466975 w 2543175"/>
              <a:gd name="connsiteY160" fmla="*/ 1783556 h 1890712"/>
              <a:gd name="connsiteX161" fmla="*/ 2481263 w 2543175"/>
              <a:gd name="connsiteY161" fmla="*/ 1795462 h 1890712"/>
              <a:gd name="connsiteX162" fmla="*/ 2486025 w 2543175"/>
              <a:gd name="connsiteY162" fmla="*/ 1802606 h 1890712"/>
              <a:gd name="connsiteX163" fmla="*/ 2514600 w 2543175"/>
              <a:gd name="connsiteY163" fmla="*/ 1850231 h 1890712"/>
              <a:gd name="connsiteX164" fmla="*/ 2519363 w 2543175"/>
              <a:gd name="connsiteY164" fmla="*/ 1857375 h 1890712"/>
              <a:gd name="connsiteX165" fmla="*/ 2540794 w 2543175"/>
              <a:gd name="connsiteY165" fmla="*/ 1883569 h 1890712"/>
              <a:gd name="connsiteX166" fmla="*/ 2543175 w 2543175"/>
              <a:gd name="connsiteY16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7819 w 2543175"/>
              <a:gd name="connsiteY100" fmla="*/ 1154906 h 1890712"/>
              <a:gd name="connsiteX101" fmla="*/ 1604963 w 2543175"/>
              <a:gd name="connsiteY101" fmla="*/ 1162050 h 1890712"/>
              <a:gd name="connsiteX102" fmla="*/ 1612107 w 2543175"/>
              <a:gd name="connsiteY102" fmla="*/ 1166812 h 1890712"/>
              <a:gd name="connsiteX103" fmla="*/ 1628775 w 2543175"/>
              <a:gd name="connsiteY103" fmla="*/ 1183481 h 1890712"/>
              <a:gd name="connsiteX104" fmla="*/ 1662113 w 2543175"/>
              <a:gd name="connsiteY104" fmla="*/ 1209675 h 1890712"/>
              <a:gd name="connsiteX105" fmla="*/ 1678782 w 2543175"/>
              <a:gd name="connsiteY105" fmla="*/ 1226344 h 1890712"/>
              <a:gd name="connsiteX106" fmla="*/ 1700213 w 2543175"/>
              <a:gd name="connsiteY106" fmla="*/ 1247775 h 1890712"/>
              <a:gd name="connsiteX107" fmla="*/ 1712119 w 2543175"/>
              <a:gd name="connsiteY107" fmla="*/ 1259681 h 1890712"/>
              <a:gd name="connsiteX108" fmla="*/ 1733550 w 2543175"/>
              <a:gd name="connsiteY108" fmla="*/ 1273969 h 1890712"/>
              <a:gd name="connsiteX109" fmla="*/ 1743075 w 2543175"/>
              <a:gd name="connsiteY109" fmla="*/ 1283494 h 1890712"/>
              <a:gd name="connsiteX110" fmla="*/ 1754982 w 2543175"/>
              <a:gd name="connsiteY110" fmla="*/ 1290637 h 1890712"/>
              <a:gd name="connsiteX111" fmla="*/ 1766888 w 2543175"/>
              <a:gd name="connsiteY111" fmla="*/ 1300162 h 1890712"/>
              <a:gd name="connsiteX112" fmla="*/ 1783557 w 2543175"/>
              <a:gd name="connsiteY112" fmla="*/ 1307306 h 1890712"/>
              <a:gd name="connsiteX113" fmla="*/ 1790700 w 2543175"/>
              <a:gd name="connsiteY113" fmla="*/ 1312069 h 1890712"/>
              <a:gd name="connsiteX114" fmla="*/ 1800225 w 2543175"/>
              <a:gd name="connsiteY114" fmla="*/ 1319212 h 1890712"/>
              <a:gd name="connsiteX115" fmla="*/ 1807369 w 2543175"/>
              <a:gd name="connsiteY115" fmla="*/ 1321594 h 1890712"/>
              <a:gd name="connsiteX116" fmla="*/ 1824038 w 2543175"/>
              <a:gd name="connsiteY116" fmla="*/ 1333500 h 1890712"/>
              <a:gd name="connsiteX117" fmla="*/ 1843088 w 2543175"/>
              <a:gd name="connsiteY117" fmla="*/ 1352550 h 1890712"/>
              <a:gd name="connsiteX118" fmla="*/ 1852613 w 2543175"/>
              <a:gd name="connsiteY118" fmla="*/ 1359694 h 1890712"/>
              <a:gd name="connsiteX119" fmla="*/ 1859757 w 2543175"/>
              <a:gd name="connsiteY119" fmla="*/ 1366837 h 1890712"/>
              <a:gd name="connsiteX120" fmla="*/ 1869282 w 2543175"/>
              <a:gd name="connsiteY120" fmla="*/ 1371600 h 1890712"/>
              <a:gd name="connsiteX121" fmla="*/ 1883569 w 2543175"/>
              <a:gd name="connsiteY121" fmla="*/ 1388269 h 1890712"/>
              <a:gd name="connsiteX122" fmla="*/ 1893094 w 2543175"/>
              <a:gd name="connsiteY122" fmla="*/ 1395412 h 1890712"/>
              <a:gd name="connsiteX123" fmla="*/ 1902619 w 2543175"/>
              <a:gd name="connsiteY123" fmla="*/ 1404937 h 1890712"/>
              <a:gd name="connsiteX124" fmla="*/ 1912144 w 2543175"/>
              <a:gd name="connsiteY124" fmla="*/ 1409700 h 1890712"/>
              <a:gd name="connsiteX125" fmla="*/ 1931194 w 2543175"/>
              <a:gd name="connsiteY125" fmla="*/ 1421606 h 1890712"/>
              <a:gd name="connsiteX126" fmla="*/ 1935957 w 2543175"/>
              <a:gd name="connsiteY126" fmla="*/ 1428750 h 1890712"/>
              <a:gd name="connsiteX127" fmla="*/ 1952625 w 2543175"/>
              <a:gd name="connsiteY127" fmla="*/ 1438275 h 1890712"/>
              <a:gd name="connsiteX128" fmla="*/ 1971675 w 2543175"/>
              <a:gd name="connsiteY128" fmla="*/ 1450181 h 1890712"/>
              <a:gd name="connsiteX129" fmla="*/ 1981200 w 2543175"/>
              <a:gd name="connsiteY129" fmla="*/ 1454944 h 1890712"/>
              <a:gd name="connsiteX130" fmla="*/ 1997869 w 2543175"/>
              <a:gd name="connsiteY130" fmla="*/ 1471612 h 1890712"/>
              <a:gd name="connsiteX131" fmla="*/ 2007394 w 2543175"/>
              <a:gd name="connsiteY131" fmla="*/ 1478756 h 1890712"/>
              <a:gd name="connsiteX132" fmla="*/ 2016919 w 2543175"/>
              <a:gd name="connsiteY132" fmla="*/ 1483519 h 1890712"/>
              <a:gd name="connsiteX133" fmla="*/ 2024063 w 2543175"/>
              <a:gd name="connsiteY133" fmla="*/ 1490662 h 1890712"/>
              <a:gd name="connsiteX134" fmla="*/ 2033588 w 2543175"/>
              <a:gd name="connsiteY134" fmla="*/ 1495425 h 1890712"/>
              <a:gd name="connsiteX135" fmla="*/ 2040732 w 2543175"/>
              <a:gd name="connsiteY135" fmla="*/ 1502569 h 1890712"/>
              <a:gd name="connsiteX136" fmla="*/ 2047875 w 2543175"/>
              <a:gd name="connsiteY136" fmla="*/ 1507331 h 1890712"/>
              <a:gd name="connsiteX137" fmla="*/ 2057400 w 2543175"/>
              <a:gd name="connsiteY137" fmla="*/ 1514475 h 1890712"/>
              <a:gd name="connsiteX138" fmla="*/ 2064544 w 2543175"/>
              <a:gd name="connsiteY138" fmla="*/ 1519237 h 1890712"/>
              <a:gd name="connsiteX139" fmla="*/ 2071688 w 2543175"/>
              <a:gd name="connsiteY139" fmla="*/ 1526381 h 1890712"/>
              <a:gd name="connsiteX140" fmla="*/ 2081213 w 2543175"/>
              <a:gd name="connsiteY140" fmla="*/ 1531144 h 1890712"/>
              <a:gd name="connsiteX141" fmla="*/ 2090738 w 2543175"/>
              <a:gd name="connsiteY141" fmla="*/ 1538287 h 1890712"/>
              <a:gd name="connsiteX142" fmla="*/ 2109788 w 2543175"/>
              <a:gd name="connsiteY142" fmla="*/ 1547812 h 1890712"/>
              <a:gd name="connsiteX143" fmla="*/ 2131219 w 2543175"/>
              <a:gd name="connsiteY143" fmla="*/ 1562100 h 1890712"/>
              <a:gd name="connsiteX144" fmla="*/ 2140744 w 2543175"/>
              <a:gd name="connsiteY144" fmla="*/ 1566862 h 1890712"/>
              <a:gd name="connsiteX145" fmla="*/ 2152650 w 2543175"/>
              <a:gd name="connsiteY145" fmla="*/ 1576387 h 1890712"/>
              <a:gd name="connsiteX146" fmla="*/ 2181225 w 2543175"/>
              <a:gd name="connsiteY146" fmla="*/ 1590675 h 1890712"/>
              <a:gd name="connsiteX147" fmla="*/ 2200275 w 2543175"/>
              <a:gd name="connsiteY147" fmla="*/ 1607344 h 1890712"/>
              <a:gd name="connsiteX148" fmla="*/ 2207419 w 2543175"/>
              <a:gd name="connsiteY148" fmla="*/ 1612106 h 1890712"/>
              <a:gd name="connsiteX149" fmla="*/ 2216944 w 2543175"/>
              <a:gd name="connsiteY149" fmla="*/ 1619250 h 1890712"/>
              <a:gd name="connsiteX150" fmla="*/ 2224088 w 2543175"/>
              <a:gd name="connsiteY150" fmla="*/ 1624012 h 1890712"/>
              <a:gd name="connsiteX151" fmla="*/ 2247900 w 2543175"/>
              <a:gd name="connsiteY151" fmla="*/ 1643062 h 1890712"/>
              <a:gd name="connsiteX152" fmla="*/ 2255044 w 2543175"/>
              <a:gd name="connsiteY152" fmla="*/ 1650206 h 1890712"/>
              <a:gd name="connsiteX153" fmla="*/ 2281238 w 2543175"/>
              <a:gd name="connsiteY153" fmla="*/ 1664494 h 1890712"/>
              <a:gd name="connsiteX154" fmla="*/ 2297907 w 2543175"/>
              <a:gd name="connsiteY154" fmla="*/ 1674019 h 1890712"/>
              <a:gd name="connsiteX155" fmla="*/ 2312194 w 2543175"/>
              <a:gd name="connsiteY155" fmla="*/ 1685925 h 1890712"/>
              <a:gd name="connsiteX156" fmla="*/ 2328863 w 2543175"/>
              <a:gd name="connsiteY156" fmla="*/ 1697831 h 1890712"/>
              <a:gd name="connsiteX157" fmla="*/ 2350294 w 2543175"/>
              <a:gd name="connsiteY157" fmla="*/ 1712119 h 1890712"/>
              <a:gd name="connsiteX158" fmla="*/ 2369344 w 2543175"/>
              <a:gd name="connsiteY158" fmla="*/ 1724025 h 1890712"/>
              <a:gd name="connsiteX159" fmla="*/ 2428876 w 2543175"/>
              <a:gd name="connsiteY159" fmla="*/ 1785938 h 1890712"/>
              <a:gd name="connsiteX160" fmla="*/ 2466975 w 2543175"/>
              <a:gd name="connsiteY160" fmla="*/ 1783556 h 1890712"/>
              <a:gd name="connsiteX161" fmla="*/ 2481263 w 2543175"/>
              <a:gd name="connsiteY161" fmla="*/ 1795462 h 1890712"/>
              <a:gd name="connsiteX162" fmla="*/ 2486025 w 2543175"/>
              <a:gd name="connsiteY162" fmla="*/ 1802606 h 1890712"/>
              <a:gd name="connsiteX163" fmla="*/ 2514600 w 2543175"/>
              <a:gd name="connsiteY163" fmla="*/ 1850231 h 1890712"/>
              <a:gd name="connsiteX164" fmla="*/ 2519363 w 2543175"/>
              <a:gd name="connsiteY164" fmla="*/ 1857375 h 1890712"/>
              <a:gd name="connsiteX165" fmla="*/ 2540794 w 2543175"/>
              <a:gd name="connsiteY165" fmla="*/ 1883569 h 1890712"/>
              <a:gd name="connsiteX166" fmla="*/ 2543175 w 2543175"/>
              <a:gd name="connsiteY16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7819 w 2543175"/>
              <a:gd name="connsiteY100" fmla="*/ 1154906 h 1890712"/>
              <a:gd name="connsiteX101" fmla="*/ 1604963 w 2543175"/>
              <a:gd name="connsiteY101" fmla="*/ 1162050 h 1890712"/>
              <a:gd name="connsiteX102" fmla="*/ 1628775 w 2543175"/>
              <a:gd name="connsiteY102" fmla="*/ 1183481 h 1890712"/>
              <a:gd name="connsiteX103" fmla="*/ 1662113 w 2543175"/>
              <a:gd name="connsiteY103" fmla="*/ 1209675 h 1890712"/>
              <a:gd name="connsiteX104" fmla="*/ 1678782 w 2543175"/>
              <a:gd name="connsiteY104" fmla="*/ 1226344 h 1890712"/>
              <a:gd name="connsiteX105" fmla="*/ 1700213 w 2543175"/>
              <a:gd name="connsiteY105" fmla="*/ 1247775 h 1890712"/>
              <a:gd name="connsiteX106" fmla="*/ 1712119 w 2543175"/>
              <a:gd name="connsiteY106" fmla="*/ 1259681 h 1890712"/>
              <a:gd name="connsiteX107" fmla="*/ 1733550 w 2543175"/>
              <a:gd name="connsiteY107" fmla="*/ 1273969 h 1890712"/>
              <a:gd name="connsiteX108" fmla="*/ 1743075 w 2543175"/>
              <a:gd name="connsiteY108" fmla="*/ 1283494 h 1890712"/>
              <a:gd name="connsiteX109" fmla="*/ 1754982 w 2543175"/>
              <a:gd name="connsiteY109" fmla="*/ 1290637 h 1890712"/>
              <a:gd name="connsiteX110" fmla="*/ 1766888 w 2543175"/>
              <a:gd name="connsiteY110" fmla="*/ 1300162 h 1890712"/>
              <a:gd name="connsiteX111" fmla="*/ 1783557 w 2543175"/>
              <a:gd name="connsiteY111" fmla="*/ 1307306 h 1890712"/>
              <a:gd name="connsiteX112" fmla="*/ 1790700 w 2543175"/>
              <a:gd name="connsiteY112" fmla="*/ 1312069 h 1890712"/>
              <a:gd name="connsiteX113" fmla="*/ 1800225 w 2543175"/>
              <a:gd name="connsiteY113" fmla="*/ 1319212 h 1890712"/>
              <a:gd name="connsiteX114" fmla="*/ 1807369 w 2543175"/>
              <a:gd name="connsiteY114" fmla="*/ 1321594 h 1890712"/>
              <a:gd name="connsiteX115" fmla="*/ 1824038 w 2543175"/>
              <a:gd name="connsiteY115" fmla="*/ 1333500 h 1890712"/>
              <a:gd name="connsiteX116" fmla="*/ 1843088 w 2543175"/>
              <a:gd name="connsiteY116" fmla="*/ 1352550 h 1890712"/>
              <a:gd name="connsiteX117" fmla="*/ 1852613 w 2543175"/>
              <a:gd name="connsiteY117" fmla="*/ 1359694 h 1890712"/>
              <a:gd name="connsiteX118" fmla="*/ 1859757 w 2543175"/>
              <a:gd name="connsiteY118" fmla="*/ 1366837 h 1890712"/>
              <a:gd name="connsiteX119" fmla="*/ 1869282 w 2543175"/>
              <a:gd name="connsiteY119" fmla="*/ 1371600 h 1890712"/>
              <a:gd name="connsiteX120" fmla="*/ 1883569 w 2543175"/>
              <a:gd name="connsiteY120" fmla="*/ 1388269 h 1890712"/>
              <a:gd name="connsiteX121" fmla="*/ 1893094 w 2543175"/>
              <a:gd name="connsiteY121" fmla="*/ 1395412 h 1890712"/>
              <a:gd name="connsiteX122" fmla="*/ 1902619 w 2543175"/>
              <a:gd name="connsiteY122" fmla="*/ 1404937 h 1890712"/>
              <a:gd name="connsiteX123" fmla="*/ 1912144 w 2543175"/>
              <a:gd name="connsiteY123" fmla="*/ 1409700 h 1890712"/>
              <a:gd name="connsiteX124" fmla="*/ 1931194 w 2543175"/>
              <a:gd name="connsiteY124" fmla="*/ 1421606 h 1890712"/>
              <a:gd name="connsiteX125" fmla="*/ 1935957 w 2543175"/>
              <a:gd name="connsiteY125" fmla="*/ 1428750 h 1890712"/>
              <a:gd name="connsiteX126" fmla="*/ 1952625 w 2543175"/>
              <a:gd name="connsiteY126" fmla="*/ 1438275 h 1890712"/>
              <a:gd name="connsiteX127" fmla="*/ 1971675 w 2543175"/>
              <a:gd name="connsiteY127" fmla="*/ 1450181 h 1890712"/>
              <a:gd name="connsiteX128" fmla="*/ 1981200 w 2543175"/>
              <a:gd name="connsiteY128" fmla="*/ 1454944 h 1890712"/>
              <a:gd name="connsiteX129" fmla="*/ 1997869 w 2543175"/>
              <a:gd name="connsiteY129" fmla="*/ 1471612 h 1890712"/>
              <a:gd name="connsiteX130" fmla="*/ 2007394 w 2543175"/>
              <a:gd name="connsiteY130" fmla="*/ 1478756 h 1890712"/>
              <a:gd name="connsiteX131" fmla="*/ 2016919 w 2543175"/>
              <a:gd name="connsiteY131" fmla="*/ 1483519 h 1890712"/>
              <a:gd name="connsiteX132" fmla="*/ 2024063 w 2543175"/>
              <a:gd name="connsiteY132" fmla="*/ 1490662 h 1890712"/>
              <a:gd name="connsiteX133" fmla="*/ 2033588 w 2543175"/>
              <a:gd name="connsiteY133" fmla="*/ 1495425 h 1890712"/>
              <a:gd name="connsiteX134" fmla="*/ 2040732 w 2543175"/>
              <a:gd name="connsiteY134" fmla="*/ 1502569 h 1890712"/>
              <a:gd name="connsiteX135" fmla="*/ 2047875 w 2543175"/>
              <a:gd name="connsiteY135" fmla="*/ 1507331 h 1890712"/>
              <a:gd name="connsiteX136" fmla="*/ 2057400 w 2543175"/>
              <a:gd name="connsiteY136" fmla="*/ 1514475 h 1890712"/>
              <a:gd name="connsiteX137" fmla="*/ 2064544 w 2543175"/>
              <a:gd name="connsiteY137" fmla="*/ 1519237 h 1890712"/>
              <a:gd name="connsiteX138" fmla="*/ 2071688 w 2543175"/>
              <a:gd name="connsiteY138" fmla="*/ 1526381 h 1890712"/>
              <a:gd name="connsiteX139" fmla="*/ 2081213 w 2543175"/>
              <a:gd name="connsiteY139" fmla="*/ 1531144 h 1890712"/>
              <a:gd name="connsiteX140" fmla="*/ 2090738 w 2543175"/>
              <a:gd name="connsiteY140" fmla="*/ 1538287 h 1890712"/>
              <a:gd name="connsiteX141" fmla="*/ 2109788 w 2543175"/>
              <a:gd name="connsiteY141" fmla="*/ 1547812 h 1890712"/>
              <a:gd name="connsiteX142" fmla="*/ 2131219 w 2543175"/>
              <a:gd name="connsiteY142" fmla="*/ 1562100 h 1890712"/>
              <a:gd name="connsiteX143" fmla="*/ 2140744 w 2543175"/>
              <a:gd name="connsiteY143" fmla="*/ 1566862 h 1890712"/>
              <a:gd name="connsiteX144" fmla="*/ 2152650 w 2543175"/>
              <a:gd name="connsiteY144" fmla="*/ 1576387 h 1890712"/>
              <a:gd name="connsiteX145" fmla="*/ 2181225 w 2543175"/>
              <a:gd name="connsiteY145" fmla="*/ 1590675 h 1890712"/>
              <a:gd name="connsiteX146" fmla="*/ 2200275 w 2543175"/>
              <a:gd name="connsiteY146" fmla="*/ 1607344 h 1890712"/>
              <a:gd name="connsiteX147" fmla="*/ 2207419 w 2543175"/>
              <a:gd name="connsiteY147" fmla="*/ 1612106 h 1890712"/>
              <a:gd name="connsiteX148" fmla="*/ 2216944 w 2543175"/>
              <a:gd name="connsiteY148" fmla="*/ 1619250 h 1890712"/>
              <a:gd name="connsiteX149" fmla="*/ 2224088 w 2543175"/>
              <a:gd name="connsiteY149" fmla="*/ 1624012 h 1890712"/>
              <a:gd name="connsiteX150" fmla="*/ 2247900 w 2543175"/>
              <a:gd name="connsiteY150" fmla="*/ 1643062 h 1890712"/>
              <a:gd name="connsiteX151" fmla="*/ 2255044 w 2543175"/>
              <a:gd name="connsiteY151" fmla="*/ 1650206 h 1890712"/>
              <a:gd name="connsiteX152" fmla="*/ 2281238 w 2543175"/>
              <a:gd name="connsiteY152" fmla="*/ 1664494 h 1890712"/>
              <a:gd name="connsiteX153" fmla="*/ 2297907 w 2543175"/>
              <a:gd name="connsiteY153" fmla="*/ 1674019 h 1890712"/>
              <a:gd name="connsiteX154" fmla="*/ 2312194 w 2543175"/>
              <a:gd name="connsiteY154" fmla="*/ 1685925 h 1890712"/>
              <a:gd name="connsiteX155" fmla="*/ 2328863 w 2543175"/>
              <a:gd name="connsiteY155" fmla="*/ 1697831 h 1890712"/>
              <a:gd name="connsiteX156" fmla="*/ 2350294 w 2543175"/>
              <a:gd name="connsiteY156" fmla="*/ 1712119 h 1890712"/>
              <a:gd name="connsiteX157" fmla="*/ 2369344 w 2543175"/>
              <a:gd name="connsiteY157" fmla="*/ 1724025 h 1890712"/>
              <a:gd name="connsiteX158" fmla="*/ 2428876 w 2543175"/>
              <a:gd name="connsiteY158" fmla="*/ 1785938 h 1890712"/>
              <a:gd name="connsiteX159" fmla="*/ 2466975 w 2543175"/>
              <a:gd name="connsiteY159" fmla="*/ 1783556 h 1890712"/>
              <a:gd name="connsiteX160" fmla="*/ 2481263 w 2543175"/>
              <a:gd name="connsiteY160" fmla="*/ 1795462 h 1890712"/>
              <a:gd name="connsiteX161" fmla="*/ 2486025 w 2543175"/>
              <a:gd name="connsiteY161" fmla="*/ 1802606 h 1890712"/>
              <a:gd name="connsiteX162" fmla="*/ 2514600 w 2543175"/>
              <a:gd name="connsiteY162" fmla="*/ 1850231 h 1890712"/>
              <a:gd name="connsiteX163" fmla="*/ 2519363 w 2543175"/>
              <a:gd name="connsiteY163" fmla="*/ 1857375 h 1890712"/>
              <a:gd name="connsiteX164" fmla="*/ 2540794 w 2543175"/>
              <a:gd name="connsiteY164" fmla="*/ 1883569 h 1890712"/>
              <a:gd name="connsiteX165" fmla="*/ 2543175 w 2543175"/>
              <a:gd name="connsiteY165"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7819 w 2543175"/>
              <a:gd name="connsiteY100" fmla="*/ 1154906 h 1890712"/>
              <a:gd name="connsiteX101" fmla="*/ 1628775 w 2543175"/>
              <a:gd name="connsiteY101" fmla="*/ 1183481 h 1890712"/>
              <a:gd name="connsiteX102" fmla="*/ 1662113 w 2543175"/>
              <a:gd name="connsiteY102" fmla="*/ 1209675 h 1890712"/>
              <a:gd name="connsiteX103" fmla="*/ 1678782 w 2543175"/>
              <a:gd name="connsiteY103" fmla="*/ 1226344 h 1890712"/>
              <a:gd name="connsiteX104" fmla="*/ 1700213 w 2543175"/>
              <a:gd name="connsiteY104" fmla="*/ 1247775 h 1890712"/>
              <a:gd name="connsiteX105" fmla="*/ 1712119 w 2543175"/>
              <a:gd name="connsiteY105" fmla="*/ 1259681 h 1890712"/>
              <a:gd name="connsiteX106" fmla="*/ 1733550 w 2543175"/>
              <a:gd name="connsiteY106" fmla="*/ 1273969 h 1890712"/>
              <a:gd name="connsiteX107" fmla="*/ 1743075 w 2543175"/>
              <a:gd name="connsiteY107" fmla="*/ 1283494 h 1890712"/>
              <a:gd name="connsiteX108" fmla="*/ 1754982 w 2543175"/>
              <a:gd name="connsiteY108" fmla="*/ 1290637 h 1890712"/>
              <a:gd name="connsiteX109" fmla="*/ 1766888 w 2543175"/>
              <a:gd name="connsiteY109" fmla="*/ 1300162 h 1890712"/>
              <a:gd name="connsiteX110" fmla="*/ 1783557 w 2543175"/>
              <a:gd name="connsiteY110" fmla="*/ 1307306 h 1890712"/>
              <a:gd name="connsiteX111" fmla="*/ 1790700 w 2543175"/>
              <a:gd name="connsiteY111" fmla="*/ 1312069 h 1890712"/>
              <a:gd name="connsiteX112" fmla="*/ 1800225 w 2543175"/>
              <a:gd name="connsiteY112" fmla="*/ 1319212 h 1890712"/>
              <a:gd name="connsiteX113" fmla="*/ 1807369 w 2543175"/>
              <a:gd name="connsiteY113" fmla="*/ 1321594 h 1890712"/>
              <a:gd name="connsiteX114" fmla="*/ 1824038 w 2543175"/>
              <a:gd name="connsiteY114" fmla="*/ 1333500 h 1890712"/>
              <a:gd name="connsiteX115" fmla="*/ 1843088 w 2543175"/>
              <a:gd name="connsiteY115" fmla="*/ 1352550 h 1890712"/>
              <a:gd name="connsiteX116" fmla="*/ 1852613 w 2543175"/>
              <a:gd name="connsiteY116" fmla="*/ 1359694 h 1890712"/>
              <a:gd name="connsiteX117" fmla="*/ 1859757 w 2543175"/>
              <a:gd name="connsiteY117" fmla="*/ 1366837 h 1890712"/>
              <a:gd name="connsiteX118" fmla="*/ 1869282 w 2543175"/>
              <a:gd name="connsiteY118" fmla="*/ 1371600 h 1890712"/>
              <a:gd name="connsiteX119" fmla="*/ 1883569 w 2543175"/>
              <a:gd name="connsiteY119" fmla="*/ 1388269 h 1890712"/>
              <a:gd name="connsiteX120" fmla="*/ 1893094 w 2543175"/>
              <a:gd name="connsiteY120" fmla="*/ 1395412 h 1890712"/>
              <a:gd name="connsiteX121" fmla="*/ 1902619 w 2543175"/>
              <a:gd name="connsiteY121" fmla="*/ 1404937 h 1890712"/>
              <a:gd name="connsiteX122" fmla="*/ 1912144 w 2543175"/>
              <a:gd name="connsiteY122" fmla="*/ 1409700 h 1890712"/>
              <a:gd name="connsiteX123" fmla="*/ 1931194 w 2543175"/>
              <a:gd name="connsiteY123" fmla="*/ 1421606 h 1890712"/>
              <a:gd name="connsiteX124" fmla="*/ 1935957 w 2543175"/>
              <a:gd name="connsiteY124" fmla="*/ 1428750 h 1890712"/>
              <a:gd name="connsiteX125" fmla="*/ 1952625 w 2543175"/>
              <a:gd name="connsiteY125" fmla="*/ 1438275 h 1890712"/>
              <a:gd name="connsiteX126" fmla="*/ 1971675 w 2543175"/>
              <a:gd name="connsiteY126" fmla="*/ 1450181 h 1890712"/>
              <a:gd name="connsiteX127" fmla="*/ 1981200 w 2543175"/>
              <a:gd name="connsiteY127" fmla="*/ 1454944 h 1890712"/>
              <a:gd name="connsiteX128" fmla="*/ 1997869 w 2543175"/>
              <a:gd name="connsiteY128" fmla="*/ 1471612 h 1890712"/>
              <a:gd name="connsiteX129" fmla="*/ 2007394 w 2543175"/>
              <a:gd name="connsiteY129" fmla="*/ 1478756 h 1890712"/>
              <a:gd name="connsiteX130" fmla="*/ 2016919 w 2543175"/>
              <a:gd name="connsiteY130" fmla="*/ 1483519 h 1890712"/>
              <a:gd name="connsiteX131" fmla="*/ 2024063 w 2543175"/>
              <a:gd name="connsiteY131" fmla="*/ 1490662 h 1890712"/>
              <a:gd name="connsiteX132" fmla="*/ 2033588 w 2543175"/>
              <a:gd name="connsiteY132" fmla="*/ 1495425 h 1890712"/>
              <a:gd name="connsiteX133" fmla="*/ 2040732 w 2543175"/>
              <a:gd name="connsiteY133" fmla="*/ 1502569 h 1890712"/>
              <a:gd name="connsiteX134" fmla="*/ 2047875 w 2543175"/>
              <a:gd name="connsiteY134" fmla="*/ 1507331 h 1890712"/>
              <a:gd name="connsiteX135" fmla="*/ 2057400 w 2543175"/>
              <a:gd name="connsiteY135" fmla="*/ 1514475 h 1890712"/>
              <a:gd name="connsiteX136" fmla="*/ 2064544 w 2543175"/>
              <a:gd name="connsiteY136" fmla="*/ 1519237 h 1890712"/>
              <a:gd name="connsiteX137" fmla="*/ 2071688 w 2543175"/>
              <a:gd name="connsiteY137" fmla="*/ 1526381 h 1890712"/>
              <a:gd name="connsiteX138" fmla="*/ 2081213 w 2543175"/>
              <a:gd name="connsiteY138" fmla="*/ 1531144 h 1890712"/>
              <a:gd name="connsiteX139" fmla="*/ 2090738 w 2543175"/>
              <a:gd name="connsiteY139" fmla="*/ 1538287 h 1890712"/>
              <a:gd name="connsiteX140" fmla="*/ 2109788 w 2543175"/>
              <a:gd name="connsiteY140" fmla="*/ 1547812 h 1890712"/>
              <a:gd name="connsiteX141" fmla="*/ 2131219 w 2543175"/>
              <a:gd name="connsiteY141" fmla="*/ 1562100 h 1890712"/>
              <a:gd name="connsiteX142" fmla="*/ 2140744 w 2543175"/>
              <a:gd name="connsiteY142" fmla="*/ 1566862 h 1890712"/>
              <a:gd name="connsiteX143" fmla="*/ 2152650 w 2543175"/>
              <a:gd name="connsiteY143" fmla="*/ 1576387 h 1890712"/>
              <a:gd name="connsiteX144" fmla="*/ 2181225 w 2543175"/>
              <a:gd name="connsiteY144" fmla="*/ 1590675 h 1890712"/>
              <a:gd name="connsiteX145" fmla="*/ 2200275 w 2543175"/>
              <a:gd name="connsiteY145" fmla="*/ 1607344 h 1890712"/>
              <a:gd name="connsiteX146" fmla="*/ 2207419 w 2543175"/>
              <a:gd name="connsiteY146" fmla="*/ 1612106 h 1890712"/>
              <a:gd name="connsiteX147" fmla="*/ 2216944 w 2543175"/>
              <a:gd name="connsiteY147" fmla="*/ 1619250 h 1890712"/>
              <a:gd name="connsiteX148" fmla="*/ 2224088 w 2543175"/>
              <a:gd name="connsiteY148" fmla="*/ 1624012 h 1890712"/>
              <a:gd name="connsiteX149" fmla="*/ 2247900 w 2543175"/>
              <a:gd name="connsiteY149" fmla="*/ 1643062 h 1890712"/>
              <a:gd name="connsiteX150" fmla="*/ 2255044 w 2543175"/>
              <a:gd name="connsiteY150" fmla="*/ 1650206 h 1890712"/>
              <a:gd name="connsiteX151" fmla="*/ 2281238 w 2543175"/>
              <a:gd name="connsiteY151" fmla="*/ 1664494 h 1890712"/>
              <a:gd name="connsiteX152" fmla="*/ 2297907 w 2543175"/>
              <a:gd name="connsiteY152" fmla="*/ 1674019 h 1890712"/>
              <a:gd name="connsiteX153" fmla="*/ 2312194 w 2543175"/>
              <a:gd name="connsiteY153" fmla="*/ 1685925 h 1890712"/>
              <a:gd name="connsiteX154" fmla="*/ 2328863 w 2543175"/>
              <a:gd name="connsiteY154" fmla="*/ 1697831 h 1890712"/>
              <a:gd name="connsiteX155" fmla="*/ 2350294 w 2543175"/>
              <a:gd name="connsiteY155" fmla="*/ 1712119 h 1890712"/>
              <a:gd name="connsiteX156" fmla="*/ 2369344 w 2543175"/>
              <a:gd name="connsiteY156" fmla="*/ 1724025 h 1890712"/>
              <a:gd name="connsiteX157" fmla="*/ 2428876 w 2543175"/>
              <a:gd name="connsiteY157" fmla="*/ 1785938 h 1890712"/>
              <a:gd name="connsiteX158" fmla="*/ 2466975 w 2543175"/>
              <a:gd name="connsiteY158" fmla="*/ 1783556 h 1890712"/>
              <a:gd name="connsiteX159" fmla="*/ 2481263 w 2543175"/>
              <a:gd name="connsiteY159" fmla="*/ 1795462 h 1890712"/>
              <a:gd name="connsiteX160" fmla="*/ 2486025 w 2543175"/>
              <a:gd name="connsiteY160" fmla="*/ 1802606 h 1890712"/>
              <a:gd name="connsiteX161" fmla="*/ 2514600 w 2543175"/>
              <a:gd name="connsiteY161" fmla="*/ 1850231 h 1890712"/>
              <a:gd name="connsiteX162" fmla="*/ 2519363 w 2543175"/>
              <a:gd name="connsiteY162" fmla="*/ 1857375 h 1890712"/>
              <a:gd name="connsiteX163" fmla="*/ 2540794 w 2543175"/>
              <a:gd name="connsiteY163" fmla="*/ 1883569 h 1890712"/>
              <a:gd name="connsiteX164" fmla="*/ 2543175 w 2543175"/>
              <a:gd name="connsiteY16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183481 h 1890712"/>
              <a:gd name="connsiteX102" fmla="*/ 1662113 w 2543175"/>
              <a:gd name="connsiteY102" fmla="*/ 1209675 h 1890712"/>
              <a:gd name="connsiteX103" fmla="*/ 1678782 w 2543175"/>
              <a:gd name="connsiteY103" fmla="*/ 1226344 h 1890712"/>
              <a:gd name="connsiteX104" fmla="*/ 1700213 w 2543175"/>
              <a:gd name="connsiteY104" fmla="*/ 1247775 h 1890712"/>
              <a:gd name="connsiteX105" fmla="*/ 1712119 w 2543175"/>
              <a:gd name="connsiteY105" fmla="*/ 1259681 h 1890712"/>
              <a:gd name="connsiteX106" fmla="*/ 1733550 w 2543175"/>
              <a:gd name="connsiteY106" fmla="*/ 1273969 h 1890712"/>
              <a:gd name="connsiteX107" fmla="*/ 1743075 w 2543175"/>
              <a:gd name="connsiteY107" fmla="*/ 1283494 h 1890712"/>
              <a:gd name="connsiteX108" fmla="*/ 1754982 w 2543175"/>
              <a:gd name="connsiteY108" fmla="*/ 1290637 h 1890712"/>
              <a:gd name="connsiteX109" fmla="*/ 1766888 w 2543175"/>
              <a:gd name="connsiteY109" fmla="*/ 1300162 h 1890712"/>
              <a:gd name="connsiteX110" fmla="*/ 1783557 w 2543175"/>
              <a:gd name="connsiteY110" fmla="*/ 1307306 h 1890712"/>
              <a:gd name="connsiteX111" fmla="*/ 1790700 w 2543175"/>
              <a:gd name="connsiteY111" fmla="*/ 1312069 h 1890712"/>
              <a:gd name="connsiteX112" fmla="*/ 1800225 w 2543175"/>
              <a:gd name="connsiteY112" fmla="*/ 1319212 h 1890712"/>
              <a:gd name="connsiteX113" fmla="*/ 1807369 w 2543175"/>
              <a:gd name="connsiteY113" fmla="*/ 1321594 h 1890712"/>
              <a:gd name="connsiteX114" fmla="*/ 1824038 w 2543175"/>
              <a:gd name="connsiteY114" fmla="*/ 1333500 h 1890712"/>
              <a:gd name="connsiteX115" fmla="*/ 1843088 w 2543175"/>
              <a:gd name="connsiteY115" fmla="*/ 1352550 h 1890712"/>
              <a:gd name="connsiteX116" fmla="*/ 1852613 w 2543175"/>
              <a:gd name="connsiteY116" fmla="*/ 1359694 h 1890712"/>
              <a:gd name="connsiteX117" fmla="*/ 1859757 w 2543175"/>
              <a:gd name="connsiteY117" fmla="*/ 1366837 h 1890712"/>
              <a:gd name="connsiteX118" fmla="*/ 1869282 w 2543175"/>
              <a:gd name="connsiteY118" fmla="*/ 1371600 h 1890712"/>
              <a:gd name="connsiteX119" fmla="*/ 1883569 w 2543175"/>
              <a:gd name="connsiteY119" fmla="*/ 1388269 h 1890712"/>
              <a:gd name="connsiteX120" fmla="*/ 1893094 w 2543175"/>
              <a:gd name="connsiteY120" fmla="*/ 1395412 h 1890712"/>
              <a:gd name="connsiteX121" fmla="*/ 1902619 w 2543175"/>
              <a:gd name="connsiteY121" fmla="*/ 1404937 h 1890712"/>
              <a:gd name="connsiteX122" fmla="*/ 1912144 w 2543175"/>
              <a:gd name="connsiteY122" fmla="*/ 1409700 h 1890712"/>
              <a:gd name="connsiteX123" fmla="*/ 1931194 w 2543175"/>
              <a:gd name="connsiteY123" fmla="*/ 1421606 h 1890712"/>
              <a:gd name="connsiteX124" fmla="*/ 1935957 w 2543175"/>
              <a:gd name="connsiteY124" fmla="*/ 1428750 h 1890712"/>
              <a:gd name="connsiteX125" fmla="*/ 1952625 w 2543175"/>
              <a:gd name="connsiteY125" fmla="*/ 1438275 h 1890712"/>
              <a:gd name="connsiteX126" fmla="*/ 1971675 w 2543175"/>
              <a:gd name="connsiteY126" fmla="*/ 1450181 h 1890712"/>
              <a:gd name="connsiteX127" fmla="*/ 1981200 w 2543175"/>
              <a:gd name="connsiteY127" fmla="*/ 1454944 h 1890712"/>
              <a:gd name="connsiteX128" fmla="*/ 1997869 w 2543175"/>
              <a:gd name="connsiteY128" fmla="*/ 1471612 h 1890712"/>
              <a:gd name="connsiteX129" fmla="*/ 2007394 w 2543175"/>
              <a:gd name="connsiteY129" fmla="*/ 1478756 h 1890712"/>
              <a:gd name="connsiteX130" fmla="*/ 2016919 w 2543175"/>
              <a:gd name="connsiteY130" fmla="*/ 1483519 h 1890712"/>
              <a:gd name="connsiteX131" fmla="*/ 2024063 w 2543175"/>
              <a:gd name="connsiteY131" fmla="*/ 1490662 h 1890712"/>
              <a:gd name="connsiteX132" fmla="*/ 2033588 w 2543175"/>
              <a:gd name="connsiteY132" fmla="*/ 1495425 h 1890712"/>
              <a:gd name="connsiteX133" fmla="*/ 2040732 w 2543175"/>
              <a:gd name="connsiteY133" fmla="*/ 1502569 h 1890712"/>
              <a:gd name="connsiteX134" fmla="*/ 2047875 w 2543175"/>
              <a:gd name="connsiteY134" fmla="*/ 1507331 h 1890712"/>
              <a:gd name="connsiteX135" fmla="*/ 2057400 w 2543175"/>
              <a:gd name="connsiteY135" fmla="*/ 1514475 h 1890712"/>
              <a:gd name="connsiteX136" fmla="*/ 2064544 w 2543175"/>
              <a:gd name="connsiteY136" fmla="*/ 1519237 h 1890712"/>
              <a:gd name="connsiteX137" fmla="*/ 2071688 w 2543175"/>
              <a:gd name="connsiteY137" fmla="*/ 1526381 h 1890712"/>
              <a:gd name="connsiteX138" fmla="*/ 2081213 w 2543175"/>
              <a:gd name="connsiteY138" fmla="*/ 1531144 h 1890712"/>
              <a:gd name="connsiteX139" fmla="*/ 2090738 w 2543175"/>
              <a:gd name="connsiteY139" fmla="*/ 1538287 h 1890712"/>
              <a:gd name="connsiteX140" fmla="*/ 2109788 w 2543175"/>
              <a:gd name="connsiteY140" fmla="*/ 1547812 h 1890712"/>
              <a:gd name="connsiteX141" fmla="*/ 2131219 w 2543175"/>
              <a:gd name="connsiteY141" fmla="*/ 1562100 h 1890712"/>
              <a:gd name="connsiteX142" fmla="*/ 2140744 w 2543175"/>
              <a:gd name="connsiteY142" fmla="*/ 1566862 h 1890712"/>
              <a:gd name="connsiteX143" fmla="*/ 2152650 w 2543175"/>
              <a:gd name="connsiteY143" fmla="*/ 1576387 h 1890712"/>
              <a:gd name="connsiteX144" fmla="*/ 2181225 w 2543175"/>
              <a:gd name="connsiteY144" fmla="*/ 1590675 h 1890712"/>
              <a:gd name="connsiteX145" fmla="*/ 2200275 w 2543175"/>
              <a:gd name="connsiteY145" fmla="*/ 1607344 h 1890712"/>
              <a:gd name="connsiteX146" fmla="*/ 2207419 w 2543175"/>
              <a:gd name="connsiteY146" fmla="*/ 1612106 h 1890712"/>
              <a:gd name="connsiteX147" fmla="*/ 2216944 w 2543175"/>
              <a:gd name="connsiteY147" fmla="*/ 1619250 h 1890712"/>
              <a:gd name="connsiteX148" fmla="*/ 2224088 w 2543175"/>
              <a:gd name="connsiteY148" fmla="*/ 1624012 h 1890712"/>
              <a:gd name="connsiteX149" fmla="*/ 2247900 w 2543175"/>
              <a:gd name="connsiteY149" fmla="*/ 1643062 h 1890712"/>
              <a:gd name="connsiteX150" fmla="*/ 2255044 w 2543175"/>
              <a:gd name="connsiteY150" fmla="*/ 1650206 h 1890712"/>
              <a:gd name="connsiteX151" fmla="*/ 2281238 w 2543175"/>
              <a:gd name="connsiteY151" fmla="*/ 1664494 h 1890712"/>
              <a:gd name="connsiteX152" fmla="*/ 2297907 w 2543175"/>
              <a:gd name="connsiteY152" fmla="*/ 1674019 h 1890712"/>
              <a:gd name="connsiteX153" fmla="*/ 2312194 w 2543175"/>
              <a:gd name="connsiteY153" fmla="*/ 1685925 h 1890712"/>
              <a:gd name="connsiteX154" fmla="*/ 2328863 w 2543175"/>
              <a:gd name="connsiteY154" fmla="*/ 1697831 h 1890712"/>
              <a:gd name="connsiteX155" fmla="*/ 2350294 w 2543175"/>
              <a:gd name="connsiteY155" fmla="*/ 1712119 h 1890712"/>
              <a:gd name="connsiteX156" fmla="*/ 2369344 w 2543175"/>
              <a:gd name="connsiteY156" fmla="*/ 1724025 h 1890712"/>
              <a:gd name="connsiteX157" fmla="*/ 2428876 w 2543175"/>
              <a:gd name="connsiteY157" fmla="*/ 1785938 h 1890712"/>
              <a:gd name="connsiteX158" fmla="*/ 2466975 w 2543175"/>
              <a:gd name="connsiteY158" fmla="*/ 1783556 h 1890712"/>
              <a:gd name="connsiteX159" fmla="*/ 2481263 w 2543175"/>
              <a:gd name="connsiteY159" fmla="*/ 1795462 h 1890712"/>
              <a:gd name="connsiteX160" fmla="*/ 2486025 w 2543175"/>
              <a:gd name="connsiteY160" fmla="*/ 1802606 h 1890712"/>
              <a:gd name="connsiteX161" fmla="*/ 2514600 w 2543175"/>
              <a:gd name="connsiteY161" fmla="*/ 1850231 h 1890712"/>
              <a:gd name="connsiteX162" fmla="*/ 2519363 w 2543175"/>
              <a:gd name="connsiteY162" fmla="*/ 1857375 h 1890712"/>
              <a:gd name="connsiteX163" fmla="*/ 2540794 w 2543175"/>
              <a:gd name="connsiteY163" fmla="*/ 1883569 h 1890712"/>
              <a:gd name="connsiteX164" fmla="*/ 2543175 w 2543175"/>
              <a:gd name="connsiteY16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09675 h 1890712"/>
              <a:gd name="connsiteX103" fmla="*/ 1678782 w 2543175"/>
              <a:gd name="connsiteY103" fmla="*/ 1226344 h 1890712"/>
              <a:gd name="connsiteX104" fmla="*/ 1700213 w 2543175"/>
              <a:gd name="connsiteY104" fmla="*/ 1247775 h 1890712"/>
              <a:gd name="connsiteX105" fmla="*/ 1712119 w 2543175"/>
              <a:gd name="connsiteY105" fmla="*/ 1259681 h 1890712"/>
              <a:gd name="connsiteX106" fmla="*/ 1733550 w 2543175"/>
              <a:gd name="connsiteY106" fmla="*/ 1273969 h 1890712"/>
              <a:gd name="connsiteX107" fmla="*/ 1743075 w 2543175"/>
              <a:gd name="connsiteY107" fmla="*/ 1283494 h 1890712"/>
              <a:gd name="connsiteX108" fmla="*/ 1754982 w 2543175"/>
              <a:gd name="connsiteY108" fmla="*/ 1290637 h 1890712"/>
              <a:gd name="connsiteX109" fmla="*/ 1766888 w 2543175"/>
              <a:gd name="connsiteY109" fmla="*/ 1300162 h 1890712"/>
              <a:gd name="connsiteX110" fmla="*/ 1783557 w 2543175"/>
              <a:gd name="connsiteY110" fmla="*/ 1307306 h 1890712"/>
              <a:gd name="connsiteX111" fmla="*/ 1790700 w 2543175"/>
              <a:gd name="connsiteY111" fmla="*/ 1312069 h 1890712"/>
              <a:gd name="connsiteX112" fmla="*/ 1800225 w 2543175"/>
              <a:gd name="connsiteY112" fmla="*/ 1319212 h 1890712"/>
              <a:gd name="connsiteX113" fmla="*/ 1807369 w 2543175"/>
              <a:gd name="connsiteY113" fmla="*/ 1321594 h 1890712"/>
              <a:gd name="connsiteX114" fmla="*/ 1824038 w 2543175"/>
              <a:gd name="connsiteY114" fmla="*/ 1333500 h 1890712"/>
              <a:gd name="connsiteX115" fmla="*/ 1843088 w 2543175"/>
              <a:gd name="connsiteY115" fmla="*/ 1352550 h 1890712"/>
              <a:gd name="connsiteX116" fmla="*/ 1852613 w 2543175"/>
              <a:gd name="connsiteY116" fmla="*/ 1359694 h 1890712"/>
              <a:gd name="connsiteX117" fmla="*/ 1859757 w 2543175"/>
              <a:gd name="connsiteY117" fmla="*/ 1366837 h 1890712"/>
              <a:gd name="connsiteX118" fmla="*/ 1869282 w 2543175"/>
              <a:gd name="connsiteY118" fmla="*/ 1371600 h 1890712"/>
              <a:gd name="connsiteX119" fmla="*/ 1883569 w 2543175"/>
              <a:gd name="connsiteY119" fmla="*/ 1388269 h 1890712"/>
              <a:gd name="connsiteX120" fmla="*/ 1893094 w 2543175"/>
              <a:gd name="connsiteY120" fmla="*/ 1395412 h 1890712"/>
              <a:gd name="connsiteX121" fmla="*/ 1902619 w 2543175"/>
              <a:gd name="connsiteY121" fmla="*/ 1404937 h 1890712"/>
              <a:gd name="connsiteX122" fmla="*/ 1912144 w 2543175"/>
              <a:gd name="connsiteY122" fmla="*/ 1409700 h 1890712"/>
              <a:gd name="connsiteX123" fmla="*/ 1931194 w 2543175"/>
              <a:gd name="connsiteY123" fmla="*/ 1421606 h 1890712"/>
              <a:gd name="connsiteX124" fmla="*/ 1935957 w 2543175"/>
              <a:gd name="connsiteY124" fmla="*/ 1428750 h 1890712"/>
              <a:gd name="connsiteX125" fmla="*/ 1952625 w 2543175"/>
              <a:gd name="connsiteY125" fmla="*/ 1438275 h 1890712"/>
              <a:gd name="connsiteX126" fmla="*/ 1971675 w 2543175"/>
              <a:gd name="connsiteY126" fmla="*/ 1450181 h 1890712"/>
              <a:gd name="connsiteX127" fmla="*/ 1981200 w 2543175"/>
              <a:gd name="connsiteY127" fmla="*/ 1454944 h 1890712"/>
              <a:gd name="connsiteX128" fmla="*/ 1997869 w 2543175"/>
              <a:gd name="connsiteY128" fmla="*/ 1471612 h 1890712"/>
              <a:gd name="connsiteX129" fmla="*/ 2007394 w 2543175"/>
              <a:gd name="connsiteY129" fmla="*/ 1478756 h 1890712"/>
              <a:gd name="connsiteX130" fmla="*/ 2016919 w 2543175"/>
              <a:gd name="connsiteY130" fmla="*/ 1483519 h 1890712"/>
              <a:gd name="connsiteX131" fmla="*/ 2024063 w 2543175"/>
              <a:gd name="connsiteY131" fmla="*/ 1490662 h 1890712"/>
              <a:gd name="connsiteX132" fmla="*/ 2033588 w 2543175"/>
              <a:gd name="connsiteY132" fmla="*/ 1495425 h 1890712"/>
              <a:gd name="connsiteX133" fmla="*/ 2040732 w 2543175"/>
              <a:gd name="connsiteY133" fmla="*/ 1502569 h 1890712"/>
              <a:gd name="connsiteX134" fmla="*/ 2047875 w 2543175"/>
              <a:gd name="connsiteY134" fmla="*/ 1507331 h 1890712"/>
              <a:gd name="connsiteX135" fmla="*/ 2057400 w 2543175"/>
              <a:gd name="connsiteY135" fmla="*/ 1514475 h 1890712"/>
              <a:gd name="connsiteX136" fmla="*/ 2064544 w 2543175"/>
              <a:gd name="connsiteY136" fmla="*/ 1519237 h 1890712"/>
              <a:gd name="connsiteX137" fmla="*/ 2071688 w 2543175"/>
              <a:gd name="connsiteY137" fmla="*/ 1526381 h 1890712"/>
              <a:gd name="connsiteX138" fmla="*/ 2081213 w 2543175"/>
              <a:gd name="connsiteY138" fmla="*/ 1531144 h 1890712"/>
              <a:gd name="connsiteX139" fmla="*/ 2090738 w 2543175"/>
              <a:gd name="connsiteY139" fmla="*/ 1538287 h 1890712"/>
              <a:gd name="connsiteX140" fmla="*/ 2109788 w 2543175"/>
              <a:gd name="connsiteY140" fmla="*/ 1547812 h 1890712"/>
              <a:gd name="connsiteX141" fmla="*/ 2131219 w 2543175"/>
              <a:gd name="connsiteY141" fmla="*/ 1562100 h 1890712"/>
              <a:gd name="connsiteX142" fmla="*/ 2140744 w 2543175"/>
              <a:gd name="connsiteY142" fmla="*/ 1566862 h 1890712"/>
              <a:gd name="connsiteX143" fmla="*/ 2152650 w 2543175"/>
              <a:gd name="connsiteY143" fmla="*/ 1576387 h 1890712"/>
              <a:gd name="connsiteX144" fmla="*/ 2181225 w 2543175"/>
              <a:gd name="connsiteY144" fmla="*/ 1590675 h 1890712"/>
              <a:gd name="connsiteX145" fmla="*/ 2200275 w 2543175"/>
              <a:gd name="connsiteY145" fmla="*/ 1607344 h 1890712"/>
              <a:gd name="connsiteX146" fmla="*/ 2207419 w 2543175"/>
              <a:gd name="connsiteY146" fmla="*/ 1612106 h 1890712"/>
              <a:gd name="connsiteX147" fmla="*/ 2216944 w 2543175"/>
              <a:gd name="connsiteY147" fmla="*/ 1619250 h 1890712"/>
              <a:gd name="connsiteX148" fmla="*/ 2224088 w 2543175"/>
              <a:gd name="connsiteY148" fmla="*/ 1624012 h 1890712"/>
              <a:gd name="connsiteX149" fmla="*/ 2247900 w 2543175"/>
              <a:gd name="connsiteY149" fmla="*/ 1643062 h 1890712"/>
              <a:gd name="connsiteX150" fmla="*/ 2255044 w 2543175"/>
              <a:gd name="connsiteY150" fmla="*/ 1650206 h 1890712"/>
              <a:gd name="connsiteX151" fmla="*/ 2281238 w 2543175"/>
              <a:gd name="connsiteY151" fmla="*/ 1664494 h 1890712"/>
              <a:gd name="connsiteX152" fmla="*/ 2297907 w 2543175"/>
              <a:gd name="connsiteY152" fmla="*/ 1674019 h 1890712"/>
              <a:gd name="connsiteX153" fmla="*/ 2312194 w 2543175"/>
              <a:gd name="connsiteY153" fmla="*/ 1685925 h 1890712"/>
              <a:gd name="connsiteX154" fmla="*/ 2328863 w 2543175"/>
              <a:gd name="connsiteY154" fmla="*/ 1697831 h 1890712"/>
              <a:gd name="connsiteX155" fmla="*/ 2350294 w 2543175"/>
              <a:gd name="connsiteY155" fmla="*/ 1712119 h 1890712"/>
              <a:gd name="connsiteX156" fmla="*/ 2369344 w 2543175"/>
              <a:gd name="connsiteY156" fmla="*/ 1724025 h 1890712"/>
              <a:gd name="connsiteX157" fmla="*/ 2428876 w 2543175"/>
              <a:gd name="connsiteY157" fmla="*/ 1785938 h 1890712"/>
              <a:gd name="connsiteX158" fmla="*/ 2466975 w 2543175"/>
              <a:gd name="connsiteY158" fmla="*/ 1783556 h 1890712"/>
              <a:gd name="connsiteX159" fmla="*/ 2481263 w 2543175"/>
              <a:gd name="connsiteY159" fmla="*/ 1795462 h 1890712"/>
              <a:gd name="connsiteX160" fmla="*/ 2486025 w 2543175"/>
              <a:gd name="connsiteY160" fmla="*/ 1802606 h 1890712"/>
              <a:gd name="connsiteX161" fmla="*/ 2514600 w 2543175"/>
              <a:gd name="connsiteY161" fmla="*/ 1850231 h 1890712"/>
              <a:gd name="connsiteX162" fmla="*/ 2519363 w 2543175"/>
              <a:gd name="connsiteY162" fmla="*/ 1857375 h 1890712"/>
              <a:gd name="connsiteX163" fmla="*/ 2540794 w 2543175"/>
              <a:gd name="connsiteY163" fmla="*/ 1883569 h 1890712"/>
              <a:gd name="connsiteX164" fmla="*/ 2543175 w 2543175"/>
              <a:gd name="connsiteY16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678782 w 2543175"/>
              <a:gd name="connsiteY103" fmla="*/ 1226344 h 1890712"/>
              <a:gd name="connsiteX104" fmla="*/ 1700213 w 2543175"/>
              <a:gd name="connsiteY104" fmla="*/ 1247775 h 1890712"/>
              <a:gd name="connsiteX105" fmla="*/ 1712119 w 2543175"/>
              <a:gd name="connsiteY105" fmla="*/ 1259681 h 1890712"/>
              <a:gd name="connsiteX106" fmla="*/ 1733550 w 2543175"/>
              <a:gd name="connsiteY106" fmla="*/ 1273969 h 1890712"/>
              <a:gd name="connsiteX107" fmla="*/ 1743075 w 2543175"/>
              <a:gd name="connsiteY107" fmla="*/ 1283494 h 1890712"/>
              <a:gd name="connsiteX108" fmla="*/ 1754982 w 2543175"/>
              <a:gd name="connsiteY108" fmla="*/ 1290637 h 1890712"/>
              <a:gd name="connsiteX109" fmla="*/ 1766888 w 2543175"/>
              <a:gd name="connsiteY109" fmla="*/ 1300162 h 1890712"/>
              <a:gd name="connsiteX110" fmla="*/ 1783557 w 2543175"/>
              <a:gd name="connsiteY110" fmla="*/ 1307306 h 1890712"/>
              <a:gd name="connsiteX111" fmla="*/ 1790700 w 2543175"/>
              <a:gd name="connsiteY111" fmla="*/ 1312069 h 1890712"/>
              <a:gd name="connsiteX112" fmla="*/ 1800225 w 2543175"/>
              <a:gd name="connsiteY112" fmla="*/ 1319212 h 1890712"/>
              <a:gd name="connsiteX113" fmla="*/ 1807369 w 2543175"/>
              <a:gd name="connsiteY113" fmla="*/ 1321594 h 1890712"/>
              <a:gd name="connsiteX114" fmla="*/ 1824038 w 2543175"/>
              <a:gd name="connsiteY114" fmla="*/ 1333500 h 1890712"/>
              <a:gd name="connsiteX115" fmla="*/ 1843088 w 2543175"/>
              <a:gd name="connsiteY115" fmla="*/ 1352550 h 1890712"/>
              <a:gd name="connsiteX116" fmla="*/ 1852613 w 2543175"/>
              <a:gd name="connsiteY116" fmla="*/ 1359694 h 1890712"/>
              <a:gd name="connsiteX117" fmla="*/ 1859757 w 2543175"/>
              <a:gd name="connsiteY117" fmla="*/ 1366837 h 1890712"/>
              <a:gd name="connsiteX118" fmla="*/ 1869282 w 2543175"/>
              <a:gd name="connsiteY118" fmla="*/ 1371600 h 1890712"/>
              <a:gd name="connsiteX119" fmla="*/ 1883569 w 2543175"/>
              <a:gd name="connsiteY119" fmla="*/ 1388269 h 1890712"/>
              <a:gd name="connsiteX120" fmla="*/ 1893094 w 2543175"/>
              <a:gd name="connsiteY120" fmla="*/ 1395412 h 1890712"/>
              <a:gd name="connsiteX121" fmla="*/ 1902619 w 2543175"/>
              <a:gd name="connsiteY121" fmla="*/ 1404937 h 1890712"/>
              <a:gd name="connsiteX122" fmla="*/ 1912144 w 2543175"/>
              <a:gd name="connsiteY122" fmla="*/ 1409700 h 1890712"/>
              <a:gd name="connsiteX123" fmla="*/ 1931194 w 2543175"/>
              <a:gd name="connsiteY123" fmla="*/ 1421606 h 1890712"/>
              <a:gd name="connsiteX124" fmla="*/ 1935957 w 2543175"/>
              <a:gd name="connsiteY124" fmla="*/ 1428750 h 1890712"/>
              <a:gd name="connsiteX125" fmla="*/ 1952625 w 2543175"/>
              <a:gd name="connsiteY125" fmla="*/ 1438275 h 1890712"/>
              <a:gd name="connsiteX126" fmla="*/ 1971675 w 2543175"/>
              <a:gd name="connsiteY126" fmla="*/ 1450181 h 1890712"/>
              <a:gd name="connsiteX127" fmla="*/ 1981200 w 2543175"/>
              <a:gd name="connsiteY127" fmla="*/ 1454944 h 1890712"/>
              <a:gd name="connsiteX128" fmla="*/ 1997869 w 2543175"/>
              <a:gd name="connsiteY128" fmla="*/ 1471612 h 1890712"/>
              <a:gd name="connsiteX129" fmla="*/ 2007394 w 2543175"/>
              <a:gd name="connsiteY129" fmla="*/ 1478756 h 1890712"/>
              <a:gd name="connsiteX130" fmla="*/ 2016919 w 2543175"/>
              <a:gd name="connsiteY130" fmla="*/ 1483519 h 1890712"/>
              <a:gd name="connsiteX131" fmla="*/ 2024063 w 2543175"/>
              <a:gd name="connsiteY131" fmla="*/ 1490662 h 1890712"/>
              <a:gd name="connsiteX132" fmla="*/ 2033588 w 2543175"/>
              <a:gd name="connsiteY132" fmla="*/ 1495425 h 1890712"/>
              <a:gd name="connsiteX133" fmla="*/ 2040732 w 2543175"/>
              <a:gd name="connsiteY133" fmla="*/ 1502569 h 1890712"/>
              <a:gd name="connsiteX134" fmla="*/ 2047875 w 2543175"/>
              <a:gd name="connsiteY134" fmla="*/ 1507331 h 1890712"/>
              <a:gd name="connsiteX135" fmla="*/ 2057400 w 2543175"/>
              <a:gd name="connsiteY135" fmla="*/ 1514475 h 1890712"/>
              <a:gd name="connsiteX136" fmla="*/ 2064544 w 2543175"/>
              <a:gd name="connsiteY136" fmla="*/ 1519237 h 1890712"/>
              <a:gd name="connsiteX137" fmla="*/ 2071688 w 2543175"/>
              <a:gd name="connsiteY137" fmla="*/ 1526381 h 1890712"/>
              <a:gd name="connsiteX138" fmla="*/ 2081213 w 2543175"/>
              <a:gd name="connsiteY138" fmla="*/ 1531144 h 1890712"/>
              <a:gd name="connsiteX139" fmla="*/ 2090738 w 2543175"/>
              <a:gd name="connsiteY139" fmla="*/ 1538287 h 1890712"/>
              <a:gd name="connsiteX140" fmla="*/ 2109788 w 2543175"/>
              <a:gd name="connsiteY140" fmla="*/ 1547812 h 1890712"/>
              <a:gd name="connsiteX141" fmla="*/ 2131219 w 2543175"/>
              <a:gd name="connsiteY141" fmla="*/ 1562100 h 1890712"/>
              <a:gd name="connsiteX142" fmla="*/ 2140744 w 2543175"/>
              <a:gd name="connsiteY142" fmla="*/ 1566862 h 1890712"/>
              <a:gd name="connsiteX143" fmla="*/ 2152650 w 2543175"/>
              <a:gd name="connsiteY143" fmla="*/ 1576387 h 1890712"/>
              <a:gd name="connsiteX144" fmla="*/ 2181225 w 2543175"/>
              <a:gd name="connsiteY144" fmla="*/ 1590675 h 1890712"/>
              <a:gd name="connsiteX145" fmla="*/ 2200275 w 2543175"/>
              <a:gd name="connsiteY145" fmla="*/ 1607344 h 1890712"/>
              <a:gd name="connsiteX146" fmla="*/ 2207419 w 2543175"/>
              <a:gd name="connsiteY146" fmla="*/ 1612106 h 1890712"/>
              <a:gd name="connsiteX147" fmla="*/ 2216944 w 2543175"/>
              <a:gd name="connsiteY147" fmla="*/ 1619250 h 1890712"/>
              <a:gd name="connsiteX148" fmla="*/ 2224088 w 2543175"/>
              <a:gd name="connsiteY148" fmla="*/ 1624012 h 1890712"/>
              <a:gd name="connsiteX149" fmla="*/ 2247900 w 2543175"/>
              <a:gd name="connsiteY149" fmla="*/ 1643062 h 1890712"/>
              <a:gd name="connsiteX150" fmla="*/ 2255044 w 2543175"/>
              <a:gd name="connsiteY150" fmla="*/ 1650206 h 1890712"/>
              <a:gd name="connsiteX151" fmla="*/ 2281238 w 2543175"/>
              <a:gd name="connsiteY151" fmla="*/ 1664494 h 1890712"/>
              <a:gd name="connsiteX152" fmla="*/ 2297907 w 2543175"/>
              <a:gd name="connsiteY152" fmla="*/ 1674019 h 1890712"/>
              <a:gd name="connsiteX153" fmla="*/ 2312194 w 2543175"/>
              <a:gd name="connsiteY153" fmla="*/ 1685925 h 1890712"/>
              <a:gd name="connsiteX154" fmla="*/ 2328863 w 2543175"/>
              <a:gd name="connsiteY154" fmla="*/ 1697831 h 1890712"/>
              <a:gd name="connsiteX155" fmla="*/ 2350294 w 2543175"/>
              <a:gd name="connsiteY155" fmla="*/ 1712119 h 1890712"/>
              <a:gd name="connsiteX156" fmla="*/ 2369344 w 2543175"/>
              <a:gd name="connsiteY156" fmla="*/ 1724025 h 1890712"/>
              <a:gd name="connsiteX157" fmla="*/ 2428876 w 2543175"/>
              <a:gd name="connsiteY157" fmla="*/ 1785938 h 1890712"/>
              <a:gd name="connsiteX158" fmla="*/ 2466975 w 2543175"/>
              <a:gd name="connsiteY158" fmla="*/ 1783556 h 1890712"/>
              <a:gd name="connsiteX159" fmla="*/ 2481263 w 2543175"/>
              <a:gd name="connsiteY159" fmla="*/ 1795462 h 1890712"/>
              <a:gd name="connsiteX160" fmla="*/ 2486025 w 2543175"/>
              <a:gd name="connsiteY160" fmla="*/ 1802606 h 1890712"/>
              <a:gd name="connsiteX161" fmla="*/ 2514600 w 2543175"/>
              <a:gd name="connsiteY161" fmla="*/ 1850231 h 1890712"/>
              <a:gd name="connsiteX162" fmla="*/ 2519363 w 2543175"/>
              <a:gd name="connsiteY162" fmla="*/ 1857375 h 1890712"/>
              <a:gd name="connsiteX163" fmla="*/ 2540794 w 2543175"/>
              <a:gd name="connsiteY163" fmla="*/ 1883569 h 1890712"/>
              <a:gd name="connsiteX164" fmla="*/ 2543175 w 2543175"/>
              <a:gd name="connsiteY16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24088 w 2543175"/>
              <a:gd name="connsiteY147" fmla="*/ 1624012 h 1890712"/>
              <a:gd name="connsiteX148" fmla="*/ 2247900 w 2543175"/>
              <a:gd name="connsiteY148" fmla="*/ 1643062 h 1890712"/>
              <a:gd name="connsiteX149" fmla="*/ 2255044 w 2543175"/>
              <a:gd name="connsiteY149" fmla="*/ 1650206 h 1890712"/>
              <a:gd name="connsiteX150" fmla="*/ 2281238 w 2543175"/>
              <a:gd name="connsiteY150" fmla="*/ 1664494 h 1890712"/>
              <a:gd name="connsiteX151" fmla="*/ 2297907 w 2543175"/>
              <a:gd name="connsiteY151" fmla="*/ 1674019 h 1890712"/>
              <a:gd name="connsiteX152" fmla="*/ 2312194 w 2543175"/>
              <a:gd name="connsiteY152" fmla="*/ 1685925 h 1890712"/>
              <a:gd name="connsiteX153" fmla="*/ 2328863 w 2543175"/>
              <a:gd name="connsiteY153" fmla="*/ 1697831 h 1890712"/>
              <a:gd name="connsiteX154" fmla="*/ 2350294 w 2543175"/>
              <a:gd name="connsiteY154" fmla="*/ 1712119 h 1890712"/>
              <a:gd name="connsiteX155" fmla="*/ 2369344 w 2543175"/>
              <a:gd name="connsiteY155" fmla="*/ 1724025 h 1890712"/>
              <a:gd name="connsiteX156" fmla="*/ 2428876 w 2543175"/>
              <a:gd name="connsiteY156" fmla="*/ 1785938 h 1890712"/>
              <a:gd name="connsiteX157" fmla="*/ 2466975 w 2543175"/>
              <a:gd name="connsiteY157" fmla="*/ 1783556 h 1890712"/>
              <a:gd name="connsiteX158" fmla="*/ 2481263 w 2543175"/>
              <a:gd name="connsiteY158" fmla="*/ 1795462 h 1890712"/>
              <a:gd name="connsiteX159" fmla="*/ 2486025 w 2543175"/>
              <a:gd name="connsiteY159" fmla="*/ 1802606 h 1890712"/>
              <a:gd name="connsiteX160" fmla="*/ 2514600 w 2543175"/>
              <a:gd name="connsiteY160" fmla="*/ 1850231 h 1890712"/>
              <a:gd name="connsiteX161" fmla="*/ 2519363 w 2543175"/>
              <a:gd name="connsiteY161" fmla="*/ 1857375 h 1890712"/>
              <a:gd name="connsiteX162" fmla="*/ 2540794 w 2543175"/>
              <a:gd name="connsiteY162" fmla="*/ 1883569 h 1890712"/>
              <a:gd name="connsiteX163" fmla="*/ 2543175 w 2543175"/>
              <a:gd name="connsiteY163"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24088 w 2543175"/>
              <a:gd name="connsiteY147" fmla="*/ 1624012 h 1890712"/>
              <a:gd name="connsiteX148" fmla="*/ 2247900 w 2543175"/>
              <a:gd name="connsiteY148" fmla="*/ 1643062 h 1890712"/>
              <a:gd name="connsiteX149" fmla="*/ 2255044 w 2543175"/>
              <a:gd name="connsiteY149" fmla="*/ 1650206 h 1890712"/>
              <a:gd name="connsiteX150" fmla="*/ 2281238 w 2543175"/>
              <a:gd name="connsiteY150" fmla="*/ 1664494 h 1890712"/>
              <a:gd name="connsiteX151" fmla="*/ 2297907 w 2543175"/>
              <a:gd name="connsiteY151" fmla="*/ 1674019 h 1890712"/>
              <a:gd name="connsiteX152" fmla="*/ 2312194 w 2543175"/>
              <a:gd name="connsiteY152" fmla="*/ 1685925 h 1890712"/>
              <a:gd name="connsiteX153" fmla="*/ 2328863 w 2543175"/>
              <a:gd name="connsiteY153" fmla="*/ 1697831 h 1890712"/>
              <a:gd name="connsiteX154" fmla="*/ 2350294 w 2543175"/>
              <a:gd name="connsiteY154" fmla="*/ 1712119 h 1890712"/>
              <a:gd name="connsiteX155" fmla="*/ 2428876 w 2543175"/>
              <a:gd name="connsiteY155" fmla="*/ 1785938 h 1890712"/>
              <a:gd name="connsiteX156" fmla="*/ 2466975 w 2543175"/>
              <a:gd name="connsiteY156" fmla="*/ 1783556 h 1890712"/>
              <a:gd name="connsiteX157" fmla="*/ 2481263 w 2543175"/>
              <a:gd name="connsiteY157" fmla="*/ 1795462 h 1890712"/>
              <a:gd name="connsiteX158" fmla="*/ 2486025 w 2543175"/>
              <a:gd name="connsiteY158" fmla="*/ 1802606 h 1890712"/>
              <a:gd name="connsiteX159" fmla="*/ 2514600 w 2543175"/>
              <a:gd name="connsiteY159" fmla="*/ 1850231 h 1890712"/>
              <a:gd name="connsiteX160" fmla="*/ 2519363 w 2543175"/>
              <a:gd name="connsiteY160" fmla="*/ 1857375 h 1890712"/>
              <a:gd name="connsiteX161" fmla="*/ 2540794 w 2543175"/>
              <a:gd name="connsiteY161" fmla="*/ 1883569 h 1890712"/>
              <a:gd name="connsiteX162" fmla="*/ 2543175 w 2543175"/>
              <a:gd name="connsiteY16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297907 w 2543175"/>
              <a:gd name="connsiteY150" fmla="*/ 1674019 h 1890712"/>
              <a:gd name="connsiteX151" fmla="*/ 2312194 w 2543175"/>
              <a:gd name="connsiteY151" fmla="*/ 1685925 h 1890712"/>
              <a:gd name="connsiteX152" fmla="*/ 2328863 w 2543175"/>
              <a:gd name="connsiteY152" fmla="*/ 1697831 h 1890712"/>
              <a:gd name="connsiteX153" fmla="*/ 2350294 w 2543175"/>
              <a:gd name="connsiteY153" fmla="*/ 1712119 h 1890712"/>
              <a:gd name="connsiteX154" fmla="*/ 2428876 w 2543175"/>
              <a:gd name="connsiteY154" fmla="*/ 1785938 h 1890712"/>
              <a:gd name="connsiteX155" fmla="*/ 2466975 w 2543175"/>
              <a:gd name="connsiteY155" fmla="*/ 1783556 h 1890712"/>
              <a:gd name="connsiteX156" fmla="*/ 2481263 w 2543175"/>
              <a:gd name="connsiteY156" fmla="*/ 1795462 h 1890712"/>
              <a:gd name="connsiteX157" fmla="*/ 2486025 w 2543175"/>
              <a:gd name="connsiteY157" fmla="*/ 1802606 h 1890712"/>
              <a:gd name="connsiteX158" fmla="*/ 2514600 w 2543175"/>
              <a:gd name="connsiteY158" fmla="*/ 1850231 h 1890712"/>
              <a:gd name="connsiteX159" fmla="*/ 2519363 w 2543175"/>
              <a:gd name="connsiteY159" fmla="*/ 1857375 h 1890712"/>
              <a:gd name="connsiteX160" fmla="*/ 2540794 w 2543175"/>
              <a:gd name="connsiteY160" fmla="*/ 1883569 h 1890712"/>
              <a:gd name="connsiteX161" fmla="*/ 2543175 w 2543175"/>
              <a:gd name="connsiteY161"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297907 w 2543175"/>
              <a:gd name="connsiteY150" fmla="*/ 1674019 h 1890712"/>
              <a:gd name="connsiteX151" fmla="*/ 2312194 w 2543175"/>
              <a:gd name="connsiteY151" fmla="*/ 1685925 h 1890712"/>
              <a:gd name="connsiteX152" fmla="*/ 2328863 w 2543175"/>
              <a:gd name="connsiteY152" fmla="*/ 1697831 h 1890712"/>
              <a:gd name="connsiteX153" fmla="*/ 2350294 w 2543175"/>
              <a:gd name="connsiteY153" fmla="*/ 1712119 h 1890712"/>
              <a:gd name="connsiteX154" fmla="*/ 2428876 w 2543175"/>
              <a:gd name="connsiteY154" fmla="*/ 1785938 h 1890712"/>
              <a:gd name="connsiteX155" fmla="*/ 2481263 w 2543175"/>
              <a:gd name="connsiteY155" fmla="*/ 1795462 h 1890712"/>
              <a:gd name="connsiteX156" fmla="*/ 2486025 w 2543175"/>
              <a:gd name="connsiteY156" fmla="*/ 1802606 h 1890712"/>
              <a:gd name="connsiteX157" fmla="*/ 2514600 w 2543175"/>
              <a:gd name="connsiteY157" fmla="*/ 1850231 h 1890712"/>
              <a:gd name="connsiteX158" fmla="*/ 2519363 w 2543175"/>
              <a:gd name="connsiteY158" fmla="*/ 1857375 h 1890712"/>
              <a:gd name="connsiteX159" fmla="*/ 2540794 w 2543175"/>
              <a:gd name="connsiteY159" fmla="*/ 1883569 h 1890712"/>
              <a:gd name="connsiteX160" fmla="*/ 2543175 w 2543175"/>
              <a:gd name="connsiteY16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297907 w 2543175"/>
              <a:gd name="connsiteY150" fmla="*/ 1674019 h 1890712"/>
              <a:gd name="connsiteX151" fmla="*/ 2312194 w 2543175"/>
              <a:gd name="connsiteY151" fmla="*/ 1685925 h 1890712"/>
              <a:gd name="connsiteX152" fmla="*/ 2328863 w 2543175"/>
              <a:gd name="connsiteY152" fmla="*/ 1697831 h 1890712"/>
              <a:gd name="connsiteX153" fmla="*/ 2350294 w 2543175"/>
              <a:gd name="connsiteY153" fmla="*/ 1712119 h 1890712"/>
              <a:gd name="connsiteX154" fmla="*/ 2428876 w 2543175"/>
              <a:gd name="connsiteY154" fmla="*/ 1785938 h 1890712"/>
              <a:gd name="connsiteX155" fmla="*/ 2481263 w 2543175"/>
              <a:gd name="connsiteY155" fmla="*/ 1795462 h 1890712"/>
              <a:gd name="connsiteX156" fmla="*/ 2514600 w 2543175"/>
              <a:gd name="connsiteY156" fmla="*/ 1850231 h 1890712"/>
              <a:gd name="connsiteX157" fmla="*/ 2519363 w 2543175"/>
              <a:gd name="connsiteY157" fmla="*/ 1857375 h 1890712"/>
              <a:gd name="connsiteX158" fmla="*/ 2540794 w 2543175"/>
              <a:gd name="connsiteY158" fmla="*/ 1883569 h 1890712"/>
              <a:gd name="connsiteX159" fmla="*/ 2543175 w 2543175"/>
              <a:gd name="connsiteY15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297907 w 2543175"/>
              <a:gd name="connsiteY150" fmla="*/ 1674019 h 1890712"/>
              <a:gd name="connsiteX151" fmla="*/ 2312194 w 2543175"/>
              <a:gd name="connsiteY151" fmla="*/ 1685925 h 1890712"/>
              <a:gd name="connsiteX152" fmla="*/ 2328863 w 2543175"/>
              <a:gd name="connsiteY152" fmla="*/ 1697831 h 1890712"/>
              <a:gd name="connsiteX153" fmla="*/ 2350294 w 2543175"/>
              <a:gd name="connsiteY153" fmla="*/ 1712119 h 1890712"/>
              <a:gd name="connsiteX154" fmla="*/ 2428876 w 2543175"/>
              <a:gd name="connsiteY154" fmla="*/ 1785938 h 1890712"/>
              <a:gd name="connsiteX155" fmla="*/ 2469356 w 2543175"/>
              <a:gd name="connsiteY155" fmla="*/ 1816894 h 1890712"/>
              <a:gd name="connsiteX156" fmla="*/ 2514600 w 2543175"/>
              <a:gd name="connsiteY156" fmla="*/ 1850231 h 1890712"/>
              <a:gd name="connsiteX157" fmla="*/ 2519363 w 2543175"/>
              <a:gd name="connsiteY157" fmla="*/ 1857375 h 1890712"/>
              <a:gd name="connsiteX158" fmla="*/ 2540794 w 2543175"/>
              <a:gd name="connsiteY158" fmla="*/ 1883569 h 1890712"/>
              <a:gd name="connsiteX159" fmla="*/ 2543175 w 2543175"/>
              <a:gd name="connsiteY15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297907 w 2543175"/>
              <a:gd name="connsiteY150" fmla="*/ 1674019 h 1890712"/>
              <a:gd name="connsiteX151" fmla="*/ 2312194 w 2543175"/>
              <a:gd name="connsiteY151" fmla="*/ 1685925 h 1890712"/>
              <a:gd name="connsiteX152" fmla="*/ 2350294 w 2543175"/>
              <a:gd name="connsiteY152" fmla="*/ 1712119 h 1890712"/>
              <a:gd name="connsiteX153" fmla="*/ 2428876 w 2543175"/>
              <a:gd name="connsiteY153" fmla="*/ 1785938 h 1890712"/>
              <a:gd name="connsiteX154" fmla="*/ 2469356 w 2543175"/>
              <a:gd name="connsiteY154" fmla="*/ 1816894 h 1890712"/>
              <a:gd name="connsiteX155" fmla="*/ 2514600 w 2543175"/>
              <a:gd name="connsiteY155" fmla="*/ 1850231 h 1890712"/>
              <a:gd name="connsiteX156" fmla="*/ 2519363 w 2543175"/>
              <a:gd name="connsiteY156" fmla="*/ 1857375 h 1890712"/>
              <a:gd name="connsiteX157" fmla="*/ 2540794 w 2543175"/>
              <a:gd name="connsiteY157" fmla="*/ 1883569 h 1890712"/>
              <a:gd name="connsiteX158" fmla="*/ 2543175 w 2543175"/>
              <a:gd name="connsiteY158"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312194 w 2543175"/>
              <a:gd name="connsiteY150" fmla="*/ 1685925 h 1890712"/>
              <a:gd name="connsiteX151" fmla="*/ 2350294 w 2543175"/>
              <a:gd name="connsiteY151" fmla="*/ 1712119 h 1890712"/>
              <a:gd name="connsiteX152" fmla="*/ 2428876 w 2543175"/>
              <a:gd name="connsiteY152" fmla="*/ 1785938 h 1890712"/>
              <a:gd name="connsiteX153" fmla="*/ 2469356 w 2543175"/>
              <a:gd name="connsiteY153" fmla="*/ 1816894 h 1890712"/>
              <a:gd name="connsiteX154" fmla="*/ 2514600 w 2543175"/>
              <a:gd name="connsiteY154" fmla="*/ 1850231 h 1890712"/>
              <a:gd name="connsiteX155" fmla="*/ 2519363 w 2543175"/>
              <a:gd name="connsiteY155" fmla="*/ 1857375 h 1890712"/>
              <a:gd name="connsiteX156" fmla="*/ 2540794 w 2543175"/>
              <a:gd name="connsiteY156" fmla="*/ 1883569 h 1890712"/>
              <a:gd name="connsiteX157" fmla="*/ 2543175 w 2543175"/>
              <a:gd name="connsiteY157"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81238 w 2543175"/>
              <a:gd name="connsiteY148" fmla="*/ 1664494 h 1890712"/>
              <a:gd name="connsiteX149" fmla="*/ 2312194 w 2543175"/>
              <a:gd name="connsiteY149" fmla="*/ 1685925 h 1890712"/>
              <a:gd name="connsiteX150" fmla="*/ 2350294 w 2543175"/>
              <a:gd name="connsiteY150" fmla="*/ 1712119 h 1890712"/>
              <a:gd name="connsiteX151" fmla="*/ 2428876 w 2543175"/>
              <a:gd name="connsiteY151" fmla="*/ 1785938 h 1890712"/>
              <a:gd name="connsiteX152" fmla="*/ 2469356 w 2543175"/>
              <a:gd name="connsiteY152" fmla="*/ 1816894 h 1890712"/>
              <a:gd name="connsiteX153" fmla="*/ 2514600 w 2543175"/>
              <a:gd name="connsiteY153" fmla="*/ 1850231 h 1890712"/>
              <a:gd name="connsiteX154" fmla="*/ 2519363 w 2543175"/>
              <a:gd name="connsiteY154" fmla="*/ 1857375 h 1890712"/>
              <a:gd name="connsiteX155" fmla="*/ 2540794 w 2543175"/>
              <a:gd name="connsiteY155" fmla="*/ 1883569 h 1890712"/>
              <a:gd name="connsiteX156" fmla="*/ 2543175 w 2543175"/>
              <a:gd name="connsiteY15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81238 w 2543175"/>
              <a:gd name="connsiteY148" fmla="*/ 1674019 h 1890712"/>
              <a:gd name="connsiteX149" fmla="*/ 2312194 w 2543175"/>
              <a:gd name="connsiteY149" fmla="*/ 1685925 h 1890712"/>
              <a:gd name="connsiteX150" fmla="*/ 2350294 w 2543175"/>
              <a:gd name="connsiteY150" fmla="*/ 1712119 h 1890712"/>
              <a:gd name="connsiteX151" fmla="*/ 2428876 w 2543175"/>
              <a:gd name="connsiteY151" fmla="*/ 1785938 h 1890712"/>
              <a:gd name="connsiteX152" fmla="*/ 2469356 w 2543175"/>
              <a:gd name="connsiteY152" fmla="*/ 1816894 h 1890712"/>
              <a:gd name="connsiteX153" fmla="*/ 2514600 w 2543175"/>
              <a:gd name="connsiteY153" fmla="*/ 1850231 h 1890712"/>
              <a:gd name="connsiteX154" fmla="*/ 2519363 w 2543175"/>
              <a:gd name="connsiteY154" fmla="*/ 1857375 h 1890712"/>
              <a:gd name="connsiteX155" fmla="*/ 2540794 w 2543175"/>
              <a:gd name="connsiteY155" fmla="*/ 1883569 h 1890712"/>
              <a:gd name="connsiteX156" fmla="*/ 2543175 w 2543175"/>
              <a:gd name="connsiteY15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81238 w 2543175"/>
              <a:gd name="connsiteY148" fmla="*/ 1674019 h 1890712"/>
              <a:gd name="connsiteX149" fmla="*/ 2312194 w 2543175"/>
              <a:gd name="connsiteY149" fmla="*/ 1702594 h 1890712"/>
              <a:gd name="connsiteX150" fmla="*/ 2350294 w 2543175"/>
              <a:gd name="connsiteY150" fmla="*/ 1712119 h 1890712"/>
              <a:gd name="connsiteX151" fmla="*/ 2428876 w 2543175"/>
              <a:gd name="connsiteY151" fmla="*/ 1785938 h 1890712"/>
              <a:gd name="connsiteX152" fmla="*/ 2469356 w 2543175"/>
              <a:gd name="connsiteY152" fmla="*/ 1816894 h 1890712"/>
              <a:gd name="connsiteX153" fmla="*/ 2514600 w 2543175"/>
              <a:gd name="connsiteY153" fmla="*/ 1850231 h 1890712"/>
              <a:gd name="connsiteX154" fmla="*/ 2519363 w 2543175"/>
              <a:gd name="connsiteY154" fmla="*/ 1857375 h 1890712"/>
              <a:gd name="connsiteX155" fmla="*/ 2540794 w 2543175"/>
              <a:gd name="connsiteY155" fmla="*/ 1883569 h 1890712"/>
              <a:gd name="connsiteX156" fmla="*/ 2543175 w 2543175"/>
              <a:gd name="connsiteY15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81238 w 2543175"/>
              <a:gd name="connsiteY148" fmla="*/ 1674019 h 1890712"/>
              <a:gd name="connsiteX149" fmla="*/ 2312194 w 2543175"/>
              <a:gd name="connsiteY149" fmla="*/ 1702594 h 1890712"/>
              <a:gd name="connsiteX150" fmla="*/ 2369344 w 2543175"/>
              <a:gd name="connsiteY150" fmla="*/ 1757363 h 1890712"/>
              <a:gd name="connsiteX151" fmla="*/ 2428876 w 2543175"/>
              <a:gd name="connsiteY151" fmla="*/ 1785938 h 1890712"/>
              <a:gd name="connsiteX152" fmla="*/ 2469356 w 2543175"/>
              <a:gd name="connsiteY152" fmla="*/ 1816894 h 1890712"/>
              <a:gd name="connsiteX153" fmla="*/ 2514600 w 2543175"/>
              <a:gd name="connsiteY153" fmla="*/ 1850231 h 1890712"/>
              <a:gd name="connsiteX154" fmla="*/ 2519363 w 2543175"/>
              <a:gd name="connsiteY154" fmla="*/ 1857375 h 1890712"/>
              <a:gd name="connsiteX155" fmla="*/ 2540794 w 2543175"/>
              <a:gd name="connsiteY155" fmla="*/ 1883569 h 1890712"/>
              <a:gd name="connsiteX156" fmla="*/ 2543175 w 2543175"/>
              <a:gd name="connsiteY15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907257 w 2543175"/>
              <a:gd name="connsiteY66" fmla="*/ 683419 h 1890712"/>
              <a:gd name="connsiteX67" fmla="*/ 928688 w 2543175"/>
              <a:gd name="connsiteY67" fmla="*/ 695325 h 1890712"/>
              <a:gd name="connsiteX68" fmla="*/ 942975 w 2543175"/>
              <a:gd name="connsiteY68" fmla="*/ 700087 h 1890712"/>
              <a:gd name="connsiteX69" fmla="*/ 964407 w 2543175"/>
              <a:gd name="connsiteY69" fmla="*/ 716756 h 1890712"/>
              <a:gd name="connsiteX70" fmla="*/ 971550 w 2543175"/>
              <a:gd name="connsiteY70" fmla="*/ 723900 h 1890712"/>
              <a:gd name="connsiteX71" fmla="*/ 983457 w 2543175"/>
              <a:gd name="connsiteY71" fmla="*/ 733425 h 1890712"/>
              <a:gd name="connsiteX72" fmla="*/ 990600 w 2543175"/>
              <a:gd name="connsiteY72" fmla="*/ 738187 h 1890712"/>
              <a:gd name="connsiteX73" fmla="*/ 1007269 w 2543175"/>
              <a:gd name="connsiteY73" fmla="*/ 752475 h 1890712"/>
              <a:gd name="connsiteX74" fmla="*/ 1031082 w 2543175"/>
              <a:gd name="connsiteY74" fmla="*/ 766762 h 1890712"/>
              <a:gd name="connsiteX75" fmla="*/ 1042988 w 2543175"/>
              <a:gd name="connsiteY75" fmla="*/ 773906 h 1890712"/>
              <a:gd name="connsiteX76" fmla="*/ 1071563 w 2543175"/>
              <a:gd name="connsiteY76" fmla="*/ 785812 h 1890712"/>
              <a:gd name="connsiteX77" fmla="*/ 1097757 w 2543175"/>
              <a:gd name="connsiteY77" fmla="*/ 807244 h 1890712"/>
              <a:gd name="connsiteX78" fmla="*/ 1104900 w 2543175"/>
              <a:gd name="connsiteY78" fmla="*/ 814387 h 1890712"/>
              <a:gd name="connsiteX79" fmla="*/ 1121569 w 2543175"/>
              <a:gd name="connsiteY79" fmla="*/ 823912 h 1890712"/>
              <a:gd name="connsiteX80" fmla="*/ 1138238 w 2543175"/>
              <a:gd name="connsiteY80" fmla="*/ 835819 h 1890712"/>
              <a:gd name="connsiteX81" fmla="*/ 1147763 w 2543175"/>
              <a:gd name="connsiteY81" fmla="*/ 842962 h 1890712"/>
              <a:gd name="connsiteX82" fmla="*/ 1157288 w 2543175"/>
              <a:gd name="connsiteY82" fmla="*/ 847725 h 1890712"/>
              <a:gd name="connsiteX83" fmla="*/ 1178719 w 2543175"/>
              <a:gd name="connsiteY83" fmla="*/ 859631 h 1890712"/>
              <a:gd name="connsiteX84" fmla="*/ 1188244 w 2543175"/>
              <a:gd name="connsiteY84" fmla="*/ 866775 h 1890712"/>
              <a:gd name="connsiteX85" fmla="*/ 1195388 w 2543175"/>
              <a:gd name="connsiteY85" fmla="*/ 871537 h 1890712"/>
              <a:gd name="connsiteX86" fmla="*/ 1212057 w 2543175"/>
              <a:gd name="connsiteY86" fmla="*/ 883444 h 1890712"/>
              <a:gd name="connsiteX87" fmla="*/ 1226344 w 2543175"/>
              <a:gd name="connsiteY87" fmla="*/ 895350 h 1890712"/>
              <a:gd name="connsiteX88" fmla="*/ 1245394 w 2543175"/>
              <a:gd name="connsiteY88" fmla="*/ 907256 h 1890712"/>
              <a:gd name="connsiteX89" fmla="*/ 1254919 w 2543175"/>
              <a:gd name="connsiteY89" fmla="*/ 914400 h 1890712"/>
              <a:gd name="connsiteX90" fmla="*/ 1269207 w 2543175"/>
              <a:gd name="connsiteY90" fmla="*/ 921544 h 1890712"/>
              <a:gd name="connsiteX91" fmla="*/ 1290638 w 2543175"/>
              <a:gd name="connsiteY91" fmla="*/ 935831 h 1890712"/>
              <a:gd name="connsiteX92" fmla="*/ 1307307 w 2543175"/>
              <a:gd name="connsiteY92" fmla="*/ 952500 h 1890712"/>
              <a:gd name="connsiteX93" fmla="*/ 1333500 w 2543175"/>
              <a:gd name="connsiteY93" fmla="*/ 971550 h 1890712"/>
              <a:gd name="connsiteX94" fmla="*/ 1359694 w 2543175"/>
              <a:gd name="connsiteY94" fmla="*/ 990600 h 1890712"/>
              <a:gd name="connsiteX95" fmla="*/ 1385888 w 2543175"/>
              <a:gd name="connsiteY95" fmla="*/ 1021557 h 1890712"/>
              <a:gd name="connsiteX96" fmla="*/ 1435894 w 2543175"/>
              <a:gd name="connsiteY96" fmla="*/ 1054894 h 1890712"/>
              <a:gd name="connsiteX97" fmla="*/ 1497806 w 2543175"/>
              <a:gd name="connsiteY97" fmla="*/ 1104900 h 1890712"/>
              <a:gd name="connsiteX98" fmla="*/ 1559718 w 2543175"/>
              <a:gd name="connsiteY98" fmla="*/ 1154906 h 1890712"/>
              <a:gd name="connsiteX99" fmla="*/ 1595438 w 2543175"/>
              <a:gd name="connsiteY99" fmla="*/ 1181100 h 1890712"/>
              <a:gd name="connsiteX100" fmla="*/ 1628775 w 2543175"/>
              <a:gd name="connsiteY100" fmla="*/ 1207294 h 1890712"/>
              <a:gd name="connsiteX101" fmla="*/ 1662113 w 2543175"/>
              <a:gd name="connsiteY101" fmla="*/ 1231107 h 1890712"/>
              <a:gd name="connsiteX102" fmla="*/ 1700213 w 2543175"/>
              <a:gd name="connsiteY102" fmla="*/ 1247775 h 1890712"/>
              <a:gd name="connsiteX103" fmla="*/ 1712119 w 2543175"/>
              <a:gd name="connsiteY103" fmla="*/ 1259681 h 1890712"/>
              <a:gd name="connsiteX104" fmla="*/ 1733550 w 2543175"/>
              <a:gd name="connsiteY104" fmla="*/ 1273969 h 1890712"/>
              <a:gd name="connsiteX105" fmla="*/ 1743075 w 2543175"/>
              <a:gd name="connsiteY105" fmla="*/ 1283494 h 1890712"/>
              <a:gd name="connsiteX106" fmla="*/ 1754982 w 2543175"/>
              <a:gd name="connsiteY106" fmla="*/ 1290637 h 1890712"/>
              <a:gd name="connsiteX107" fmla="*/ 1766888 w 2543175"/>
              <a:gd name="connsiteY107" fmla="*/ 1300162 h 1890712"/>
              <a:gd name="connsiteX108" fmla="*/ 1783557 w 2543175"/>
              <a:gd name="connsiteY108" fmla="*/ 1307306 h 1890712"/>
              <a:gd name="connsiteX109" fmla="*/ 1790700 w 2543175"/>
              <a:gd name="connsiteY109" fmla="*/ 1312069 h 1890712"/>
              <a:gd name="connsiteX110" fmla="*/ 1800225 w 2543175"/>
              <a:gd name="connsiteY110" fmla="*/ 1319212 h 1890712"/>
              <a:gd name="connsiteX111" fmla="*/ 1807369 w 2543175"/>
              <a:gd name="connsiteY111" fmla="*/ 1321594 h 1890712"/>
              <a:gd name="connsiteX112" fmla="*/ 1824038 w 2543175"/>
              <a:gd name="connsiteY112" fmla="*/ 1333500 h 1890712"/>
              <a:gd name="connsiteX113" fmla="*/ 1843088 w 2543175"/>
              <a:gd name="connsiteY113" fmla="*/ 1352550 h 1890712"/>
              <a:gd name="connsiteX114" fmla="*/ 1852613 w 2543175"/>
              <a:gd name="connsiteY114" fmla="*/ 1359694 h 1890712"/>
              <a:gd name="connsiteX115" fmla="*/ 1859757 w 2543175"/>
              <a:gd name="connsiteY115" fmla="*/ 1366837 h 1890712"/>
              <a:gd name="connsiteX116" fmla="*/ 1869282 w 2543175"/>
              <a:gd name="connsiteY116" fmla="*/ 1371600 h 1890712"/>
              <a:gd name="connsiteX117" fmla="*/ 1883569 w 2543175"/>
              <a:gd name="connsiteY117" fmla="*/ 1388269 h 1890712"/>
              <a:gd name="connsiteX118" fmla="*/ 1893094 w 2543175"/>
              <a:gd name="connsiteY118" fmla="*/ 1395412 h 1890712"/>
              <a:gd name="connsiteX119" fmla="*/ 1902619 w 2543175"/>
              <a:gd name="connsiteY119" fmla="*/ 1404937 h 1890712"/>
              <a:gd name="connsiteX120" fmla="*/ 1912144 w 2543175"/>
              <a:gd name="connsiteY120" fmla="*/ 1409700 h 1890712"/>
              <a:gd name="connsiteX121" fmla="*/ 1931194 w 2543175"/>
              <a:gd name="connsiteY121" fmla="*/ 1421606 h 1890712"/>
              <a:gd name="connsiteX122" fmla="*/ 1935957 w 2543175"/>
              <a:gd name="connsiteY122" fmla="*/ 1428750 h 1890712"/>
              <a:gd name="connsiteX123" fmla="*/ 1952625 w 2543175"/>
              <a:gd name="connsiteY123" fmla="*/ 1438275 h 1890712"/>
              <a:gd name="connsiteX124" fmla="*/ 1971675 w 2543175"/>
              <a:gd name="connsiteY124" fmla="*/ 1450181 h 1890712"/>
              <a:gd name="connsiteX125" fmla="*/ 1981200 w 2543175"/>
              <a:gd name="connsiteY125" fmla="*/ 1454944 h 1890712"/>
              <a:gd name="connsiteX126" fmla="*/ 1997869 w 2543175"/>
              <a:gd name="connsiteY126" fmla="*/ 1471612 h 1890712"/>
              <a:gd name="connsiteX127" fmla="*/ 2007394 w 2543175"/>
              <a:gd name="connsiteY127" fmla="*/ 1478756 h 1890712"/>
              <a:gd name="connsiteX128" fmla="*/ 2016919 w 2543175"/>
              <a:gd name="connsiteY128" fmla="*/ 1483519 h 1890712"/>
              <a:gd name="connsiteX129" fmla="*/ 2024063 w 2543175"/>
              <a:gd name="connsiteY129" fmla="*/ 1490662 h 1890712"/>
              <a:gd name="connsiteX130" fmla="*/ 2033588 w 2543175"/>
              <a:gd name="connsiteY130" fmla="*/ 1495425 h 1890712"/>
              <a:gd name="connsiteX131" fmla="*/ 2040732 w 2543175"/>
              <a:gd name="connsiteY131" fmla="*/ 1502569 h 1890712"/>
              <a:gd name="connsiteX132" fmla="*/ 2047875 w 2543175"/>
              <a:gd name="connsiteY132" fmla="*/ 1507331 h 1890712"/>
              <a:gd name="connsiteX133" fmla="*/ 2057400 w 2543175"/>
              <a:gd name="connsiteY133" fmla="*/ 1514475 h 1890712"/>
              <a:gd name="connsiteX134" fmla="*/ 2064544 w 2543175"/>
              <a:gd name="connsiteY134" fmla="*/ 1519237 h 1890712"/>
              <a:gd name="connsiteX135" fmla="*/ 2071688 w 2543175"/>
              <a:gd name="connsiteY135" fmla="*/ 1526381 h 1890712"/>
              <a:gd name="connsiteX136" fmla="*/ 2081213 w 2543175"/>
              <a:gd name="connsiteY136" fmla="*/ 1531144 h 1890712"/>
              <a:gd name="connsiteX137" fmla="*/ 2090738 w 2543175"/>
              <a:gd name="connsiteY137" fmla="*/ 1538287 h 1890712"/>
              <a:gd name="connsiteX138" fmla="*/ 2109788 w 2543175"/>
              <a:gd name="connsiteY138" fmla="*/ 1547812 h 1890712"/>
              <a:gd name="connsiteX139" fmla="*/ 2131219 w 2543175"/>
              <a:gd name="connsiteY139" fmla="*/ 1562100 h 1890712"/>
              <a:gd name="connsiteX140" fmla="*/ 2140744 w 2543175"/>
              <a:gd name="connsiteY140" fmla="*/ 1566862 h 1890712"/>
              <a:gd name="connsiteX141" fmla="*/ 2152650 w 2543175"/>
              <a:gd name="connsiteY141" fmla="*/ 1576387 h 1890712"/>
              <a:gd name="connsiteX142" fmla="*/ 2181225 w 2543175"/>
              <a:gd name="connsiteY142" fmla="*/ 1590675 h 1890712"/>
              <a:gd name="connsiteX143" fmla="*/ 2200275 w 2543175"/>
              <a:gd name="connsiteY143" fmla="*/ 1607344 h 1890712"/>
              <a:gd name="connsiteX144" fmla="*/ 2207419 w 2543175"/>
              <a:gd name="connsiteY144" fmla="*/ 1612106 h 1890712"/>
              <a:gd name="connsiteX145" fmla="*/ 2216944 w 2543175"/>
              <a:gd name="connsiteY145" fmla="*/ 1619250 h 1890712"/>
              <a:gd name="connsiteX146" fmla="*/ 2247900 w 2543175"/>
              <a:gd name="connsiteY146" fmla="*/ 1643062 h 1890712"/>
              <a:gd name="connsiteX147" fmla="*/ 2281238 w 2543175"/>
              <a:gd name="connsiteY147" fmla="*/ 1674019 h 1890712"/>
              <a:gd name="connsiteX148" fmla="*/ 2312194 w 2543175"/>
              <a:gd name="connsiteY148" fmla="*/ 1702594 h 1890712"/>
              <a:gd name="connsiteX149" fmla="*/ 2369344 w 2543175"/>
              <a:gd name="connsiteY149" fmla="*/ 1757363 h 1890712"/>
              <a:gd name="connsiteX150" fmla="*/ 2428876 w 2543175"/>
              <a:gd name="connsiteY150" fmla="*/ 1785938 h 1890712"/>
              <a:gd name="connsiteX151" fmla="*/ 2469356 w 2543175"/>
              <a:gd name="connsiteY151" fmla="*/ 1816894 h 1890712"/>
              <a:gd name="connsiteX152" fmla="*/ 2514600 w 2543175"/>
              <a:gd name="connsiteY152" fmla="*/ 1850231 h 1890712"/>
              <a:gd name="connsiteX153" fmla="*/ 2519363 w 2543175"/>
              <a:gd name="connsiteY153" fmla="*/ 1857375 h 1890712"/>
              <a:gd name="connsiteX154" fmla="*/ 2540794 w 2543175"/>
              <a:gd name="connsiteY154" fmla="*/ 1883569 h 1890712"/>
              <a:gd name="connsiteX155" fmla="*/ 2543175 w 2543175"/>
              <a:gd name="connsiteY155"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88207 w 2543175"/>
              <a:gd name="connsiteY64" fmla="*/ 676275 h 1890712"/>
              <a:gd name="connsiteX65" fmla="*/ 907257 w 2543175"/>
              <a:gd name="connsiteY65" fmla="*/ 683419 h 1890712"/>
              <a:gd name="connsiteX66" fmla="*/ 928688 w 2543175"/>
              <a:gd name="connsiteY66" fmla="*/ 695325 h 1890712"/>
              <a:gd name="connsiteX67" fmla="*/ 942975 w 2543175"/>
              <a:gd name="connsiteY67" fmla="*/ 700087 h 1890712"/>
              <a:gd name="connsiteX68" fmla="*/ 964407 w 2543175"/>
              <a:gd name="connsiteY68" fmla="*/ 716756 h 1890712"/>
              <a:gd name="connsiteX69" fmla="*/ 971550 w 2543175"/>
              <a:gd name="connsiteY69" fmla="*/ 723900 h 1890712"/>
              <a:gd name="connsiteX70" fmla="*/ 983457 w 2543175"/>
              <a:gd name="connsiteY70" fmla="*/ 733425 h 1890712"/>
              <a:gd name="connsiteX71" fmla="*/ 990600 w 2543175"/>
              <a:gd name="connsiteY71" fmla="*/ 738187 h 1890712"/>
              <a:gd name="connsiteX72" fmla="*/ 1007269 w 2543175"/>
              <a:gd name="connsiteY72" fmla="*/ 752475 h 1890712"/>
              <a:gd name="connsiteX73" fmla="*/ 1031082 w 2543175"/>
              <a:gd name="connsiteY73" fmla="*/ 766762 h 1890712"/>
              <a:gd name="connsiteX74" fmla="*/ 1042988 w 2543175"/>
              <a:gd name="connsiteY74" fmla="*/ 773906 h 1890712"/>
              <a:gd name="connsiteX75" fmla="*/ 1071563 w 2543175"/>
              <a:gd name="connsiteY75" fmla="*/ 785812 h 1890712"/>
              <a:gd name="connsiteX76" fmla="*/ 1097757 w 2543175"/>
              <a:gd name="connsiteY76" fmla="*/ 807244 h 1890712"/>
              <a:gd name="connsiteX77" fmla="*/ 1104900 w 2543175"/>
              <a:gd name="connsiteY77" fmla="*/ 814387 h 1890712"/>
              <a:gd name="connsiteX78" fmla="*/ 1121569 w 2543175"/>
              <a:gd name="connsiteY78" fmla="*/ 823912 h 1890712"/>
              <a:gd name="connsiteX79" fmla="*/ 1138238 w 2543175"/>
              <a:gd name="connsiteY79" fmla="*/ 835819 h 1890712"/>
              <a:gd name="connsiteX80" fmla="*/ 1147763 w 2543175"/>
              <a:gd name="connsiteY80" fmla="*/ 842962 h 1890712"/>
              <a:gd name="connsiteX81" fmla="*/ 1157288 w 2543175"/>
              <a:gd name="connsiteY81" fmla="*/ 847725 h 1890712"/>
              <a:gd name="connsiteX82" fmla="*/ 1178719 w 2543175"/>
              <a:gd name="connsiteY82" fmla="*/ 859631 h 1890712"/>
              <a:gd name="connsiteX83" fmla="*/ 1188244 w 2543175"/>
              <a:gd name="connsiteY83" fmla="*/ 866775 h 1890712"/>
              <a:gd name="connsiteX84" fmla="*/ 1195388 w 2543175"/>
              <a:gd name="connsiteY84" fmla="*/ 871537 h 1890712"/>
              <a:gd name="connsiteX85" fmla="*/ 1212057 w 2543175"/>
              <a:gd name="connsiteY85" fmla="*/ 883444 h 1890712"/>
              <a:gd name="connsiteX86" fmla="*/ 1226344 w 2543175"/>
              <a:gd name="connsiteY86" fmla="*/ 895350 h 1890712"/>
              <a:gd name="connsiteX87" fmla="*/ 1245394 w 2543175"/>
              <a:gd name="connsiteY87" fmla="*/ 907256 h 1890712"/>
              <a:gd name="connsiteX88" fmla="*/ 1254919 w 2543175"/>
              <a:gd name="connsiteY88" fmla="*/ 914400 h 1890712"/>
              <a:gd name="connsiteX89" fmla="*/ 1269207 w 2543175"/>
              <a:gd name="connsiteY89" fmla="*/ 921544 h 1890712"/>
              <a:gd name="connsiteX90" fmla="*/ 1290638 w 2543175"/>
              <a:gd name="connsiteY90" fmla="*/ 935831 h 1890712"/>
              <a:gd name="connsiteX91" fmla="*/ 1307307 w 2543175"/>
              <a:gd name="connsiteY91" fmla="*/ 952500 h 1890712"/>
              <a:gd name="connsiteX92" fmla="*/ 1333500 w 2543175"/>
              <a:gd name="connsiteY92" fmla="*/ 971550 h 1890712"/>
              <a:gd name="connsiteX93" fmla="*/ 1359694 w 2543175"/>
              <a:gd name="connsiteY93" fmla="*/ 990600 h 1890712"/>
              <a:gd name="connsiteX94" fmla="*/ 1385888 w 2543175"/>
              <a:gd name="connsiteY94" fmla="*/ 1021557 h 1890712"/>
              <a:gd name="connsiteX95" fmla="*/ 1435894 w 2543175"/>
              <a:gd name="connsiteY95" fmla="*/ 1054894 h 1890712"/>
              <a:gd name="connsiteX96" fmla="*/ 1497806 w 2543175"/>
              <a:gd name="connsiteY96" fmla="*/ 1104900 h 1890712"/>
              <a:gd name="connsiteX97" fmla="*/ 1559718 w 2543175"/>
              <a:gd name="connsiteY97" fmla="*/ 1154906 h 1890712"/>
              <a:gd name="connsiteX98" fmla="*/ 1595438 w 2543175"/>
              <a:gd name="connsiteY98" fmla="*/ 1181100 h 1890712"/>
              <a:gd name="connsiteX99" fmla="*/ 1628775 w 2543175"/>
              <a:gd name="connsiteY99" fmla="*/ 1207294 h 1890712"/>
              <a:gd name="connsiteX100" fmla="*/ 1662113 w 2543175"/>
              <a:gd name="connsiteY100" fmla="*/ 1231107 h 1890712"/>
              <a:gd name="connsiteX101" fmla="*/ 1700213 w 2543175"/>
              <a:gd name="connsiteY101" fmla="*/ 1247775 h 1890712"/>
              <a:gd name="connsiteX102" fmla="*/ 1712119 w 2543175"/>
              <a:gd name="connsiteY102" fmla="*/ 1259681 h 1890712"/>
              <a:gd name="connsiteX103" fmla="*/ 1733550 w 2543175"/>
              <a:gd name="connsiteY103" fmla="*/ 1273969 h 1890712"/>
              <a:gd name="connsiteX104" fmla="*/ 1743075 w 2543175"/>
              <a:gd name="connsiteY104" fmla="*/ 1283494 h 1890712"/>
              <a:gd name="connsiteX105" fmla="*/ 1754982 w 2543175"/>
              <a:gd name="connsiteY105" fmla="*/ 1290637 h 1890712"/>
              <a:gd name="connsiteX106" fmla="*/ 1766888 w 2543175"/>
              <a:gd name="connsiteY106" fmla="*/ 1300162 h 1890712"/>
              <a:gd name="connsiteX107" fmla="*/ 1783557 w 2543175"/>
              <a:gd name="connsiteY107" fmla="*/ 1307306 h 1890712"/>
              <a:gd name="connsiteX108" fmla="*/ 1790700 w 2543175"/>
              <a:gd name="connsiteY108" fmla="*/ 1312069 h 1890712"/>
              <a:gd name="connsiteX109" fmla="*/ 1800225 w 2543175"/>
              <a:gd name="connsiteY109" fmla="*/ 1319212 h 1890712"/>
              <a:gd name="connsiteX110" fmla="*/ 1807369 w 2543175"/>
              <a:gd name="connsiteY110" fmla="*/ 1321594 h 1890712"/>
              <a:gd name="connsiteX111" fmla="*/ 1824038 w 2543175"/>
              <a:gd name="connsiteY111" fmla="*/ 1333500 h 1890712"/>
              <a:gd name="connsiteX112" fmla="*/ 1843088 w 2543175"/>
              <a:gd name="connsiteY112" fmla="*/ 1352550 h 1890712"/>
              <a:gd name="connsiteX113" fmla="*/ 1852613 w 2543175"/>
              <a:gd name="connsiteY113" fmla="*/ 1359694 h 1890712"/>
              <a:gd name="connsiteX114" fmla="*/ 1859757 w 2543175"/>
              <a:gd name="connsiteY114" fmla="*/ 1366837 h 1890712"/>
              <a:gd name="connsiteX115" fmla="*/ 1869282 w 2543175"/>
              <a:gd name="connsiteY115" fmla="*/ 1371600 h 1890712"/>
              <a:gd name="connsiteX116" fmla="*/ 1883569 w 2543175"/>
              <a:gd name="connsiteY116" fmla="*/ 1388269 h 1890712"/>
              <a:gd name="connsiteX117" fmla="*/ 1893094 w 2543175"/>
              <a:gd name="connsiteY117" fmla="*/ 1395412 h 1890712"/>
              <a:gd name="connsiteX118" fmla="*/ 1902619 w 2543175"/>
              <a:gd name="connsiteY118" fmla="*/ 1404937 h 1890712"/>
              <a:gd name="connsiteX119" fmla="*/ 1912144 w 2543175"/>
              <a:gd name="connsiteY119" fmla="*/ 1409700 h 1890712"/>
              <a:gd name="connsiteX120" fmla="*/ 1931194 w 2543175"/>
              <a:gd name="connsiteY120" fmla="*/ 1421606 h 1890712"/>
              <a:gd name="connsiteX121" fmla="*/ 1935957 w 2543175"/>
              <a:gd name="connsiteY121" fmla="*/ 1428750 h 1890712"/>
              <a:gd name="connsiteX122" fmla="*/ 1952625 w 2543175"/>
              <a:gd name="connsiteY122" fmla="*/ 1438275 h 1890712"/>
              <a:gd name="connsiteX123" fmla="*/ 1971675 w 2543175"/>
              <a:gd name="connsiteY123" fmla="*/ 1450181 h 1890712"/>
              <a:gd name="connsiteX124" fmla="*/ 1981200 w 2543175"/>
              <a:gd name="connsiteY124" fmla="*/ 1454944 h 1890712"/>
              <a:gd name="connsiteX125" fmla="*/ 1997869 w 2543175"/>
              <a:gd name="connsiteY125" fmla="*/ 1471612 h 1890712"/>
              <a:gd name="connsiteX126" fmla="*/ 2007394 w 2543175"/>
              <a:gd name="connsiteY126" fmla="*/ 1478756 h 1890712"/>
              <a:gd name="connsiteX127" fmla="*/ 2016919 w 2543175"/>
              <a:gd name="connsiteY127" fmla="*/ 1483519 h 1890712"/>
              <a:gd name="connsiteX128" fmla="*/ 2024063 w 2543175"/>
              <a:gd name="connsiteY128" fmla="*/ 1490662 h 1890712"/>
              <a:gd name="connsiteX129" fmla="*/ 2033588 w 2543175"/>
              <a:gd name="connsiteY129" fmla="*/ 1495425 h 1890712"/>
              <a:gd name="connsiteX130" fmla="*/ 2040732 w 2543175"/>
              <a:gd name="connsiteY130" fmla="*/ 1502569 h 1890712"/>
              <a:gd name="connsiteX131" fmla="*/ 2047875 w 2543175"/>
              <a:gd name="connsiteY131" fmla="*/ 1507331 h 1890712"/>
              <a:gd name="connsiteX132" fmla="*/ 2057400 w 2543175"/>
              <a:gd name="connsiteY132" fmla="*/ 1514475 h 1890712"/>
              <a:gd name="connsiteX133" fmla="*/ 2064544 w 2543175"/>
              <a:gd name="connsiteY133" fmla="*/ 1519237 h 1890712"/>
              <a:gd name="connsiteX134" fmla="*/ 2071688 w 2543175"/>
              <a:gd name="connsiteY134" fmla="*/ 1526381 h 1890712"/>
              <a:gd name="connsiteX135" fmla="*/ 2081213 w 2543175"/>
              <a:gd name="connsiteY135" fmla="*/ 1531144 h 1890712"/>
              <a:gd name="connsiteX136" fmla="*/ 2090738 w 2543175"/>
              <a:gd name="connsiteY136" fmla="*/ 1538287 h 1890712"/>
              <a:gd name="connsiteX137" fmla="*/ 2109788 w 2543175"/>
              <a:gd name="connsiteY137" fmla="*/ 1547812 h 1890712"/>
              <a:gd name="connsiteX138" fmla="*/ 2131219 w 2543175"/>
              <a:gd name="connsiteY138" fmla="*/ 1562100 h 1890712"/>
              <a:gd name="connsiteX139" fmla="*/ 2140744 w 2543175"/>
              <a:gd name="connsiteY139" fmla="*/ 1566862 h 1890712"/>
              <a:gd name="connsiteX140" fmla="*/ 2152650 w 2543175"/>
              <a:gd name="connsiteY140" fmla="*/ 1576387 h 1890712"/>
              <a:gd name="connsiteX141" fmla="*/ 2181225 w 2543175"/>
              <a:gd name="connsiteY141" fmla="*/ 1590675 h 1890712"/>
              <a:gd name="connsiteX142" fmla="*/ 2200275 w 2543175"/>
              <a:gd name="connsiteY142" fmla="*/ 1607344 h 1890712"/>
              <a:gd name="connsiteX143" fmla="*/ 2207419 w 2543175"/>
              <a:gd name="connsiteY143" fmla="*/ 1612106 h 1890712"/>
              <a:gd name="connsiteX144" fmla="*/ 2216944 w 2543175"/>
              <a:gd name="connsiteY144" fmla="*/ 1619250 h 1890712"/>
              <a:gd name="connsiteX145" fmla="*/ 2247900 w 2543175"/>
              <a:gd name="connsiteY145" fmla="*/ 1643062 h 1890712"/>
              <a:gd name="connsiteX146" fmla="*/ 2281238 w 2543175"/>
              <a:gd name="connsiteY146" fmla="*/ 1674019 h 1890712"/>
              <a:gd name="connsiteX147" fmla="*/ 2312194 w 2543175"/>
              <a:gd name="connsiteY147" fmla="*/ 1702594 h 1890712"/>
              <a:gd name="connsiteX148" fmla="*/ 2369344 w 2543175"/>
              <a:gd name="connsiteY148" fmla="*/ 1757363 h 1890712"/>
              <a:gd name="connsiteX149" fmla="*/ 2428876 w 2543175"/>
              <a:gd name="connsiteY149" fmla="*/ 1785938 h 1890712"/>
              <a:gd name="connsiteX150" fmla="*/ 2469356 w 2543175"/>
              <a:gd name="connsiteY150" fmla="*/ 1816894 h 1890712"/>
              <a:gd name="connsiteX151" fmla="*/ 2514600 w 2543175"/>
              <a:gd name="connsiteY151" fmla="*/ 1850231 h 1890712"/>
              <a:gd name="connsiteX152" fmla="*/ 2519363 w 2543175"/>
              <a:gd name="connsiteY152" fmla="*/ 1857375 h 1890712"/>
              <a:gd name="connsiteX153" fmla="*/ 2540794 w 2543175"/>
              <a:gd name="connsiteY153" fmla="*/ 1883569 h 1890712"/>
              <a:gd name="connsiteX154" fmla="*/ 2543175 w 2543175"/>
              <a:gd name="connsiteY154" fmla="*/ 1890712 h 1890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2543175" h="1890712">
                <a:moveTo>
                  <a:pt x="0" y="0"/>
                </a:moveTo>
                <a:cubicBezTo>
                  <a:pt x="3969" y="3969"/>
                  <a:pt x="7477" y="8460"/>
                  <a:pt x="11907" y="11906"/>
                </a:cubicBezTo>
                <a:cubicBezTo>
                  <a:pt x="14709" y="14085"/>
                  <a:pt x="18922" y="14159"/>
                  <a:pt x="21432" y="16669"/>
                </a:cubicBezTo>
                <a:cubicBezTo>
                  <a:pt x="23207" y="18444"/>
                  <a:pt x="22354" y="21770"/>
                  <a:pt x="23813" y="23812"/>
                </a:cubicBezTo>
                <a:cubicBezTo>
                  <a:pt x="26423" y="27466"/>
                  <a:pt x="30381" y="29958"/>
                  <a:pt x="33338" y="33337"/>
                </a:cubicBezTo>
                <a:cubicBezTo>
                  <a:pt x="35951" y="36324"/>
                  <a:pt x="37676" y="40056"/>
                  <a:pt x="40482" y="42862"/>
                </a:cubicBezTo>
                <a:cubicBezTo>
                  <a:pt x="42506" y="44886"/>
                  <a:pt x="45296" y="45961"/>
                  <a:pt x="47625" y="47625"/>
                </a:cubicBezTo>
                <a:cubicBezTo>
                  <a:pt x="50854" y="49932"/>
                  <a:pt x="53920" y="52462"/>
                  <a:pt x="57150" y="54769"/>
                </a:cubicBezTo>
                <a:cubicBezTo>
                  <a:pt x="59479" y="56432"/>
                  <a:pt x="62004" y="57814"/>
                  <a:pt x="64294" y="59531"/>
                </a:cubicBezTo>
                <a:cubicBezTo>
                  <a:pt x="70526" y="64205"/>
                  <a:pt x="76425" y="69975"/>
                  <a:pt x="83344" y="73819"/>
                </a:cubicBezTo>
                <a:cubicBezTo>
                  <a:pt x="87999" y="76405"/>
                  <a:pt x="92977" y="78376"/>
                  <a:pt x="97632" y="80962"/>
                </a:cubicBezTo>
                <a:cubicBezTo>
                  <a:pt x="100134" y="82352"/>
                  <a:pt x="102602" y="83862"/>
                  <a:pt x="104775" y="85725"/>
                </a:cubicBezTo>
                <a:cubicBezTo>
                  <a:pt x="108184" y="88647"/>
                  <a:pt x="110492" y="92870"/>
                  <a:pt x="114300" y="95250"/>
                </a:cubicBezTo>
                <a:cubicBezTo>
                  <a:pt x="117075" y="96984"/>
                  <a:pt x="120650" y="96837"/>
                  <a:pt x="123825" y="97631"/>
                </a:cubicBezTo>
                <a:cubicBezTo>
                  <a:pt x="126206" y="100012"/>
                  <a:pt x="128412" y="102583"/>
                  <a:pt x="130969" y="104775"/>
                </a:cubicBezTo>
                <a:cubicBezTo>
                  <a:pt x="133982" y="107358"/>
                  <a:pt x="137264" y="109612"/>
                  <a:pt x="140494" y="111919"/>
                </a:cubicBezTo>
                <a:cubicBezTo>
                  <a:pt x="142823" y="113582"/>
                  <a:pt x="145439" y="114849"/>
                  <a:pt x="147638" y="116681"/>
                </a:cubicBezTo>
                <a:cubicBezTo>
                  <a:pt x="162120" y="128749"/>
                  <a:pt x="146681" y="119775"/>
                  <a:pt x="164307" y="128587"/>
                </a:cubicBezTo>
                <a:cubicBezTo>
                  <a:pt x="175940" y="140221"/>
                  <a:pt x="166351" y="132138"/>
                  <a:pt x="180975" y="140494"/>
                </a:cubicBezTo>
                <a:cubicBezTo>
                  <a:pt x="186596" y="143706"/>
                  <a:pt x="192522" y="148741"/>
                  <a:pt x="197644" y="152400"/>
                </a:cubicBezTo>
                <a:cubicBezTo>
                  <a:pt x="199973" y="154063"/>
                  <a:pt x="202459" y="155499"/>
                  <a:pt x="204788" y="157162"/>
                </a:cubicBezTo>
                <a:cubicBezTo>
                  <a:pt x="208018" y="159469"/>
                  <a:pt x="211507" y="161500"/>
                  <a:pt x="214313" y="164306"/>
                </a:cubicBezTo>
                <a:cubicBezTo>
                  <a:pt x="225954" y="175947"/>
                  <a:pt x="216166" y="172508"/>
                  <a:pt x="230982" y="180975"/>
                </a:cubicBezTo>
                <a:cubicBezTo>
                  <a:pt x="233514" y="182422"/>
                  <a:pt x="236141" y="179387"/>
                  <a:pt x="247650" y="185737"/>
                </a:cubicBezTo>
                <a:cubicBezTo>
                  <a:pt x="259159" y="192087"/>
                  <a:pt x="284163" y="207566"/>
                  <a:pt x="300038" y="219075"/>
                </a:cubicBezTo>
                <a:cubicBezTo>
                  <a:pt x="315913" y="230584"/>
                  <a:pt x="331788" y="247253"/>
                  <a:pt x="342900" y="254794"/>
                </a:cubicBezTo>
                <a:cubicBezTo>
                  <a:pt x="351711" y="272418"/>
                  <a:pt x="361951" y="261541"/>
                  <a:pt x="366713" y="264319"/>
                </a:cubicBezTo>
                <a:cubicBezTo>
                  <a:pt x="371475" y="267097"/>
                  <a:pt x="368300" y="268287"/>
                  <a:pt x="371475" y="271462"/>
                </a:cubicBezTo>
                <a:cubicBezTo>
                  <a:pt x="374650" y="274637"/>
                  <a:pt x="380207" y="279400"/>
                  <a:pt x="385763" y="283369"/>
                </a:cubicBezTo>
                <a:cubicBezTo>
                  <a:pt x="391319" y="287338"/>
                  <a:pt x="400447" y="292894"/>
                  <a:pt x="404813" y="295275"/>
                </a:cubicBezTo>
                <a:cubicBezTo>
                  <a:pt x="409179" y="297656"/>
                  <a:pt x="401638" y="292100"/>
                  <a:pt x="411957" y="297656"/>
                </a:cubicBezTo>
                <a:cubicBezTo>
                  <a:pt x="422276" y="303212"/>
                  <a:pt x="456010" y="322262"/>
                  <a:pt x="466725" y="328612"/>
                </a:cubicBezTo>
                <a:cubicBezTo>
                  <a:pt x="477440" y="334962"/>
                  <a:pt x="473444" y="332950"/>
                  <a:pt x="476250" y="335756"/>
                </a:cubicBezTo>
                <a:cubicBezTo>
                  <a:pt x="478274" y="337780"/>
                  <a:pt x="479150" y="340727"/>
                  <a:pt x="481013" y="342900"/>
                </a:cubicBezTo>
                <a:cubicBezTo>
                  <a:pt x="483935" y="346309"/>
                  <a:pt x="487616" y="349016"/>
                  <a:pt x="490538" y="352425"/>
                </a:cubicBezTo>
                <a:cubicBezTo>
                  <a:pt x="492400" y="354598"/>
                  <a:pt x="493637" y="357240"/>
                  <a:pt x="495300" y="359569"/>
                </a:cubicBezTo>
                <a:cubicBezTo>
                  <a:pt x="513137" y="384542"/>
                  <a:pt x="492279" y="355466"/>
                  <a:pt x="509588" y="376237"/>
                </a:cubicBezTo>
                <a:cubicBezTo>
                  <a:pt x="511420" y="378436"/>
                  <a:pt x="512518" y="381182"/>
                  <a:pt x="514350" y="383381"/>
                </a:cubicBezTo>
                <a:cubicBezTo>
                  <a:pt x="527305" y="398928"/>
                  <a:pt x="515259" y="381909"/>
                  <a:pt x="531019" y="397669"/>
                </a:cubicBezTo>
                <a:cubicBezTo>
                  <a:pt x="533825" y="400475"/>
                  <a:pt x="535550" y="404207"/>
                  <a:pt x="538163" y="407194"/>
                </a:cubicBezTo>
                <a:cubicBezTo>
                  <a:pt x="555321" y="426803"/>
                  <a:pt x="540377" y="409091"/>
                  <a:pt x="554832" y="421481"/>
                </a:cubicBezTo>
                <a:cubicBezTo>
                  <a:pt x="558241" y="424403"/>
                  <a:pt x="560978" y="428049"/>
                  <a:pt x="564357" y="431006"/>
                </a:cubicBezTo>
                <a:cubicBezTo>
                  <a:pt x="567344" y="433619"/>
                  <a:pt x="570783" y="435671"/>
                  <a:pt x="573882" y="438150"/>
                </a:cubicBezTo>
                <a:cubicBezTo>
                  <a:pt x="577392" y="440958"/>
                  <a:pt x="589001" y="451663"/>
                  <a:pt x="595313" y="454819"/>
                </a:cubicBezTo>
                <a:cubicBezTo>
                  <a:pt x="597558" y="455942"/>
                  <a:pt x="600212" y="456077"/>
                  <a:pt x="602457" y="457200"/>
                </a:cubicBezTo>
                <a:cubicBezTo>
                  <a:pt x="627542" y="469743"/>
                  <a:pt x="610065" y="464460"/>
                  <a:pt x="628650" y="469106"/>
                </a:cubicBezTo>
                <a:cubicBezTo>
                  <a:pt x="634206" y="473869"/>
                  <a:pt x="639401" y="479090"/>
                  <a:pt x="645319" y="483394"/>
                </a:cubicBezTo>
                <a:cubicBezTo>
                  <a:pt x="648190" y="485482"/>
                  <a:pt x="652149" y="485846"/>
                  <a:pt x="654844" y="488156"/>
                </a:cubicBezTo>
                <a:cubicBezTo>
                  <a:pt x="657857" y="490739"/>
                  <a:pt x="659062" y="494999"/>
                  <a:pt x="661988" y="497681"/>
                </a:cubicBezTo>
                <a:cubicBezTo>
                  <a:pt x="668659" y="503796"/>
                  <a:pt x="675889" y="509330"/>
                  <a:pt x="683419" y="514350"/>
                </a:cubicBezTo>
                <a:cubicBezTo>
                  <a:pt x="688757" y="517908"/>
                  <a:pt x="695358" y="522117"/>
                  <a:pt x="700088" y="526256"/>
                </a:cubicBezTo>
                <a:cubicBezTo>
                  <a:pt x="703467" y="529213"/>
                  <a:pt x="706234" y="532824"/>
                  <a:pt x="709613" y="535781"/>
                </a:cubicBezTo>
                <a:cubicBezTo>
                  <a:pt x="712600" y="538394"/>
                  <a:pt x="716188" y="540270"/>
                  <a:pt x="719138" y="542925"/>
                </a:cubicBezTo>
                <a:cubicBezTo>
                  <a:pt x="724144" y="547430"/>
                  <a:pt x="727401" y="554200"/>
                  <a:pt x="733425" y="557212"/>
                </a:cubicBezTo>
                <a:cubicBezTo>
                  <a:pt x="758177" y="569589"/>
                  <a:pt x="728852" y="553670"/>
                  <a:pt x="750094" y="569119"/>
                </a:cubicBezTo>
                <a:cubicBezTo>
                  <a:pt x="756150" y="573523"/>
                  <a:pt x="762723" y="577172"/>
                  <a:pt x="769144" y="581025"/>
                </a:cubicBezTo>
                <a:cubicBezTo>
                  <a:pt x="774632" y="584317"/>
                  <a:pt x="785813" y="590550"/>
                  <a:pt x="785813" y="590550"/>
                </a:cubicBezTo>
                <a:cubicBezTo>
                  <a:pt x="788194" y="593725"/>
                  <a:pt x="790151" y="597269"/>
                  <a:pt x="792957" y="600075"/>
                </a:cubicBezTo>
                <a:cubicBezTo>
                  <a:pt x="801539" y="608657"/>
                  <a:pt x="801510" y="605219"/>
                  <a:pt x="809625" y="611981"/>
                </a:cubicBezTo>
                <a:cubicBezTo>
                  <a:pt x="812212" y="614137"/>
                  <a:pt x="814212" y="616933"/>
                  <a:pt x="816769" y="619125"/>
                </a:cubicBezTo>
                <a:cubicBezTo>
                  <a:pt x="819782" y="621708"/>
                  <a:pt x="823195" y="623790"/>
                  <a:pt x="826294" y="626269"/>
                </a:cubicBezTo>
                <a:cubicBezTo>
                  <a:pt x="831135" y="630142"/>
                  <a:pt x="835948" y="634056"/>
                  <a:pt x="840582" y="638175"/>
                </a:cubicBezTo>
                <a:cubicBezTo>
                  <a:pt x="843099" y="640412"/>
                  <a:pt x="845168" y="643127"/>
                  <a:pt x="847725" y="645319"/>
                </a:cubicBezTo>
                <a:cubicBezTo>
                  <a:pt x="850738" y="647902"/>
                  <a:pt x="850503" y="647303"/>
                  <a:pt x="857250" y="652462"/>
                </a:cubicBezTo>
                <a:cubicBezTo>
                  <a:pt x="863997" y="657621"/>
                  <a:pt x="879873" y="671116"/>
                  <a:pt x="888207" y="676275"/>
                </a:cubicBezTo>
                <a:cubicBezTo>
                  <a:pt x="896541" y="681434"/>
                  <a:pt x="900510" y="680244"/>
                  <a:pt x="907257" y="683419"/>
                </a:cubicBezTo>
                <a:cubicBezTo>
                  <a:pt x="913293" y="687040"/>
                  <a:pt x="921861" y="692594"/>
                  <a:pt x="928688" y="695325"/>
                </a:cubicBezTo>
                <a:cubicBezTo>
                  <a:pt x="933349" y="697189"/>
                  <a:pt x="938213" y="698500"/>
                  <a:pt x="942975" y="700087"/>
                </a:cubicBezTo>
                <a:cubicBezTo>
                  <a:pt x="950119" y="705643"/>
                  <a:pt x="958008" y="710356"/>
                  <a:pt x="964407" y="716756"/>
                </a:cubicBezTo>
                <a:cubicBezTo>
                  <a:pt x="966788" y="719137"/>
                  <a:pt x="969016" y="721682"/>
                  <a:pt x="971550" y="723900"/>
                </a:cubicBezTo>
                <a:cubicBezTo>
                  <a:pt x="975375" y="727247"/>
                  <a:pt x="979391" y="730375"/>
                  <a:pt x="983457" y="733425"/>
                </a:cubicBezTo>
                <a:cubicBezTo>
                  <a:pt x="985746" y="735142"/>
                  <a:pt x="988402" y="736355"/>
                  <a:pt x="990600" y="738187"/>
                </a:cubicBezTo>
                <a:cubicBezTo>
                  <a:pt x="1003421" y="748872"/>
                  <a:pt x="991667" y="742445"/>
                  <a:pt x="1007269" y="752475"/>
                </a:cubicBezTo>
                <a:cubicBezTo>
                  <a:pt x="1015056" y="757481"/>
                  <a:pt x="1023144" y="762000"/>
                  <a:pt x="1031082" y="766762"/>
                </a:cubicBezTo>
                <a:cubicBezTo>
                  <a:pt x="1035051" y="769143"/>
                  <a:pt x="1038597" y="772442"/>
                  <a:pt x="1042988" y="773906"/>
                </a:cubicBezTo>
                <a:cubicBezTo>
                  <a:pt x="1062326" y="780353"/>
                  <a:pt x="1052785" y="776424"/>
                  <a:pt x="1071563" y="785812"/>
                </a:cubicBezTo>
                <a:cubicBezTo>
                  <a:pt x="1104554" y="818805"/>
                  <a:pt x="1069470" y="786029"/>
                  <a:pt x="1097757" y="807244"/>
                </a:cubicBezTo>
                <a:cubicBezTo>
                  <a:pt x="1100451" y="809264"/>
                  <a:pt x="1102343" y="812196"/>
                  <a:pt x="1104900" y="814387"/>
                </a:cubicBezTo>
                <a:cubicBezTo>
                  <a:pt x="1114075" y="822251"/>
                  <a:pt x="1112151" y="820773"/>
                  <a:pt x="1121569" y="823912"/>
                </a:cubicBezTo>
                <a:cubicBezTo>
                  <a:pt x="1135186" y="837529"/>
                  <a:pt x="1121524" y="825373"/>
                  <a:pt x="1138238" y="835819"/>
                </a:cubicBezTo>
                <a:cubicBezTo>
                  <a:pt x="1141603" y="837922"/>
                  <a:pt x="1144398" y="840859"/>
                  <a:pt x="1147763" y="842962"/>
                </a:cubicBezTo>
                <a:cubicBezTo>
                  <a:pt x="1150773" y="844843"/>
                  <a:pt x="1154334" y="845756"/>
                  <a:pt x="1157288" y="847725"/>
                </a:cubicBezTo>
                <a:cubicBezTo>
                  <a:pt x="1176376" y="860451"/>
                  <a:pt x="1161284" y="855273"/>
                  <a:pt x="1178719" y="859631"/>
                </a:cubicBezTo>
                <a:cubicBezTo>
                  <a:pt x="1181894" y="862012"/>
                  <a:pt x="1185014" y="864468"/>
                  <a:pt x="1188244" y="866775"/>
                </a:cubicBezTo>
                <a:cubicBezTo>
                  <a:pt x="1190573" y="868438"/>
                  <a:pt x="1193364" y="869513"/>
                  <a:pt x="1195388" y="871537"/>
                </a:cubicBezTo>
                <a:cubicBezTo>
                  <a:pt x="1208545" y="884693"/>
                  <a:pt x="1195343" y="879264"/>
                  <a:pt x="1212057" y="883444"/>
                </a:cubicBezTo>
                <a:cubicBezTo>
                  <a:pt x="1227843" y="893968"/>
                  <a:pt x="1210302" y="881600"/>
                  <a:pt x="1226344" y="895350"/>
                </a:cubicBezTo>
                <a:cubicBezTo>
                  <a:pt x="1240876" y="907806"/>
                  <a:pt x="1230381" y="897873"/>
                  <a:pt x="1245394" y="907256"/>
                </a:cubicBezTo>
                <a:cubicBezTo>
                  <a:pt x="1248760" y="909359"/>
                  <a:pt x="1251516" y="912358"/>
                  <a:pt x="1254919" y="914400"/>
                </a:cubicBezTo>
                <a:cubicBezTo>
                  <a:pt x="1259485" y="917140"/>
                  <a:pt x="1264532" y="918994"/>
                  <a:pt x="1269207" y="921544"/>
                </a:cubicBezTo>
                <a:cubicBezTo>
                  <a:pt x="1275474" y="924962"/>
                  <a:pt x="1285165" y="930855"/>
                  <a:pt x="1290638" y="935831"/>
                </a:cubicBezTo>
                <a:cubicBezTo>
                  <a:pt x="1296452" y="941117"/>
                  <a:pt x="1300769" y="948141"/>
                  <a:pt x="1307307" y="952500"/>
                </a:cubicBezTo>
                <a:cubicBezTo>
                  <a:pt x="1319614" y="960705"/>
                  <a:pt x="1316156" y="958208"/>
                  <a:pt x="1333500" y="971550"/>
                </a:cubicBezTo>
                <a:cubicBezTo>
                  <a:pt x="1345211" y="980558"/>
                  <a:pt x="1350963" y="982266"/>
                  <a:pt x="1359694" y="990600"/>
                </a:cubicBezTo>
                <a:cubicBezTo>
                  <a:pt x="1368425" y="998934"/>
                  <a:pt x="1373188" y="1010841"/>
                  <a:pt x="1385888" y="1021557"/>
                </a:cubicBezTo>
                <a:cubicBezTo>
                  <a:pt x="1398588" y="1032273"/>
                  <a:pt x="1417241" y="1041004"/>
                  <a:pt x="1435894" y="1054894"/>
                </a:cubicBezTo>
                <a:cubicBezTo>
                  <a:pt x="1454547" y="1068784"/>
                  <a:pt x="1477169" y="1088231"/>
                  <a:pt x="1497806" y="1104900"/>
                </a:cubicBezTo>
                <a:lnTo>
                  <a:pt x="1559718" y="1154906"/>
                </a:lnTo>
                <a:cubicBezTo>
                  <a:pt x="1575990" y="1167606"/>
                  <a:pt x="1583929" y="1172369"/>
                  <a:pt x="1595438" y="1181100"/>
                </a:cubicBezTo>
                <a:cubicBezTo>
                  <a:pt x="1606947" y="1189831"/>
                  <a:pt x="1617663" y="1198960"/>
                  <a:pt x="1628775" y="1207294"/>
                </a:cubicBezTo>
                <a:cubicBezTo>
                  <a:pt x="1639887" y="1215628"/>
                  <a:pt x="1650207" y="1224360"/>
                  <a:pt x="1662113" y="1231107"/>
                </a:cubicBezTo>
                <a:cubicBezTo>
                  <a:pt x="1674019" y="1237854"/>
                  <a:pt x="1691879" y="1243013"/>
                  <a:pt x="1700213" y="1247775"/>
                </a:cubicBezTo>
                <a:cubicBezTo>
                  <a:pt x="1704182" y="1251744"/>
                  <a:pt x="1707306" y="1256793"/>
                  <a:pt x="1712119" y="1259681"/>
                </a:cubicBezTo>
                <a:cubicBezTo>
                  <a:pt x="1720417" y="1264660"/>
                  <a:pt x="1726335" y="1267656"/>
                  <a:pt x="1733550" y="1273969"/>
                </a:cubicBezTo>
                <a:cubicBezTo>
                  <a:pt x="1736929" y="1276926"/>
                  <a:pt x="1739531" y="1280737"/>
                  <a:pt x="1743075" y="1283494"/>
                </a:cubicBezTo>
                <a:cubicBezTo>
                  <a:pt x="1746729" y="1286335"/>
                  <a:pt x="1751190" y="1287983"/>
                  <a:pt x="1754982" y="1290637"/>
                </a:cubicBezTo>
                <a:cubicBezTo>
                  <a:pt x="1759146" y="1293551"/>
                  <a:pt x="1762659" y="1297343"/>
                  <a:pt x="1766888" y="1300162"/>
                </a:cubicBezTo>
                <a:cubicBezTo>
                  <a:pt x="1772775" y="1304087"/>
                  <a:pt x="1777205" y="1305189"/>
                  <a:pt x="1783557" y="1307306"/>
                </a:cubicBezTo>
                <a:cubicBezTo>
                  <a:pt x="1785938" y="1308894"/>
                  <a:pt x="1788371" y="1310406"/>
                  <a:pt x="1790700" y="1312069"/>
                </a:cubicBezTo>
                <a:cubicBezTo>
                  <a:pt x="1793929" y="1314376"/>
                  <a:pt x="1796779" y="1317243"/>
                  <a:pt x="1800225" y="1319212"/>
                </a:cubicBezTo>
                <a:cubicBezTo>
                  <a:pt x="1802404" y="1320457"/>
                  <a:pt x="1804988" y="1320800"/>
                  <a:pt x="1807369" y="1321594"/>
                </a:cubicBezTo>
                <a:cubicBezTo>
                  <a:pt x="1812925" y="1325563"/>
                  <a:pt x="1818878" y="1329028"/>
                  <a:pt x="1824038" y="1333500"/>
                </a:cubicBezTo>
                <a:cubicBezTo>
                  <a:pt x="1830824" y="1339381"/>
                  <a:pt x="1835904" y="1347162"/>
                  <a:pt x="1843088" y="1352550"/>
                </a:cubicBezTo>
                <a:cubicBezTo>
                  <a:pt x="1846263" y="1354931"/>
                  <a:pt x="1849600" y="1357111"/>
                  <a:pt x="1852613" y="1359694"/>
                </a:cubicBezTo>
                <a:cubicBezTo>
                  <a:pt x="1855170" y="1361885"/>
                  <a:pt x="1857017" y="1364880"/>
                  <a:pt x="1859757" y="1366837"/>
                </a:cubicBezTo>
                <a:cubicBezTo>
                  <a:pt x="1862646" y="1368900"/>
                  <a:pt x="1866107" y="1370012"/>
                  <a:pt x="1869282" y="1371600"/>
                </a:cubicBezTo>
                <a:cubicBezTo>
                  <a:pt x="1874928" y="1379129"/>
                  <a:pt x="1876604" y="1382299"/>
                  <a:pt x="1883569" y="1388269"/>
                </a:cubicBezTo>
                <a:cubicBezTo>
                  <a:pt x="1886582" y="1390852"/>
                  <a:pt x="1890107" y="1392799"/>
                  <a:pt x="1893094" y="1395412"/>
                </a:cubicBezTo>
                <a:cubicBezTo>
                  <a:pt x="1896473" y="1398369"/>
                  <a:pt x="1899027" y="1402243"/>
                  <a:pt x="1902619" y="1404937"/>
                </a:cubicBezTo>
                <a:cubicBezTo>
                  <a:pt x="1905459" y="1407067"/>
                  <a:pt x="1909078" y="1407911"/>
                  <a:pt x="1912144" y="1409700"/>
                </a:cubicBezTo>
                <a:cubicBezTo>
                  <a:pt x="1918612" y="1413473"/>
                  <a:pt x="1931194" y="1421606"/>
                  <a:pt x="1931194" y="1421606"/>
                </a:cubicBezTo>
                <a:cubicBezTo>
                  <a:pt x="1932782" y="1423987"/>
                  <a:pt x="1933933" y="1426726"/>
                  <a:pt x="1935957" y="1428750"/>
                </a:cubicBezTo>
                <a:cubicBezTo>
                  <a:pt x="1939923" y="1432716"/>
                  <a:pt x="1948145" y="1435662"/>
                  <a:pt x="1952625" y="1438275"/>
                </a:cubicBezTo>
                <a:cubicBezTo>
                  <a:pt x="1959093" y="1442048"/>
                  <a:pt x="1964978" y="1446832"/>
                  <a:pt x="1971675" y="1450181"/>
                </a:cubicBezTo>
                <a:cubicBezTo>
                  <a:pt x="1974850" y="1451769"/>
                  <a:pt x="1978453" y="1452696"/>
                  <a:pt x="1981200" y="1454944"/>
                </a:cubicBezTo>
                <a:cubicBezTo>
                  <a:pt x="1987282" y="1459920"/>
                  <a:pt x="1991583" y="1466897"/>
                  <a:pt x="1997869" y="1471612"/>
                </a:cubicBezTo>
                <a:cubicBezTo>
                  <a:pt x="2001044" y="1473993"/>
                  <a:pt x="2004029" y="1476652"/>
                  <a:pt x="2007394" y="1478756"/>
                </a:cubicBezTo>
                <a:cubicBezTo>
                  <a:pt x="2010404" y="1480637"/>
                  <a:pt x="2014030" y="1481456"/>
                  <a:pt x="2016919" y="1483519"/>
                </a:cubicBezTo>
                <a:cubicBezTo>
                  <a:pt x="2019659" y="1485476"/>
                  <a:pt x="2021323" y="1488705"/>
                  <a:pt x="2024063" y="1490662"/>
                </a:cubicBezTo>
                <a:cubicBezTo>
                  <a:pt x="2026952" y="1492725"/>
                  <a:pt x="2030699" y="1493362"/>
                  <a:pt x="2033588" y="1495425"/>
                </a:cubicBezTo>
                <a:cubicBezTo>
                  <a:pt x="2036328" y="1497383"/>
                  <a:pt x="2038145" y="1500413"/>
                  <a:pt x="2040732" y="1502569"/>
                </a:cubicBezTo>
                <a:cubicBezTo>
                  <a:pt x="2042930" y="1504401"/>
                  <a:pt x="2045546" y="1505668"/>
                  <a:pt x="2047875" y="1507331"/>
                </a:cubicBezTo>
                <a:cubicBezTo>
                  <a:pt x="2051105" y="1509638"/>
                  <a:pt x="2054170" y="1512168"/>
                  <a:pt x="2057400" y="1514475"/>
                </a:cubicBezTo>
                <a:cubicBezTo>
                  <a:pt x="2059729" y="1516138"/>
                  <a:pt x="2062345" y="1517405"/>
                  <a:pt x="2064544" y="1519237"/>
                </a:cubicBezTo>
                <a:cubicBezTo>
                  <a:pt x="2067131" y="1521393"/>
                  <a:pt x="2068948" y="1524423"/>
                  <a:pt x="2071688" y="1526381"/>
                </a:cubicBezTo>
                <a:cubicBezTo>
                  <a:pt x="2074577" y="1528444"/>
                  <a:pt x="2078203" y="1529263"/>
                  <a:pt x="2081213" y="1531144"/>
                </a:cubicBezTo>
                <a:cubicBezTo>
                  <a:pt x="2084578" y="1533247"/>
                  <a:pt x="2087310" y="1536287"/>
                  <a:pt x="2090738" y="1538287"/>
                </a:cubicBezTo>
                <a:cubicBezTo>
                  <a:pt x="2096870" y="1541864"/>
                  <a:pt x="2103537" y="1544446"/>
                  <a:pt x="2109788" y="1547812"/>
                </a:cubicBezTo>
                <a:cubicBezTo>
                  <a:pt x="2136499" y="1562195"/>
                  <a:pt x="2108214" y="1547722"/>
                  <a:pt x="2131219" y="1562100"/>
                </a:cubicBezTo>
                <a:cubicBezTo>
                  <a:pt x="2134229" y="1563981"/>
                  <a:pt x="2137790" y="1564893"/>
                  <a:pt x="2140744" y="1566862"/>
                </a:cubicBezTo>
                <a:cubicBezTo>
                  <a:pt x="2144973" y="1569681"/>
                  <a:pt x="2148188" y="1573953"/>
                  <a:pt x="2152650" y="1576387"/>
                </a:cubicBezTo>
                <a:cubicBezTo>
                  <a:pt x="2180316" y="1591478"/>
                  <a:pt x="2153699" y="1568654"/>
                  <a:pt x="2181225" y="1590675"/>
                </a:cubicBezTo>
                <a:cubicBezTo>
                  <a:pt x="2216124" y="1618594"/>
                  <a:pt x="2167211" y="1583728"/>
                  <a:pt x="2200275" y="1607344"/>
                </a:cubicBezTo>
                <a:cubicBezTo>
                  <a:pt x="2202604" y="1609007"/>
                  <a:pt x="2205090" y="1610443"/>
                  <a:pt x="2207419" y="1612106"/>
                </a:cubicBezTo>
                <a:cubicBezTo>
                  <a:pt x="2210649" y="1614413"/>
                  <a:pt x="2210197" y="1614091"/>
                  <a:pt x="2216944" y="1619250"/>
                </a:cubicBezTo>
                <a:cubicBezTo>
                  <a:pt x="2223691" y="1624409"/>
                  <a:pt x="2241550" y="1637903"/>
                  <a:pt x="2247900" y="1643062"/>
                </a:cubicBezTo>
                <a:cubicBezTo>
                  <a:pt x="2258616" y="1650603"/>
                  <a:pt x="2270522" y="1664097"/>
                  <a:pt x="2281238" y="1674019"/>
                </a:cubicBezTo>
                <a:cubicBezTo>
                  <a:pt x="2291954" y="1683941"/>
                  <a:pt x="2297510" y="1688703"/>
                  <a:pt x="2312194" y="1702594"/>
                </a:cubicBezTo>
                <a:cubicBezTo>
                  <a:pt x="2326878" y="1716485"/>
                  <a:pt x="2349897" y="1743472"/>
                  <a:pt x="2369344" y="1757363"/>
                </a:cubicBezTo>
                <a:cubicBezTo>
                  <a:pt x="2388791" y="1771254"/>
                  <a:pt x="2412207" y="1776016"/>
                  <a:pt x="2428876" y="1785938"/>
                </a:cubicBezTo>
                <a:cubicBezTo>
                  <a:pt x="2445545" y="1795860"/>
                  <a:pt x="2459831" y="1814116"/>
                  <a:pt x="2469356" y="1816894"/>
                </a:cubicBezTo>
                <a:cubicBezTo>
                  <a:pt x="2484437" y="1828006"/>
                  <a:pt x="2506266" y="1843484"/>
                  <a:pt x="2514600" y="1850231"/>
                </a:cubicBezTo>
                <a:cubicBezTo>
                  <a:pt x="2522934" y="1856978"/>
                  <a:pt x="2517478" y="1855221"/>
                  <a:pt x="2519363" y="1857375"/>
                </a:cubicBezTo>
                <a:cubicBezTo>
                  <a:pt x="2526535" y="1865571"/>
                  <a:pt x="2537112" y="1872522"/>
                  <a:pt x="2540794" y="1883569"/>
                </a:cubicBezTo>
                <a:lnTo>
                  <a:pt x="2543175" y="1890712"/>
                </a:lnTo>
              </a:path>
            </a:pathLst>
          </a:cu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2" name="Freeform: Shape 51">
            <a:extLst>
              <a:ext uri="{FF2B5EF4-FFF2-40B4-BE49-F238E27FC236}">
                <a16:creationId xmlns:a16="http://schemas.microsoft.com/office/drawing/2014/main" id="{1133BC76-35CE-A594-709B-BB3090C6E964}"/>
              </a:ext>
            </a:extLst>
          </p:cNvPr>
          <p:cNvSpPr/>
          <p:nvPr/>
        </p:nvSpPr>
        <p:spPr>
          <a:xfrm rot="267086" flipH="1">
            <a:off x="682458" y="2645605"/>
            <a:ext cx="2310408" cy="1598126"/>
          </a:xfrm>
          <a:custGeom>
            <a:avLst/>
            <a:gdLst>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3994 w 2543175"/>
              <a:gd name="connsiteY112" fmla="*/ 1047750 h 1890712"/>
              <a:gd name="connsiteX113" fmla="*/ 1502569 w 2543175"/>
              <a:gd name="connsiteY113" fmla="*/ 1066800 h 1890712"/>
              <a:gd name="connsiteX114" fmla="*/ 1526382 w 2543175"/>
              <a:gd name="connsiteY114" fmla="*/ 1085850 h 1890712"/>
              <a:gd name="connsiteX115" fmla="*/ 1531144 w 2543175"/>
              <a:gd name="connsiteY115" fmla="*/ 1095375 h 1890712"/>
              <a:gd name="connsiteX116" fmla="*/ 1559719 w 2543175"/>
              <a:gd name="connsiteY116" fmla="*/ 1121569 h 1890712"/>
              <a:gd name="connsiteX117" fmla="*/ 1569244 w 2543175"/>
              <a:gd name="connsiteY117" fmla="*/ 1131094 h 1890712"/>
              <a:gd name="connsiteX118" fmla="*/ 1597819 w 2543175"/>
              <a:gd name="connsiteY118" fmla="*/ 1154906 h 1890712"/>
              <a:gd name="connsiteX119" fmla="*/ 1604963 w 2543175"/>
              <a:gd name="connsiteY119" fmla="*/ 1162050 h 1890712"/>
              <a:gd name="connsiteX120" fmla="*/ 1612107 w 2543175"/>
              <a:gd name="connsiteY120" fmla="*/ 1166812 h 1890712"/>
              <a:gd name="connsiteX121" fmla="*/ 1628775 w 2543175"/>
              <a:gd name="connsiteY121" fmla="*/ 1183481 h 1890712"/>
              <a:gd name="connsiteX122" fmla="*/ 1662113 w 2543175"/>
              <a:gd name="connsiteY122" fmla="*/ 1209675 h 1890712"/>
              <a:gd name="connsiteX123" fmla="*/ 1678782 w 2543175"/>
              <a:gd name="connsiteY123" fmla="*/ 1226344 h 1890712"/>
              <a:gd name="connsiteX124" fmla="*/ 1700213 w 2543175"/>
              <a:gd name="connsiteY124" fmla="*/ 1247775 h 1890712"/>
              <a:gd name="connsiteX125" fmla="*/ 1712119 w 2543175"/>
              <a:gd name="connsiteY125" fmla="*/ 1259681 h 1890712"/>
              <a:gd name="connsiteX126" fmla="*/ 1733550 w 2543175"/>
              <a:gd name="connsiteY126" fmla="*/ 1273969 h 1890712"/>
              <a:gd name="connsiteX127" fmla="*/ 1743075 w 2543175"/>
              <a:gd name="connsiteY127" fmla="*/ 1283494 h 1890712"/>
              <a:gd name="connsiteX128" fmla="*/ 1754982 w 2543175"/>
              <a:gd name="connsiteY128" fmla="*/ 1290637 h 1890712"/>
              <a:gd name="connsiteX129" fmla="*/ 1766888 w 2543175"/>
              <a:gd name="connsiteY129" fmla="*/ 1300162 h 1890712"/>
              <a:gd name="connsiteX130" fmla="*/ 1783557 w 2543175"/>
              <a:gd name="connsiteY130" fmla="*/ 1307306 h 1890712"/>
              <a:gd name="connsiteX131" fmla="*/ 1790700 w 2543175"/>
              <a:gd name="connsiteY131" fmla="*/ 1312069 h 1890712"/>
              <a:gd name="connsiteX132" fmla="*/ 1800225 w 2543175"/>
              <a:gd name="connsiteY132" fmla="*/ 1319212 h 1890712"/>
              <a:gd name="connsiteX133" fmla="*/ 1807369 w 2543175"/>
              <a:gd name="connsiteY133" fmla="*/ 1321594 h 1890712"/>
              <a:gd name="connsiteX134" fmla="*/ 1824038 w 2543175"/>
              <a:gd name="connsiteY134" fmla="*/ 1333500 h 1890712"/>
              <a:gd name="connsiteX135" fmla="*/ 1843088 w 2543175"/>
              <a:gd name="connsiteY135" fmla="*/ 1352550 h 1890712"/>
              <a:gd name="connsiteX136" fmla="*/ 1852613 w 2543175"/>
              <a:gd name="connsiteY136" fmla="*/ 1359694 h 1890712"/>
              <a:gd name="connsiteX137" fmla="*/ 1859757 w 2543175"/>
              <a:gd name="connsiteY137" fmla="*/ 1366837 h 1890712"/>
              <a:gd name="connsiteX138" fmla="*/ 1869282 w 2543175"/>
              <a:gd name="connsiteY138" fmla="*/ 1371600 h 1890712"/>
              <a:gd name="connsiteX139" fmla="*/ 1883569 w 2543175"/>
              <a:gd name="connsiteY139" fmla="*/ 1388269 h 1890712"/>
              <a:gd name="connsiteX140" fmla="*/ 1893094 w 2543175"/>
              <a:gd name="connsiteY140" fmla="*/ 1395412 h 1890712"/>
              <a:gd name="connsiteX141" fmla="*/ 1902619 w 2543175"/>
              <a:gd name="connsiteY141" fmla="*/ 1404937 h 1890712"/>
              <a:gd name="connsiteX142" fmla="*/ 1912144 w 2543175"/>
              <a:gd name="connsiteY142" fmla="*/ 1409700 h 1890712"/>
              <a:gd name="connsiteX143" fmla="*/ 1931194 w 2543175"/>
              <a:gd name="connsiteY143" fmla="*/ 1421606 h 1890712"/>
              <a:gd name="connsiteX144" fmla="*/ 1935957 w 2543175"/>
              <a:gd name="connsiteY144" fmla="*/ 1428750 h 1890712"/>
              <a:gd name="connsiteX145" fmla="*/ 1952625 w 2543175"/>
              <a:gd name="connsiteY145" fmla="*/ 1438275 h 1890712"/>
              <a:gd name="connsiteX146" fmla="*/ 1971675 w 2543175"/>
              <a:gd name="connsiteY146" fmla="*/ 1450181 h 1890712"/>
              <a:gd name="connsiteX147" fmla="*/ 1981200 w 2543175"/>
              <a:gd name="connsiteY147" fmla="*/ 1454944 h 1890712"/>
              <a:gd name="connsiteX148" fmla="*/ 1997869 w 2543175"/>
              <a:gd name="connsiteY148" fmla="*/ 1471612 h 1890712"/>
              <a:gd name="connsiteX149" fmla="*/ 2007394 w 2543175"/>
              <a:gd name="connsiteY149" fmla="*/ 1478756 h 1890712"/>
              <a:gd name="connsiteX150" fmla="*/ 2016919 w 2543175"/>
              <a:gd name="connsiteY150" fmla="*/ 1483519 h 1890712"/>
              <a:gd name="connsiteX151" fmla="*/ 2024063 w 2543175"/>
              <a:gd name="connsiteY151" fmla="*/ 1490662 h 1890712"/>
              <a:gd name="connsiteX152" fmla="*/ 2033588 w 2543175"/>
              <a:gd name="connsiteY152" fmla="*/ 1495425 h 1890712"/>
              <a:gd name="connsiteX153" fmla="*/ 2040732 w 2543175"/>
              <a:gd name="connsiteY153" fmla="*/ 1502569 h 1890712"/>
              <a:gd name="connsiteX154" fmla="*/ 2047875 w 2543175"/>
              <a:gd name="connsiteY154" fmla="*/ 1507331 h 1890712"/>
              <a:gd name="connsiteX155" fmla="*/ 2057400 w 2543175"/>
              <a:gd name="connsiteY155" fmla="*/ 1514475 h 1890712"/>
              <a:gd name="connsiteX156" fmla="*/ 2064544 w 2543175"/>
              <a:gd name="connsiteY156" fmla="*/ 1519237 h 1890712"/>
              <a:gd name="connsiteX157" fmla="*/ 2071688 w 2543175"/>
              <a:gd name="connsiteY157" fmla="*/ 1526381 h 1890712"/>
              <a:gd name="connsiteX158" fmla="*/ 2081213 w 2543175"/>
              <a:gd name="connsiteY158" fmla="*/ 1531144 h 1890712"/>
              <a:gd name="connsiteX159" fmla="*/ 2090738 w 2543175"/>
              <a:gd name="connsiteY159" fmla="*/ 1538287 h 1890712"/>
              <a:gd name="connsiteX160" fmla="*/ 2109788 w 2543175"/>
              <a:gd name="connsiteY160" fmla="*/ 1547812 h 1890712"/>
              <a:gd name="connsiteX161" fmla="*/ 2131219 w 2543175"/>
              <a:gd name="connsiteY161" fmla="*/ 1562100 h 1890712"/>
              <a:gd name="connsiteX162" fmla="*/ 2140744 w 2543175"/>
              <a:gd name="connsiteY162" fmla="*/ 1566862 h 1890712"/>
              <a:gd name="connsiteX163" fmla="*/ 2152650 w 2543175"/>
              <a:gd name="connsiteY163" fmla="*/ 1576387 h 1890712"/>
              <a:gd name="connsiteX164" fmla="*/ 2181225 w 2543175"/>
              <a:gd name="connsiteY164" fmla="*/ 1590675 h 1890712"/>
              <a:gd name="connsiteX165" fmla="*/ 2200275 w 2543175"/>
              <a:gd name="connsiteY165" fmla="*/ 1607344 h 1890712"/>
              <a:gd name="connsiteX166" fmla="*/ 2207419 w 2543175"/>
              <a:gd name="connsiteY166" fmla="*/ 1612106 h 1890712"/>
              <a:gd name="connsiteX167" fmla="*/ 2216944 w 2543175"/>
              <a:gd name="connsiteY167" fmla="*/ 1619250 h 1890712"/>
              <a:gd name="connsiteX168" fmla="*/ 2224088 w 2543175"/>
              <a:gd name="connsiteY168" fmla="*/ 1624012 h 1890712"/>
              <a:gd name="connsiteX169" fmla="*/ 2247900 w 2543175"/>
              <a:gd name="connsiteY169" fmla="*/ 1643062 h 1890712"/>
              <a:gd name="connsiteX170" fmla="*/ 2255044 w 2543175"/>
              <a:gd name="connsiteY170" fmla="*/ 1650206 h 1890712"/>
              <a:gd name="connsiteX171" fmla="*/ 2281238 w 2543175"/>
              <a:gd name="connsiteY171" fmla="*/ 1664494 h 1890712"/>
              <a:gd name="connsiteX172" fmla="*/ 2297907 w 2543175"/>
              <a:gd name="connsiteY172" fmla="*/ 1674019 h 1890712"/>
              <a:gd name="connsiteX173" fmla="*/ 2305050 w 2543175"/>
              <a:gd name="connsiteY173" fmla="*/ 1678781 h 1890712"/>
              <a:gd name="connsiteX174" fmla="*/ 2312194 w 2543175"/>
              <a:gd name="connsiteY174" fmla="*/ 1685925 h 1890712"/>
              <a:gd name="connsiteX175" fmla="*/ 2321719 w 2543175"/>
              <a:gd name="connsiteY175" fmla="*/ 1690687 h 1890712"/>
              <a:gd name="connsiteX176" fmla="*/ 2328863 w 2543175"/>
              <a:gd name="connsiteY176" fmla="*/ 1697831 h 1890712"/>
              <a:gd name="connsiteX177" fmla="*/ 2350294 w 2543175"/>
              <a:gd name="connsiteY177" fmla="*/ 1712119 h 1890712"/>
              <a:gd name="connsiteX178" fmla="*/ 2359819 w 2543175"/>
              <a:gd name="connsiteY178" fmla="*/ 1719262 h 1890712"/>
              <a:gd name="connsiteX179" fmla="*/ 2369344 w 2543175"/>
              <a:gd name="connsiteY179" fmla="*/ 1724025 h 1890712"/>
              <a:gd name="connsiteX180" fmla="*/ 2376488 w 2543175"/>
              <a:gd name="connsiteY180" fmla="*/ 1731169 h 1890712"/>
              <a:gd name="connsiteX181" fmla="*/ 2402682 w 2543175"/>
              <a:gd name="connsiteY181" fmla="*/ 1747837 h 1890712"/>
              <a:gd name="connsiteX182" fmla="*/ 2450307 w 2543175"/>
              <a:gd name="connsiteY182" fmla="*/ 1769269 h 1890712"/>
              <a:gd name="connsiteX183" fmla="*/ 2466975 w 2543175"/>
              <a:gd name="connsiteY183" fmla="*/ 1783556 h 1890712"/>
              <a:gd name="connsiteX184" fmla="*/ 2481263 w 2543175"/>
              <a:gd name="connsiteY184" fmla="*/ 1795462 h 1890712"/>
              <a:gd name="connsiteX185" fmla="*/ 2486025 w 2543175"/>
              <a:gd name="connsiteY185" fmla="*/ 1802606 h 1890712"/>
              <a:gd name="connsiteX186" fmla="*/ 2493169 w 2543175"/>
              <a:gd name="connsiteY186" fmla="*/ 1807369 h 1890712"/>
              <a:gd name="connsiteX187" fmla="*/ 2495550 w 2543175"/>
              <a:gd name="connsiteY187" fmla="*/ 1816894 h 1890712"/>
              <a:gd name="connsiteX188" fmla="*/ 2497932 w 2543175"/>
              <a:gd name="connsiteY188" fmla="*/ 1824037 h 1890712"/>
              <a:gd name="connsiteX189" fmla="*/ 2514600 w 2543175"/>
              <a:gd name="connsiteY189" fmla="*/ 1850231 h 1890712"/>
              <a:gd name="connsiteX190" fmla="*/ 2519363 w 2543175"/>
              <a:gd name="connsiteY190" fmla="*/ 1857375 h 1890712"/>
              <a:gd name="connsiteX191" fmla="*/ 2540794 w 2543175"/>
              <a:gd name="connsiteY191" fmla="*/ 1883569 h 1890712"/>
              <a:gd name="connsiteX192" fmla="*/ 2543175 w 2543175"/>
              <a:gd name="connsiteY19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502569 w 2543175"/>
              <a:gd name="connsiteY113" fmla="*/ 1066800 h 1890712"/>
              <a:gd name="connsiteX114" fmla="*/ 1526382 w 2543175"/>
              <a:gd name="connsiteY114" fmla="*/ 1085850 h 1890712"/>
              <a:gd name="connsiteX115" fmla="*/ 1531144 w 2543175"/>
              <a:gd name="connsiteY115" fmla="*/ 1095375 h 1890712"/>
              <a:gd name="connsiteX116" fmla="*/ 1559719 w 2543175"/>
              <a:gd name="connsiteY116" fmla="*/ 1121569 h 1890712"/>
              <a:gd name="connsiteX117" fmla="*/ 1569244 w 2543175"/>
              <a:gd name="connsiteY117" fmla="*/ 1131094 h 1890712"/>
              <a:gd name="connsiteX118" fmla="*/ 1597819 w 2543175"/>
              <a:gd name="connsiteY118" fmla="*/ 1154906 h 1890712"/>
              <a:gd name="connsiteX119" fmla="*/ 1604963 w 2543175"/>
              <a:gd name="connsiteY119" fmla="*/ 1162050 h 1890712"/>
              <a:gd name="connsiteX120" fmla="*/ 1612107 w 2543175"/>
              <a:gd name="connsiteY120" fmla="*/ 1166812 h 1890712"/>
              <a:gd name="connsiteX121" fmla="*/ 1628775 w 2543175"/>
              <a:gd name="connsiteY121" fmla="*/ 1183481 h 1890712"/>
              <a:gd name="connsiteX122" fmla="*/ 1662113 w 2543175"/>
              <a:gd name="connsiteY122" fmla="*/ 1209675 h 1890712"/>
              <a:gd name="connsiteX123" fmla="*/ 1678782 w 2543175"/>
              <a:gd name="connsiteY123" fmla="*/ 1226344 h 1890712"/>
              <a:gd name="connsiteX124" fmla="*/ 1700213 w 2543175"/>
              <a:gd name="connsiteY124" fmla="*/ 1247775 h 1890712"/>
              <a:gd name="connsiteX125" fmla="*/ 1712119 w 2543175"/>
              <a:gd name="connsiteY125" fmla="*/ 1259681 h 1890712"/>
              <a:gd name="connsiteX126" fmla="*/ 1733550 w 2543175"/>
              <a:gd name="connsiteY126" fmla="*/ 1273969 h 1890712"/>
              <a:gd name="connsiteX127" fmla="*/ 1743075 w 2543175"/>
              <a:gd name="connsiteY127" fmla="*/ 1283494 h 1890712"/>
              <a:gd name="connsiteX128" fmla="*/ 1754982 w 2543175"/>
              <a:gd name="connsiteY128" fmla="*/ 1290637 h 1890712"/>
              <a:gd name="connsiteX129" fmla="*/ 1766888 w 2543175"/>
              <a:gd name="connsiteY129" fmla="*/ 1300162 h 1890712"/>
              <a:gd name="connsiteX130" fmla="*/ 1783557 w 2543175"/>
              <a:gd name="connsiteY130" fmla="*/ 1307306 h 1890712"/>
              <a:gd name="connsiteX131" fmla="*/ 1790700 w 2543175"/>
              <a:gd name="connsiteY131" fmla="*/ 1312069 h 1890712"/>
              <a:gd name="connsiteX132" fmla="*/ 1800225 w 2543175"/>
              <a:gd name="connsiteY132" fmla="*/ 1319212 h 1890712"/>
              <a:gd name="connsiteX133" fmla="*/ 1807369 w 2543175"/>
              <a:gd name="connsiteY133" fmla="*/ 1321594 h 1890712"/>
              <a:gd name="connsiteX134" fmla="*/ 1824038 w 2543175"/>
              <a:gd name="connsiteY134" fmla="*/ 1333500 h 1890712"/>
              <a:gd name="connsiteX135" fmla="*/ 1843088 w 2543175"/>
              <a:gd name="connsiteY135" fmla="*/ 1352550 h 1890712"/>
              <a:gd name="connsiteX136" fmla="*/ 1852613 w 2543175"/>
              <a:gd name="connsiteY136" fmla="*/ 1359694 h 1890712"/>
              <a:gd name="connsiteX137" fmla="*/ 1859757 w 2543175"/>
              <a:gd name="connsiteY137" fmla="*/ 1366837 h 1890712"/>
              <a:gd name="connsiteX138" fmla="*/ 1869282 w 2543175"/>
              <a:gd name="connsiteY138" fmla="*/ 1371600 h 1890712"/>
              <a:gd name="connsiteX139" fmla="*/ 1883569 w 2543175"/>
              <a:gd name="connsiteY139" fmla="*/ 1388269 h 1890712"/>
              <a:gd name="connsiteX140" fmla="*/ 1893094 w 2543175"/>
              <a:gd name="connsiteY140" fmla="*/ 1395412 h 1890712"/>
              <a:gd name="connsiteX141" fmla="*/ 1902619 w 2543175"/>
              <a:gd name="connsiteY141" fmla="*/ 1404937 h 1890712"/>
              <a:gd name="connsiteX142" fmla="*/ 1912144 w 2543175"/>
              <a:gd name="connsiteY142" fmla="*/ 1409700 h 1890712"/>
              <a:gd name="connsiteX143" fmla="*/ 1931194 w 2543175"/>
              <a:gd name="connsiteY143" fmla="*/ 1421606 h 1890712"/>
              <a:gd name="connsiteX144" fmla="*/ 1935957 w 2543175"/>
              <a:gd name="connsiteY144" fmla="*/ 1428750 h 1890712"/>
              <a:gd name="connsiteX145" fmla="*/ 1952625 w 2543175"/>
              <a:gd name="connsiteY145" fmla="*/ 1438275 h 1890712"/>
              <a:gd name="connsiteX146" fmla="*/ 1971675 w 2543175"/>
              <a:gd name="connsiteY146" fmla="*/ 1450181 h 1890712"/>
              <a:gd name="connsiteX147" fmla="*/ 1981200 w 2543175"/>
              <a:gd name="connsiteY147" fmla="*/ 1454944 h 1890712"/>
              <a:gd name="connsiteX148" fmla="*/ 1997869 w 2543175"/>
              <a:gd name="connsiteY148" fmla="*/ 1471612 h 1890712"/>
              <a:gd name="connsiteX149" fmla="*/ 2007394 w 2543175"/>
              <a:gd name="connsiteY149" fmla="*/ 1478756 h 1890712"/>
              <a:gd name="connsiteX150" fmla="*/ 2016919 w 2543175"/>
              <a:gd name="connsiteY150" fmla="*/ 1483519 h 1890712"/>
              <a:gd name="connsiteX151" fmla="*/ 2024063 w 2543175"/>
              <a:gd name="connsiteY151" fmla="*/ 1490662 h 1890712"/>
              <a:gd name="connsiteX152" fmla="*/ 2033588 w 2543175"/>
              <a:gd name="connsiteY152" fmla="*/ 1495425 h 1890712"/>
              <a:gd name="connsiteX153" fmla="*/ 2040732 w 2543175"/>
              <a:gd name="connsiteY153" fmla="*/ 1502569 h 1890712"/>
              <a:gd name="connsiteX154" fmla="*/ 2047875 w 2543175"/>
              <a:gd name="connsiteY154" fmla="*/ 1507331 h 1890712"/>
              <a:gd name="connsiteX155" fmla="*/ 2057400 w 2543175"/>
              <a:gd name="connsiteY155" fmla="*/ 1514475 h 1890712"/>
              <a:gd name="connsiteX156" fmla="*/ 2064544 w 2543175"/>
              <a:gd name="connsiteY156" fmla="*/ 1519237 h 1890712"/>
              <a:gd name="connsiteX157" fmla="*/ 2071688 w 2543175"/>
              <a:gd name="connsiteY157" fmla="*/ 1526381 h 1890712"/>
              <a:gd name="connsiteX158" fmla="*/ 2081213 w 2543175"/>
              <a:gd name="connsiteY158" fmla="*/ 1531144 h 1890712"/>
              <a:gd name="connsiteX159" fmla="*/ 2090738 w 2543175"/>
              <a:gd name="connsiteY159" fmla="*/ 1538287 h 1890712"/>
              <a:gd name="connsiteX160" fmla="*/ 2109788 w 2543175"/>
              <a:gd name="connsiteY160" fmla="*/ 1547812 h 1890712"/>
              <a:gd name="connsiteX161" fmla="*/ 2131219 w 2543175"/>
              <a:gd name="connsiteY161" fmla="*/ 1562100 h 1890712"/>
              <a:gd name="connsiteX162" fmla="*/ 2140744 w 2543175"/>
              <a:gd name="connsiteY162" fmla="*/ 1566862 h 1890712"/>
              <a:gd name="connsiteX163" fmla="*/ 2152650 w 2543175"/>
              <a:gd name="connsiteY163" fmla="*/ 1576387 h 1890712"/>
              <a:gd name="connsiteX164" fmla="*/ 2181225 w 2543175"/>
              <a:gd name="connsiteY164" fmla="*/ 1590675 h 1890712"/>
              <a:gd name="connsiteX165" fmla="*/ 2200275 w 2543175"/>
              <a:gd name="connsiteY165" fmla="*/ 1607344 h 1890712"/>
              <a:gd name="connsiteX166" fmla="*/ 2207419 w 2543175"/>
              <a:gd name="connsiteY166" fmla="*/ 1612106 h 1890712"/>
              <a:gd name="connsiteX167" fmla="*/ 2216944 w 2543175"/>
              <a:gd name="connsiteY167" fmla="*/ 1619250 h 1890712"/>
              <a:gd name="connsiteX168" fmla="*/ 2224088 w 2543175"/>
              <a:gd name="connsiteY168" fmla="*/ 1624012 h 1890712"/>
              <a:gd name="connsiteX169" fmla="*/ 2247900 w 2543175"/>
              <a:gd name="connsiteY169" fmla="*/ 1643062 h 1890712"/>
              <a:gd name="connsiteX170" fmla="*/ 2255044 w 2543175"/>
              <a:gd name="connsiteY170" fmla="*/ 1650206 h 1890712"/>
              <a:gd name="connsiteX171" fmla="*/ 2281238 w 2543175"/>
              <a:gd name="connsiteY171" fmla="*/ 1664494 h 1890712"/>
              <a:gd name="connsiteX172" fmla="*/ 2297907 w 2543175"/>
              <a:gd name="connsiteY172" fmla="*/ 1674019 h 1890712"/>
              <a:gd name="connsiteX173" fmla="*/ 2305050 w 2543175"/>
              <a:gd name="connsiteY173" fmla="*/ 1678781 h 1890712"/>
              <a:gd name="connsiteX174" fmla="*/ 2312194 w 2543175"/>
              <a:gd name="connsiteY174" fmla="*/ 1685925 h 1890712"/>
              <a:gd name="connsiteX175" fmla="*/ 2321719 w 2543175"/>
              <a:gd name="connsiteY175" fmla="*/ 1690687 h 1890712"/>
              <a:gd name="connsiteX176" fmla="*/ 2328863 w 2543175"/>
              <a:gd name="connsiteY176" fmla="*/ 1697831 h 1890712"/>
              <a:gd name="connsiteX177" fmla="*/ 2350294 w 2543175"/>
              <a:gd name="connsiteY177" fmla="*/ 1712119 h 1890712"/>
              <a:gd name="connsiteX178" fmla="*/ 2359819 w 2543175"/>
              <a:gd name="connsiteY178" fmla="*/ 1719262 h 1890712"/>
              <a:gd name="connsiteX179" fmla="*/ 2369344 w 2543175"/>
              <a:gd name="connsiteY179" fmla="*/ 1724025 h 1890712"/>
              <a:gd name="connsiteX180" fmla="*/ 2376488 w 2543175"/>
              <a:gd name="connsiteY180" fmla="*/ 1731169 h 1890712"/>
              <a:gd name="connsiteX181" fmla="*/ 2402682 w 2543175"/>
              <a:gd name="connsiteY181" fmla="*/ 1747837 h 1890712"/>
              <a:gd name="connsiteX182" fmla="*/ 2450307 w 2543175"/>
              <a:gd name="connsiteY182" fmla="*/ 1769269 h 1890712"/>
              <a:gd name="connsiteX183" fmla="*/ 2466975 w 2543175"/>
              <a:gd name="connsiteY183" fmla="*/ 1783556 h 1890712"/>
              <a:gd name="connsiteX184" fmla="*/ 2481263 w 2543175"/>
              <a:gd name="connsiteY184" fmla="*/ 1795462 h 1890712"/>
              <a:gd name="connsiteX185" fmla="*/ 2486025 w 2543175"/>
              <a:gd name="connsiteY185" fmla="*/ 1802606 h 1890712"/>
              <a:gd name="connsiteX186" fmla="*/ 2493169 w 2543175"/>
              <a:gd name="connsiteY186" fmla="*/ 1807369 h 1890712"/>
              <a:gd name="connsiteX187" fmla="*/ 2495550 w 2543175"/>
              <a:gd name="connsiteY187" fmla="*/ 1816894 h 1890712"/>
              <a:gd name="connsiteX188" fmla="*/ 2497932 w 2543175"/>
              <a:gd name="connsiteY188" fmla="*/ 1824037 h 1890712"/>
              <a:gd name="connsiteX189" fmla="*/ 2514600 w 2543175"/>
              <a:gd name="connsiteY189" fmla="*/ 1850231 h 1890712"/>
              <a:gd name="connsiteX190" fmla="*/ 2519363 w 2543175"/>
              <a:gd name="connsiteY190" fmla="*/ 1857375 h 1890712"/>
              <a:gd name="connsiteX191" fmla="*/ 2540794 w 2543175"/>
              <a:gd name="connsiteY191" fmla="*/ 1883569 h 1890712"/>
              <a:gd name="connsiteX192" fmla="*/ 2543175 w 2543175"/>
              <a:gd name="connsiteY19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26382 w 2543175"/>
              <a:gd name="connsiteY114" fmla="*/ 1085850 h 1890712"/>
              <a:gd name="connsiteX115" fmla="*/ 1531144 w 2543175"/>
              <a:gd name="connsiteY115" fmla="*/ 1095375 h 1890712"/>
              <a:gd name="connsiteX116" fmla="*/ 1559719 w 2543175"/>
              <a:gd name="connsiteY116" fmla="*/ 1121569 h 1890712"/>
              <a:gd name="connsiteX117" fmla="*/ 1569244 w 2543175"/>
              <a:gd name="connsiteY117" fmla="*/ 1131094 h 1890712"/>
              <a:gd name="connsiteX118" fmla="*/ 1597819 w 2543175"/>
              <a:gd name="connsiteY118" fmla="*/ 1154906 h 1890712"/>
              <a:gd name="connsiteX119" fmla="*/ 1604963 w 2543175"/>
              <a:gd name="connsiteY119" fmla="*/ 1162050 h 1890712"/>
              <a:gd name="connsiteX120" fmla="*/ 1612107 w 2543175"/>
              <a:gd name="connsiteY120" fmla="*/ 1166812 h 1890712"/>
              <a:gd name="connsiteX121" fmla="*/ 1628775 w 2543175"/>
              <a:gd name="connsiteY121" fmla="*/ 1183481 h 1890712"/>
              <a:gd name="connsiteX122" fmla="*/ 1662113 w 2543175"/>
              <a:gd name="connsiteY122" fmla="*/ 1209675 h 1890712"/>
              <a:gd name="connsiteX123" fmla="*/ 1678782 w 2543175"/>
              <a:gd name="connsiteY123" fmla="*/ 1226344 h 1890712"/>
              <a:gd name="connsiteX124" fmla="*/ 1700213 w 2543175"/>
              <a:gd name="connsiteY124" fmla="*/ 1247775 h 1890712"/>
              <a:gd name="connsiteX125" fmla="*/ 1712119 w 2543175"/>
              <a:gd name="connsiteY125" fmla="*/ 1259681 h 1890712"/>
              <a:gd name="connsiteX126" fmla="*/ 1733550 w 2543175"/>
              <a:gd name="connsiteY126" fmla="*/ 1273969 h 1890712"/>
              <a:gd name="connsiteX127" fmla="*/ 1743075 w 2543175"/>
              <a:gd name="connsiteY127" fmla="*/ 1283494 h 1890712"/>
              <a:gd name="connsiteX128" fmla="*/ 1754982 w 2543175"/>
              <a:gd name="connsiteY128" fmla="*/ 1290637 h 1890712"/>
              <a:gd name="connsiteX129" fmla="*/ 1766888 w 2543175"/>
              <a:gd name="connsiteY129" fmla="*/ 1300162 h 1890712"/>
              <a:gd name="connsiteX130" fmla="*/ 1783557 w 2543175"/>
              <a:gd name="connsiteY130" fmla="*/ 1307306 h 1890712"/>
              <a:gd name="connsiteX131" fmla="*/ 1790700 w 2543175"/>
              <a:gd name="connsiteY131" fmla="*/ 1312069 h 1890712"/>
              <a:gd name="connsiteX132" fmla="*/ 1800225 w 2543175"/>
              <a:gd name="connsiteY132" fmla="*/ 1319212 h 1890712"/>
              <a:gd name="connsiteX133" fmla="*/ 1807369 w 2543175"/>
              <a:gd name="connsiteY133" fmla="*/ 1321594 h 1890712"/>
              <a:gd name="connsiteX134" fmla="*/ 1824038 w 2543175"/>
              <a:gd name="connsiteY134" fmla="*/ 1333500 h 1890712"/>
              <a:gd name="connsiteX135" fmla="*/ 1843088 w 2543175"/>
              <a:gd name="connsiteY135" fmla="*/ 1352550 h 1890712"/>
              <a:gd name="connsiteX136" fmla="*/ 1852613 w 2543175"/>
              <a:gd name="connsiteY136" fmla="*/ 1359694 h 1890712"/>
              <a:gd name="connsiteX137" fmla="*/ 1859757 w 2543175"/>
              <a:gd name="connsiteY137" fmla="*/ 1366837 h 1890712"/>
              <a:gd name="connsiteX138" fmla="*/ 1869282 w 2543175"/>
              <a:gd name="connsiteY138" fmla="*/ 1371600 h 1890712"/>
              <a:gd name="connsiteX139" fmla="*/ 1883569 w 2543175"/>
              <a:gd name="connsiteY139" fmla="*/ 1388269 h 1890712"/>
              <a:gd name="connsiteX140" fmla="*/ 1893094 w 2543175"/>
              <a:gd name="connsiteY140" fmla="*/ 1395412 h 1890712"/>
              <a:gd name="connsiteX141" fmla="*/ 1902619 w 2543175"/>
              <a:gd name="connsiteY141" fmla="*/ 1404937 h 1890712"/>
              <a:gd name="connsiteX142" fmla="*/ 1912144 w 2543175"/>
              <a:gd name="connsiteY142" fmla="*/ 1409700 h 1890712"/>
              <a:gd name="connsiteX143" fmla="*/ 1931194 w 2543175"/>
              <a:gd name="connsiteY143" fmla="*/ 1421606 h 1890712"/>
              <a:gd name="connsiteX144" fmla="*/ 1935957 w 2543175"/>
              <a:gd name="connsiteY144" fmla="*/ 1428750 h 1890712"/>
              <a:gd name="connsiteX145" fmla="*/ 1952625 w 2543175"/>
              <a:gd name="connsiteY145" fmla="*/ 1438275 h 1890712"/>
              <a:gd name="connsiteX146" fmla="*/ 1971675 w 2543175"/>
              <a:gd name="connsiteY146" fmla="*/ 1450181 h 1890712"/>
              <a:gd name="connsiteX147" fmla="*/ 1981200 w 2543175"/>
              <a:gd name="connsiteY147" fmla="*/ 1454944 h 1890712"/>
              <a:gd name="connsiteX148" fmla="*/ 1997869 w 2543175"/>
              <a:gd name="connsiteY148" fmla="*/ 1471612 h 1890712"/>
              <a:gd name="connsiteX149" fmla="*/ 2007394 w 2543175"/>
              <a:gd name="connsiteY149" fmla="*/ 1478756 h 1890712"/>
              <a:gd name="connsiteX150" fmla="*/ 2016919 w 2543175"/>
              <a:gd name="connsiteY150" fmla="*/ 1483519 h 1890712"/>
              <a:gd name="connsiteX151" fmla="*/ 2024063 w 2543175"/>
              <a:gd name="connsiteY151" fmla="*/ 1490662 h 1890712"/>
              <a:gd name="connsiteX152" fmla="*/ 2033588 w 2543175"/>
              <a:gd name="connsiteY152" fmla="*/ 1495425 h 1890712"/>
              <a:gd name="connsiteX153" fmla="*/ 2040732 w 2543175"/>
              <a:gd name="connsiteY153" fmla="*/ 1502569 h 1890712"/>
              <a:gd name="connsiteX154" fmla="*/ 2047875 w 2543175"/>
              <a:gd name="connsiteY154" fmla="*/ 1507331 h 1890712"/>
              <a:gd name="connsiteX155" fmla="*/ 2057400 w 2543175"/>
              <a:gd name="connsiteY155" fmla="*/ 1514475 h 1890712"/>
              <a:gd name="connsiteX156" fmla="*/ 2064544 w 2543175"/>
              <a:gd name="connsiteY156" fmla="*/ 1519237 h 1890712"/>
              <a:gd name="connsiteX157" fmla="*/ 2071688 w 2543175"/>
              <a:gd name="connsiteY157" fmla="*/ 1526381 h 1890712"/>
              <a:gd name="connsiteX158" fmla="*/ 2081213 w 2543175"/>
              <a:gd name="connsiteY158" fmla="*/ 1531144 h 1890712"/>
              <a:gd name="connsiteX159" fmla="*/ 2090738 w 2543175"/>
              <a:gd name="connsiteY159" fmla="*/ 1538287 h 1890712"/>
              <a:gd name="connsiteX160" fmla="*/ 2109788 w 2543175"/>
              <a:gd name="connsiteY160" fmla="*/ 1547812 h 1890712"/>
              <a:gd name="connsiteX161" fmla="*/ 2131219 w 2543175"/>
              <a:gd name="connsiteY161" fmla="*/ 1562100 h 1890712"/>
              <a:gd name="connsiteX162" fmla="*/ 2140744 w 2543175"/>
              <a:gd name="connsiteY162" fmla="*/ 1566862 h 1890712"/>
              <a:gd name="connsiteX163" fmla="*/ 2152650 w 2543175"/>
              <a:gd name="connsiteY163" fmla="*/ 1576387 h 1890712"/>
              <a:gd name="connsiteX164" fmla="*/ 2181225 w 2543175"/>
              <a:gd name="connsiteY164" fmla="*/ 1590675 h 1890712"/>
              <a:gd name="connsiteX165" fmla="*/ 2200275 w 2543175"/>
              <a:gd name="connsiteY165" fmla="*/ 1607344 h 1890712"/>
              <a:gd name="connsiteX166" fmla="*/ 2207419 w 2543175"/>
              <a:gd name="connsiteY166" fmla="*/ 1612106 h 1890712"/>
              <a:gd name="connsiteX167" fmla="*/ 2216944 w 2543175"/>
              <a:gd name="connsiteY167" fmla="*/ 1619250 h 1890712"/>
              <a:gd name="connsiteX168" fmla="*/ 2224088 w 2543175"/>
              <a:gd name="connsiteY168" fmla="*/ 1624012 h 1890712"/>
              <a:gd name="connsiteX169" fmla="*/ 2247900 w 2543175"/>
              <a:gd name="connsiteY169" fmla="*/ 1643062 h 1890712"/>
              <a:gd name="connsiteX170" fmla="*/ 2255044 w 2543175"/>
              <a:gd name="connsiteY170" fmla="*/ 1650206 h 1890712"/>
              <a:gd name="connsiteX171" fmla="*/ 2281238 w 2543175"/>
              <a:gd name="connsiteY171" fmla="*/ 1664494 h 1890712"/>
              <a:gd name="connsiteX172" fmla="*/ 2297907 w 2543175"/>
              <a:gd name="connsiteY172" fmla="*/ 1674019 h 1890712"/>
              <a:gd name="connsiteX173" fmla="*/ 2305050 w 2543175"/>
              <a:gd name="connsiteY173" fmla="*/ 1678781 h 1890712"/>
              <a:gd name="connsiteX174" fmla="*/ 2312194 w 2543175"/>
              <a:gd name="connsiteY174" fmla="*/ 1685925 h 1890712"/>
              <a:gd name="connsiteX175" fmla="*/ 2321719 w 2543175"/>
              <a:gd name="connsiteY175" fmla="*/ 1690687 h 1890712"/>
              <a:gd name="connsiteX176" fmla="*/ 2328863 w 2543175"/>
              <a:gd name="connsiteY176" fmla="*/ 1697831 h 1890712"/>
              <a:gd name="connsiteX177" fmla="*/ 2350294 w 2543175"/>
              <a:gd name="connsiteY177" fmla="*/ 1712119 h 1890712"/>
              <a:gd name="connsiteX178" fmla="*/ 2359819 w 2543175"/>
              <a:gd name="connsiteY178" fmla="*/ 1719262 h 1890712"/>
              <a:gd name="connsiteX179" fmla="*/ 2369344 w 2543175"/>
              <a:gd name="connsiteY179" fmla="*/ 1724025 h 1890712"/>
              <a:gd name="connsiteX180" fmla="*/ 2376488 w 2543175"/>
              <a:gd name="connsiteY180" fmla="*/ 1731169 h 1890712"/>
              <a:gd name="connsiteX181" fmla="*/ 2402682 w 2543175"/>
              <a:gd name="connsiteY181" fmla="*/ 1747837 h 1890712"/>
              <a:gd name="connsiteX182" fmla="*/ 2450307 w 2543175"/>
              <a:gd name="connsiteY182" fmla="*/ 1769269 h 1890712"/>
              <a:gd name="connsiteX183" fmla="*/ 2466975 w 2543175"/>
              <a:gd name="connsiteY183" fmla="*/ 1783556 h 1890712"/>
              <a:gd name="connsiteX184" fmla="*/ 2481263 w 2543175"/>
              <a:gd name="connsiteY184" fmla="*/ 1795462 h 1890712"/>
              <a:gd name="connsiteX185" fmla="*/ 2486025 w 2543175"/>
              <a:gd name="connsiteY185" fmla="*/ 1802606 h 1890712"/>
              <a:gd name="connsiteX186" fmla="*/ 2493169 w 2543175"/>
              <a:gd name="connsiteY186" fmla="*/ 1807369 h 1890712"/>
              <a:gd name="connsiteX187" fmla="*/ 2495550 w 2543175"/>
              <a:gd name="connsiteY187" fmla="*/ 1816894 h 1890712"/>
              <a:gd name="connsiteX188" fmla="*/ 2497932 w 2543175"/>
              <a:gd name="connsiteY188" fmla="*/ 1824037 h 1890712"/>
              <a:gd name="connsiteX189" fmla="*/ 2514600 w 2543175"/>
              <a:gd name="connsiteY189" fmla="*/ 1850231 h 1890712"/>
              <a:gd name="connsiteX190" fmla="*/ 2519363 w 2543175"/>
              <a:gd name="connsiteY190" fmla="*/ 1857375 h 1890712"/>
              <a:gd name="connsiteX191" fmla="*/ 2540794 w 2543175"/>
              <a:gd name="connsiteY191" fmla="*/ 1883569 h 1890712"/>
              <a:gd name="connsiteX192" fmla="*/ 2543175 w 2543175"/>
              <a:gd name="connsiteY19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26382 w 2543175"/>
              <a:gd name="connsiteY114" fmla="*/ 1085850 h 1890712"/>
              <a:gd name="connsiteX115" fmla="*/ 1559719 w 2543175"/>
              <a:gd name="connsiteY115" fmla="*/ 1121569 h 1890712"/>
              <a:gd name="connsiteX116" fmla="*/ 1569244 w 2543175"/>
              <a:gd name="connsiteY116" fmla="*/ 1131094 h 1890712"/>
              <a:gd name="connsiteX117" fmla="*/ 1597819 w 2543175"/>
              <a:gd name="connsiteY117" fmla="*/ 1154906 h 1890712"/>
              <a:gd name="connsiteX118" fmla="*/ 1604963 w 2543175"/>
              <a:gd name="connsiteY118" fmla="*/ 1162050 h 1890712"/>
              <a:gd name="connsiteX119" fmla="*/ 1612107 w 2543175"/>
              <a:gd name="connsiteY119" fmla="*/ 1166812 h 1890712"/>
              <a:gd name="connsiteX120" fmla="*/ 1628775 w 2543175"/>
              <a:gd name="connsiteY120" fmla="*/ 1183481 h 1890712"/>
              <a:gd name="connsiteX121" fmla="*/ 1662113 w 2543175"/>
              <a:gd name="connsiteY121" fmla="*/ 1209675 h 1890712"/>
              <a:gd name="connsiteX122" fmla="*/ 1678782 w 2543175"/>
              <a:gd name="connsiteY122" fmla="*/ 1226344 h 1890712"/>
              <a:gd name="connsiteX123" fmla="*/ 1700213 w 2543175"/>
              <a:gd name="connsiteY123" fmla="*/ 1247775 h 1890712"/>
              <a:gd name="connsiteX124" fmla="*/ 1712119 w 2543175"/>
              <a:gd name="connsiteY124" fmla="*/ 1259681 h 1890712"/>
              <a:gd name="connsiteX125" fmla="*/ 1733550 w 2543175"/>
              <a:gd name="connsiteY125" fmla="*/ 1273969 h 1890712"/>
              <a:gd name="connsiteX126" fmla="*/ 1743075 w 2543175"/>
              <a:gd name="connsiteY126" fmla="*/ 1283494 h 1890712"/>
              <a:gd name="connsiteX127" fmla="*/ 1754982 w 2543175"/>
              <a:gd name="connsiteY127" fmla="*/ 1290637 h 1890712"/>
              <a:gd name="connsiteX128" fmla="*/ 1766888 w 2543175"/>
              <a:gd name="connsiteY128" fmla="*/ 1300162 h 1890712"/>
              <a:gd name="connsiteX129" fmla="*/ 1783557 w 2543175"/>
              <a:gd name="connsiteY129" fmla="*/ 1307306 h 1890712"/>
              <a:gd name="connsiteX130" fmla="*/ 1790700 w 2543175"/>
              <a:gd name="connsiteY130" fmla="*/ 1312069 h 1890712"/>
              <a:gd name="connsiteX131" fmla="*/ 1800225 w 2543175"/>
              <a:gd name="connsiteY131" fmla="*/ 1319212 h 1890712"/>
              <a:gd name="connsiteX132" fmla="*/ 1807369 w 2543175"/>
              <a:gd name="connsiteY132" fmla="*/ 1321594 h 1890712"/>
              <a:gd name="connsiteX133" fmla="*/ 1824038 w 2543175"/>
              <a:gd name="connsiteY133" fmla="*/ 1333500 h 1890712"/>
              <a:gd name="connsiteX134" fmla="*/ 1843088 w 2543175"/>
              <a:gd name="connsiteY134" fmla="*/ 1352550 h 1890712"/>
              <a:gd name="connsiteX135" fmla="*/ 1852613 w 2543175"/>
              <a:gd name="connsiteY135" fmla="*/ 1359694 h 1890712"/>
              <a:gd name="connsiteX136" fmla="*/ 1859757 w 2543175"/>
              <a:gd name="connsiteY136" fmla="*/ 1366837 h 1890712"/>
              <a:gd name="connsiteX137" fmla="*/ 1869282 w 2543175"/>
              <a:gd name="connsiteY137" fmla="*/ 1371600 h 1890712"/>
              <a:gd name="connsiteX138" fmla="*/ 1883569 w 2543175"/>
              <a:gd name="connsiteY138" fmla="*/ 1388269 h 1890712"/>
              <a:gd name="connsiteX139" fmla="*/ 1893094 w 2543175"/>
              <a:gd name="connsiteY139" fmla="*/ 1395412 h 1890712"/>
              <a:gd name="connsiteX140" fmla="*/ 1902619 w 2543175"/>
              <a:gd name="connsiteY140" fmla="*/ 1404937 h 1890712"/>
              <a:gd name="connsiteX141" fmla="*/ 1912144 w 2543175"/>
              <a:gd name="connsiteY141" fmla="*/ 1409700 h 1890712"/>
              <a:gd name="connsiteX142" fmla="*/ 1931194 w 2543175"/>
              <a:gd name="connsiteY142" fmla="*/ 1421606 h 1890712"/>
              <a:gd name="connsiteX143" fmla="*/ 1935957 w 2543175"/>
              <a:gd name="connsiteY143" fmla="*/ 1428750 h 1890712"/>
              <a:gd name="connsiteX144" fmla="*/ 1952625 w 2543175"/>
              <a:gd name="connsiteY144" fmla="*/ 1438275 h 1890712"/>
              <a:gd name="connsiteX145" fmla="*/ 1971675 w 2543175"/>
              <a:gd name="connsiteY145" fmla="*/ 1450181 h 1890712"/>
              <a:gd name="connsiteX146" fmla="*/ 1981200 w 2543175"/>
              <a:gd name="connsiteY146" fmla="*/ 1454944 h 1890712"/>
              <a:gd name="connsiteX147" fmla="*/ 1997869 w 2543175"/>
              <a:gd name="connsiteY147" fmla="*/ 1471612 h 1890712"/>
              <a:gd name="connsiteX148" fmla="*/ 2007394 w 2543175"/>
              <a:gd name="connsiteY148" fmla="*/ 1478756 h 1890712"/>
              <a:gd name="connsiteX149" fmla="*/ 2016919 w 2543175"/>
              <a:gd name="connsiteY149" fmla="*/ 1483519 h 1890712"/>
              <a:gd name="connsiteX150" fmla="*/ 2024063 w 2543175"/>
              <a:gd name="connsiteY150" fmla="*/ 1490662 h 1890712"/>
              <a:gd name="connsiteX151" fmla="*/ 2033588 w 2543175"/>
              <a:gd name="connsiteY151" fmla="*/ 1495425 h 1890712"/>
              <a:gd name="connsiteX152" fmla="*/ 2040732 w 2543175"/>
              <a:gd name="connsiteY152" fmla="*/ 1502569 h 1890712"/>
              <a:gd name="connsiteX153" fmla="*/ 2047875 w 2543175"/>
              <a:gd name="connsiteY153" fmla="*/ 1507331 h 1890712"/>
              <a:gd name="connsiteX154" fmla="*/ 2057400 w 2543175"/>
              <a:gd name="connsiteY154" fmla="*/ 1514475 h 1890712"/>
              <a:gd name="connsiteX155" fmla="*/ 2064544 w 2543175"/>
              <a:gd name="connsiteY155" fmla="*/ 1519237 h 1890712"/>
              <a:gd name="connsiteX156" fmla="*/ 2071688 w 2543175"/>
              <a:gd name="connsiteY156" fmla="*/ 1526381 h 1890712"/>
              <a:gd name="connsiteX157" fmla="*/ 2081213 w 2543175"/>
              <a:gd name="connsiteY157" fmla="*/ 1531144 h 1890712"/>
              <a:gd name="connsiteX158" fmla="*/ 2090738 w 2543175"/>
              <a:gd name="connsiteY158" fmla="*/ 1538287 h 1890712"/>
              <a:gd name="connsiteX159" fmla="*/ 2109788 w 2543175"/>
              <a:gd name="connsiteY159" fmla="*/ 1547812 h 1890712"/>
              <a:gd name="connsiteX160" fmla="*/ 2131219 w 2543175"/>
              <a:gd name="connsiteY160" fmla="*/ 1562100 h 1890712"/>
              <a:gd name="connsiteX161" fmla="*/ 2140744 w 2543175"/>
              <a:gd name="connsiteY161" fmla="*/ 1566862 h 1890712"/>
              <a:gd name="connsiteX162" fmla="*/ 2152650 w 2543175"/>
              <a:gd name="connsiteY162" fmla="*/ 1576387 h 1890712"/>
              <a:gd name="connsiteX163" fmla="*/ 2181225 w 2543175"/>
              <a:gd name="connsiteY163" fmla="*/ 1590675 h 1890712"/>
              <a:gd name="connsiteX164" fmla="*/ 2200275 w 2543175"/>
              <a:gd name="connsiteY164" fmla="*/ 1607344 h 1890712"/>
              <a:gd name="connsiteX165" fmla="*/ 2207419 w 2543175"/>
              <a:gd name="connsiteY165" fmla="*/ 1612106 h 1890712"/>
              <a:gd name="connsiteX166" fmla="*/ 2216944 w 2543175"/>
              <a:gd name="connsiteY166" fmla="*/ 1619250 h 1890712"/>
              <a:gd name="connsiteX167" fmla="*/ 2224088 w 2543175"/>
              <a:gd name="connsiteY167" fmla="*/ 1624012 h 1890712"/>
              <a:gd name="connsiteX168" fmla="*/ 2247900 w 2543175"/>
              <a:gd name="connsiteY168" fmla="*/ 1643062 h 1890712"/>
              <a:gd name="connsiteX169" fmla="*/ 2255044 w 2543175"/>
              <a:gd name="connsiteY169" fmla="*/ 1650206 h 1890712"/>
              <a:gd name="connsiteX170" fmla="*/ 2281238 w 2543175"/>
              <a:gd name="connsiteY170" fmla="*/ 1664494 h 1890712"/>
              <a:gd name="connsiteX171" fmla="*/ 2297907 w 2543175"/>
              <a:gd name="connsiteY171" fmla="*/ 1674019 h 1890712"/>
              <a:gd name="connsiteX172" fmla="*/ 2305050 w 2543175"/>
              <a:gd name="connsiteY172" fmla="*/ 1678781 h 1890712"/>
              <a:gd name="connsiteX173" fmla="*/ 2312194 w 2543175"/>
              <a:gd name="connsiteY173" fmla="*/ 1685925 h 1890712"/>
              <a:gd name="connsiteX174" fmla="*/ 2321719 w 2543175"/>
              <a:gd name="connsiteY174" fmla="*/ 1690687 h 1890712"/>
              <a:gd name="connsiteX175" fmla="*/ 2328863 w 2543175"/>
              <a:gd name="connsiteY175" fmla="*/ 1697831 h 1890712"/>
              <a:gd name="connsiteX176" fmla="*/ 2350294 w 2543175"/>
              <a:gd name="connsiteY176" fmla="*/ 1712119 h 1890712"/>
              <a:gd name="connsiteX177" fmla="*/ 2359819 w 2543175"/>
              <a:gd name="connsiteY177" fmla="*/ 1719262 h 1890712"/>
              <a:gd name="connsiteX178" fmla="*/ 2369344 w 2543175"/>
              <a:gd name="connsiteY178" fmla="*/ 1724025 h 1890712"/>
              <a:gd name="connsiteX179" fmla="*/ 2376488 w 2543175"/>
              <a:gd name="connsiteY179" fmla="*/ 1731169 h 1890712"/>
              <a:gd name="connsiteX180" fmla="*/ 2402682 w 2543175"/>
              <a:gd name="connsiteY180" fmla="*/ 1747837 h 1890712"/>
              <a:gd name="connsiteX181" fmla="*/ 2450307 w 2543175"/>
              <a:gd name="connsiteY181" fmla="*/ 1769269 h 1890712"/>
              <a:gd name="connsiteX182" fmla="*/ 2466975 w 2543175"/>
              <a:gd name="connsiteY182" fmla="*/ 1783556 h 1890712"/>
              <a:gd name="connsiteX183" fmla="*/ 2481263 w 2543175"/>
              <a:gd name="connsiteY183" fmla="*/ 1795462 h 1890712"/>
              <a:gd name="connsiteX184" fmla="*/ 2486025 w 2543175"/>
              <a:gd name="connsiteY184" fmla="*/ 1802606 h 1890712"/>
              <a:gd name="connsiteX185" fmla="*/ 2493169 w 2543175"/>
              <a:gd name="connsiteY185" fmla="*/ 1807369 h 1890712"/>
              <a:gd name="connsiteX186" fmla="*/ 2495550 w 2543175"/>
              <a:gd name="connsiteY186" fmla="*/ 1816894 h 1890712"/>
              <a:gd name="connsiteX187" fmla="*/ 2497932 w 2543175"/>
              <a:gd name="connsiteY187" fmla="*/ 1824037 h 1890712"/>
              <a:gd name="connsiteX188" fmla="*/ 2514600 w 2543175"/>
              <a:gd name="connsiteY188" fmla="*/ 1850231 h 1890712"/>
              <a:gd name="connsiteX189" fmla="*/ 2519363 w 2543175"/>
              <a:gd name="connsiteY189" fmla="*/ 1857375 h 1890712"/>
              <a:gd name="connsiteX190" fmla="*/ 2540794 w 2543175"/>
              <a:gd name="connsiteY190" fmla="*/ 1883569 h 1890712"/>
              <a:gd name="connsiteX191" fmla="*/ 2543175 w 2543175"/>
              <a:gd name="connsiteY191"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59719 w 2543175"/>
              <a:gd name="connsiteY114" fmla="*/ 1121569 h 1890712"/>
              <a:gd name="connsiteX115" fmla="*/ 1569244 w 2543175"/>
              <a:gd name="connsiteY115" fmla="*/ 1131094 h 1890712"/>
              <a:gd name="connsiteX116" fmla="*/ 1597819 w 2543175"/>
              <a:gd name="connsiteY116" fmla="*/ 1154906 h 1890712"/>
              <a:gd name="connsiteX117" fmla="*/ 1604963 w 2543175"/>
              <a:gd name="connsiteY117" fmla="*/ 1162050 h 1890712"/>
              <a:gd name="connsiteX118" fmla="*/ 1612107 w 2543175"/>
              <a:gd name="connsiteY118" fmla="*/ 1166812 h 1890712"/>
              <a:gd name="connsiteX119" fmla="*/ 1628775 w 2543175"/>
              <a:gd name="connsiteY119" fmla="*/ 1183481 h 1890712"/>
              <a:gd name="connsiteX120" fmla="*/ 1662113 w 2543175"/>
              <a:gd name="connsiteY120" fmla="*/ 1209675 h 1890712"/>
              <a:gd name="connsiteX121" fmla="*/ 1678782 w 2543175"/>
              <a:gd name="connsiteY121" fmla="*/ 1226344 h 1890712"/>
              <a:gd name="connsiteX122" fmla="*/ 1700213 w 2543175"/>
              <a:gd name="connsiteY122" fmla="*/ 1247775 h 1890712"/>
              <a:gd name="connsiteX123" fmla="*/ 1712119 w 2543175"/>
              <a:gd name="connsiteY123" fmla="*/ 1259681 h 1890712"/>
              <a:gd name="connsiteX124" fmla="*/ 1733550 w 2543175"/>
              <a:gd name="connsiteY124" fmla="*/ 1273969 h 1890712"/>
              <a:gd name="connsiteX125" fmla="*/ 1743075 w 2543175"/>
              <a:gd name="connsiteY125" fmla="*/ 1283494 h 1890712"/>
              <a:gd name="connsiteX126" fmla="*/ 1754982 w 2543175"/>
              <a:gd name="connsiteY126" fmla="*/ 1290637 h 1890712"/>
              <a:gd name="connsiteX127" fmla="*/ 1766888 w 2543175"/>
              <a:gd name="connsiteY127" fmla="*/ 1300162 h 1890712"/>
              <a:gd name="connsiteX128" fmla="*/ 1783557 w 2543175"/>
              <a:gd name="connsiteY128" fmla="*/ 1307306 h 1890712"/>
              <a:gd name="connsiteX129" fmla="*/ 1790700 w 2543175"/>
              <a:gd name="connsiteY129" fmla="*/ 1312069 h 1890712"/>
              <a:gd name="connsiteX130" fmla="*/ 1800225 w 2543175"/>
              <a:gd name="connsiteY130" fmla="*/ 1319212 h 1890712"/>
              <a:gd name="connsiteX131" fmla="*/ 1807369 w 2543175"/>
              <a:gd name="connsiteY131" fmla="*/ 1321594 h 1890712"/>
              <a:gd name="connsiteX132" fmla="*/ 1824038 w 2543175"/>
              <a:gd name="connsiteY132" fmla="*/ 1333500 h 1890712"/>
              <a:gd name="connsiteX133" fmla="*/ 1843088 w 2543175"/>
              <a:gd name="connsiteY133" fmla="*/ 1352550 h 1890712"/>
              <a:gd name="connsiteX134" fmla="*/ 1852613 w 2543175"/>
              <a:gd name="connsiteY134" fmla="*/ 1359694 h 1890712"/>
              <a:gd name="connsiteX135" fmla="*/ 1859757 w 2543175"/>
              <a:gd name="connsiteY135" fmla="*/ 1366837 h 1890712"/>
              <a:gd name="connsiteX136" fmla="*/ 1869282 w 2543175"/>
              <a:gd name="connsiteY136" fmla="*/ 1371600 h 1890712"/>
              <a:gd name="connsiteX137" fmla="*/ 1883569 w 2543175"/>
              <a:gd name="connsiteY137" fmla="*/ 1388269 h 1890712"/>
              <a:gd name="connsiteX138" fmla="*/ 1893094 w 2543175"/>
              <a:gd name="connsiteY138" fmla="*/ 1395412 h 1890712"/>
              <a:gd name="connsiteX139" fmla="*/ 1902619 w 2543175"/>
              <a:gd name="connsiteY139" fmla="*/ 1404937 h 1890712"/>
              <a:gd name="connsiteX140" fmla="*/ 1912144 w 2543175"/>
              <a:gd name="connsiteY140" fmla="*/ 1409700 h 1890712"/>
              <a:gd name="connsiteX141" fmla="*/ 1931194 w 2543175"/>
              <a:gd name="connsiteY141" fmla="*/ 1421606 h 1890712"/>
              <a:gd name="connsiteX142" fmla="*/ 1935957 w 2543175"/>
              <a:gd name="connsiteY142" fmla="*/ 1428750 h 1890712"/>
              <a:gd name="connsiteX143" fmla="*/ 1952625 w 2543175"/>
              <a:gd name="connsiteY143" fmla="*/ 1438275 h 1890712"/>
              <a:gd name="connsiteX144" fmla="*/ 1971675 w 2543175"/>
              <a:gd name="connsiteY144" fmla="*/ 1450181 h 1890712"/>
              <a:gd name="connsiteX145" fmla="*/ 1981200 w 2543175"/>
              <a:gd name="connsiteY145" fmla="*/ 1454944 h 1890712"/>
              <a:gd name="connsiteX146" fmla="*/ 1997869 w 2543175"/>
              <a:gd name="connsiteY146" fmla="*/ 1471612 h 1890712"/>
              <a:gd name="connsiteX147" fmla="*/ 2007394 w 2543175"/>
              <a:gd name="connsiteY147" fmla="*/ 1478756 h 1890712"/>
              <a:gd name="connsiteX148" fmla="*/ 2016919 w 2543175"/>
              <a:gd name="connsiteY148" fmla="*/ 1483519 h 1890712"/>
              <a:gd name="connsiteX149" fmla="*/ 2024063 w 2543175"/>
              <a:gd name="connsiteY149" fmla="*/ 1490662 h 1890712"/>
              <a:gd name="connsiteX150" fmla="*/ 2033588 w 2543175"/>
              <a:gd name="connsiteY150" fmla="*/ 1495425 h 1890712"/>
              <a:gd name="connsiteX151" fmla="*/ 2040732 w 2543175"/>
              <a:gd name="connsiteY151" fmla="*/ 1502569 h 1890712"/>
              <a:gd name="connsiteX152" fmla="*/ 2047875 w 2543175"/>
              <a:gd name="connsiteY152" fmla="*/ 1507331 h 1890712"/>
              <a:gd name="connsiteX153" fmla="*/ 2057400 w 2543175"/>
              <a:gd name="connsiteY153" fmla="*/ 1514475 h 1890712"/>
              <a:gd name="connsiteX154" fmla="*/ 2064544 w 2543175"/>
              <a:gd name="connsiteY154" fmla="*/ 1519237 h 1890712"/>
              <a:gd name="connsiteX155" fmla="*/ 2071688 w 2543175"/>
              <a:gd name="connsiteY155" fmla="*/ 1526381 h 1890712"/>
              <a:gd name="connsiteX156" fmla="*/ 2081213 w 2543175"/>
              <a:gd name="connsiteY156" fmla="*/ 1531144 h 1890712"/>
              <a:gd name="connsiteX157" fmla="*/ 2090738 w 2543175"/>
              <a:gd name="connsiteY157" fmla="*/ 1538287 h 1890712"/>
              <a:gd name="connsiteX158" fmla="*/ 2109788 w 2543175"/>
              <a:gd name="connsiteY158" fmla="*/ 1547812 h 1890712"/>
              <a:gd name="connsiteX159" fmla="*/ 2131219 w 2543175"/>
              <a:gd name="connsiteY159" fmla="*/ 1562100 h 1890712"/>
              <a:gd name="connsiteX160" fmla="*/ 2140744 w 2543175"/>
              <a:gd name="connsiteY160" fmla="*/ 1566862 h 1890712"/>
              <a:gd name="connsiteX161" fmla="*/ 2152650 w 2543175"/>
              <a:gd name="connsiteY161" fmla="*/ 1576387 h 1890712"/>
              <a:gd name="connsiteX162" fmla="*/ 2181225 w 2543175"/>
              <a:gd name="connsiteY162" fmla="*/ 1590675 h 1890712"/>
              <a:gd name="connsiteX163" fmla="*/ 2200275 w 2543175"/>
              <a:gd name="connsiteY163" fmla="*/ 1607344 h 1890712"/>
              <a:gd name="connsiteX164" fmla="*/ 2207419 w 2543175"/>
              <a:gd name="connsiteY164" fmla="*/ 1612106 h 1890712"/>
              <a:gd name="connsiteX165" fmla="*/ 2216944 w 2543175"/>
              <a:gd name="connsiteY165" fmla="*/ 1619250 h 1890712"/>
              <a:gd name="connsiteX166" fmla="*/ 2224088 w 2543175"/>
              <a:gd name="connsiteY166" fmla="*/ 1624012 h 1890712"/>
              <a:gd name="connsiteX167" fmla="*/ 2247900 w 2543175"/>
              <a:gd name="connsiteY167" fmla="*/ 1643062 h 1890712"/>
              <a:gd name="connsiteX168" fmla="*/ 2255044 w 2543175"/>
              <a:gd name="connsiteY168" fmla="*/ 1650206 h 1890712"/>
              <a:gd name="connsiteX169" fmla="*/ 2281238 w 2543175"/>
              <a:gd name="connsiteY169" fmla="*/ 1664494 h 1890712"/>
              <a:gd name="connsiteX170" fmla="*/ 2297907 w 2543175"/>
              <a:gd name="connsiteY170" fmla="*/ 1674019 h 1890712"/>
              <a:gd name="connsiteX171" fmla="*/ 2305050 w 2543175"/>
              <a:gd name="connsiteY171" fmla="*/ 1678781 h 1890712"/>
              <a:gd name="connsiteX172" fmla="*/ 2312194 w 2543175"/>
              <a:gd name="connsiteY172" fmla="*/ 1685925 h 1890712"/>
              <a:gd name="connsiteX173" fmla="*/ 2321719 w 2543175"/>
              <a:gd name="connsiteY173" fmla="*/ 1690687 h 1890712"/>
              <a:gd name="connsiteX174" fmla="*/ 2328863 w 2543175"/>
              <a:gd name="connsiteY174" fmla="*/ 1697831 h 1890712"/>
              <a:gd name="connsiteX175" fmla="*/ 2350294 w 2543175"/>
              <a:gd name="connsiteY175" fmla="*/ 1712119 h 1890712"/>
              <a:gd name="connsiteX176" fmla="*/ 2359819 w 2543175"/>
              <a:gd name="connsiteY176" fmla="*/ 1719262 h 1890712"/>
              <a:gd name="connsiteX177" fmla="*/ 2369344 w 2543175"/>
              <a:gd name="connsiteY177" fmla="*/ 1724025 h 1890712"/>
              <a:gd name="connsiteX178" fmla="*/ 2376488 w 2543175"/>
              <a:gd name="connsiteY178" fmla="*/ 1731169 h 1890712"/>
              <a:gd name="connsiteX179" fmla="*/ 2402682 w 2543175"/>
              <a:gd name="connsiteY179" fmla="*/ 1747837 h 1890712"/>
              <a:gd name="connsiteX180" fmla="*/ 2450307 w 2543175"/>
              <a:gd name="connsiteY180" fmla="*/ 1769269 h 1890712"/>
              <a:gd name="connsiteX181" fmla="*/ 2466975 w 2543175"/>
              <a:gd name="connsiteY181" fmla="*/ 1783556 h 1890712"/>
              <a:gd name="connsiteX182" fmla="*/ 2481263 w 2543175"/>
              <a:gd name="connsiteY182" fmla="*/ 1795462 h 1890712"/>
              <a:gd name="connsiteX183" fmla="*/ 2486025 w 2543175"/>
              <a:gd name="connsiteY183" fmla="*/ 1802606 h 1890712"/>
              <a:gd name="connsiteX184" fmla="*/ 2493169 w 2543175"/>
              <a:gd name="connsiteY184" fmla="*/ 1807369 h 1890712"/>
              <a:gd name="connsiteX185" fmla="*/ 2495550 w 2543175"/>
              <a:gd name="connsiteY185" fmla="*/ 1816894 h 1890712"/>
              <a:gd name="connsiteX186" fmla="*/ 2497932 w 2543175"/>
              <a:gd name="connsiteY186" fmla="*/ 1824037 h 1890712"/>
              <a:gd name="connsiteX187" fmla="*/ 2514600 w 2543175"/>
              <a:gd name="connsiteY187" fmla="*/ 1850231 h 1890712"/>
              <a:gd name="connsiteX188" fmla="*/ 2519363 w 2543175"/>
              <a:gd name="connsiteY188" fmla="*/ 1857375 h 1890712"/>
              <a:gd name="connsiteX189" fmla="*/ 2540794 w 2543175"/>
              <a:gd name="connsiteY189" fmla="*/ 1883569 h 1890712"/>
              <a:gd name="connsiteX190" fmla="*/ 2543175 w 2543175"/>
              <a:gd name="connsiteY19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59719 w 2543175"/>
              <a:gd name="connsiteY114" fmla="*/ 1121569 h 1890712"/>
              <a:gd name="connsiteX115" fmla="*/ 1550194 w 2543175"/>
              <a:gd name="connsiteY115" fmla="*/ 1135856 h 1890712"/>
              <a:gd name="connsiteX116" fmla="*/ 1597819 w 2543175"/>
              <a:gd name="connsiteY116" fmla="*/ 1154906 h 1890712"/>
              <a:gd name="connsiteX117" fmla="*/ 1604963 w 2543175"/>
              <a:gd name="connsiteY117" fmla="*/ 1162050 h 1890712"/>
              <a:gd name="connsiteX118" fmla="*/ 1612107 w 2543175"/>
              <a:gd name="connsiteY118" fmla="*/ 1166812 h 1890712"/>
              <a:gd name="connsiteX119" fmla="*/ 1628775 w 2543175"/>
              <a:gd name="connsiteY119" fmla="*/ 1183481 h 1890712"/>
              <a:gd name="connsiteX120" fmla="*/ 1662113 w 2543175"/>
              <a:gd name="connsiteY120" fmla="*/ 1209675 h 1890712"/>
              <a:gd name="connsiteX121" fmla="*/ 1678782 w 2543175"/>
              <a:gd name="connsiteY121" fmla="*/ 1226344 h 1890712"/>
              <a:gd name="connsiteX122" fmla="*/ 1700213 w 2543175"/>
              <a:gd name="connsiteY122" fmla="*/ 1247775 h 1890712"/>
              <a:gd name="connsiteX123" fmla="*/ 1712119 w 2543175"/>
              <a:gd name="connsiteY123" fmla="*/ 1259681 h 1890712"/>
              <a:gd name="connsiteX124" fmla="*/ 1733550 w 2543175"/>
              <a:gd name="connsiteY124" fmla="*/ 1273969 h 1890712"/>
              <a:gd name="connsiteX125" fmla="*/ 1743075 w 2543175"/>
              <a:gd name="connsiteY125" fmla="*/ 1283494 h 1890712"/>
              <a:gd name="connsiteX126" fmla="*/ 1754982 w 2543175"/>
              <a:gd name="connsiteY126" fmla="*/ 1290637 h 1890712"/>
              <a:gd name="connsiteX127" fmla="*/ 1766888 w 2543175"/>
              <a:gd name="connsiteY127" fmla="*/ 1300162 h 1890712"/>
              <a:gd name="connsiteX128" fmla="*/ 1783557 w 2543175"/>
              <a:gd name="connsiteY128" fmla="*/ 1307306 h 1890712"/>
              <a:gd name="connsiteX129" fmla="*/ 1790700 w 2543175"/>
              <a:gd name="connsiteY129" fmla="*/ 1312069 h 1890712"/>
              <a:gd name="connsiteX130" fmla="*/ 1800225 w 2543175"/>
              <a:gd name="connsiteY130" fmla="*/ 1319212 h 1890712"/>
              <a:gd name="connsiteX131" fmla="*/ 1807369 w 2543175"/>
              <a:gd name="connsiteY131" fmla="*/ 1321594 h 1890712"/>
              <a:gd name="connsiteX132" fmla="*/ 1824038 w 2543175"/>
              <a:gd name="connsiteY132" fmla="*/ 1333500 h 1890712"/>
              <a:gd name="connsiteX133" fmla="*/ 1843088 w 2543175"/>
              <a:gd name="connsiteY133" fmla="*/ 1352550 h 1890712"/>
              <a:gd name="connsiteX134" fmla="*/ 1852613 w 2543175"/>
              <a:gd name="connsiteY134" fmla="*/ 1359694 h 1890712"/>
              <a:gd name="connsiteX135" fmla="*/ 1859757 w 2543175"/>
              <a:gd name="connsiteY135" fmla="*/ 1366837 h 1890712"/>
              <a:gd name="connsiteX136" fmla="*/ 1869282 w 2543175"/>
              <a:gd name="connsiteY136" fmla="*/ 1371600 h 1890712"/>
              <a:gd name="connsiteX137" fmla="*/ 1883569 w 2543175"/>
              <a:gd name="connsiteY137" fmla="*/ 1388269 h 1890712"/>
              <a:gd name="connsiteX138" fmla="*/ 1893094 w 2543175"/>
              <a:gd name="connsiteY138" fmla="*/ 1395412 h 1890712"/>
              <a:gd name="connsiteX139" fmla="*/ 1902619 w 2543175"/>
              <a:gd name="connsiteY139" fmla="*/ 1404937 h 1890712"/>
              <a:gd name="connsiteX140" fmla="*/ 1912144 w 2543175"/>
              <a:gd name="connsiteY140" fmla="*/ 1409700 h 1890712"/>
              <a:gd name="connsiteX141" fmla="*/ 1931194 w 2543175"/>
              <a:gd name="connsiteY141" fmla="*/ 1421606 h 1890712"/>
              <a:gd name="connsiteX142" fmla="*/ 1935957 w 2543175"/>
              <a:gd name="connsiteY142" fmla="*/ 1428750 h 1890712"/>
              <a:gd name="connsiteX143" fmla="*/ 1952625 w 2543175"/>
              <a:gd name="connsiteY143" fmla="*/ 1438275 h 1890712"/>
              <a:gd name="connsiteX144" fmla="*/ 1971675 w 2543175"/>
              <a:gd name="connsiteY144" fmla="*/ 1450181 h 1890712"/>
              <a:gd name="connsiteX145" fmla="*/ 1981200 w 2543175"/>
              <a:gd name="connsiteY145" fmla="*/ 1454944 h 1890712"/>
              <a:gd name="connsiteX146" fmla="*/ 1997869 w 2543175"/>
              <a:gd name="connsiteY146" fmla="*/ 1471612 h 1890712"/>
              <a:gd name="connsiteX147" fmla="*/ 2007394 w 2543175"/>
              <a:gd name="connsiteY147" fmla="*/ 1478756 h 1890712"/>
              <a:gd name="connsiteX148" fmla="*/ 2016919 w 2543175"/>
              <a:gd name="connsiteY148" fmla="*/ 1483519 h 1890712"/>
              <a:gd name="connsiteX149" fmla="*/ 2024063 w 2543175"/>
              <a:gd name="connsiteY149" fmla="*/ 1490662 h 1890712"/>
              <a:gd name="connsiteX150" fmla="*/ 2033588 w 2543175"/>
              <a:gd name="connsiteY150" fmla="*/ 1495425 h 1890712"/>
              <a:gd name="connsiteX151" fmla="*/ 2040732 w 2543175"/>
              <a:gd name="connsiteY151" fmla="*/ 1502569 h 1890712"/>
              <a:gd name="connsiteX152" fmla="*/ 2047875 w 2543175"/>
              <a:gd name="connsiteY152" fmla="*/ 1507331 h 1890712"/>
              <a:gd name="connsiteX153" fmla="*/ 2057400 w 2543175"/>
              <a:gd name="connsiteY153" fmla="*/ 1514475 h 1890712"/>
              <a:gd name="connsiteX154" fmla="*/ 2064544 w 2543175"/>
              <a:gd name="connsiteY154" fmla="*/ 1519237 h 1890712"/>
              <a:gd name="connsiteX155" fmla="*/ 2071688 w 2543175"/>
              <a:gd name="connsiteY155" fmla="*/ 1526381 h 1890712"/>
              <a:gd name="connsiteX156" fmla="*/ 2081213 w 2543175"/>
              <a:gd name="connsiteY156" fmla="*/ 1531144 h 1890712"/>
              <a:gd name="connsiteX157" fmla="*/ 2090738 w 2543175"/>
              <a:gd name="connsiteY157" fmla="*/ 1538287 h 1890712"/>
              <a:gd name="connsiteX158" fmla="*/ 2109788 w 2543175"/>
              <a:gd name="connsiteY158" fmla="*/ 1547812 h 1890712"/>
              <a:gd name="connsiteX159" fmla="*/ 2131219 w 2543175"/>
              <a:gd name="connsiteY159" fmla="*/ 1562100 h 1890712"/>
              <a:gd name="connsiteX160" fmla="*/ 2140744 w 2543175"/>
              <a:gd name="connsiteY160" fmla="*/ 1566862 h 1890712"/>
              <a:gd name="connsiteX161" fmla="*/ 2152650 w 2543175"/>
              <a:gd name="connsiteY161" fmla="*/ 1576387 h 1890712"/>
              <a:gd name="connsiteX162" fmla="*/ 2181225 w 2543175"/>
              <a:gd name="connsiteY162" fmla="*/ 1590675 h 1890712"/>
              <a:gd name="connsiteX163" fmla="*/ 2200275 w 2543175"/>
              <a:gd name="connsiteY163" fmla="*/ 1607344 h 1890712"/>
              <a:gd name="connsiteX164" fmla="*/ 2207419 w 2543175"/>
              <a:gd name="connsiteY164" fmla="*/ 1612106 h 1890712"/>
              <a:gd name="connsiteX165" fmla="*/ 2216944 w 2543175"/>
              <a:gd name="connsiteY165" fmla="*/ 1619250 h 1890712"/>
              <a:gd name="connsiteX166" fmla="*/ 2224088 w 2543175"/>
              <a:gd name="connsiteY166" fmla="*/ 1624012 h 1890712"/>
              <a:gd name="connsiteX167" fmla="*/ 2247900 w 2543175"/>
              <a:gd name="connsiteY167" fmla="*/ 1643062 h 1890712"/>
              <a:gd name="connsiteX168" fmla="*/ 2255044 w 2543175"/>
              <a:gd name="connsiteY168" fmla="*/ 1650206 h 1890712"/>
              <a:gd name="connsiteX169" fmla="*/ 2281238 w 2543175"/>
              <a:gd name="connsiteY169" fmla="*/ 1664494 h 1890712"/>
              <a:gd name="connsiteX170" fmla="*/ 2297907 w 2543175"/>
              <a:gd name="connsiteY170" fmla="*/ 1674019 h 1890712"/>
              <a:gd name="connsiteX171" fmla="*/ 2305050 w 2543175"/>
              <a:gd name="connsiteY171" fmla="*/ 1678781 h 1890712"/>
              <a:gd name="connsiteX172" fmla="*/ 2312194 w 2543175"/>
              <a:gd name="connsiteY172" fmla="*/ 1685925 h 1890712"/>
              <a:gd name="connsiteX173" fmla="*/ 2321719 w 2543175"/>
              <a:gd name="connsiteY173" fmla="*/ 1690687 h 1890712"/>
              <a:gd name="connsiteX174" fmla="*/ 2328863 w 2543175"/>
              <a:gd name="connsiteY174" fmla="*/ 1697831 h 1890712"/>
              <a:gd name="connsiteX175" fmla="*/ 2350294 w 2543175"/>
              <a:gd name="connsiteY175" fmla="*/ 1712119 h 1890712"/>
              <a:gd name="connsiteX176" fmla="*/ 2359819 w 2543175"/>
              <a:gd name="connsiteY176" fmla="*/ 1719262 h 1890712"/>
              <a:gd name="connsiteX177" fmla="*/ 2369344 w 2543175"/>
              <a:gd name="connsiteY177" fmla="*/ 1724025 h 1890712"/>
              <a:gd name="connsiteX178" fmla="*/ 2376488 w 2543175"/>
              <a:gd name="connsiteY178" fmla="*/ 1731169 h 1890712"/>
              <a:gd name="connsiteX179" fmla="*/ 2402682 w 2543175"/>
              <a:gd name="connsiteY179" fmla="*/ 1747837 h 1890712"/>
              <a:gd name="connsiteX180" fmla="*/ 2450307 w 2543175"/>
              <a:gd name="connsiteY180" fmla="*/ 1769269 h 1890712"/>
              <a:gd name="connsiteX181" fmla="*/ 2466975 w 2543175"/>
              <a:gd name="connsiteY181" fmla="*/ 1783556 h 1890712"/>
              <a:gd name="connsiteX182" fmla="*/ 2481263 w 2543175"/>
              <a:gd name="connsiteY182" fmla="*/ 1795462 h 1890712"/>
              <a:gd name="connsiteX183" fmla="*/ 2486025 w 2543175"/>
              <a:gd name="connsiteY183" fmla="*/ 1802606 h 1890712"/>
              <a:gd name="connsiteX184" fmla="*/ 2493169 w 2543175"/>
              <a:gd name="connsiteY184" fmla="*/ 1807369 h 1890712"/>
              <a:gd name="connsiteX185" fmla="*/ 2495550 w 2543175"/>
              <a:gd name="connsiteY185" fmla="*/ 1816894 h 1890712"/>
              <a:gd name="connsiteX186" fmla="*/ 2497932 w 2543175"/>
              <a:gd name="connsiteY186" fmla="*/ 1824037 h 1890712"/>
              <a:gd name="connsiteX187" fmla="*/ 2514600 w 2543175"/>
              <a:gd name="connsiteY187" fmla="*/ 1850231 h 1890712"/>
              <a:gd name="connsiteX188" fmla="*/ 2519363 w 2543175"/>
              <a:gd name="connsiteY188" fmla="*/ 1857375 h 1890712"/>
              <a:gd name="connsiteX189" fmla="*/ 2540794 w 2543175"/>
              <a:gd name="connsiteY189" fmla="*/ 1883569 h 1890712"/>
              <a:gd name="connsiteX190" fmla="*/ 2543175 w 2543175"/>
              <a:gd name="connsiteY19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59719 w 2543175"/>
              <a:gd name="connsiteY114" fmla="*/ 1121569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59819 w 2543175"/>
              <a:gd name="connsiteY175" fmla="*/ 1719262 h 1890712"/>
              <a:gd name="connsiteX176" fmla="*/ 2369344 w 2543175"/>
              <a:gd name="connsiteY176" fmla="*/ 1724025 h 1890712"/>
              <a:gd name="connsiteX177" fmla="*/ 2376488 w 2543175"/>
              <a:gd name="connsiteY177" fmla="*/ 1731169 h 1890712"/>
              <a:gd name="connsiteX178" fmla="*/ 2402682 w 2543175"/>
              <a:gd name="connsiteY178" fmla="*/ 1747837 h 1890712"/>
              <a:gd name="connsiteX179" fmla="*/ 2450307 w 2543175"/>
              <a:gd name="connsiteY179" fmla="*/ 1769269 h 1890712"/>
              <a:gd name="connsiteX180" fmla="*/ 2466975 w 2543175"/>
              <a:gd name="connsiteY180" fmla="*/ 1783556 h 1890712"/>
              <a:gd name="connsiteX181" fmla="*/ 2481263 w 2543175"/>
              <a:gd name="connsiteY181" fmla="*/ 1795462 h 1890712"/>
              <a:gd name="connsiteX182" fmla="*/ 2486025 w 2543175"/>
              <a:gd name="connsiteY182" fmla="*/ 1802606 h 1890712"/>
              <a:gd name="connsiteX183" fmla="*/ 2493169 w 2543175"/>
              <a:gd name="connsiteY183" fmla="*/ 1807369 h 1890712"/>
              <a:gd name="connsiteX184" fmla="*/ 2495550 w 2543175"/>
              <a:gd name="connsiteY184" fmla="*/ 1816894 h 1890712"/>
              <a:gd name="connsiteX185" fmla="*/ 2497932 w 2543175"/>
              <a:gd name="connsiteY185" fmla="*/ 1824037 h 1890712"/>
              <a:gd name="connsiteX186" fmla="*/ 2514600 w 2543175"/>
              <a:gd name="connsiteY186" fmla="*/ 1850231 h 1890712"/>
              <a:gd name="connsiteX187" fmla="*/ 2519363 w 2543175"/>
              <a:gd name="connsiteY187" fmla="*/ 1857375 h 1890712"/>
              <a:gd name="connsiteX188" fmla="*/ 2540794 w 2543175"/>
              <a:gd name="connsiteY188" fmla="*/ 1883569 h 1890712"/>
              <a:gd name="connsiteX189" fmla="*/ 2543175 w 2543175"/>
              <a:gd name="connsiteY18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59819 w 2543175"/>
              <a:gd name="connsiteY175" fmla="*/ 1719262 h 1890712"/>
              <a:gd name="connsiteX176" fmla="*/ 2369344 w 2543175"/>
              <a:gd name="connsiteY176" fmla="*/ 1724025 h 1890712"/>
              <a:gd name="connsiteX177" fmla="*/ 2376488 w 2543175"/>
              <a:gd name="connsiteY177" fmla="*/ 1731169 h 1890712"/>
              <a:gd name="connsiteX178" fmla="*/ 2402682 w 2543175"/>
              <a:gd name="connsiteY178" fmla="*/ 1747837 h 1890712"/>
              <a:gd name="connsiteX179" fmla="*/ 2450307 w 2543175"/>
              <a:gd name="connsiteY179" fmla="*/ 1769269 h 1890712"/>
              <a:gd name="connsiteX180" fmla="*/ 2466975 w 2543175"/>
              <a:gd name="connsiteY180" fmla="*/ 1783556 h 1890712"/>
              <a:gd name="connsiteX181" fmla="*/ 2481263 w 2543175"/>
              <a:gd name="connsiteY181" fmla="*/ 1795462 h 1890712"/>
              <a:gd name="connsiteX182" fmla="*/ 2486025 w 2543175"/>
              <a:gd name="connsiteY182" fmla="*/ 1802606 h 1890712"/>
              <a:gd name="connsiteX183" fmla="*/ 2493169 w 2543175"/>
              <a:gd name="connsiteY183" fmla="*/ 1807369 h 1890712"/>
              <a:gd name="connsiteX184" fmla="*/ 2495550 w 2543175"/>
              <a:gd name="connsiteY184" fmla="*/ 1816894 h 1890712"/>
              <a:gd name="connsiteX185" fmla="*/ 2497932 w 2543175"/>
              <a:gd name="connsiteY185" fmla="*/ 1824037 h 1890712"/>
              <a:gd name="connsiteX186" fmla="*/ 2514600 w 2543175"/>
              <a:gd name="connsiteY186" fmla="*/ 1850231 h 1890712"/>
              <a:gd name="connsiteX187" fmla="*/ 2519363 w 2543175"/>
              <a:gd name="connsiteY187" fmla="*/ 1857375 h 1890712"/>
              <a:gd name="connsiteX188" fmla="*/ 2540794 w 2543175"/>
              <a:gd name="connsiteY188" fmla="*/ 1883569 h 1890712"/>
              <a:gd name="connsiteX189" fmla="*/ 2543175 w 2543175"/>
              <a:gd name="connsiteY18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59819 w 2543175"/>
              <a:gd name="connsiteY175" fmla="*/ 1719262 h 1890712"/>
              <a:gd name="connsiteX176" fmla="*/ 2369344 w 2543175"/>
              <a:gd name="connsiteY176" fmla="*/ 1724025 h 1890712"/>
              <a:gd name="connsiteX177" fmla="*/ 2376488 w 2543175"/>
              <a:gd name="connsiteY177" fmla="*/ 1731169 h 1890712"/>
              <a:gd name="connsiteX178" fmla="*/ 2402682 w 2543175"/>
              <a:gd name="connsiteY178" fmla="*/ 1747837 h 1890712"/>
              <a:gd name="connsiteX179" fmla="*/ 2428876 w 2543175"/>
              <a:gd name="connsiteY179" fmla="*/ 1785938 h 1890712"/>
              <a:gd name="connsiteX180" fmla="*/ 2466975 w 2543175"/>
              <a:gd name="connsiteY180" fmla="*/ 1783556 h 1890712"/>
              <a:gd name="connsiteX181" fmla="*/ 2481263 w 2543175"/>
              <a:gd name="connsiteY181" fmla="*/ 1795462 h 1890712"/>
              <a:gd name="connsiteX182" fmla="*/ 2486025 w 2543175"/>
              <a:gd name="connsiteY182" fmla="*/ 1802606 h 1890712"/>
              <a:gd name="connsiteX183" fmla="*/ 2493169 w 2543175"/>
              <a:gd name="connsiteY183" fmla="*/ 1807369 h 1890712"/>
              <a:gd name="connsiteX184" fmla="*/ 2495550 w 2543175"/>
              <a:gd name="connsiteY184" fmla="*/ 1816894 h 1890712"/>
              <a:gd name="connsiteX185" fmla="*/ 2497932 w 2543175"/>
              <a:gd name="connsiteY185" fmla="*/ 1824037 h 1890712"/>
              <a:gd name="connsiteX186" fmla="*/ 2514600 w 2543175"/>
              <a:gd name="connsiteY186" fmla="*/ 1850231 h 1890712"/>
              <a:gd name="connsiteX187" fmla="*/ 2519363 w 2543175"/>
              <a:gd name="connsiteY187" fmla="*/ 1857375 h 1890712"/>
              <a:gd name="connsiteX188" fmla="*/ 2540794 w 2543175"/>
              <a:gd name="connsiteY188" fmla="*/ 1883569 h 1890712"/>
              <a:gd name="connsiteX189" fmla="*/ 2543175 w 2543175"/>
              <a:gd name="connsiteY18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59819 w 2543175"/>
              <a:gd name="connsiteY175" fmla="*/ 1719262 h 1890712"/>
              <a:gd name="connsiteX176" fmla="*/ 2369344 w 2543175"/>
              <a:gd name="connsiteY176" fmla="*/ 1724025 h 1890712"/>
              <a:gd name="connsiteX177" fmla="*/ 2376488 w 2543175"/>
              <a:gd name="connsiteY177" fmla="*/ 1731169 h 1890712"/>
              <a:gd name="connsiteX178" fmla="*/ 2428876 w 2543175"/>
              <a:gd name="connsiteY178" fmla="*/ 1785938 h 1890712"/>
              <a:gd name="connsiteX179" fmla="*/ 2466975 w 2543175"/>
              <a:gd name="connsiteY179" fmla="*/ 1783556 h 1890712"/>
              <a:gd name="connsiteX180" fmla="*/ 2481263 w 2543175"/>
              <a:gd name="connsiteY180" fmla="*/ 1795462 h 1890712"/>
              <a:gd name="connsiteX181" fmla="*/ 2486025 w 2543175"/>
              <a:gd name="connsiteY181" fmla="*/ 1802606 h 1890712"/>
              <a:gd name="connsiteX182" fmla="*/ 2493169 w 2543175"/>
              <a:gd name="connsiteY182" fmla="*/ 1807369 h 1890712"/>
              <a:gd name="connsiteX183" fmla="*/ 2495550 w 2543175"/>
              <a:gd name="connsiteY183" fmla="*/ 1816894 h 1890712"/>
              <a:gd name="connsiteX184" fmla="*/ 2497932 w 2543175"/>
              <a:gd name="connsiteY184" fmla="*/ 1824037 h 1890712"/>
              <a:gd name="connsiteX185" fmla="*/ 2514600 w 2543175"/>
              <a:gd name="connsiteY185" fmla="*/ 1850231 h 1890712"/>
              <a:gd name="connsiteX186" fmla="*/ 2519363 w 2543175"/>
              <a:gd name="connsiteY186" fmla="*/ 1857375 h 1890712"/>
              <a:gd name="connsiteX187" fmla="*/ 2540794 w 2543175"/>
              <a:gd name="connsiteY187" fmla="*/ 1883569 h 1890712"/>
              <a:gd name="connsiteX188" fmla="*/ 2543175 w 2543175"/>
              <a:gd name="connsiteY188"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59819 w 2543175"/>
              <a:gd name="connsiteY175" fmla="*/ 1719262 h 1890712"/>
              <a:gd name="connsiteX176" fmla="*/ 2369344 w 2543175"/>
              <a:gd name="connsiteY176" fmla="*/ 1724025 h 1890712"/>
              <a:gd name="connsiteX177" fmla="*/ 2428876 w 2543175"/>
              <a:gd name="connsiteY177" fmla="*/ 1785938 h 1890712"/>
              <a:gd name="connsiteX178" fmla="*/ 2466975 w 2543175"/>
              <a:gd name="connsiteY178" fmla="*/ 1783556 h 1890712"/>
              <a:gd name="connsiteX179" fmla="*/ 2481263 w 2543175"/>
              <a:gd name="connsiteY179" fmla="*/ 1795462 h 1890712"/>
              <a:gd name="connsiteX180" fmla="*/ 2486025 w 2543175"/>
              <a:gd name="connsiteY180" fmla="*/ 1802606 h 1890712"/>
              <a:gd name="connsiteX181" fmla="*/ 2493169 w 2543175"/>
              <a:gd name="connsiteY181" fmla="*/ 1807369 h 1890712"/>
              <a:gd name="connsiteX182" fmla="*/ 2495550 w 2543175"/>
              <a:gd name="connsiteY182" fmla="*/ 1816894 h 1890712"/>
              <a:gd name="connsiteX183" fmla="*/ 2497932 w 2543175"/>
              <a:gd name="connsiteY183" fmla="*/ 1824037 h 1890712"/>
              <a:gd name="connsiteX184" fmla="*/ 2514600 w 2543175"/>
              <a:gd name="connsiteY184" fmla="*/ 1850231 h 1890712"/>
              <a:gd name="connsiteX185" fmla="*/ 2519363 w 2543175"/>
              <a:gd name="connsiteY185" fmla="*/ 1857375 h 1890712"/>
              <a:gd name="connsiteX186" fmla="*/ 2540794 w 2543175"/>
              <a:gd name="connsiteY186" fmla="*/ 1883569 h 1890712"/>
              <a:gd name="connsiteX187" fmla="*/ 2543175 w 2543175"/>
              <a:gd name="connsiteY187"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69344 w 2543175"/>
              <a:gd name="connsiteY175" fmla="*/ 1724025 h 1890712"/>
              <a:gd name="connsiteX176" fmla="*/ 2428876 w 2543175"/>
              <a:gd name="connsiteY176" fmla="*/ 1785938 h 1890712"/>
              <a:gd name="connsiteX177" fmla="*/ 2466975 w 2543175"/>
              <a:gd name="connsiteY177" fmla="*/ 1783556 h 1890712"/>
              <a:gd name="connsiteX178" fmla="*/ 2481263 w 2543175"/>
              <a:gd name="connsiteY178" fmla="*/ 1795462 h 1890712"/>
              <a:gd name="connsiteX179" fmla="*/ 2486025 w 2543175"/>
              <a:gd name="connsiteY179" fmla="*/ 1802606 h 1890712"/>
              <a:gd name="connsiteX180" fmla="*/ 2493169 w 2543175"/>
              <a:gd name="connsiteY180" fmla="*/ 1807369 h 1890712"/>
              <a:gd name="connsiteX181" fmla="*/ 2495550 w 2543175"/>
              <a:gd name="connsiteY181" fmla="*/ 1816894 h 1890712"/>
              <a:gd name="connsiteX182" fmla="*/ 2497932 w 2543175"/>
              <a:gd name="connsiteY182" fmla="*/ 1824037 h 1890712"/>
              <a:gd name="connsiteX183" fmla="*/ 2514600 w 2543175"/>
              <a:gd name="connsiteY183" fmla="*/ 1850231 h 1890712"/>
              <a:gd name="connsiteX184" fmla="*/ 2519363 w 2543175"/>
              <a:gd name="connsiteY184" fmla="*/ 1857375 h 1890712"/>
              <a:gd name="connsiteX185" fmla="*/ 2540794 w 2543175"/>
              <a:gd name="connsiteY185" fmla="*/ 1883569 h 1890712"/>
              <a:gd name="connsiteX186" fmla="*/ 2543175 w 2543175"/>
              <a:gd name="connsiteY18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8863 w 2543175"/>
              <a:gd name="connsiteY172" fmla="*/ 1697831 h 1890712"/>
              <a:gd name="connsiteX173" fmla="*/ 2350294 w 2543175"/>
              <a:gd name="connsiteY173" fmla="*/ 1712119 h 1890712"/>
              <a:gd name="connsiteX174" fmla="*/ 2369344 w 2543175"/>
              <a:gd name="connsiteY174" fmla="*/ 1724025 h 1890712"/>
              <a:gd name="connsiteX175" fmla="*/ 2428876 w 2543175"/>
              <a:gd name="connsiteY175" fmla="*/ 1785938 h 1890712"/>
              <a:gd name="connsiteX176" fmla="*/ 2466975 w 2543175"/>
              <a:gd name="connsiteY176" fmla="*/ 1783556 h 1890712"/>
              <a:gd name="connsiteX177" fmla="*/ 2481263 w 2543175"/>
              <a:gd name="connsiteY177" fmla="*/ 1795462 h 1890712"/>
              <a:gd name="connsiteX178" fmla="*/ 2486025 w 2543175"/>
              <a:gd name="connsiteY178" fmla="*/ 1802606 h 1890712"/>
              <a:gd name="connsiteX179" fmla="*/ 2493169 w 2543175"/>
              <a:gd name="connsiteY179" fmla="*/ 1807369 h 1890712"/>
              <a:gd name="connsiteX180" fmla="*/ 2495550 w 2543175"/>
              <a:gd name="connsiteY180" fmla="*/ 1816894 h 1890712"/>
              <a:gd name="connsiteX181" fmla="*/ 2497932 w 2543175"/>
              <a:gd name="connsiteY181" fmla="*/ 1824037 h 1890712"/>
              <a:gd name="connsiteX182" fmla="*/ 2514600 w 2543175"/>
              <a:gd name="connsiteY182" fmla="*/ 1850231 h 1890712"/>
              <a:gd name="connsiteX183" fmla="*/ 2519363 w 2543175"/>
              <a:gd name="connsiteY183" fmla="*/ 1857375 h 1890712"/>
              <a:gd name="connsiteX184" fmla="*/ 2540794 w 2543175"/>
              <a:gd name="connsiteY184" fmla="*/ 1883569 h 1890712"/>
              <a:gd name="connsiteX185" fmla="*/ 2543175 w 2543175"/>
              <a:gd name="connsiteY185"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12194 w 2543175"/>
              <a:gd name="connsiteY170" fmla="*/ 1685925 h 1890712"/>
              <a:gd name="connsiteX171" fmla="*/ 2328863 w 2543175"/>
              <a:gd name="connsiteY171" fmla="*/ 1697831 h 1890712"/>
              <a:gd name="connsiteX172" fmla="*/ 2350294 w 2543175"/>
              <a:gd name="connsiteY172" fmla="*/ 1712119 h 1890712"/>
              <a:gd name="connsiteX173" fmla="*/ 2369344 w 2543175"/>
              <a:gd name="connsiteY173" fmla="*/ 1724025 h 1890712"/>
              <a:gd name="connsiteX174" fmla="*/ 2428876 w 2543175"/>
              <a:gd name="connsiteY174" fmla="*/ 1785938 h 1890712"/>
              <a:gd name="connsiteX175" fmla="*/ 2466975 w 2543175"/>
              <a:gd name="connsiteY175" fmla="*/ 1783556 h 1890712"/>
              <a:gd name="connsiteX176" fmla="*/ 2481263 w 2543175"/>
              <a:gd name="connsiteY176" fmla="*/ 1795462 h 1890712"/>
              <a:gd name="connsiteX177" fmla="*/ 2486025 w 2543175"/>
              <a:gd name="connsiteY177" fmla="*/ 1802606 h 1890712"/>
              <a:gd name="connsiteX178" fmla="*/ 2493169 w 2543175"/>
              <a:gd name="connsiteY178" fmla="*/ 1807369 h 1890712"/>
              <a:gd name="connsiteX179" fmla="*/ 2495550 w 2543175"/>
              <a:gd name="connsiteY179" fmla="*/ 1816894 h 1890712"/>
              <a:gd name="connsiteX180" fmla="*/ 2497932 w 2543175"/>
              <a:gd name="connsiteY180" fmla="*/ 1824037 h 1890712"/>
              <a:gd name="connsiteX181" fmla="*/ 2514600 w 2543175"/>
              <a:gd name="connsiteY181" fmla="*/ 1850231 h 1890712"/>
              <a:gd name="connsiteX182" fmla="*/ 2519363 w 2543175"/>
              <a:gd name="connsiteY182" fmla="*/ 1857375 h 1890712"/>
              <a:gd name="connsiteX183" fmla="*/ 2540794 w 2543175"/>
              <a:gd name="connsiteY183" fmla="*/ 1883569 h 1890712"/>
              <a:gd name="connsiteX184" fmla="*/ 2543175 w 2543175"/>
              <a:gd name="connsiteY18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12194 w 2543175"/>
              <a:gd name="connsiteY170" fmla="*/ 1685925 h 1890712"/>
              <a:gd name="connsiteX171" fmla="*/ 2328863 w 2543175"/>
              <a:gd name="connsiteY171" fmla="*/ 1697831 h 1890712"/>
              <a:gd name="connsiteX172" fmla="*/ 2350294 w 2543175"/>
              <a:gd name="connsiteY172" fmla="*/ 1712119 h 1890712"/>
              <a:gd name="connsiteX173" fmla="*/ 2369344 w 2543175"/>
              <a:gd name="connsiteY173" fmla="*/ 1724025 h 1890712"/>
              <a:gd name="connsiteX174" fmla="*/ 2428876 w 2543175"/>
              <a:gd name="connsiteY174" fmla="*/ 1785938 h 1890712"/>
              <a:gd name="connsiteX175" fmla="*/ 2466975 w 2543175"/>
              <a:gd name="connsiteY175" fmla="*/ 1783556 h 1890712"/>
              <a:gd name="connsiteX176" fmla="*/ 2481263 w 2543175"/>
              <a:gd name="connsiteY176" fmla="*/ 1795462 h 1890712"/>
              <a:gd name="connsiteX177" fmla="*/ 2486025 w 2543175"/>
              <a:gd name="connsiteY177" fmla="*/ 1802606 h 1890712"/>
              <a:gd name="connsiteX178" fmla="*/ 2495550 w 2543175"/>
              <a:gd name="connsiteY178" fmla="*/ 1816894 h 1890712"/>
              <a:gd name="connsiteX179" fmla="*/ 2497932 w 2543175"/>
              <a:gd name="connsiteY179" fmla="*/ 1824037 h 1890712"/>
              <a:gd name="connsiteX180" fmla="*/ 2514600 w 2543175"/>
              <a:gd name="connsiteY180" fmla="*/ 1850231 h 1890712"/>
              <a:gd name="connsiteX181" fmla="*/ 2519363 w 2543175"/>
              <a:gd name="connsiteY181" fmla="*/ 1857375 h 1890712"/>
              <a:gd name="connsiteX182" fmla="*/ 2540794 w 2543175"/>
              <a:gd name="connsiteY182" fmla="*/ 1883569 h 1890712"/>
              <a:gd name="connsiteX183" fmla="*/ 2543175 w 2543175"/>
              <a:gd name="connsiteY183"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12194 w 2543175"/>
              <a:gd name="connsiteY170" fmla="*/ 1685925 h 1890712"/>
              <a:gd name="connsiteX171" fmla="*/ 2328863 w 2543175"/>
              <a:gd name="connsiteY171" fmla="*/ 1697831 h 1890712"/>
              <a:gd name="connsiteX172" fmla="*/ 2350294 w 2543175"/>
              <a:gd name="connsiteY172" fmla="*/ 1712119 h 1890712"/>
              <a:gd name="connsiteX173" fmla="*/ 2369344 w 2543175"/>
              <a:gd name="connsiteY173" fmla="*/ 1724025 h 1890712"/>
              <a:gd name="connsiteX174" fmla="*/ 2428876 w 2543175"/>
              <a:gd name="connsiteY174" fmla="*/ 1785938 h 1890712"/>
              <a:gd name="connsiteX175" fmla="*/ 2466975 w 2543175"/>
              <a:gd name="connsiteY175" fmla="*/ 1783556 h 1890712"/>
              <a:gd name="connsiteX176" fmla="*/ 2481263 w 2543175"/>
              <a:gd name="connsiteY176" fmla="*/ 1795462 h 1890712"/>
              <a:gd name="connsiteX177" fmla="*/ 2486025 w 2543175"/>
              <a:gd name="connsiteY177" fmla="*/ 1802606 h 1890712"/>
              <a:gd name="connsiteX178" fmla="*/ 2497932 w 2543175"/>
              <a:gd name="connsiteY178" fmla="*/ 1824037 h 1890712"/>
              <a:gd name="connsiteX179" fmla="*/ 2514600 w 2543175"/>
              <a:gd name="connsiteY179" fmla="*/ 1850231 h 1890712"/>
              <a:gd name="connsiteX180" fmla="*/ 2519363 w 2543175"/>
              <a:gd name="connsiteY180" fmla="*/ 1857375 h 1890712"/>
              <a:gd name="connsiteX181" fmla="*/ 2540794 w 2543175"/>
              <a:gd name="connsiteY181" fmla="*/ 1883569 h 1890712"/>
              <a:gd name="connsiteX182" fmla="*/ 2543175 w 2543175"/>
              <a:gd name="connsiteY18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12194 w 2543175"/>
              <a:gd name="connsiteY170" fmla="*/ 1685925 h 1890712"/>
              <a:gd name="connsiteX171" fmla="*/ 2328863 w 2543175"/>
              <a:gd name="connsiteY171" fmla="*/ 1697831 h 1890712"/>
              <a:gd name="connsiteX172" fmla="*/ 2350294 w 2543175"/>
              <a:gd name="connsiteY172" fmla="*/ 1712119 h 1890712"/>
              <a:gd name="connsiteX173" fmla="*/ 2369344 w 2543175"/>
              <a:gd name="connsiteY173" fmla="*/ 1724025 h 1890712"/>
              <a:gd name="connsiteX174" fmla="*/ 2428876 w 2543175"/>
              <a:gd name="connsiteY174" fmla="*/ 1785938 h 1890712"/>
              <a:gd name="connsiteX175" fmla="*/ 2466975 w 2543175"/>
              <a:gd name="connsiteY175" fmla="*/ 1783556 h 1890712"/>
              <a:gd name="connsiteX176" fmla="*/ 2481263 w 2543175"/>
              <a:gd name="connsiteY176" fmla="*/ 1795462 h 1890712"/>
              <a:gd name="connsiteX177" fmla="*/ 2486025 w 2543175"/>
              <a:gd name="connsiteY177" fmla="*/ 1802606 h 1890712"/>
              <a:gd name="connsiteX178" fmla="*/ 2514600 w 2543175"/>
              <a:gd name="connsiteY178" fmla="*/ 1850231 h 1890712"/>
              <a:gd name="connsiteX179" fmla="*/ 2519363 w 2543175"/>
              <a:gd name="connsiteY179" fmla="*/ 1857375 h 1890712"/>
              <a:gd name="connsiteX180" fmla="*/ 2540794 w 2543175"/>
              <a:gd name="connsiteY180" fmla="*/ 1883569 h 1890712"/>
              <a:gd name="connsiteX181" fmla="*/ 2543175 w 2543175"/>
              <a:gd name="connsiteY181"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302419 w 2543175"/>
              <a:gd name="connsiteY26" fmla="*/ 204787 h 1890712"/>
              <a:gd name="connsiteX27" fmla="*/ 309563 w 2543175"/>
              <a:gd name="connsiteY27" fmla="*/ 209550 h 1890712"/>
              <a:gd name="connsiteX28" fmla="*/ 319088 w 2543175"/>
              <a:gd name="connsiteY28" fmla="*/ 219075 h 1890712"/>
              <a:gd name="connsiteX29" fmla="*/ 333375 w 2543175"/>
              <a:gd name="connsiteY29" fmla="*/ 228600 h 1890712"/>
              <a:gd name="connsiteX30" fmla="*/ 340519 w 2543175"/>
              <a:gd name="connsiteY30" fmla="*/ 233362 h 1890712"/>
              <a:gd name="connsiteX31" fmla="*/ 354807 w 2543175"/>
              <a:gd name="connsiteY31" fmla="*/ 247650 h 1890712"/>
              <a:gd name="connsiteX32" fmla="*/ 366713 w 2543175"/>
              <a:gd name="connsiteY32" fmla="*/ 264319 h 1890712"/>
              <a:gd name="connsiteX33" fmla="*/ 371475 w 2543175"/>
              <a:gd name="connsiteY33" fmla="*/ 271462 h 1890712"/>
              <a:gd name="connsiteX34" fmla="*/ 378619 w 2543175"/>
              <a:gd name="connsiteY34" fmla="*/ 276225 h 1890712"/>
              <a:gd name="connsiteX35" fmla="*/ 385763 w 2543175"/>
              <a:gd name="connsiteY35" fmla="*/ 283369 h 1890712"/>
              <a:gd name="connsiteX36" fmla="*/ 395288 w 2543175"/>
              <a:gd name="connsiteY36" fmla="*/ 288131 h 1890712"/>
              <a:gd name="connsiteX37" fmla="*/ 404813 w 2543175"/>
              <a:gd name="connsiteY37" fmla="*/ 295275 h 1890712"/>
              <a:gd name="connsiteX38" fmla="*/ 411957 w 2543175"/>
              <a:gd name="connsiteY38" fmla="*/ 297656 h 1890712"/>
              <a:gd name="connsiteX39" fmla="*/ 421482 w 2543175"/>
              <a:gd name="connsiteY39" fmla="*/ 302419 h 1890712"/>
              <a:gd name="connsiteX40" fmla="*/ 447675 w 2543175"/>
              <a:gd name="connsiteY40" fmla="*/ 307181 h 1890712"/>
              <a:gd name="connsiteX41" fmla="*/ 461963 w 2543175"/>
              <a:gd name="connsiteY41" fmla="*/ 321469 h 1890712"/>
              <a:gd name="connsiteX42" fmla="*/ 466725 w 2543175"/>
              <a:gd name="connsiteY42" fmla="*/ 328612 h 1890712"/>
              <a:gd name="connsiteX43" fmla="*/ 476250 w 2543175"/>
              <a:gd name="connsiteY43" fmla="*/ 335756 h 1890712"/>
              <a:gd name="connsiteX44" fmla="*/ 481013 w 2543175"/>
              <a:gd name="connsiteY44" fmla="*/ 342900 h 1890712"/>
              <a:gd name="connsiteX45" fmla="*/ 490538 w 2543175"/>
              <a:gd name="connsiteY45" fmla="*/ 352425 h 1890712"/>
              <a:gd name="connsiteX46" fmla="*/ 495300 w 2543175"/>
              <a:gd name="connsiteY46" fmla="*/ 359569 h 1890712"/>
              <a:gd name="connsiteX47" fmla="*/ 509588 w 2543175"/>
              <a:gd name="connsiteY47" fmla="*/ 376237 h 1890712"/>
              <a:gd name="connsiteX48" fmla="*/ 514350 w 2543175"/>
              <a:gd name="connsiteY48" fmla="*/ 383381 h 1890712"/>
              <a:gd name="connsiteX49" fmla="*/ 531019 w 2543175"/>
              <a:gd name="connsiteY49" fmla="*/ 397669 h 1890712"/>
              <a:gd name="connsiteX50" fmla="*/ 538163 w 2543175"/>
              <a:gd name="connsiteY50" fmla="*/ 407194 h 1890712"/>
              <a:gd name="connsiteX51" fmla="*/ 554832 w 2543175"/>
              <a:gd name="connsiteY51" fmla="*/ 421481 h 1890712"/>
              <a:gd name="connsiteX52" fmla="*/ 564357 w 2543175"/>
              <a:gd name="connsiteY52" fmla="*/ 431006 h 1890712"/>
              <a:gd name="connsiteX53" fmla="*/ 573882 w 2543175"/>
              <a:gd name="connsiteY53" fmla="*/ 438150 h 1890712"/>
              <a:gd name="connsiteX54" fmla="*/ 595313 w 2543175"/>
              <a:gd name="connsiteY54" fmla="*/ 454819 h 1890712"/>
              <a:gd name="connsiteX55" fmla="*/ 602457 w 2543175"/>
              <a:gd name="connsiteY55" fmla="*/ 457200 h 1890712"/>
              <a:gd name="connsiteX56" fmla="*/ 628650 w 2543175"/>
              <a:gd name="connsiteY56" fmla="*/ 469106 h 1890712"/>
              <a:gd name="connsiteX57" fmla="*/ 645319 w 2543175"/>
              <a:gd name="connsiteY57" fmla="*/ 483394 h 1890712"/>
              <a:gd name="connsiteX58" fmla="*/ 654844 w 2543175"/>
              <a:gd name="connsiteY58" fmla="*/ 488156 h 1890712"/>
              <a:gd name="connsiteX59" fmla="*/ 661988 w 2543175"/>
              <a:gd name="connsiteY59" fmla="*/ 497681 h 1890712"/>
              <a:gd name="connsiteX60" fmla="*/ 683419 w 2543175"/>
              <a:gd name="connsiteY60" fmla="*/ 514350 h 1890712"/>
              <a:gd name="connsiteX61" fmla="*/ 700088 w 2543175"/>
              <a:gd name="connsiteY61" fmla="*/ 526256 h 1890712"/>
              <a:gd name="connsiteX62" fmla="*/ 709613 w 2543175"/>
              <a:gd name="connsiteY62" fmla="*/ 535781 h 1890712"/>
              <a:gd name="connsiteX63" fmla="*/ 719138 w 2543175"/>
              <a:gd name="connsiteY63" fmla="*/ 542925 h 1890712"/>
              <a:gd name="connsiteX64" fmla="*/ 733425 w 2543175"/>
              <a:gd name="connsiteY64" fmla="*/ 557212 h 1890712"/>
              <a:gd name="connsiteX65" fmla="*/ 750094 w 2543175"/>
              <a:gd name="connsiteY65" fmla="*/ 569119 h 1890712"/>
              <a:gd name="connsiteX66" fmla="*/ 769144 w 2543175"/>
              <a:gd name="connsiteY66" fmla="*/ 581025 h 1890712"/>
              <a:gd name="connsiteX67" fmla="*/ 785813 w 2543175"/>
              <a:gd name="connsiteY67" fmla="*/ 590550 h 1890712"/>
              <a:gd name="connsiteX68" fmla="*/ 792957 w 2543175"/>
              <a:gd name="connsiteY68" fmla="*/ 600075 h 1890712"/>
              <a:gd name="connsiteX69" fmla="*/ 809625 w 2543175"/>
              <a:gd name="connsiteY69" fmla="*/ 611981 h 1890712"/>
              <a:gd name="connsiteX70" fmla="*/ 816769 w 2543175"/>
              <a:gd name="connsiteY70" fmla="*/ 619125 h 1890712"/>
              <a:gd name="connsiteX71" fmla="*/ 826294 w 2543175"/>
              <a:gd name="connsiteY71" fmla="*/ 626269 h 1890712"/>
              <a:gd name="connsiteX72" fmla="*/ 840582 w 2543175"/>
              <a:gd name="connsiteY72" fmla="*/ 638175 h 1890712"/>
              <a:gd name="connsiteX73" fmla="*/ 847725 w 2543175"/>
              <a:gd name="connsiteY73" fmla="*/ 645319 h 1890712"/>
              <a:gd name="connsiteX74" fmla="*/ 857250 w 2543175"/>
              <a:gd name="connsiteY74" fmla="*/ 652462 h 1890712"/>
              <a:gd name="connsiteX75" fmla="*/ 864394 w 2543175"/>
              <a:gd name="connsiteY75" fmla="*/ 657225 h 1890712"/>
              <a:gd name="connsiteX76" fmla="*/ 888207 w 2543175"/>
              <a:gd name="connsiteY76" fmla="*/ 676275 h 1890712"/>
              <a:gd name="connsiteX77" fmla="*/ 895350 w 2543175"/>
              <a:gd name="connsiteY77" fmla="*/ 681037 h 1890712"/>
              <a:gd name="connsiteX78" fmla="*/ 907257 w 2543175"/>
              <a:gd name="connsiteY78" fmla="*/ 683419 h 1890712"/>
              <a:gd name="connsiteX79" fmla="*/ 928688 w 2543175"/>
              <a:gd name="connsiteY79" fmla="*/ 695325 h 1890712"/>
              <a:gd name="connsiteX80" fmla="*/ 942975 w 2543175"/>
              <a:gd name="connsiteY80" fmla="*/ 700087 h 1890712"/>
              <a:gd name="connsiteX81" fmla="*/ 964407 w 2543175"/>
              <a:gd name="connsiteY81" fmla="*/ 716756 h 1890712"/>
              <a:gd name="connsiteX82" fmla="*/ 971550 w 2543175"/>
              <a:gd name="connsiteY82" fmla="*/ 723900 h 1890712"/>
              <a:gd name="connsiteX83" fmla="*/ 983457 w 2543175"/>
              <a:gd name="connsiteY83" fmla="*/ 733425 h 1890712"/>
              <a:gd name="connsiteX84" fmla="*/ 990600 w 2543175"/>
              <a:gd name="connsiteY84" fmla="*/ 738187 h 1890712"/>
              <a:gd name="connsiteX85" fmla="*/ 1007269 w 2543175"/>
              <a:gd name="connsiteY85" fmla="*/ 752475 h 1890712"/>
              <a:gd name="connsiteX86" fmla="*/ 1031082 w 2543175"/>
              <a:gd name="connsiteY86" fmla="*/ 766762 h 1890712"/>
              <a:gd name="connsiteX87" fmla="*/ 1042988 w 2543175"/>
              <a:gd name="connsiteY87" fmla="*/ 773906 h 1890712"/>
              <a:gd name="connsiteX88" fmla="*/ 1071563 w 2543175"/>
              <a:gd name="connsiteY88" fmla="*/ 785812 h 1890712"/>
              <a:gd name="connsiteX89" fmla="*/ 1097757 w 2543175"/>
              <a:gd name="connsiteY89" fmla="*/ 807244 h 1890712"/>
              <a:gd name="connsiteX90" fmla="*/ 1104900 w 2543175"/>
              <a:gd name="connsiteY90" fmla="*/ 814387 h 1890712"/>
              <a:gd name="connsiteX91" fmla="*/ 1121569 w 2543175"/>
              <a:gd name="connsiteY91" fmla="*/ 823912 h 1890712"/>
              <a:gd name="connsiteX92" fmla="*/ 1138238 w 2543175"/>
              <a:gd name="connsiteY92" fmla="*/ 835819 h 1890712"/>
              <a:gd name="connsiteX93" fmla="*/ 1147763 w 2543175"/>
              <a:gd name="connsiteY93" fmla="*/ 842962 h 1890712"/>
              <a:gd name="connsiteX94" fmla="*/ 1157288 w 2543175"/>
              <a:gd name="connsiteY94" fmla="*/ 847725 h 1890712"/>
              <a:gd name="connsiteX95" fmla="*/ 1178719 w 2543175"/>
              <a:gd name="connsiteY95" fmla="*/ 859631 h 1890712"/>
              <a:gd name="connsiteX96" fmla="*/ 1188244 w 2543175"/>
              <a:gd name="connsiteY96" fmla="*/ 866775 h 1890712"/>
              <a:gd name="connsiteX97" fmla="*/ 1195388 w 2543175"/>
              <a:gd name="connsiteY97" fmla="*/ 871537 h 1890712"/>
              <a:gd name="connsiteX98" fmla="*/ 1212057 w 2543175"/>
              <a:gd name="connsiteY98" fmla="*/ 883444 h 1890712"/>
              <a:gd name="connsiteX99" fmla="*/ 1226344 w 2543175"/>
              <a:gd name="connsiteY99" fmla="*/ 895350 h 1890712"/>
              <a:gd name="connsiteX100" fmla="*/ 1245394 w 2543175"/>
              <a:gd name="connsiteY100" fmla="*/ 907256 h 1890712"/>
              <a:gd name="connsiteX101" fmla="*/ 1254919 w 2543175"/>
              <a:gd name="connsiteY101" fmla="*/ 914400 h 1890712"/>
              <a:gd name="connsiteX102" fmla="*/ 1269207 w 2543175"/>
              <a:gd name="connsiteY102" fmla="*/ 921544 h 1890712"/>
              <a:gd name="connsiteX103" fmla="*/ 1290638 w 2543175"/>
              <a:gd name="connsiteY103" fmla="*/ 935831 h 1890712"/>
              <a:gd name="connsiteX104" fmla="*/ 1307307 w 2543175"/>
              <a:gd name="connsiteY104" fmla="*/ 952500 h 1890712"/>
              <a:gd name="connsiteX105" fmla="*/ 1333500 w 2543175"/>
              <a:gd name="connsiteY105" fmla="*/ 971550 h 1890712"/>
              <a:gd name="connsiteX106" fmla="*/ 1359694 w 2543175"/>
              <a:gd name="connsiteY106" fmla="*/ 990600 h 1890712"/>
              <a:gd name="connsiteX107" fmla="*/ 1373982 w 2543175"/>
              <a:gd name="connsiteY107" fmla="*/ 997744 h 1890712"/>
              <a:gd name="connsiteX108" fmla="*/ 1388269 w 2543175"/>
              <a:gd name="connsiteY108" fmla="*/ 1007269 h 1890712"/>
              <a:gd name="connsiteX109" fmla="*/ 1414463 w 2543175"/>
              <a:gd name="connsiteY109" fmla="*/ 1019175 h 1890712"/>
              <a:gd name="connsiteX110" fmla="*/ 1428750 w 2543175"/>
              <a:gd name="connsiteY110" fmla="*/ 1026319 h 1890712"/>
              <a:gd name="connsiteX111" fmla="*/ 1471613 w 2543175"/>
              <a:gd name="connsiteY111" fmla="*/ 1059656 h 1890712"/>
              <a:gd name="connsiteX112" fmla="*/ 1495425 w 2543175"/>
              <a:gd name="connsiteY112" fmla="*/ 1088231 h 1890712"/>
              <a:gd name="connsiteX113" fmla="*/ 1547812 w 2543175"/>
              <a:gd name="connsiteY113" fmla="*/ 1133475 h 1890712"/>
              <a:gd name="connsiteX114" fmla="*/ 1597819 w 2543175"/>
              <a:gd name="connsiteY114" fmla="*/ 1154906 h 1890712"/>
              <a:gd name="connsiteX115" fmla="*/ 1604963 w 2543175"/>
              <a:gd name="connsiteY115" fmla="*/ 1162050 h 1890712"/>
              <a:gd name="connsiteX116" fmla="*/ 1612107 w 2543175"/>
              <a:gd name="connsiteY116" fmla="*/ 1166812 h 1890712"/>
              <a:gd name="connsiteX117" fmla="*/ 1628775 w 2543175"/>
              <a:gd name="connsiteY117" fmla="*/ 1183481 h 1890712"/>
              <a:gd name="connsiteX118" fmla="*/ 1662113 w 2543175"/>
              <a:gd name="connsiteY118" fmla="*/ 1209675 h 1890712"/>
              <a:gd name="connsiteX119" fmla="*/ 1678782 w 2543175"/>
              <a:gd name="connsiteY119" fmla="*/ 1226344 h 1890712"/>
              <a:gd name="connsiteX120" fmla="*/ 1700213 w 2543175"/>
              <a:gd name="connsiteY120" fmla="*/ 1247775 h 1890712"/>
              <a:gd name="connsiteX121" fmla="*/ 1712119 w 2543175"/>
              <a:gd name="connsiteY121" fmla="*/ 1259681 h 1890712"/>
              <a:gd name="connsiteX122" fmla="*/ 1733550 w 2543175"/>
              <a:gd name="connsiteY122" fmla="*/ 1273969 h 1890712"/>
              <a:gd name="connsiteX123" fmla="*/ 1743075 w 2543175"/>
              <a:gd name="connsiteY123" fmla="*/ 1283494 h 1890712"/>
              <a:gd name="connsiteX124" fmla="*/ 1754982 w 2543175"/>
              <a:gd name="connsiteY124" fmla="*/ 1290637 h 1890712"/>
              <a:gd name="connsiteX125" fmla="*/ 1766888 w 2543175"/>
              <a:gd name="connsiteY125" fmla="*/ 1300162 h 1890712"/>
              <a:gd name="connsiteX126" fmla="*/ 1783557 w 2543175"/>
              <a:gd name="connsiteY126" fmla="*/ 1307306 h 1890712"/>
              <a:gd name="connsiteX127" fmla="*/ 1790700 w 2543175"/>
              <a:gd name="connsiteY127" fmla="*/ 1312069 h 1890712"/>
              <a:gd name="connsiteX128" fmla="*/ 1800225 w 2543175"/>
              <a:gd name="connsiteY128" fmla="*/ 1319212 h 1890712"/>
              <a:gd name="connsiteX129" fmla="*/ 1807369 w 2543175"/>
              <a:gd name="connsiteY129" fmla="*/ 1321594 h 1890712"/>
              <a:gd name="connsiteX130" fmla="*/ 1824038 w 2543175"/>
              <a:gd name="connsiteY130" fmla="*/ 1333500 h 1890712"/>
              <a:gd name="connsiteX131" fmla="*/ 1843088 w 2543175"/>
              <a:gd name="connsiteY131" fmla="*/ 1352550 h 1890712"/>
              <a:gd name="connsiteX132" fmla="*/ 1852613 w 2543175"/>
              <a:gd name="connsiteY132" fmla="*/ 1359694 h 1890712"/>
              <a:gd name="connsiteX133" fmla="*/ 1859757 w 2543175"/>
              <a:gd name="connsiteY133" fmla="*/ 1366837 h 1890712"/>
              <a:gd name="connsiteX134" fmla="*/ 1869282 w 2543175"/>
              <a:gd name="connsiteY134" fmla="*/ 1371600 h 1890712"/>
              <a:gd name="connsiteX135" fmla="*/ 1883569 w 2543175"/>
              <a:gd name="connsiteY135" fmla="*/ 1388269 h 1890712"/>
              <a:gd name="connsiteX136" fmla="*/ 1893094 w 2543175"/>
              <a:gd name="connsiteY136" fmla="*/ 1395412 h 1890712"/>
              <a:gd name="connsiteX137" fmla="*/ 1902619 w 2543175"/>
              <a:gd name="connsiteY137" fmla="*/ 1404937 h 1890712"/>
              <a:gd name="connsiteX138" fmla="*/ 1912144 w 2543175"/>
              <a:gd name="connsiteY138" fmla="*/ 1409700 h 1890712"/>
              <a:gd name="connsiteX139" fmla="*/ 1931194 w 2543175"/>
              <a:gd name="connsiteY139" fmla="*/ 1421606 h 1890712"/>
              <a:gd name="connsiteX140" fmla="*/ 1935957 w 2543175"/>
              <a:gd name="connsiteY140" fmla="*/ 1428750 h 1890712"/>
              <a:gd name="connsiteX141" fmla="*/ 1952625 w 2543175"/>
              <a:gd name="connsiteY141" fmla="*/ 1438275 h 1890712"/>
              <a:gd name="connsiteX142" fmla="*/ 1971675 w 2543175"/>
              <a:gd name="connsiteY142" fmla="*/ 1450181 h 1890712"/>
              <a:gd name="connsiteX143" fmla="*/ 1981200 w 2543175"/>
              <a:gd name="connsiteY143" fmla="*/ 1454944 h 1890712"/>
              <a:gd name="connsiteX144" fmla="*/ 1997869 w 2543175"/>
              <a:gd name="connsiteY144" fmla="*/ 1471612 h 1890712"/>
              <a:gd name="connsiteX145" fmla="*/ 2007394 w 2543175"/>
              <a:gd name="connsiteY145" fmla="*/ 1478756 h 1890712"/>
              <a:gd name="connsiteX146" fmla="*/ 2016919 w 2543175"/>
              <a:gd name="connsiteY146" fmla="*/ 1483519 h 1890712"/>
              <a:gd name="connsiteX147" fmla="*/ 2024063 w 2543175"/>
              <a:gd name="connsiteY147" fmla="*/ 1490662 h 1890712"/>
              <a:gd name="connsiteX148" fmla="*/ 2033588 w 2543175"/>
              <a:gd name="connsiteY148" fmla="*/ 1495425 h 1890712"/>
              <a:gd name="connsiteX149" fmla="*/ 2040732 w 2543175"/>
              <a:gd name="connsiteY149" fmla="*/ 1502569 h 1890712"/>
              <a:gd name="connsiteX150" fmla="*/ 2047875 w 2543175"/>
              <a:gd name="connsiteY150" fmla="*/ 1507331 h 1890712"/>
              <a:gd name="connsiteX151" fmla="*/ 2057400 w 2543175"/>
              <a:gd name="connsiteY151" fmla="*/ 1514475 h 1890712"/>
              <a:gd name="connsiteX152" fmla="*/ 2064544 w 2543175"/>
              <a:gd name="connsiteY152" fmla="*/ 1519237 h 1890712"/>
              <a:gd name="connsiteX153" fmla="*/ 2071688 w 2543175"/>
              <a:gd name="connsiteY153" fmla="*/ 1526381 h 1890712"/>
              <a:gd name="connsiteX154" fmla="*/ 2081213 w 2543175"/>
              <a:gd name="connsiteY154" fmla="*/ 1531144 h 1890712"/>
              <a:gd name="connsiteX155" fmla="*/ 2090738 w 2543175"/>
              <a:gd name="connsiteY155" fmla="*/ 1538287 h 1890712"/>
              <a:gd name="connsiteX156" fmla="*/ 2109788 w 2543175"/>
              <a:gd name="connsiteY156" fmla="*/ 1547812 h 1890712"/>
              <a:gd name="connsiteX157" fmla="*/ 2131219 w 2543175"/>
              <a:gd name="connsiteY157" fmla="*/ 1562100 h 1890712"/>
              <a:gd name="connsiteX158" fmla="*/ 2140744 w 2543175"/>
              <a:gd name="connsiteY158" fmla="*/ 1566862 h 1890712"/>
              <a:gd name="connsiteX159" fmla="*/ 2152650 w 2543175"/>
              <a:gd name="connsiteY159" fmla="*/ 1576387 h 1890712"/>
              <a:gd name="connsiteX160" fmla="*/ 2181225 w 2543175"/>
              <a:gd name="connsiteY160" fmla="*/ 1590675 h 1890712"/>
              <a:gd name="connsiteX161" fmla="*/ 2200275 w 2543175"/>
              <a:gd name="connsiteY161" fmla="*/ 1607344 h 1890712"/>
              <a:gd name="connsiteX162" fmla="*/ 2207419 w 2543175"/>
              <a:gd name="connsiteY162" fmla="*/ 1612106 h 1890712"/>
              <a:gd name="connsiteX163" fmla="*/ 2216944 w 2543175"/>
              <a:gd name="connsiteY163" fmla="*/ 1619250 h 1890712"/>
              <a:gd name="connsiteX164" fmla="*/ 2224088 w 2543175"/>
              <a:gd name="connsiteY164" fmla="*/ 1624012 h 1890712"/>
              <a:gd name="connsiteX165" fmla="*/ 2247900 w 2543175"/>
              <a:gd name="connsiteY165" fmla="*/ 1643062 h 1890712"/>
              <a:gd name="connsiteX166" fmla="*/ 2255044 w 2543175"/>
              <a:gd name="connsiteY166" fmla="*/ 1650206 h 1890712"/>
              <a:gd name="connsiteX167" fmla="*/ 2281238 w 2543175"/>
              <a:gd name="connsiteY167" fmla="*/ 1664494 h 1890712"/>
              <a:gd name="connsiteX168" fmla="*/ 2297907 w 2543175"/>
              <a:gd name="connsiteY168" fmla="*/ 1674019 h 1890712"/>
              <a:gd name="connsiteX169" fmla="*/ 2312194 w 2543175"/>
              <a:gd name="connsiteY169" fmla="*/ 1685925 h 1890712"/>
              <a:gd name="connsiteX170" fmla="*/ 2328863 w 2543175"/>
              <a:gd name="connsiteY170" fmla="*/ 1697831 h 1890712"/>
              <a:gd name="connsiteX171" fmla="*/ 2350294 w 2543175"/>
              <a:gd name="connsiteY171" fmla="*/ 1712119 h 1890712"/>
              <a:gd name="connsiteX172" fmla="*/ 2369344 w 2543175"/>
              <a:gd name="connsiteY172" fmla="*/ 1724025 h 1890712"/>
              <a:gd name="connsiteX173" fmla="*/ 2428876 w 2543175"/>
              <a:gd name="connsiteY173" fmla="*/ 1785938 h 1890712"/>
              <a:gd name="connsiteX174" fmla="*/ 2466975 w 2543175"/>
              <a:gd name="connsiteY174" fmla="*/ 1783556 h 1890712"/>
              <a:gd name="connsiteX175" fmla="*/ 2481263 w 2543175"/>
              <a:gd name="connsiteY175" fmla="*/ 1795462 h 1890712"/>
              <a:gd name="connsiteX176" fmla="*/ 2486025 w 2543175"/>
              <a:gd name="connsiteY176" fmla="*/ 1802606 h 1890712"/>
              <a:gd name="connsiteX177" fmla="*/ 2514600 w 2543175"/>
              <a:gd name="connsiteY177" fmla="*/ 1850231 h 1890712"/>
              <a:gd name="connsiteX178" fmla="*/ 2519363 w 2543175"/>
              <a:gd name="connsiteY178" fmla="*/ 1857375 h 1890712"/>
              <a:gd name="connsiteX179" fmla="*/ 2540794 w 2543175"/>
              <a:gd name="connsiteY179" fmla="*/ 1883569 h 1890712"/>
              <a:gd name="connsiteX180" fmla="*/ 2543175 w 2543175"/>
              <a:gd name="connsiteY18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302419 w 2543175"/>
              <a:gd name="connsiteY26" fmla="*/ 204787 h 1890712"/>
              <a:gd name="connsiteX27" fmla="*/ 309563 w 2543175"/>
              <a:gd name="connsiteY27" fmla="*/ 209550 h 1890712"/>
              <a:gd name="connsiteX28" fmla="*/ 333375 w 2543175"/>
              <a:gd name="connsiteY28" fmla="*/ 228600 h 1890712"/>
              <a:gd name="connsiteX29" fmla="*/ 340519 w 2543175"/>
              <a:gd name="connsiteY29" fmla="*/ 233362 h 1890712"/>
              <a:gd name="connsiteX30" fmla="*/ 354807 w 2543175"/>
              <a:gd name="connsiteY30" fmla="*/ 247650 h 1890712"/>
              <a:gd name="connsiteX31" fmla="*/ 366713 w 2543175"/>
              <a:gd name="connsiteY31" fmla="*/ 264319 h 1890712"/>
              <a:gd name="connsiteX32" fmla="*/ 371475 w 2543175"/>
              <a:gd name="connsiteY32" fmla="*/ 271462 h 1890712"/>
              <a:gd name="connsiteX33" fmla="*/ 378619 w 2543175"/>
              <a:gd name="connsiteY33" fmla="*/ 276225 h 1890712"/>
              <a:gd name="connsiteX34" fmla="*/ 385763 w 2543175"/>
              <a:gd name="connsiteY34" fmla="*/ 283369 h 1890712"/>
              <a:gd name="connsiteX35" fmla="*/ 395288 w 2543175"/>
              <a:gd name="connsiteY35" fmla="*/ 288131 h 1890712"/>
              <a:gd name="connsiteX36" fmla="*/ 404813 w 2543175"/>
              <a:gd name="connsiteY36" fmla="*/ 295275 h 1890712"/>
              <a:gd name="connsiteX37" fmla="*/ 411957 w 2543175"/>
              <a:gd name="connsiteY37" fmla="*/ 297656 h 1890712"/>
              <a:gd name="connsiteX38" fmla="*/ 421482 w 2543175"/>
              <a:gd name="connsiteY38" fmla="*/ 302419 h 1890712"/>
              <a:gd name="connsiteX39" fmla="*/ 447675 w 2543175"/>
              <a:gd name="connsiteY39" fmla="*/ 307181 h 1890712"/>
              <a:gd name="connsiteX40" fmla="*/ 461963 w 2543175"/>
              <a:gd name="connsiteY40" fmla="*/ 321469 h 1890712"/>
              <a:gd name="connsiteX41" fmla="*/ 466725 w 2543175"/>
              <a:gd name="connsiteY41" fmla="*/ 328612 h 1890712"/>
              <a:gd name="connsiteX42" fmla="*/ 476250 w 2543175"/>
              <a:gd name="connsiteY42" fmla="*/ 335756 h 1890712"/>
              <a:gd name="connsiteX43" fmla="*/ 481013 w 2543175"/>
              <a:gd name="connsiteY43" fmla="*/ 342900 h 1890712"/>
              <a:gd name="connsiteX44" fmla="*/ 490538 w 2543175"/>
              <a:gd name="connsiteY44" fmla="*/ 352425 h 1890712"/>
              <a:gd name="connsiteX45" fmla="*/ 495300 w 2543175"/>
              <a:gd name="connsiteY45" fmla="*/ 359569 h 1890712"/>
              <a:gd name="connsiteX46" fmla="*/ 509588 w 2543175"/>
              <a:gd name="connsiteY46" fmla="*/ 376237 h 1890712"/>
              <a:gd name="connsiteX47" fmla="*/ 514350 w 2543175"/>
              <a:gd name="connsiteY47" fmla="*/ 383381 h 1890712"/>
              <a:gd name="connsiteX48" fmla="*/ 531019 w 2543175"/>
              <a:gd name="connsiteY48" fmla="*/ 397669 h 1890712"/>
              <a:gd name="connsiteX49" fmla="*/ 538163 w 2543175"/>
              <a:gd name="connsiteY49" fmla="*/ 407194 h 1890712"/>
              <a:gd name="connsiteX50" fmla="*/ 554832 w 2543175"/>
              <a:gd name="connsiteY50" fmla="*/ 421481 h 1890712"/>
              <a:gd name="connsiteX51" fmla="*/ 564357 w 2543175"/>
              <a:gd name="connsiteY51" fmla="*/ 431006 h 1890712"/>
              <a:gd name="connsiteX52" fmla="*/ 573882 w 2543175"/>
              <a:gd name="connsiteY52" fmla="*/ 438150 h 1890712"/>
              <a:gd name="connsiteX53" fmla="*/ 595313 w 2543175"/>
              <a:gd name="connsiteY53" fmla="*/ 454819 h 1890712"/>
              <a:gd name="connsiteX54" fmla="*/ 602457 w 2543175"/>
              <a:gd name="connsiteY54" fmla="*/ 457200 h 1890712"/>
              <a:gd name="connsiteX55" fmla="*/ 628650 w 2543175"/>
              <a:gd name="connsiteY55" fmla="*/ 469106 h 1890712"/>
              <a:gd name="connsiteX56" fmla="*/ 645319 w 2543175"/>
              <a:gd name="connsiteY56" fmla="*/ 483394 h 1890712"/>
              <a:gd name="connsiteX57" fmla="*/ 654844 w 2543175"/>
              <a:gd name="connsiteY57" fmla="*/ 488156 h 1890712"/>
              <a:gd name="connsiteX58" fmla="*/ 661988 w 2543175"/>
              <a:gd name="connsiteY58" fmla="*/ 497681 h 1890712"/>
              <a:gd name="connsiteX59" fmla="*/ 683419 w 2543175"/>
              <a:gd name="connsiteY59" fmla="*/ 514350 h 1890712"/>
              <a:gd name="connsiteX60" fmla="*/ 700088 w 2543175"/>
              <a:gd name="connsiteY60" fmla="*/ 526256 h 1890712"/>
              <a:gd name="connsiteX61" fmla="*/ 709613 w 2543175"/>
              <a:gd name="connsiteY61" fmla="*/ 535781 h 1890712"/>
              <a:gd name="connsiteX62" fmla="*/ 719138 w 2543175"/>
              <a:gd name="connsiteY62" fmla="*/ 542925 h 1890712"/>
              <a:gd name="connsiteX63" fmla="*/ 733425 w 2543175"/>
              <a:gd name="connsiteY63" fmla="*/ 557212 h 1890712"/>
              <a:gd name="connsiteX64" fmla="*/ 750094 w 2543175"/>
              <a:gd name="connsiteY64" fmla="*/ 569119 h 1890712"/>
              <a:gd name="connsiteX65" fmla="*/ 769144 w 2543175"/>
              <a:gd name="connsiteY65" fmla="*/ 581025 h 1890712"/>
              <a:gd name="connsiteX66" fmla="*/ 785813 w 2543175"/>
              <a:gd name="connsiteY66" fmla="*/ 590550 h 1890712"/>
              <a:gd name="connsiteX67" fmla="*/ 792957 w 2543175"/>
              <a:gd name="connsiteY67" fmla="*/ 600075 h 1890712"/>
              <a:gd name="connsiteX68" fmla="*/ 809625 w 2543175"/>
              <a:gd name="connsiteY68" fmla="*/ 611981 h 1890712"/>
              <a:gd name="connsiteX69" fmla="*/ 816769 w 2543175"/>
              <a:gd name="connsiteY69" fmla="*/ 619125 h 1890712"/>
              <a:gd name="connsiteX70" fmla="*/ 826294 w 2543175"/>
              <a:gd name="connsiteY70" fmla="*/ 626269 h 1890712"/>
              <a:gd name="connsiteX71" fmla="*/ 840582 w 2543175"/>
              <a:gd name="connsiteY71" fmla="*/ 638175 h 1890712"/>
              <a:gd name="connsiteX72" fmla="*/ 847725 w 2543175"/>
              <a:gd name="connsiteY72" fmla="*/ 645319 h 1890712"/>
              <a:gd name="connsiteX73" fmla="*/ 857250 w 2543175"/>
              <a:gd name="connsiteY73" fmla="*/ 652462 h 1890712"/>
              <a:gd name="connsiteX74" fmla="*/ 864394 w 2543175"/>
              <a:gd name="connsiteY74" fmla="*/ 657225 h 1890712"/>
              <a:gd name="connsiteX75" fmla="*/ 888207 w 2543175"/>
              <a:gd name="connsiteY75" fmla="*/ 676275 h 1890712"/>
              <a:gd name="connsiteX76" fmla="*/ 895350 w 2543175"/>
              <a:gd name="connsiteY76" fmla="*/ 681037 h 1890712"/>
              <a:gd name="connsiteX77" fmla="*/ 907257 w 2543175"/>
              <a:gd name="connsiteY77" fmla="*/ 683419 h 1890712"/>
              <a:gd name="connsiteX78" fmla="*/ 928688 w 2543175"/>
              <a:gd name="connsiteY78" fmla="*/ 695325 h 1890712"/>
              <a:gd name="connsiteX79" fmla="*/ 942975 w 2543175"/>
              <a:gd name="connsiteY79" fmla="*/ 700087 h 1890712"/>
              <a:gd name="connsiteX80" fmla="*/ 964407 w 2543175"/>
              <a:gd name="connsiteY80" fmla="*/ 716756 h 1890712"/>
              <a:gd name="connsiteX81" fmla="*/ 971550 w 2543175"/>
              <a:gd name="connsiteY81" fmla="*/ 723900 h 1890712"/>
              <a:gd name="connsiteX82" fmla="*/ 983457 w 2543175"/>
              <a:gd name="connsiteY82" fmla="*/ 733425 h 1890712"/>
              <a:gd name="connsiteX83" fmla="*/ 990600 w 2543175"/>
              <a:gd name="connsiteY83" fmla="*/ 738187 h 1890712"/>
              <a:gd name="connsiteX84" fmla="*/ 1007269 w 2543175"/>
              <a:gd name="connsiteY84" fmla="*/ 752475 h 1890712"/>
              <a:gd name="connsiteX85" fmla="*/ 1031082 w 2543175"/>
              <a:gd name="connsiteY85" fmla="*/ 766762 h 1890712"/>
              <a:gd name="connsiteX86" fmla="*/ 1042988 w 2543175"/>
              <a:gd name="connsiteY86" fmla="*/ 773906 h 1890712"/>
              <a:gd name="connsiteX87" fmla="*/ 1071563 w 2543175"/>
              <a:gd name="connsiteY87" fmla="*/ 785812 h 1890712"/>
              <a:gd name="connsiteX88" fmla="*/ 1097757 w 2543175"/>
              <a:gd name="connsiteY88" fmla="*/ 807244 h 1890712"/>
              <a:gd name="connsiteX89" fmla="*/ 1104900 w 2543175"/>
              <a:gd name="connsiteY89" fmla="*/ 814387 h 1890712"/>
              <a:gd name="connsiteX90" fmla="*/ 1121569 w 2543175"/>
              <a:gd name="connsiteY90" fmla="*/ 823912 h 1890712"/>
              <a:gd name="connsiteX91" fmla="*/ 1138238 w 2543175"/>
              <a:gd name="connsiteY91" fmla="*/ 835819 h 1890712"/>
              <a:gd name="connsiteX92" fmla="*/ 1147763 w 2543175"/>
              <a:gd name="connsiteY92" fmla="*/ 842962 h 1890712"/>
              <a:gd name="connsiteX93" fmla="*/ 1157288 w 2543175"/>
              <a:gd name="connsiteY93" fmla="*/ 847725 h 1890712"/>
              <a:gd name="connsiteX94" fmla="*/ 1178719 w 2543175"/>
              <a:gd name="connsiteY94" fmla="*/ 859631 h 1890712"/>
              <a:gd name="connsiteX95" fmla="*/ 1188244 w 2543175"/>
              <a:gd name="connsiteY95" fmla="*/ 866775 h 1890712"/>
              <a:gd name="connsiteX96" fmla="*/ 1195388 w 2543175"/>
              <a:gd name="connsiteY96" fmla="*/ 871537 h 1890712"/>
              <a:gd name="connsiteX97" fmla="*/ 1212057 w 2543175"/>
              <a:gd name="connsiteY97" fmla="*/ 883444 h 1890712"/>
              <a:gd name="connsiteX98" fmla="*/ 1226344 w 2543175"/>
              <a:gd name="connsiteY98" fmla="*/ 895350 h 1890712"/>
              <a:gd name="connsiteX99" fmla="*/ 1245394 w 2543175"/>
              <a:gd name="connsiteY99" fmla="*/ 907256 h 1890712"/>
              <a:gd name="connsiteX100" fmla="*/ 1254919 w 2543175"/>
              <a:gd name="connsiteY100" fmla="*/ 914400 h 1890712"/>
              <a:gd name="connsiteX101" fmla="*/ 1269207 w 2543175"/>
              <a:gd name="connsiteY101" fmla="*/ 921544 h 1890712"/>
              <a:gd name="connsiteX102" fmla="*/ 1290638 w 2543175"/>
              <a:gd name="connsiteY102" fmla="*/ 935831 h 1890712"/>
              <a:gd name="connsiteX103" fmla="*/ 1307307 w 2543175"/>
              <a:gd name="connsiteY103" fmla="*/ 952500 h 1890712"/>
              <a:gd name="connsiteX104" fmla="*/ 1333500 w 2543175"/>
              <a:gd name="connsiteY104" fmla="*/ 971550 h 1890712"/>
              <a:gd name="connsiteX105" fmla="*/ 1359694 w 2543175"/>
              <a:gd name="connsiteY105" fmla="*/ 990600 h 1890712"/>
              <a:gd name="connsiteX106" fmla="*/ 1373982 w 2543175"/>
              <a:gd name="connsiteY106" fmla="*/ 997744 h 1890712"/>
              <a:gd name="connsiteX107" fmla="*/ 1388269 w 2543175"/>
              <a:gd name="connsiteY107" fmla="*/ 1007269 h 1890712"/>
              <a:gd name="connsiteX108" fmla="*/ 1414463 w 2543175"/>
              <a:gd name="connsiteY108" fmla="*/ 1019175 h 1890712"/>
              <a:gd name="connsiteX109" fmla="*/ 1428750 w 2543175"/>
              <a:gd name="connsiteY109" fmla="*/ 1026319 h 1890712"/>
              <a:gd name="connsiteX110" fmla="*/ 1471613 w 2543175"/>
              <a:gd name="connsiteY110" fmla="*/ 1059656 h 1890712"/>
              <a:gd name="connsiteX111" fmla="*/ 1495425 w 2543175"/>
              <a:gd name="connsiteY111" fmla="*/ 1088231 h 1890712"/>
              <a:gd name="connsiteX112" fmla="*/ 1547812 w 2543175"/>
              <a:gd name="connsiteY112" fmla="*/ 1133475 h 1890712"/>
              <a:gd name="connsiteX113" fmla="*/ 1597819 w 2543175"/>
              <a:gd name="connsiteY113" fmla="*/ 1154906 h 1890712"/>
              <a:gd name="connsiteX114" fmla="*/ 1604963 w 2543175"/>
              <a:gd name="connsiteY114" fmla="*/ 1162050 h 1890712"/>
              <a:gd name="connsiteX115" fmla="*/ 1612107 w 2543175"/>
              <a:gd name="connsiteY115" fmla="*/ 1166812 h 1890712"/>
              <a:gd name="connsiteX116" fmla="*/ 1628775 w 2543175"/>
              <a:gd name="connsiteY116" fmla="*/ 1183481 h 1890712"/>
              <a:gd name="connsiteX117" fmla="*/ 1662113 w 2543175"/>
              <a:gd name="connsiteY117" fmla="*/ 1209675 h 1890712"/>
              <a:gd name="connsiteX118" fmla="*/ 1678782 w 2543175"/>
              <a:gd name="connsiteY118" fmla="*/ 1226344 h 1890712"/>
              <a:gd name="connsiteX119" fmla="*/ 1700213 w 2543175"/>
              <a:gd name="connsiteY119" fmla="*/ 1247775 h 1890712"/>
              <a:gd name="connsiteX120" fmla="*/ 1712119 w 2543175"/>
              <a:gd name="connsiteY120" fmla="*/ 1259681 h 1890712"/>
              <a:gd name="connsiteX121" fmla="*/ 1733550 w 2543175"/>
              <a:gd name="connsiteY121" fmla="*/ 1273969 h 1890712"/>
              <a:gd name="connsiteX122" fmla="*/ 1743075 w 2543175"/>
              <a:gd name="connsiteY122" fmla="*/ 1283494 h 1890712"/>
              <a:gd name="connsiteX123" fmla="*/ 1754982 w 2543175"/>
              <a:gd name="connsiteY123" fmla="*/ 1290637 h 1890712"/>
              <a:gd name="connsiteX124" fmla="*/ 1766888 w 2543175"/>
              <a:gd name="connsiteY124" fmla="*/ 1300162 h 1890712"/>
              <a:gd name="connsiteX125" fmla="*/ 1783557 w 2543175"/>
              <a:gd name="connsiteY125" fmla="*/ 1307306 h 1890712"/>
              <a:gd name="connsiteX126" fmla="*/ 1790700 w 2543175"/>
              <a:gd name="connsiteY126" fmla="*/ 1312069 h 1890712"/>
              <a:gd name="connsiteX127" fmla="*/ 1800225 w 2543175"/>
              <a:gd name="connsiteY127" fmla="*/ 1319212 h 1890712"/>
              <a:gd name="connsiteX128" fmla="*/ 1807369 w 2543175"/>
              <a:gd name="connsiteY128" fmla="*/ 1321594 h 1890712"/>
              <a:gd name="connsiteX129" fmla="*/ 1824038 w 2543175"/>
              <a:gd name="connsiteY129" fmla="*/ 1333500 h 1890712"/>
              <a:gd name="connsiteX130" fmla="*/ 1843088 w 2543175"/>
              <a:gd name="connsiteY130" fmla="*/ 1352550 h 1890712"/>
              <a:gd name="connsiteX131" fmla="*/ 1852613 w 2543175"/>
              <a:gd name="connsiteY131" fmla="*/ 1359694 h 1890712"/>
              <a:gd name="connsiteX132" fmla="*/ 1859757 w 2543175"/>
              <a:gd name="connsiteY132" fmla="*/ 1366837 h 1890712"/>
              <a:gd name="connsiteX133" fmla="*/ 1869282 w 2543175"/>
              <a:gd name="connsiteY133" fmla="*/ 1371600 h 1890712"/>
              <a:gd name="connsiteX134" fmla="*/ 1883569 w 2543175"/>
              <a:gd name="connsiteY134" fmla="*/ 1388269 h 1890712"/>
              <a:gd name="connsiteX135" fmla="*/ 1893094 w 2543175"/>
              <a:gd name="connsiteY135" fmla="*/ 1395412 h 1890712"/>
              <a:gd name="connsiteX136" fmla="*/ 1902619 w 2543175"/>
              <a:gd name="connsiteY136" fmla="*/ 1404937 h 1890712"/>
              <a:gd name="connsiteX137" fmla="*/ 1912144 w 2543175"/>
              <a:gd name="connsiteY137" fmla="*/ 1409700 h 1890712"/>
              <a:gd name="connsiteX138" fmla="*/ 1931194 w 2543175"/>
              <a:gd name="connsiteY138" fmla="*/ 1421606 h 1890712"/>
              <a:gd name="connsiteX139" fmla="*/ 1935957 w 2543175"/>
              <a:gd name="connsiteY139" fmla="*/ 1428750 h 1890712"/>
              <a:gd name="connsiteX140" fmla="*/ 1952625 w 2543175"/>
              <a:gd name="connsiteY140" fmla="*/ 1438275 h 1890712"/>
              <a:gd name="connsiteX141" fmla="*/ 1971675 w 2543175"/>
              <a:gd name="connsiteY141" fmla="*/ 1450181 h 1890712"/>
              <a:gd name="connsiteX142" fmla="*/ 1981200 w 2543175"/>
              <a:gd name="connsiteY142" fmla="*/ 1454944 h 1890712"/>
              <a:gd name="connsiteX143" fmla="*/ 1997869 w 2543175"/>
              <a:gd name="connsiteY143" fmla="*/ 1471612 h 1890712"/>
              <a:gd name="connsiteX144" fmla="*/ 2007394 w 2543175"/>
              <a:gd name="connsiteY144" fmla="*/ 1478756 h 1890712"/>
              <a:gd name="connsiteX145" fmla="*/ 2016919 w 2543175"/>
              <a:gd name="connsiteY145" fmla="*/ 1483519 h 1890712"/>
              <a:gd name="connsiteX146" fmla="*/ 2024063 w 2543175"/>
              <a:gd name="connsiteY146" fmla="*/ 1490662 h 1890712"/>
              <a:gd name="connsiteX147" fmla="*/ 2033588 w 2543175"/>
              <a:gd name="connsiteY147" fmla="*/ 1495425 h 1890712"/>
              <a:gd name="connsiteX148" fmla="*/ 2040732 w 2543175"/>
              <a:gd name="connsiteY148" fmla="*/ 1502569 h 1890712"/>
              <a:gd name="connsiteX149" fmla="*/ 2047875 w 2543175"/>
              <a:gd name="connsiteY149" fmla="*/ 1507331 h 1890712"/>
              <a:gd name="connsiteX150" fmla="*/ 2057400 w 2543175"/>
              <a:gd name="connsiteY150" fmla="*/ 1514475 h 1890712"/>
              <a:gd name="connsiteX151" fmla="*/ 2064544 w 2543175"/>
              <a:gd name="connsiteY151" fmla="*/ 1519237 h 1890712"/>
              <a:gd name="connsiteX152" fmla="*/ 2071688 w 2543175"/>
              <a:gd name="connsiteY152" fmla="*/ 1526381 h 1890712"/>
              <a:gd name="connsiteX153" fmla="*/ 2081213 w 2543175"/>
              <a:gd name="connsiteY153" fmla="*/ 1531144 h 1890712"/>
              <a:gd name="connsiteX154" fmla="*/ 2090738 w 2543175"/>
              <a:gd name="connsiteY154" fmla="*/ 1538287 h 1890712"/>
              <a:gd name="connsiteX155" fmla="*/ 2109788 w 2543175"/>
              <a:gd name="connsiteY155" fmla="*/ 1547812 h 1890712"/>
              <a:gd name="connsiteX156" fmla="*/ 2131219 w 2543175"/>
              <a:gd name="connsiteY156" fmla="*/ 1562100 h 1890712"/>
              <a:gd name="connsiteX157" fmla="*/ 2140744 w 2543175"/>
              <a:gd name="connsiteY157" fmla="*/ 1566862 h 1890712"/>
              <a:gd name="connsiteX158" fmla="*/ 2152650 w 2543175"/>
              <a:gd name="connsiteY158" fmla="*/ 1576387 h 1890712"/>
              <a:gd name="connsiteX159" fmla="*/ 2181225 w 2543175"/>
              <a:gd name="connsiteY159" fmla="*/ 1590675 h 1890712"/>
              <a:gd name="connsiteX160" fmla="*/ 2200275 w 2543175"/>
              <a:gd name="connsiteY160" fmla="*/ 1607344 h 1890712"/>
              <a:gd name="connsiteX161" fmla="*/ 2207419 w 2543175"/>
              <a:gd name="connsiteY161" fmla="*/ 1612106 h 1890712"/>
              <a:gd name="connsiteX162" fmla="*/ 2216944 w 2543175"/>
              <a:gd name="connsiteY162" fmla="*/ 1619250 h 1890712"/>
              <a:gd name="connsiteX163" fmla="*/ 2224088 w 2543175"/>
              <a:gd name="connsiteY163" fmla="*/ 1624012 h 1890712"/>
              <a:gd name="connsiteX164" fmla="*/ 2247900 w 2543175"/>
              <a:gd name="connsiteY164" fmla="*/ 1643062 h 1890712"/>
              <a:gd name="connsiteX165" fmla="*/ 2255044 w 2543175"/>
              <a:gd name="connsiteY165" fmla="*/ 1650206 h 1890712"/>
              <a:gd name="connsiteX166" fmla="*/ 2281238 w 2543175"/>
              <a:gd name="connsiteY166" fmla="*/ 1664494 h 1890712"/>
              <a:gd name="connsiteX167" fmla="*/ 2297907 w 2543175"/>
              <a:gd name="connsiteY167" fmla="*/ 1674019 h 1890712"/>
              <a:gd name="connsiteX168" fmla="*/ 2312194 w 2543175"/>
              <a:gd name="connsiteY168" fmla="*/ 1685925 h 1890712"/>
              <a:gd name="connsiteX169" fmla="*/ 2328863 w 2543175"/>
              <a:gd name="connsiteY169" fmla="*/ 1697831 h 1890712"/>
              <a:gd name="connsiteX170" fmla="*/ 2350294 w 2543175"/>
              <a:gd name="connsiteY170" fmla="*/ 1712119 h 1890712"/>
              <a:gd name="connsiteX171" fmla="*/ 2369344 w 2543175"/>
              <a:gd name="connsiteY171" fmla="*/ 1724025 h 1890712"/>
              <a:gd name="connsiteX172" fmla="*/ 2428876 w 2543175"/>
              <a:gd name="connsiteY172" fmla="*/ 1785938 h 1890712"/>
              <a:gd name="connsiteX173" fmla="*/ 2466975 w 2543175"/>
              <a:gd name="connsiteY173" fmla="*/ 1783556 h 1890712"/>
              <a:gd name="connsiteX174" fmla="*/ 2481263 w 2543175"/>
              <a:gd name="connsiteY174" fmla="*/ 1795462 h 1890712"/>
              <a:gd name="connsiteX175" fmla="*/ 2486025 w 2543175"/>
              <a:gd name="connsiteY175" fmla="*/ 1802606 h 1890712"/>
              <a:gd name="connsiteX176" fmla="*/ 2514600 w 2543175"/>
              <a:gd name="connsiteY176" fmla="*/ 1850231 h 1890712"/>
              <a:gd name="connsiteX177" fmla="*/ 2519363 w 2543175"/>
              <a:gd name="connsiteY177" fmla="*/ 1857375 h 1890712"/>
              <a:gd name="connsiteX178" fmla="*/ 2540794 w 2543175"/>
              <a:gd name="connsiteY178" fmla="*/ 1883569 h 1890712"/>
              <a:gd name="connsiteX179" fmla="*/ 2543175 w 2543175"/>
              <a:gd name="connsiteY17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302419 w 2543175"/>
              <a:gd name="connsiteY25" fmla="*/ 204787 h 1890712"/>
              <a:gd name="connsiteX26" fmla="*/ 309563 w 2543175"/>
              <a:gd name="connsiteY26" fmla="*/ 209550 h 1890712"/>
              <a:gd name="connsiteX27" fmla="*/ 333375 w 2543175"/>
              <a:gd name="connsiteY27" fmla="*/ 228600 h 1890712"/>
              <a:gd name="connsiteX28" fmla="*/ 340519 w 2543175"/>
              <a:gd name="connsiteY28" fmla="*/ 233362 h 1890712"/>
              <a:gd name="connsiteX29" fmla="*/ 354807 w 2543175"/>
              <a:gd name="connsiteY29" fmla="*/ 247650 h 1890712"/>
              <a:gd name="connsiteX30" fmla="*/ 366713 w 2543175"/>
              <a:gd name="connsiteY30" fmla="*/ 264319 h 1890712"/>
              <a:gd name="connsiteX31" fmla="*/ 371475 w 2543175"/>
              <a:gd name="connsiteY31" fmla="*/ 271462 h 1890712"/>
              <a:gd name="connsiteX32" fmla="*/ 378619 w 2543175"/>
              <a:gd name="connsiteY32" fmla="*/ 276225 h 1890712"/>
              <a:gd name="connsiteX33" fmla="*/ 385763 w 2543175"/>
              <a:gd name="connsiteY33" fmla="*/ 283369 h 1890712"/>
              <a:gd name="connsiteX34" fmla="*/ 395288 w 2543175"/>
              <a:gd name="connsiteY34" fmla="*/ 288131 h 1890712"/>
              <a:gd name="connsiteX35" fmla="*/ 404813 w 2543175"/>
              <a:gd name="connsiteY35" fmla="*/ 295275 h 1890712"/>
              <a:gd name="connsiteX36" fmla="*/ 411957 w 2543175"/>
              <a:gd name="connsiteY36" fmla="*/ 297656 h 1890712"/>
              <a:gd name="connsiteX37" fmla="*/ 421482 w 2543175"/>
              <a:gd name="connsiteY37" fmla="*/ 302419 h 1890712"/>
              <a:gd name="connsiteX38" fmla="*/ 447675 w 2543175"/>
              <a:gd name="connsiteY38" fmla="*/ 307181 h 1890712"/>
              <a:gd name="connsiteX39" fmla="*/ 461963 w 2543175"/>
              <a:gd name="connsiteY39" fmla="*/ 321469 h 1890712"/>
              <a:gd name="connsiteX40" fmla="*/ 466725 w 2543175"/>
              <a:gd name="connsiteY40" fmla="*/ 328612 h 1890712"/>
              <a:gd name="connsiteX41" fmla="*/ 476250 w 2543175"/>
              <a:gd name="connsiteY41" fmla="*/ 335756 h 1890712"/>
              <a:gd name="connsiteX42" fmla="*/ 481013 w 2543175"/>
              <a:gd name="connsiteY42" fmla="*/ 342900 h 1890712"/>
              <a:gd name="connsiteX43" fmla="*/ 490538 w 2543175"/>
              <a:gd name="connsiteY43" fmla="*/ 352425 h 1890712"/>
              <a:gd name="connsiteX44" fmla="*/ 495300 w 2543175"/>
              <a:gd name="connsiteY44" fmla="*/ 359569 h 1890712"/>
              <a:gd name="connsiteX45" fmla="*/ 509588 w 2543175"/>
              <a:gd name="connsiteY45" fmla="*/ 376237 h 1890712"/>
              <a:gd name="connsiteX46" fmla="*/ 514350 w 2543175"/>
              <a:gd name="connsiteY46" fmla="*/ 383381 h 1890712"/>
              <a:gd name="connsiteX47" fmla="*/ 531019 w 2543175"/>
              <a:gd name="connsiteY47" fmla="*/ 397669 h 1890712"/>
              <a:gd name="connsiteX48" fmla="*/ 538163 w 2543175"/>
              <a:gd name="connsiteY48" fmla="*/ 407194 h 1890712"/>
              <a:gd name="connsiteX49" fmla="*/ 554832 w 2543175"/>
              <a:gd name="connsiteY49" fmla="*/ 421481 h 1890712"/>
              <a:gd name="connsiteX50" fmla="*/ 564357 w 2543175"/>
              <a:gd name="connsiteY50" fmla="*/ 431006 h 1890712"/>
              <a:gd name="connsiteX51" fmla="*/ 573882 w 2543175"/>
              <a:gd name="connsiteY51" fmla="*/ 438150 h 1890712"/>
              <a:gd name="connsiteX52" fmla="*/ 595313 w 2543175"/>
              <a:gd name="connsiteY52" fmla="*/ 454819 h 1890712"/>
              <a:gd name="connsiteX53" fmla="*/ 602457 w 2543175"/>
              <a:gd name="connsiteY53" fmla="*/ 457200 h 1890712"/>
              <a:gd name="connsiteX54" fmla="*/ 628650 w 2543175"/>
              <a:gd name="connsiteY54" fmla="*/ 469106 h 1890712"/>
              <a:gd name="connsiteX55" fmla="*/ 645319 w 2543175"/>
              <a:gd name="connsiteY55" fmla="*/ 483394 h 1890712"/>
              <a:gd name="connsiteX56" fmla="*/ 654844 w 2543175"/>
              <a:gd name="connsiteY56" fmla="*/ 488156 h 1890712"/>
              <a:gd name="connsiteX57" fmla="*/ 661988 w 2543175"/>
              <a:gd name="connsiteY57" fmla="*/ 497681 h 1890712"/>
              <a:gd name="connsiteX58" fmla="*/ 683419 w 2543175"/>
              <a:gd name="connsiteY58" fmla="*/ 514350 h 1890712"/>
              <a:gd name="connsiteX59" fmla="*/ 700088 w 2543175"/>
              <a:gd name="connsiteY59" fmla="*/ 526256 h 1890712"/>
              <a:gd name="connsiteX60" fmla="*/ 709613 w 2543175"/>
              <a:gd name="connsiteY60" fmla="*/ 535781 h 1890712"/>
              <a:gd name="connsiteX61" fmla="*/ 719138 w 2543175"/>
              <a:gd name="connsiteY61" fmla="*/ 542925 h 1890712"/>
              <a:gd name="connsiteX62" fmla="*/ 733425 w 2543175"/>
              <a:gd name="connsiteY62" fmla="*/ 557212 h 1890712"/>
              <a:gd name="connsiteX63" fmla="*/ 750094 w 2543175"/>
              <a:gd name="connsiteY63" fmla="*/ 569119 h 1890712"/>
              <a:gd name="connsiteX64" fmla="*/ 769144 w 2543175"/>
              <a:gd name="connsiteY64" fmla="*/ 581025 h 1890712"/>
              <a:gd name="connsiteX65" fmla="*/ 785813 w 2543175"/>
              <a:gd name="connsiteY65" fmla="*/ 590550 h 1890712"/>
              <a:gd name="connsiteX66" fmla="*/ 792957 w 2543175"/>
              <a:gd name="connsiteY66" fmla="*/ 600075 h 1890712"/>
              <a:gd name="connsiteX67" fmla="*/ 809625 w 2543175"/>
              <a:gd name="connsiteY67" fmla="*/ 611981 h 1890712"/>
              <a:gd name="connsiteX68" fmla="*/ 816769 w 2543175"/>
              <a:gd name="connsiteY68" fmla="*/ 619125 h 1890712"/>
              <a:gd name="connsiteX69" fmla="*/ 826294 w 2543175"/>
              <a:gd name="connsiteY69" fmla="*/ 626269 h 1890712"/>
              <a:gd name="connsiteX70" fmla="*/ 840582 w 2543175"/>
              <a:gd name="connsiteY70" fmla="*/ 638175 h 1890712"/>
              <a:gd name="connsiteX71" fmla="*/ 847725 w 2543175"/>
              <a:gd name="connsiteY71" fmla="*/ 645319 h 1890712"/>
              <a:gd name="connsiteX72" fmla="*/ 857250 w 2543175"/>
              <a:gd name="connsiteY72" fmla="*/ 652462 h 1890712"/>
              <a:gd name="connsiteX73" fmla="*/ 864394 w 2543175"/>
              <a:gd name="connsiteY73" fmla="*/ 657225 h 1890712"/>
              <a:gd name="connsiteX74" fmla="*/ 888207 w 2543175"/>
              <a:gd name="connsiteY74" fmla="*/ 676275 h 1890712"/>
              <a:gd name="connsiteX75" fmla="*/ 895350 w 2543175"/>
              <a:gd name="connsiteY75" fmla="*/ 681037 h 1890712"/>
              <a:gd name="connsiteX76" fmla="*/ 907257 w 2543175"/>
              <a:gd name="connsiteY76" fmla="*/ 683419 h 1890712"/>
              <a:gd name="connsiteX77" fmla="*/ 928688 w 2543175"/>
              <a:gd name="connsiteY77" fmla="*/ 695325 h 1890712"/>
              <a:gd name="connsiteX78" fmla="*/ 942975 w 2543175"/>
              <a:gd name="connsiteY78" fmla="*/ 700087 h 1890712"/>
              <a:gd name="connsiteX79" fmla="*/ 964407 w 2543175"/>
              <a:gd name="connsiteY79" fmla="*/ 716756 h 1890712"/>
              <a:gd name="connsiteX80" fmla="*/ 971550 w 2543175"/>
              <a:gd name="connsiteY80" fmla="*/ 723900 h 1890712"/>
              <a:gd name="connsiteX81" fmla="*/ 983457 w 2543175"/>
              <a:gd name="connsiteY81" fmla="*/ 733425 h 1890712"/>
              <a:gd name="connsiteX82" fmla="*/ 990600 w 2543175"/>
              <a:gd name="connsiteY82" fmla="*/ 738187 h 1890712"/>
              <a:gd name="connsiteX83" fmla="*/ 1007269 w 2543175"/>
              <a:gd name="connsiteY83" fmla="*/ 752475 h 1890712"/>
              <a:gd name="connsiteX84" fmla="*/ 1031082 w 2543175"/>
              <a:gd name="connsiteY84" fmla="*/ 766762 h 1890712"/>
              <a:gd name="connsiteX85" fmla="*/ 1042988 w 2543175"/>
              <a:gd name="connsiteY85" fmla="*/ 773906 h 1890712"/>
              <a:gd name="connsiteX86" fmla="*/ 1071563 w 2543175"/>
              <a:gd name="connsiteY86" fmla="*/ 785812 h 1890712"/>
              <a:gd name="connsiteX87" fmla="*/ 1097757 w 2543175"/>
              <a:gd name="connsiteY87" fmla="*/ 807244 h 1890712"/>
              <a:gd name="connsiteX88" fmla="*/ 1104900 w 2543175"/>
              <a:gd name="connsiteY88" fmla="*/ 814387 h 1890712"/>
              <a:gd name="connsiteX89" fmla="*/ 1121569 w 2543175"/>
              <a:gd name="connsiteY89" fmla="*/ 823912 h 1890712"/>
              <a:gd name="connsiteX90" fmla="*/ 1138238 w 2543175"/>
              <a:gd name="connsiteY90" fmla="*/ 835819 h 1890712"/>
              <a:gd name="connsiteX91" fmla="*/ 1147763 w 2543175"/>
              <a:gd name="connsiteY91" fmla="*/ 842962 h 1890712"/>
              <a:gd name="connsiteX92" fmla="*/ 1157288 w 2543175"/>
              <a:gd name="connsiteY92" fmla="*/ 847725 h 1890712"/>
              <a:gd name="connsiteX93" fmla="*/ 1178719 w 2543175"/>
              <a:gd name="connsiteY93" fmla="*/ 859631 h 1890712"/>
              <a:gd name="connsiteX94" fmla="*/ 1188244 w 2543175"/>
              <a:gd name="connsiteY94" fmla="*/ 866775 h 1890712"/>
              <a:gd name="connsiteX95" fmla="*/ 1195388 w 2543175"/>
              <a:gd name="connsiteY95" fmla="*/ 871537 h 1890712"/>
              <a:gd name="connsiteX96" fmla="*/ 1212057 w 2543175"/>
              <a:gd name="connsiteY96" fmla="*/ 883444 h 1890712"/>
              <a:gd name="connsiteX97" fmla="*/ 1226344 w 2543175"/>
              <a:gd name="connsiteY97" fmla="*/ 895350 h 1890712"/>
              <a:gd name="connsiteX98" fmla="*/ 1245394 w 2543175"/>
              <a:gd name="connsiteY98" fmla="*/ 907256 h 1890712"/>
              <a:gd name="connsiteX99" fmla="*/ 1254919 w 2543175"/>
              <a:gd name="connsiteY99" fmla="*/ 914400 h 1890712"/>
              <a:gd name="connsiteX100" fmla="*/ 1269207 w 2543175"/>
              <a:gd name="connsiteY100" fmla="*/ 921544 h 1890712"/>
              <a:gd name="connsiteX101" fmla="*/ 1290638 w 2543175"/>
              <a:gd name="connsiteY101" fmla="*/ 935831 h 1890712"/>
              <a:gd name="connsiteX102" fmla="*/ 1307307 w 2543175"/>
              <a:gd name="connsiteY102" fmla="*/ 952500 h 1890712"/>
              <a:gd name="connsiteX103" fmla="*/ 1333500 w 2543175"/>
              <a:gd name="connsiteY103" fmla="*/ 971550 h 1890712"/>
              <a:gd name="connsiteX104" fmla="*/ 1359694 w 2543175"/>
              <a:gd name="connsiteY104" fmla="*/ 990600 h 1890712"/>
              <a:gd name="connsiteX105" fmla="*/ 1373982 w 2543175"/>
              <a:gd name="connsiteY105" fmla="*/ 997744 h 1890712"/>
              <a:gd name="connsiteX106" fmla="*/ 1388269 w 2543175"/>
              <a:gd name="connsiteY106" fmla="*/ 1007269 h 1890712"/>
              <a:gd name="connsiteX107" fmla="*/ 1414463 w 2543175"/>
              <a:gd name="connsiteY107" fmla="*/ 1019175 h 1890712"/>
              <a:gd name="connsiteX108" fmla="*/ 1428750 w 2543175"/>
              <a:gd name="connsiteY108" fmla="*/ 1026319 h 1890712"/>
              <a:gd name="connsiteX109" fmla="*/ 1471613 w 2543175"/>
              <a:gd name="connsiteY109" fmla="*/ 1059656 h 1890712"/>
              <a:gd name="connsiteX110" fmla="*/ 1495425 w 2543175"/>
              <a:gd name="connsiteY110" fmla="*/ 1088231 h 1890712"/>
              <a:gd name="connsiteX111" fmla="*/ 1547812 w 2543175"/>
              <a:gd name="connsiteY111" fmla="*/ 1133475 h 1890712"/>
              <a:gd name="connsiteX112" fmla="*/ 1597819 w 2543175"/>
              <a:gd name="connsiteY112" fmla="*/ 1154906 h 1890712"/>
              <a:gd name="connsiteX113" fmla="*/ 1604963 w 2543175"/>
              <a:gd name="connsiteY113" fmla="*/ 1162050 h 1890712"/>
              <a:gd name="connsiteX114" fmla="*/ 1612107 w 2543175"/>
              <a:gd name="connsiteY114" fmla="*/ 1166812 h 1890712"/>
              <a:gd name="connsiteX115" fmla="*/ 1628775 w 2543175"/>
              <a:gd name="connsiteY115" fmla="*/ 1183481 h 1890712"/>
              <a:gd name="connsiteX116" fmla="*/ 1662113 w 2543175"/>
              <a:gd name="connsiteY116" fmla="*/ 1209675 h 1890712"/>
              <a:gd name="connsiteX117" fmla="*/ 1678782 w 2543175"/>
              <a:gd name="connsiteY117" fmla="*/ 1226344 h 1890712"/>
              <a:gd name="connsiteX118" fmla="*/ 1700213 w 2543175"/>
              <a:gd name="connsiteY118" fmla="*/ 1247775 h 1890712"/>
              <a:gd name="connsiteX119" fmla="*/ 1712119 w 2543175"/>
              <a:gd name="connsiteY119" fmla="*/ 1259681 h 1890712"/>
              <a:gd name="connsiteX120" fmla="*/ 1733550 w 2543175"/>
              <a:gd name="connsiteY120" fmla="*/ 1273969 h 1890712"/>
              <a:gd name="connsiteX121" fmla="*/ 1743075 w 2543175"/>
              <a:gd name="connsiteY121" fmla="*/ 1283494 h 1890712"/>
              <a:gd name="connsiteX122" fmla="*/ 1754982 w 2543175"/>
              <a:gd name="connsiteY122" fmla="*/ 1290637 h 1890712"/>
              <a:gd name="connsiteX123" fmla="*/ 1766888 w 2543175"/>
              <a:gd name="connsiteY123" fmla="*/ 1300162 h 1890712"/>
              <a:gd name="connsiteX124" fmla="*/ 1783557 w 2543175"/>
              <a:gd name="connsiteY124" fmla="*/ 1307306 h 1890712"/>
              <a:gd name="connsiteX125" fmla="*/ 1790700 w 2543175"/>
              <a:gd name="connsiteY125" fmla="*/ 1312069 h 1890712"/>
              <a:gd name="connsiteX126" fmla="*/ 1800225 w 2543175"/>
              <a:gd name="connsiteY126" fmla="*/ 1319212 h 1890712"/>
              <a:gd name="connsiteX127" fmla="*/ 1807369 w 2543175"/>
              <a:gd name="connsiteY127" fmla="*/ 1321594 h 1890712"/>
              <a:gd name="connsiteX128" fmla="*/ 1824038 w 2543175"/>
              <a:gd name="connsiteY128" fmla="*/ 1333500 h 1890712"/>
              <a:gd name="connsiteX129" fmla="*/ 1843088 w 2543175"/>
              <a:gd name="connsiteY129" fmla="*/ 1352550 h 1890712"/>
              <a:gd name="connsiteX130" fmla="*/ 1852613 w 2543175"/>
              <a:gd name="connsiteY130" fmla="*/ 1359694 h 1890712"/>
              <a:gd name="connsiteX131" fmla="*/ 1859757 w 2543175"/>
              <a:gd name="connsiteY131" fmla="*/ 1366837 h 1890712"/>
              <a:gd name="connsiteX132" fmla="*/ 1869282 w 2543175"/>
              <a:gd name="connsiteY132" fmla="*/ 1371600 h 1890712"/>
              <a:gd name="connsiteX133" fmla="*/ 1883569 w 2543175"/>
              <a:gd name="connsiteY133" fmla="*/ 1388269 h 1890712"/>
              <a:gd name="connsiteX134" fmla="*/ 1893094 w 2543175"/>
              <a:gd name="connsiteY134" fmla="*/ 1395412 h 1890712"/>
              <a:gd name="connsiteX135" fmla="*/ 1902619 w 2543175"/>
              <a:gd name="connsiteY135" fmla="*/ 1404937 h 1890712"/>
              <a:gd name="connsiteX136" fmla="*/ 1912144 w 2543175"/>
              <a:gd name="connsiteY136" fmla="*/ 1409700 h 1890712"/>
              <a:gd name="connsiteX137" fmla="*/ 1931194 w 2543175"/>
              <a:gd name="connsiteY137" fmla="*/ 1421606 h 1890712"/>
              <a:gd name="connsiteX138" fmla="*/ 1935957 w 2543175"/>
              <a:gd name="connsiteY138" fmla="*/ 1428750 h 1890712"/>
              <a:gd name="connsiteX139" fmla="*/ 1952625 w 2543175"/>
              <a:gd name="connsiteY139" fmla="*/ 1438275 h 1890712"/>
              <a:gd name="connsiteX140" fmla="*/ 1971675 w 2543175"/>
              <a:gd name="connsiteY140" fmla="*/ 1450181 h 1890712"/>
              <a:gd name="connsiteX141" fmla="*/ 1981200 w 2543175"/>
              <a:gd name="connsiteY141" fmla="*/ 1454944 h 1890712"/>
              <a:gd name="connsiteX142" fmla="*/ 1997869 w 2543175"/>
              <a:gd name="connsiteY142" fmla="*/ 1471612 h 1890712"/>
              <a:gd name="connsiteX143" fmla="*/ 2007394 w 2543175"/>
              <a:gd name="connsiteY143" fmla="*/ 1478756 h 1890712"/>
              <a:gd name="connsiteX144" fmla="*/ 2016919 w 2543175"/>
              <a:gd name="connsiteY144" fmla="*/ 1483519 h 1890712"/>
              <a:gd name="connsiteX145" fmla="*/ 2024063 w 2543175"/>
              <a:gd name="connsiteY145" fmla="*/ 1490662 h 1890712"/>
              <a:gd name="connsiteX146" fmla="*/ 2033588 w 2543175"/>
              <a:gd name="connsiteY146" fmla="*/ 1495425 h 1890712"/>
              <a:gd name="connsiteX147" fmla="*/ 2040732 w 2543175"/>
              <a:gd name="connsiteY147" fmla="*/ 1502569 h 1890712"/>
              <a:gd name="connsiteX148" fmla="*/ 2047875 w 2543175"/>
              <a:gd name="connsiteY148" fmla="*/ 1507331 h 1890712"/>
              <a:gd name="connsiteX149" fmla="*/ 2057400 w 2543175"/>
              <a:gd name="connsiteY149" fmla="*/ 1514475 h 1890712"/>
              <a:gd name="connsiteX150" fmla="*/ 2064544 w 2543175"/>
              <a:gd name="connsiteY150" fmla="*/ 1519237 h 1890712"/>
              <a:gd name="connsiteX151" fmla="*/ 2071688 w 2543175"/>
              <a:gd name="connsiteY151" fmla="*/ 1526381 h 1890712"/>
              <a:gd name="connsiteX152" fmla="*/ 2081213 w 2543175"/>
              <a:gd name="connsiteY152" fmla="*/ 1531144 h 1890712"/>
              <a:gd name="connsiteX153" fmla="*/ 2090738 w 2543175"/>
              <a:gd name="connsiteY153" fmla="*/ 1538287 h 1890712"/>
              <a:gd name="connsiteX154" fmla="*/ 2109788 w 2543175"/>
              <a:gd name="connsiteY154" fmla="*/ 1547812 h 1890712"/>
              <a:gd name="connsiteX155" fmla="*/ 2131219 w 2543175"/>
              <a:gd name="connsiteY155" fmla="*/ 1562100 h 1890712"/>
              <a:gd name="connsiteX156" fmla="*/ 2140744 w 2543175"/>
              <a:gd name="connsiteY156" fmla="*/ 1566862 h 1890712"/>
              <a:gd name="connsiteX157" fmla="*/ 2152650 w 2543175"/>
              <a:gd name="connsiteY157" fmla="*/ 1576387 h 1890712"/>
              <a:gd name="connsiteX158" fmla="*/ 2181225 w 2543175"/>
              <a:gd name="connsiteY158" fmla="*/ 1590675 h 1890712"/>
              <a:gd name="connsiteX159" fmla="*/ 2200275 w 2543175"/>
              <a:gd name="connsiteY159" fmla="*/ 1607344 h 1890712"/>
              <a:gd name="connsiteX160" fmla="*/ 2207419 w 2543175"/>
              <a:gd name="connsiteY160" fmla="*/ 1612106 h 1890712"/>
              <a:gd name="connsiteX161" fmla="*/ 2216944 w 2543175"/>
              <a:gd name="connsiteY161" fmla="*/ 1619250 h 1890712"/>
              <a:gd name="connsiteX162" fmla="*/ 2224088 w 2543175"/>
              <a:gd name="connsiteY162" fmla="*/ 1624012 h 1890712"/>
              <a:gd name="connsiteX163" fmla="*/ 2247900 w 2543175"/>
              <a:gd name="connsiteY163" fmla="*/ 1643062 h 1890712"/>
              <a:gd name="connsiteX164" fmla="*/ 2255044 w 2543175"/>
              <a:gd name="connsiteY164" fmla="*/ 1650206 h 1890712"/>
              <a:gd name="connsiteX165" fmla="*/ 2281238 w 2543175"/>
              <a:gd name="connsiteY165" fmla="*/ 1664494 h 1890712"/>
              <a:gd name="connsiteX166" fmla="*/ 2297907 w 2543175"/>
              <a:gd name="connsiteY166" fmla="*/ 1674019 h 1890712"/>
              <a:gd name="connsiteX167" fmla="*/ 2312194 w 2543175"/>
              <a:gd name="connsiteY167" fmla="*/ 1685925 h 1890712"/>
              <a:gd name="connsiteX168" fmla="*/ 2328863 w 2543175"/>
              <a:gd name="connsiteY168" fmla="*/ 1697831 h 1890712"/>
              <a:gd name="connsiteX169" fmla="*/ 2350294 w 2543175"/>
              <a:gd name="connsiteY169" fmla="*/ 1712119 h 1890712"/>
              <a:gd name="connsiteX170" fmla="*/ 2369344 w 2543175"/>
              <a:gd name="connsiteY170" fmla="*/ 1724025 h 1890712"/>
              <a:gd name="connsiteX171" fmla="*/ 2428876 w 2543175"/>
              <a:gd name="connsiteY171" fmla="*/ 1785938 h 1890712"/>
              <a:gd name="connsiteX172" fmla="*/ 2466975 w 2543175"/>
              <a:gd name="connsiteY172" fmla="*/ 1783556 h 1890712"/>
              <a:gd name="connsiteX173" fmla="*/ 2481263 w 2543175"/>
              <a:gd name="connsiteY173" fmla="*/ 1795462 h 1890712"/>
              <a:gd name="connsiteX174" fmla="*/ 2486025 w 2543175"/>
              <a:gd name="connsiteY174" fmla="*/ 1802606 h 1890712"/>
              <a:gd name="connsiteX175" fmla="*/ 2514600 w 2543175"/>
              <a:gd name="connsiteY175" fmla="*/ 1850231 h 1890712"/>
              <a:gd name="connsiteX176" fmla="*/ 2519363 w 2543175"/>
              <a:gd name="connsiteY176" fmla="*/ 1857375 h 1890712"/>
              <a:gd name="connsiteX177" fmla="*/ 2540794 w 2543175"/>
              <a:gd name="connsiteY177" fmla="*/ 1883569 h 1890712"/>
              <a:gd name="connsiteX178" fmla="*/ 2543175 w 2543175"/>
              <a:gd name="connsiteY178"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09563 w 2543175"/>
              <a:gd name="connsiteY25" fmla="*/ 209550 h 1890712"/>
              <a:gd name="connsiteX26" fmla="*/ 333375 w 2543175"/>
              <a:gd name="connsiteY26" fmla="*/ 228600 h 1890712"/>
              <a:gd name="connsiteX27" fmla="*/ 340519 w 2543175"/>
              <a:gd name="connsiteY27" fmla="*/ 233362 h 1890712"/>
              <a:gd name="connsiteX28" fmla="*/ 354807 w 2543175"/>
              <a:gd name="connsiteY28" fmla="*/ 247650 h 1890712"/>
              <a:gd name="connsiteX29" fmla="*/ 366713 w 2543175"/>
              <a:gd name="connsiteY29" fmla="*/ 264319 h 1890712"/>
              <a:gd name="connsiteX30" fmla="*/ 371475 w 2543175"/>
              <a:gd name="connsiteY30" fmla="*/ 271462 h 1890712"/>
              <a:gd name="connsiteX31" fmla="*/ 378619 w 2543175"/>
              <a:gd name="connsiteY31" fmla="*/ 276225 h 1890712"/>
              <a:gd name="connsiteX32" fmla="*/ 385763 w 2543175"/>
              <a:gd name="connsiteY32" fmla="*/ 283369 h 1890712"/>
              <a:gd name="connsiteX33" fmla="*/ 395288 w 2543175"/>
              <a:gd name="connsiteY33" fmla="*/ 288131 h 1890712"/>
              <a:gd name="connsiteX34" fmla="*/ 404813 w 2543175"/>
              <a:gd name="connsiteY34" fmla="*/ 295275 h 1890712"/>
              <a:gd name="connsiteX35" fmla="*/ 411957 w 2543175"/>
              <a:gd name="connsiteY35" fmla="*/ 297656 h 1890712"/>
              <a:gd name="connsiteX36" fmla="*/ 421482 w 2543175"/>
              <a:gd name="connsiteY36" fmla="*/ 302419 h 1890712"/>
              <a:gd name="connsiteX37" fmla="*/ 447675 w 2543175"/>
              <a:gd name="connsiteY37" fmla="*/ 307181 h 1890712"/>
              <a:gd name="connsiteX38" fmla="*/ 461963 w 2543175"/>
              <a:gd name="connsiteY38" fmla="*/ 321469 h 1890712"/>
              <a:gd name="connsiteX39" fmla="*/ 466725 w 2543175"/>
              <a:gd name="connsiteY39" fmla="*/ 328612 h 1890712"/>
              <a:gd name="connsiteX40" fmla="*/ 476250 w 2543175"/>
              <a:gd name="connsiteY40" fmla="*/ 335756 h 1890712"/>
              <a:gd name="connsiteX41" fmla="*/ 481013 w 2543175"/>
              <a:gd name="connsiteY41" fmla="*/ 342900 h 1890712"/>
              <a:gd name="connsiteX42" fmla="*/ 490538 w 2543175"/>
              <a:gd name="connsiteY42" fmla="*/ 352425 h 1890712"/>
              <a:gd name="connsiteX43" fmla="*/ 495300 w 2543175"/>
              <a:gd name="connsiteY43" fmla="*/ 359569 h 1890712"/>
              <a:gd name="connsiteX44" fmla="*/ 509588 w 2543175"/>
              <a:gd name="connsiteY44" fmla="*/ 376237 h 1890712"/>
              <a:gd name="connsiteX45" fmla="*/ 514350 w 2543175"/>
              <a:gd name="connsiteY45" fmla="*/ 383381 h 1890712"/>
              <a:gd name="connsiteX46" fmla="*/ 531019 w 2543175"/>
              <a:gd name="connsiteY46" fmla="*/ 397669 h 1890712"/>
              <a:gd name="connsiteX47" fmla="*/ 538163 w 2543175"/>
              <a:gd name="connsiteY47" fmla="*/ 407194 h 1890712"/>
              <a:gd name="connsiteX48" fmla="*/ 554832 w 2543175"/>
              <a:gd name="connsiteY48" fmla="*/ 421481 h 1890712"/>
              <a:gd name="connsiteX49" fmla="*/ 564357 w 2543175"/>
              <a:gd name="connsiteY49" fmla="*/ 431006 h 1890712"/>
              <a:gd name="connsiteX50" fmla="*/ 573882 w 2543175"/>
              <a:gd name="connsiteY50" fmla="*/ 438150 h 1890712"/>
              <a:gd name="connsiteX51" fmla="*/ 595313 w 2543175"/>
              <a:gd name="connsiteY51" fmla="*/ 454819 h 1890712"/>
              <a:gd name="connsiteX52" fmla="*/ 602457 w 2543175"/>
              <a:gd name="connsiteY52" fmla="*/ 457200 h 1890712"/>
              <a:gd name="connsiteX53" fmla="*/ 628650 w 2543175"/>
              <a:gd name="connsiteY53" fmla="*/ 469106 h 1890712"/>
              <a:gd name="connsiteX54" fmla="*/ 645319 w 2543175"/>
              <a:gd name="connsiteY54" fmla="*/ 483394 h 1890712"/>
              <a:gd name="connsiteX55" fmla="*/ 654844 w 2543175"/>
              <a:gd name="connsiteY55" fmla="*/ 488156 h 1890712"/>
              <a:gd name="connsiteX56" fmla="*/ 661988 w 2543175"/>
              <a:gd name="connsiteY56" fmla="*/ 497681 h 1890712"/>
              <a:gd name="connsiteX57" fmla="*/ 683419 w 2543175"/>
              <a:gd name="connsiteY57" fmla="*/ 514350 h 1890712"/>
              <a:gd name="connsiteX58" fmla="*/ 700088 w 2543175"/>
              <a:gd name="connsiteY58" fmla="*/ 526256 h 1890712"/>
              <a:gd name="connsiteX59" fmla="*/ 709613 w 2543175"/>
              <a:gd name="connsiteY59" fmla="*/ 535781 h 1890712"/>
              <a:gd name="connsiteX60" fmla="*/ 719138 w 2543175"/>
              <a:gd name="connsiteY60" fmla="*/ 542925 h 1890712"/>
              <a:gd name="connsiteX61" fmla="*/ 733425 w 2543175"/>
              <a:gd name="connsiteY61" fmla="*/ 557212 h 1890712"/>
              <a:gd name="connsiteX62" fmla="*/ 750094 w 2543175"/>
              <a:gd name="connsiteY62" fmla="*/ 569119 h 1890712"/>
              <a:gd name="connsiteX63" fmla="*/ 769144 w 2543175"/>
              <a:gd name="connsiteY63" fmla="*/ 581025 h 1890712"/>
              <a:gd name="connsiteX64" fmla="*/ 785813 w 2543175"/>
              <a:gd name="connsiteY64" fmla="*/ 590550 h 1890712"/>
              <a:gd name="connsiteX65" fmla="*/ 792957 w 2543175"/>
              <a:gd name="connsiteY65" fmla="*/ 600075 h 1890712"/>
              <a:gd name="connsiteX66" fmla="*/ 809625 w 2543175"/>
              <a:gd name="connsiteY66" fmla="*/ 611981 h 1890712"/>
              <a:gd name="connsiteX67" fmla="*/ 816769 w 2543175"/>
              <a:gd name="connsiteY67" fmla="*/ 619125 h 1890712"/>
              <a:gd name="connsiteX68" fmla="*/ 826294 w 2543175"/>
              <a:gd name="connsiteY68" fmla="*/ 626269 h 1890712"/>
              <a:gd name="connsiteX69" fmla="*/ 840582 w 2543175"/>
              <a:gd name="connsiteY69" fmla="*/ 638175 h 1890712"/>
              <a:gd name="connsiteX70" fmla="*/ 847725 w 2543175"/>
              <a:gd name="connsiteY70" fmla="*/ 645319 h 1890712"/>
              <a:gd name="connsiteX71" fmla="*/ 857250 w 2543175"/>
              <a:gd name="connsiteY71" fmla="*/ 652462 h 1890712"/>
              <a:gd name="connsiteX72" fmla="*/ 864394 w 2543175"/>
              <a:gd name="connsiteY72" fmla="*/ 657225 h 1890712"/>
              <a:gd name="connsiteX73" fmla="*/ 888207 w 2543175"/>
              <a:gd name="connsiteY73" fmla="*/ 676275 h 1890712"/>
              <a:gd name="connsiteX74" fmla="*/ 895350 w 2543175"/>
              <a:gd name="connsiteY74" fmla="*/ 681037 h 1890712"/>
              <a:gd name="connsiteX75" fmla="*/ 907257 w 2543175"/>
              <a:gd name="connsiteY75" fmla="*/ 683419 h 1890712"/>
              <a:gd name="connsiteX76" fmla="*/ 928688 w 2543175"/>
              <a:gd name="connsiteY76" fmla="*/ 695325 h 1890712"/>
              <a:gd name="connsiteX77" fmla="*/ 942975 w 2543175"/>
              <a:gd name="connsiteY77" fmla="*/ 700087 h 1890712"/>
              <a:gd name="connsiteX78" fmla="*/ 964407 w 2543175"/>
              <a:gd name="connsiteY78" fmla="*/ 716756 h 1890712"/>
              <a:gd name="connsiteX79" fmla="*/ 971550 w 2543175"/>
              <a:gd name="connsiteY79" fmla="*/ 723900 h 1890712"/>
              <a:gd name="connsiteX80" fmla="*/ 983457 w 2543175"/>
              <a:gd name="connsiteY80" fmla="*/ 733425 h 1890712"/>
              <a:gd name="connsiteX81" fmla="*/ 990600 w 2543175"/>
              <a:gd name="connsiteY81" fmla="*/ 738187 h 1890712"/>
              <a:gd name="connsiteX82" fmla="*/ 1007269 w 2543175"/>
              <a:gd name="connsiteY82" fmla="*/ 752475 h 1890712"/>
              <a:gd name="connsiteX83" fmla="*/ 1031082 w 2543175"/>
              <a:gd name="connsiteY83" fmla="*/ 766762 h 1890712"/>
              <a:gd name="connsiteX84" fmla="*/ 1042988 w 2543175"/>
              <a:gd name="connsiteY84" fmla="*/ 773906 h 1890712"/>
              <a:gd name="connsiteX85" fmla="*/ 1071563 w 2543175"/>
              <a:gd name="connsiteY85" fmla="*/ 785812 h 1890712"/>
              <a:gd name="connsiteX86" fmla="*/ 1097757 w 2543175"/>
              <a:gd name="connsiteY86" fmla="*/ 807244 h 1890712"/>
              <a:gd name="connsiteX87" fmla="*/ 1104900 w 2543175"/>
              <a:gd name="connsiteY87" fmla="*/ 814387 h 1890712"/>
              <a:gd name="connsiteX88" fmla="*/ 1121569 w 2543175"/>
              <a:gd name="connsiteY88" fmla="*/ 823912 h 1890712"/>
              <a:gd name="connsiteX89" fmla="*/ 1138238 w 2543175"/>
              <a:gd name="connsiteY89" fmla="*/ 835819 h 1890712"/>
              <a:gd name="connsiteX90" fmla="*/ 1147763 w 2543175"/>
              <a:gd name="connsiteY90" fmla="*/ 842962 h 1890712"/>
              <a:gd name="connsiteX91" fmla="*/ 1157288 w 2543175"/>
              <a:gd name="connsiteY91" fmla="*/ 847725 h 1890712"/>
              <a:gd name="connsiteX92" fmla="*/ 1178719 w 2543175"/>
              <a:gd name="connsiteY92" fmla="*/ 859631 h 1890712"/>
              <a:gd name="connsiteX93" fmla="*/ 1188244 w 2543175"/>
              <a:gd name="connsiteY93" fmla="*/ 866775 h 1890712"/>
              <a:gd name="connsiteX94" fmla="*/ 1195388 w 2543175"/>
              <a:gd name="connsiteY94" fmla="*/ 871537 h 1890712"/>
              <a:gd name="connsiteX95" fmla="*/ 1212057 w 2543175"/>
              <a:gd name="connsiteY95" fmla="*/ 883444 h 1890712"/>
              <a:gd name="connsiteX96" fmla="*/ 1226344 w 2543175"/>
              <a:gd name="connsiteY96" fmla="*/ 895350 h 1890712"/>
              <a:gd name="connsiteX97" fmla="*/ 1245394 w 2543175"/>
              <a:gd name="connsiteY97" fmla="*/ 907256 h 1890712"/>
              <a:gd name="connsiteX98" fmla="*/ 1254919 w 2543175"/>
              <a:gd name="connsiteY98" fmla="*/ 914400 h 1890712"/>
              <a:gd name="connsiteX99" fmla="*/ 1269207 w 2543175"/>
              <a:gd name="connsiteY99" fmla="*/ 921544 h 1890712"/>
              <a:gd name="connsiteX100" fmla="*/ 1290638 w 2543175"/>
              <a:gd name="connsiteY100" fmla="*/ 935831 h 1890712"/>
              <a:gd name="connsiteX101" fmla="*/ 1307307 w 2543175"/>
              <a:gd name="connsiteY101" fmla="*/ 952500 h 1890712"/>
              <a:gd name="connsiteX102" fmla="*/ 1333500 w 2543175"/>
              <a:gd name="connsiteY102" fmla="*/ 971550 h 1890712"/>
              <a:gd name="connsiteX103" fmla="*/ 1359694 w 2543175"/>
              <a:gd name="connsiteY103" fmla="*/ 990600 h 1890712"/>
              <a:gd name="connsiteX104" fmla="*/ 1373982 w 2543175"/>
              <a:gd name="connsiteY104" fmla="*/ 997744 h 1890712"/>
              <a:gd name="connsiteX105" fmla="*/ 1388269 w 2543175"/>
              <a:gd name="connsiteY105" fmla="*/ 1007269 h 1890712"/>
              <a:gd name="connsiteX106" fmla="*/ 1414463 w 2543175"/>
              <a:gd name="connsiteY106" fmla="*/ 1019175 h 1890712"/>
              <a:gd name="connsiteX107" fmla="*/ 1428750 w 2543175"/>
              <a:gd name="connsiteY107" fmla="*/ 1026319 h 1890712"/>
              <a:gd name="connsiteX108" fmla="*/ 1471613 w 2543175"/>
              <a:gd name="connsiteY108" fmla="*/ 1059656 h 1890712"/>
              <a:gd name="connsiteX109" fmla="*/ 1495425 w 2543175"/>
              <a:gd name="connsiteY109" fmla="*/ 1088231 h 1890712"/>
              <a:gd name="connsiteX110" fmla="*/ 1547812 w 2543175"/>
              <a:gd name="connsiteY110" fmla="*/ 1133475 h 1890712"/>
              <a:gd name="connsiteX111" fmla="*/ 1597819 w 2543175"/>
              <a:gd name="connsiteY111" fmla="*/ 1154906 h 1890712"/>
              <a:gd name="connsiteX112" fmla="*/ 1604963 w 2543175"/>
              <a:gd name="connsiteY112" fmla="*/ 1162050 h 1890712"/>
              <a:gd name="connsiteX113" fmla="*/ 1612107 w 2543175"/>
              <a:gd name="connsiteY113" fmla="*/ 1166812 h 1890712"/>
              <a:gd name="connsiteX114" fmla="*/ 1628775 w 2543175"/>
              <a:gd name="connsiteY114" fmla="*/ 1183481 h 1890712"/>
              <a:gd name="connsiteX115" fmla="*/ 1662113 w 2543175"/>
              <a:gd name="connsiteY115" fmla="*/ 1209675 h 1890712"/>
              <a:gd name="connsiteX116" fmla="*/ 1678782 w 2543175"/>
              <a:gd name="connsiteY116" fmla="*/ 1226344 h 1890712"/>
              <a:gd name="connsiteX117" fmla="*/ 1700213 w 2543175"/>
              <a:gd name="connsiteY117" fmla="*/ 1247775 h 1890712"/>
              <a:gd name="connsiteX118" fmla="*/ 1712119 w 2543175"/>
              <a:gd name="connsiteY118" fmla="*/ 1259681 h 1890712"/>
              <a:gd name="connsiteX119" fmla="*/ 1733550 w 2543175"/>
              <a:gd name="connsiteY119" fmla="*/ 1273969 h 1890712"/>
              <a:gd name="connsiteX120" fmla="*/ 1743075 w 2543175"/>
              <a:gd name="connsiteY120" fmla="*/ 1283494 h 1890712"/>
              <a:gd name="connsiteX121" fmla="*/ 1754982 w 2543175"/>
              <a:gd name="connsiteY121" fmla="*/ 1290637 h 1890712"/>
              <a:gd name="connsiteX122" fmla="*/ 1766888 w 2543175"/>
              <a:gd name="connsiteY122" fmla="*/ 1300162 h 1890712"/>
              <a:gd name="connsiteX123" fmla="*/ 1783557 w 2543175"/>
              <a:gd name="connsiteY123" fmla="*/ 1307306 h 1890712"/>
              <a:gd name="connsiteX124" fmla="*/ 1790700 w 2543175"/>
              <a:gd name="connsiteY124" fmla="*/ 1312069 h 1890712"/>
              <a:gd name="connsiteX125" fmla="*/ 1800225 w 2543175"/>
              <a:gd name="connsiteY125" fmla="*/ 1319212 h 1890712"/>
              <a:gd name="connsiteX126" fmla="*/ 1807369 w 2543175"/>
              <a:gd name="connsiteY126" fmla="*/ 1321594 h 1890712"/>
              <a:gd name="connsiteX127" fmla="*/ 1824038 w 2543175"/>
              <a:gd name="connsiteY127" fmla="*/ 1333500 h 1890712"/>
              <a:gd name="connsiteX128" fmla="*/ 1843088 w 2543175"/>
              <a:gd name="connsiteY128" fmla="*/ 1352550 h 1890712"/>
              <a:gd name="connsiteX129" fmla="*/ 1852613 w 2543175"/>
              <a:gd name="connsiteY129" fmla="*/ 1359694 h 1890712"/>
              <a:gd name="connsiteX130" fmla="*/ 1859757 w 2543175"/>
              <a:gd name="connsiteY130" fmla="*/ 1366837 h 1890712"/>
              <a:gd name="connsiteX131" fmla="*/ 1869282 w 2543175"/>
              <a:gd name="connsiteY131" fmla="*/ 1371600 h 1890712"/>
              <a:gd name="connsiteX132" fmla="*/ 1883569 w 2543175"/>
              <a:gd name="connsiteY132" fmla="*/ 1388269 h 1890712"/>
              <a:gd name="connsiteX133" fmla="*/ 1893094 w 2543175"/>
              <a:gd name="connsiteY133" fmla="*/ 1395412 h 1890712"/>
              <a:gd name="connsiteX134" fmla="*/ 1902619 w 2543175"/>
              <a:gd name="connsiteY134" fmla="*/ 1404937 h 1890712"/>
              <a:gd name="connsiteX135" fmla="*/ 1912144 w 2543175"/>
              <a:gd name="connsiteY135" fmla="*/ 1409700 h 1890712"/>
              <a:gd name="connsiteX136" fmla="*/ 1931194 w 2543175"/>
              <a:gd name="connsiteY136" fmla="*/ 1421606 h 1890712"/>
              <a:gd name="connsiteX137" fmla="*/ 1935957 w 2543175"/>
              <a:gd name="connsiteY137" fmla="*/ 1428750 h 1890712"/>
              <a:gd name="connsiteX138" fmla="*/ 1952625 w 2543175"/>
              <a:gd name="connsiteY138" fmla="*/ 1438275 h 1890712"/>
              <a:gd name="connsiteX139" fmla="*/ 1971675 w 2543175"/>
              <a:gd name="connsiteY139" fmla="*/ 1450181 h 1890712"/>
              <a:gd name="connsiteX140" fmla="*/ 1981200 w 2543175"/>
              <a:gd name="connsiteY140" fmla="*/ 1454944 h 1890712"/>
              <a:gd name="connsiteX141" fmla="*/ 1997869 w 2543175"/>
              <a:gd name="connsiteY141" fmla="*/ 1471612 h 1890712"/>
              <a:gd name="connsiteX142" fmla="*/ 2007394 w 2543175"/>
              <a:gd name="connsiteY142" fmla="*/ 1478756 h 1890712"/>
              <a:gd name="connsiteX143" fmla="*/ 2016919 w 2543175"/>
              <a:gd name="connsiteY143" fmla="*/ 1483519 h 1890712"/>
              <a:gd name="connsiteX144" fmla="*/ 2024063 w 2543175"/>
              <a:gd name="connsiteY144" fmla="*/ 1490662 h 1890712"/>
              <a:gd name="connsiteX145" fmla="*/ 2033588 w 2543175"/>
              <a:gd name="connsiteY145" fmla="*/ 1495425 h 1890712"/>
              <a:gd name="connsiteX146" fmla="*/ 2040732 w 2543175"/>
              <a:gd name="connsiteY146" fmla="*/ 1502569 h 1890712"/>
              <a:gd name="connsiteX147" fmla="*/ 2047875 w 2543175"/>
              <a:gd name="connsiteY147" fmla="*/ 1507331 h 1890712"/>
              <a:gd name="connsiteX148" fmla="*/ 2057400 w 2543175"/>
              <a:gd name="connsiteY148" fmla="*/ 1514475 h 1890712"/>
              <a:gd name="connsiteX149" fmla="*/ 2064544 w 2543175"/>
              <a:gd name="connsiteY149" fmla="*/ 1519237 h 1890712"/>
              <a:gd name="connsiteX150" fmla="*/ 2071688 w 2543175"/>
              <a:gd name="connsiteY150" fmla="*/ 1526381 h 1890712"/>
              <a:gd name="connsiteX151" fmla="*/ 2081213 w 2543175"/>
              <a:gd name="connsiteY151" fmla="*/ 1531144 h 1890712"/>
              <a:gd name="connsiteX152" fmla="*/ 2090738 w 2543175"/>
              <a:gd name="connsiteY152" fmla="*/ 1538287 h 1890712"/>
              <a:gd name="connsiteX153" fmla="*/ 2109788 w 2543175"/>
              <a:gd name="connsiteY153" fmla="*/ 1547812 h 1890712"/>
              <a:gd name="connsiteX154" fmla="*/ 2131219 w 2543175"/>
              <a:gd name="connsiteY154" fmla="*/ 1562100 h 1890712"/>
              <a:gd name="connsiteX155" fmla="*/ 2140744 w 2543175"/>
              <a:gd name="connsiteY155" fmla="*/ 1566862 h 1890712"/>
              <a:gd name="connsiteX156" fmla="*/ 2152650 w 2543175"/>
              <a:gd name="connsiteY156" fmla="*/ 1576387 h 1890712"/>
              <a:gd name="connsiteX157" fmla="*/ 2181225 w 2543175"/>
              <a:gd name="connsiteY157" fmla="*/ 1590675 h 1890712"/>
              <a:gd name="connsiteX158" fmla="*/ 2200275 w 2543175"/>
              <a:gd name="connsiteY158" fmla="*/ 1607344 h 1890712"/>
              <a:gd name="connsiteX159" fmla="*/ 2207419 w 2543175"/>
              <a:gd name="connsiteY159" fmla="*/ 1612106 h 1890712"/>
              <a:gd name="connsiteX160" fmla="*/ 2216944 w 2543175"/>
              <a:gd name="connsiteY160" fmla="*/ 1619250 h 1890712"/>
              <a:gd name="connsiteX161" fmla="*/ 2224088 w 2543175"/>
              <a:gd name="connsiteY161" fmla="*/ 1624012 h 1890712"/>
              <a:gd name="connsiteX162" fmla="*/ 2247900 w 2543175"/>
              <a:gd name="connsiteY162" fmla="*/ 1643062 h 1890712"/>
              <a:gd name="connsiteX163" fmla="*/ 2255044 w 2543175"/>
              <a:gd name="connsiteY163" fmla="*/ 1650206 h 1890712"/>
              <a:gd name="connsiteX164" fmla="*/ 2281238 w 2543175"/>
              <a:gd name="connsiteY164" fmla="*/ 1664494 h 1890712"/>
              <a:gd name="connsiteX165" fmla="*/ 2297907 w 2543175"/>
              <a:gd name="connsiteY165" fmla="*/ 1674019 h 1890712"/>
              <a:gd name="connsiteX166" fmla="*/ 2312194 w 2543175"/>
              <a:gd name="connsiteY166" fmla="*/ 1685925 h 1890712"/>
              <a:gd name="connsiteX167" fmla="*/ 2328863 w 2543175"/>
              <a:gd name="connsiteY167" fmla="*/ 1697831 h 1890712"/>
              <a:gd name="connsiteX168" fmla="*/ 2350294 w 2543175"/>
              <a:gd name="connsiteY168" fmla="*/ 1712119 h 1890712"/>
              <a:gd name="connsiteX169" fmla="*/ 2369344 w 2543175"/>
              <a:gd name="connsiteY169" fmla="*/ 1724025 h 1890712"/>
              <a:gd name="connsiteX170" fmla="*/ 2428876 w 2543175"/>
              <a:gd name="connsiteY170" fmla="*/ 1785938 h 1890712"/>
              <a:gd name="connsiteX171" fmla="*/ 2466975 w 2543175"/>
              <a:gd name="connsiteY171" fmla="*/ 1783556 h 1890712"/>
              <a:gd name="connsiteX172" fmla="*/ 2481263 w 2543175"/>
              <a:gd name="connsiteY172" fmla="*/ 1795462 h 1890712"/>
              <a:gd name="connsiteX173" fmla="*/ 2486025 w 2543175"/>
              <a:gd name="connsiteY173" fmla="*/ 1802606 h 1890712"/>
              <a:gd name="connsiteX174" fmla="*/ 2514600 w 2543175"/>
              <a:gd name="connsiteY174" fmla="*/ 1850231 h 1890712"/>
              <a:gd name="connsiteX175" fmla="*/ 2519363 w 2543175"/>
              <a:gd name="connsiteY175" fmla="*/ 1857375 h 1890712"/>
              <a:gd name="connsiteX176" fmla="*/ 2540794 w 2543175"/>
              <a:gd name="connsiteY176" fmla="*/ 1883569 h 1890712"/>
              <a:gd name="connsiteX177" fmla="*/ 2543175 w 2543175"/>
              <a:gd name="connsiteY177"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78619 w 2543175"/>
              <a:gd name="connsiteY30" fmla="*/ 276225 h 1890712"/>
              <a:gd name="connsiteX31" fmla="*/ 385763 w 2543175"/>
              <a:gd name="connsiteY31" fmla="*/ 283369 h 1890712"/>
              <a:gd name="connsiteX32" fmla="*/ 395288 w 2543175"/>
              <a:gd name="connsiteY32" fmla="*/ 288131 h 1890712"/>
              <a:gd name="connsiteX33" fmla="*/ 404813 w 2543175"/>
              <a:gd name="connsiteY33" fmla="*/ 295275 h 1890712"/>
              <a:gd name="connsiteX34" fmla="*/ 411957 w 2543175"/>
              <a:gd name="connsiteY34" fmla="*/ 297656 h 1890712"/>
              <a:gd name="connsiteX35" fmla="*/ 421482 w 2543175"/>
              <a:gd name="connsiteY35" fmla="*/ 302419 h 1890712"/>
              <a:gd name="connsiteX36" fmla="*/ 447675 w 2543175"/>
              <a:gd name="connsiteY36" fmla="*/ 307181 h 1890712"/>
              <a:gd name="connsiteX37" fmla="*/ 461963 w 2543175"/>
              <a:gd name="connsiteY37" fmla="*/ 321469 h 1890712"/>
              <a:gd name="connsiteX38" fmla="*/ 466725 w 2543175"/>
              <a:gd name="connsiteY38" fmla="*/ 328612 h 1890712"/>
              <a:gd name="connsiteX39" fmla="*/ 476250 w 2543175"/>
              <a:gd name="connsiteY39" fmla="*/ 335756 h 1890712"/>
              <a:gd name="connsiteX40" fmla="*/ 481013 w 2543175"/>
              <a:gd name="connsiteY40" fmla="*/ 342900 h 1890712"/>
              <a:gd name="connsiteX41" fmla="*/ 490538 w 2543175"/>
              <a:gd name="connsiteY41" fmla="*/ 352425 h 1890712"/>
              <a:gd name="connsiteX42" fmla="*/ 495300 w 2543175"/>
              <a:gd name="connsiteY42" fmla="*/ 359569 h 1890712"/>
              <a:gd name="connsiteX43" fmla="*/ 509588 w 2543175"/>
              <a:gd name="connsiteY43" fmla="*/ 376237 h 1890712"/>
              <a:gd name="connsiteX44" fmla="*/ 514350 w 2543175"/>
              <a:gd name="connsiteY44" fmla="*/ 383381 h 1890712"/>
              <a:gd name="connsiteX45" fmla="*/ 531019 w 2543175"/>
              <a:gd name="connsiteY45" fmla="*/ 397669 h 1890712"/>
              <a:gd name="connsiteX46" fmla="*/ 538163 w 2543175"/>
              <a:gd name="connsiteY46" fmla="*/ 407194 h 1890712"/>
              <a:gd name="connsiteX47" fmla="*/ 554832 w 2543175"/>
              <a:gd name="connsiteY47" fmla="*/ 421481 h 1890712"/>
              <a:gd name="connsiteX48" fmla="*/ 564357 w 2543175"/>
              <a:gd name="connsiteY48" fmla="*/ 431006 h 1890712"/>
              <a:gd name="connsiteX49" fmla="*/ 573882 w 2543175"/>
              <a:gd name="connsiteY49" fmla="*/ 438150 h 1890712"/>
              <a:gd name="connsiteX50" fmla="*/ 595313 w 2543175"/>
              <a:gd name="connsiteY50" fmla="*/ 454819 h 1890712"/>
              <a:gd name="connsiteX51" fmla="*/ 602457 w 2543175"/>
              <a:gd name="connsiteY51" fmla="*/ 457200 h 1890712"/>
              <a:gd name="connsiteX52" fmla="*/ 628650 w 2543175"/>
              <a:gd name="connsiteY52" fmla="*/ 469106 h 1890712"/>
              <a:gd name="connsiteX53" fmla="*/ 645319 w 2543175"/>
              <a:gd name="connsiteY53" fmla="*/ 483394 h 1890712"/>
              <a:gd name="connsiteX54" fmla="*/ 654844 w 2543175"/>
              <a:gd name="connsiteY54" fmla="*/ 488156 h 1890712"/>
              <a:gd name="connsiteX55" fmla="*/ 661988 w 2543175"/>
              <a:gd name="connsiteY55" fmla="*/ 497681 h 1890712"/>
              <a:gd name="connsiteX56" fmla="*/ 683419 w 2543175"/>
              <a:gd name="connsiteY56" fmla="*/ 514350 h 1890712"/>
              <a:gd name="connsiteX57" fmla="*/ 700088 w 2543175"/>
              <a:gd name="connsiteY57" fmla="*/ 526256 h 1890712"/>
              <a:gd name="connsiteX58" fmla="*/ 709613 w 2543175"/>
              <a:gd name="connsiteY58" fmla="*/ 535781 h 1890712"/>
              <a:gd name="connsiteX59" fmla="*/ 719138 w 2543175"/>
              <a:gd name="connsiteY59" fmla="*/ 542925 h 1890712"/>
              <a:gd name="connsiteX60" fmla="*/ 733425 w 2543175"/>
              <a:gd name="connsiteY60" fmla="*/ 557212 h 1890712"/>
              <a:gd name="connsiteX61" fmla="*/ 750094 w 2543175"/>
              <a:gd name="connsiteY61" fmla="*/ 569119 h 1890712"/>
              <a:gd name="connsiteX62" fmla="*/ 769144 w 2543175"/>
              <a:gd name="connsiteY62" fmla="*/ 581025 h 1890712"/>
              <a:gd name="connsiteX63" fmla="*/ 785813 w 2543175"/>
              <a:gd name="connsiteY63" fmla="*/ 590550 h 1890712"/>
              <a:gd name="connsiteX64" fmla="*/ 792957 w 2543175"/>
              <a:gd name="connsiteY64" fmla="*/ 600075 h 1890712"/>
              <a:gd name="connsiteX65" fmla="*/ 809625 w 2543175"/>
              <a:gd name="connsiteY65" fmla="*/ 611981 h 1890712"/>
              <a:gd name="connsiteX66" fmla="*/ 816769 w 2543175"/>
              <a:gd name="connsiteY66" fmla="*/ 619125 h 1890712"/>
              <a:gd name="connsiteX67" fmla="*/ 826294 w 2543175"/>
              <a:gd name="connsiteY67" fmla="*/ 626269 h 1890712"/>
              <a:gd name="connsiteX68" fmla="*/ 840582 w 2543175"/>
              <a:gd name="connsiteY68" fmla="*/ 638175 h 1890712"/>
              <a:gd name="connsiteX69" fmla="*/ 847725 w 2543175"/>
              <a:gd name="connsiteY69" fmla="*/ 645319 h 1890712"/>
              <a:gd name="connsiteX70" fmla="*/ 857250 w 2543175"/>
              <a:gd name="connsiteY70" fmla="*/ 652462 h 1890712"/>
              <a:gd name="connsiteX71" fmla="*/ 864394 w 2543175"/>
              <a:gd name="connsiteY71" fmla="*/ 657225 h 1890712"/>
              <a:gd name="connsiteX72" fmla="*/ 888207 w 2543175"/>
              <a:gd name="connsiteY72" fmla="*/ 676275 h 1890712"/>
              <a:gd name="connsiteX73" fmla="*/ 895350 w 2543175"/>
              <a:gd name="connsiteY73" fmla="*/ 681037 h 1890712"/>
              <a:gd name="connsiteX74" fmla="*/ 907257 w 2543175"/>
              <a:gd name="connsiteY74" fmla="*/ 683419 h 1890712"/>
              <a:gd name="connsiteX75" fmla="*/ 928688 w 2543175"/>
              <a:gd name="connsiteY75" fmla="*/ 695325 h 1890712"/>
              <a:gd name="connsiteX76" fmla="*/ 942975 w 2543175"/>
              <a:gd name="connsiteY76" fmla="*/ 700087 h 1890712"/>
              <a:gd name="connsiteX77" fmla="*/ 964407 w 2543175"/>
              <a:gd name="connsiteY77" fmla="*/ 716756 h 1890712"/>
              <a:gd name="connsiteX78" fmla="*/ 971550 w 2543175"/>
              <a:gd name="connsiteY78" fmla="*/ 723900 h 1890712"/>
              <a:gd name="connsiteX79" fmla="*/ 983457 w 2543175"/>
              <a:gd name="connsiteY79" fmla="*/ 733425 h 1890712"/>
              <a:gd name="connsiteX80" fmla="*/ 990600 w 2543175"/>
              <a:gd name="connsiteY80" fmla="*/ 738187 h 1890712"/>
              <a:gd name="connsiteX81" fmla="*/ 1007269 w 2543175"/>
              <a:gd name="connsiteY81" fmla="*/ 752475 h 1890712"/>
              <a:gd name="connsiteX82" fmla="*/ 1031082 w 2543175"/>
              <a:gd name="connsiteY82" fmla="*/ 766762 h 1890712"/>
              <a:gd name="connsiteX83" fmla="*/ 1042988 w 2543175"/>
              <a:gd name="connsiteY83" fmla="*/ 773906 h 1890712"/>
              <a:gd name="connsiteX84" fmla="*/ 1071563 w 2543175"/>
              <a:gd name="connsiteY84" fmla="*/ 785812 h 1890712"/>
              <a:gd name="connsiteX85" fmla="*/ 1097757 w 2543175"/>
              <a:gd name="connsiteY85" fmla="*/ 807244 h 1890712"/>
              <a:gd name="connsiteX86" fmla="*/ 1104900 w 2543175"/>
              <a:gd name="connsiteY86" fmla="*/ 814387 h 1890712"/>
              <a:gd name="connsiteX87" fmla="*/ 1121569 w 2543175"/>
              <a:gd name="connsiteY87" fmla="*/ 823912 h 1890712"/>
              <a:gd name="connsiteX88" fmla="*/ 1138238 w 2543175"/>
              <a:gd name="connsiteY88" fmla="*/ 835819 h 1890712"/>
              <a:gd name="connsiteX89" fmla="*/ 1147763 w 2543175"/>
              <a:gd name="connsiteY89" fmla="*/ 842962 h 1890712"/>
              <a:gd name="connsiteX90" fmla="*/ 1157288 w 2543175"/>
              <a:gd name="connsiteY90" fmla="*/ 847725 h 1890712"/>
              <a:gd name="connsiteX91" fmla="*/ 1178719 w 2543175"/>
              <a:gd name="connsiteY91" fmla="*/ 859631 h 1890712"/>
              <a:gd name="connsiteX92" fmla="*/ 1188244 w 2543175"/>
              <a:gd name="connsiteY92" fmla="*/ 866775 h 1890712"/>
              <a:gd name="connsiteX93" fmla="*/ 1195388 w 2543175"/>
              <a:gd name="connsiteY93" fmla="*/ 871537 h 1890712"/>
              <a:gd name="connsiteX94" fmla="*/ 1212057 w 2543175"/>
              <a:gd name="connsiteY94" fmla="*/ 883444 h 1890712"/>
              <a:gd name="connsiteX95" fmla="*/ 1226344 w 2543175"/>
              <a:gd name="connsiteY95" fmla="*/ 895350 h 1890712"/>
              <a:gd name="connsiteX96" fmla="*/ 1245394 w 2543175"/>
              <a:gd name="connsiteY96" fmla="*/ 907256 h 1890712"/>
              <a:gd name="connsiteX97" fmla="*/ 1254919 w 2543175"/>
              <a:gd name="connsiteY97" fmla="*/ 914400 h 1890712"/>
              <a:gd name="connsiteX98" fmla="*/ 1269207 w 2543175"/>
              <a:gd name="connsiteY98" fmla="*/ 921544 h 1890712"/>
              <a:gd name="connsiteX99" fmla="*/ 1290638 w 2543175"/>
              <a:gd name="connsiteY99" fmla="*/ 935831 h 1890712"/>
              <a:gd name="connsiteX100" fmla="*/ 1307307 w 2543175"/>
              <a:gd name="connsiteY100" fmla="*/ 952500 h 1890712"/>
              <a:gd name="connsiteX101" fmla="*/ 1333500 w 2543175"/>
              <a:gd name="connsiteY101" fmla="*/ 971550 h 1890712"/>
              <a:gd name="connsiteX102" fmla="*/ 1359694 w 2543175"/>
              <a:gd name="connsiteY102" fmla="*/ 990600 h 1890712"/>
              <a:gd name="connsiteX103" fmla="*/ 1373982 w 2543175"/>
              <a:gd name="connsiteY103" fmla="*/ 997744 h 1890712"/>
              <a:gd name="connsiteX104" fmla="*/ 1388269 w 2543175"/>
              <a:gd name="connsiteY104" fmla="*/ 1007269 h 1890712"/>
              <a:gd name="connsiteX105" fmla="*/ 1414463 w 2543175"/>
              <a:gd name="connsiteY105" fmla="*/ 1019175 h 1890712"/>
              <a:gd name="connsiteX106" fmla="*/ 1428750 w 2543175"/>
              <a:gd name="connsiteY106" fmla="*/ 1026319 h 1890712"/>
              <a:gd name="connsiteX107" fmla="*/ 1471613 w 2543175"/>
              <a:gd name="connsiteY107" fmla="*/ 1059656 h 1890712"/>
              <a:gd name="connsiteX108" fmla="*/ 1495425 w 2543175"/>
              <a:gd name="connsiteY108" fmla="*/ 1088231 h 1890712"/>
              <a:gd name="connsiteX109" fmla="*/ 1547812 w 2543175"/>
              <a:gd name="connsiteY109" fmla="*/ 1133475 h 1890712"/>
              <a:gd name="connsiteX110" fmla="*/ 1597819 w 2543175"/>
              <a:gd name="connsiteY110" fmla="*/ 1154906 h 1890712"/>
              <a:gd name="connsiteX111" fmla="*/ 1604963 w 2543175"/>
              <a:gd name="connsiteY111" fmla="*/ 1162050 h 1890712"/>
              <a:gd name="connsiteX112" fmla="*/ 1612107 w 2543175"/>
              <a:gd name="connsiteY112" fmla="*/ 1166812 h 1890712"/>
              <a:gd name="connsiteX113" fmla="*/ 1628775 w 2543175"/>
              <a:gd name="connsiteY113" fmla="*/ 1183481 h 1890712"/>
              <a:gd name="connsiteX114" fmla="*/ 1662113 w 2543175"/>
              <a:gd name="connsiteY114" fmla="*/ 1209675 h 1890712"/>
              <a:gd name="connsiteX115" fmla="*/ 1678782 w 2543175"/>
              <a:gd name="connsiteY115" fmla="*/ 1226344 h 1890712"/>
              <a:gd name="connsiteX116" fmla="*/ 1700213 w 2543175"/>
              <a:gd name="connsiteY116" fmla="*/ 1247775 h 1890712"/>
              <a:gd name="connsiteX117" fmla="*/ 1712119 w 2543175"/>
              <a:gd name="connsiteY117" fmla="*/ 1259681 h 1890712"/>
              <a:gd name="connsiteX118" fmla="*/ 1733550 w 2543175"/>
              <a:gd name="connsiteY118" fmla="*/ 1273969 h 1890712"/>
              <a:gd name="connsiteX119" fmla="*/ 1743075 w 2543175"/>
              <a:gd name="connsiteY119" fmla="*/ 1283494 h 1890712"/>
              <a:gd name="connsiteX120" fmla="*/ 1754982 w 2543175"/>
              <a:gd name="connsiteY120" fmla="*/ 1290637 h 1890712"/>
              <a:gd name="connsiteX121" fmla="*/ 1766888 w 2543175"/>
              <a:gd name="connsiteY121" fmla="*/ 1300162 h 1890712"/>
              <a:gd name="connsiteX122" fmla="*/ 1783557 w 2543175"/>
              <a:gd name="connsiteY122" fmla="*/ 1307306 h 1890712"/>
              <a:gd name="connsiteX123" fmla="*/ 1790700 w 2543175"/>
              <a:gd name="connsiteY123" fmla="*/ 1312069 h 1890712"/>
              <a:gd name="connsiteX124" fmla="*/ 1800225 w 2543175"/>
              <a:gd name="connsiteY124" fmla="*/ 1319212 h 1890712"/>
              <a:gd name="connsiteX125" fmla="*/ 1807369 w 2543175"/>
              <a:gd name="connsiteY125" fmla="*/ 1321594 h 1890712"/>
              <a:gd name="connsiteX126" fmla="*/ 1824038 w 2543175"/>
              <a:gd name="connsiteY126" fmla="*/ 1333500 h 1890712"/>
              <a:gd name="connsiteX127" fmla="*/ 1843088 w 2543175"/>
              <a:gd name="connsiteY127" fmla="*/ 1352550 h 1890712"/>
              <a:gd name="connsiteX128" fmla="*/ 1852613 w 2543175"/>
              <a:gd name="connsiteY128" fmla="*/ 1359694 h 1890712"/>
              <a:gd name="connsiteX129" fmla="*/ 1859757 w 2543175"/>
              <a:gd name="connsiteY129" fmla="*/ 1366837 h 1890712"/>
              <a:gd name="connsiteX130" fmla="*/ 1869282 w 2543175"/>
              <a:gd name="connsiteY130" fmla="*/ 1371600 h 1890712"/>
              <a:gd name="connsiteX131" fmla="*/ 1883569 w 2543175"/>
              <a:gd name="connsiteY131" fmla="*/ 1388269 h 1890712"/>
              <a:gd name="connsiteX132" fmla="*/ 1893094 w 2543175"/>
              <a:gd name="connsiteY132" fmla="*/ 1395412 h 1890712"/>
              <a:gd name="connsiteX133" fmla="*/ 1902619 w 2543175"/>
              <a:gd name="connsiteY133" fmla="*/ 1404937 h 1890712"/>
              <a:gd name="connsiteX134" fmla="*/ 1912144 w 2543175"/>
              <a:gd name="connsiteY134" fmla="*/ 1409700 h 1890712"/>
              <a:gd name="connsiteX135" fmla="*/ 1931194 w 2543175"/>
              <a:gd name="connsiteY135" fmla="*/ 1421606 h 1890712"/>
              <a:gd name="connsiteX136" fmla="*/ 1935957 w 2543175"/>
              <a:gd name="connsiteY136" fmla="*/ 1428750 h 1890712"/>
              <a:gd name="connsiteX137" fmla="*/ 1952625 w 2543175"/>
              <a:gd name="connsiteY137" fmla="*/ 1438275 h 1890712"/>
              <a:gd name="connsiteX138" fmla="*/ 1971675 w 2543175"/>
              <a:gd name="connsiteY138" fmla="*/ 1450181 h 1890712"/>
              <a:gd name="connsiteX139" fmla="*/ 1981200 w 2543175"/>
              <a:gd name="connsiteY139" fmla="*/ 1454944 h 1890712"/>
              <a:gd name="connsiteX140" fmla="*/ 1997869 w 2543175"/>
              <a:gd name="connsiteY140" fmla="*/ 1471612 h 1890712"/>
              <a:gd name="connsiteX141" fmla="*/ 2007394 w 2543175"/>
              <a:gd name="connsiteY141" fmla="*/ 1478756 h 1890712"/>
              <a:gd name="connsiteX142" fmla="*/ 2016919 w 2543175"/>
              <a:gd name="connsiteY142" fmla="*/ 1483519 h 1890712"/>
              <a:gd name="connsiteX143" fmla="*/ 2024063 w 2543175"/>
              <a:gd name="connsiteY143" fmla="*/ 1490662 h 1890712"/>
              <a:gd name="connsiteX144" fmla="*/ 2033588 w 2543175"/>
              <a:gd name="connsiteY144" fmla="*/ 1495425 h 1890712"/>
              <a:gd name="connsiteX145" fmla="*/ 2040732 w 2543175"/>
              <a:gd name="connsiteY145" fmla="*/ 1502569 h 1890712"/>
              <a:gd name="connsiteX146" fmla="*/ 2047875 w 2543175"/>
              <a:gd name="connsiteY146" fmla="*/ 1507331 h 1890712"/>
              <a:gd name="connsiteX147" fmla="*/ 2057400 w 2543175"/>
              <a:gd name="connsiteY147" fmla="*/ 1514475 h 1890712"/>
              <a:gd name="connsiteX148" fmla="*/ 2064544 w 2543175"/>
              <a:gd name="connsiteY148" fmla="*/ 1519237 h 1890712"/>
              <a:gd name="connsiteX149" fmla="*/ 2071688 w 2543175"/>
              <a:gd name="connsiteY149" fmla="*/ 1526381 h 1890712"/>
              <a:gd name="connsiteX150" fmla="*/ 2081213 w 2543175"/>
              <a:gd name="connsiteY150" fmla="*/ 1531144 h 1890712"/>
              <a:gd name="connsiteX151" fmla="*/ 2090738 w 2543175"/>
              <a:gd name="connsiteY151" fmla="*/ 1538287 h 1890712"/>
              <a:gd name="connsiteX152" fmla="*/ 2109788 w 2543175"/>
              <a:gd name="connsiteY152" fmla="*/ 1547812 h 1890712"/>
              <a:gd name="connsiteX153" fmla="*/ 2131219 w 2543175"/>
              <a:gd name="connsiteY153" fmla="*/ 1562100 h 1890712"/>
              <a:gd name="connsiteX154" fmla="*/ 2140744 w 2543175"/>
              <a:gd name="connsiteY154" fmla="*/ 1566862 h 1890712"/>
              <a:gd name="connsiteX155" fmla="*/ 2152650 w 2543175"/>
              <a:gd name="connsiteY155" fmla="*/ 1576387 h 1890712"/>
              <a:gd name="connsiteX156" fmla="*/ 2181225 w 2543175"/>
              <a:gd name="connsiteY156" fmla="*/ 1590675 h 1890712"/>
              <a:gd name="connsiteX157" fmla="*/ 2200275 w 2543175"/>
              <a:gd name="connsiteY157" fmla="*/ 1607344 h 1890712"/>
              <a:gd name="connsiteX158" fmla="*/ 2207419 w 2543175"/>
              <a:gd name="connsiteY158" fmla="*/ 1612106 h 1890712"/>
              <a:gd name="connsiteX159" fmla="*/ 2216944 w 2543175"/>
              <a:gd name="connsiteY159" fmla="*/ 1619250 h 1890712"/>
              <a:gd name="connsiteX160" fmla="*/ 2224088 w 2543175"/>
              <a:gd name="connsiteY160" fmla="*/ 1624012 h 1890712"/>
              <a:gd name="connsiteX161" fmla="*/ 2247900 w 2543175"/>
              <a:gd name="connsiteY161" fmla="*/ 1643062 h 1890712"/>
              <a:gd name="connsiteX162" fmla="*/ 2255044 w 2543175"/>
              <a:gd name="connsiteY162" fmla="*/ 1650206 h 1890712"/>
              <a:gd name="connsiteX163" fmla="*/ 2281238 w 2543175"/>
              <a:gd name="connsiteY163" fmla="*/ 1664494 h 1890712"/>
              <a:gd name="connsiteX164" fmla="*/ 2297907 w 2543175"/>
              <a:gd name="connsiteY164" fmla="*/ 1674019 h 1890712"/>
              <a:gd name="connsiteX165" fmla="*/ 2312194 w 2543175"/>
              <a:gd name="connsiteY165" fmla="*/ 1685925 h 1890712"/>
              <a:gd name="connsiteX166" fmla="*/ 2328863 w 2543175"/>
              <a:gd name="connsiteY166" fmla="*/ 1697831 h 1890712"/>
              <a:gd name="connsiteX167" fmla="*/ 2350294 w 2543175"/>
              <a:gd name="connsiteY167" fmla="*/ 1712119 h 1890712"/>
              <a:gd name="connsiteX168" fmla="*/ 2369344 w 2543175"/>
              <a:gd name="connsiteY168" fmla="*/ 1724025 h 1890712"/>
              <a:gd name="connsiteX169" fmla="*/ 2428876 w 2543175"/>
              <a:gd name="connsiteY169" fmla="*/ 1785938 h 1890712"/>
              <a:gd name="connsiteX170" fmla="*/ 2466975 w 2543175"/>
              <a:gd name="connsiteY170" fmla="*/ 1783556 h 1890712"/>
              <a:gd name="connsiteX171" fmla="*/ 2481263 w 2543175"/>
              <a:gd name="connsiteY171" fmla="*/ 1795462 h 1890712"/>
              <a:gd name="connsiteX172" fmla="*/ 2486025 w 2543175"/>
              <a:gd name="connsiteY172" fmla="*/ 1802606 h 1890712"/>
              <a:gd name="connsiteX173" fmla="*/ 2514600 w 2543175"/>
              <a:gd name="connsiteY173" fmla="*/ 1850231 h 1890712"/>
              <a:gd name="connsiteX174" fmla="*/ 2519363 w 2543175"/>
              <a:gd name="connsiteY174" fmla="*/ 1857375 h 1890712"/>
              <a:gd name="connsiteX175" fmla="*/ 2540794 w 2543175"/>
              <a:gd name="connsiteY175" fmla="*/ 1883569 h 1890712"/>
              <a:gd name="connsiteX176" fmla="*/ 2543175 w 2543175"/>
              <a:gd name="connsiteY17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78619 w 2543175"/>
              <a:gd name="connsiteY30" fmla="*/ 276225 h 1890712"/>
              <a:gd name="connsiteX31" fmla="*/ 385763 w 2543175"/>
              <a:gd name="connsiteY31" fmla="*/ 283369 h 1890712"/>
              <a:gd name="connsiteX32" fmla="*/ 395288 w 2543175"/>
              <a:gd name="connsiteY32" fmla="*/ 288131 h 1890712"/>
              <a:gd name="connsiteX33" fmla="*/ 404813 w 2543175"/>
              <a:gd name="connsiteY33" fmla="*/ 295275 h 1890712"/>
              <a:gd name="connsiteX34" fmla="*/ 411957 w 2543175"/>
              <a:gd name="connsiteY34" fmla="*/ 297656 h 1890712"/>
              <a:gd name="connsiteX35" fmla="*/ 421482 w 2543175"/>
              <a:gd name="connsiteY35" fmla="*/ 302419 h 1890712"/>
              <a:gd name="connsiteX36" fmla="*/ 447675 w 2543175"/>
              <a:gd name="connsiteY36" fmla="*/ 307181 h 1890712"/>
              <a:gd name="connsiteX37" fmla="*/ 466725 w 2543175"/>
              <a:gd name="connsiteY37" fmla="*/ 328612 h 1890712"/>
              <a:gd name="connsiteX38" fmla="*/ 476250 w 2543175"/>
              <a:gd name="connsiteY38" fmla="*/ 335756 h 1890712"/>
              <a:gd name="connsiteX39" fmla="*/ 481013 w 2543175"/>
              <a:gd name="connsiteY39" fmla="*/ 342900 h 1890712"/>
              <a:gd name="connsiteX40" fmla="*/ 490538 w 2543175"/>
              <a:gd name="connsiteY40" fmla="*/ 352425 h 1890712"/>
              <a:gd name="connsiteX41" fmla="*/ 495300 w 2543175"/>
              <a:gd name="connsiteY41" fmla="*/ 359569 h 1890712"/>
              <a:gd name="connsiteX42" fmla="*/ 509588 w 2543175"/>
              <a:gd name="connsiteY42" fmla="*/ 376237 h 1890712"/>
              <a:gd name="connsiteX43" fmla="*/ 514350 w 2543175"/>
              <a:gd name="connsiteY43" fmla="*/ 383381 h 1890712"/>
              <a:gd name="connsiteX44" fmla="*/ 531019 w 2543175"/>
              <a:gd name="connsiteY44" fmla="*/ 397669 h 1890712"/>
              <a:gd name="connsiteX45" fmla="*/ 538163 w 2543175"/>
              <a:gd name="connsiteY45" fmla="*/ 407194 h 1890712"/>
              <a:gd name="connsiteX46" fmla="*/ 554832 w 2543175"/>
              <a:gd name="connsiteY46" fmla="*/ 421481 h 1890712"/>
              <a:gd name="connsiteX47" fmla="*/ 564357 w 2543175"/>
              <a:gd name="connsiteY47" fmla="*/ 431006 h 1890712"/>
              <a:gd name="connsiteX48" fmla="*/ 573882 w 2543175"/>
              <a:gd name="connsiteY48" fmla="*/ 438150 h 1890712"/>
              <a:gd name="connsiteX49" fmla="*/ 595313 w 2543175"/>
              <a:gd name="connsiteY49" fmla="*/ 454819 h 1890712"/>
              <a:gd name="connsiteX50" fmla="*/ 602457 w 2543175"/>
              <a:gd name="connsiteY50" fmla="*/ 457200 h 1890712"/>
              <a:gd name="connsiteX51" fmla="*/ 628650 w 2543175"/>
              <a:gd name="connsiteY51" fmla="*/ 469106 h 1890712"/>
              <a:gd name="connsiteX52" fmla="*/ 645319 w 2543175"/>
              <a:gd name="connsiteY52" fmla="*/ 483394 h 1890712"/>
              <a:gd name="connsiteX53" fmla="*/ 654844 w 2543175"/>
              <a:gd name="connsiteY53" fmla="*/ 488156 h 1890712"/>
              <a:gd name="connsiteX54" fmla="*/ 661988 w 2543175"/>
              <a:gd name="connsiteY54" fmla="*/ 497681 h 1890712"/>
              <a:gd name="connsiteX55" fmla="*/ 683419 w 2543175"/>
              <a:gd name="connsiteY55" fmla="*/ 514350 h 1890712"/>
              <a:gd name="connsiteX56" fmla="*/ 700088 w 2543175"/>
              <a:gd name="connsiteY56" fmla="*/ 526256 h 1890712"/>
              <a:gd name="connsiteX57" fmla="*/ 709613 w 2543175"/>
              <a:gd name="connsiteY57" fmla="*/ 535781 h 1890712"/>
              <a:gd name="connsiteX58" fmla="*/ 719138 w 2543175"/>
              <a:gd name="connsiteY58" fmla="*/ 542925 h 1890712"/>
              <a:gd name="connsiteX59" fmla="*/ 733425 w 2543175"/>
              <a:gd name="connsiteY59" fmla="*/ 557212 h 1890712"/>
              <a:gd name="connsiteX60" fmla="*/ 750094 w 2543175"/>
              <a:gd name="connsiteY60" fmla="*/ 569119 h 1890712"/>
              <a:gd name="connsiteX61" fmla="*/ 769144 w 2543175"/>
              <a:gd name="connsiteY61" fmla="*/ 581025 h 1890712"/>
              <a:gd name="connsiteX62" fmla="*/ 785813 w 2543175"/>
              <a:gd name="connsiteY62" fmla="*/ 590550 h 1890712"/>
              <a:gd name="connsiteX63" fmla="*/ 792957 w 2543175"/>
              <a:gd name="connsiteY63" fmla="*/ 600075 h 1890712"/>
              <a:gd name="connsiteX64" fmla="*/ 809625 w 2543175"/>
              <a:gd name="connsiteY64" fmla="*/ 611981 h 1890712"/>
              <a:gd name="connsiteX65" fmla="*/ 816769 w 2543175"/>
              <a:gd name="connsiteY65" fmla="*/ 619125 h 1890712"/>
              <a:gd name="connsiteX66" fmla="*/ 826294 w 2543175"/>
              <a:gd name="connsiteY66" fmla="*/ 626269 h 1890712"/>
              <a:gd name="connsiteX67" fmla="*/ 840582 w 2543175"/>
              <a:gd name="connsiteY67" fmla="*/ 638175 h 1890712"/>
              <a:gd name="connsiteX68" fmla="*/ 847725 w 2543175"/>
              <a:gd name="connsiteY68" fmla="*/ 645319 h 1890712"/>
              <a:gd name="connsiteX69" fmla="*/ 857250 w 2543175"/>
              <a:gd name="connsiteY69" fmla="*/ 652462 h 1890712"/>
              <a:gd name="connsiteX70" fmla="*/ 864394 w 2543175"/>
              <a:gd name="connsiteY70" fmla="*/ 657225 h 1890712"/>
              <a:gd name="connsiteX71" fmla="*/ 888207 w 2543175"/>
              <a:gd name="connsiteY71" fmla="*/ 676275 h 1890712"/>
              <a:gd name="connsiteX72" fmla="*/ 895350 w 2543175"/>
              <a:gd name="connsiteY72" fmla="*/ 681037 h 1890712"/>
              <a:gd name="connsiteX73" fmla="*/ 907257 w 2543175"/>
              <a:gd name="connsiteY73" fmla="*/ 683419 h 1890712"/>
              <a:gd name="connsiteX74" fmla="*/ 928688 w 2543175"/>
              <a:gd name="connsiteY74" fmla="*/ 695325 h 1890712"/>
              <a:gd name="connsiteX75" fmla="*/ 942975 w 2543175"/>
              <a:gd name="connsiteY75" fmla="*/ 700087 h 1890712"/>
              <a:gd name="connsiteX76" fmla="*/ 964407 w 2543175"/>
              <a:gd name="connsiteY76" fmla="*/ 716756 h 1890712"/>
              <a:gd name="connsiteX77" fmla="*/ 971550 w 2543175"/>
              <a:gd name="connsiteY77" fmla="*/ 723900 h 1890712"/>
              <a:gd name="connsiteX78" fmla="*/ 983457 w 2543175"/>
              <a:gd name="connsiteY78" fmla="*/ 733425 h 1890712"/>
              <a:gd name="connsiteX79" fmla="*/ 990600 w 2543175"/>
              <a:gd name="connsiteY79" fmla="*/ 738187 h 1890712"/>
              <a:gd name="connsiteX80" fmla="*/ 1007269 w 2543175"/>
              <a:gd name="connsiteY80" fmla="*/ 752475 h 1890712"/>
              <a:gd name="connsiteX81" fmla="*/ 1031082 w 2543175"/>
              <a:gd name="connsiteY81" fmla="*/ 766762 h 1890712"/>
              <a:gd name="connsiteX82" fmla="*/ 1042988 w 2543175"/>
              <a:gd name="connsiteY82" fmla="*/ 773906 h 1890712"/>
              <a:gd name="connsiteX83" fmla="*/ 1071563 w 2543175"/>
              <a:gd name="connsiteY83" fmla="*/ 785812 h 1890712"/>
              <a:gd name="connsiteX84" fmla="*/ 1097757 w 2543175"/>
              <a:gd name="connsiteY84" fmla="*/ 807244 h 1890712"/>
              <a:gd name="connsiteX85" fmla="*/ 1104900 w 2543175"/>
              <a:gd name="connsiteY85" fmla="*/ 814387 h 1890712"/>
              <a:gd name="connsiteX86" fmla="*/ 1121569 w 2543175"/>
              <a:gd name="connsiteY86" fmla="*/ 823912 h 1890712"/>
              <a:gd name="connsiteX87" fmla="*/ 1138238 w 2543175"/>
              <a:gd name="connsiteY87" fmla="*/ 835819 h 1890712"/>
              <a:gd name="connsiteX88" fmla="*/ 1147763 w 2543175"/>
              <a:gd name="connsiteY88" fmla="*/ 842962 h 1890712"/>
              <a:gd name="connsiteX89" fmla="*/ 1157288 w 2543175"/>
              <a:gd name="connsiteY89" fmla="*/ 847725 h 1890712"/>
              <a:gd name="connsiteX90" fmla="*/ 1178719 w 2543175"/>
              <a:gd name="connsiteY90" fmla="*/ 859631 h 1890712"/>
              <a:gd name="connsiteX91" fmla="*/ 1188244 w 2543175"/>
              <a:gd name="connsiteY91" fmla="*/ 866775 h 1890712"/>
              <a:gd name="connsiteX92" fmla="*/ 1195388 w 2543175"/>
              <a:gd name="connsiteY92" fmla="*/ 871537 h 1890712"/>
              <a:gd name="connsiteX93" fmla="*/ 1212057 w 2543175"/>
              <a:gd name="connsiteY93" fmla="*/ 883444 h 1890712"/>
              <a:gd name="connsiteX94" fmla="*/ 1226344 w 2543175"/>
              <a:gd name="connsiteY94" fmla="*/ 895350 h 1890712"/>
              <a:gd name="connsiteX95" fmla="*/ 1245394 w 2543175"/>
              <a:gd name="connsiteY95" fmla="*/ 907256 h 1890712"/>
              <a:gd name="connsiteX96" fmla="*/ 1254919 w 2543175"/>
              <a:gd name="connsiteY96" fmla="*/ 914400 h 1890712"/>
              <a:gd name="connsiteX97" fmla="*/ 1269207 w 2543175"/>
              <a:gd name="connsiteY97" fmla="*/ 921544 h 1890712"/>
              <a:gd name="connsiteX98" fmla="*/ 1290638 w 2543175"/>
              <a:gd name="connsiteY98" fmla="*/ 935831 h 1890712"/>
              <a:gd name="connsiteX99" fmla="*/ 1307307 w 2543175"/>
              <a:gd name="connsiteY99" fmla="*/ 952500 h 1890712"/>
              <a:gd name="connsiteX100" fmla="*/ 1333500 w 2543175"/>
              <a:gd name="connsiteY100" fmla="*/ 971550 h 1890712"/>
              <a:gd name="connsiteX101" fmla="*/ 1359694 w 2543175"/>
              <a:gd name="connsiteY101" fmla="*/ 990600 h 1890712"/>
              <a:gd name="connsiteX102" fmla="*/ 1373982 w 2543175"/>
              <a:gd name="connsiteY102" fmla="*/ 997744 h 1890712"/>
              <a:gd name="connsiteX103" fmla="*/ 1388269 w 2543175"/>
              <a:gd name="connsiteY103" fmla="*/ 1007269 h 1890712"/>
              <a:gd name="connsiteX104" fmla="*/ 1414463 w 2543175"/>
              <a:gd name="connsiteY104" fmla="*/ 1019175 h 1890712"/>
              <a:gd name="connsiteX105" fmla="*/ 1428750 w 2543175"/>
              <a:gd name="connsiteY105" fmla="*/ 1026319 h 1890712"/>
              <a:gd name="connsiteX106" fmla="*/ 1471613 w 2543175"/>
              <a:gd name="connsiteY106" fmla="*/ 1059656 h 1890712"/>
              <a:gd name="connsiteX107" fmla="*/ 1495425 w 2543175"/>
              <a:gd name="connsiteY107" fmla="*/ 1088231 h 1890712"/>
              <a:gd name="connsiteX108" fmla="*/ 1547812 w 2543175"/>
              <a:gd name="connsiteY108" fmla="*/ 1133475 h 1890712"/>
              <a:gd name="connsiteX109" fmla="*/ 1597819 w 2543175"/>
              <a:gd name="connsiteY109" fmla="*/ 1154906 h 1890712"/>
              <a:gd name="connsiteX110" fmla="*/ 1604963 w 2543175"/>
              <a:gd name="connsiteY110" fmla="*/ 1162050 h 1890712"/>
              <a:gd name="connsiteX111" fmla="*/ 1612107 w 2543175"/>
              <a:gd name="connsiteY111" fmla="*/ 1166812 h 1890712"/>
              <a:gd name="connsiteX112" fmla="*/ 1628775 w 2543175"/>
              <a:gd name="connsiteY112" fmla="*/ 1183481 h 1890712"/>
              <a:gd name="connsiteX113" fmla="*/ 1662113 w 2543175"/>
              <a:gd name="connsiteY113" fmla="*/ 1209675 h 1890712"/>
              <a:gd name="connsiteX114" fmla="*/ 1678782 w 2543175"/>
              <a:gd name="connsiteY114" fmla="*/ 1226344 h 1890712"/>
              <a:gd name="connsiteX115" fmla="*/ 1700213 w 2543175"/>
              <a:gd name="connsiteY115" fmla="*/ 1247775 h 1890712"/>
              <a:gd name="connsiteX116" fmla="*/ 1712119 w 2543175"/>
              <a:gd name="connsiteY116" fmla="*/ 1259681 h 1890712"/>
              <a:gd name="connsiteX117" fmla="*/ 1733550 w 2543175"/>
              <a:gd name="connsiteY117" fmla="*/ 1273969 h 1890712"/>
              <a:gd name="connsiteX118" fmla="*/ 1743075 w 2543175"/>
              <a:gd name="connsiteY118" fmla="*/ 1283494 h 1890712"/>
              <a:gd name="connsiteX119" fmla="*/ 1754982 w 2543175"/>
              <a:gd name="connsiteY119" fmla="*/ 1290637 h 1890712"/>
              <a:gd name="connsiteX120" fmla="*/ 1766888 w 2543175"/>
              <a:gd name="connsiteY120" fmla="*/ 1300162 h 1890712"/>
              <a:gd name="connsiteX121" fmla="*/ 1783557 w 2543175"/>
              <a:gd name="connsiteY121" fmla="*/ 1307306 h 1890712"/>
              <a:gd name="connsiteX122" fmla="*/ 1790700 w 2543175"/>
              <a:gd name="connsiteY122" fmla="*/ 1312069 h 1890712"/>
              <a:gd name="connsiteX123" fmla="*/ 1800225 w 2543175"/>
              <a:gd name="connsiteY123" fmla="*/ 1319212 h 1890712"/>
              <a:gd name="connsiteX124" fmla="*/ 1807369 w 2543175"/>
              <a:gd name="connsiteY124" fmla="*/ 1321594 h 1890712"/>
              <a:gd name="connsiteX125" fmla="*/ 1824038 w 2543175"/>
              <a:gd name="connsiteY125" fmla="*/ 1333500 h 1890712"/>
              <a:gd name="connsiteX126" fmla="*/ 1843088 w 2543175"/>
              <a:gd name="connsiteY126" fmla="*/ 1352550 h 1890712"/>
              <a:gd name="connsiteX127" fmla="*/ 1852613 w 2543175"/>
              <a:gd name="connsiteY127" fmla="*/ 1359694 h 1890712"/>
              <a:gd name="connsiteX128" fmla="*/ 1859757 w 2543175"/>
              <a:gd name="connsiteY128" fmla="*/ 1366837 h 1890712"/>
              <a:gd name="connsiteX129" fmla="*/ 1869282 w 2543175"/>
              <a:gd name="connsiteY129" fmla="*/ 1371600 h 1890712"/>
              <a:gd name="connsiteX130" fmla="*/ 1883569 w 2543175"/>
              <a:gd name="connsiteY130" fmla="*/ 1388269 h 1890712"/>
              <a:gd name="connsiteX131" fmla="*/ 1893094 w 2543175"/>
              <a:gd name="connsiteY131" fmla="*/ 1395412 h 1890712"/>
              <a:gd name="connsiteX132" fmla="*/ 1902619 w 2543175"/>
              <a:gd name="connsiteY132" fmla="*/ 1404937 h 1890712"/>
              <a:gd name="connsiteX133" fmla="*/ 1912144 w 2543175"/>
              <a:gd name="connsiteY133" fmla="*/ 1409700 h 1890712"/>
              <a:gd name="connsiteX134" fmla="*/ 1931194 w 2543175"/>
              <a:gd name="connsiteY134" fmla="*/ 1421606 h 1890712"/>
              <a:gd name="connsiteX135" fmla="*/ 1935957 w 2543175"/>
              <a:gd name="connsiteY135" fmla="*/ 1428750 h 1890712"/>
              <a:gd name="connsiteX136" fmla="*/ 1952625 w 2543175"/>
              <a:gd name="connsiteY136" fmla="*/ 1438275 h 1890712"/>
              <a:gd name="connsiteX137" fmla="*/ 1971675 w 2543175"/>
              <a:gd name="connsiteY137" fmla="*/ 1450181 h 1890712"/>
              <a:gd name="connsiteX138" fmla="*/ 1981200 w 2543175"/>
              <a:gd name="connsiteY138" fmla="*/ 1454944 h 1890712"/>
              <a:gd name="connsiteX139" fmla="*/ 1997869 w 2543175"/>
              <a:gd name="connsiteY139" fmla="*/ 1471612 h 1890712"/>
              <a:gd name="connsiteX140" fmla="*/ 2007394 w 2543175"/>
              <a:gd name="connsiteY140" fmla="*/ 1478756 h 1890712"/>
              <a:gd name="connsiteX141" fmla="*/ 2016919 w 2543175"/>
              <a:gd name="connsiteY141" fmla="*/ 1483519 h 1890712"/>
              <a:gd name="connsiteX142" fmla="*/ 2024063 w 2543175"/>
              <a:gd name="connsiteY142" fmla="*/ 1490662 h 1890712"/>
              <a:gd name="connsiteX143" fmla="*/ 2033588 w 2543175"/>
              <a:gd name="connsiteY143" fmla="*/ 1495425 h 1890712"/>
              <a:gd name="connsiteX144" fmla="*/ 2040732 w 2543175"/>
              <a:gd name="connsiteY144" fmla="*/ 1502569 h 1890712"/>
              <a:gd name="connsiteX145" fmla="*/ 2047875 w 2543175"/>
              <a:gd name="connsiteY145" fmla="*/ 1507331 h 1890712"/>
              <a:gd name="connsiteX146" fmla="*/ 2057400 w 2543175"/>
              <a:gd name="connsiteY146" fmla="*/ 1514475 h 1890712"/>
              <a:gd name="connsiteX147" fmla="*/ 2064544 w 2543175"/>
              <a:gd name="connsiteY147" fmla="*/ 1519237 h 1890712"/>
              <a:gd name="connsiteX148" fmla="*/ 2071688 w 2543175"/>
              <a:gd name="connsiteY148" fmla="*/ 1526381 h 1890712"/>
              <a:gd name="connsiteX149" fmla="*/ 2081213 w 2543175"/>
              <a:gd name="connsiteY149" fmla="*/ 1531144 h 1890712"/>
              <a:gd name="connsiteX150" fmla="*/ 2090738 w 2543175"/>
              <a:gd name="connsiteY150" fmla="*/ 1538287 h 1890712"/>
              <a:gd name="connsiteX151" fmla="*/ 2109788 w 2543175"/>
              <a:gd name="connsiteY151" fmla="*/ 1547812 h 1890712"/>
              <a:gd name="connsiteX152" fmla="*/ 2131219 w 2543175"/>
              <a:gd name="connsiteY152" fmla="*/ 1562100 h 1890712"/>
              <a:gd name="connsiteX153" fmla="*/ 2140744 w 2543175"/>
              <a:gd name="connsiteY153" fmla="*/ 1566862 h 1890712"/>
              <a:gd name="connsiteX154" fmla="*/ 2152650 w 2543175"/>
              <a:gd name="connsiteY154" fmla="*/ 1576387 h 1890712"/>
              <a:gd name="connsiteX155" fmla="*/ 2181225 w 2543175"/>
              <a:gd name="connsiteY155" fmla="*/ 1590675 h 1890712"/>
              <a:gd name="connsiteX156" fmla="*/ 2200275 w 2543175"/>
              <a:gd name="connsiteY156" fmla="*/ 1607344 h 1890712"/>
              <a:gd name="connsiteX157" fmla="*/ 2207419 w 2543175"/>
              <a:gd name="connsiteY157" fmla="*/ 1612106 h 1890712"/>
              <a:gd name="connsiteX158" fmla="*/ 2216944 w 2543175"/>
              <a:gd name="connsiteY158" fmla="*/ 1619250 h 1890712"/>
              <a:gd name="connsiteX159" fmla="*/ 2224088 w 2543175"/>
              <a:gd name="connsiteY159" fmla="*/ 1624012 h 1890712"/>
              <a:gd name="connsiteX160" fmla="*/ 2247900 w 2543175"/>
              <a:gd name="connsiteY160" fmla="*/ 1643062 h 1890712"/>
              <a:gd name="connsiteX161" fmla="*/ 2255044 w 2543175"/>
              <a:gd name="connsiteY161" fmla="*/ 1650206 h 1890712"/>
              <a:gd name="connsiteX162" fmla="*/ 2281238 w 2543175"/>
              <a:gd name="connsiteY162" fmla="*/ 1664494 h 1890712"/>
              <a:gd name="connsiteX163" fmla="*/ 2297907 w 2543175"/>
              <a:gd name="connsiteY163" fmla="*/ 1674019 h 1890712"/>
              <a:gd name="connsiteX164" fmla="*/ 2312194 w 2543175"/>
              <a:gd name="connsiteY164" fmla="*/ 1685925 h 1890712"/>
              <a:gd name="connsiteX165" fmla="*/ 2328863 w 2543175"/>
              <a:gd name="connsiteY165" fmla="*/ 1697831 h 1890712"/>
              <a:gd name="connsiteX166" fmla="*/ 2350294 w 2543175"/>
              <a:gd name="connsiteY166" fmla="*/ 1712119 h 1890712"/>
              <a:gd name="connsiteX167" fmla="*/ 2369344 w 2543175"/>
              <a:gd name="connsiteY167" fmla="*/ 1724025 h 1890712"/>
              <a:gd name="connsiteX168" fmla="*/ 2428876 w 2543175"/>
              <a:gd name="connsiteY168" fmla="*/ 1785938 h 1890712"/>
              <a:gd name="connsiteX169" fmla="*/ 2466975 w 2543175"/>
              <a:gd name="connsiteY169" fmla="*/ 1783556 h 1890712"/>
              <a:gd name="connsiteX170" fmla="*/ 2481263 w 2543175"/>
              <a:gd name="connsiteY170" fmla="*/ 1795462 h 1890712"/>
              <a:gd name="connsiteX171" fmla="*/ 2486025 w 2543175"/>
              <a:gd name="connsiteY171" fmla="*/ 1802606 h 1890712"/>
              <a:gd name="connsiteX172" fmla="*/ 2514600 w 2543175"/>
              <a:gd name="connsiteY172" fmla="*/ 1850231 h 1890712"/>
              <a:gd name="connsiteX173" fmla="*/ 2519363 w 2543175"/>
              <a:gd name="connsiteY173" fmla="*/ 1857375 h 1890712"/>
              <a:gd name="connsiteX174" fmla="*/ 2540794 w 2543175"/>
              <a:gd name="connsiteY174" fmla="*/ 1883569 h 1890712"/>
              <a:gd name="connsiteX175" fmla="*/ 2543175 w 2543175"/>
              <a:gd name="connsiteY175"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78619 w 2543175"/>
              <a:gd name="connsiteY30" fmla="*/ 276225 h 1890712"/>
              <a:gd name="connsiteX31" fmla="*/ 385763 w 2543175"/>
              <a:gd name="connsiteY31" fmla="*/ 283369 h 1890712"/>
              <a:gd name="connsiteX32" fmla="*/ 395288 w 2543175"/>
              <a:gd name="connsiteY32" fmla="*/ 288131 h 1890712"/>
              <a:gd name="connsiteX33" fmla="*/ 404813 w 2543175"/>
              <a:gd name="connsiteY33" fmla="*/ 295275 h 1890712"/>
              <a:gd name="connsiteX34" fmla="*/ 411957 w 2543175"/>
              <a:gd name="connsiteY34" fmla="*/ 297656 h 1890712"/>
              <a:gd name="connsiteX35" fmla="*/ 421482 w 2543175"/>
              <a:gd name="connsiteY35" fmla="*/ 302419 h 1890712"/>
              <a:gd name="connsiteX36" fmla="*/ 466725 w 2543175"/>
              <a:gd name="connsiteY36" fmla="*/ 328612 h 1890712"/>
              <a:gd name="connsiteX37" fmla="*/ 476250 w 2543175"/>
              <a:gd name="connsiteY37" fmla="*/ 335756 h 1890712"/>
              <a:gd name="connsiteX38" fmla="*/ 481013 w 2543175"/>
              <a:gd name="connsiteY38" fmla="*/ 342900 h 1890712"/>
              <a:gd name="connsiteX39" fmla="*/ 490538 w 2543175"/>
              <a:gd name="connsiteY39" fmla="*/ 352425 h 1890712"/>
              <a:gd name="connsiteX40" fmla="*/ 495300 w 2543175"/>
              <a:gd name="connsiteY40" fmla="*/ 359569 h 1890712"/>
              <a:gd name="connsiteX41" fmla="*/ 509588 w 2543175"/>
              <a:gd name="connsiteY41" fmla="*/ 376237 h 1890712"/>
              <a:gd name="connsiteX42" fmla="*/ 514350 w 2543175"/>
              <a:gd name="connsiteY42" fmla="*/ 383381 h 1890712"/>
              <a:gd name="connsiteX43" fmla="*/ 531019 w 2543175"/>
              <a:gd name="connsiteY43" fmla="*/ 397669 h 1890712"/>
              <a:gd name="connsiteX44" fmla="*/ 538163 w 2543175"/>
              <a:gd name="connsiteY44" fmla="*/ 407194 h 1890712"/>
              <a:gd name="connsiteX45" fmla="*/ 554832 w 2543175"/>
              <a:gd name="connsiteY45" fmla="*/ 421481 h 1890712"/>
              <a:gd name="connsiteX46" fmla="*/ 564357 w 2543175"/>
              <a:gd name="connsiteY46" fmla="*/ 431006 h 1890712"/>
              <a:gd name="connsiteX47" fmla="*/ 573882 w 2543175"/>
              <a:gd name="connsiteY47" fmla="*/ 438150 h 1890712"/>
              <a:gd name="connsiteX48" fmla="*/ 595313 w 2543175"/>
              <a:gd name="connsiteY48" fmla="*/ 454819 h 1890712"/>
              <a:gd name="connsiteX49" fmla="*/ 602457 w 2543175"/>
              <a:gd name="connsiteY49" fmla="*/ 457200 h 1890712"/>
              <a:gd name="connsiteX50" fmla="*/ 628650 w 2543175"/>
              <a:gd name="connsiteY50" fmla="*/ 469106 h 1890712"/>
              <a:gd name="connsiteX51" fmla="*/ 645319 w 2543175"/>
              <a:gd name="connsiteY51" fmla="*/ 483394 h 1890712"/>
              <a:gd name="connsiteX52" fmla="*/ 654844 w 2543175"/>
              <a:gd name="connsiteY52" fmla="*/ 488156 h 1890712"/>
              <a:gd name="connsiteX53" fmla="*/ 661988 w 2543175"/>
              <a:gd name="connsiteY53" fmla="*/ 497681 h 1890712"/>
              <a:gd name="connsiteX54" fmla="*/ 683419 w 2543175"/>
              <a:gd name="connsiteY54" fmla="*/ 514350 h 1890712"/>
              <a:gd name="connsiteX55" fmla="*/ 700088 w 2543175"/>
              <a:gd name="connsiteY55" fmla="*/ 526256 h 1890712"/>
              <a:gd name="connsiteX56" fmla="*/ 709613 w 2543175"/>
              <a:gd name="connsiteY56" fmla="*/ 535781 h 1890712"/>
              <a:gd name="connsiteX57" fmla="*/ 719138 w 2543175"/>
              <a:gd name="connsiteY57" fmla="*/ 542925 h 1890712"/>
              <a:gd name="connsiteX58" fmla="*/ 733425 w 2543175"/>
              <a:gd name="connsiteY58" fmla="*/ 557212 h 1890712"/>
              <a:gd name="connsiteX59" fmla="*/ 750094 w 2543175"/>
              <a:gd name="connsiteY59" fmla="*/ 569119 h 1890712"/>
              <a:gd name="connsiteX60" fmla="*/ 769144 w 2543175"/>
              <a:gd name="connsiteY60" fmla="*/ 581025 h 1890712"/>
              <a:gd name="connsiteX61" fmla="*/ 785813 w 2543175"/>
              <a:gd name="connsiteY61" fmla="*/ 590550 h 1890712"/>
              <a:gd name="connsiteX62" fmla="*/ 792957 w 2543175"/>
              <a:gd name="connsiteY62" fmla="*/ 600075 h 1890712"/>
              <a:gd name="connsiteX63" fmla="*/ 809625 w 2543175"/>
              <a:gd name="connsiteY63" fmla="*/ 611981 h 1890712"/>
              <a:gd name="connsiteX64" fmla="*/ 816769 w 2543175"/>
              <a:gd name="connsiteY64" fmla="*/ 619125 h 1890712"/>
              <a:gd name="connsiteX65" fmla="*/ 826294 w 2543175"/>
              <a:gd name="connsiteY65" fmla="*/ 626269 h 1890712"/>
              <a:gd name="connsiteX66" fmla="*/ 840582 w 2543175"/>
              <a:gd name="connsiteY66" fmla="*/ 638175 h 1890712"/>
              <a:gd name="connsiteX67" fmla="*/ 847725 w 2543175"/>
              <a:gd name="connsiteY67" fmla="*/ 645319 h 1890712"/>
              <a:gd name="connsiteX68" fmla="*/ 857250 w 2543175"/>
              <a:gd name="connsiteY68" fmla="*/ 652462 h 1890712"/>
              <a:gd name="connsiteX69" fmla="*/ 864394 w 2543175"/>
              <a:gd name="connsiteY69" fmla="*/ 657225 h 1890712"/>
              <a:gd name="connsiteX70" fmla="*/ 888207 w 2543175"/>
              <a:gd name="connsiteY70" fmla="*/ 676275 h 1890712"/>
              <a:gd name="connsiteX71" fmla="*/ 895350 w 2543175"/>
              <a:gd name="connsiteY71" fmla="*/ 681037 h 1890712"/>
              <a:gd name="connsiteX72" fmla="*/ 907257 w 2543175"/>
              <a:gd name="connsiteY72" fmla="*/ 683419 h 1890712"/>
              <a:gd name="connsiteX73" fmla="*/ 928688 w 2543175"/>
              <a:gd name="connsiteY73" fmla="*/ 695325 h 1890712"/>
              <a:gd name="connsiteX74" fmla="*/ 942975 w 2543175"/>
              <a:gd name="connsiteY74" fmla="*/ 700087 h 1890712"/>
              <a:gd name="connsiteX75" fmla="*/ 964407 w 2543175"/>
              <a:gd name="connsiteY75" fmla="*/ 716756 h 1890712"/>
              <a:gd name="connsiteX76" fmla="*/ 971550 w 2543175"/>
              <a:gd name="connsiteY76" fmla="*/ 723900 h 1890712"/>
              <a:gd name="connsiteX77" fmla="*/ 983457 w 2543175"/>
              <a:gd name="connsiteY77" fmla="*/ 733425 h 1890712"/>
              <a:gd name="connsiteX78" fmla="*/ 990600 w 2543175"/>
              <a:gd name="connsiteY78" fmla="*/ 738187 h 1890712"/>
              <a:gd name="connsiteX79" fmla="*/ 1007269 w 2543175"/>
              <a:gd name="connsiteY79" fmla="*/ 752475 h 1890712"/>
              <a:gd name="connsiteX80" fmla="*/ 1031082 w 2543175"/>
              <a:gd name="connsiteY80" fmla="*/ 766762 h 1890712"/>
              <a:gd name="connsiteX81" fmla="*/ 1042988 w 2543175"/>
              <a:gd name="connsiteY81" fmla="*/ 773906 h 1890712"/>
              <a:gd name="connsiteX82" fmla="*/ 1071563 w 2543175"/>
              <a:gd name="connsiteY82" fmla="*/ 785812 h 1890712"/>
              <a:gd name="connsiteX83" fmla="*/ 1097757 w 2543175"/>
              <a:gd name="connsiteY83" fmla="*/ 807244 h 1890712"/>
              <a:gd name="connsiteX84" fmla="*/ 1104900 w 2543175"/>
              <a:gd name="connsiteY84" fmla="*/ 814387 h 1890712"/>
              <a:gd name="connsiteX85" fmla="*/ 1121569 w 2543175"/>
              <a:gd name="connsiteY85" fmla="*/ 823912 h 1890712"/>
              <a:gd name="connsiteX86" fmla="*/ 1138238 w 2543175"/>
              <a:gd name="connsiteY86" fmla="*/ 835819 h 1890712"/>
              <a:gd name="connsiteX87" fmla="*/ 1147763 w 2543175"/>
              <a:gd name="connsiteY87" fmla="*/ 842962 h 1890712"/>
              <a:gd name="connsiteX88" fmla="*/ 1157288 w 2543175"/>
              <a:gd name="connsiteY88" fmla="*/ 847725 h 1890712"/>
              <a:gd name="connsiteX89" fmla="*/ 1178719 w 2543175"/>
              <a:gd name="connsiteY89" fmla="*/ 859631 h 1890712"/>
              <a:gd name="connsiteX90" fmla="*/ 1188244 w 2543175"/>
              <a:gd name="connsiteY90" fmla="*/ 866775 h 1890712"/>
              <a:gd name="connsiteX91" fmla="*/ 1195388 w 2543175"/>
              <a:gd name="connsiteY91" fmla="*/ 871537 h 1890712"/>
              <a:gd name="connsiteX92" fmla="*/ 1212057 w 2543175"/>
              <a:gd name="connsiteY92" fmla="*/ 883444 h 1890712"/>
              <a:gd name="connsiteX93" fmla="*/ 1226344 w 2543175"/>
              <a:gd name="connsiteY93" fmla="*/ 895350 h 1890712"/>
              <a:gd name="connsiteX94" fmla="*/ 1245394 w 2543175"/>
              <a:gd name="connsiteY94" fmla="*/ 907256 h 1890712"/>
              <a:gd name="connsiteX95" fmla="*/ 1254919 w 2543175"/>
              <a:gd name="connsiteY95" fmla="*/ 914400 h 1890712"/>
              <a:gd name="connsiteX96" fmla="*/ 1269207 w 2543175"/>
              <a:gd name="connsiteY96" fmla="*/ 921544 h 1890712"/>
              <a:gd name="connsiteX97" fmla="*/ 1290638 w 2543175"/>
              <a:gd name="connsiteY97" fmla="*/ 935831 h 1890712"/>
              <a:gd name="connsiteX98" fmla="*/ 1307307 w 2543175"/>
              <a:gd name="connsiteY98" fmla="*/ 952500 h 1890712"/>
              <a:gd name="connsiteX99" fmla="*/ 1333500 w 2543175"/>
              <a:gd name="connsiteY99" fmla="*/ 971550 h 1890712"/>
              <a:gd name="connsiteX100" fmla="*/ 1359694 w 2543175"/>
              <a:gd name="connsiteY100" fmla="*/ 990600 h 1890712"/>
              <a:gd name="connsiteX101" fmla="*/ 1373982 w 2543175"/>
              <a:gd name="connsiteY101" fmla="*/ 997744 h 1890712"/>
              <a:gd name="connsiteX102" fmla="*/ 1388269 w 2543175"/>
              <a:gd name="connsiteY102" fmla="*/ 1007269 h 1890712"/>
              <a:gd name="connsiteX103" fmla="*/ 1414463 w 2543175"/>
              <a:gd name="connsiteY103" fmla="*/ 1019175 h 1890712"/>
              <a:gd name="connsiteX104" fmla="*/ 1428750 w 2543175"/>
              <a:gd name="connsiteY104" fmla="*/ 1026319 h 1890712"/>
              <a:gd name="connsiteX105" fmla="*/ 1471613 w 2543175"/>
              <a:gd name="connsiteY105" fmla="*/ 1059656 h 1890712"/>
              <a:gd name="connsiteX106" fmla="*/ 1495425 w 2543175"/>
              <a:gd name="connsiteY106" fmla="*/ 1088231 h 1890712"/>
              <a:gd name="connsiteX107" fmla="*/ 1547812 w 2543175"/>
              <a:gd name="connsiteY107" fmla="*/ 1133475 h 1890712"/>
              <a:gd name="connsiteX108" fmla="*/ 1597819 w 2543175"/>
              <a:gd name="connsiteY108" fmla="*/ 1154906 h 1890712"/>
              <a:gd name="connsiteX109" fmla="*/ 1604963 w 2543175"/>
              <a:gd name="connsiteY109" fmla="*/ 1162050 h 1890712"/>
              <a:gd name="connsiteX110" fmla="*/ 1612107 w 2543175"/>
              <a:gd name="connsiteY110" fmla="*/ 1166812 h 1890712"/>
              <a:gd name="connsiteX111" fmla="*/ 1628775 w 2543175"/>
              <a:gd name="connsiteY111" fmla="*/ 1183481 h 1890712"/>
              <a:gd name="connsiteX112" fmla="*/ 1662113 w 2543175"/>
              <a:gd name="connsiteY112" fmla="*/ 1209675 h 1890712"/>
              <a:gd name="connsiteX113" fmla="*/ 1678782 w 2543175"/>
              <a:gd name="connsiteY113" fmla="*/ 1226344 h 1890712"/>
              <a:gd name="connsiteX114" fmla="*/ 1700213 w 2543175"/>
              <a:gd name="connsiteY114" fmla="*/ 1247775 h 1890712"/>
              <a:gd name="connsiteX115" fmla="*/ 1712119 w 2543175"/>
              <a:gd name="connsiteY115" fmla="*/ 1259681 h 1890712"/>
              <a:gd name="connsiteX116" fmla="*/ 1733550 w 2543175"/>
              <a:gd name="connsiteY116" fmla="*/ 1273969 h 1890712"/>
              <a:gd name="connsiteX117" fmla="*/ 1743075 w 2543175"/>
              <a:gd name="connsiteY117" fmla="*/ 1283494 h 1890712"/>
              <a:gd name="connsiteX118" fmla="*/ 1754982 w 2543175"/>
              <a:gd name="connsiteY118" fmla="*/ 1290637 h 1890712"/>
              <a:gd name="connsiteX119" fmla="*/ 1766888 w 2543175"/>
              <a:gd name="connsiteY119" fmla="*/ 1300162 h 1890712"/>
              <a:gd name="connsiteX120" fmla="*/ 1783557 w 2543175"/>
              <a:gd name="connsiteY120" fmla="*/ 1307306 h 1890712"/>
              <a:gd name="connsiteX121" fmla="*/ 1790700 w 2543175"/>
              <a:gd name="connsiteY121" fmla="*/ 1312069 h 1890712"/>
              <a:gd name="connsiteX122" fmla="*/ 1800225 w 2543175"/>
              <a:gd name="connsiteY122" fmla="*/ 1319212 h 1890712"/>
              <a:gd name="connsiteX123" fmla="*/ 1807369 w 2543175"/>
              <a:gd name="connsiteY123" fmla="*/ 1321594 h 1890712"/>
              <a:gd name="connsiteX124" fmla="*/ 1824038 w 2543175"/>
              <a:gd name="connsiteY124" fmla="*/ 1333500 h 1890712"/>
              <a:gd name="connsiteX125" fmla="*/ 1843088 w 2543175"/>
              <a:gd name="connsiteY125" fmla="*/ 1352550 h 1890712"/>
              <a:gd name="connsiteX126" fmla="*/ 1852613 w 2543175"/>
              <a:gd name="connsiteY126" fmla="*/ 1359694 h 1890712"/>
              <a:gd name="connsiteX127" fmla="*/ 1859757 w 2543175"/>
              <a:gd name="connsiteY127" fmla="*/ 1366837 h 1890712"/>
              <a:gd name="connsiteX128" fmla="*/ 1869282 w 2543175"/>
              <a:gd name="connsiteY128" fmla="*/ 1371600 h 1890712"/>
              <a:gd name="connsiteX129" fmla="*/ 1883569 w 2543175"/>
              <a:gd name="connsiteY129" fmla="*/ 1388269 h 1890712"/>
              <a:gd name="connsiteX130" fmla="*/ 1893094 w 2543175"/>
              <a:gd name="connsiteY130" fmla="*/ 1395412 h 1890712"/>
              <a:gd name="connsiteX131" fmla="*/ 1902619 w 2543175"/>
              <a:gd name="connsiteY131" fmla="*/ 1404937 h 1890712"/>
              <a:gd name="connsiteX132" fmla="*/ 1912144 w 2543175"/>
              <a:gd name="connsiteY132" fmla="*/ 1409700 h 1890712"/>
              <a:gd name="connsiteX133" fmla="*/ 1931194 w 2543175"/>
              <a:gd name="connsiteY133" fmla="*/ 1421606 h 1890712"/>
              <a:gd name="connsiteX134" fmla="*/ 1935957 w 2543175"/>
              <a:gd name="connsiteY134" fmla="*/ 1428750 h 1890712"/>
              <a:gd name="connsiteX135" fmla="*/ 1952625 w 2543175"/>
              <a:gd name="connsiteY135" fmla="*/ 1438275 h 1890712"/>
              <a:gd name="connsiteX136" fmla="*/ 1971675 w 2543175"/>
              <a:gd name="connsiteY136" fmla="*/ 1450181 h 1890712"/>
              <a:gd name="connsiteX137" fmla="*/ 1981200 w 2543175"/>
              <a:gd name="connsiteY137" fmla="*/ 1454944 h 1890712"/>
              <a:gd name="connsiteX138" fmla="*/ 1997869 w 2543175"/>
              <a:gd name="connsiteY138" fmla="*/ 1471612 h 1890712"/>
              <a:gd name="connsiteX139" fmla="*/ 2007394 w 2543175"/>
              <a:gd name="connsiteY139" fmla="*/ 1478756 h 1890712"/>
              <a:gd name="connsiteX140" fmla="*/ 2016919 w 2543175"/>
              <a:gd name="connsiteY140" fmla="*/ 1483519 h 1890712"/>
              <a:gd name="connsiteX141" fmla="*/ 2024063 w 2543175"/>
              <a:gd name="connsiteY141" fmla="*/ 1490662 h 1890712"/>
              <a:gd name="connsiteX142" fmla="*/ 2033588 w 2543175"/>
              <a:gd name="connsiteY142" fmla="*/ 1495425 h 1890712"/>
              <a:gd name="connsiteX143" fmla="*/ 2040732 w 2543175"/>
              <a:gd name="connsiteY143" fmla="*/ 1502569 h 1890712"/>
              <a:gd name="connsiteX144" fmla="*/ 2047875 w 2543175"/>
              <a:gd name="connsiteY144" fmla="*/ 1507331 h 1890712"/>
              <a:gd name="connsiteX145" fmla="*/ 2057400 w 2543175"/>
              <a:gd name="connsiteY145" fmla="*/ 1514475 h 1890712"/>
              <a:gd name="connsiteX146" fmla="*/ 2064544 w 2543175"/>
              <a:gd name="connsiteY146" fmla="*/ 1519237 h 1890712"/>
              <a:gd name="connsiteX147" fmla="*/ 2071688 w 2543175"/>
              <a:gd name="connsiteY147" fmla="*/ 1526381 h 1890712"/>
              <a:gd name="connsiteX148" fmla="*/ 2081213 w 2543175"/>
              <a:gd name="connsiteY148" fmla="*/ 1531144 h 1890712"/>
              <a:gd name="connsiteX149" fmla="*/ 2090738 w 2543175"/>
              <a:gd name="connsiteY149" fmla="*/ 1538287 h 1890712"/>
              <a:gd name="connsiteX150" fmla="*/ 2109788 w 2543175"/>
              <a:gd name="connsiteY150" fmla="*/ 1547812 h 1890712"/>
              <a:gd name="connsiteX151" fmla="*/ 2131219 w 2543175"/>
              <a:gd name="connsiteY151" fmla="*/ 1562100 h 1890712"/>
              <a:gd name="connsiteX152" fmla="*/ 2140744 w 2543175"/>
              <a:gd name="connsiteY152" fmla="*/ 1566862 h 1890712"/>
              <a:gd name="connsiteX153" fmla="*/ 2152650 w 2543175"/>
              <a:gd name="connsiteY153" fmla="*/ 1576387 h 1890712"/>
              <a:gd name="connsiteX154" fmla="*/ 2181225 w 2543175"/>
              <a:gd name="connsiteY154" fmla="*/ 1590675 h 1890712"/>
              <a:gd name="connsiteX155" fmla="*/ 2200275 w 2543175"/>
              <a:gd name="connsiteY155" fmla="*/ 1607344 h 1890712"/>
              <a:gd name="connsiteX156" fmla="*/ 2207419 w 2543175"/>
              <a:gd name="connsiteY156" fmla="*/ 1612106 h 1890712"/>
              <a:gd name="connsiteX157" fmla="*/ 2216944 w 2543175"/>
              <a:gd name="connsiteY157" fmla="*/ 1619250 h 1890712"/>
              <a:gd name="connsiteX158" fmla="*/ 2224088 w 2543175"/>
              <a:gd name="connsiteY158" fmla="*/ 1624012 h 1890712"/>
              <a:gd name="connsiteX159" fmla="*/ 2247900 w 2543175"/>
              <a:gd name="connsiteY159" fmla="*/ 1643062 h 1890712"/>
              <a:gd name="connsiteX160" fmla="*/ 2255044 w 2543175"/>
              <a:gd name="connsiteY160" fmla="*/ 1650206 h 1890712"/>
              <a:gd name="connsiteX161" fmla="*/ 2281238 w 2543175"/>
              <a:gd name="connsiteY161" fmla="*/ 1664494 h 1890712"/>
              <a:gd name="connsiteX162" fmla="*/ 2297907 w 2543175"/>
              <a:gd name="connsiteY162" fmla="*/ 1674019 h 1890712"/>
              <a:gd name="connsiteX163" fmla="*/ 2312194 w 2543175"/>
              <a:gd name="connsiteY163" fmla="*/ 1685925 h 1890712"/>
              <a:gd name="connsiteX164" fmla="*/ 2328863 w 2543175"/>
              <a:gd name="connsiteY164" fmla="*/ 1697831 h 1890712"/>
              <a:gd name="connsiteX165" fmla="*/ 2350294 w 2543175"/>
              <a:gd name="connsiteY165" fmla="*/ 1712119 h 1890712"/>
              <a:gd name="connsiteX166" fmla="*/ 2369344 w 2543175"/>
              <a:gd name="connsiteY166" fmla="*/ 1724025 h 1890712"/>
              <a:gd name="connsiteX167" fmla="*/ 2428876 w 2543175"/>
              <a:gd name="connsiteY167" fmla="*/ 1785938 h 1890712"/>
              <a:gd name="connsiteX168" fmla="*/ 2466975 w 2543175"/>
              <a:gd name="connsiteY168" fmla="*/ 1783556 h 1890712"/>
              <a:gd name="connsiteX169" fmla="*/ 2481263 w 2543175"/>
              <a:gd name="connsiteY169" fmla="*/ 1795462 h 1890712"/>
              <a:gd name="connsiteX170" fmla="*/ 2486025 w 2543175"/>
              <a:gd name="connsiteY170" fmla="*/ 1802606 h 1890712"/>
              <a:gd name="connsiteX171" fmla="*/ 2514600 w 2543175"/>
              <a:gd name="connsiteY171" fmla="*/ 1850231 h 1890712"/>
              <a:gd name="connsiteX172" fmla="*/ 2519363 w 2543175"/>
              <a:gd name="connsiteY172" fmla="*/ 1857375 h 1890712"/>
              <a:gd name="connsiteX173" fmla="*/ 2540794 w 2543175"/>
              <a:gd name="connsiteY173" fmla="*/ 1883569 h 1890712"/>
              <a:gd name="connsiteX174" fmla="*/ 2543175 w 2543175"/>
              <a:gd name="connsiteY17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78619 w 2543175"/>
              <a:gd name="connsiteY30" fmla="*/ 276225 h 1890712"/>
              <a:gd name="connsiteX31" fmla="*/ 385763 w 2543175"/>
              <a:gd name="connsiteY31" fmla="*/ 283369 h 1890712"/>
              <a:gd name="connsiteX32" fmla="*/ 395288 w 2543175"/>
              <a:gd name="connsiteY32" fmla="*/ 288131 h 1890712"/>
              <a:gd name="connsiteX33" fmla="*/ 404813 w 2543175"/>
              <a:gd name="connsiteY33" fmla="*/ 295275 h 1890712"/>
              <a:gd name="connsiteX34" fmla="*/ 411957 w 2543175"/>
              <a:gd name="connsiteY34" fmla="*/ 297656 h 1890712"/>
              <a:gd name="connsiteX35" fmla="*/ 466725 w 2543175"/>
              <a:gd name="connsiteY35" fmla="*/ 328612 h 1890712"/>
              <a:gd name="connsiteX36" fmla="*/ 476250 w 2543175"/>
              <a:gd name="connsiteY36" fmla="*/ 335756 h 1890712"/>
              <a:gd name="connsiteX37" fmla="*/ 481013 w 2543175"/>
              <a:gd name="connsiteY37" fmla="*/ 342900 h 1890712"/>
              <a:gd name="connsiteX38" fmla="*/ 490538 w 2543175"/>
              <a:gd name="connsiteY38" fmla="*/ 352425 h 1890712"/>
              <a:gd name="connsiteX39" fmla="*/ 495300 w 2543175"/>
              <a:gd name="connsiteY39" fmla="*/ 359569 h 1890712"/>
              <a:gd name="connsiteX40" fmla="*/ 509588 w 2543175"/>
              <a:gd name="connsiteY40" fmla="*/ 376237 h 1890712"/>
              <a:gd name="connsiteX41" fmla="*/ 514350 w 2543175"/>
              <a:gd name="connsiteY41" fmla="*/ 383381 h 1890712"/>
              <a:gd name="connsiteX42" fmla="*/ 531019 w 2543175"/>
              <a:gd name="connsiteY42" fmla="*/ 397669 h 1890712"/>
              <a:gd name="connsiteX43" fmla="*/ 538163 w 2543175"/>
              <a:gd name="connsiteY43" fmla="*/ 407194 h 1890712"/>
              <a:gd name="connsiteX44" fmla="*/ 554832 w 2543175"/>
              <a:gd name="connsiteY44" fmla="*/ 421481 h 1890712"/>
              <a:gd name="connsiteX45" fmla="*/ 564357 w 2543175"/>
              <a:gd name="connsiteY45" fmla="*/ 431006 h 1890712"/>
              <a:gd name="connsiteX46" fmla="*/ 573882 w 2543175"/>
              <a:gd name="connsiteY46" fmla="*/ 438150 h 1890712"/>
              <a:gd name="connsiteX47" fmla="*/ 595313 w 2543175"/>
              <a:gd name="connsiteY47" fmla="*/ 454819 h 1890712"/>
              <a:gd name="connsiteX48" fmla="*/ 602457 w 2543175"/>
              <a:gd name="connsiteY48" fmla="*/ 457200 h 1890712"/>
              <a:gd name="connsiteX49" fmla="*/ 628650 w 2543175"/>
              <a:gd name="connsiteY49" fmla="*/ 469106 h 1890712"/>
              <a:gd name="connsiteX50" fmla="*/ 645319 w 2543175"/>
              <a:gd name="connsiteY50" fmla="*/ 483394 h 1890712"/>
              <a:gd name="connsiteX51" fmla="*/ 654844 w 2543175"/>
              <a:gd name="connsiteY51" fmla="*/ 488156 h 1890712"/>
              <a:gd name="connsiteX52" fmla="*/ 661988 w 2543175"/>
              <a:gd name="connsiteY52" fmla="*/ 497681 h 1890712"/>
              <a:gd name="connsiteX53" fmla="*/ 683419 w 2543175"/>
              <a:gd name="connsiteY53" fmla="*/ 514350 h 1890712"/>
              <a:gd name="connsiteX54" fmla="*/ 700088 w 2543175"/>
              <a:gd name="connsiteY54" fmla="*/ 526256 h 1890712"/>
              <a:gd name="connsiteX55" fmla="*/ 709613 w 2543175"/>
              <a:gd name="connsiteY55" fmla="*/ 535781 h 1890712"/>
              <a:gd name="connsiteX56" fmla="*/ 719138 w 2543175"/>
              <a:gd name="connsiteY56" fmla="*/ 542925 h 1890712"/>
              <a:gd name="connsiteX57" fmla="*/ 733425 w 2543175"/>
              <a:gd name="connsiteY57" fmla="*/ 557212 h 1890712"/>
              <a:gd name="connsiteX58" fmla="*/ 750094 w 2543175"/>
              <a:gd name="connsiteY58" fmla="*/ 569119 h 1890712"/>
              <a:gd name="connsiteX59" fmla="*/ 769144 w 2543175"/>
              <a:gd name="connsiteY59" fmla="*/ 581025 h 1890712"/>
              <a:gd name="connsiteX60" fmla="*/ 785813 w 2543175"/>
              <a:gd name="connsiteY60" fmla="*/ 590550 h 1890712"/>
              <a:gd name="connsiteX61" fmla="*/ 792957 w 2543175"/>
              <a:gd name="connsiteY61" fmla="*/ 600075 h 1890712"/>
              <a:gd name="connsiteX62" fmla="*/ 809625 w 2543175"/>
              <a:gd name="connsiteY62" fmla="*/ 611981 h 1890712"/>
              <a:gd name="connsiteX63" fmla="*/ 816769 w 2543175"/>
              <a:gd name="connsiteY63" fmla="*/ 619125 h 1890712"/>
              <a:gd name="connsiteX64" fmla="*/ 826294 w 2543175"/>
              <a:gd name="connsiteY64" fmla="*/ 626269 h 1890712"/>
              <a:gd name="connsiteX65" fmla="*/ 840582 w 2543175"/>
              <a:gd name="connsiteY65" fmla="*/ 638175 h 1890712"/>
              <a:gd name="connsiteX66" fmla="*/ 847725 w 2543175"/>
              <a:gd name="connsiteY66" fmla="*/ 645319 h 1890712"/>
              <a:gd name="connsiteX67" fmla="*/ 857250 w 2543175"/>
              <a:gd name="connsiteY67" fmla="*/ 652462 h 1890712"/>
              <a:gd name="connsiteX68" fmla="*/ 864394 w 2543175"/>
              <a:gd name="connsiteY68" fmla="*/ 657225 h 1890712"/>
              <a:gd name="connsiteX69" fmla="*/ 888207 w 2543175"/>
              <a:gd name="connsiteY69" fmla="*/ 676275 h 1890712"/>
              <a:gd name="connsiteX70" fmla="*/ 895350 w 2543175"/>
              <a:gd name="connsiteY70" fmla="*/ 681037 h 1890712"/>
              <a:gd name="connsiteX71" fmla="*/ 907257 w 2543175"/>
              <a:gd name="connsiteY71" fmla="*/ 683419 h 1890712"/>
              <a:gd name="connsiteX72" fmla="*/ 928688 w 2543175"/>
              <a:gd name="connsiteY72" fmla="*/ 695325 h 1890712"/>
              <a:gd name="connsiteX73" fmla="*/ 942975 w 2543175"/>
              <a:gd name="connsiteY73" fmla="*/ 700087 h 1890712"/>
              <a:gd name="connsiteX74" fmla="*/ 964407 w 2543175"/>
              <a:gd name="connsiteY74" fmla="*/ 716756 h 1890712"/>
              <a:gd name="connsiteX75" fmla="*/ 971550 w 2543175"/>
              <a:gd name="connsiteY75" fmla="*/ 723900 h 1890712"/>
              <a:gd name="connsiteX76" fmla="*/ 983457 w 2543175"/>
              <a:gd name="connsiteY76" fmla="*/ 733425 h 1890712"/>
              <a:gd name="connsiteX77" fmla="*/ 990600 w 2543175"/>
              <a:gd name="connsiteY77" fmla="*/ 738187 h 1890712"/>
              <a:gd name="connsiteX78" fmla="*/ 1007269 w 2543175"/>
              <a:gd name="connsiteY78" fmla="*/ 752475 h 1890712"/>
              <a:gd name="connsiteX79" fmla="*/ 1031082 w 2543175"/>
              <a:gd name="connsiteY79" fmla="*/ 766762 h 1890712"/>
              <a:gd name="connsiteX80" fmla="*/ 1042988 w 2543175"/>
              <a:gd name="connsiteY80" fmla="*/ 773906 h 1890712"/>
              <a:gd name="connsiteX81" fmla="*/ 1071563 w 2543175"/>
              <a:gd name="connsiteY81" fmla="*/ 785812 h 1890712"/>
              <a:gd name="connsiteX82" fmla="*/ 1097757 w 2543175"/>
              <a:gd name="connsiteY82" fmla="*/ 807244 h 1890712"/>
              <a:gd name="connsiteX83" fmla="*/ 1104900 w 2543175"/>
              <a:gd name="connsiteY83" fmla="*/ 814387 h 1890712"/>
              <a:gd name="connsiteX84" fmla="*/ 1121569 w 2543175"/>
              <a:gd name="connsiteY84" fmla="*/ 823912 h 1890712"/>
              <a:gd name="connsiteX85" fmla="*/ 1138238 w 2543175"/>
              <a:gd name="connsiteY85" fmla="*/ 835819 h 1890712"/>
              <a:gd name="connsiteX86" fmla="*/ 1147763 w 2543175"/>
              <a:gd name="connsiteY86" fmla="*/ 842962 h 1890712"/>
              <a:gd name="connsiteX87" fmla="*/ 1157288 w 2543175"/>
              <a:gd name="connsiteY87" fmla="*/ 847725 h 1890712"/>
              <a:gd name="connsiteX88" fmla="*/ 1178719 w 2543175"/>
              <a:gd name="connsiteY88" fmla="*/ 859631 h 1890712"/>
              <a:gd name="connsiteX89" fmla="*/ 1188244 w 2543175"/>
              <a:gd name="connsiteY89" fmla="*/ 866775 h 1890712"/>
              <a:gd name="connsiteX90" fmla="*/ 1195388 w 2543175"/>
              <a:gd name="connsiteY90" fmla="*/ 871537 h 1890712"/>
              <a:gd name="connsiteX91" fmla="*/ 1212057 w 2543175"/>
              <a:gd name="connsiteY91" fmla="*/ 883444 h 1890712"/>
              <a:gd name="connsiteX92" fmla="*/ 1226344 w 2543175"/>
              <a:gd name="connsiteY92" fmla="*/ 895350 h 1890712"/>
              <a:gd name="connsiteX93" fmla="*/ 1245394 w 2543175"/>
              <a:gd name="connsiteY93" fmla="*/ 907256 h 1890712"/>
              <a:gd name="connsiteX94" fmla="*/ 1254919 w 2543175"/>
              <a:gd name="connsiteY94" fmla="*/ 914400 h 1890712"/>
              <a:gd name="connsiteX95" fmla="*/ 1269207 w 2543175"/>
              <a:gd name="connsiteY95" fmla="*/ 921544 h 1890712"/>
              <a:gd name="connsiteX96" fmla="*/ 1290638 w 2543175"/>
              <a:gd name="connsiteY96" fmla="*/ 935831 h 1890712"/>
              <a:gd name="connsiteX97" fmla="*/ 1307307 w 2543175"/>
              <a:gd name="connsiteY97" fmla="*/ 952500 h 1890712"/>
              <a:gd name="connsiteX98" fmla="*/ 1333500 w 2543175"/>
              <a:gd name="connsiteY98" fmla="*/ 971550 h 1890712"/>
              <a:gd name="connsiteX99" fmla="*/ 1359694 w 2543175"/>
              <a:gd name="connsiteY99" fmla="*/ 990600 h 1890712"/>
              <a:gd name="connsiteX100" fmla="*/ 1373982 w 2543175"/>
              <a:gd name="connsiteY100" fmla="*/ 997744 h 1890712"/>
              <a:gd name="connsiteX101" fmla="*/ 1388269 w 2543175"/>
              <a:gd name="connsiteY101" fmla="*/ 1007269 h 1890712"/>
              <a:gd name="connsiteX102" fmla="*/ 1414463 w 2543175"/>
              <a:gd name="connsiteY102" fmla="*/ 1019175 h 1890712"/>
              <a:gd name="connsiteX103" fmla="*/ 1428750 w 2543175"/>
              <a:gd name="connsiteY103" fmla="*/ 1026319 h 1890712"/>
              <a:gd name="connsiteX104" fmla="*/ 1471613 w 2543175"/>
              <a:gd name="connsiteY104" fmla="*/ 1059656 h 1890712"/>
              <a:gd name="connsiteX105" fmla="*/ 1495425 w 2543175"/>
              <a:gd name="connsiteY105" fmla="*/ 1088231 h 1890712"/>
              <a:gd name="connsiteX106" fmla="*/ 1547812 w 2543175"/>
              <a:gd name="connsiteY106" fmla="*/ 1133475 h 1890712"/>
              <a:gd name="connsiteX107" fmla="*/ 1597819 w 2543175"/>
              <a:gd name="connsiteY107" fmla="*/ 1154906 h 1890712"/>
              <a:gd name="connsiteX108" fmla="*/ 1604963 w 2543175"/>
              <a:gd name="connsiteY108" fmla="*/ 1162050 h 1890712"/>
              <a:gd name="connsiteX109" fmla="*/ 1612107 w 2543175"/>
              <a:gd name="connsiteY109" fmla="*/ 1166812 h 1890712"/>
              <a:gd name="connsiteX110" fmla="*/ 1628775 w 2543175"/>
              <a:gd name="connsiteY110" fmla="*/ 1183481 h 1890712"/>
              <a:gd name="connsiteX111" fmla="*/ 1662113 w 2543175"/>
              <a:gd name="connsiteY111" fmla="*/ 1209675 h 1890712"/>
              <a:gd name="connsiteX112" fmla="*/ 1678782 w 2543175"/>
              <a:gd name="connsiteY112" fmla="*/ 1226344 h 1890712"/>
              <a:gd name="connsiteX113" fmla="*/ 1700213 w 2543175"/>
              <a:gd name="connsiteY113" fmla="*/ 1247775 h 1890712"/>
              <a:gd name="connsiteX114" fmla="*/ 1712119 w 2543175"/>
              <a:gd name="connsiteY114" fmla="*/ 1259681 h 1890712"/>
              <a:gd name="connsiteX115" fmla="*/ 1733550 w 2543175"/>
              <a:gd name="connsiteY115" fmla="*/ 1273969 h 1890712"/>
              <a:gd name="connsiteX116" fmla="*/ 1743075 w 2543175"/>
              <a:gd name="connsiteY116" fmla="*/ 1283494 h 1890712"/>
              <a:gd name="connsiteX117" fmla="*/ 1754982 w 2543175"/>
              <a:gd name="connsiteY117" fmla="*/ 1290637 h 1890712"/>
              <a:gd name="connsiteX118" fmla="*/ 1766888 w 2543175"/>
              <a:gd name="connsiteY118" fmla="*/ 1300162 h 1890712"/>
              <a:gd name="connsiteX119" fmla="*/ 1783557 w 2543175"/>
              <a:gd name="connsiteY119" fmla="*/ 1307306 h 1890712"/>
              <a:gd name="connsiteX120" fmla="*/ 1790700 w 2543175"/>
              <a:gd name="connsiteY120" fmla="*/ 1312069 h 1890712"/>
              <a:gd name="connsiteX121" fmla="*/ 1800225 w 2543175"/>
              <a:gd name="connsiteY121" fmla="*/ 1319212 h 1890712"/>
              <a:gd name="connsiteX122" fmla="*/ 1807369 w 2543175"/>
              <a:gd name="connsiteY122" fmla="*/ 1321594 h 1890712"/>
              <a:gd name="connsiteX123" fmla="*/ 1824038 w 2543175"/>
              <a:gd name="connsiteY123" fmla="*/ 1333500 h 1890712"/>
              <a:gd name="connsiteX124" fmla="*/ 1843088 w 2543175"/>
              <a:gd name="connsiteY124" fmla="*/ 1352550 h 1890712"/>
              <a:gd name="connsiteX125" fmla="*/ 1852613 w 2543175"/>
              <a:gd name="connsiteY125" fmla="*/ 1359694 h 1890712"/>
              <a:gd name="connsiteX126" fmla="*/ 1859757 w 2543175"/>
              <a:gd name="connsiteY126" fmla="*/ 1366837 h 1890712"/>
              <a:gd name="connsiteX127" fmla="*/ 1869282 w 2543175"/>
              <a:gd name="connsiteY127" fmla="*/ 1371600 h 1890712"/>
              <a:gd name="connsiteX128" fmla="*/ 1883569 w 2543175"/>
              <a:gd name="connsiteY128" fmla="*/ 1388269 h 1890712"/>
              <a:gd name="connsiteX129" fmla="*/ 1893094 w 2543175"/>
              <a:gd name="connsiteY129" fmla="*/ 1395412 h 1890712"/>
              <a:gd name="connsiteX130" fmla="*/ 1902619 w 2543175"/>
              <a:gd name="connsiteY130" fmla="*/ 1404937 h 1890712"/>
              <a:gd name="connsiteX131" fmla="*/ 1912144 w 2543175"/>
              <a:gd name="connsiteY131" fmla="*/ 1409700 h 1890712"/>
              <a:gd name="connsiteX132" fmla="*/ 1931194 w 2543175"/>
              <a:gd name="connsiteY132" fmla="*/ 1421606 h 1890712"/>
              <a:gd name="connsiteX133" fmla="*/ 1935957 w 2543175"/>
              <a:gd name="connsiteY133" fmla="*/ 1428750 h 1890712"/>
              <a:gd name="connsiteX134" fmla="*/ 1952625 w 2543175"/>
              <a:gd name="connsiteY134" fmla="*/ 1438275 h 1890712"/>
              <a:gd name="connsiteX135" fmla="*/ 1971675 w 2543175"/>
              <a:gd name="connsiteY135" fmla="*/ 1450181 h 1890712"/>
              <a:gd name="connsiteX136" fmla="*/ 1981200 w 2543175"/>
              <a:gd name="connsiteY136" fmla="*/ 1454944 h 1890712"/>
              <a:gd name="connsiteX137" fmla="*/ 1997869 w 2543175"/>
              <a:gd name="connsiteY137" fmla="*/ 1471612 h 1890712"/>
              <a:gd name="connsiteX138" fmla="*/ 2007394 w 2543175"/>
              <a:gd name="connsiteY138" fmla="*/ 1478756 h 1890712"/>
              <a:gd name="connsiteX139" fmla="*/ 2016919 w 2543175"/>
              <a:gd name="connsiteY139" fmla="*/ 1483519 h 1890712"/>
              <a:gd name="connsiteX140" fmla="*/ 2024063 w 2543175"/>
              <a:gd name="connsiteY140" fmla="*/ 1490662 h 1890712"/>
              <a:gd name="connsiteX141" fmla="*/ 2033588 w 2543175"/>
              <a:gd name="connsiteY141" fmla="*/ 1495425 h 1890712"/>
              <a:gd name="connsiteX142" fmla="*/ 2040732 w 2543175"/>
              <a:gd name="connsiteY142" fmla="*/ 1502569 h 1890712"/>
              <a:gd name="connsiteX143" fmla="*/ 2047875 w 2543175"/>
              <a:gd name="connsiteY143" fmla="*/ 1507331 h 1890712"/>
              <a:gd name="connsiteX144" fmla="*/ 2057400 w 2543175"/>
              <a:gd name="connsiteY144" fmla="*/ 1514475 h 1890712"/>
              <a:gd name="connsiteX145" fmla="*/ 2064544 w 2543175"/>
              <a:gd name="connsiteY145" fmla="*/ 1519237 h 1890712"/>
              <a:gd name="connsiteX146" fmla="*/ 2071688 w 2543175"/>
              <a:gd name="connsiteY146" fmla="*/ 1526381 h 1890712"/>
              <a:gd name="connsiteX147" fmla="*/ 2081213 w 2543175"/>
              <a:gd name="connsiteY147" fmla="*/ 1531144 h 1890712"/>
              <a:gd name="connsiteX148" fmla="*/ 2090738 w 2543175"/>
              <a:gd name="connsiteY148" fmla="*/ 1538287 h 1890712"/>
              <a:gd name="connsiteX149" fmla="*/ 2109788 w 2543175"/>
              <a:gd name="connsiteY149" fmla="*/ 1547812 h 1890712"/>
              <a:gd name="connsiteX150" fmla="*/ 2131219 w 2543175"/>
              <a:gd name="connsiteY150" fmla="*/ 1562100 h 1890712"/>
              <a:gd name="connsiteX151" fmla="*/ 2140744 w 2543175"/>
              <a:gd name="connsiteY151" fmla="*/ 1566862 h 1890712"/>
              <a:gd name="connsiteX152" fmla="*/ 2152650 w 2543175"/>
              <a:gd name="connsiteY152" fmla="*/ 1576387 h 1890712"/>
              <a:gd name="connsiteX153" fmla="*/ 2181225 w 2543175"/>
              <a:gd name="connsiteY153" fmla="*/ 1590675 h 1890712"/>
              <a:gd name="connsiteX154" fmla="*/ 2200275 w 2543175"/>
              <a:gd name="connsiteY154" fmla="*/ 1607344 h 1890712"/>
              <a:gd name="connsiteX155" fmla="*/ 2207419 w 2543175"/>
              <a:gd name="connsiteY155" fmla="*/ 1612106 h 1890712"/>
              <a:gd name="connsiteX156" fmla="*/ 2216944 w 2543175"/>
              <a:gd name="connsiteY156" fmla="*/ 1619250 h 1890712"/>
              <a:gd name="connsiteX157" fmla="*/ 2224088 w 2543175"/>
              <a:gd name="connsiteY157" fmla="*/ 1624012 h 1890712"/>
              <a:gd name="connsiteX158" fmla="*/ 2247900 w 2543175"/>
              <a:gd name="connsiteY158" fmla="*/ 1643062 h 1890712"/>
              <a:gd name="connsiteX159" fmla="*/ 2255044 w 2543175"/>
              <a:gd name="connsiteY159" fmla="*/ 1650206 h 1890712"/>
              <a:gd name="connsiteX160" fmla="*/ 2281238 w 2543175"/>
              <a:gd name="connsiteY160" fmla="*/ 1664494 h 1890712"/>
              <a:gd name="connsiteX161" fmla="*/ 2297907 w 2543175"/>
              <a:gd name="connsiteY161" fmla="*/ 1674019 h 1890712"/>
              <a:gd name="connsiteX162" fmla="*/ 2312194 w 2543175"/>
              <a:gd name="connsiteY162" fmla="*/ 1685925 h 1890712"/>
              <a:gd name="connsiteX163" fmla="*/ 2328863 w 2543175"/>
              <a:gd name="connsiteY163" fmla="*/ 1697831 h 1890712"/>
              <a:gd name="connsiteX164" fmla="*/ 2350294 w 2543175"/>
              <a:gd name="connsiteY164" fmla="*/ 1712119 h 1890712"/>
              <a:gd name="connsiteX165" fmla="*/ 2369344 w 2543175"/>
              <a:gd name="connsiteY165" fmla="*/ 1724025 h 1890712"/>
              <a:gd name="connsiteX166" fmla="*/ 2428876 w 2543175"/>
              <a:gd name="connsiteY166" fmla="*/ 1785938 h 1890712"/>
              <a:gd name="connsiteX167" fmla="*/ 2466975 w 2543175"/>
              <a:gd name="connsiteY167" fmla="*/ 1783556 h 1890712"/>
              <a:gd name="connsiteX168" fmla="*/ 2481263 w 2543175"/>
              <a:gd name="connsiteY168" fmla="*/ 1795462 h 1890712"/>
              <a:gd name="connsiteX169" fmla="*/ 2486025 w 2543175"/>
              <a:gd name="connsiteY169" fmla="*/ 1802606 h 1890712"/>
              <a:gd name="connsiteX170" fmla="*/ 2514600 w 2543175"/>
              <a:gd name="connsiteY170" fmla="*/ 1850231 h 1890712"/>
              <a:gd name="connsiteX171" fmla="*/ 2519363 w 2543175"/>
              <a:gd name="connsiteY171" fmla="*/ 1857375 h 1890712"/>
              <a:gd name="connsiteX172" fmla="*/ 2540794 w 2543175"/>
              <a:gd name="connsiteY172" fmla="*/ 1883569 h 1890712"/>
              <a:gd name="connsiteX173" fmla="*/ 2543175 w 2543175"/>
              <a:gd name="connsiteY173"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78619 w 2543175"/>
              <a:gd name="connsiteY30" fmla="*/ 276225 h 1890712"/>
              <a:gd name="connsiteX31" fmla="*/ 385763 w 2543175"/>
              <a:gd name="connsiteY31" fmla="*/ 283369 h 1890712"/>
              <a:gd name="connsiteX32" fmla="*/ 404813 w 2543175"/>
              <a:gd name="connsiteY32" fmla="*/ 295275 h 1890712"/>
              <a:gd name="connsiteX33" fmla="*/ 411957 w 2543175"/>
              <a:gd name="connsiteY33" fmla="*/ 297656 h 1890712"/>
              <a:gd name="connsiteX34" fmla="*/ 466725 w 2543175"/>
              <a:gd name="connsiteY34" fmla="*/ 328612 h 1890712"/>
              <a:gd name="connsiteX35" fmla="*/ 476250 w 2543175"/>
              <a:gd name="connsiteY35" fmla="*/ 335756 h 1890712"/>
              <a:gd name="connsiteX36" fmla="*/ 481013 w 2543175"/>
              <a:gd name="connsiteY36" fmla="*/ 342900 h 1890712"/>
              <a:gd name="connsiteX37" fmla="*/ 490538 w 2543175"/>
              <a:gd name="connsiteY37" fmla="*/ 352425 h 1890712"/>
              <a:gd name="connsiteX38" fmla="*/ 495300 w 2543175"/>
              <a:gd name="connsiteY38" fmla="*/ 359569 h 1890712"/>
              <a:gd name="connsiteX39" fmla="*/ 509588 w 2543175"/>
              <a:gd name="connsiteY39" fmla="*/ 376237 h 1890712"/>
              <a:gd name="connsiteX40" fmla="*/ 514350 w 2543175"/>
              <a:gd name="connsiteY40" fmla="*/ 383381 h 1890712"/>
              <a:gd name="connsiteX41" fmla="*/ 531019 w 2543175"/>
              <a:gd name="connsiteY41" fmla="*/ 397669 h 1890712"/>
              <a:gd name="connsiteX42" fmla="*/ 538163 w 2543175"/>
              <a:gd name="connsiteY42" fmla="*/ 407194 h 1890712"/>
              <a:gd name="connsiteX43" fmla="*/ 554832 w 2543175"/>
              <a:gd name="connsiteY43" fmla="*/ 421481 h 1890712"/>
              <a:gd name="connsiteX44" fmla="*/ 564357 w 2543175"/>
              <a:gd name="connsiteY44" fmla="*/ 431006 h 1890712"/>
              <a:gd name="connsiteX45" fmla="*/ 573882 w 2543175"/>
              <a:gd name="connsiteY45" fmla="*/ 438150 h 1890712"/>
              <a:gd name="connsiteX46" fmla="*/ 595313 w 2543175"/>
              <a:gd name="connsiteY46" fmla="*/ 454819 h 1890712"/>
              <a:gd name="connsiteX47" fmla="*/ 602457 w 2543175"/>
              <a:gd name="connsiteY47" fmla="*/ 457200 h 1890712"/>
              <a:gd name="connsiteX48" fmla="*/ 628650 w 2543175"/>
              <a:gd name="connsiteY48" fmla="*/ 469106 h 1890712"/>
              <a:gd name="connsiteX49" fmla="*/ 645319 w 2543175"/>
              <a:gd name="connsiteY49" fmla="*/ 483394 h 1890712"/>
              <a:gd name="connsiteX50" fmla="*/ 654844 w 2543175"/>
              <a:gd name="connsiteY50" fmla="*/ 488156 h 1890712"/>
              <a:gd name="connsiteX51" fmla="*/ 661988 w 2543175"/>
              <a:gd name="connsiteY51" fmla="*/ 497681 h 1890712"/>
              <a:gd name="connsiteX52" fmla="*/ 683419 w 2543175"/>
              <a:gd name="connsiteY52" fmla="*/ 514350 h 1890712"/>
              <a:gd name="connsiteX53" fmla="*/ 700088 w 2543175"/>
              <a:gd name="connsiteY53" fmla="*/ 526256 h 1890712"/>
              <a:gd name="connsiteX54" fmla="*/ 709613 w 2543175"/>
              <a:gd name="connsiteY54" fmla="*/ 535781 h 1890712"/>
              <a:gd name="connsiteX55" fmla="*/ 719138 w 2543175"/>
              <a:gd name="connsiteY55" fmla="*/ 542925 h 1890712"/>
              <a:gd name="connsiteX56" fmla="*/ 733425 w 2543175"/>
              <a:gd name="connsiteY56" fmla="*/ 557212 h 1890712"/>
              <a:gd name="connsiteX57" fmla="*/ 750094 w 2543175"/>
              <a:gd name="connsiteY57" fmla="*/ 569119 h 1890712"/>
              <a:gd name="connsiteX58" fmla="*/ 769144 w 2543175"/>
              <a:gd name="connsiteY58" fmla="*/ 581025 h 1890712"/>
              <a:gd name="connsiteX59" fmla="*/ 785813 w 2543175"/>
              <a:gd name="connsiteY59" fmla="*/ 590550 h 1890712"/>
              <a:gd name="connsiteX60" fmla="*/ 792957 w 2543175"/>
              <a:gd name="connsiteY60" fmla="*/ 600075 h 1890712"/>
              <a:gd name="connsiteX61" fmla="*/ 809625 w 2543175"/>
              <a:gd name="connsiteY61" fmla="*/ 611981 h 1890712"/>
              <a:gd name="connsiteX62" fmla="*/ 816769 w 2543175"/>
              <a:gd name="connsiteY62" fmla="*/ 619125 h 1890712"/>
              <a:gd name="connsiteX63" fmla="*/ 826294 w 2543175"/>
              <a:gd name="connsiteY63" fmla="*/ 626269 h 1890712"/>
              <a:gd name="connsiteX64" fmla="*/ 840582 w 2543175"/>
              <a:gd name="connsiteY64" fmla="*/ 638175 h 1890712"/>
              <a:gd name="connsiteX65" fmla="*/ 847725 w 2543175"/>
              <a:gd name="connsiteY65" fmla="*/ 645319 h 1890712"/>
              <a:gd name="connsiteX66" fmla="*/ 857250 w 2543175"/>
              <a:gd name="connsiteY66" fmla="*/ 652462 h 1890712"/>
              <a:gd name="connsiteX67" fmla="*/ 864394 w 2543175"/>
              <a:gd name="connsiteY67" fmla="*/ 657225 h 1890712"/>
              <a:gd name="connsiteX68" fmla="*/ 888207 w 2543175"/>
              <a:gd name="connsiteY68" fmla="*/ 676275 h 1890712"/>
              <a:gd name="connsiteX69" fmla="*/ 895350 w 2543175"/>
              <a:gd name="connsiteY69" fmla="*/ 681037 h 1890712"/>
              <a:gd name="connsiteX70" fmla="*/ 907257 w 2543175"/>
              <a:gd name="connsiteY70" fmla="*/ 683419 h 1890712"/>
              <a:gd name="connsiteX71" fmla="*/ 928688 w 2543175"/>
              <a:gd name="connsiteY71" fmla="*/ 695325 h 1890712"/>
              <a:gd name="connsiteX72" fmla="*/ 942975 w 2543175"/>
              <a:gd name="connsiteY72" fmla="*/ 700087 h 1890712"/>
              <a:gd name="connsiteX73" fmla="*/ 964407 w 2543175"/>
              <a:gd name="connsiteY73" fmla="*/ 716756 h 1890712"/>
              <a:gd name="connsiteX74" fmla="*/ 971550 w 2543175"/>
              <a:gd name="connsiteY74" fmla="*/ 723900 h 1890712"/>
              <a:gd name="connsiteX75" fmla="*/ 983457 w 2543175"/>
              <a:gd name="connsiteY75" fmla="*/ 733425 h 1890712"/>
              <a:gd name="connsiteX76" fmla="*/ 990600 w 2543175"/>
              <a:gd name="connsiteY76" fmla="*/ 738187 h 1890712"/>
              <a:gd name="connsiteX77" fmla="*/ 1007269 w 2543175"/>
              <a:gd name="connsiteY77" fmla="*/ 752475 h 1890712"/>
              <a:gd name="connsiteX78" fmla="*/ 1031082 w 2543175"/>
              <a:gd name="connsiteY78" fmla="*/ 766762 h 1890712"/>
              <a:gd name="connsiteX79" fmla="*/ 1042988 w 2543175"/>
              <a:gd name="connsiteY79" fmla="*/ 773906 h 1890712"/>
              <a:gd name="connsiteX80" fmla="*/ 1071563 w 2543175"/>
              <a:gd name="connsiteY80" fmla="*/ 785812 h 1890712"/>
              <a:gd name="connsiteX81" fmla="*/ 1097757 w 2543175"/>
              <a:gd name="connsiteY81" fmla="*/ 807244 h 1890712"/>
              <a:gd name="connsiteX82" fmla="*/ 1104900 w 2543175"/>
              <a:gd name="connsiteY82" fmla="*/ 814387 h 1890712"/>
              <a:gd name="connsiteX83" fmla="*/ 1121569 w 2543175"/>
              <a:gd name="connsiteY83" fmla="*/ 823912 h 1890712"/>
              <a:gd name="connsiteX84" fmla="*/ 1138238 w 2543175"/>
              <a:gd name="connsiteY84" fmla="*/ 835819 h 1890712"/>
              <a:gd name="connsiteX85" fmla="*/ 1147763 w 2543175"/>
              <a:gd name="connsiteY85" fmla="*/ 842962 h 1890712"/>
              <a:gd name="connsiteX86" fmla="*/ 1157288 w 2543175"/>
              <a:gd name="connsiteY86" fmla="*/ 847725 h 1890712"/>
              <a:gd name="connsiteX87" fmla="*/ 1178719 w 2543175"/>
              <a:gd name="connsiteY87" fmla="*/ 859631 h 1890712"/>
              <a:gd name="connsiteX88" fmla="*/ 1188244 w 2543175"/>
              <a:gd name="connsiteY88" fmla="*/ 866775 h 1890712"/>
              <a:gd name="connsiteX89" fmla="*/ 1195388 w 2543175"/>
              <a:gd name="connsiteY89" fmla="*/ 871537 h 1890712"/>
              <a:gd name="connsiteX90" fmla="*/ 1212057 w 2543175"/>
              <a:gd name="connsiteY90" fmla="*/ 883444 h 1890712"/>
              <a:gd name="connsiteX91" fmla="*/ 1226344 w 2543175"/>
              <a:gd name="connsiteY91" fmla="*/ 895350 h 1890712"/>
              <a:gd name="connsiteX92" fmla="*/ 1245394 w 2543175"/>
              <a:gd name="connsiteY92" fmla="*/ 907256 h 1890712"/>
              <a:gd name="connsiteX93" fmla="*/ 1254919 w 2543175"/>
              <a:gd name="connsiteY93" fmla="*/ 914400 h 1890712"/>
              <a:gd name="connsiteX94" fmla="*/ 1269207 w 2543175"/>
              <a:gd name="connsiteY94" fmla="*/ 921544 h 1890712"/>
              <a:gd name="connsiteX95" fmla="*/ 1290638 w 2543175"/>
              <a:gd name="connsiteY95" fmla="*/ 935831 h 1890712"/>
              <a:gd name="connsiteX96" fmla="*/ 1307307 w 2543175"/>
              <a:gd name="connsiteY96" fmla="*/ 952500 h 1890712"/>
              <a:gd name="connsiteX97" fmla="*/ 1333500 w 2543175"/>
              <a:gd name="connsiteY97" fmla="*/ 971550 h 1890712"/>
              <a:gd name="connsiteX98" fmla="*/ 1359694 w 2543175"/>
              <a:gd name="connsiteY98" fmla="*/ 990600 h 1890712"/>
              <a:gd name="connsiteX99" fmla="*/ 1373982 w 2543175"/>
              <a:gd name="connsiteY99" fmla="*/ 997744 h 1890712"/>
              <a:gd name="connsiteX100" fmla="*/ 1388269 w 2543175"/>
              <a:gd name="connsiteY100" fmla="*/ 1007269 h 1890712"/>
              <a:gd name="connsiteX101" fmla="*/ 1414463 w 2543175"/>
              <a:gd name="connsiteY101" fmla="*/ 1019175 h 1890712"/>
              <a:gd name="connsiteX102" fmla="*/ 1428750 w 2543175"/>
              <a:gd name="connsiteY102" fmla="*/ 1026319 h 1890712"/>
              <a:gd name="connsiteX103" fmla="*/ 1471613 w 2543175"/>
              <a:gd name="connsiteY103" fmla="*/ 1059656 h 1890712"/>
              <a:gd name="connsiteX104" fmla="*/ 1495425 w 2543175"/>
              <a:gd name="connsiteY104" fmla="*/ 1088231 h 1890712"/>
              <a:gd name="connsiteX105" fmla="*/ 1547812 w 2543175"/>
              <a:gd name="connsiteY105" fmla="*/ 1133475 h 1890712"/>
              <a:gd name="connsiteX106" fmla="*/ 1597819 w 2543175"/>
              <a:gd name="connsiteY106" fmla="*/ 1154906 h 1890712"/>
              <a:gd name="connsiteX107" fmla="*/ 1604963 w 2543175"/>
              <a:gd name="connsiteY107" fmla="*/ 1162050 h 1890712"/>
              <a:gd name="connsiteX108" fmla="*/ 1612107 w 2543175"/>
              <a:gd name="connsiteY108" fmla="*/ 1166812 h 1890712"/>
              <a:gd name="connsiteX109" fmla="*/ 1628775 w 2543175"/>
              <a:gd name="connsiteY109" fmla="*/ 1183481 h 1890712"/>
              <a:gd name="connsiteX110" fmla="*/ 1662113 w 2543175"/>
              <a:gd name="connsiteY110" fmla="*/ 1209675 h 1890712"/>
              <a:gd name="connsiteX111" fmla="*/ 1678782 w 2543175"/>
              <a:gd name="connsiteY111" fmla="*/ 1226344 h 1890712"/>
              <a:gd name="connsiteX112" fmla="*/ 1700213 w 2543175"/>
              <a:gd name="connsiteY112" fmla="*/ 1247775 h 1890712"/>
              <a:gd name="connsiteX113" fmla="*/ 1712119 w 2543175"/>
              <a:gd name="connsiteY113" fmla="*/ 1259681 h 1890712"/>
              <a:gd name="connsiteX114" fmla="*/ 1733550 w 2543175"/>
              <a:gd name="connsiteY114" fmla="*/ 1273969 h 1890712"/>
              <a:gd name="connsiteX115" fmla="*/ 1743075 w 2543175"/>
              <a:gd name="connsiteY115" fmla="*/ 1283494 h 1890712"/>
              <a:gd name="connsiteX116" fmla="*/ 1754982 w 2543175"/>
              <a:gd name="connsiteY116" fmla="*/ 1290637 h 1890712"/>
              <a:gd name="connsiteX117" fmla="*/ 1766888 w 2543175"/>
              <a:gd name="connsiteY117" fmla="*/ 1300162 h 1890712"/>
              <a:gd name="connsiteX118" fmla="*/ 1783557 w 2543175"/>
              <a:gd name="connsiteY118" fmla="*/ 1307306 h 1890712"/>
              <a:gd name="connsiteX119" fmla="*/ 1790700 w 2543175"/>
              <a:gd name="connsiteY119" fmla="*/ 1312069 h 1890712"/>
              <a:gd name="connsiteX120" fmla="*/ 1800225 w 2543175"/>
              <a:gd name="connsiteY120" fmla="*/ 1319212 h 1890712"/>
              <a:gd name="connsiteX121" fmla="*/ 1807369 w 2543175"/>
              <a:gd name="connsiteY121" fmla="*/ 1321594 h 1890712"/>
              <a:gd name="connsiteX122" fmla="*/ 1824038 w 2543175"/>
              <a:gd name="connsiteY122" fmla="*/ 1333500 h 1890712"/>
              <a:gd name="connsiteX123" fmla="*/ 1843088 w 2543175"/>
              <a:gd name="connsiteY123" fmla="*/ 1352550 h 1890712"/>
              <a:gd name="connsiteX124" fmla="*/ 1852613 w 2543175"/>
              <a:gd name="connsiteY124" fmla="*/ 1359694 h 1890712"/>
              <a:gd name="connsiteX125" fmla="*/ 1859757 w 2543175"/>
              <a:gd name="connsiteY125" fmla="*/ 1366837 h 1890712"/>
              <a:gd name="connsiteX126" fmla="*/ 1869282 w 2543175"/>
              <a:gd name="connsiteY126" fmla="*/ 1371600 h 1890712"/>
              <a:gd name="connsiteX127" fmla="*/ 1883569 w 2543175"/>
              <a:gd name="connsiteY127" fmla="*/ 1388269 h 1890712"/>
              <a:gd name="connsiteX128" fmla="*/ 1893094 w 2543175"/>
              <a:gd name="connsiteY128" fmla="*/ 1395412 h 1890712"/>
              <a:gd name="connsiteX129" fmla="*/ 1902619 w 2543175"/>
              <a:gd name="connsiteY129" fmla="*/ 1404937 h 1890712"/>
              <a:gd name="connsiteX130" fmla="*/ 1912144 w 2543175"/>
              <a:gd name="connsiteY130" fmla="*/ 1409700 h 1890712"/>
              <a:gd name="connsiteX131" fmla="*/ 1931194 w 2543175"/>
              <a:gd name="connsiteY131" fmla="*/ 1421606 h 1890712"/>
              <a:gd name="connsiteX132" fmla="*/ 1935957 w 2543175"/>
              <a:gd name="connsiteY132" fmla="*/ 1428750 h 1890712"/>
              <a:gd name="connsiteX133" fmla="*/ 1952625 w 2543175"/>
              <a:gd name="connsiteY133" fmla="*/ 1438275 h 1890712"/>
              <a:gd name="connsiteX134" fmla="*/ 1971675 w 2543175"/>
              <a:gd name="connsiteY134" fmla="*/ 1450181 h 1890712"/>
              <a:gd name="connsiteX135" fmla="*/ 1981200 w 2543175"/>
              <a:gd name="connsiteY135" fmla="*/ 1454944 h 1890712"/>
              <a:gd name="connsiteX136" fmla="*/ 1997869 w 2543175"/>
              <a:gd name="connsiteY136" fmla="*/ 1471612 h 1890712"/>
              <a:gd name="connsiteX137" fmla="*/ 2007394 w 2543175"/>
              <a:gd name="connsiteY137" fmla="*/ 1478756 h 1890712"/>
              <a:gd name="connsiteX138" fmla="*/ 2016919 w 2543175"/>
              <a:gd name="connsiteY138" fmla="*/ 1483519 h 1890712"/>
              <a:gd name="connsiteX139" fmla="*/ 2024063 w 2543175"/>
              <a:gd name="connsiteY139" fmla="*/ 1490662 h 1890712"/>
              <a:gd name="connsiteX140" fmla="*/ 2033588 w 2543175"/>
              <a:gd name="connsiteY140" fmla="*/ 1495425 h 1890712"/>
              <a:gd name="connsiteX141" fmla="*/ 2040732 w 2543175"/>
              <a:gd name="connsiteY141" fmla="*/ 1502569 h 1890712"/>
              <a:gd name="connsiteX142" fmla="*/ 2047875 w 2543175"/>
              <a:gd name="connsiteY142" fmla="*/ 1507331 h 1890712"/>
              <a:gd name="connsiteX143" fmla="*/ 2057400 w 2543175"/>
              <a:gd name="connsiteY143" fmla="*/ 1514475 h 1890712"/>
              <a:gd name="connsiteX144" fmla="*/ 2064544 w 2543175"/>
              <a:gd name="connsiteY144" fmla="*/ 1519237 h 1890712"/>
              <a:gd name="connsiteX145" fmla="*/ 2071688 w 2543175"/>
              <a:gd name="connsiteY145" fmla="*/ 1526381 h 1890712"/>
              <a:gd name="connsiteX146" fmla="*/ 2081213 w 2543175"/>
              <a:gd name="connsiteY146" fmla="*/ 1531144 h 1890712"/>
              <a:gd name="connsiteX147" fmla="*/ 2090738 w 2543175"/>
              <a:gd name="connsiteY147" fmla="*/ 1538287 h 1890712"/>
              <a:gd name="connsiteX148" fmla="*/ 2109788 w 2543175"/>
              <a:gd name="connsiteY148" fmla="*/ 1547812 h 1890712"/>
              <a:gd name="connsiteX149" fmla="*/ 2131219 w 2543175"/>
              <a:gd name="connsiteY149" fmla="*/ 1562100 h 1890712"/>
              <a:gd name="connsiteX150" fmla="*/ 2140744 w 2543175"/>
              <a:gd name="connsiteY150" fmla="*/ 1566862 h 1890712"/>
              <a:gd name="connsiteX151" fmla="*/ 2152650 w 2543175"/>
              <a:gd name="connsiteY151" fmla="*/ 1576387 h 1890712"/>
              <a:gd name="connsiteX152" fmla="*/ 2181225 w 2543175"/>
              <a:gd name="connsiteY152" fmla="*/ 1590675 h 1890712"/>
              <a:gd name="connsiteX153" fmla="*/ 2200275 w 2543175"/>
              <a:gd name="connsiteY153" fmla="*/ 1607344 h 1890712"/>
              <a:gd name="connsiteX154" fmla="*/ 2207419 w 2543175"/>
              <a:gd name="connsiteY154" fmla="*/ 1612106 h 1890712"/>
              <a:gd name="connsiteX155" fmla="*/ 2216944 w 2543175"/>
              <a:gd name="connsiteY155" fmla="*/ 1619250 h 1890712"/>
              <a:gd name="connsiteX156" fmla="*/ 2224088 w 2543175"/>
              <a:gd name="connsiteY156" fmla="*/ 1624012 h 1890712"/>
              <a:gd name="connsiteX157" fmla="*/ 2247900 w 2543175"/>
              <a:gd name="connsiteY157" fmla="*/ 1643062 h 1890712"/>
              <a:gd name="connsiteX158" fmla="*/ 2255044 w 2543175"/>
              <a:gd name="connsiteY158" fmla="*/ 1650206 h 1890712"/>
              <a:gd name="connsiteX159" fmla="*/ 2281238 w 2543175"/>
              <a:gd name="connsiteY159" fmla="*/ 1664494 h 1890712"/>
              <a:gd name="connsiteX160" fmla="*/ 2297907 w 2543175"/>
              <a:gd name="connsiteY160" fmla="*/ 1674019 h 1890712"/>
              <a:gd name="connsiteX161" fmla="*/ 2312194 w 2543175"/>
              <a:gd name="connsiteY161" fmla="*/ 1685925 h 1890712"/>
              <a:gd name="connsiteX162" fmla="*/ 2328863 w 2543175"/>
              <a:gd name="connsiteY162" fmla="*/ 1697831 h 1890712"/>
              <a:gd name="connsiteX163" fmla="*/ 2350294 w 2543175"/>
              <a:gd name="connsiteY163" fmla="*/ 1712119 h 1890712"/>
              <a:gd name="connsiteX164" fmla="*/ 2369344 w 2543175"/>
              <a:gd name="connsiteY164" fmla="*/ 1724025 h 1890712"/>
              <a:gd name="connsiteX165" fmla="*/ 2428876 w 2543175"/>
              <a:gd name="connsiteY165" fmla="*/ 1785938 h 1890712"/>
              <a:gd name="connsiteX166" fmla="*/ 2466975 w 2543175"/>
              <a:gd name="connsiteY166" fmla="*/ 1783556 h 1890712"/>
              <a:gd name="connsiteX167" fmla="*/ 2481263 w 2543175"/>
              <a:gd name="connsiteY167" fmla="*/ 1795462 h 1890712"/>
              <a:gd name="connsiteX168" fmla="*/ 2486025 w 2543175"/>
              <a:gd name="connsiteY168" fmla="*/ 1802606 h 1890712"/>
              <a:gd name="connsiteX169" fmla="*/ 2514600 w 2543175"/>
              <a:gd name="connsiteY169" fmla="*/ 1850231 h 1890712"/>
              <a:gd name="connsiteX170" fmla="*/ 2519363 w 2543175"/>
              <a:gd name="connsiteY170" fmla="*/ 1857375 h 1890712"/>
              <a:gd name="connsiteX171" fmla="*/ 2540794 w 2543175"/>
              <a:gd name="connsiteY171" fmla="*/ 1883569 h 1890712"/>
              <a:gd name="connsiteX172" fmla="*/ 2543175 w 2543175"/>
              <a:gd name="connsiteY17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85763 w 2543175"/>
              <a:gd name="connsiteY30" fmla="*/ 283369 h 1890712"/>
              <a:gd name="connsiteX31" fmla="*/ 404813 w 2543175"/>
              <a:gd name="connsiteY31" fmla="*/ 295275 h 1890712"/>
              <a:gd name="connsiteX32" fmla="*/ 411957 w 2543175"/>
              <a:gd name="connsiteY32" fmla="*/ 297656 h 1890712"/>
              <a:gd name="connsiteX33" fmla="*/ 466725 w 2543175"/>
              <a:gd name="connsiteY33" fmla="*/ 328612 h 1890712"/>
              <a:gd name="connsiteX34" fmla="*/ 476250 w 2543175"/>
              <a:gd name="connsiteY34" fmla="*/ 335756 h 1890712"/>
              <a:gd name="connsiteX35" fmla="*/ 481013 w 2543175"/>
              <a:gd name="connsiteY35" fmla="*/ 342900 h 1890712"/>
              <a:gd name="connsiteX36" fmla="*/ 490538 w 2543175"/>
              <a:gd name="connsiteY36" fmla="*/ 352425 h 1890712"/>
              <a:gd name="connsiteX37" fmla="*/ 495300 w 2543175"/>
              <a:gd name="connsiteY37" fmla="*/ 359569 h 1890712"/>
              <a:gd name="connsiteX38" fmla="*/ 509588 w 2543175"/>
              <a:gd name="connsiteY38" fmla="*/ 376237 h 1890712"/>
              <a:gd name="connsiteX39" fmla="*/ 514350 w 2543175"/>
              <a:gd name="connsiteY39" fmla="*/ 383381 h 1890712"/>
              <a:gd name="connsiteX40" fmla="*/ 531019 w 2543175"/>
              <a:gd name="connsiteY40" fmla="*/ 397669 h 1890712"/>
              <a:gd name="connsiteX41" fmla="*/ 538163 w 2543175"/>
              <a:gd name="connsiteY41" fmla="*/ 407194 h 1890712"/>
              <a:gd name="connsiteX42" fmla="*/ 554832 w 2543175"/>
              <a:gd name="connsiteY42" fmla="*/ 421481 h 1890712"/>
              <a:gd name="connsiteX43" fmla="*/ 564357 w 2543175"/>
              <a:gd name="connsiteY43" fmla="*/ 431006 h 1890712"/>
              <a:gd name="connsiteX44" fmla="*/ 573882 w 2543175"/>
              <a:gd name="connsiteY44" fmla="*/ 438150 h 1890712"/>
              <a:gd name="connsiteX45" fmla="*/ 595313 w 2543175"/>
              <a:gd name="connsiteY45" fmla="*/ 454819 h 1890712"/>
              <a:gd name="connsiteX46" fmla="*/ 602457 w 2543175"/>
              <a:gd name="connsiteY46" fmla="*/ 457200 h 1890712"/>
              <a:gd name="connsiteX47" fmla="*/ 628650 w 2543175"/>
              <a:gd name="connsiteY47" fmla="*/ 469106 h 1890712"/>
              <a:gd name="connsiteX48" fmla="*/ 645319 w 2543175"/>
              <a:gd name="connsiteY48" fmla="*/ 483394 h 1890712"/>
              <a:gd name="connsiteX49" fmla="*/ 654844 w 2543175"/>
              <a:gd name="connsiteY49" fmla="*/ 488156 h 1890712"/>
              <a:gd name="connsiteX50" fmla="*/ 661988 w 2543175"/>
              <a:gd name="connsiteY50" fmla="*/ 497681 h 1890712"/>
              <a:gd name="connsiteX51" fmla="*/ 683419 w 2543175"/>
              <a:gd name="connsiteY51" fmla="*/ 514350 h 1890712"/>
              <a:gd name="connsiteX52" fmla="*/ 700088 w 2543175"/>
              <a:gd name="connsiteY52" fmla="*/ 526256 h 1890712"/>
              <a:gd name="connsiteX53" fmla="*/ 709613 w 2543175"/>
              <a:gd name="connsiteY53" fmla="*/ 535781 h 1890712"/>
              <a:gd name="connsiteX54" fmla="*/ 719138 w 2543175"/>
              <a:gd name="connsiteY54" fmla="*/ 542925 h 1890712"/>
              <a:gd name="connsiteX55" fmla="*/ 733425 w 2543175"/>
              <a:gd name="connsiteY55" fmla="*/ 557212 h 1890712"/>
              <a:gd name="connsiteX56" fmla="*/ 750094 w 2543175"/>
              <a:gd name="connsiteY56" fmla="*/ 569119 h 1890712"/>
              <a:gd name="connsiteX57" fmla="*/ 769144 w 2543175"/>
              <a:gd name="connsiteY57" fmla="*/ 581025 h 1890712"/>
              <a:gd name="connsiteX58" fmla="*/ 785813 w 2543175"/>
              <a:gd name="connsiteY58" fmla="*/ 590550 h 1890712"/>
              <a:gd name="connsiteX59" fmla="*/ 792957 w 2543175"/>
              <a:gd name="connsiteY59" fmla="*/ 600075 h 1890712"/>
              <a:gd name="connsiteX60" fmla="*/ 809625 w 2543175"/>
              <a:gd name="connsiteY60" fmla="*/ 611981 h 1890712"/>
              <a:gd name="connsiteX61" fmla="*/ 816769 w 2543175"/>
              <a:gd name="connsiteY61" fmla="*/ 619125 h 1890712"/>
              <a:gd name="connsiteX62" fmla="*/ 826294 w 2543175"/>
              <a:gd name="connsiteY62" fmla="*/ 626269 h 1890712"/>
              <a:gd name="connsiteX63" fmla="*/ 840582 w 2543175"/>
              <a:gd name="connsiteY63" fmla="*/ 638175 h 1890712"/>
              <a:gd name="connsiteX64" fmla="*/ 847725 w 2543175"/>
              <a:gd name="connsiteY64" fmla="*/ 645319 h 1890712"/>
              <a:gd name="connsiteX65" fmla="*/ 857250 w 2543175"/>
              <a:gd name="connsiteY65" fmla="*/ 652462 h 1890712"/>
              <a:gd name="connsiteX66" fmla="*/ 864394 w 2543175"/>
              <a:gd name="connsiteY66" fmla="*/ 657225 h 1890712"/>
              <a:gd name="connsiteX67" fmla="*/ 888207 w 2543175"/>
              <a:gd name="connsiteY67" fmla="*/ 676275 h 1890712"/>
              <a:gd name="connsiteX68" fmla="*/ 895350 w 2543175"/>
              <a:gd name="connsiteY68" fmla="*/ 681037 h 1890712"/>
              <a:gd name="connsiteX69" fmla="*/ 907257 w 2543175"/>
              <a:gd name="connsiteY69" fmla="*/ 683419 h 1890712"/>
              <a:gd name="connsiteX70" fmla="*/ 928688 w 2543175"/>
              <a:gd name="connsiteY70" fmla="*/ 695325 h 1890712"/>
              <a:gd name="connsiteX71" fmla="*/ 942975 w 2543175"/>
              <a:gd name="connsiteY71" fmla="*/ 700087 h 1890712"/>
              <a:gd name="connsiteX72" fmla="*/ 964407 w 2543175"/>
              <a:gd name="connsiteY72" fmla="*/ 716756 h 1890712"/>
              <a:gd name="connsiteX73" fmla="*/ 971550 w 2543175"/>
              <a:gd name="connsiteY73" fmla="*/ 723900 h 1890712"/>
              <a:gd name="connsiteX74" fmla="*/ 983457 w 2543175"/>
              <a:gd name="connsiteY74" fmla="*/ 733425 h 1890712"/>
              <a:gd name="connsiteX75" fmla="*/ 990600 w 2543175"/>
              <a:gd name="connsiteY75" fmla="*/ 738187 h 1890712"/>
              <a:gd name="connsiteX76" fmla="*/ 1007269 w 2543175"/>
              <a:gd name="connsiteY76" fmla="*/ 752475 h 1890712"/>
              <a:gd name="connsiteX77" fmla="*/ 1031082 w 2543175"/>
              <a:gd name="connsiteY77" fmla="*/ 766762 h 1890712"/>
              <a:gd name="connsiteX78" fmla="*/ 1042988 w 2543175"/>
              <a:gd name="connsiteY78" fmla="*/ 773906 h 1890712"/>
              <a:gd name="connsiteX79" fmla="*/ 1071563 w 2543175"/>
              <a:gd name="connsiteY79" fmla="*/ 785812 h 1890712"/>
              <a:gd name="connsiteX80" fmla="*/ 1097757 w 2543175"/>
              <a:gd name="connsiteY80" fmla="*/ 807244 h 1890712"/>
              <a:gd name="connsiteX81" fmla="*/ 1104900 w 2543175"/>
              <a:gd name="connsiteY81" fmla="*/ 814387 h 1890712"/>
              <a:gd name="connsiteX82" fmla="*/ 1121569 w 2543175"/>
              <a:gd name="connsiteY82" fmla="*/ 823912 h 1890712"/>
              <a:gd name="connsiteX83" fmla="*/ 1138238 w 2543175"/>
              <a:gd name="connsiteY83" fmla="*/ 835819 h 1890712"/>
              <a:gd name="connsiteX84" fmla="*/ 1147763 w 2543175"/>
              <a:gd name="connsiteY84" fmla="*/ 842962 h 1890712"/>
              <a:gd name="connsiteX85" fmla="*/ 1157288 w 2543175"/>
              <a:gd name="connsiteY85" fmla="*/ 847725 h 1890712"/>
              <a:gd name="connsiteX86" fmla="*/ 1178719 w 2543175"/>
              <a:gd name="connsiteY86" fmla="*/ 859631 h 1890712"/>
              <a:gd name="connsiteX87" fmla="*/ 1188244 w 2543175"/>
              <a:gd name="connsiteY87" fmla="*/ 866775 h 1890712"/>
              <a:gd name="connsiteX88" fmla="*/ 1195388 w 2543175"/>
              <a:gd name="connsiteY88" fmla="*/ 871537 h 1890712"/>
              <a:gd name="connsiteX89" fmla="*/ 1212057 w 2543175"/>
              <a:gd name="connsiteY89" fmla="*/ 883444 h 1890712"/>
              <a:gd name="connsiteX90" fmla="*/ 1226344 w 2543175"/>
              <a:gd name="connsiteY90" fmla="*/ 895350 h 1890712"/>
              <a:gd name="connsiteX91" fmla="*/ 1245394 w 2543175"/>
              <a:gd name="connsiteY91" fmla="*/ 907256 h 1890712"/>
              <a:gd name="connsiteX92" fmla="*/ 1254919 w 2543175"/>
              <a:gd name="connsiteY92" fmla="*/ 914400 h 1890712"/>
              <a:gd name="connsiteX93" fmla="*/ 1269207 w 2543175"/>
              <a:gd name="connsiteY93" fmla="*/ 921544 h 1890712"/>
              <a:gd name="connsiteX94" fmla="*/ 1290638 w 2543175"/>
              <a:gd name="connsiteY94" fmla="*/ 935831 h 1890712"/>
              <a:gd name="connsiteX95" fmla="*/ 1307307 w 2543175"/>
              <a:gd name="connsiteY95" fmla="*/ 952500 h 1890712"/>
              <a:gd name="connsiteX96" fmla="*/ 1333500 w 2543175"/>
              <a:gd name="connsiteY96" fmla="*/ 971550 h 1890712"/>
              <a:gd name="connsiteX97" fmla="*/ 1359694 w 2543175"/>
              <a:gd name="connsiteY97" fmla="*/ 990600 h 1890712"/>
              <a:gd name="connsiteX98" fmla="*/ 1373982 w 2543175"/>
              <a:gd name="connsiteY98" fmla="*/ 997744 h 1890712"/>
              <a:gd name="connsiteX99" fmla="*/ 1388269 w 2543175"/>
              <a:gd name="connsiteY99" fmla="*/ 1007269 h 1890712"/>
              <a:gd name="connsiteX100" fmla="*/ 1414463 w 2543175"/>
              <a:gd name="connsiteY100" fmla="*/ 1019175 h 1890712"/>
              <a:gd name="connsiteX101" fmla="*/ 1428750 w 2543175"/>
              <a:gd name="connsiteY101" fmla="*/ 1026319 h 1890712"/>
              <a:gd name="connsiteX102" fmla="*/ 1471613 w 2543175"/>
              <a:gd name="connsiteY102" fmla="*/ 1059656 h 1890712"/>
              <a:gd name="connsiteX103" fmla="*/ 1495425 w 2543175"/>
              <a:gd name="connsiteY103" fmla="*/ 1088231 h 1890712"/>
              <a:gd name="connsiteX104" fmla="*/ 1547812 w 2543175"/>
              <a:gd name="connsiteY104" fmla="*/ 1133475 h 1890712"/>
              <a:gd name="connsiteX105" fmla="*/ 1597819 w 2543175"/>
              <a:gd name="connsiteY105" fmla="*/ 1154906 h 1890712"/>
              <a:gd name="connsiteX106" fmla="*/ 1604963 w 2543175"/>
              <a:gd name="connsiteY106" fmla="*/ 1162050 h 1890712"/>
              <a:gd name="connsiteX107" fmla="*/ 1612107 w 2543175"/>
              <a:gd name="connsiteY107" fmla="*/ 1166812 h 1890712"/>
              <a:gd name="connsiteX108" fmla="*/ 1628775 w 2543175"/>
              <a:gd name="connsiteY108" fmla="*/ 1183481 h 1890712"/>
              <a:gd name="connsiteX109" fmla="*/ 1662113 w 2543175"/>
              <a:gd name="connsiteY109" fmla="*/ 1209675 h 1890712"/>
              <a:gd name="connsiteX110" fmla="*/ 1678782 w 2543175"/>
              <a:gd name="connsiteY110" fmla="*/ 1226344 h 1890712"/>
              <a:gd name="connsiteX111" fmla="*/ 1700213 w 2543175"/>
              <a:gd name="connsiteY111" fmla="*/ 1247775 h 1890712"/>
              <a:gd name="connsiteX112" fmla="*/ 1712119 w 2543175"/>
              <a:gd name="connsiteY112" fmla="*/ 1259681 h 1890712"/>
              <a:gd name="connsiteX113" fmla="*/ 1733550 w 2543175"/>
              <a:gd name="connsiteY113" fmla="*/ 1273969 h 1890712"/>
              <a:gd name="connsiteX114" fmla="*/ 1743075 w 2543175"/>
              <a:gd name="connsiteY114" fmla="*/ 1283494 h 1890712"/>
              <a:gd name="connsiteX115" fmla="*/ 1754982 w 2543175"/>
              <a:gd name="connsiteY115" fmla="*/ 1290637 h 1890712"/>
              <a:gd name="connsiteX116" fmla="*/ 1766888 w 2543175"/>
              <a:gd name="connsiteY116" fmla="*/ 1300162 h 1890712"/>
              <a:gd name="connsiteX117" fmla="*/ 1783557 w 2543175"/>
              <a:gd name="connsiteY117" fmla="*/ 1307306 h 1890712"/>
              <a:gd name="connsiteX118" fmla="*/ 1790700 w 2543175"/>
              <a:gd name="connsiteY118" fmla="*/ 1312069 h 1890712"/>
              <a:gd name="connsiteX119" fmla="*/ 1800225 w 2543175"/>
              <a:gd name="connsiteY119" fmla="*/ 1319212 h 1890712"/>
              <a:gd name="connsiteX120" fmla="*/ 1807369 w 2543175"/>
              <a:gd name="connsiteY120" fmla="*/ 1321594 h 1890712"/>
              <a:gd name="connsiteX121" fmla="*/ 1824038 w 2543175"/>
              <a:gd name="connsiteY121" fmla="*/ 1333500 h 1890712"/>
              <a:gd name="connsiteX122" fmla="*/ 1843088 w 2543175"/>
              <a:gd name="connsiteY122" fmla="*/ 1352550 h 1890712"/>
              <a:gd name="connsiteX123" fmla="*/ 1852613 w 2543175"/>
              <a:gd name="connsiteY123" fmla="*/ 1359694 h 1890712"/>
              <a:gd name="connsiteX124" fmla="*/ 1859757 w 2543175"/>
              <a:gd name="connsiteY124" fmla="*/ 1366837 h 1890712"/>
              <a:gd name="connsiteX125" fmla="*/ 1869282 w 2543175"/>
              <a:gd name="connsiteY125" fmla="*/ 1371600 h 1890712"/>
              <a:gd name="connsiteX126" fmla="*/ 1883569 w 2543175"/>
              <a:gd name="connsiteY126" fmla="*/ 1388269 h 1890712"/>
              <a:gd name="connsiteX127" fmla="*/ 1893094 w 2543175"/>
              <a:gd name="connsiteY127" fmla="*/ 1395412 h 1890712"/>
              <a:gd name="connsiteX128" fmla="*/ 1902619 w 2543175"/>
              <a:gd name="connsiteY128" fmla="*/ 1404937 h 1890712"/>
              <a:gd name="connsiteX129" fmla="*/ 1912144 w 2543175"/>
              <a:gd name="connsiteY129" fmla="*/ 1409700 h 1890712"/>
              <a:gd name="connsiteX130" fmla="*/ 1931194 w 2543175"/>
              <a:gd name="connsiteY130" fmla="*/ 1421606 h 1890712"/>
              <a:gd name="connsiteX131" fmla="*/ 1935957 w 2543175"/>
              <a:gd name="connsiteY131" fmla="*/ 1428750 h 1890712"/>
              <a:gd name="connsiteX132" fmla="*/ 1952625 w 2543175"/>
              <a:gd name="connsiteY132" fmla="*/ 1438275 h 1890712"/>
              <a:gd name="connsiteX133" fmla="*/ 1971675 w 2543175"/>
              <a:gd name="connsiteY133" fmla="*/ 1450181 h 1890712"/>
              <a:gd name="connsiteX134" fmla="*/ 1981200 w 2543175"/>
              <a:gd name="connsiteY134" fmla="*/ 1454944 h 1890712"/>
              <a:gd name="connsiteX135" fmla="*/ 1997869 w 2543175"/>
              <a:gd name="connsiteY135" fmla="*/ 1471612 h 1890712"/>
              <a:gd name="connsiteX136" fmla="*/ 2007394 w 2543175"/>
              <a:gd name="connsiteY136" fmla="*/ 1478756 h 1890712"/>
              <a:gd name="connsiteX137" fmla="*/ 2016919 w 2543175"/>
              <a:gd name="connsiteY137" fmla="*/ 1483519 h 1890712"/>
              <a:gd name="connsiteX138" fmla="*/ 2024063 w 2543175"/>
              <a:gd name="connsiteY138" fmla="*/ 1490662 h 1890712"/>
              <a:gd name="connsiteX139" fmla="*/ 2033588 w 2543175"/>
              <a:gd name="connsiteY139" fmla="*/ 1495425 h 1890712"/>
              <a:gd name="connsiteX140" fmla="*/ 2040732 w 2543175"/>
              <a:gd name="connsiteY140" fmla="*/ 1502569 h 1890712"/>
              <a:gd name="connsiteX141" fmla="*/ 2047875 w 2543175"/>
              <a:gd name="connsiteY141" fmla="*/ 1507331 h 1890712"/>
              <a:gd name="connsiteX142" fmla="*/ 2057400 w 2543175"/>
              <a:gd name="connsiteY142" fmla="*/ 1514475 h 1890712"/>
              <a:gd name="connsiteX143" fmla="*/ 2064544 w 2543175"/>
              <a:gd name="connsiteY143" fmla="*/ 1519237 h 1890712"/>
              <a:gd name="connsiteX144" fmla="*/ 2071688 w 2543175"/>
              <a:gd name="connsiteY144" fmla="*/ 1526381 h 1890712"/>
              <a:gd name="connsiteX145" fmla="*/ 2081213 w 2543175"/>
              <a:gd name="connsiteY145" fmla="*/ 1531144 h 1890712"/>
              <a:gd name="connsiteX146" fmla="*/ 2090738 w 2543175"/>
              <a:gd name="connsiteY146" fmla="*/ 1538287 h 1890712"/>
              <a:gd name="connsiteX147" fmla="*/ 2109788 w 2543175"/>
              <a:gd name="connsiteY147" fmla="*/ 1547812 h 1890712"/>
              <a:gd name="connsiteX148" fmla="*/ 2131219 w 2543175"/>
              <a:gd name="connsiteY148" fmla="*/ 1562100 h 1890712"/>
              <a:gd name="connsiteX149" fmla="*/ 2140744 w 2543175"/>
              <a:gd name="connsiteY149" fmla="*/ 1566862 h 1890712"/>
              <a:gd name="connsiteX150" fmla="*/ 2152650 w 2543175"/>
              <a:gd name="connsiteY150" fmla="*/ 1576387 h 1890712"/>
              <a:gd name="connsiteX151" fmla="*/ 2181225 w 2543175"/>
              <a:gd name="connsiteY151" fmla="*/ 1590675 h 1890712"/>
              <a:gd name="connsiteX152" fmla="*/ 2200275 w 2543175"/>
              <a:gd name="connsiteY152" fmla="*/ 1607344 h 1890712"/>
              <a:gd name="connsiteX153" fmla="*/ 2207419 w 2543175"/>
              <a:gd name="connsiteY153" fmla="*/ 1612106 h 1890712"/>
              <a:gd name="connsiteX154" fmla="*/ 2216944 w 2543175"/>
              <a:gd name="connsiteY154" fmla="*/ 1619250 h 1890712"/>
              <a:gd name="connsiteX155" fmla="*/ 2224088 w 2543175"/>
              <a:gd name="connsiteY155" fmla="*/ 1624012 h 1890712"/>
              <a:gd name="connsiteX156" fmla="*/ 2247900 w 2543175"/>
              <a:gd name="connsiteY156" fmla="*/ 1643062 h 1890712"/>
              <a:gd name="connsiteX157" fmla="*/ 2255044 w 2543175"/>
              <a:gd name="connsiteY157" fmla="*/ 1650206 h 1890712"/>
              <a:gd name="connsiteX158" fmla="*/ 2281238 w 2543175"/>
              <a:gd name="connsiteY158" fmla="*/ 1664494 h 1890712"/>
              <a:gd name="connsiteX159" fmla="*/ 2297907 w 2543175"/>
              <a:gd name="connsiteY159" fmla="*/ 1674019 h 1890712"/>
              <a:gd name="connsiteX160" fmla="*/ 2312194 w 2543175"/>
              <a:gd name="connsiteY160" fmla="*/ 1685925 h 1890712"/>
              <a:gd name="connsiteX161" fmla="*/ 2328863 w 2543175"/>
              <a:gd name="connsiteY161" fmla="*/ 1697831 h 1890712"/>
              <a:gd name="connsiteX162" fmla="*/ 2350294 w 2543175"/>
              <a:gd name="connsiteY162" fmla="*/ 1712119 h 1890712"/>
              <a:gd name="connsiteX163" fmla="*/ 2369344 w 2543175"/>
              <a:gd name="connsiteY163" fmla="*/ 1724025 h 1890712"/>
              <a:gd name="connsiteX164" fmla="*/ 2428876 w 2543175"/>
              <a:gd name="connsiteY164" fmla="*/ 1785938 h 1890712"/>
              <a:gd name="connsiteX165" fmla="*/ 2466975 w 2543175"/>
              <a:gd name="connsiteY165" fmla="*/ 1783556 h 1890712"/>
              <a:gd name="connsiteX166" fmla="*/ 2481263 w 2543175"/>
              <a:gd name="connsiteY166" fmla="*/ 1795462 h 1890712"/>
              <a:gd name="connsiteX167" fmla="*/ 2486025 w 2543175"/>
              <a:gd name="connsiteY167" fmla="*/ 1802606 h 1890712"/>
              <a:gd name="connsiteX168" fmla="*/ 2514600 w 2543175"/>
              <a:gd name="connsiteY168" fmla="*/ 1850231 h 1890712"/>
              <a:gd name="connsiteX169" fmla="*/ 2519363 w 2543175"/>
              <a:gd name="connsiteY169" fmla="*/ 1857375 h 1890712"/>
              <a:gd name="connsiteX170" fmla="*/ 2540794 w 2543175"/>
              <a:gd name="connsiteY170" fmla="*/ 1883569 h 1890712"/>
              <a:gd name="connsiteX171" fmla="*/ 2543175 w 2543175"/>
              <a:gd name="connsiteY171"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54807 w 2543175"/>
              <a:gd name="connsiteY26" fmla="*/ 247650 h 1890712"/>
              <a:gd name="connsiteX27" fmla="*/ 366713 w 2543175"/>
              <a:gd name="connsiteY27" fmla="*/ 264319 h 1890712"/>
              <a:gd name="connsiteX28" fmla="*/ 371475 w 2543175"/>
              <a:gd name="connsiteY28" fmla="*/ 271462 h 1890712"/>
              <a:gd name="connsiteX29" fmla="*/ 385763 w 2543175"/>
              <a:gd name="connsiteY29" fmla="*/ 283369 h 1890712"/>
              <a:gd name="connsiteX30" fmla="*/ 404813 w 2543175"/>
              <a:gd name="connsiteY30" fmla="*/ 295275 h 1890712"/>
              <a:gd name="connsiteX31" fmla="*/ 411957 w 2543175"/>
              <a:gd name="connsiteY31" fmla="*/ 297656 h 1890712"/>
              <a:gd name="connsiteX32" fmla="*/ 466725 w 2543175"/>
              <a:gd name="connsiteY32" fmla="*/ 328612 h 1890712"/>
              <a:gd name="connsiteX33" fmla="*/ 476250 w 2543175"/>
              <a:gd name="connsiteY33" fmla="*/ 335756 h 1890712"/>
              <a:gd name="connsiteX34" fmla="*/ 481013 w 2543175"/>
              <a:gd name="connsiteY34" fmla="*/ 342900 h 1890712"/>
              <a:gd name="connsiteX35" fmla="*/ 490538 w 2543175"/>
              <a:gd name="connsiteY35" fmla="*/ 352425 h 1890712"/>
              <a:gd name="connsiteX36" fmla="*/ 495300 w 2543175"/>
              <a:gd name="connsiteY36" fmla="*/ 359569 h 1890712"/>
              <a:gd name="connsiteX37" fmla="*/ 509588 w 2543175"/>
              <a:gd name="connsiteY37" fmla="*/ 376237 h 1890712"/>
              <a:gd name="connsiteX38" fmla="*/ 514350 w 2543175"/>
              <a:gd name="connsiteY38" fmla="*/ 383381 h 1890712"/>
              <a:gd name="connsiteX39" fmla="*/ 531019 w 2543175"/>
              <a:gd name="connsiteY39" fmla="*/ 397669 h 1890712"/>
              <a:gd name="connsiteX40" fmla="*/ 538163 w 2543175"/>
              <a:gd name="connsiteY40" fmla="*/ 407194 h 1890712"/>
              <a:gd name="connsiteX41" fmla="*/ 554832 w 2543175"/>
              <a:gd name="connsiteY41" fmla="*/ 421481 h 1890712"/>
              <a:gd name="connsiteX42" fmla="*/ 564357 w 2543175"/>
              <a:gd name="connsiteY42" fmla="*/ 431006 h 1890712"/>
              <a:gd name="connsiteX43" fmla="*/ 573882 w 2543175"/>
              <a:gd name="connsiteY43" fmla="*/ 438150 h 1890712"/>
              <a:gd name="connsiteX44" fmla="*/ 595313 w 2543175"/>
              <a:gd name="connsiteY44" fmla="*/ 454819 h 1890712"/>
              <a:gd name="connsiteX45" fmla="*/ 602457 w 2543175"/>
              <a:gd name="connsiteY45" fmla="*/ 457200 h 1890712"/>
              <a:gd name="connsiteX46" fmla="*/ 628650 w 2543175"/>
              <a:gd name="connsiteY46" fmla="*/ 469106 h 1890712"/>
              <a:gd name="connsiteX47" fmla="*/ 645319 w 2543175"/>
              <a:gd name="connsiteY47" fmla="*/ 483394 h 1890712"/>
              <a:gd name="connsiteX48" fmla="*/ 654844 w 2543175"/>
              <a:gd name="connsiteY48" fmla="*/ 488156 h 1890712"/>
              <a:gd name="connsiteX49" fmla="*/ 661988 w 2543175"/>
              <a:gd name="connsiteY49" fmla="*/ 497681 h 1890712"/>
              <a:gd name="connsiteX50" fmla="*/ 683419 w 2543175"/>
              <a:gd name="connsiteY50" fmla="*/ 514350 h 1890712"/>
              <a:gd name="connsiteX51" fmla="*/ 700088 w 2543175"/>
              <a:gd name="connsiteY51" fmla="*/ 526256 h 1890712"/>
              <a:gd name="connsiteX52" fmla="*/ 709613 w 2543175"/>
              <a:gd name="connsiteY52" fmla="*/ 535781 h 1890712"/>
              <a:gd name="connsiteX53" fmla="*/ 719138 w 2543175"/>
              <a:gd name="connsiteY53" fmla="*/ 542925 h 1890712"/>
              <a:gd name="connsiteX54" fmla="*/ 733425 w 2543175"/>
              <a:gd name="connsiteY54" fmla="*/ 557212 h 1890712"/>
              <a:gd name="connsiteX55" fmla="*/ 750094 w 2543175"/>
              <a:gd name="connsiteY55" fmla="*/ 569119 h 1890712"/>
              <a:gd name="connsiteX56" fmla="*/ 769144 w 2543175"/>
              <a:gd name="connsiteY56" fmla="*/ 581025 h 1890712"/>
              <a:gd name="connsiteX57" fmla="*/ 785813 w 2543175"/>
              <a:gd name="connsiteY57" fmla="*/ 590550 h 1890712"/>
              <a:gd name="connsiteX58" fmla="*/ 792957 w 2543175"/>
              <a:gd name="connsiteY58" fmla="*/ 600075 h 1890712"/>
              <a:gd name="connsiteX59" fmla="*/ 809625 w 2543175"/>
              <a:gd name="connsiteY59" fmla="*/ 611981 h 1890712"/>
              <a:gd name="connsiteX60" fmla="*/ 816769 w 2543175"/>
              <a:gd name="connsiteY60" fmla="*/ 619125 h 1890712"/>
              <a:gd name="connsiteX61" fmla="*/ 826294 w 2543175"/>
              <a:gd name="connsiteY61" fmla="*/ 626269 h 1890712"/>
              <a:gd name="connsiteX62" fmla="*/ 840582 w 2543175"/>
              <a:gd name="connsiteY62" fmla="*/ 638175 h 1890712"/>
              <a:gd name="connsiteX63" fmla="*/ 847725 w 2543175"/>
              <a:gd name="connsiteY63" fmla="*/ 645319 h 1890712"/>
              <a:gd name="connsiteX64" fmla="*/ 857250 w 2543175"/>
              <a:gd name="connsiteY64" fmla="*/ 652462 h 1890712"/>
              <a:gd name="connsiteX65" fmla="*/ 864394 w 2543175"/>
              <a:gd name="connsiteY65" fmla="*/ 657225 h 1890712"/>
              <a:gd name="connsiteX66" fmla="*/ 888207 w 2543175"/>
              <a:gd name="connsiteY66" fmla="*/ 676275 h 1890712"/>
              <a:gd name="connsiteX67" fmla="*/ 895350 w 2543175"/>
              <a:gd name="connsiteY67" fmla="*/ 681037 h 1890712"/>
              <a:gd name="connsiteX68" fmla="*/ 907257 w 2543175"/>
              <a:gd name="connsiteY68" fmla="*/ 683419 h 1890712"/>
              <a:gd name="connsiteX69" fmla="*/ 928688 w 2543175"/>
              <a:gd name="connsiteY69" fmla="*/ 695325 h 1890712"/>
              <a:gd name="connsiteX70" fmla="*/ 942975 w 2543175"/>
              <a:gd name="connsiteY70" fmla="*/ 700087 h 1890712"/>
              <a:gd name="connsiteX71" fmla="*/ 964407 w 2543175"/>
              <a:gd name="connsiteY71" fmla="*/ 716756 h 1890712"/>
              <a:gd name="connsiteX72" fmla="*/ 971550 w 2543175"/>
              <a:gd name="connsiteY72" fmla="*/ 723900 h 1890712"/>
              <a:gd name="connsiteX73" fmla="*/ 983457 w 2543175"/>
              <a:gd name="connsiteY73" fmla="*/ 733425 h 1890712"/>
              <a:gd name="connsiteX74" fmla="*/ 990600 w 2543175"/>
              <a:gd name="connsiteY74" fmla="*/ 738187 h 1890712"/>
              <a:gd name="connsiteX75" fmla="*/ 1007269 w 2543175"/>
              <a:gd name="connsiteY75" fmla="*/ 752475 h 1890712"/>
              <a:gd name="connsiteX76" fmla="*/ 1031082 w 2543175"/>
              <a:gd name="connsiteY76" fmla="*/ 766762 h 1890712"/>
              <a:gd name="connsiteX77" fmla="*/ 1042988 w 2543175"/>
              <a:gd name="connsiteY77" fmla="*/ 773906 h 1890712"/>
              <a:gd name="connsiteX78" fmla="*/ 1071563 w 2543175"/>
              <a:gd name="connsiteY78" fmla="*/ 785812 h 1890712"/>
              <a:gd name="connsiteX79" fmla="*/ 1097757 w 2543175"/>
              <a:gd name="connsiteY79" fmla="*/ 807244 h 1890712"/>
              <a:gd name="connsiteX80" fmla="*/ 1104900 w 2543175"/>
              <a:gd name="connsiteY80" fmla="*/ 814387 h 1890712"/>
              <a:gd name="connsiteX81" fmla="*/ 1121569 w 2543175"/>
              <a:gd name="connsiteY81" fmla="*/ 823912 h 1890712"/>
              <a:gd name="connsiteX82" fmla="*/ 1138238 w 2543175"/>
              <a:gd name="connsiteY82" fmla="*/ 835819 h 1890712"/>
              <a:gd name="connsiteX83" fmla="*/ 1147763 w 2543175"/>
              <a:gd name="connsiteY83" fmla="*/ 842962 h 1890712"/>
              <a:gd name="connsiteX84" fmla="*/ 1157288 w 2543175"/>
              <a:gd name="connsiteY84" fmla="*/ 847725 h 1890712"/>
              <a:gd name="connsiteX85" fmla="*/ 1178719 w 2543175"/>
              <a:gd name="connsiteY85" fmla="*/ 859631 h 1890712"/>
              <a:gd name="connsiteX86" fmla="*/ 1188244 w 2543175"/>
              <a:gd name="connsiteY86" fmla="*/ 866775 h 1890712"/>
              <a:gd name="connsiteX87" fmla="*/ 1195388 w 2543175"/>
              <a:gd name="connsiteY87" fmla="*/ 871537 h 1890712"/>
              <a:gd name="connsiteX88" fmla="*/ 1212057 w 2543175"/>
              <a:gd name="connsiteY88" fmla="*/ 883444 h 1890712"/>
              <a:gd name="connsiteX89" fmla="*/ 1226344 w 2543175"/>
              <a:gd name="connsiteY89" fmla="*/ 895350 h 1890712"/>
              <a:gd name="connsiteX90" fmla="*/ 1245394 w 2543175"/>
              <a:gd name="connsiteY90" fmla="*/ 907256 h 1890712"/>
              <a:gd name="connsiteX91" fmla="*/ 1254919 w 2543175"/>
              <a:gd name="connsiteY91" fmla="*/ 914400 h 1890712"/>
              <a:gd name="connsiteX92" fmla="*/ 1269207 w 2543175"/>
              <a:gd name="connsiteY92" fmla="*/ 921544 h 1890712"/>
              <a:gd name="connsiteX93" fmla="*/ 1290638 w 2543175"/>
              <a:gd name="connsiteY93" fmla="*/ 935831 h 1890712"/>
              <a:gd name="connsiteX94" fmla="*/ 1307307 w 2543175"/>
              <a:gd name="connsiteY94" fmla="*/ 952500 h 1890712"/>
              <a:gd name="connsiteX95" fmla="*/ 1333500 w 2543175"/>
              <a:gd name="connsiteY95" fmla="*/ 971550 h 1890712"/>
              <a:gd name="connsiteX96" fmla="*/ 1359694 w 2543175"/>
              <a:gd name="connsiteY96" fmla="*/ 990600 h 1890712"/>
              <a:gd name="connsiteX97" fmla="*/ 1373982 w 2543175"/>
              <a:gd name="connsiteY97" fmla="*/ 997744 h 1890712"/>
              <a:gd name="connsiteX98" fmla="*/ 1388269 w 2543175"/>
              <a:gd name="connsiteY98" fmla="*/ 1007269 h 1890712"/>
              <a:gd name="connsiteX99" fmla="*/ 1414463 w 2543175"/>
              <a:gd name="connsiteY99" fmla="*/ 1019175 h 1890712"/>
              <a:gd name="connsiteX100" fmla="*/ 1428750 w 2543175"/>
              <a:gd name="connsiteY100" fmla="*/ 1026319 h 1890712"/>
              <a:gd name="connsiteX101" fmla="*/ 1471613 w 2543175"/>
              <a:gd name="connsiteY101" fmla="*/ 1059656 h 1890712"/>
              <a:gd name="connsiteX102" fmla="*/ 1495425 w 2543175"/>
              <a:gd name="connsiteY102" fmla="*/ 1088231 h 1890712"/>
              <a:gd name="connsiteX103" fmla="*/ 1547812 w 2543175"/>
              <a:gd name="connsiteY103" fmla="*/ 1133475 h 1890712"/>
              <a:gd name="connsiteX104" fmla="*/ 1597819 w 2543175"/>
              <a:gd name="connsiteY104" fmla="*/ 1154906 h 1890712"/>
              <a:gd name="connsiteX105" fmla="*/ 1604963 w 2543175"/>
              <a:gd name="connsiteY105" fmla="*/ 1162050 h 1890712"/>
              <a:gd name="connsiteX106" fmla="*/ 1612107 w 2543175"/>
              <a:gd name="connsiteY106" fmla="*/ 1166812 h 1890712"/>
              <a:gd name="connsiteX107" fmla="*/ 1628775 w 2543175"/>
              <a:gd name="connsiteY107" fmla="*/ 1183481 h 1890712"/>
              <a:gd name="connsiteX108" fmla="*/ 1662113 w 2543175"/>
              <a:gd name="connsiteY108" fmla="*/ 1209675 h 1890712"/>
              <a:gd name="connsiteX109" fmla="*/ 1678782 w 2543175"/>
              <a:gd name="connsiteY109" fmla="*/ 1226344 h 1890712"/>
              <a:gd name="connsiteX110" fmla="*/ 1700213 w 2543175"/>
              <a:gd name="connsiteY110" fmla="*/ 1247775 h 1890712"/>
              <a:gd name="connsiteX111" fmla="*/ 1712119 w 2543175"/>
              <a:gd name="connsiteY111" fmla="*/ 1259681 h 1890712"/>
              <a:gd name="connsiteX112" fmla="*/ 1733550 w 2543175"/>
              <a:gd name="connsiteY112" fmla="*/ 1273969 h 1890712"/>
              <a:gd name="connsiteX113" fmla="*/ 1743075 w 2543175"/>
              <a:gd name="connsiteY113" fmla="*/ 1283494 h 1890712"/>
              <a:gd name="connsiteX114" fmla="*/ 1754982 w 2543175"/>
              <a:gd name="connsiteY114" fmla="*/ 1290637 h 1890712"/>
              <a:gd name="connsiteX115" fmla="*/ 1766888 w 2543175"/>
              <a:gd name="connsiteY115" fmla="*/ 1300162 h 1890712"/>
              <a:gd name="connsiteX116" fmla="*/ 1783557 w 2543175"/>
              <a:gd name="connsiteY116" fmla="*/ 1307306 h 1890712"/>
              <a:gd name="connsiteX117" fmla="*/ 1790700 w 2543175"/>
              <a:gd name="connsiteY117" fmla="*/ 1312069 h 1890712"/>
              <a:gd name="connsiteX118" fmla="*/ 1800225 w 2543175"/>
              <a:gd name="connsiteY118" fmla="*/ 1319212 h 1890712"/>
              <a:gd name="connsiteX119" fmla="*/ 1807369 w 2543175"/>
              <a:gd name="connsiteY119" fmla="*/ 1321594 h 1890712"/>
              <a:gd name="connsiteX120" fmla="*/ 1824038 w 2543175"/>
              <a:gd name="connsiteY120" fmla="*/ 1333500 h 1890712"/>
              <a:gd name="connsiteX121" fmla="*/ 1843088 w 2543175"/>
              <a:gd name="connsiteY121" fmla="*/ 1352550 h 1890712"/>
              <a:gd name="connsiteX122" fmla="*/ 1852613 w 2543175"/>
              <a:gd name="connsiteY122" fmla="*/ 1359694 h 1890712"/>
              <a:gd name="connsiteX123" fmla="*/ 1859757 w 2543175"/>
              <a:gd name="connsiteY123" fmla="*/ 1366837 h 1890712"/>
              <a:gd name="connsiteX124" fmla="*/ 1869282 w 2543175"/>
              <a:gd name="connsiteY124" fmla="*/ 1371600 h 1890712"/>
              <a:gd name="connsiteX125" fmla="*/ 1883569 w 2543175"/>
              <a:gd name="connsiteY125" fmla="*/ 1388269 h 1890712"/>
              <a:gd name="connsiteX126" fmla="*/ 1893094 w 2543175"/>
              <a:gd name="connsiteY126" fmla="*/ 1395412 h 1890712"/>
              <a:gd name="connsiteX127" fmla="*/ 1902619 w 2543175"/>
              <a:gd name="connsiteY127" fmla="*/ 1404937 h 1890712"/>
              <a:gd name="connsiteX128" fmla="*/ 1912144 w 2543175"/>
              <a:gd name="connsiteY128" fmla="*/ 1409700 h 1890712"/>
              <a:gd name="connsiteX129" fmla="*/ 1931194 w 2543175"/>
              <a:gd name="connsiteY129" fmla="*/ 1421606 h 1890712"/>
              <a:gd name="connsiteX130" fmla="*/ 1935957 w 2543175"/>
              <a:gd name="connsiteY130" fmla="*/ 1428750 h 1890712"/>
              <a:gd name="connsiteX131" fmla="*/ 1952625 w 2543175"/>
              <a:gd name="connsiteY131" fmla="*/ 1438275 h 1890712"/>
              <a:gd name="connsiteX132" fmla="*/ 1971675 w 2543175"/>
              <a:gd name="connsiteY132" fmla="*/ 1450181 h 1890712"/>
              <a:gd name="connsiteX133" fmla="*/ 1981200 w 2543175"/>
              <a:gd name="connsiteY133" fmla="*/ 1454944 h 1890712"/>
              <a:gd name="connsiteX134" fmla="*/ 1997869 w 2543175"/>
              <a:gd name="connsiteY134" fmla="*/ 1471612 h 1890712"/>
              <a:gd name="connsiteX135" fmla="*/ 2007394 w 2543175"/>
              <a:gd name="connsiteY135" fmla="*/ 1478756 h 1890712"/>
              <a:gd name="connsiteX136" fmla="*/ 2016919 w 2543175"/>
              <a:gd name="connsiteY136" fmla="*/ 1483519 h 1890712"/>
              <a:gd name="connsiteX137" fmla="*/ 2024063 w 2543175"/>
              <a:gd name="connsiteY137" fmla="*/ 1490662 h 1890712"/>
              <a:gd name="connsiteX138" fmla="*/ 2033588 w 2543175"/>
              <a:gd name="connsiteY138" fmla="*/ 1495425 h 1890712"/>
              <a:gd name="connsiteX139" fmla="*/ 2040732 w 2543175"/>
              <a:gd name="connsiteY139" fmla="*/ 1502569 h 1890712"/>
              <a:gd name="connsiteX140" fmla="*/ 2047875 w 2543175"/>
              <a:gd name="connsiteY140" fmla="*/ 1507331 h 1890712"/>
              <a:gd name="connsiteX141" fmla="*/ 2057400 w 2543175"/>
              <a:gd name="connsiteY141" fmla="*/ 1514475 h 1890712"/>
              <a:gd name="connsiteX142" fmla="*/ 2064544 w 2543175"/>
              <a:gd name="connsiteY142" fmla="*/ 1519237 h 1890712"/>
              <a:gd name="connsiteX143" fmla="*/ 2071688 w 2543175"/>
              <a:gd name="connsiteY143" fmla="*/ 1526381 h 1890712"/>
              <a:gd name="connsiteX144" fmla="*/ 2081213 w 2543175"/>
              <a:gd name="connsiteY144" fmla="*/ 1531144 h 1890712"/>
              <a:gd name="connsiteX145" fmla="*/ 2090738 w 2543175"/>
              <a:gd name="connsiteY145" fmla="*/ 1538287 h 1890712"/>
              <a:gd name="connsiteX146" fmla="*/ 2109788 w 2543175"/>
              <a:gd name="connsiteY146" fmla="*/ 1547812 h 1890712"/>
              <a:gd name="connsiteX147" fmla="*/ 2131219 w 2543175"/>
              <a:gd name="connsiteY147" fmla="*/ 1562100 h 1890712"/>
              <a:gd name="connsiteX148" fmla="*/ 2140744 w 2543175"/>
              <a:gd name="connsiteY148" fmla="*/ 1566862 h 1890712"/>
              <a:gd name="connsiteX149" fmla="*/ 2152650 w 2543175"/>
              <a:gd name="connsiteY149" fmla="*/ 1576387 h 1890712"/>
              <a:gd name="connsiteX150" fmla="*/ 2181225 w 2543175"/>
              <a:gd name="connsiteY150" fmla="*/ 1590675 h 1890712"/>
              <a:gd name="connsiteX151" fmla="*/ 2200275 w 2543175"/>
              <a:gd name="connsiteY151" fmla="*/ 1607344 h 1890712"/>
              <a:gd name="connsiteX152" fmla="*/ 2207419 w 2543175"/>
              <a:gd name="connsiteY152" fmla="*/ 1612106 h 1890712"/>
              <a:gd name="connsiteX153" fmla="*/ 2216944 w 2543175"/>
              <a:gd name="connsiteY153" fmla="*/ 1619250 h 1890712"/>
              <a:gd name="connsiteX154" fmla="*/ 2224088 w 2543175"/>
              <a:gd name="connsiteY154" fmla="*/ 1624012 h 1890712"/>
              <a:gd name="connsiteX155" fmla="*/ 2247900 w 2543175"/>
              <a:gd name="connsiteY155" fmla="*/ 1643062 h 1890712"/>
              <a:gd name="connsiteX156" fmla="*/ 2255044 w 2543175"/>
              <a:gd name="connsiteY156" fmla="*/ 1650206 h 1890712"/>
              <a:gd name="connsiteX157" fmla="*/ 2281238 w 2543175"/>
              <a:gd name="connsiteY157" fmla="*/ 1664494 h 1890712"/>
              <a:gd name="connsiteX158" fmla="*/ 2297907 w 2543175"/>
              <a:gd name="connsiteY158" fmla="*/ 1674019 h 1890712"/>
              <a:gd name="connsiteX159" fmla="*/ 2312194 w 2543175"/>
              <a:gd name="connsiteY159" fmla="*/ 1685925 h 1890712"/>
              <a:gd name="connsiteX160" fmla="*/ 2328863 w 2543175"/>
              <a:gd name="connsiteY160" fmla="*/ 1697831 h 1890712"/>
              <a:gd name="connsiteX161" fmla="*/ 2350294 w 2543175"/>
              <a:gd name="connsiteY161" fmla="*/ 1712119 h 1890712"/>
              <a:gd name="connsiteX162" fmla="*/ 2369344 w 2543175"/>
              <a:gd name="connsiteY162" fmla="*/ 1724025 h 1890712"/>
              <a:gd name="connsiteX163" fmla="*/ 2428876 w 2543175"/>
              <a:gd name="connsiteY163" fmla="*/ 1785938 h 1890712"/>
              <a:gd name="connsiteX164" fmla="*/ 2466975 w 2543175"/>
              <a:gd name="connsiteY164" fmla="*/ 1783556 h 1890712"/>
              <a:gd name="connsiteX165" fmla="*/ 2481263 w 2543175"/>
              <a:gd name="connsiteY165" fmla="*/ 1795462 h 1890712"/>
              <a:gd name="connsiteX166" fmla="*/ 2486025 w 2543175"/>
              <a:gd name="connsiteY166" fmla="*/ 1802606 h 1890712"/>
              <a:gd name="connsiteX167" fmla="*/ 2514600 w 2543175"/>
              <a:gd name="connsiteY167" fmla="*/ 1850231 h 1890712"/>
              <a:gd name="connsiteX168" fmla="*/ 2519363 w 2543175"/>
              <a:gd name="connsiteY168" fmla="*/ 1857375 h 1890712"/>
              <a:gd name="connsiteX169" fmla="*/ 2540794 w 2543175"/>
              <a:gd name="connsiteY169" fmla="*/ 1883569 h 1890712"/>
              <a:gd name="connsiteX170" fmla="*/ 2543175 w 2543175"/>
              <a:gd name="connsiteY17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33375 w 2543175"/>
              <a:gd name="connsiteY25" fmla="*/ 228600 h 1890712"/>
              <a:gd name="connsiteX26" fmla="*/ 354807 w 2543175"/>
              <a:gd name="connsiteY26" fmla="*/ 247650 h 1890712"/>
              <a:gd name="connsiteX27" fmla="*/ 366713 w 2543175"/>
              <a:gd name="connsiteY27" fmla="*/ 264319 h 1890712"/>
              <a:gd name="connsiteX28" fmla="*/ 371475 w 2543175"/>
              <a:gd name="connsiteY28" fmla="*/ 271462 h 1890712"/>
              <a:gd name="connsiteX29" fmla="*/ 385763 w 2543175"/>
              <a:gd name="connsiteY29" fmla="*/ 283369 h 1890712"/>
              <a:gd name="connsiteX30" fmla="*/ 404813 w 2543175"/>
              <a:gd name="connsiteY30" fmla="*/ 295275 h 1890712"/>
              <a:gd name="connsiteX31" fmla="*/ 411957 w 2543175"/>
              <a:gd name="connsiteY31" fmla="*/ 297656 h 1890712"/>
              <a:gd name="connsiteX32" fmla="*/ 466725 w 2543175"/>
              <a:gd name="connsiteY32" fmla="*/ 328612 h 1890712"/>
              <a:gd name="connsiteX33" fmla="*/ 476250 w 2543175"/>
              <a:gd name="connsiteY33" fmla="*/ 335756 h 1890712"/>
              <a:gd name="connsiteX34" fmla="*/ 481013 w 2543175"/>
              <a:gd name="connsiteY34" fmla="*/ 342900 h 1890712"/>
              <a:gd name="connsiteX35" fmla="*/ 490538 w 2543175"/>
              <a:gd name="connsiteY35" fmla="*/ 352425 h 1890712"/>
              <a:gd name="connsiteX36" fmla="*/ 495300 w 2543175"/>
              <a:gd name="connsiteY36" fmla="*/ 359569 h 1890712"/>
              <a:gd name="connsiteX37" fmla="*/ 509588 w 2543175"/>
              <a:gd name="connsiteY37" fmla="*/ 376237 h 1890712"/>
              <a:gd name="connsiteX38" fmla="*/ 514350 w 2543175"/>
              <a:gd name="connsiteY38" fmla="*/ 383381 h 1890712"/>
              <a:gd name="connsiteX39" fmla="*/ 531019 w 2543175"/>
              <a:gd name="connsiteY39" fmla="*/ 397669 h 1890712"/>
              <a:gd name="connsiteX40" fmla="*/ 538163 w 2543175"/>
              <a:gd name="connsiteY40" fmla="*/ 407194 h 1890712"/>
              <a:gd name="connsiteX41" fmla="*/ 554832 w 2543175"/>
              <a:gd name="connsiteY41" fmla="*/ 421481 h 1890712"/>
              <a:gd name="connsiteX42" fmla="*/ 564357 w 2543175"/>
              <a:gd name="connsiteY42" fmla="*/ 431006 h 1890712"/>
              <a:gd name="connsiteX43" fmla="*/ 573882 w 2543175"/>
              <a:gd name="connsiteY43" fmla="*/ 438150 h 1890712"/>
              <a:gd name="connsiteX44" fmla="*/ 595313 w 2543175"/>
              <a:gd name="connsiteY44" fmla="*/ 454819 h 1890712"/>
              <a:gd name="connsiteX45" fmla="*/ 602457 w 2543175"/>
              <a:gd name="connsiteY45" fmla="*/ 457200 h 1890712"/>
              <a:gd name="connsiteX46" fmla="*/ 628650 w 2543175"/>
              <a:gd name="connsiteY46" fmla="*/ 469106 h 1890712"/>
              <a:gd name="connsiteX47" fmla="*/ 645319 w 2543175"/>
              <a:gd name="connsiteY47" fmla="*/ 483394 h 1890712"/>
              <a:gd name="connsiteX48" fmla="*/ 654844 w 2543175"/>
              <a:gd name="connsiteY48" fmla="*/ 488156 h 1890712"/>
              <a:gd name="connsiteX49" fmla="*/ 661988 w 2543175"/>
              <a:gd name="connsiteY49" fmla="*/ 497681 h 1890712"/>
              <a:gd name="connsiteX50" fmla="*/ 683419 w 2543175"/>
              <a:gd name="connsiteY50" fmla="*/ 514350 h 1890712"/>
              <a:gd name="connsiteX51" fmla="*/ 700088 w 2543175"/>
              <a:gd name="connsiteY51" fmla="*/ 526256 h 1890712"/>
              <a:gd name="connsiteX52" fmla="*/ 709613 w 2543175"/>
              <a:gd name="connsiteY52" fmla="*/ 535781 h 1890712"/>
              <a:gd name="connsiteX53" fmla="*/ 719138 w 2543175"/>
              <a:gd name="connsiteY53" fmla="*/ 542925 h 1890712"/>
              <a:gd name="connsiteX54" fmla="*/ 733425 w 2543175"/>
              <a:gd name="connsiteY54" fmla="*/ 557212 h 1890712"/>
              <a:gd name="connsiteX55" fmla="*/ 750094 w 2543175"/>
              <a:gd name="connsiteY55" fmla="*/ 569119 h 1890712"/>
              <a:gd name="connsiteX56" fmla="*/ 769144 w 2543175"/>
              <a:gd name="connsiteY56" fmla="*/ 581025 h 1890712"/>
              <a:gd name="connsiteX57" fmla="*/ 785813 w 2543175"/>
              <a:gd name="connsiteY57" fmla="*/ 590550 h 1890712"/>
              <a:gd name="connsiteX58" fmla="*/ 792957 w 2543175"/>
              <a:gd name="connsiteY58" fmla="*/ 600075 h 1890712"/>
              <a:gd name="connsiteX59" fmla="*/ 809625 w 2543175"/>
              <a:gd name="connsiteY59" fmla="*/ 611981 h 1890712"/>
              <a:gd name="connsiteX60" fmla="*/ 816769 w 2543175"/>
              <a:gd name="connsiteY60" fmla="*/ 619125 h 1890712"/>
              <a:gd name="connsiteX61" fmla="*/ 826294 w 2543175"/>
              <a:gd name="connsiteY61" fmla="*/ 626269 h 1890712"/>
              <a:gd name="connsiteX62" fmla="*/ 840582 w 2543175"/>
              <a:gd name="connsiteY62" fmla="*/ 638175 h 1890712"/>
              <a:gd name="connsiteX63" fmla="*/ 847725 w 2543175"/>
              <a:gd name="connsiteY63" fmla="*/ 645319 h 1890712"/>
              <a:gd name="connsiteX64" fmla="*/ 857250 w 2543175"/>
              <a:gd name="connsiteY64" fmla="*/ 652462 h 1890712"/>
              <a:gd name="connsiteX65" fmla="*/ 864394 w 2543175"/>
              <a:gd name="connsiteY65" fmla="*/ 657225 h 1890712"/>
              <a:gd name="connsiteX66" fmla="*/ 888207 w 2543175"/>
              <a:gd name="connsiteY66" fmla="*/ 676275 h 1890712"/>
              <a:gd name="connsiteX67" fmla="*/ 895350 w 2543175"/>
              <a:gd name="connsiteY67" fmla="*/ 681037 h 1890712"/>
              <a:gd name="connsiteX68" fmla="*/ 907257 w 2543175"/>
              <a:gd name="connsiteY68" fmla="*/ 683419 h 1890712"/>
              <a:gd name="connsiteX69" fmla="*/ 928688 w 2543175"/>
              <a:gd name="connsiteY69" fmla="*/ 695325 h 1890712"/>
              <a:gd name="connsiteX70" fmla="*/ 942975 w 2543175"/>
              <a:gd name="connsiteY70" fmla="*/ 700087 h 1890712"/>
              <a:gd name="connsiteX71" fmla="*/ 964407 w 2543175"/>
              <a:gd name="connsiteY71" fmla="*/ 716756 h 1890712"/>
              <a:gd name="connsiteX72" fmla="*/ 971550 w 2543175"/>
              <a:gd name="connsiteY72" fmla="*/ 723900 h 1890712"/>
              <a:gd name="connsiteX73" fmla="*/ 983457 w 2543175"/>
              <a:gd name="connsiteY73" fmla="*/ 733425 h 1890712"/>
              <a:gd name="connsiteX74" fmla="*/ 990600 w 2543175"/>
              <a:gd name="connsiteY74" fmla="*/ 738187 h 1890712"/>
              <a:gd name="connsiteX75" fmla="*/ 1007269 w 2543175"/>
              <a:gd name="connsiteY75" fmla="*/ 752475 h 1890712"/>
              <a:gd name="connsiteX76" fmla="*/ 1031082 w 2543175"/>
              <a:gd name="connsiteY76" fmla="*/ 766762 h 1890712"/>
              <a:gd name="connsiteX77" fmla="*/ 1042988 w 2543175"/>
              <a:gd name="connsiteY77" fmla="*/ 773906 h 1890712"/>
              <a:gd name="connsiteX78" fmla="*/ 1071563 w 2543175"/>
              <a:gd name="connsiteY78" fmla="*/ 785812 h 1890712"/>
              <a:gd name="connsiteX79" fmla="*/ 1097757 w 2543175"/>
              <a:gd name="connsiteY79" fmla="*/ 807244 h 1890712"/>
              <a:gd name="connsiteX80" fmla="*/ 1104900 w 2543175"/>
              <a:gd name="connsiteY80" fmla="*/ 814387 h 1890712"/>
              <a:gd name="connsiteX81" fmla="*/ 1121569 w 2543175"/>
              <a:gd name="connsiteY81" fmla="*/ 823912 h 1890712"/>
              <a:gd name="connsiteX82" fmla="*/ 1138238 w 2543175"/>
              <a:gd name="connsiteY82" fmla="*/ 835819 h 1890712"/>
              <a:gd name="connsiteX83" fmla="*/ 1147763 w 2543175"/>
              <a:gd name="connsiteY83" fmla="*/ 842962 h 1890712"/>
              <a:gd name="connsiteX84" fmla="*/ 1157288 w 2543175"/>
              <a:gd name="connsiteY84" fmla="*/ 847725 h 1890712"/>
              <a:gd name="connsiteX85" fmla="*/ 1178719 w 2543175"/>
              <a:gd name="connsiteY85" fmla="*/ 859631 h 1890712"/>
              <a:gd name="connsiteX86" fmla="*/ 1188244 w 2543175"/>
              <a:gd name="connsiteY86" fmla="*/ 866775 h 1890712"/>
              <a:gd name="connsiteX87" fmla="*/ 1195388 w 2543175"/>
              <a:gd name="connsiteY87" fmla="*/ 871537 h 1890712"/>
              <a:gd name="connsiteX88" fmla="*/ 1212057 w 2543175"/>
              <a:gd name="connsiteY88" fmla="*/ 883444 h 1890712"/>
              <a:gd name="connsiteX89" fmla="*/ 1226344 w 2543175"/>
              <a:gd name="connsiteY89" fmla="*/ 895350 h 1890712"/>
              <a:gd name="connsiteX90" fmla="*/ 1245394 w 2543175"/>
              <a:gd name="connsiteY90" fmla="*/ 907256 h 1890712"/>
              <a:gd name="connsiteX91" fmla="*/ 1254919 w 2543175"/>
              <a:gd name="connsiteY91" fmla="*/ 914400 h 1890712"/>
              <a:gd name="connsiteX92" fmla="*/ 1269207 w 2543175"/>
              <a:gd name="connsiteY92" fmla="*/ 921544 h 1890712"/>
              <a:gd name="connsiteX93" fmla="*/ 1290638 w 2543175"/>
              <a:gd name="connsiteY93" fmla="*/ 935831 h 1890712"/>
              <a:gd name="connsiteX94" fmla="*/ 1307307 w 2543175"/>
              <a:gd name="connsiteY94" fmla="*/ 952500 h 1890712"/>
              <a:gd name="connsiteX95" fmla="*/ 1333500 w 2543175"/>
              <a:gd name="connsiteY95" fmla="*/ 971550 h 1890712"/>
              <a:gd name="connsiteX96" fmla="*/ 1359694 w 2543175"/>
              <a:gd name="connsiteY96" fmla="*/ 990600 h 1890712"/>
              <a:gd name="connsiteX97" fmla="*/ 1373982 w 2543175"/>
              <a:gd name="connsiteY97" fmla="*/ 997744 h 1890712"/>
              <a:gd name="connsiteX98" fmla="*/ 1388269 w 2543175"/>
              <a:gd name="connsiteY98" fmla="*/ 1007269 h 1890712"/>
              <a:gd name="connsiteX99" fmla="*/ 1414463 w 2543175"/>
              <a:gd name="connsiteY99" fmla="*/ 1019175 h 1890712"/>
              <a:gd name="connsiteX100" fmla="*/ 1428750 w 2543175"/>
              <a:gd name="connsiteY100" fmla="*/ 1026319 h 1890712"/>
              <a:gd name="connsiteX101" fmla="*/ 1471613 w 2543175"/>
              <a:gd name="connsiteY101" fmla="*/ 1059656 h 1890712"/>
              <a:gd name="connsiteX102" fmla="*/ 1495425 w 2543175"/>
              <a:gd name="connsiteY102" fmla="*/ 1088231 h 1890712"/>
              <a:gd name="connsiteX103" fmla="*/ 1547812 w 2543175"/>
              <a:gd name="connsiteY103" fmla="*/ 1133475 h 1890712"/>
              <a:gd name="connsiteX104" fmla="*/ 1597819 w 2543175"/>
              <a:gd name="connsiteY104" fmla="*/ 1154906 h 1890712"/>
              <a:gd name="connsiteX105" fmla="*/ 1604963 w 2543175"/>
              <a:gd name="connsiteY105" fmla="*/ 1162050 h 1890712"/>
              <a:gd name="connsiteX106" fmla="*/ 1612107 w 2543175"/>
              <a:gd name="connsiteY106" fmla="*/ 1166812 h 1890712"/>
              <a:gd name="connsiteX107" fmla="*/ 1628775 w 2543175"/>
              <a:gd name="connsiteY107" fmla="*/ 1183481 h 1890712"/>
              <a:gd name="connsiteX108" fmla="*/ 1662113 w 2543175"/>
              <a:gd name="connsiteY108" fmla="*/ 1209675 h 1890712"/>
              <a:gd name="connsiteX109" fmla="*/ 1678782 w 2543175"/>
              <a:gd name="connsiteY109" fmla="*/ 1226344 h 1890712"/>
              <a:gd name="connsiteX110" fmla="*/ 1700213 w 2543175"/>
              <a:gd name="connsiteY110" fmla="*/ 1247775 h 1890712"/>
              <a:gd name="connsiteX111" fmla="*/ 1712119 w 2543175"/>
              <a:gd name="connsiteY111" fmla="*/ 1259681 h 1890712"/>
              <a:gd name="connsiteX112" fmla="*/ 1733550 w 2543175"/>
              <a:gd name="connsiteY112" fmla="*/ 1273969 h 1890712"/>
              <a:gd name="connsiteX113" fmla="*/ 1743075 w 2543175"/>
              <a:gd name="connsiteY113" fmla="*/ 1283494 h 1890712"/>
              <a:gd name="connsiteX114" fmla="*/ 1754982 w 2543175"/>
              <a:gd name="connsiteY114" fmla="*/ 1290637 h 1890712"/>
              <a:gd name="connsiteX115" fmla="*/ 1766888 w 2543175"/>
              <a:gd name="connsiteY115" fmla="*/ 1300162 h 1890712"/>
              <a:gd name="connsiteX116" fmla="*/ 1783557 w 2543175"/>
              <a:gd name="connsiteY116" fmla="*/ 1307306 h 1890712"/>
              <a:gd name="connsiteX117" fmla="*/ 1790700 w 2543175"/>
              <a:gd name="connsiteY117" fmla="*/ 1312069 h 1890712"/>
              <a:gd name="connsiteX118" fmla="*/ 1800225 w 2543175"/>
              <a:gd name="connsiteY118" fmla="*/ 1319212 h 1890712"/>
              <a:gd name="connsiteX119" fmla="*/ 1807369 w 2543175"/>
              <a:gd name="connsiteY119" fmla="*/ 1321594 h 1890712"/>
              <a:gd name="connsiteX120" fmla="*/ 1824038 w 2543175"/>
              <a:gd name="connsiteY120" fmla="*/ 1333500 h 1890712"/>
              <a:gd name="connsiteX121" fmla="*/ 1843088 w 2543175"/>
              <a:gd name="connsiteY121" fmla="*/ 1352550 h 1890712"/>
              <a:gd name="connsiteX122" fmla="*/ 1852613 w 2543175"/>
              <a:gd name="connsiteY122" fmla="*/ 1359694 h 1890712"/>
              <a:gd name="connsiteX123" fmla="*/ 1859757 w 2543175"/>
              <a:gd name="connsiteY123" fmla="*/ 1366837 h 1890712"/>
              <a:gd name="connsiteX124" fmla="*/ 1869282 w 2543175"/>
              <a:gd name="connsiteY124" fmla="*/ 1371600 h 1890712"/>
              <a:gd name="connsiteX125" fmla="*/ 1883569 w 2543175"/>
              <a:gd name="connsiteY125" fmla="*/ 1388269 h 1890712"/>
              <a:gd name="connsiteX126" fmla="*/ 1893094 w 2543175"/>
              <a:gd name="connsiteY126" fmla="*/ 1395412 h 1890712"/>
              <a:gd name="connsiteX127" fmla="*/ 1902619 w 2543175"/>
              <a:gd name="connsiteY127" fmla="*/ 1404937 h 1890712"/>
              <a:gd name="connsiteX128" fmla="*/ 1912144 w 2543175"/>
              <a:gd name="connsiteY128" fmla="*/ 1409700 h 1890712"/>
              <a:gd name="connsiteX129" fmla="*/ 1931194 w 2543175"/>
              <a:gd name="connsiteY129" fmla="*/ 1421606 h 1890712"/>
              <a:gd name="connsiteX130" fmla="*/ 1935957 w 2543175"/>
              <a:gd name="connsiteY130" fmla="*/ 1428750 h 1890712"/>
              <a:gd name="connsiteX131" fmla="*/ 1952625 w 2543175"/>
              <a:gd name="connsiteY131" fmla="*/ 1438275 h 1890712"/>
              <a:gd name="connsiteX132" fmla="*/ 1971675 w 2543175"/>
              <a:gd name="connsiteY132" fmla="*/ 1450181 h 1890712"/>
              <a:gd name="connsiteX133" fmla="*/ 1981200 w 2543175"/>
              <a:gd name="connsiteY133" fmla="*/ 1454944 h 1890712"/>
              <a:gd name="connsiteX134" fmla="*/ 1997869 w 2543175"/>
              <a:gd name="connsiteY134" fmla="*/ 1471612 h 1890712"/>
              <a:gd name="connsiteX135" fmla="*/ 2007394 w 2543175"/>
              <a:gd name="connsiteY135" fmla="*/ 1478756 h 1890712"/>
              <a:gd name="connsiteX136" fmla="*/ 2016919 w 2543175"/>
              <a:gd name="connsiteY136" fmla="*/ 1483519 h 1890712"/>
              <a:gd name="connsiteX137" fmla="*/ 2024063 w 2543175"/>
              <a:gd name="connsiteY137" fmla="*/ 1490662 h 1890712"/>
              <a:gd name="connsiteX138" fmla="*/ 2033588 w 2543175"/>
              <a:gd name="connsiteY138" fmla="*/ 1495425 h 1890712"/>
              <a:gd name="connsiteX139" fmla="*/ 2040732 w 2543175"/>
              <a:gd name="connsiteY139" fmla="*/ 1502569 h 1890712"/>
              <a:gd name="connsiteX140" fmla="*/ 2047875 w 2543175"/>
              <a:gd name="connsiteY140" fmla="*/ 1507331 h 1890712"/>
              <a:gd name="connsiteX141" fmla="*/ 2057400 w 2543175"/>
              <a:gd name="connsiteY141" fmla="*/ 1514475 h 1890712"/>
              <a:gd name="connsiteX142" fmla="*/ 2064544 w 2543175"/>
              <a:gd name="connsiteY142" fmla="*/ 1519237 h 1890712"/>
              <a:gd name="connsiteX143" fmla="*/ 2071688 w 2543175"/>
              <a:gd name="connsiteY143" fmla="*/ 1526381 h 1890712"/>
              <a:gd name="connsiteX144" fmla="*/ 2081213 w 2543175"/>
              <a:gd name="connsiteY144" fmla="*/ 1531144 h 1890712"/>
              <a:gd name="connsiteX145" fmla="*/ 2090738 w 2543175"/>
              <a:gd name="connsiteY145" fmla="*/ 1538287 h 1890712"/>
              <a:gd name="connsiteX146" fmla="*/ 2109788 w 2543175"/>
              <a:gd name="connsiteY146" fmla="*/ 1547812 h 1890712"/>
              <a:gd name="connsiteX147" fmla="*/ 2131219 w 2543175"/>
              <a:gd name="connsiteY147" fmla="*/ 1562100 h 1890712"/>
              <a:gd name="connsiteX148" fmla="*/ 2140744 w 2543175"/>
              <a:gd name="connsiteY148" fmla="*/ 1566862 h 1890712"/>
              <a:gd name="connsiteX149" fmla="*/ 2152650 w 2543175"/>
              <a:gd name="connsiteY149" fmla="*/ 1576387 h 1890712"/>
              <a:gd name="connsiteX150" fmla="*/ 2181225 w 2543175"/>
              <a:gd name="connsiteY150" fmla="*/ 1590675 h 1890712"/>
              <a:gd name="connsiteX151" fmla="*/ 2200275 w 2543175"/>
              <a:gd name="connsiteY151" fmla="*/ 1607344 h 1890712"/>
              <a:gd name="connsiteX152" fmla="*/ 2207419 w 2543175"/>
              <a:gd name="connsiteY152" fmla="*/ 1612106 h 1890712"/>
              <a:gd name="connsiteX153" fmla="*/ 2216944 w 2543175"/>
              <a:gd name="connsiteY153" fmla="*/ 1619250 h 1890712"/>
              <a:gd name="connsiteX154" fmla="*/ 2224088 w 2543175"/>
              <a:gd name="connsiteY154" fmla="*/ 1624012 h 1890712"/>
              <a:gd name="connsiteX155" fmla="*/ 2247900 w 2543175"/>
              <a:gd name="connsiteY155" fmla="*/ 1643062 h 1890712"/>
              <a:gd name="connsiteX156" fmla="*/ 2255044 w 2543175"/>
              <a:gd name="connsiteY156" fmla="*/ 1650206 h 1890712"/>
              <a:gd name="connsiteX157" fmla="*/ 2281238 w 2543175"/>
              <a:gd name="connsiteY157" fmla="*/ 1664494 h 1890712"/>
              <a:gd name="connsiteX158" fmla="*/ 2297907 w 2543175"/>
              <a:gd name="connsiteY158" fmla="*/ 1674019 h 1890712"/>
              <a:gd name="connsiteX159" fmla="*/ 2312194 w 2543175"/>
              <a:gd name="connsiteY159" fmla="*/ 1685925 h 1890712"/>
              <a:gd name="connsiteX160" fmla="*/ 2328863 w 2543175"/>
              <a:gd name="connsiteY160" fmla="*/ 1697831 h 1890712"/>
              <a:gd name="connsiteX161" fmla="*/ 2350294 w 2543175"/>
              <a:gd name="connsiteY161" fmla="*/ 1712119 h 1890712"/>
              <a:gd name="connsiteX162" fmla="*/ 2369344 w 2543175"/>
              <a:gd name="connsiteY162" fmla="*/ 1724025 h 1890712"/>
              <a:gd name="connsiteX163" fmla="*/ 2428876 w 2543175"/>
              <a:gd name="connsiteY163" fmla="*/ 1785938 h 1890712"/>
              <a:gd name="connsiteX164" fmla="*/ 2466975 w 2543175"/>
              <a:gd name="connsiteY164" fmla="*/ 1783556 h 1890712"/>
              <a:gd name="connsiteX165" fmla="*/ 2481263 w 2543175"/>
              <a:gd name="connsiteY165" fmla="*/ 1795462 h 1890712"/>
              <a:gd name="connsiteX166" fmla="*/ 2486025 w 2543175"/>
              <a:gd name="connsiteY166" fmla="*/ 1802606 h 1890712"/>
              <a:gd name="connsiteX167" fmla="*/ 2514600 w 2543175"/>
              <a:gd name="connsiteY167" fmla="*/ 1850231 h 1890712"/>
              <a:gd name="connsiteX168" fmla="*/ 2519363 w 2543175"/>
              <a:gd name="connsiteY168" fmla="*/ 1857375 h 1890712"/>
              <a:gd name="connsiteX169" fmla="*/ 2540794 w 2543175"/>
              <a:gd name="connsiteY169" fmla="*/ 1883569 h 1890712"/>
              <a:gd name="connsiteX170" fmla="*/ 2543175 w 2543175"/>
              <a:gd name="connsiteY17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54807 w 2543175"/>
              <a:gd name="connsiteY25" fmla="*/ 247650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73982 w 2543175"/>
              <a:gd name="connsiteY96" fmla="*/ 997744 h 1890712"/>
              <a:gd name="connsiteX97" fmla="*/ 1388269 w 2543175"/>
              <a:gd name="connsiteY97" fmla="*/ 1007269 h 1890712"/>
              <a:gd name="connsiteX98" fmla="*/ 1414463 w 2543175"/>
              <a:gd name="connsiteY98" fmla="*/ 1019175 h 1890712"/>
              <a:gd name="connsiteX99" fmla="*/ 1428750 w 2543175"/>
              <a:gd name="connsiteY99" fmla="*/ 1026319 h 1890712"/>
              <a:gd name="connsiteX100" fmla="*/ 1471613 w 2543175"/>
              <a:gd name="connsiteY100" fmla="*/ 1059656 h 1890712"/>
              <a:gd name="connsiteX101" fmla="*/ 1495425 w 2543175"/>
              <a:gd name="connsiteY101" fmla="*/ 1088231 h 1890712"/>
              <a:gd name="connsiteX102" fmla="*/ 1547812 w 2543175"/>
              <a:gd name="connsiteY102" fmla="*/ 1133475 h 1890712"/>
              <a:gd name="connsiteX103" fmla="*/ 1597819 w 2543175"/>
              <a:gd name="connsiteY103" fmla="*/ 1154906 h 1890712"/>
              <a:gd name="connsiteX104" fmla="*/ 1604963 w 2543175"/>
              <a:gd name="connsiteY104" fmla="*/ 1162050 h 1890712"/>
              <a:gd name="connsiteX105" fmla="*/ 1612107 w 2543175"/>
              <a:gd name="connsiteY105" fmla="*/ 1166812 h 1890712"/>
              <a:gd name="connsiteX106" fmla="*/ 1628775 w 2543175"/>
              <a:gd name="connsiteY106" fmla="*/ 1183481 h 1890712"/>
              <a:gd name="connsiteX107" fmla="*/ 1662113 w 2543175"/>
              <a:gd name="connsiteY107" fmla="*/ 1209675 h 1890712"/>
              <a:gd name="connsiteX108" fmla="*/ 1678782 w 2543175"/>
              <a:gd name="connsiteY108" fmla="*/ 1226344 h 1890712"/>
              <a:gd name="connsiteX109" fmla="*/ 1700213 w 2543175"/>
              <a:gd name="connsiteY109" fmla="*/ 1247775 h 1890712"/>
              <a:gd name="connsiteX110" fmla="*/ 1712119 w 2543175"/>
              <a:gd name="connsiteY110" fmla="*/ 1259681 h 1890712"/>
              <a:gd name="connsiteX111" fmla="*/ 1733550 w 2543175"/>
              <a:gd name="connsiteY111" fmla="*/ 1273969 h 1890712"/>
              <a:gd name="connsiteX112" fmla="*/ 1743075 w 2543175"/>
              <a:gd name="connsiteY112" fmla="*/ 1283494 h 1890712"/>
              <a:gd name="connsiteX113" fmla="*/ 1754982 w 2543175"/>
              <a:gd name="connsiteY113" fmla="*/ 1290637 h 1890712"/>
              <a:gd name="connsiteX114" fmla="*/ 1766888 w 2543175"/>
              <a:gd name="connsiteY114" fmla="*/ 1300162 h 1890712"/>
              <a:gd name="connsiteX115" fmla="*/ 1783557 w 2543175"/>
              <a:gd name="connsiteY115" fmla="*/ 1307306 h 1890712"/>
              <a:gd name="connsiteX116" fmla="*/ 1790700 w 2543175"/>
              <a:gd name="connsiteY116" fmla="*/ 1312069 h 1890712"/>
              <a:gd name="connsiteX117" fmla="*/ 1800225 w 2543175"/>
              <a:gd name="connsiteY117" fmla="*/ 1319212 h 1890712"/>
              <a:gd name="connsiteX118" fmla="*/ 1807369 w 2543175"/>
              <a:gd name="connsiteY118" fmla="*/ 1321594 h 1890712"/>
              <a:gd name="connsiteX119" fmla="*/ 1824038 w 2543175"/>
              <a:gd name="connsiteY119" fmla="*/ 1333500 h 1890712"/>
              <a:gd name="connsiteX120" fmla="*/ 1843088 w 2543175"/>
              <a:gd name="connsiteY120" fmla="*/ 1352550 h 1890712"/>
              <a:gd name="connsiteX121" fmla="*/ 1852613 w 2543175"/>
              <a:gd name="connsiteY121" fmla="*/ 1359694 h 1890712"/>
              <a:gd name="connsiteX122" fmla="*/ 1859757 w 2543175"/>
              <a:gd name="connsiteY122" fmla="*/ 1366837 h 1890712"/>
              <a:gd name="connsiteX123" fmla="*/ 1869282 w 2543175"/>
              <a:gd name="connsiteY123" fmla="*/ 1371600 h 1890712"/>
              <a:gd name="connsiteX124" fmla="*/ 1883569 w 2543175"/>
              <a:gd name="connsiteY124" fmla="*/ 1388269 h 1890712"/>
              <a:gd name="connsiteX125" fmla="*/ 1893094 w 2543175"/>
              <a:gd name="connsiteY125" fmla="*/ 1395412 h 1890712"/>
              <a:gd name="connsiteX126" fmla="*/ 1902619 w 2543175"/>
              <a:gd name="connsiteY126" fmla="*/ 1404937 h 1890712"/>
              <a:gd name="connsiteX127" fmla="*/ 1912144 w 2543175"/>
              <a:gd name="connsiteY127" fmla="*/ 1409700 h 1890712"/>
              <a:gd name="connsiteX128" fmla="*/ 1931194 w 2543175"/>
              <a:gd name="connsiteY128" fmla="*/ 1421606 h 1890712"/>
              <a:gd name="connsiteX129" fmla="*/ 1935957 w 2543175"/>
              <a:gd name="connsiteY129" fmla="*/ 1428750 h 1890712"/>
              <a:gd name="connsiteX130" fmla="*/ 1952625 w 2543175"/>
              <a:gd name="connsiteY130" fmla="*/ 1438275 h 1890712"/>
              <a:gd name="connsiteX131" fmla="*/ 1971675 w 2543175"/>
              <a:gd name="connsiteY131" fmla="*/ 1450181 h 1890712"/>
              <a:gd name="connsiteX132" fmla="*/ 1981200 w 2543175"/>
              <a:gd name="connsiteY132" fmla="*/ 1454944 h 1890712"/>
              <a:gd name="connsiteX133" fmla="*/ 1997869 w 2543175"/>
              <a:gd name="connsiteY133" fmla="*/ 1471612 h 1890712"/>
              <a:gd name="connsiteX134" fmla="*/ 2007394 w 2543175"/>
              <a:gd name="connsiteY134" fmla="*/ 1478756 h 1890712"/>
              <a:gd name="connsiteX135" fmla="*/ 2016919 w 2543175"/>
              <a:gd name="connsiteY135" fmla="*/ 1483519 h 1890712"/>
              <a:gd name="connsiteX136" fmla="*/ 2024063 w 2543175"/>
              <a:gd name="connsiteY136" fmla="*/ 1490662 h 1890712"/>
              <a:gd name="connsiteX137" fmla="*/ 2033588 w 2543175"/>
              <a:gd name="connsiteY137" fmla="*/ 1495425 h 1890712"/>
              <a:gd name="connsiteX138" fmla="*/ 2040732 w 2543175"/>
              <a:gd name="connsiteY138" fmla="*/ 1502569 h 1890712"/>
              <a:gd name="connsiteX139" fmla="*/ 2047875 w 2543175"/>
              <a:gd name="connsiteY139" fmla="*/ 1507331 h 1890712"/>
              <a:gd name="connsiteX140" fmla="*/ 2057400 w 2543175"/>
              <a:gd name="connsiteY140" fmla="*/ 1514475 h 1890712"/>
              <a:gd name="connsiteX141" fmla="*/ 2064544 w 2543175"/>
              <a:gd name="connsiteY141" fmla="*/ 1519237 h 1890712"/>
              <a:gd name="connsiteX142" fmla="*/ 2071688 w 2543175"/>
              <a:gd name="connsiteY142" fmla="*/ 1526381 h 1890712"/>
              <a:gd name="connsiteX143" fmla="*/ 2081213 w 2543175"/>
              <a:gd name="connsiteY143" fmla="*/ 1531144 h 1890712"/>
              <a:gd name="connsiteX144" fmla="*/ 2090738 w 2543175"/>
              <a:gd name="connsiteY144" fmla="*/ 1538287 h 1890712"/>
              <a:gd name="connsiteX145" fmla="*/ 2109788 w 2543175"/>
              <a:gd name="connsiteY145" fmla="*/ 1547812 h 1890712"/>
              <a:gd name="connsiteX146" fmla="*/ 2131219 w 2543175"/>
              <a:gd name="connsiteY146" fmla="*/ 1562100 h 1890712"/>
              <a:gd name="connsiteX147" fmla="*/ 2140744 w 2543175"/>
              <a:gd name="connsiteY147" fmla="*/ 1566862 h 1890712"/>
              <a:gd name="connsiteX148" fmla="*/ 2152650 w 2543175"/>
              <a:gd name="connsiteY148" fmla="*/ 1576387 h 1890712"/>
              <a:gd name="connsiteX149" fmla="*/ 2181225 w 2543175"/>
              <a:gd name="connsiteY149" fmla="*/ 1590675 h 1890712"/>
              <a:gd name="connsiteX150" fmla="*/ 2200275 w 2543175"/>
              <a:gd name="connsiteY150" fmla="*/ 1607344 h 1890712"/>
              <a:gd name="connsiteX151" fmla="*/ 2207419 w 2543175"/>
              <a:gd name="connsiteY151" fmla="*/ 1612106 h 1890712"/>
              <a:gd name="connsiteX152" fmla="*/ 2216944 w 2543175"/>
              <a:gd name="connsiteY152" fmla="*/ 1619250 h 1890712"/>
              <a:gd name="connsiteX153" fmla="*/ 2224088 w 2543175"/>
              <a:gd name="connsiteY153" fmla="*/ 1624012 h 1890712"/>
              <a:gd name="connsiteX154" fmla="*/ 2247900 w 2543175"/>
              <a:gd name="connsiteY154" fmla="*/ 1643062 h 1890712"/>
              <a:gd name="connsiteX155" fmla="*/ 2255044 w 2543175"/>
              <a:gd name="connsiteY155" fmla="*/ 1650206 h 1890712"/>
              <a:gd name="connsiteX156" fmla="*/ 2281238 w 2543175"/>
              <a:gd name="connsiteY156" fmla="*/ 1664494 h 1890712"/>
              <a:gd name="connsiteX157" fmla="*/ 2297907 w 2543175"/>
              <a:gd name="connsiteY157" fmla="*/ 1674019 h 1890712"/>
              <a:gd name="connsiteX158" fmla="*/ 2312194 w 2543175"/>
              <a:gd name="connsiteY158" fmla="*/ 1685925 h 1890712"/>
              <a:gd name="connsiteX159" fmla="*/ 2328863 w 2543175"/>
              <a:gd name="connsiteY159" fmla="*/ 1697831 h 1890712"/>
              <a:gd name="connsiteX160" fmla="*/ 2350294 w 2543175"/>
              <a:gd name="connsiteY160" fmla="*/ 1712119 h 1890712"/>
              <a:gd name="connsiteX161" fmla="*/ 2369344 w 2543175"/>
              <a:gd name="connsiteY161" fmla="*/ 1724025 h 1890712"/>
              <a:gd name="connsiteX162" fmla="*/ 2428876 w 2543175"/>
              <a:gd name="connsiteY162" fmla="*/ 1785938 h 1890712"/>
              <a:gd name="connsiteX163" fmla="*/ 2466975 w 2543175"/>
              <a:gd name="connsiteY163" fmla="*/ 1783556 h 1890712"/>
              <a:gd name="connsiteX164" fmla="*/ 2481263 w 2543175"/>
              <a:gd name="connsiteY164" fmla="*/ 1795462 h 1890712"/>
              <a:gd name="connsiteX165" fmla="*/ 2486025 w 2543175"/>
              <a:gd name="connsiteY165" fmla="*/ 1802606 h 1890712"/>
              <a:gd name="connsiteX166" fmla="*/ 2514600 w 2543175"/>
              <a:gd name="connsiteY166" fmla="*/ 1850231 h 1890712"/>
              <a:gd name="connsiteX167" fmla="*/ 2519363 w 2543175"/>
              <a:gd name="connsiteY167" fmla="*/ 1857375 h 1890712"/>
              <a:gd name="connsiteX168" fmla="*/ 2540794 w 2543175"/>
              <a:gd name="connsiteY168" fmla="*/ 1883569 h 1890712"/>
              <a:gd name="connsiteX169" fmla="*/ 2543175 w 2543175"/>
              <a:gd name="connsiteY16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73982 w 2543175"/>
              <a:gd name="connsiteY96" fmla="*/ 997744 h 1890712"/>
              <a:gd name="connsiteX97" fmla="*/ 1388269 w 2543175"/>
              <a:gd name="connsiteY97" fmla="*/ 1007269 h 1890712"/>
              <a:gd name="connsiteX98" fmla="*/ 1414463 w 2543175"/>
              <a:gd name="connsiteY98" fmla="*/ 1019175 h 1890712"/>
              <a:gd name="connsiteX99" fmla="*/ 1428750 w 2543175"/>
              <a:gd name="connsiteY99" fmla="*/ 1026319 h 1890712"/>
              <a:gd name="connsiteX100" fmla="*/ 1471613 w 2543175"/>
              <a:gd name="connsiteY100" fmla="*/ 1059656 h 1890712"/>
              <a:gd name="connsiteX101" fmla="*/ 1495425 w 2543175"/>
              <a:gd name="connsiteY101" fmla="*/ 1088231 h 1890712"/>
              <a:gd name="connsiteX102" fmla="*/ 1547812 w 2543175"/>
              <a:gd name="connsiteY102" fmla="*/ 1133475 h 1890712"/>
              <a:gd name="connsiteX103" fmla="*/ 1597819 w 2543175"/>
              <a:gd name="connsiteY103" fmla="*/ 1154906 h 1890712"/>
              <a:gd name="connsiteX104" fmla="*/ 1604963 w 2543175"/>
              <a:gd name="connsiteY104" fmla="*/ 1162050 h 1890712"/>
              <a:gd name="connsiteX105" fmla="*/ 1612107 w 2543175"/>
              <a:gd name="connsiteY105" fmla="*/ 1166812 h 1890712"/>
              <a:gd name="connsiteX106" fmla="*/ 1628775 w 2543175"/>
              <a:gd name="connsiteY106" fmla="*/ 1183481 h 1890712"/>
              <a:gd name="connsiteX107" fmla="*/ 1662113 w 2543175"/>
              <a:gd name="connsiteY107" fmla="*/ 1209675 h 1890712"/>
              <a:gd name="connsiteX108" fmla="*/ 1678782 w 2543175"/>
              <a:gd name="connsiteY108" fmla="*/ 1226344 h 1890712"/>
              <a:gd name="connsiteX109" fmla="*/ 1700213 w 2543175"/>
              <a:gd name="connsiteY109" fmla="*/ 1247775 h 1890712"/>
              <a:gd name="connsiteX110" fmla="*/ 1712119 w 2543175"/>
              <a:gd name="connsiteY110" fmla="*/ 1259681 h 1890712"/>
              <a:gd name="connsiteX111" fmla="*/ 1733550 w 2543175"/>
              <a:gd name="connsiteY111" fmla="*/ 1273969 h 1890712"/>
              <a:gd name="connsiteX112" fmla="*/ 1743075 w 2543175"/>
              <a:gd name="connsiteY112" fmla="*/ 1283494 h 1890712"/>
              <a:gd name="connsiteX113" fmla="*/ 1754982 w 2543175"/>
              <a:gd name="connsiteY113" fmla="*/ 1290637 h 1890712"/>
              <a:gd name="connsiteX114" fmla="*/ 1766888 w 2543175"/>
              <a:gd name="connsiteY114" fmla="*/ 1300162 h 1890712"/>
              <a:gd name="connsiteX115" fmla="*/ 1783557 w 2543175"/>
              <a:gd name="connsiteY115" fmla="*/ 1307306 h 1890712"/>
              <a:gd name="connsiteX116" fmla="*/ 1790700 w 2543175"/>
              <a:gd name="connsiteY116" fmla="*/ 1312069 h 1890712"/>
              <a:gd name="connsiteX117" fmla="*/ 1800225 w 2543175"/>
              <a:gd name="connsiteY117" fmla="*/ 1319212 h 1890712"/>
              <a:gd name="connsiteX118" fmla="*/ 1807369 w 2543175"/>
              <a:gd name="connsiteY118" fmla="*/ 1321594 h 1890712"/>
              <a:gd name="connsiteX119" fmla="*/ 1824038 w 2543175"/>
              <a:gd name="connsiteY119" fmla="*/ 1333500 h 1890712"/>
              <a:gd name="connsiteX120" fmla="*/ 1843088 w 2543175"/>
              <a:gd name="connsiteY120" fmla="*/ 1352550 h 1890712"/>
              <a:gd name="connsiteX121" fmla="*/ 1852613 w 2543175"/>
              <a:gd name="connsiteY121" fmla="*/ 1359694 h 1890712"/>
              <a:gd name="connsiteX122" fmla="*/ 1859757 w 2543175"/>
              <a:gd name="connsiteY122" fmla="*/ 1366837 h 1890712"/>
              <a:gd name="connsiteX123" fmla="*/ 1869282 w 2543175"/>
              <a:gd name="connsiteY123" fmla="*/ 1371600 h 1890712"/>
              <a:gd name="connsiteX124" fmla="*/ 1883569 w 2543175"/>
              <a:gd name="connsiteY124" fmla="*/ 1388269 h 1890712"/>
              <a:gd name="connsiteX125" fmla="*/ 1893094 w 2543175"/>
              <a:gd name="connsiteY125" fmla="*/ 1395412 h 1890712"/>
              <a:gd name="connsiteX126" fmla="*/ 1902619 w 2543175"/>
              <a:gd name="connsiteY126" fmla="*/ 1404937 h 1890712"/>
              <a:gd name="connsiteX127" fmla="*/ 1912144 w 2543175"/>
              <a:gd name="connsiteY127" fmla="*/ 1409700 h 1890712"/>
              <a:gd name="connsiteX128" fmla="*/ 1931194 w 2543175"/>
              <a:gd name="connsiteY128" fmla="*/ 1421606 h 1890712"/>
              <a:gd name="connsiteX129" fmla="*/ 1935957 w 2543175"/>
              <a:gd name="connsiteY129" fmla="*/ 1428750 h 1890712"/>
              <a:gd name="connsiteX130" fmla="*/ 1952625 w 2543175"/>
              <a:gd name="connsiteY130" fmla="*/ 1438275 h 1890712"/>
              <a:gd name="connsiteX131" fmla="*/ 1971675 w 2543175"/>
              <a:gd name="connsiteY131" fmla="*/ 1450181 h 1890712"/>
              <a:gd name="connsiteX132" fmla="*/ 1981200 w 2543175"/>
              <a:gd name="connsiteY132" fmla="*/ 1454944 h 1890712"/>
              <a:gd name="connsiteX133" fmla="*/ 1997869 w 2543175"/>
              <a:gd name="connsiteY133" fmla="*/ 1471612 h 1890712"/>
              <a:gd name="connsiteX134" fmla="*/ 2007394 w 2543175"/>
              <a:gd name="connsiteY134" fmla="*/ 1478756 h 1890712"/>
              <a:gd name="connsiteX135" fmla="*/ 2016919 w 2543175"/>
              <a:gd name="connsiteY135" fmla="*/ 1483519 h 1890712"/>
              <a:gd name="connsiteX136" fmla="*/ 2024063 w 2543175"/>
              <a:gd name="connsiteY136" fmla="*/ 1490662 h 1890712"/>
              <a:gd name="connsiteX137" fmla="*/ 2033588 w 2543175"/>
              <a:gd name="connsiteY137" fmla="*/ 1495425 h 1890712"/>
              <a:gd name="connsiteX138" fmla="*/ 2040732 w 2543175"/>
              <a:gd name="connsiteY138" fmla="*/ 1502569 h 1890712"/>
              <a:gd name="connsiteX139" fmla="*/ 2047875 w 2543175"/>
              <a:gd name="connsiteY139" fmla="*/ 1507331 h 1890712"/>
              <a:gd name="connsiteX140" fmla="*/ 2057400 w 2543175"/>
              <a:gd name="connsiteY140" fmla="*/ 1514475 h 1890712"/>
              <a:gd name="connsiteX141" fmla="*/ 2064544 w 2543175"/>
              <a:gd name="connsiteY141" fmla="*/ 1519237 h 1890712"/>
              <a:gd name="connsiteX142" fmla="*/ 2071688 w 2543175"/>
              <a:gd name="connsiteY142" fmla="*/ 1526381 h 1890712"/>
              <a:gd name="connsiteX143" fmla="*/ 2081213 w 2543175"/>
              <a:gd name="connsiteY143" fmla="*/ 1531144 h 1890712"/>
              <a:gd name="connsiteX144" fmla="*/ 2090738 w 2543175"/>
              <a:gd name="connsiteY144" fmla="*/ 1538287 h 1890712"/>
              <a:gd name="connsiteX145" fmla="*/ 2109788 w 2543175"/>
              <a:gd name="connsiteY145" fmla="*/ 1547812 h 1890712"/>
              <a:gd name="connsiteX146" fmla="*/ 2131219 w 2543175"/>
              <a:gd name="connsiteY146" fmla="*/ 1562100 h 1890712"/>
              <a:gd name="connsiteX147" fmla="*/ 2140744 w 2543175"/>
              <a:gd name="connsiteY147" fmla="*/ 1566862 h 1890712"/>
              <a:gd name="connsiteX148" fmla="*/ 2152650 w 2543175"/>
              <a:gd name="connsiteY148" fmla="*/ 1576387 h 1890712"/>
              <a:gd name="connsiteX149" fmla="*/ 2181225 w 2543175"/>
              <a:gd name="connsiteY149" fmla="*/ 1590675 h 1890712"/>
              <a:gd name="connsiteX150" fmla="*/ 2200275 w 2543175"/>
              <a:gd name="connsiteY150" fmla="*/ 1607344 h 1890712"/>
              <a:gd name="connsiteX151" fmla="*/ 2207419 w 2543175"/>
              <a:gd name="connsiteY151" fmla="*/ 1612106 h 1890712"/>
              <a:gd name="connsiteX152" fmla="*/ 2216944 w 2543175"/>
              <a:gd name="connsiteY152" fmla="*/ 1619250 h 1890712"/>
              <a:gd name="connsiteX153" fmla="*/ 2224088 w 2543175"/>
              <a:gd name="connsiteY153" fmla="*/ 1624012 h 1890712"/>
              <a:gd name="connsiteX154" fmla="*/ 2247900 w 2543175"/>
              <a:gd name="connsiteY154" fmla="*/ 1643062 h 1890712"/>
              <a:gd name="connsiteX155" fmla="*/ 2255044 w 2543175"/>
              <a:gd name="connsiteY155" fmla="*/ 1650206 h 1890712"/>
              <a:gd name="connsiteX156" fmla="*/ 2281238 w 2543175"/>
              <a:gd name="connsiteY156" fmla="*/ 1664494 h 1890712"/>
              <a:gd name="connsiteX157" fmla="*/ 2297907 w 2543175"/>
              <a:gd name="connsiteY157" fmla="*/ 1674019 h 1890712"/>
              <a:gd name="connsiteX158" fmla="*/ 2312194 w 2543175"/>
              <a:gd name="connsiteY158" fmla="*/ 1685925 h 1890712"/>
              <a:gd name="connsiteX159" fmla="*/ 2328863 w 2543175"/>
              <a:gd name="connsiteY159" fmla="*/ 1697831 h 1890712"/>
              <a:gd name="connsiteX160" fmla="*/ 2350294 w 2543175"/>
              <a:gd name="connsiteY160" fmla="*/ 1712119 h 1890712"/>
              <a:gd name="connsiteX161" fmla="*/ 2369344 w 2543175"/>
              <a:gd name="connsiteY161" fmla="*/ 1724025 h 1890712"/>
              <a:gd name="connsiteX162" fmla="*/ 2428876 w 2543175"/>
              <a:gd name="connsiteY162" fmla="*/ 1785938 h 1890712"/>
              <a:gd name="connsiteX163" fmla="*/ 2466975 w 2543175"/>
              <a:gd name="connsiteY163" fmla="*/ 1783556 h 1890712"/>
              <a:gd name="connsiteX164" fmla="*/ 2481263 w 2543175"/>
              <a:gd name="connsiteY164" fmla="*/ 1795462 h 1890712"/>
              <a:gd name="connsiteX165" fmla="*/ 2486025 w 2543175"/>
              <a:gd name="connsiteY165" fmla="*/ 1802606 h 1890712"/>
              <a:gd name="connsiteX166" fmla="*/ 2514600 w 2543175"/>
              <a:gd name="connsiteY166" fmla="*/ 1850231 h 1890712"/>
              <a:gd name="connsiteX167" fmla="*/ 2519363 w 2543175"/>
              <a:gd name="connsiteY167" fmla="*/ 1857375 h 1890712"/>
              <a:gd name="connsiteX168" fmla="*/ 2540794 w 2543175"/>
              <a:gd name="connsiteY168" fmla="*/ 1883569 h 1890712"/>
              <a:gd name="connsiteX169" fmla="*/ 2543175 w 2543175"/>
              <a:gd name="connsiteY16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73982 w 2543175"/>
              <a:gd name="connsiteY96" fmla="*/ 997744 h 1890712"/>
              <a:gd name="connsiteX97" fmla="*/ 1388269 w 2543175"/>
              <a:gd name="connsiteY97" fmla="*/ 1007269 h 1890712"/>
              <a:gd name="connsiteX98" fmla="*/ 1414463 w 2543175"/>
              <a:gd name="connsiteY98" fmla="*/ 1019175 h 1890712"/>
              <a:gd name="connsiteX99" fmla="*/ 1435894 w 2543175"/>
              <a:gd name="connsiteY99" fmla="*/ 1054894 h 1890712"/>
              <a:gd name="connsiteX100" fmla="*/ 1471613 w 2543175"/>
              <a:gd name="connsiteY100" fmla="*/ 1059656 h 1890712"/>
              <a:gd name="connsiteX101" fmla="*/ 1495425 w 2543175"/>
              <a:gd name="connsiteY101" fmla="*/ 1088231 h 1890712"/>
              <a:gd name="connsiteX102" fmla="*/ 1547812 w 2543175"/>
              <a:gd name="connsiteY102" fmla="*/ 1133475 h 1890712"/>
              <a:gd name="connsiteX103" fmla="*/ 1597819 w 2543175"/>
              <a:gd name="connsiteY103" fmla="*/ 1154906 h 1890712"/>
              <a:gd name="connsiteX104" fmla="*/ 1604963 w 2543175"/>
              <a:gd name="connsiteY104" fmla="*/ 1162050 h 1890712"/>
              <a:gd name="connsiteX105" fmla="*/ 1612107 w 2543175"/>
              <a:gd name="connsiteY105" fmla="*/ 1166812 h 1890712"/>
              <a:gd name="connsiteX106" fmla="*/ 1628775 w 2543175"/>
              <a:gd name="connsiteY106" fmla="*/ 1183481 h 1890712"/>
              <a:gd name="connsiteX107" fmla="*/ 1662113 w 2543175"/>
              <a:gd name="connsiteY107" fmla="*/ 1209675 h 1890712"/>
              <a:gd name="connsiteX108" fmla="*/ 1678782 w 2543175"/>
              <a:gd name="connsiteY108" fmla="*/ 1226344 h 1890712"/>
              <a:gd name="connsiteX109" fmla="*/ 1700213 w 2543175"/>
              <a:gd name="connsiteY109" fmla="*/ 1247775 h 1890712"/>
              <a:gd name="connsiteX110" fmla="*/ 1712119 w 2543175"/>
              <a:gd name="connsiteY110" fmla="*/ 1259681 h 1890712"/>
              <a:gd name="connsiteX111" fmla="*/ 1733550 w 2543175"/>
              <a:gd name="connsiteY111" fmla="*/ 1273969 h 1890712"/>
              <a:gd name="connsiteX112" fmla="*/ 1743075 w 2543175"/>
              <a:gd name="connsiteY112" fmla="*/ 1283494 h 1890712"/>
              <a:gd name="connsiteX113" fmla="*/ 1754982 w 2543175"/>
              <a:gd name="connsiteY113" fmla="*/ 1290637 h 1890712"/>
              <a:gd name="connsiteX114" fmla="*/ 1766888 w 2543175"/>
              <a:gd name="connsiteY114" fmla="*/ 1300162 h 1890712"/>
              <a:gd name="connsiteX115" fmla="*/ 1783557 w 2543175"/>
              <a:gd name="connsiteY115" fmla="*/ 1307306 h 1890712"/>
              <a:gd name="connsiteX116" fmla="*/ 1790700 w 2543175"/>
              <a:gd name="connsiteY116" fmla="*/ 1312069 h 1890712"/>
              <a:gd name="connsiteX117" fmla="*/ 1800225 w 2543175"/>
              <a:gd name="connsiteY117" fmla="*/ 1319212 h 1890712"/>
              <a:gd name="connsiteX118" fmla="*/ 1807369 w 2543175"/>
              <a:gd name="connsiteY118" fmla="*/ 1321594 h 1890712"/>
              <a:gd name="connsiteX119" fmla="*/ 1824038 w 2543175"/>
              <a:gd name="connsiteY119" fmla="*/ 1333500 h 1890712"/>
              <a:gd name="connsiteX120" fmla="*/ 1843088 w 2543175"/>
              <a:gd name="connsiteY120" fmla="*/ 1352550 h 1890712"/>
              <a:gd name="connsiteX121" fmla="*/ 1852613 w 2543175"/>
              <a:gd name="connsiteY121" fmla="*/ 1359694 h 1890712"/>
              <a:gd name="connsiteX122" fmla="*/ 1859757 w 2543175"/>
              <a:gd name="connsiteY122" fmla="*/ 1366837 h 1890712"/>
              <a:gd name="connsiteX123" fmla="*/ 1869282 w 2543175"/>
              <a:gd name="connsiteY123" fmla="*/ 1371600 h 1890712"/>
              <a:gd name="connsiteX124" fmla="*/ 1883569 w 2543175"/>
              <a:gd name="connsiteY124" fmla="*/ 1388269 h 1890712"/>
              <a:gd name="connsiteX125" fmla="*/ 1893094 w 2543175"/>
              <a:gd name="connsiteY125" fmla="*/ 1395412 h 1890712"/>
              <a:gd name="connsiteX126" fmla="*/ 1902619 w 2543175"/>
              <a:gd name="connsiteY126" fmla="*/ 1404937 h 1890712"/>
              <a:gd name="connsiteX127" fmla="*/ 1912144 w 2543175"/>
              <a:gd name="connsiteY127" fmla="*/ 1409700 h 1890712"/>
              <a:gd name="connsiteX128" fmla="*/ 1931194 w 2543175"/>
              <a:gd name="connsiteY128" fmla="*/ 1421606 h 1890712"/>
              <a:gd name="connsiteX129" fmla="*/ 1935957 w 2543175"/>
              <a:gd name="connsiteY129" fmla="*/ 1428750 h 1890712"/>
              <a:gd name="connsiteX130" fmla="*/ 1952625 w 2543175"/>
              <a:gd name="connsiteY130" fmla="*/ 1438275 h 1890712"/>
              <a:gd name="connsiteX131" fmla="*/ 1971675 w 2543175"/>
              <a:gd name="connsiteY131" fmla="*/ 1450181 h 1890712"/>
              <a:gd name="connsiteX132" fmla="*/ 1981200 w 2543175"/>
              <a:gd name="connsiteY132" fmla="*/ 1454944 h 1890712"/>
              <a:gd name="connsiteX133" fmla="*/ 1997869 w 2543175"/>
              <a:gd name="connsiteY133" fmla="*/ 1471612 h 1890712"/>
              <a:gd name="connsiteX134" fmla="*/ 2007394 w 2543175"/>
              <a:gd name="connsiteY134" fmla="*/ 1478756 h 1890712"/>
              <a:gd name="connsiteX135" fmla="*/ 2016919 w 2543175"/>
              <a:gd name="connsiteY135" fmla="*/ 1483519 h 1890712"/>
              <a:gd name="connsiteX136" fmla="*/ 2024063 w 2543175"/>
              <a:gd name="connsiteY136" fmla="*/ 1490662 h 1890712"/>
              <a:gd name="connsiteX137" fmla="*/ 2033588 w 2543175"/>
              <a:gd name="connsiteY137" fmla="*/ 1495425 h 1890712"/>
              <a:gd name="connsiteX138" fmla="*/ 2040732 w 2543175"/>
              <a:gd name="connsiteY138" fmla="*/ 1502569 h 1890712"/>
              <a:gd name="connsiteX139" fmla="*/ 2047875 w 2543175"/>
              <a:gd name="connsiteY139" fmla="*/ 1507331 h 1890712"/>
              <a:gd name="connsiteX140" fmla="*/ 2057400 w 2543175"/>
              <a:gd name="connsiteY140" fmla="*/ 1514475 h 1890712"/>
              <a:gd name="connsiteX141" fmla="*/ 2064544 w 2543175"/>
              <a:gd name="connsiteY141" fmla="*/ 1519237 h 1890712"/>
              <a:gd name="connsiteX142" fmla="*/ 2071688 w 2543175"/>
              <a:gd name="connsiteY142" fmla="*/ 1526381 h 1890712"/>
              <a:gd name="connsiteX143" fmla="*/ 2081213 w 2543175"/>
              <a:gd name="connsiteY143" fmla="*/ 1531144 h 1890712"/>
              <a:gd name="connsiteX144" fmla="*/ 2090738 w 2543175"/>
              <a:gd name="connsiteY144" fmla="*/ 1538287 h 1890712"/>
              <a:gd name="connsiteX145" fmla="*/ 2109788 w 2543175"/>
              <a:gd name="connsiteY145" fmla="*/ 1547812 h 1890712"/>
              <a:gd name="connsiteX146" fmla="*/ 2131219 w 2543175"/>
              <a:gd name="connsiteY146" fmla="*/ 1562100 h 1890712"/>
              <a:gd name="connsiteX147" fmla="*/ 2140744 w 2543175"/>
              <a:gd name="connsiteY147" fmla="*/ 1566862 h 1890712"/>
              <a:gd name="connsiteX148" fmla="*/ 2152650 w 2543175"/>
              <a:gd name="connsiteY148" fmla="*/ 1576387 h 1890712"/>
              <a:gd name="connsiteX149" fmla="*/ 2181225 w 2543175"/>
              <a:gd name="connsiteY149" fmla="*/ 1590675 h 1890712"/>
              <a:gd name="connsiteX150" fmla="*/ 2200275 w 2543175"/>
              <a:gd name="connsiteY150" fmla="*/ 1607344 h 1890712"/>
              <a:gd name="connsiteX151" fmla="*/ 2207419 w 2543175"/>
              <a:gd name="connsiteY151" fmla="*/ 1612106 h 1890712"/>
              <a:gd name="connsiteX152" fmla="*/ 2216944 w 2543175"/>
              <a:gd name="connsiteY152" fmla="*/ 1619250 h 1890712"/>
              <a:gd name="connsiteX153" fmla="*/ 2224088 w 2543175"/>
              <a:gd name="connsiteY153" fmla="*/ 1624012 h 1890712"/>
              <a:gd name="connsiteX154" fmla="*/ 2247900 w 2543175"/>
              <a:gd name="connsiteY154" fmla="*/ 1643062 h 1890712"/>
              <a:gd name="connsiteX155" fmla="*/ 2255044 w 2543175"/>
              <a:gd name="connsiteY155" fmla="*/ 1650206 h 1890712"/>
              <a:gd name="connsiteX156" fmla="*/ 2281238 w 2543175"/>
              <a:gd name="connsiteY156" fmla="*/ 1664494 h 1890712"/>
              <a:gd name="connsiteX157" fmla="*/ 2297907 w 2543175"/>
              <a:gd name="connsiteY157" fmla="*/ 1674019 h 1890712"/>
              <a:gd name="connsiteX158" fmla="*/ 2312194 w 2543175"/>
              <a:gd name="connsiteY158" fmla="*/ 1685925 h 1890712"/>
              <a:gd name="connsiteX159" fmla="*/ 2328863 w 2543175"/>
              <a:gd name="connsiteY159" fmla="*/ 1697831 h 1890712"/>
              <a:gd name="connsiteX160" fmla="*/ 2350294 w 2543175"/>
              <a:gd name="connsiteY160" fmla="*/ 1712119 h 1890712"/>
              <a:gd name="connsiteX161" fmla="*/ 2369344 w 2543175"/>
              <a:gd name="connsiteY161" fmla="*/ 1724025 h 1890712"/>
              <a:gd name="connsiteX162" fmla="*/ 2428876 w 2543175"/>
              <a:gd name="connsiteY162" fmla="*/ 1785938 h 1890712"/>
              <a:gd name="connsiteX163" fmla="*/ 2466975 w 2543175"/>
              <a:gd name="connsiteY163" fmla="*/ 1783556 h 1890712"/>
              <a:gd name="connsiteX164" fmla="*/ 2481263 w 2543175"/>
              <a:gd name="connsiteY164" fmla="*/ 1795462 h 1890712"/>
              <a:gd name="connsiteX165" fmla="*/ 2486025 w 2543175"/>
              <a:gd name="connsiteY165" fmla="*/ 1802606 h 1890712"/>
              <a:gd name="connsiteX166" fmla="*/ 2514600 w 2543175"/>
              <a:gd name="connsiteY166" fmla="*/ 1850231 h 1890712"/>
              <a:gd name="connsiteX167" fmla="*/ 2519363 w 2543175"/>
              <a:gd name="connsiteY167" fmla="*/ 1857375 h 1890712"/>
              <a:gd name="connsiteX168" fmla="*/ 2540794 w 2543175"/>
              <a:gd name="connsiteY168" fmla="*/ 1883569 h 1890712"/>
              <a:gd name="connsiteX169" fmla="*/ 2543175 w 2543175"/>
              <a:gd name="connsiteY16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73982 w 2543175"/>
              <a:gd name="connsiteY96" fmla="*/ 997744 h 1890712"/>
              <a:gd name="connsiteX97" fmla="*/ 1388269 w 2543175"/>
              <a:gd name="connsiteY97" fmla="*/ 1007269 h 1890712"/>
              <a:gd name="connsiteX98" fmla="*/ 1435894 w 2543175"/>
              <a:gd name="connsiteY98" fmla="*/ 1054894 h 1890712"/>
              <a:gd name="connsiteX99" fmla="*/ 1471613 w 2543175"/>
              <a:gd name="connsiteY99" fmla="*/ 1059656 h 1890712"/>
              <a:gd name="connsiteX100" fmla="*/ 1495425 w 2543175"/>
              <a:gd name="connsiteY100" fmla="*/ 1088231 h 1890712"/>
              <a:gd name="connsiteX101" fmla="*/ 1547812 w 2543175"/>
              <a:gd name="connsiteY101" fmla="*/ 1133475 h 1890712"/>
              <a:gd name="connsiteX102" fmla="*/ 1597819 w 2543175"/>
              <a:gd name="connsiteY102" fmla="*/ 1154906 h 1890712"/>
              <a:gd name="connsiteX103" fmla="*/ 1604963 w 2543175"/>
              <a:gd name="connsiteY103" fmla="*/ 1162050 h 1890712"/>
              <a:gd name="connsiteX104" fmla="*/ 1612107 w 2543175"/>
              <a:gd name="connsiteY104" fmla="*/ 1166812 h 1890712"/>
              <a:gd name="connsiteX105" fmla="*/ 1628775 w 2543175"/>
              <a:gd name="connsiteY105" fmla="*/ 1183481 h 1890712"/>
              <a:gd name="connsiteX106" fmla="*/ 1662113 w 2543175"/>
              <a:gd name="connsiteY106" fmla="*/ 1209675 h 1890712"/>
              <a:gd name="connsiteX107" fmla="*/ 1678782 w 2543175"/>
              <a:gd name="connsiteY107" fmla="*/ 1226344 h 1890712"/>
              <a:gd name="connsiteX108" fmla="*/ 1700213 w 2543175"/>
              <a:gd name="connsiteY108" fmla="*/ 1247775 h 1890712"/>
              <a:gd name="connsiteX109" fmla="*/ 1712119 w 2543175"/>
              <a:gd name="connsiteY109" fmla="*/ 1259681 h 1890712"/>
              <a:gd name="connsiteX110" fmla="*/ 1733550 w 2543175"/>
              <a:gd name="connsiteY110" fmla="*/ 1273969 h 1890712"/>
              <a:gd name="connsiteX111" fmla="*/ 1743075 w 2543175"/>
              <a:gd name="connsiteY111" fmla="*/ 1283494 h 1890712"/>
              <a:gd name="connsiteX112" fmla="*/ 1754982 w 2543175"/>
              <a:gd name="connsiteY112" fmla="*/ 1290637 h 1890712"/>
              <a:gd name="connsiteX113" fmla="*/ 1766888 w 2543175"/>
              <a:gd name="connsiteY113" fmla="*/ 1300162 h 1890712"/>
              <a:gd name="connsiteX114" fmla="*/ 1783557 w 2543175"/>
              <a:gd name="connsiteY114" fmla="*/ 1307306 h 1890712"/>
              <a:gd name="connsiteX115" fmla="*/ 1790700 w 2543175"/>
              <a:gd name="connsiteY115" fmla="*/ 1312069 h 1890712"/>
              <a:gd name="connsiteX116" fmla="*/ 1800225 w 2543175"/>
              <a:gd name="connsiteY116" fmla="*/ 1319212 h 1890712"/>
              <a:gd name="connsiteX117" fmla="*/ 1807369 w 2543175"/>
              <a:gd name="connsiteY117" fmla="*/ 1321594 h 1890712"/>
              <a:gd name="connsiteX118" fmla="*/ 1824038 w 2543175"/>
              <a:gd name="connsiteY118" fmla="*/ 1333500 h 1890712"/>
              <a:gd name="connsiteX119" fmla="*/ 1843088 w 2543175"/>
              <a:gd name="connsiteY119" fmla="*/ 1352550 h 1890712"/>
              <a:gd name="connsiteX120" fmla="*/ 1852613 w 2543175"/>
              <a:gd name="connsiteY120" fmla="*/ 1359694 h 1890712"/>
              <a:gd name="connsiteX121" fmla="*/ 1859757 w 2543175"/>
              <a:gd name="connsiteY121" fmla="*/ 1366837 h 1890712"/>
              <a:gd name="connsiteX122" fmla="*/ 1869282 w 2543175"/>
              <a:gd name="connsiteY122" fmla="*/ 1371600 h 1890712"/>
              <a:gd name="connsiteX123" fmla="*/ 1883569 w 2543175"/>
              <a:gd name="connsiteY123" fmla="*/ 1388269 h 1890712"/>
              <a:gd name="connsiteX124" fmla="*/ 1893094 w 2543175"/>
              <a:gd name="connsiteY124" fmla="*/ 1395412 h 1890712"/>
              <a:gd name="connsiteX125" fmla="*/ 1902619 w 2543175"/>
              <a:gd name="connsiteY125" fmla="*/ 1404937 h 1890712"/>
              <a:gd name="connsiteX126" fmla="*/ 1912144 w 2543175"/>
              <a:gd name="connsiteY126" fmla="*/ 1409700 h 1890712"/>
              <a:gd name="connsiteX127" fmla="*/ 1931194 w 2543175"/>
              <a:gd name="connsiteY127" fmla="*/ 1421606 h 1890712"/>
              <a:gd name="connsiteX128" fmla="*/ 1935957 w 2543175"/>
              <a:gd name="connsiteY128" fmla="*/ 1428750 h 1890712"/>
              <a:gd name="connsiteX129" fmla="*/ 1952625 w 2543175"/>
              <a:gd name="connsiteY129" fmla="*/ 1438275 h 1890712"/>
              <a:gd name="connsiteX130" fmla="*/ 1971675 w 2543175"/>
              <a:gd name="connsiteY130" fmla="*/ 1450181 h 1890712"/>
              <a:gd name="connsiteX131" fmla="*/ 1981200 w 2543175"/>
              <a:gd name="connsiteY131" fmla="*/ 1454944 h 1890712"/>
              <a:gd name="connsiteX132" fmla="*/ 1997869 w 2543175"/>
              <a:gd name="connsiteY132" fmla="*/ 1471612 h 1890712"/>
              <a:gd name="connsiteX133" fmla="*/ 2007394 w 2543175"/>
              <a:gd name="connsiteY133" fmla="*/ 1478756 h 1890712"/>
              <a:gd name="connsiteX134" fmla="*/ 2016919 w 2543175"/>
              <a:gd name="connsiteY134" fmla="*/ 1483519 h 1890712"/>
              <a:gd name="connsiteX135" fmla="*/ 2024063 w 2543175"/>
              <a:gd name="connsiteY135" fmla="*/ 1490662 h 1890712"/>
              <a:gd name="connsiteX136" fmla="*/ 2033588 w 2543175"/>
              <a:gd name="connsiteY136" fmla="*/ 1495425 h 1890712"/>
              <a:gd name="connsiteX137" fmla="*/ 2040732 w 2543175"/>
              <a:gd name="connsiteY137" fmla="*/ 1502569 h 1890712"/>
              <a:gd name="connsiteX138" fmla="*/ 2047875 w 2543175"/>
              <a:gd name="connsiteY138" fmla="*/ 1507331 h 1890712"/>
              <a:gd name="connsiteX139" fmla="*/ 2057400 w 2543175"/>
              <a:gd name="connsiteY139" fmla="*/ 1514475 h 1890712"/>
              <a:gd name="connsiteX140" fmla="*/ 2064544 w 2543175"/>
              <a:gd name="connsiteY140" fmla="*/ 1519237 h 1890712"/>
              <a:gd name="connsiteX141" fmla="*/ 2071688 w 2543175"/>
              <a:gd name="connsiteY141" fmla="*/ 1526381 h 1890712"/>
              <a:gd name="connsiteX142" fmla="*/ 2081213 w 2543175"/>
              <a:gd name="connsiteY142" fmla="*/ 1531144 h 1890712"/>
              <a:gd name="connsiteX143" fmla="*/ 2090738 w 2543175"/>
              <a:gd name="connsiteY143" fmla="*/ 1538287 h 1890712"/>
              <a:gd name="connsiteX144" fmla="*/ 2109788 w 2543175"/>
              <a:gd name="connsiteY144" fmla="*/ 1547812 h 1890712"/>
              <a:gd name="connsiteX145" fmla="*/ 2131219 w 2543175"/>
              <a:gd name="connsiteY145" fmla="*/ 1562100 h 1890712"/>
              <a:gd name="connsiteX146" fmla="*/ 2140744 w 2543175"/>
              <a:gd name="connsiteY146" fmla="*/ 1566862 h 1890712"/>
              <a:gd name="connsiteX147" fmla="*/ 2152650 w 2543175"/>
              <a:gd name="connsiteY147" fmla="*/ 1576387 h 1890712"/>
              <a:gd name="connsiteX148" fmla="*/ 2181225 w 2543175"/>
              <a:gd name="connsiteY148" fmla="*/ 1590675 h 1890712"/>
              <a:gd name="connsiteX149" fmla="*/ 2200275 w 2543175"/>
              <a:gd name="connsiteY149" fmla="*/ 1607344 h 1890712"/>
              <a:gd name="connsiteX150" fmla="*/ 2207419 w 2543175"/>
              <a:gd name="connsiteY150" fmla="*/ 1612106 h 1890712"/>
              <a:gd name="connsiteX151" fmla="*/ 2216944 w 2543175"/>
              <a:gd name="connsiteY151" fmla="*/ 1619250 h 1890712"/>
              <a:gd name="connsiteX152" fmla="*/ 2224088 w 2543175"/>
              <a:gd name="connsiteY152" fmla="*/ 1624012 h 1890712"/>
              <a:gd name="connsiteX153" fmla="*/ 2247900 w 2543175"/>
              <a:gd name="connsiteY153" fmla="*/ 1643062 h 1890712"/>
              <a:gd name="connsiteX154" fmla="*/ 2255044 w 2543175"/>
              <a:gd name="connsiteY154" fmla="*/ 1650206 h 1890712"/>
              <a:gd name="connsiteX155" fmla="*/ 2281238 w 2543175"/>
              <a:gd name="connsiteY155" fmla="*/ 1664494 h 1890712"/>
              <a:gd name="connsiteX156" fmla="*/ 2297907 w 2543175"/>
              <a:gd name="connsiteY156" fmla="*/ 1674019 h 1890712"/>
              <a:gd name="connsiteX157" fmla="*/ 2312194 w 2543175"/>
              <a:gd name="connsiteY157" fmla="*/ 1685925 h 1890712"/>
              <a:gd name="connsiteX158" fmla="*/ 2328863 w 2543175"/>
              <a:gd name="connsiteY158" fmla="*/ 1697831 h 1890712"/>
              <a:gd name="connsiteX159" fmla="*/ 2350294 w 2543175"/>
              <a:gd name="connsiteY159" fmla="*/ 1712119 h 1890712"/>
              <a:gd name="connsiteX160" fmla="*/ 2369344 w 2543175"/>
              <a:gd name="connsiteY160" fmla="*/ 1724025 h 1890712"/>
              <a:gd name="connsiteX161" fmla="*/ 2428876 w 2543175"/>
              <a:gd name="connsiteY161" fmla="*/ 1785938 h 1890712"/>
              <a:gd name="connsiteX162" fmla="*/ 2466975 w 2543175"/>
              <a:gd name="connsiteY162" fmla="*/ 1783556 h 1890712"/>
              <a:gd name="connsiteX163" fmla="*/ 2481263 w 2543175"/>
              <a:gd name="connsiteY163" fmla="*/ 1795462 h 1890712"/>
              <a:gd name="connsiteX164" fmla="*/ 2486025 w 2543175"/>
              <a:gd name="connsiteY164" fmla="*/ 1802606 h 1890712"/>
              <a:gd name="connsiteX165" fmla="*/ 2514600 w 2543175"/>
              <a:gd name="connsiteY165" fmla="*/ 1850231 h 1890712"/>
              <a:gd name="connsiteX166" fmla="*/ 2519363 w 2543175"/>
              <a:gd name="connsiteY166" fmla="*/ 1857375 h 1890712"/>
              <a:gd name="connsiteX167" fmla="*/ 2540794 w 2543175"/>
              <a:gd name="connsiteY167" fmla="*/ 1883569 h 1890712"/>
              <a:gd name="connsiteX168" fmla="*/ 2543175 w 2543175"/>
              <a:gd name="connsiteY168"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73982 w 2543175"/>
              <a:gd name="connsiteY96" fmla="*/ 997744 h 1890712"/>
              <a:gd name="connsiteX97" fmla="*/ 1435894 w 2543175"/>
              <a:gd name="connsiteY97" fmla="*/ 1054894 h 1890712"/>
              <a:gd name="connsiteX98" fmla="*/ 1471613 w 2543175"/>
              <a:gd name="connsiteY98" fmla="*/ 1059656 h 1890712"/>
              <a:gd name="connsiteX99" fmla="*/ 1495425 w 2543175"/>
              <a:gd name="connsiteY99" fmla="*/ 1088231 h 1890712"/>
              <a:gd name="connsiteX100" fmla="*/ 1547812 w 2543175"/>
              <a:gd name="connsiteY100" fmla="*/ 1133475 h 1890712"/>
              <a:gd name="connsiteX101" fmla="*/ 1597819 w 2543175"/>
              <a:gd name="connsiteY101" fmla="*/ 1154906 h 1890712"/>
              <a:gd name="connsiteX102" fmla="*/ 1604963 w 2543175"/>
              <a:gd name="connsiteY102" fmla="*/ 1162050 h 1890712"/>
              <a:gd name="connsiteX103" fmla="*/ 1612107 w 2543175"/>
              <a:gd name="connsiteY103" fmla="*/ 1166812 h 1890712"/>
              <a:gd name="connsiteX104" fmla="*/ 1628775 w 2543175"/>
              <a:gd name="connsiteY104" fmla="*/ 1183481 h 1890712"/>
              <a:gd name="connsiteX105" fmla="*/ 1662113 w 2543175"/>
              <a:gd name="connsiteY105" fmla="*/ 1209675 h 1890712"/>
              <a:gd name="connsiteX106" fmla="*/ 1678782 w 2543175"/>
              <a:gd name="connsiteY106" fmla="*/ 1226344 h 1890712"/>
              <a:gd name="connsiteX107" fmla="*/ 1700213 w 2543175"/>
              <a:gd name="connsiteY107" fmla="*/ 1247775 h 1890712"/>
              <a:gd name="connsiteX108" fmla="*/ 1712119 w 2543175"/>
              <a:gd name="connsiteY108" fmla="*/ 1259681 h 1890712"/>
              <a:gd name="connsiteX109" fmla="*/ 1733550 w 2543175"/>
              <a:gd name="connsiteY109" fmla="*/ 1273969 h 1890712"/>
              <a:gd name="connsiteX110" fmla="*/ 1743075 w 2543175"/>
              <a:gd name="connsiteY110" fmla="*/ 1283494 h 1890712"/>
              <a:gd name="connsiteX111" fmla="*/ 1754982 w 2543175"/>
              <a:gd name="connsiteY111" fmla="*/ 1290637 h 1890712"/>
              <a:gd name="connsiteX112" fmla="*/ 1766888 w 2543175"/>
              <a:gd name="connsiteY112" fmla="*/ 1300162 h 1890712"/>
              <a:gd name="connsiteX113" fmla="*/ 1783557 w 2543175"/>
              <a:gd name="connsiteY113" fmla="*/ 1307306 h 1890712"/>
              <a:gd name="connsiteX114" fmla="*/ 1790700 w 2543175"/>
              <a:gd name="connsiteY114" fmla="*/ 1312069 h 1890712"/>
              <a:gd name="connsiteX115" fmla="*/ 1800225 w 2543175"/>
              <a:gd name="connsiteY115" fmla="*/ 1319212 h 1890712"/>
              <a:gd name="connsiteX116" fmla="*/ 1807369 w 2543175"/>
              <a:gd name="connsiteY116" fmla="*/ 1321594 h 1890712"/>
              <a:gd name="connsiteX117" fmla="*/ 1824038 w 2543175"/>
              <a:gd name="connsiteY117" fmla="*/ 1333500 h 1890712"/>
              <a:gd name="connsiteX118" fmla="*/ 1843088 w 2543175"/>
              <a:gd name="connsiteY118" fmla="*/ 1352550 h 1890712"/>
              <a:gd name="connsiteX119" fmla="*/ 1852613 w 2543175"/>
              <a:gd name="connsiteY119" fmla="*/ 1359694 h 1890712"/>
              <a:gd name="connsiteX120" fmla="*/ 1859757 w 2543175"/>
              <a:gd name="connsiteY120" fmla="*/ 1366837 h 1890712"/>
              <a:gd name="connsiteX121" fmla="*/ 1869282 w 2543175"/>
              <a:gd name="connsiteY121" fmla="*/ 1371600 h 1890712"/>
              <a:gd name="connsiteX122" fmla="*/ 1883569 w 2543175"/>
              <a:gd name="connsiteY122" fmla="*/ 1388269 h 1890712"/>
              <a:gd name="connsiteX123" fmla="*/ 1893094 w 2543175"/>
              <a:gd name="connsiteY123" fmla="*/ 1395412 h 1890712"/>
              <a:gd name="connsiteX124" fmla="*/ 1902619 w 2543175"/>
              <a:gd name="connsiteY124" fmla="*/ 1404937 h 1890712"/>
              <a:gd name="connsiteX125" fmla="*/ 1912144 w 2543175"/>
              <a:gd name="connsiteY125" fmla="*/ 1409700 h 1890712"/>
              <a:gd name="connsiteX126" fmla="*/ 1931194 w 2543175"/>
              <a:gd name="connsiteY126" fmla="*/ 1421606 h 1890712"/>
              <a:gd name="connsiteX127" fmla="*/ 1935957 w 2543175"/>
              <a:gd name="connsiteY127" fmla="*/ 1428750 h 1890712"/>
              <a:gd name="connsiteX128" fmla="*/ 1952625 w 2543175"/>
              <a:gd name="connsiteY128" fmla="*/ 1438275 h 1890712"/>
              <a:gd name="connsiteX129" fmla="*/ 1971675 w 2543175"/>
              <a:gd name="connsiteY129" fmla="*/ 1450181 h 1890712"/>
              <a:gd name="connsiteX130" fmla="*/ 1981200 w 2543175"/>
              <a:gd name="connsiteY130" fmla="*/ 1454944 h 1890712"/>
              <a:gd name="connsiteX131" fmla="*/ 1997869 w 2543175"/>
              <a:gd name="connsiteY131" fmla="*/ 1471612 h 1890712"/>
              <a:gd name="connsiteX132" fmla="*/ 2007394 w 2543175"/>
              <a:gd name="connsiteY132" fmla="*/ 1478756 h 1890712"/>
              <a:gd name="connsiteX133" fmla="*/ 2016919 w 2543175"/>
              <a:gd name="connsiteY133" fmla="*/ 1483519 h 1890712"/>
              <a:gd name="connsiteX134" fmla="*/ 2024063 w 2543175"/>
              <a:gd name="connsiteY134" fmla="*/ 1490662 h 1890712"/>
              <a:gd name="connsiteX135" fmla="*/ 2033588 w 2543175"/>
              <a:gd name="connsiteY135" fmla="*/ 1495425 h 1890712"/>
              <a:gd name="connsiteX136" fmla="*/ 2040732 w 2543175"/>
              <a:gd name="connsiteY136" fmla="*/ 1502569 h 1890712"/>
              <a:gd name="connsiteX137" fmla="*/ 2047875 w 2543175"/>
              <a:gd name="connsiteY137" fmla="*/ 1507331 h 1890712"/>
              <a:gd name="connsiteX138" fmla="*/ 2057400 w 2543175"/>
              <a:gd name="connsiteY138" fmla="*/ 1514475 h 1890712"/>
              <a:gd name="connsiteX139" fmla="*/ 2064544 w 2543175"/>
              <a:gd name="connsiteY139" fmla="*/ 1519237 h 1890712"/>
              <a:gd name="connsiteX140" fmla="*/ 2071688 w 2543175"/>
              <a:gd name="connsiteY140" fmla="*/ 1526381 h 1890712"/>
              <a:gd name="connsiteX141" fmla="*/ 2081213 w 2543175"/>
              <a:gd name="connsiteY141" fmla="*/ 1531144 h 1890712"/>
              <a:gd name="connsiteX142" fmla="*/ 2090738 w 2543175"/>
              <a:gd name="connsiteY142" fmla="*/ 1538287 h 1890712"/>
              <a:gd name="connsiteX143" fmla="*/ 2109788 w 2543175"/>
              <a:gd name="connsiteY143" fmla="*/ 1547812 h 1890712"/>
              <a:gd name="connsiteX144" fmla="*/ 2131219 w 2543175"/>
              <a:gd name="connsiteY144" fmla="*/ 1562100 h 1890712"/>
              <a:gd name="connsiteX145" fmla="*/ 2140744 w 2543175"/>
              <a:gd name="connsiteY145" fmla="*/ 1566862 h 1890712"/>
              <a:gd name="connsiteX146" fmla="*/ 2152650 w 2543175"/>
              <a:gd name="connsiteY146" fmla="*/ 1576387 h 1890712"/>
              <a:gd name="connsiteX147" fmla="*/ 2181225 w 2543175"/>
              <a:gd name="connsiteY147" fmla="*/ 1590675 h 1890712"/>
              <a:gd name="connsiteX148" fmla="*/ 2200275 w 2543175"/>
              <a:gd name="connsiteY148" fmla="*/ 1607344 h 1890712"/>
              <a:gd name="connsiteX149" fmla="*/ 2207419 w 2543175"/>
              <a:gd name="connsiteY149" fmla="*/ 1612106 h 1890712"/>
              <a:gd name="connsiteX150" fmla="*/ 2216944 w 2543175"/>
              <a:gd name="connsiteY150" fmla="*/ 1619250 h 1890712"/>
              <a:gd name="connsiteX151" fmla="*/ 2224088 w 2543175"/>
              <a:gd name="connsiteY151" fmla="*/ 1624012 h 1890712"/>
              <a:gd name="connsiteX152" fmla="*/ 2247900 w 2543175"/>
              <a:gd name="connsiteY152" fmla="*/ 1643062 h 1890712"/>
              <a:gd name="connsiteX153" fmla="*/ 2255044 w 2543175"/>
              <a:gd name="connsiteY153" fmla="*/ 1650206 h 1890712"/>
              <a:gd name="connsiteX154" fmla="*/ 2281238 w 2543175"/>
              <a:gd name="connsiteY154" fmla="*/ 1664494 h 1890712"/>
              <a:gd name="connsiteX155" fmla="*/ 2297907 w 2543175"/>
              <a:gd name="connsiteY155" fmla="*/ 1674019 h 1890712"/>
              <a:gd name="connsiteX156" fmla="*/ 2312194 w 2543175"/>
              <a:gd name="connsiteY156" fmla="*/ 1685925 h 1890712"/>
              <a:gd name="connsiteX157" fmla="*/ 2328863 w 2543175"/>
              <a:gd name="connsiteY157" fmla="*/ 1697831 h 1890712"/>
              <a:gd name="connsiteX158" fmla="*/ 2350294 w 2543175"/>
              <a:gd name="connsiteY158" fmla="*/ 1712119 h 1890712"/>
              <a:gd name="connsiteX159" fmla="*/ 2369344 w 2543175"/>
              <a:gd name="connsiteY159" fmla="*/ 1724025 h 1890712"/>
              <a:gd name="connsiteX160" fmla="*/ 2428876 w 2543175"/>
              <a:gd name="connsiteY160" fmla="*/ 1785938 h 1890712"/>
              <a:gd name="connsiteX161" fmla="*/ 2466975 w 2543175"/>
              <a:gd name="connsiteY161" fmla="*/ 1783556 h 1890712"/>
              <a:gd name="connsiteX162" fmla="*/ 2481263 w 2543175"/>
              <a:gd name="connsiteY162" fmla="*/ 1795462 h 1890712"/>
              <a:gd name="connsiteX163" fmla="*/ 2486025 w 2543175"/>
              <a:gd name="connsiteY163" fmla="*/ 1802606 h 1890712"/>
              <a:gd name="connsiteX164" fmla="*/ 2514600 w 2543175"/>
              <a:gd name="connsiteY164" fmla="*/ 1850231 h 1890712"/>
              <a:gd name="connsiteX165" fmla="*/ 2519363 w 2543175"/>
              <a:gd name="connsiteY165" fmla="*/ 1857375 h 1890712"/>
              <a:gd name="connsiteX166" fmla="*/ 2540794 w 2543175"/>
              <a:gd name="connsiteY166" fmla="*/ 1883569 h 1890712"/>
              <a:gd name="connsiteX167" fmla="*/ 2543175 w 2543175"/>
              <a:gd name="connsiteY167"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71613 w 2543175"/>
              <a:gd name="connsiteY98" fmla="*/ 1059656 h 1890712"/>
              <a:gd name="connsiteX99" fmla="*/ 1495425 w 2543175"/>
              <a:gd name="connsiteY99" fmla="*/ 1088231 h 1890712"/>
              <a:gd name="connsiteX100" fmla="*/ 1547812 w 2543175"/>
              <a:gd name="connsiteY100" fmla="*/ 1133475 h 1890712"/>
              <a:gd name="connsiteX101" fmla="*/ 1597819 w 2543175"/>
              <a:gd name="connsiteY101" fmla="*/ 1154906 h 1890712"/>
              <a:gd name="connsiteX102" fmla="*/ 1604963 w 2543175"/>
              <a:gd name="connsiteY102" fmla="*/ 1162050 h 1890712"/>
              <a:gd name="connsiteX103" fmla="*/ 1612107 w 2543175"/>
              <a:gd name="connsiteY103" fmla="*/ 1166812 h 1890712"/>
              <a:gd name="connsiteX104" fmla="*/ 1628775 w 2543175"/>
              <a:gd name="connsiteY104" fmla="*/ 1183481 h 1890712"/>
              <a:gd name="connsiteX105" fmla="*/ 1662113 w 2543175"/>
              <a:gd name="connsiteY105" fmla="*/ 1209675 h 1890712"/>
              <a:gd name="connsiteX106" fmla="*/ 1678782 w 2543175"/>
              <a:gd name="connsiteY106" fmla="*/ 1226344 h 1890712"/>
              <a:gd name="connsiteX107" fmla="*/ 1700213 w 2543175"/>
              <a:gd name="connsiteY107" fmla="*/ 1247775 h 1890712"/>
              <a:gd name="connsiteX108" fmla="*/ 1712119 w 2543175"/>
              <a:gd name="connsiteY108" fmla="*/ 1259681 h 1890712"/>
              <a:gd name="connsiteX109" fmla="*/ 1733550 w 2543175"/>
              <a:gd name="connsiteY109" fmla="*/ 1273969 h 1890712"/>
              <a:gd name="connsiteX110" fmla="*/ 1743075 w 2543175"/>
              <a:gd name="connsiteY110" fmla="*/ 1283494 h 1890712"/>
              <a:gd name="connsiteX111" fmla="*/ 1754982 w 2543175"/>
              <a:gd name="connsiteY111" fmla="*/ 1290637 h 1890712"/>
              <a:gd name="connsiteX112" fmla="*/ 1766888 w 2543175"/>
              <a:gd name="connsiteY112" fmla="*/ 1300162 h 1890712"/>
              <a:gd name="connsiteX113" fmla="*/ 1783557 w 2543175"/>
              <a:gd name="connsiteY113" fmla="*/ 1307306 h 1890712"/>
              <a:gd name="connsiteX114" fmla="*/ 1790700 w 2543175"/>
              <a:gd name="connsiteY114" fmla="*/ 1312069 h 1890712"/>
              <a:gd name="connsiteX115" fmla="*/ 1800225 w 2543175"/>
              <a:gd name="connsiteY115" fmla="*/ 1319212 h 1890712"/>
              <a:gd name="connsiteX116" fmla="*/ 1807369 w 2543175"/>
              <a:gd name="connsiteY116" fmla="*/ 1321594 h 1890712"/>
              <a:gd name="connsiteX117" fmla="*/ 1824038 w 2543175"/>
              <a:gd name="connsiteY117" fmla="*/ 1333500 h 1890712"/>
              <a:gd name="connsiteX118" fmla="*/ 1843088 w 2543175"/>
              <a:gd name="connsiteY118" fmla="*/ 1352550 h 1890712"/>
              <a:gd name="connsiteX119" fmla="*/ 1852613 w 2543175"/>
              <a:gd name="connsiteY119" fmla="*/ 1359694 h 1890712"/>
              <a:gd name="connsiteX120" fmla="*/ 1859757 w 2543175"/>
              <a:gd name="connsiteY120" fmla="*/ 1366837 h 1890712"/>
              <a:gd name="connsiteX121" fmla="*/ 1869282 w 2543175"/>
              <a:gd name="connsiteY121" fmla="*/ 1371600 h 1890712"/>
              <a:gd name="connsiteX122" fmla="*/ 1883569 w 2543175"/>
              <a:gd name="connsiteY122" fmla="*/ 1388269 h 1890712"/>
              <a:gd name="connsiteX123" fmla="*/ 1893094 w 2543175"/>
              <a:gd name="connsiteY123" fmla="*/ 1395412 h 1890712"/>
              <a:gd name="connsiteX124" fmla="*/ 1902619 w 2543175"/>
              <a:gd name="connsiteY124" fmla="*/ 1404937 h 1890712"/>
              <a:gd name="connsiteX125" fmla="*/ 1912144 w 2543175"/>
              <a:gd name="connsiteY125" fmla="*/ 1409700 h 1890712"/>
              <a:gd name="connsiteX126" fmla="*/ 1931194 w 2543175"/>
              <a:gd name="connsiteY126" fmla="*/ 1421606 h 1890712"/>
              <a:gd name="connsiteX127" fmla="*/ 1935957 w 2543175"/>
              <a:gd name="connsiteY127" fmla="*/ 1428750 h 1890712"/>
              <a:gd name="connsiteX128" fmla="*/ 1952625 w 2543175"/>
              <a:gd name="connsiteY128" fmla="*/ 1438275 h 1890712"/>
              <a:gd name="connsiteX129" fmla="*/ 1971675 w 2543175"/>
              <a:gd name="connsiteY129" fmla="*/ 1450181 h 1890712"/>
              <a:gd name="connsiteX130" fmla="*/ 1981200 w 2543175"/>
              <a:gd name="connsiteY130" fmla="*/ 1454944 h 1890712"/>
              <a:gd name="connsiteX131" fmla="*/ 1997869 w 2543175"/>
              <a:gd name="connsiteY131" fmla="*/ 1471612 h 1890712"/>
              <a:gd name="connsiteX132" fmla="*/ 2007394 w 2543175"/>
              <a:gd name="connsiteY132" fmla="*/ 1478756 h 1890712"/>
              <a:gd name="connsiteX133" fmla="*/ 2016919 w 2543175"/>
              <a:gd name="connsiteY133" fmla="*/ 1483519 h 1890712"/>
              <a:gd name="connsiteX134" fmla="*/ 2024063 w 2543175"/>
              <a:gd name="connsiteY134" fmla="*/ 1490662 h 1890712"/>
              <a:gd name="connsiteX135" fmla="*/ 2033588 w 2543175"/>
              <a:gd name="connsiteY135" fmla="*/ 1495425 h 1890712"/>
              <a:gd name="connsiteX136" fmla="*/ 2040732 w 2543175"/>
              <a:gd name="connsiteY136" fmla="*/ 1502569 h 1890712"/>
              <a:gd name="connsiteX137" fmla="*/ 2047875 w 2543175"/>
              <a:gd name="connsiteY137" fmla="*/ 1507331 h 1890712"/>
              <a:gd name="connsiteX138" fmla="*/ 2057400 w 2543175"/>
              <a:gd name="connsiteY138" fmla="*/ 1514475 h 1890712"/>
              <a:gd name="connsiteX139" fmla="*/ 2064544 w 2543175"/>
              <a:gd name="connsiteY139" fmla="*/ 1519237 h 1890712"/>
              <a:gd name="connsiteX140" fmla="*/ 2071688 w 2543175"/>
              <a:gd name="connsiteY140" fmla="*/ 1526381 h 1890712"/>
              <a:gd name="connsiteX141" fmla="*/ 2081213 w 2543175"/>
              <a:gd name="connsiteY141" fmla="*/ 1531144 h 1890712"/>
              <a:gd name="connsiteX142" fmla="*/ 2090738 w 2543175"/>
              <a:gd name="connsiteY142" fmla="*/ 1538287 h 1890712"/>
              <a:gd name="connsiteX143" fmla="*/ 2109788 w 2543175"/>
              <a:gd name="connsiteY143" fmla="*/ 1547812 h 1890712"/>
              <a:gd name="connsiteX144" fmla="*/ 2131219 w 2543175"/>
              <a:gd name="connsiteY144" fmla="*/ 1562100 h 1890712"/>
              <a:gd name="connsiteX145" fmla="*/ 2140744 w 2543175"/>
              <a:gd name="connsiteY145" fmla="*/ 1566862 h 1890712"/>
              <a:gd name="connsiteX146" fmla="*/ 2152650 w 2543175"/>
              <a:gd name="connsiteY146" fmla="*/ 1576387 h 1890712"/>
              <a:gd name="connsiteX147" fmla="*/ 2181225 w 2543175"/>
              <a:gd name="connsiteY147" fmla="*/ 1590675 h 1890712"/>
              <a:gd name="connsiteX148" fmla="*/ 2200275 w 2543175"/>
              <a:gd name="connsiteY148" fmla="*/ 1607344 h 1890712"/>
              <a:gd name="connsiteX149" fmla="*/ 2207419 w 2543175"/>
              <a:gd name="connsiteY149" fmla="*/ 1612106 h 1890712"/>
              <a:gd name="connsiteX150" fmla="*/ 2216944 w 2543175"/>
              <a:gd name="connsiteY150" fmla="*/ 1619250 h 1890712"/>
              <a:gd name="connsiteX151" fmla="*/ 2224088 w 2543175"/>
              <a:gd name="connsiteY151" fmla="*/ 1624012 h 1890712"/>
              <a:gd name="connsiteX152" fmla="*/ 2247900 w 2543175"/>
              <a:gd name="connsiteY152" fmla="*/ 1643062 h 1890712"/>
              <a:gd name="connsiteX153" fmla="*/ 2255044 w 2543175"/>
              <a:gd name="connsiteY153" fmla="*/ 1650206 h 1890712"/>
              <a:gd name="connsiteX154" fmla="*/ 2281238 w 2543175"/>
              <a:gd name="connsiteY154" fmla="*/ 1664494 h 1890712"/>
              <a:gd name="connsiteX155" fmla="*/ 2297907 w 2543175"/>
              <a:gd name="connsiteY155" fmla="*/ 1674019 h 1890712"/>
              <a:gd name="connsiteX156" fmla="*/ 2312194 w 2543175"/>
              <a:gd name="connsiteY156" fmla="*/ 1685925 h 1890712"/>
              <a:gd name="connsiteX157" fmla="*/ 2328863 w 2543175"/>
              <a:gd name="connsiteY157" fmla="*/ 1697831 h 1890712"/>
              <a:gd name="connsiteX158" fmla="*/ 2350294 w 2543175"/>
              <a:gd name="connsiteY158" fmla="*/ 1712119 h 1890712"/>
              <a:gd name="connsiteX159" fmla="*/ 2369344 w 2543175"/>
              <a:gd name="connsiteY159" fmla="*/ 1724025 h 1890712"/>
              <a:gd name="connsiteX160" fmla="*/ 2428876 w 2543175"/>
              <a:gd name="connsiteY160" fmla="*/ 1785938 h 1890712"/>
              <a:gd name="connsiteX161" fmla="*/ 2466975 w 2543175"/>
              <a:gd name="connsiteY161" fmla="*/ 1783556 h 1890712"/>
              <a:gd name="connsiteX162" fmla="*/ 2481263 w 2543175"/>
              <a:gd name="connsiteY162" fmla="*/ 1795462 h 1890712"/>
              <a:gd name="connsiteX163" fmla="*/ 2486025 w 2543175"/>
              <a:gd name="connsiteY163" fmla="*/ 1802606 h 1890712"/>
              <a:gd name="connsiteX164" fmla="*/ 2514600 w 2543175"/>
              <a:gd name="connsiteY164" fmla="*/ 1850231 h 1890712"/>
              <a:gd name="connsiteX165" fmla="*/ 2519363 w 2543175"/>
              <a:gd name="connsiteY165" fmla="*/ 1857375 h 1890712"/>
              <a:gd name="connsiteX166" fmla="*/ 2540794 w 2543175"/>
              <a:gd name="connsiteY166" fmla="*/ 1883569 h 1890712"/>
              <a:gd name="connsiteX167" fmla="*/ 2543175 w 2543175"/>
              <a:gd name="connsiteY167"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5425 w 2543175"/>
              <a:gd name="connsiteY98" fmla="*/ 1088231 h 1890712"/>
              <a:gd name="connsiteX99" fmla="*/ 1547812 w 2543175"/>
              <a:gd name="connsiteY99" fmla="*/ 1133475 h 1890712"/>
              <a:gd name="connsiteX100" fmla="*/ 1597819 w 2543175"/>
              <a:gd name="connsiteY100" fmla="*/ 1154906 h 1890712"/>
              <a:gd name="connsiteX101" fmla="*/ 1604963 w 2543175"/>
              <a:gd name="connsiteY101" fmla="*/ 1162050 h 1890712"/>
              <a:gd name="connsiteX102" fmla="*/ 1612107 w 2543175"/>
              <a:gd name="connsiteY102" fmla="*/ 1166812 h 1890712"/>
              <a:gd name="connsiteX103" fmla="*/ 1628775 w 2543175"/>
              <a:gd name="connsiteY103" fmla="*/ 1183481 h 1890712"/>
              <a:gd name="connsiteX104" fmla="*/ 1662113 w 2543175"/>
              <a:gd name="connsiteY104" fmla="*/ 1209675 h 1890712"/>
              <a:gd name="connsiteX105" fmla="*/ 1678782 w 2543175"/>
              <a:gd name="connsiteY105" fmla="*/ 1226344 h 1890712"/>
              <a:gd name="connsiteX106" fmla="*/ 1700213 w 2543175"/>
              <a:gd name="connsiteY106" fmla="*/ 1247775 h 1890712"/>
              <a:gd name="connsiteX107" fmla="*/ 1712119 w 2543175"/>
              <a:gd name="connsiteY107" fmla="*/ 1259681 h 1890712"/>
              <a:gd name="connsiteX108" fmla="*/ 1733550 w 2543175"/>
              <a:gd name="connsiteY108" fmla="*/ 1273969 h 1890712"/>
              <a:gd name="connsiteX109" fmla="*/ 1743075 w 2543175"/>
              <a:gd name="connsiteY109" fmla="*/ 1283494 h 1890712"/>
              <a:gd name="connsiteX110" fmla="*/ 1754982 w 2543175"/>
              <a:gd name="connsiteY110" fmla="*/ 1290637 h 1890712"/>
              <a:gd name="connsiteX111" fmla="*/ 1766888 w 2543175"/>
              <a:gd name="connsiteY111" fmla="*/ 1300162 h 1890712"/>
              <a:gd name="connsiteX112" fmla="*/ 1783557 w 2543175"/>
              <a:gd name="connsiteY112" fmla="*/ 1307306 h 1890712"/>
              <a:gd name="connsiteX113" fmla="*/ 1790700 w 2543175"/>
              <a:gd name="connsiteY113" fmla="*/ 1312069 h 1890712"/>
              <a:gd name="connsiteX114" fmla="*/ 1800225 w 2543175"/>
              <a:gd name="connsiteY114" fmla="*/ 1319212 h 1890712"/>
              <a:gd name="connsiteX115" fmla="*/ 1807369 w 2543175"/>
              <a:gd name="connsiteY115" fmla="*/ 1321594 h 1890712"/>
              <a:gd name="connsiteX116" fmla="*/ 1824038 w 2543175"/>
              <a:gd name="connsiteY116" fmla="*/ 1333500 h 1890712"/>
              <a:gd name="connsiteX117" fmla="*/ 1843088 w 2543175"/>
              <a:gd name="connsiteY117" fmla="*/ 1352550 h 1890712"/>
              <a:gd name="connsiteX118" fmla="*/ 1852613 w 2543175"/>
              <a:gd name="connsiteY118" fmla="*/ 1359694 h 1890712"/>
              <a:gd name="connsiteX119" fmla="*/ 1859757 w 2543175"/>
              <a:gd name="connsiteY119" fmla="*/ 1366837 h 1890712"/>
              <a:gd name="connsiteX120" fmla="*/ 1869282 w 2543175"/>
              <a:gd name="connsiteY120" fmla="*/ 1371600 h 1890712"/>
              <a:gd name="connsiteX121" fmla="*/ 1883569 w 2543175"/>
              <a:gd name="connsiteY121" fmla="*/ 1388269 h 1890712"/>
              <a:gd name="connsiteX122" fmla="*/ 1893094 w 2543175"/>
              <a:gd name="connsiteY122" fmla="*/ 1395412 h 1890712"/>
              <a:gd name="connsiteX123" fmla="*/ 1902619 w 2543175"/>
              <a:gd name="connsiteY123" fmla="*/ 1404937 h 1890712"/>
              <a:gd name="connsiteX124" fmla="*/ 1912144 w 2543175"/>
              <a:gd name="connsiteY124" fmla="*/ 1409700 h 1890712"/>
              <a:gd name="connsiteX125" fmla="*/ 1931194 w 2543175"/>
              <a:gd name="connsiteY125" fmla="*/ 1421606 h 1890712"/>
              <a:gd name="connsiteX126" fmla="*/ 1935957 w 2543175"/>
              <a:gd name="connsiteY126" fmla="*/ 1428750 h 1890712"/>
              <a:gd name="connsiteX127" fmla="*/ 1952625 w 2543175"/>
              <a:gd name="connsiteY127" fmla="*/ 1438275 h 1890712"/>
              <a:gd name="connsiteX128" fmla="*/ 1971675 w 2543175"/>
              <a:gd name="connsiteY128" fmla="*/ 1450181 h 1890712"/>
              <a:gd name="connsiteX129" fmla="*/ 1981200 w 2543175"/>
              <a:gd name="connsiteY129" fmla="*/ 1454944 h 1890712"/>
              <a:gd name="connsiteX130" fmla="*/ 1997869 w 2543175"/>
              <a:gd name="connsiteY130" fmla="*/ 1471612 h 1890712"/>
              <a:gd name="connsiteX131" fmla="*/ 2007394 w 2543175"/>
              <a:gd name="connsiteY131" fmla="*/ 1478756 h 1890712"/>
              <a:gd name="connsiteX132" fmla="*/ 2016919 w 2543175"/>
              <a:gd name="connsiteY132" fmla="*/ 1483519 h 1890712"/>
              <a:gd name="connsiteX133" fmla="*/ 2024063 w 2543175"/>
              <a:gd name="connsiteY133" fmla="*/ 1490662 h 1890712"/>
              <a:gd name="connsiteX134" fmla="*/ 2033588 w 2543175"/>
              <a:gd name="connsiteY134" fmla="*/ 1495425 h 1890712"/>
              <a:gd name="connsiteX135" fmla="*/ 2040732 w 2543175"/>
              <a:gd name="connsiteY135" fmla="*/ 1502569 h 1890712"/>
              <a:gd name="connsiteX136" fmla="*/ 2047875 w 2543175"/>
              <a:gd name="connsiteY136" fmla="*/ 1507331 h 1890712"/>
              <a:gd name="connsiteX137" fmla="*/ 2057400 w 2543175"/>
              <a:gd name="connsiteY137" fmla="*/ 1514475 h 1890712"/>
              <a:gd name="connsiteX138" fmla="*/ 2064544 w 2543175"/>
              <a:gd name="connsiteY138" fmla="*/ 1519237 h 1890712"/>
              <a:gd name="connsiteX139" fmla="*/ 2071688 w 2543175"/>
              <a:gd name="connsiteY139" fmla="*/ 1526381 h 1890712"/>
              <a:gd name="connsiteX140" fmla="*/ 2081213 w 2543175"/>
              <a:gd name="connsiteY140" fmla="*/ 1531144 h 1890712"/>
              <a:gd name="connsiteX141" fmla="*/ 2090738 w 2543175"/>
              <a:gd name="connsiteY141" fmla="*/ 1538287 h 1890712"/>
              <a:gd name="connsiteX142" fmla="*/ 2109788 w 2543175"/>
              <a:gd name="connsiteY142" fmla="*/ 1547812 h 1890712"/>
              <a:gd name="connsiteX143" fmla="*/ 2131219 w 2543175"/>
              <a:gd name="connsiteY143" fmla="*/ 1562100 h 1890712"/>
              <a:gd name="connsiteX144" fmla="*/ 2140744 w 2543175"/>
              <a:gd name="connsiteY144" fmla="*/ 1566862 h 1890712"/>
              <a:gd name="connsiteX145" fmla="*/ 2152650 w 2543175"/>
              <a:gd name="connsiteY145" fmla="*/ 1576387 h 1890712"/>
              <a:gd name="connsiteX146" fmla="*/ 2181225 w 2543175"/>
              <a:gd name="connsiteY146" fmla="*/ 1590675 h 1890712"/>
              <a:gd name="connsiteX147" fmla="*/ 2200275 w 2543175"/>
              <a:gd name="connsiteY147" fmla="*/ 1607344 h 1890712"/>
              <a:gd name="connsiteX148" fmla="*/ 2207419 w 2543175"/>
              <a:gd name="connsiteY148" fmla="*/ 1612106 h 1890712"/>
              <a:gd name="connsiteX149" fmla="*/ 2216944 w 2543175"/>
              <a:gd name="connsiteY149" fmla="*/ 1619250 h 1890712"/>
              <a:gd name="connsiteX150" fmla="*/ 2224088 w 2543175"/>
              <a:gd name="connsiteY150" fmla="*/ 1624012 h 1890712"/>
              <a:gd name="connsiteX151" fmla="*/ 2247900 w 2543175"/>
              <a:gd name="connsiteY151" fmla="*/ 1643062 h 1890712"/>
              <a:gd name="connsiteX152" fmla="*/ 2255044 w 2543175"/>
              <a:gd name="connsiteY152" fmla="*/ 1650206 h 1890712"/>
              <a:gd name="connsiteX153" fmla="*/ 2281238 w 2543175"/>
              <a:gd name="connsiteY153" fmla="*/ 1664494 h 1890712"/>
              <a:gd name="connsiteX154" fmla="*/ 2297907 w 2543175"/>
              <a:gd name="connsiteY154" fmla="*/ 1674019 h 1890712"/>
              <a:gd name="connsiteX155" fmla="*/ 2312194 w 2543175"/>
              <a:gd name="connsiteY155" fmla="*/ 1685925 h 1890712"/>
              <a:gd name="connsiteX156" fmla="*/ 2328863 w 2543175"/>
              <a:gd name="connsiteY156" fmla="*/ 1697831 h 1890712"/>
              <a:gd name="connsiteX157" fmla="*/ 2350294 w 2543175"/>
              <a:gd name="connsiteY157" fmla="*/ 1712119 h 1890712"/>
              <a:gd name="connsiteX158" fmla="*/ 2369344 w 2543175"/>
              <a:gd name="connsiteY158" fmla="*/ 1724025 h 1890712"/>
              <a:gd name="connsiteX159" fmla="*/ 2428876 w 2543175"/>
              <a:gd name="connsiteY159" fmla="*/ 1785938 h 1890712"/>
              <a:gd name="connsiteX160" fmla="*/ 2466975 w 2543175"/>
              <a:gd name="connsiteY160" fmla="*/ 1783556 h 1890712"/>
              <a:gd name="connsiteX161" fmla="*/ 2481263 w 2543175"/>
              <a:gd name="connsiteY161" fmla="*/ 1795462 h 1890712"/>
              <a:gd name="connsiteX162" fmla="*/ 2486025 w 2543175"/>
              <a:gd name="connsiteY162" fmla="*/ 1802606 h 1890712"/>
              <a:gd name="connsiteX163" fmla="*/ 2514600 w 2543175"/>
              <a:gd name="connsiteY163" fmla="*/ 1850231 h 1890712"/>
              <a:gd name="connsiteX164" fmla="*/ 2519363 w 2543175"/>
              <a:gd name="connsiteY164" fmla="*/ 1857375 h 1890712"/>
              <a:gd name="connsiteX165" fmla="*/ 2540794 w 2543175"/>
              <a:gd name="connsiteY165" fmla="*/ 1883569 h 1890712"/>
              <a:gd name="connsiteX166" fmla="*/ 2543175 w 2543175"/>
              <a:gd name="connsiteY16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47812 w 2543175"/>
              <a:gd name="connsiteY99" fmla="*/ 1133475 h 1890712"/>
              <a:gd name="connsiteX100" fmla="*/ 1597819 w 2543175"/>
              <a:gd name="connsiteY100" fmla="*/ 1154906 h 1890712"/>
              <a:gd name="connsiteX101" fmla="*/ 1604963 w 2543175"/>
              <a:gd name="connsiteY101" fmla="*/ 1162050 h 1890712"/>
              <a:gd name="connsiteX102" fmla="*/ 1612107 w 2543175"/>
              <a:gd name="connsiteY102" fmla="*/ 1166812 h 1890712"/>
              <a:gd name="connsiteX103" fmla="*/ 1628775 w 2543175"/>
              <a:gd name="connsiteY103" fmla="*/ 1183481 h 1890712"/>
              <a:gd name="connsiteX104" fmla="*/ 1662113 w 2543175"/>
              <a:gd name="connsiteY104" fmla="*/ 1209675 h 1890712"/>
              <a:gd name="connsiteX105" fmla="*/ 1678782 w 2543175"/>
              <a:gd name="connsiteY105" fmla="*/ 1226344 h 1890712"/>
              <a:gd name="connsiteX106" fmla="*/ 1700213 w 2543175"/>
              <a:gd name="connsiteY106" fmla="*/ 1247775 h 1890712"/>
              <a:gd name="connsiteX107" fmla="*/ 1712119 w 2543175"/>
              <a:gd name="connsiteY107" fmla="*/ 1259681 h 1890712"/>
              <a:gd name="connsiteX108" fmla="*/ 1733550 w 2543175"/>
              <a:gd name="connsiteY108" fmla="*/ 1273969 h 1890712"/>
              <a:gd name="connsiteX109" fmla="*/ 1743075 w 2543175"/>
              <a:gd name="connsiteY109" fmla="*/ 1283494 h 1890712"/>
              <a:gd name="connsiteX110" fmla="*/ 1754982 w 2543175"/>
              <a:gd name="connsiteY110" fmla="*/ 1290637 h 1890712"/>
              <a:gd name="connsiteX111" fmla="*/ 1766888 w 2543175"/>
              <a:gd name="connsiteY111" fmla="*/ 1300162 h 1890712"/>
              <a:gd name="connsiteX112" fmla="*/ 1783557 w 2543175"/>
              <a:gd name="connsiteY112" fmla="*/ 1307306 h 1890712"/>
              <a:gd name="connsiteX113" fmla="*/ 1790700 w 2543175"/>
              <a:gd name="connsiteY113" fmla="*/ 1312069 h 1890712"/>
              <a:gd name="connsiteX114" fmla="*/ 1800225 w 2543175"/>
              <a:gd name="connsiteY114" fmla="*/ 1319212 h 1890712"/>
              <a:gd name="connsiteX115" fmla="*/ 1807369 w 2543175"/>
              <a:gd name="connsiteY115" fmla="*/ 1321594 h 1890712"/>
              <a:gd name="connsiteX116" fmla="*/ 1824038 w 2543175"/>
              <a:gd name="connsiteY116" fmla="*/ 1333500 h 1890712"/>
              <a:gd name="connsiteX117" fmla="*/ 1843088 w 2543175"/>
              <a:gd name="connsiteY117" fmla="*/ 1352550 h 1890712"/>
              <a:gd name="connsiteX118" fmla="*/ 1852613 w 2543175"/>
              <a:gd name="connsiteY118" fmla="*/ 1359694 h 1890712"/>
              <a:gd name="connsiteX119" fmla="*/ 1859757 w 2543175"/>
              <a:gd name="connsiteY119" fmla="*/ 1366837 h 1890712"/>
              <a:gd name="connsiteX120" fmla="*/ 1869282 w 2543175"/>
              <a:gd name="connsiteY120" fmla="*/ 1371600 h 1890712"/>
              <a:gd name="connsiteX121" fmla="*/ 1883569 w 2543175"/>
              <a:gd name="connsiteY121" fmla="*/ 1388269 h 1890712"/>
              <a:gd name="connsiteX122" fmla="*/ 1893094 w 2543175"/>
              <a:gd name="connsiteY122" fmla="*/ 1395412 h 1890712"/>
              <a:gd name="connsiteX123" fmla="*/ 1902619 w 2543175"/>
              <a:gd name="connsiteY123" fmla="*/ 1404937 h 1890712"/>
              <a:gd name="connsiteX124" fmla="*/ 1912144 w 2543175"/>
              <a:gd name="connsiteY124" fmla="*/ 1409700 h 1890712"/>
              <a:gd name="connsiteX125" fmla="*/ 1931194 w 2543175"/>
              <a:gd name="connsiteY125" fmla="*/ 1421606 h 1890712"/>
              <a:gd name="connsiteX126" fmla="*/ 1935957 w 2543175"/>
              <a:gd name="connsiteY126" fmla="*/ 1428750 h 1890712"/>
              <a:gd name="connsiteX127" fmla="*/ 1952625 w 2543175"/>
              <a:gd name="connsiteY127" fmla="*/ 1438275 h 1890712"/>
              <a:gd name="connsiteX128" fmla="*/ 1971675 w 2543175"/>
              <a:gd name="connsiteY128" fmla="*/ 1450181 h 1890712"/>
              <a:gd name="connsiteX129" fmla="*/ 1981200 w 2543175"/>
              <a:gd name="connsiteY129" fmla="*/ 1454944 h 1890712"/>
              <a:gd name="connsiteX130" fmla="*/ 1997869 w 2543175"/>
              <a:gd name="connsiteY130" fmla="*/ 1471612 h 1890712"/>
              <a:gd name="connsiteX131" fmla="*/ 2007394 w 2543175"/>
              <a:gd name="connsiteY131" fmla="*/ 1478756 h 1890712"/>
              <a:gd name="connsiteX132" fmla="*/ 2016919 w 2543175"/>
              <a:gd name="connsiteY132" fmla="*/ 1483519 h 1890712"/>
              <a:gd name="connsiteX133" fmla="*/ 2024063 w 2543175"/>
              <a:gd name="connsiteY133" fmla="*/ 1490662 h 1890712"/>
              <a:gd name="connsiteX134" fmla="*/ 2033588 w 2543175"/>
              <a:gd name="connsiteY134" fmla="*/ 1495425 h 1890712"/>
              <a:gd name="connsiteX135" fmla="*/ 2040732 w 2543175"/>
              <a:gd name="connsiteY135" fmla="*/ 1502569 h 1890712"/>
              <a:gd name="connsiteX136" fmla="*/ 2047875 w 2543175"/>
              <a:gd name="connsiteY136" fmla="*/ 1507331 h 1890712"/>
              <a:gd name="connsiteX137" fmla="*/ 2057400 w 2543175"/>
              <a:gd name="connsiteY137" fmla="*/ 1514475 h 1890712"/>
              <a:gd name="connsiteX138" fmla="*/ 2064544 w 2543175"/>
              <a:gd name="connsiteY138" fmla="*/ 1519237 h 1890712"/>
              <a:gd name="connsiteX139" fmla="*/ 2071688 w 2543175"/>
              <a:gd name="connsiteY139" fmla="*/ 1526381 h 1890712"/>
              <a:gd name="connsiteX140" fmla="*/ 2081213 w 2543175"/>
              <a:gd name="connsiteY140" fmla="*/ 1531144 h 1890712"/>
              <a:gd name="connsiteX141" fmla="*/ 2090738 w 2543175"/>
              <a:gd name="connsiteY141" fmla="*/ 1538287 h 1890712"/>
              <a:gd name="connsiteX142" fmla="*/ 2109788 w 2543175"/>
              <a:gd name="connsiteY142" fmla="*/ 1547812 h 1890712"/>
              <a:gd name="connsiteX143" fmla="*/ 2131219 w 2543175"/>
              <a:gd name="connsiteY143" fmla="*/ 1562100 h 1890712"/>
              <a:gd name="connsiteX144" fmla="*/ 2140744 w 2543175"/>
              <a:gd name="connsiteY144" fmla="*/ 1566862 h 1890712"/>
              <a:gd name="connsiteX145" fmla="*/ 2152650 w 2543175"/>
              <a:gd name="connsiteY145" fmla="*/ 1576387 h 1890712"/>
              <a:gd name="connsiteX146" fmla="*/ 2181225 w 2543175"/>
              <a:gd name="connsiteY146" fmla="*/ 1590675 h 1890712"/>
              <a:gd name="connsiteX147" fmla="*/ 2200275 w 2543175"/>
              <a:gd name="connsiteY147" fmla="*/ 1607344 h 1890712"/>
              <a:gd name="connsiteX148" fmla="*/ 2207419 w 2543175"/>
              <a:gd name="connsiteY148" fmla="*/ 1612106 h 1890712"/>
              <a:gd name="connsiteX149" fmla="*/ 2216944 w 2543175"/>
              <a:gd name="connsiteY149" fmla="*/ 1619250 h 1890712"/>
              <a:gd name="connsiteX150" fmla="*/ 2224088 w 2543175"/>
              <a:gd name="connsiteY150" fmla="*/ 1624012 h 1890712"/>
              <a:gd name="connsiteX151" fmla="*/ 2247900 w 2543175"/>
              <a:gd name="connsiteY151" fmla="*/ 1643062 h 1890712"/>
              <a:gd name="connsiteX152" fmla="*/ 2255044 w 2543175"/>
              <a:gd name="connsiteY152" fmla="*/ 1650206 h 1890712"/>
              <a:gd name="connsiteX153" fmla="*/ 2281238 w 2543175"/>
              <a:gd name="connsiteY153" fmla="*/ 1664494 h 1890712"/>
              <a:gd name="connsiteX154" fmla="*/ 2297907 w 2543175"/>
              <a:gd name="connsiteY154" fmla="*/ 1674019 h 1890712"/>
              <a:gd name="connsiteX155" fmla="*/ 2312194 w 2543175"/>
              <a:gd name="connsiteY155" fmla="*/ 1685925 h 1890712"/>
              <a:gd name="connsiteX156" fmla="*/ 2328863 w 2543175"/>
              <a:gd name="connsiteY156" fmla="*/ 1697831 h 1890712"/>
              <a:gd name="connsiteX157" fmla="*/ 2350294 w 2543175"/>
              <a:gd name="connsiteY157" fmla="*/ 1712119 h 1890712"/>
              <a:gd name="connsiteX158" fmla="*/ 2369344 w 2543175"/>
              <a:gd name="connsiteY158" fmla="*/ 1724025 h 1890712"/>
              <a:gd name="connsiteX159" fmla="*/ 2428876 w 2543175"/>
              <a:gd name="connsiteY159" fmla="*/ 1785938 h 1890712"/>
              <a:gd name="connsiteX160" fmla="*/ 2466975 w 2543175"/>
              <a:gd name="connsiteY160" fmla="*/ 1783556 h 1890712"/>
              <a:gd name="connsiteX161" fmla="*/ 2481263 w 2543175"/>
              <a:gd name="connsiteY161" fmla="*/ 1795462 h 1890712"/>
              <a:gd name="connsiteX162" fmla="*/ 2486025 w 2543175"/>
              <a:gd name="connsiteY162" fmla="*/ 1802606 h 1890712"/>
              <a:gd name="connsiteX163" fmla="*/ 2514600 w 2543175"/>
              <a:gd name="connsiteY163" fmla="*/ 1850231 h 1890712"/>
              <a:gd name="connsiteX164" fmla="*/ 2519363 w 2543175"/>
              <a:gd name="connsiteY164" fmla="*/ 1857375 h 1890712"/>
              <a:gd name="connsiteX165" fmla="*/ 2540794 w 2543175"/>
              <a:gd name="connsiteY165" fmla="*/ 1883569 h 1890712"/>
              <a:gd name="connsiteX166" fmla="*/ 2543175 w 2543175"/>
              <a:gd name="connsiteY16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7819 w 2543175"/>
              <a:gd name="connsiteY100" fmla="*/ 1154906 h 1890712"/>
              <a:gd name="connsiteX101" fmla="*/ 1604963 w 2543175"/>
              <a:gd name="connsiteY101" fmla="*/ 1162050 h 1890712"/>
              <a:gd name="connsiteX102" fmla="*/ 1612107 w 2543175"/>
              <a:gd name="connsiteY102" fmla="*/ 1166812 h 1890712"/>
              <a:gd name="connsiteX103" fmla="*/ 1628775 w 2543175"/>
              <a:gd name="connsiteY103" fmla="*/ 1183481 h 1890712"/>
              <a:gd name="connsiteX104" fmla="*/ 1662113 w 2543175"/>
              <a:gd name="connsiteY104" fmla="*/ 1209675 h 1890712"/>
              <a:gd name="connsiteX105" fmla="*/ 1678782 w 2543175"/>
              <a:gd name="connsiteY105" fmla="*/ 1226344 h 1890712"/>
              <a:gd name="connsiteX106" fmla="*/ 1700213 w 2543175"/>
              <a:gd name="connsiteY106" fmla="*/ 1247775 h 1890712"/>
              <a:gd name="connsiteX107" fmla="*/ 1712119 w 2543175"/>
              <a:gd name="connsiteY107" fmla="*/ 1259681 h 1890712"/>
              <a:gd name="connsiteX108" fmla="*/ 1733550 w 2543175"/>
              <a:gd name="connsiteY108" fmla="*/ 1273969 h 1890712"/>
              <a:gd name="connsiteX109" fmla="*/ 1743075 w 2543175"/>
              <a:gd name="connsiteY109" fmla="*/ 1283494 h 1890712"/>
              <a:gd name="connsiteX110" fmla="*/ 1754982 w 2543175"/>
              <a:gd name="connsiteY110" fmla="*/ 1290637 h 1890712"/>
              <a:gd name="connsiteX111" fmla="*/ 1766888 w 2543175"/>
              <a:gd name="connsiteY111" fmla="*/ 1300162 h 1890712"/>
              <a:gd name="connsiteX112" fmla="*/ 1783557 w 2543175"/>
              <a:gd name="connsiteY112" fmla="*/ 1307306 h 1890712"/>
              <a:gd name="connsiteX113" fmla="*/ 1790700 w 2543175"/>
              <a:gd name="connsiteY113" fmla="*/ 1312069 h 1890712"/>
              <a:gd name="connsiteX114" fmla="*/ 1800225 w 2543175"/>
              <a:gd name="connsiteY114" fmla="*/ 1319212 h 1890712"/>
              <a:gd name="connsiteX115" fmla="*/ 1807369 w 2543175"/>
              <a:gd name="connsiteY115" fmla="*/ 1321594 h 1890712"/>
              <a:gd name="connsiteX116" fmla="*/ 1824038 w 2543175"/>
              <a:gd name="connsiteY116" fmla="*/ 1333500 h 1890712"/>
              <a:gd name="connsiteX117" fmla="*/ 1843088 w 2543175"/>
              <a:gd name="connsiteY117" fmla="*/ 1352550 h 1890712"/>
              <a:gd name="connsiteX118" fmla="*/ 1852613 w 2543175"/>
              <a:gd name="connsiteY118" fmla="*/ 1359694 h 1890712"/>
              <a:gd name="connsiteX119" fmla="*/ 1859757 w 2543175"/>
              <a:gd name="connsiteY119" fmla="*/ 1366837 h 1890712"/>
              <a:gd name="connsiteX120" fmla="*/ 1869282 w 2543175"/>
              <a:gd name="connsiteY120" fmla="*/ 1371600 h 1890712"/>
              <a:gd name="connsiteX121" fmla="*/ 1883569 w 2543175"/>
              <a:gd name="connsiteY121" fmla="*/ 1388269 h 1890712"/>
              <a:gd name="connsiteX122" fmla="*/ 1893094 w 2543175"/>
              <a:gd name="connsiteY122" fmla="*/ 1395412 h 1890712"/>
              <a:gd name="connsiteX123" fmla="*/ 1902619 w 2543175"/>
              <a:gd name="connsiteY123" fmla="*/ 1404937 h 1890712"/>
              <a:gd name="connsiteX124" fmla="*/ 1912144 w 2543175"/>
              <a:gd name="connsiteY124" fmla="*/ 1409700 h 1890712"/>
              <a:gd name="connsiteX125" fmla="*/ 1931194 w 2543175"/>
              <a:gd name="connsiteY125" fmla="*/ 1421606 h 1890712"/>
              <a:gd name="connsiteX126" fmla="*/ 1935957 w 2543175"/>
              <a:gd name="connsiteY126" fmla="*/ 1428750 h 1890712"/>
              <a:gd name="connsiteX127" fmla="*/ 1952625 w 2543175"/>
              <a:gd name="connsiteY127" fmla="*/ 1438275 h 1890712"/>
              <a:gd name="connsiteX128" fmla="*/ 1971675 w 2543175"/>
              <a:gd name="connsiteY128" fmla="*/ 1450181 h 1890712"/>
              <a:gd name="connsiteX129" fmla="*/ 1981200 w 2543175"/>
              <a:gd name="connsiteY129" fmla="*/ 1454944 h 1890712"/>
              <a:gd name="connsiteX130" fmla="*/ 1997869 w 2543175"/>
              <a:gd name="connsiteY130" fmla="*/ 1471612 h 1890712"/>
              <a:gd name="connsiteX131" fmla="*/ 2007394 w 2543175"/>
              <a:gd name="connsiteY131" fmla="*/ 1478756 h 1890712"/>
              <a:gd name="connsiteX132" fmla="*/ 2016919 w 2543175"/>
              <a:gd name="connsiteY132" fmla="*/ 1483519 h 1890712"/>
              <a:gd name="connsiteX133" fmla="*/ 2024063 w 2543175"/>
              <a:gd name="connsiteY133" fmla="*/ 1490662 h 1890712"/>
              <a:gd name="connsiteX134" fmla="*/ 2033588 w 2543175"/>
              <a:gd name="connsiteY134" fmla="*/ 1495425 h 1890712"/>
              <a:gd name="connsiteX135" fmla="*/ 2040732 w 2543175"/>
              <a:gd name="connsiteY135" fmla="*/ 1502569 h 1890712"/>
              <a:gd name="connsiteX136" fmla="*/ 2047875 w 2543175"/>
              <a:gd name="connsiteY136" fmla="*/ 1507331 h 1890712"/>
              <a:gd name="connsiteX137" fmla="*/ 2057400 w 2543175"/>
              <a:gd name="connsiteY137" fmla="*/ 1514475 h 1890712"/>
              <a:gd name="connsiteX138" fmla="*/ 2064544 w 2543175"/>
              <a:gd name="connsiteY138" fmla="*/ 1519237 h 1890712"/>
              <a:gd name="connsiteX139" fmla="*/ 2071688 w 2543175"/>
              <a:gd name="connsiteY139" fmla="*/ 1526381 h 1890712"/>
              <a:gd name="connsiteX140" fmla="*/ 2081213 w 2543175"/>
              <a:gd name="connsiteY140" fmla="*/ 1531144 h 1890712"/>
              <a:gd name="connsiteX141" fmla="*/ 2090738 w 2543175"/>
              <a:gd name="connsiteY141" fmla="*/ 1538287 h 1890712"/>
              <a:gd name="connsiteX142" fmla="*/ 2109788 w 2543175"/>
              <a:gd name="connsiteY142" fmla="*/ 1547812 h 1890712"/>
              <a:gd name="connsiteX143" fmla="*/ 2131219 w 2543175"/>
              <a:gd name="connsiteY143" fmla="*/ 1562100 h 1890712"/>
              <a:gd name="connsiteX144" fmla="*/ 2140744 w 2543175"/>
              <a:gd name="connsiteY144" fmla="*/ 1566862 h 1890712"/>
              <a:gd name="connsiteX145" fmla="*/ 2152650 w 2543175"/>
              <a:gd name="connsiteY145" fmla="*/ 1576387 h 1890712"/>
              <a:gd name="connsiteX146" fmla="*/ 2181225 w 2543175"/>
              <a:gd name="connsiteY146" fmla="*/ 1590675 h 1890712"/>
              <a:gd name="connsiteX147" fmla="*/ 2200275 w 2543175"/>
              <a:gd name="connsiteY147" fmla="*/ 1607344 h 1890712"/>
              <a:gd name="connsiteX148" fmla="*/ 2207419 w 2543175"/>
              <a:gd name="connsiteY148" fmla="*/ 1612106 h 1890712"/>
              <a:gd name="connsiteX149" fmla="*/ 2216944 w 2543175"/>
              <a:gd name="connsiteY149" fmla="*/ 1619250 h 1890712"/>
              <a:gd name="connsiteX150" fmla="*/ 2224088 w 2543175"/>
              <a:gd name="connsiteY150" fmla="*/ 1624012 h 1890712"/>
              <a:gd name="connsiteX151" fmla="*/ 2247900 w 2543175"/>
              <a:gd name="connsiteY151" fmla="*/ 1643062 h 1890712"/>
              <a:gd name="connsiteX152" fmla="*/ 2255044 w 2543175"/>
              <a:gd name="connsiteY152" fmla="*/ 1650206 h 1890712"/>
              <a:gd name="connsiteX153" fmla="*/ 2281238 w 2543175"/>
              <a:gd name="connsiteY153" fmla="*/ 1664494 h 1890712"/>
              <a:gd name="connsiteX154" fmla="*/ 2297907 w 2543175"/>
              <a:gd name="connsiteY154" fmla="*/ 1674019 h 1890712"/>
              <a:gd name="connsiteX155" fmla="*/ 2312194 w 2543175"/>
              <a:gd name="connsiteY155" fmla="*/ 1685925 h 1890712"/>
              <a:gd name="connsiteX156" fmla="*/ 2328863 w 2543175"/>
              <a:gd name="connsiteY156" fmla="*/ 1697831 h 1890712"/>
              <a:gd name="connsiteX157" fmla="*/ 2350294 w 2543175"/>
              <a:gd name="connsiteY157" fmla="*/ 1712119 h 1890712"/>
              <a:gd name="connsiteX158" fmla="*/ 2369344 w 2543175"/>
              <a:gd name="connsiteY158" fmla="*/ 1724025 h 1890712"/>
              <a:gd name="connsiteX159" fmla="*/ 2428876 w 2543175"/>
              <a:gd name="connsiteY159" fmla="*/ 1785938 h 1890712"/>
              <a:gd name="connsiteX160" fmla="*/ 2466975 w 2543175"/>
              <a:gd name="connsiteY160" fmla="*/ 1783556 h 1890712"/>
              <a:gd name="connsiteX161" fmla="*/ 2481263 w 2543175"/>
              <a:gd name="connsiteY161" fmla="*/ 1795462 h 1890712"/>
              <a:gd name="connsiteX162" fmla="*/ 2486025 w 2543175"/>
              <a:gd name="connsiteY162" fmla="*/ 1802606 h 1890712"/>
              <a:gd name="connsiteX163" fmla="*/ 2514600 w 2543175"/>
              <a:gd name="connsiteY163" fmla="*/ 1850231 h 1890712"/>
              <a:gd name="connsiteX164" fmla="*/ 2519363 w 2543175"/>
              <a:gd name="connsiteY164" fmla="*/ 1857375 h 1890712"/>
              <a:gd name="connsiteX165" fmla="*/ 2540794 w 2543175"/>
              <a:gd name="connsiteY165" fmla="*/ 1883569 h 1890712"/>
              <a:gd name="connsiteX166" fmla="*/ 2543175 w 2543175"/>
              <a:gd name="connsiteY16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7819 w 2543175"/>
              <a:gd name="connsiteY100" fmla="*/ 1154906 h 1890712"/>
              <a:gd name="connsiteX101" fmla="*/ 1604963 w 2543175"/>
              <a:gd name="connsiteY101" fmla="*/ 1162050 h 1890712"/>
              <a:gd name="connsiteX102" fmla="*/ 1628775 w 2543175"/>
              <a:gd name="connsiteY102" fmla="*/ 1183481 h 1890712"/>
              <a:gd name="connsiteX103" fmla="*/ 1662113 w 2543175"/>
              <a:gd name="connsiteY103" fmla="*/ 1209675 h 1890712"/>
              <a:gd name="connsiteX104" fmla="*/ 1678782 w 2543175"/>
              <a:gd name="connsiteY104" fmla="*/ 1226344 h 1890712"/>
              <a:gd name="connsiteX105" fmla="*/ 1700213 w 2543175"/>
              <a:gd name="connsiteY105" fmla="*/ 1247775 h 1890712"/>
              <a:gd name="connsiteX106" fmla="*/ 1712119 w 2543175"/>
              <a:gd name="connsiteY106" fmla="*/ 1259681 h 1890712"/>
              <a:gd name="connsiteX107" fmla="*/ 1733550 w 2543175"/>
              <a:gd name="connsiteY107" fmla="*/ 1273969 h 1890712"/>
              <a:gd name="connsiteX108" fmla="*/ 1743075 w 2543175"/>
              <a:gd name="connsiteY108" fmla="*/ 1283494 h 1890712"/>
              <a:gd name="connsiteX109" fmla="*/ 1754982 w 2543175"/>
              <a:gd name="connsiteY109" fmla="*/ 1290637 h 1890712"/>
              <a:gd name="connsiteX110" fmla="*/ 1766888 w 2543175"/>
              <a:gd name="connsiteY110" fmla="*/ 1300162 h 1890712"/>
              <a:gd name="connsiteX111" fmla="*/ 1783557 w 2543175"/>
              <a:gd name="connsiteY111" fmla="*/ 1307306 h 1890712"/>
              <a:gd name="connsiteX112" fmla="*/ 1790700 w 2543175"/>
              <a:gd name="connsiteY112" fmla="*/ 1312069 h 1890712"/>
              <a:gd name="connsiteX113" fmla="*/ 1800225 w 2543175"/>
              <a:gd name="connsiteY113" fmla="*/ 1319212 h 1890712"/>
              <a:gd name="connsiteX114" fmla="*/ 1807369 w 2543175"/>
              <a:gd name="connsiteY114" fmla="*/ 1321594 h 1890712"/>
              <a:gd name="connsiteX115" fmla="*/ 1824038 w 2543175"/>
              <a:gd name="connsiteY115" fmla="*/ 1333500 h 1890712"/>
              <a:gd name="connsiteX116" fmla="*/ 1843088 w 2543175"/>
              <a:gd name="connsiteY116" fmla="*/ 1352550 h 1890712"/>
              <a:gd name="connsiteX117" fmla="*/ 1852613 w 2543175"/>
              <a:gd name="connsiteY117" fmla="*/ 1359694 h 1890712"/>
              <a:gd name="connsiteX118" fmla="*/ 1859757 w 2543175"/>
              <a:gd name="connsiteY118" fmla="*/ 1366837 h 1890712"/>
              <a:gd name="connsiteX119" fmla="*/ 1869282 w 2543175"/>
              <a:gd name="connsiteY119" fmla="*/ 1371600 h 1890712"/>
              <a:gd name="connsiteX120" fmla="*/ 1883569 w 2543175"/>
              <a:gd name="connsiteY120" fmla="*/ 1388269 h 1890712"/>
              <a:gd name="connsiteX121" fmla="*/ 1893094 w 2543175"/>
              <a:gd name="connsiteY121" fmla="*/ 1395412 h 1890712"/>
              <a:gd name="connsiteX122" fmla="*/ 1902619 w 2543175"/>
              <a:gd name="connsiteY122" fmla="*/ 1404937 h 1890712"/>
              <a:gd name="connsiteX123" fmla="*/ 1912144 w 2543175"/>
              <a:gd name="connsiteY123" fmla="*/ 1409700 h 1890712"/>
              <a:gd name="connsiteX124" fmla="*/ 1931194 w 2543175"/>
              <a:gd name="connsiteY124" fmla="*/ 1421606 h 1890712"/>
              <a:gd name="connsiteX125" fmla="*/ 1935957 w 2543175"/>
              <a:gd name="connsiteY125" fmla="*/ 1428750 h 1890712"/>
              <a:gd name="connsiteX126" fmla="*/ 1952625 w 2543175"/>
              <a:gd name="connsiteY126" fmla="*/ 1438275 h 1890712"/>
              <a:gd name="connsiteX127" fmla="*/ 1971675 w 2543175"/>
              <a:gd name="connsiteY127" fmla="*/ 1450181 h 1890712"/>
              <a:gd name="connsiteX128" fmla="*/ 1981200 w 2543175"/>
              <a:gd name="connsiteY128" fmla="*/ 1454944 h 1890712"/>
              <a:gd name="connsiteX129" fmla="*/ 1997869 w 2543175"/>
              <a:gd name="connsiteY129" fmla="*/ 1471612 h 1890712"/>
              <a:gd name="connsiteX130" fmla="*/ 2007394 w 2543175"/>
              <a:gd name="connsiteY130" fmla="*/ 1478756 h 1890712"/>
              <a:gd name="connsiteX131" fmla="*/ 2016919 w 2543175"/>
              <a:gd name="connsiteY131" fmla="*/ 1483519 h 1890712"/>
              <a:gd name="connsiteX132" fmla="*/ 2024063 w 2543175"/>
              <a:gd name="connsiteY132" fmla="*/ 1490662 h 1890712"/>
              <a:gd name="connsiteX133" fmla="*/ 2033588 w 2543175"/>
              <a:gd name="connsiteY133" fmla="*/ 1495425 h 1890712"/>
              <a:gd name="connsiteX134" fmla="*/ 2040732 w 2543175"/>
              <a:gd name="connsiteY134" fmla="*/ 1502569 h 1890712"/>
              <a:gd name="connsiteX135" fmla="*/ 2047875 w 2543175"/>
              <a:gd name="connsiteY135" fmla="*/ 1507331 h 1890712"/>
              <a:gd name="connsiteX136" fmla="*/ 2057400 w 2543175"/>
              <a:gd name="connsiteY136" fmla="*/ 1514475 h 1890712"/>
              <a:gd name="connsiteX137" fmla="*/ 2064544 w 2543175"/>
              <a:gd name="connsiteY137" fmla="*/ 1519237 h 1890712"/>
              <a:gd name="connsiteX138" fmla="*/ 2071688 w 2543175"/>
              <a:gd name="connsiteY138" fmla="*/ 1526381 h 1890712"/>
              <a:gd name="connsiteX139" fmla="*/ 2081213 w 2543175"/>
              <a:gd name="connsiteY139" fmla="*/ 1531144 h 1890712"/>
              <a:gd name="connsiteX140" fmla="*/ 2090738 w 2543175"/>
              <a:gd name="connsiteY140" fmla="*/ 1538287 h 1890712"/>
              <a:gd name="connsiteX141" fmla="*/ 2109788 w 2543175"/>
              <a:gd name="connsiteY141" fmla="*/ 1547812 h 1890712"/>
              <a:gd name="connsiteX142" fmla="*/ 2131219 w 2543175"/>
              <a:gd name="connsiteY142" fmla="*/ 1562100 h 1890712"/>
              <a:gd name="connsiteX143" fmla="*/ 2140744 w 2543175"/>
              <a:gd name="connsiteY143" fmla="*/ 1566862 h 1890712"/>
              <a:gd name="connsiteX144" fmla="*/ 2152650 w 2543175"/>
              <a:gd name="connsiteY144" fmla="*/ 1576387 h 1890712"/>
              <a:gd name="connsiteX145" fmla="*/ 2181225 w 2543175"/>
              <a:gd name="connsiteY145" fmla="*/ 1590675 h 1890712"/>
              <a:gd name="connsiteX146" fmla="*/ 2200275 w 2543175"/>
              <a:gd name="connsiteY146" fmla="*/ 1607344 h 1890712"/>
              <a:gd name="connsiteX147" fmla="*/ 2207419 w 2543175"/>
              <a:gd name="connsiteY147" fmla="*/ 1612106 h 1890712"/>
              <a:gd name="connsiteX148" fmla="*/ 2216944 w 2543175"/>
              <a:gd name="connsiteY148" fmla="*/ 1619250 h 1890712"/>
              <a:gd name="connsiteX149" fmla="*/ 2224088 w 2543175"/>
              <a:gd name="connsiteY149" fmla="*/ 1624012 h 1890712"/>
              <a:gd name="connsiteX150" fmla="*/ 2247900 w 2543175"/>
              <a:gd name="connsiteY150" fmla="*/ 1643062 h 1890712"/>
              <a:gd name="connsiteX151" fmla="*/ 2255044 w 2543175"/>
              <a:gd name="connsiteY151" fmla="*/ 1650206 h 1890712"/>
              <a:gd name="connsiteX152" fmla="*/ 2281238 w 2543175"/>
              <a:gd name="connsiteY152" fmla="*/ 1664494 h 1890712"/>
              <a:gd name="connsiteX153" fmla="*/ 2297907 w 2543175"/>
              <a:gd name="connsiteY153" fmla="*/ 1674019 h 1890712"/>
              <a:gd name="connsiteX154" fmla="*/ 2312194 w 2543175"/>
              <a:gd name="connsiteY154" fmla="*/ 1685925 h 1890712"/>
              <a:gd name="connsiteX155" fmla="*/ 2328863 w 2543175"/>
              <a:gd name="connsiteY155" fmla="*/ 1697831 h 1890712"/>
              <a:gd name="connsiteX156" fmla="*/ 2350294 w 2543175"/>
              <a:gd name="connsiteY156" fmla="*/ 1712119 h 1890712"/>
              <a:gd name="connsiteX157" fmla="*/ 2369344 w 2543175"/>
              <a:gd name="connsiteY157" fmla="*/ 1724025 h 1890712"/>
              <a:gd name="connsiteX158" fmla="*/ 2428876 w 2543175"/>
              <a:gd name="connsiteY158" fmla="*/ 1785938 h 1890712"/>
              <a:gd name="connsiteX159" fmla="*/ 2466975 w 2543175"/>
              <a:gd name="connsiteY159" fmla="*/ 1783556 h 1890712"/>
              <a:gd name="connsiteX160" fmla="*/ 2481263 w 2543175"/>
              <a:gd name="connsiteY160" fmla="*/ 1795462 h 1890712"/>
              <a:gd name="connsiteX161" fmla="*/ 2486025 w 2543175"/>
              <a:gd name="connsiteY161" fmla="*/ 1802606 h 1890712"/>
              <a:gd name="connsiteX162" fmla="*/ 2514600 w 2543175"/>
              <a:gd name="connsiteY162" fmla="*/ 1850231 h 1890712"/>
              <a:gd name="connsiteX163" fmla="*/ 2519363 w 2543175"/>
              <a:gd name="connsiteY163" fmla="*/ 1857375 h 1890712"/>
              <a:gd name="connsiteX164" fmla="*/ 2540794 w 2543175"/>
              <a:gd name="connsiteY164" fmla="*/ 1883569 h 1890712"/>
              <a:gd name="connsiteX165" fmla="*/ 2543175 w 2543175"/>
              <a:gd name="connsiteY165"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7819 w 2543175"/>
              <a:gd name="connsiteY100" fmla="*/ 1154906 h 1890712"/>
              <a:gd name="connsiteX101" fmla="*/ 1628775 w 2543175"/>
              <a:gd name="connsiteY101" fmla="*/ 1183481 h 1890712"/>
              <a:gd name="connsiteX102" fmla="*/ 1662113 w 2543175"/>
              <a:gd name="connsiteY102" fmla="*/ 1209675 h 1890712"/>
              <a:gd name="connsiteX103" fmla="*/ 1678782 w 2543175"/>
              <a:gd name="connsiteY103" fmla="*/ 1226344 h 1890712"/>
              <a:gd name="connsiteX104" fmla="*/ 1700213 w 2543175"/>
              <a:gd name="connsiteY104" fmla="*/ 1247775 h 1890712"/>
              <a:gd name="connsiteX105" fmla="*/ 1712119 w 2543175"/>
              <a:gd name="connsiteY105" fmla="*/ 1259681 h 1890712"/>
              <a:gd name="connsiteX106" fmla="*/ 1733550 w 2543175"/>
              <a:gd name="connsiteY106" fmla="*/ 1273969 h 1890712"/>
              <a:gd name="connsiteX107" fmla="*/ 1743075 w 2543175"/>
              <a:gd name="connsiteY107" fmla="*/ 1283494 h 1890712"/>
              <a:gd name="connsiteX108" fmla="*/ 1754982 w 2543175"/>
              <a:gd name="connsiteY108" fmla="*/ 1290637 h 1890712"/>
              <a:gd name="connsiteX109" fmla="*/ 1766888 w 2543175"/>
              <a:gd name="connsiteY109" fmla="*/ 1300162 h 1890712"/>
              <a:gd name="connsiteX110" fmla="*/ 1783557 w 2543175"/>
              <a:gd name="connsiteY110" fmla="*/ 1307306 h 1890712"/>
              <a:gd name="connsiteX111" fmla="*/ 1790700 w 2543175"/>
              <a:gd name="connsiteY111" fmla="*/ 1312069 h 1890712"/>
              <a:gd name="connsiteX112" fmla="*/ 1800225 w 2543175"/>
              <a:gd name="connsiteY112" fmla="*/ 1319212 h 1890712"/>
              <a:gd name="connsiteX113" fmla="*/ 1807369 w 2543175"/>
              <a:gd name="connsiteY113" fmla="*/ 1321594 h 1890712"/>
              <a:gd name="connsiteX114" fmla="*/ 1824038 w 2543175"/>
              <a:gd name="connsiteY114" fmla="*/ 1333500 h 1890712"/>
              <a:gd name="connsiteX115" fmla="*/ 1843088 w 2543175"/>
              <a:gd name="connsiteY115" fmla="*/ 1352550 h 1890712"/>
              <a:gd name="connsiteX116" fmla="*/ 1852613 w 2543175"/>
              <a:gd name="connsiteY116" fmla="*/ 1359694 h 1890712"/>
              <a:gd name="connsiteX117" fmla="*/ 1859757 w 2543175"/>
              <a:gd name="connsiteY117" fmla="*/ 1366837 h 1890712"/>
              <a:gd name="connsiteX118" fmla="*/ 1869282 w 2543175"/>
              <a:gd name="connsiteY118" fmla="*/ 1371600 h 1890712"/>
              <a:gd name="connsiteX119" fmla="*/ 1883569 w 2543175"/>
              <a:gd name="connsiteY119" fmla="*/ 1388269 h 1890712"/>
              <a:gd name="connsiteX120" fmla="*/ 1893094 w 2543175"/>
              <a:gd name="connsiteY120" fmla="*/ 1395412 h 1890712"/>
              <a:gd name="connsiteX121" fmla="*/ 1902619 w 2543175"/>
              <a:gd name="connsiteY121" fmla="*/ 1404937 h 1890712"/>
              <a:gd name="connsiteX122" fmla="*/ 1912144 w 2543175"/>
              <a:gd name="connsiteY122" fmla="*/ 1409700 h 1890712"/>
              <a:gd name="connsiteX123" fmla="*/ 1931194 w 2543175"/>
              <a:gd name="connsiteY123" fmla="*/ 1421606 h 1890712"/>
              <a:gd name="connsiteX124" fmla="*/ 1935957 w 2543175"/>
              <a:gd name="connsiteY124" fmla="*/ 1428750 h 1890712"/>
              <a:gd name="connsiteX125" fmla="*/ 1952625 w 2543175"/>
              <a:gd name="connsiteY125" fmla="*/ 1438275 h 1890712"/>
              <a:gd name="connsiteX126" fmla="*/ 1971675 w 2543175"/>
              <a:gd name="connsiteY126" fmla="*/ 1450181 h 1890712"/>
              <a:gd name="connsiteX127" fmla="*/ 1981200 w 2543175"/>
              <a:gd name="connsiteY127" fmla="*/ 1454944 h 1890712"/>
              <a:gd name="connsiteX128" fmla="*/ 1997869 w 2543175"/>
              <a:gd name="connsiteY128" fmla="*/ 1471612 h 1890712"/>
              <a:gd name="connsiteX129" fmla="*/ 2007394 w 2543175"/>
              <a:gd name="connsiteY129" fmla="*/ 1478756 h 1890712"/>
              <a:gd name="connsiteX130" fmla="*/ 2016919 w 2543175"/>
              <a:gd name="connsiteY130" fmla="*/ 1483519 h 1890712"/>
              <a:gd name="connsiteX131" fmla="*/ 2024063 w 2543175"/>
              <a:gd name="connsiteY131" fmla="*/ 1490662 h 1890712"/>
              <a:gd name="connsiteX132" fmla="*/ 2033588 w 2543175"/>
              <a:gd name="connsiteY132" fmla="*/ 1495425 h 1890712"/>
              <a:gd name="connsiteX133" fmla="*/ 2040732 w 2543175"/>
              <a:gd name="connsiteY133" fmla="*/ 1502569 h 1890712"/>
              <a:gd name="connsiteX134" fmla="*/ 2047875 w 2543175"/>
              <a:gd name="connsiteY134" fmla="*/ 1507331 h 1890712"/>
              <a:gd name="connsiteX135" fmla="*/ 2057400 w 2543175"/>
              <a:gd name="connsiteY135" fmla="*/ 1514475 h 1890712"/>
              <a:gd name="connsiteX136" fmla="*/ 2064544 w 2543175"/>
              <a:gd name="connsiteY136" fmla="*/ 1519237 h 1890712"/>
              <a:gd name="connsiteX137" fmla="*/ 2071688 w 2543175"/>
              <a:gd name="connsiteY137" fmla="*/ 1526381 h 1890712"/>
              <a:gd name="connsiteX138" fmla="*/ 2081213 w 2543175"/>
              <a:gd name="connsiteY138" fmla="*/ 1531144 h 1890712"/>
              <a:gd name="connsiteX139" fmla="*/ 2090738 w 2543175"/>
              <a:gd name="connsiteY139" fmla="*/ 1538287 h 1890712"/>
              <a:gd name="connsiteX140" fmla="*/ 2109788 w 2543175"/>
              <a:gd name="connsiteY140" fmla="*/ 1547812 h 1890712"/>
              <a:gd name="connsiteX141" fmla="*/ 2131219 w 2543175"/>
              <a:gd name="connsiteY141" fmla="*/ 1562100 h 1890712"/>
              <a:gd name="connsiteX142" fmla="*/ 2140744 w 2543175"/>
              <a:gd name="connsiteY142" fmla="*/ 1566862 h 1890712"/>
              <a:gd name="connsiteX143" fmla="*/ 2152650 w 2543175"/>
              <a:gd name="connsiteY143" fmla="*/ 1576387 h 1890712"/>
              <a:gd name="connsiteX144" fmla="*/ 2181225 w 2543175"/>
              <a:gd name="connsiteY144" fmla="*/ 1590675 h 1890712"/>
              <a:gd name="connsiteX145" fmla="*/ 2200275 w 2543175"/>
              <a:gd name="connsiteY145" fmla="*/ 1607344 h 1890712"/>
              <a:gd name="connsiteX146" fmla="*/ 2207419 w 2543175"/>
              <a:gd name="connsiteY146" fmla="*/ 1612106 h 1890712"/>
              <a:gd name="connsiteX147" fmla="*/ 2216944 w 2543175"/>
              <a:gd name="connsiteY147" fmla="*/ 1619250 h 1890712"/>
              <a:gd name="connsiteX148" fmla="*/ 2224088 w 2543175"/>
              <a:gd name="connsiteY148" fmla="*/ 1624012 h 1890712"/>
              <a:gd name="connsiteX149" fmla="*/ 2247900 w 2543175"/>
              <a:gd name="connsiteY149" fmla="*/ 1643062 h 1890712"/>
              <a:gd name="connsiteX150" fmla="*/ 2255044 w 2543175"/>
              <a:gd name="connsiteY150" fmla="*/ 1650206 h 1890712"/>
              <a:gd name="connsiteX151" fmla="*/ 2281238 w 2543175"/>
              <a:gd name="connsiteY151" fmla="*/ 1664494 h 1890712"/>
              <a:gd name="connsiteX152" fmla="*/ 2297907 w 2543175"/>
              <a:gd name="connsiteY152" fmla="*/ 1674019 h 1890712"/>
              <a:gd name="connsiteX153" fmla="*/ 2312194 w 2543175"/>
              <a:gd name="connsiteY153" fmla="*/ 1685925 h 1890712"/>
              <a:gd name="connsiteX154" fmla="*/ 2328863 w 2543175"/>
              <a:gd name="connsiteY154" fmla="*/ 1697831 h 1890712"/>
              <a:gd name="connsiteX155" fmla="*/ 2350294 w 2543175"/>
              <a:gd name="connsiteY155" fmla="*/ 1712119 h 1890712"/>
              <a:gd name="connsiteX156" fmla="*/ 2369344 w 2543175"/>
              <a:gd name="connsiteY156" fmla="*/ 1724025 h 1890712"/>
              <a:gd name="connsiteX157" fmla="*/ 2428876 w 2543175"/>
              <a:gd name="connsiteY157" fmla="*/ 1785938 h 1890712"/>
              <a:gd name="connsiteX158" fmla="*/ 2466975 w 2543175"/>
              <a:gd name="connsiteY158" fmla="*/ 1783556 h 1890712"/>
              <a:gd name="connsiteX159" fmla="*/ 2481263 w 2543175"/>
              <a:gd name="connsiteY159" fmla="*/ 1795462 h 1890712"/>
              <a:gd name="connsiteX160" fmla="*/ 2486025 w 2543175"/>
              <a:gd name="connsiteY160" fmla="*/ 1802606 h 1890712"/>
              <a:gd name="connsiteX161" fmla="*/ 2514600 w 2543175"/>
              <a:gd name="connsiteY161" fmla="*/ 1850231 h 1890712"/>
              <a:gd name="connsiteX162" fmla="*/ 2519363 w 2543175"/>
              <a:gd name="connsiteY162" fmla="*/ 1857375 h 1890712"/>
              <a:gd name="connsiteX163" fmla="*/ 2540794 w 2543175"/>
              <a:gd name="connsiteY163" fmla="*/ 1883569 h 1890712"/>
              <a:gd name="connsiteX164" fmla="*/ 2543175 w 2543175"/>
              <a:gd name="connsiteY16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183481 h 1890712"/>
              <a:gd name="connsiteX102" fmla="*/ 1662113 w 2543175"/>
              <a:gd name="connsiteY102" fmla="*/ 1209675 h 1890712"/>
              <a:gd name="connsiteX103" fmla="*/ 1678782 w 2543175"/>
              <a:gd name="connsiteY103" fmla="*/ 1226344 h 1890712"/>
              <a:gd name="connsiteX104" fmla="*/ 1700213 w 2543175"/>
              <a:gd name="connsiteY104" fmla="*/ 1247775 h 1890712"/>
              <a:gd name="connsiteX105" fmla="*/ 1712119 w 2543175"/>
              <a:gd name="connsiteY105" fmla="*/ 1259681 h 1890712"/>
              <a:gd name="connsiteX106" fmla="*/ 1733550 w 2543175"/>
              <a:gd name="connsiteY106" fmla="*/ 1273969 h 1890712"/>
              <a:gd name="connsiteX107" fmla="*/ 1743075 w 2543175"/>
              <a:gd name="connsiteY107" fmla="*/ 1283494 h 1890712"/>
              <a:gd name="connsiteX108" fmla="*/ 1754982 w 2543175"/>
              <a:gd name="connsiteY108" fmla="*/ 1290637 h 1890712"/>
              <a:gd name="connsiteX109" fmla="*/ 1766888 w 2543175"/>
              <a:gd name="connsiteY109" fmla="*/ 1300162 h 1890712"/>
              <a:gd name="connsiteX110" fmla="*/ 1783557 w 2543175"/>
              <a:gd name="connsiteY110" fmla="*/ 1307306 h 1890712"/>
              <a:gd name="connsiteX111" fmla="*/ 1790700 w 2543175"/>
              <a:gd name="connsiteY111" fmla="*/ 1312069 h 1890712"/>
              <a:gd name="connsiteX112" fmla="*/ 1800225 w 2543175"/>
              <a:gd name="connsiteY112" fmla="*/ 1319212 h 1890712"/>
              <a:gd name="connsiteX113" fmla="*/ 1807369 w 2543175"/>
              <a:gd name="connsiteY113" fmla="*/ 1321594 h 1890712"/>
              <a:gd name="connsiteX114" fmla="*/ 1824038 w 2543175"/>
              <a:gd name="connsiteY114" fmla="*/ 1333500 h 1890712"/>
              <a:gd name="connsiteX115" fmla="*/ 1843088 w 2543175"/>
              <a:gd name="connsiteY115" fmla="*/ 1352550 h 1890712"/>
              <a:gd name="connsiteX116" fmla="*/ 1852613 w 2543175"/>
              <a:gd name="connsiteY116" fmla="*/ 1359694 h 1890712"/>
              <a:gd name="connsiteX117" fmla="*/ 1859757 w 2543175"/>
              <a:gd name="connsiteY117" fmla="*/ 1366837 h 1890712"/>
              <a:gd name="connsiteX118" fmla="*/ 1869282 w 2543175"/>
              <a:gd name="connsiteY118" fmla="*/ 1371600 h 1890712"/>
              <a:gd name="connsiteX119" fmla="*/ 1883569 w 2543175"/>
              <a:gd name="connsiteY119" fmla="*/ 1388269 h 1890712"/>
              <a:gd name="connsiteX120" fmla="*/ 1893094 w 2543175"/>
              <a:gd name="connsiteY120" fmla="*/ 1395412 h 1890712"/>
              <a:gd name="connsiteX121" fmla="*/ 1902619 w 2543175"/>
              <a:gd name="connsiteY121" fmla="*/ 1404937 h 1890712"/>
              <a:gd name="connsiteX122" fmla="*/ 1912144 w 2543175"/>
              <a:gd name="connsiteY122" fmla="*/ 1409700 h 1890712"/>
              <a:gd name="connsiteX123" fmla="*/ 1931194 w 2543175"/>
              <a:gd name="connsiteY123" fmla="*/ 1421606 h 1890712"/>
              <a:gd name="connsiteX124" fmla="*/ 1935957 w 2543175"/>
              <a:gd name="connsiteY124" fmla="*/ 1428750 h 1890712"/>
              <a:gd name="connsiteX125" fmla="*/ 1952625 w 2543175"/>
              <a:gd name="connsiteY125" fmla="*/ 1438275 h 1890712"/>
              <a:gd name="connsiteX126" fmla="*/ 1971675 w 2543175"/>
              <a:gd name="connsiteY126" fmla="*/ 1450181 h 1890712"/>
              <a:gd name="connsiteX127" fmla="*/ 1981200 w 2543175"/>
              <a:gd name="connsiteY127" fmla="*/ 1454944 h 1890712"/>
              <a:gd name="connsiteX128" fmla="*/ 1997869 w 2543175"/>
              <a:gd name="connsiteY128" fmla="*/ 1471612 h 1890712"/>
              <a:gd name="connsiteX129" fmla="*/ 2007394 w 2543175"/>
              <a:gd name="connsiteY129" fmla="*/ 1478756 h 1890712"/>
              <a:gd name="connsiteX130" fmla="*/ 2016919 w 2543175"/>
              <a:gd name="connsiteY130" fmla="*/ 1483519 h 1890712"/>
              <a:gd name="connsiteX131" fmla="*/ 2024063 w 2543175"/>
              <a:gd name="connsiteY131" fmla="*/ 1490662 h 1890712"/>
              <a:gd name="connsiteX132" fmla="*/ 2033588 w 2543175"/>
              <a:gd name="connsiteY132" fmla="*/ 1495425 h 1890712"/>
              <a:gd name="connsiteX133" fmla="*/ 2040732 w 2543175"/>
              <a:gd name="connsiteY133" fmla="*/ 1502569 h 1890712"/>
              <a:gd name="connsiteX134" fmla="*/ 2047875 w 2543175"/>
              <a:gd name="connsiteY134" fmla="*/ 1507331 h 1890712"/>
              <a:gd name="connsiteX135" fmla="*/ 2057400 w 2543175"/>
              <a:gd name="connsiteY135" fmla="*/ 1514475 h 1890712"/>
              <a:gd name="connsiteX136" fmla="*/ 2064544 w 2543175"/>
              <a:gd name="connsiteY136" fmla="*/ 1519237 h 1890712"/>
              <a:gd name="connsiteX137" fmla="*/ 2071688 w 2543175"/>
              <a:gd name="connsiteY137" fmla="*/ 1526381 h 1890712"/>
              <a:gd name="connsiteX138" fmla="*/ 2081213 w 2543175"/>
              <a:gd name="connsiteY138" fmla="*/ 1531144 h 1890712"/>
              <a:gd name="connsiteX139" fmla="*/ 2090738 w 2543175"/>
              <a:gd name="connsiteY139" fmla="*/ 1538287 h 1890712"/>
              <a:gd name="connsiteX140" fmla="*/ 2109788 w 2543175"/>
              <a:gd name="connsiteY140" fmla="*/ 1547812 h 1890712"/>
              <a:gd name="connsiteX141" fmla="*/ 2131219 w 2543175"/>
              <a:gd name="connsiteY141" fmla="*/ 1562100 h 1890712"/>
              <a:gd name="connsiteX142" fmla="*/ 2140744 w 2543175"/>
              <a:gd name="connsiteY142" fmla="*/ 1566862 h 1890712"/>
              <a:gd name="connsiteX143" fmla="*/ 2152650 w 2543175"/>
              <a:gd name="connsiteY143" fmla="*/ 1576387 h 1890712"/>
              <a:gd name="connsiteX144" fmla="*/ 2181225 w 2543175"/>
              <a:gd name="connsiteY144" fmla="*/ 1590675 h 1890712"/>
              <a:gd name="connsiteX145" fmla="*/ 2200275 w 2543175"/>
              <a:gd name="connsiteY145" fmla="*/ 1607344 h 1890712"/>
              <a:gd name="connsiteX146" fmla="*/ 2207419 w 2543175"/>
              <a:gd name="connsiteY146" fmla="*/ 1612106 h 1890712"/>
              <a:gd name="connsiteX147" fmla="*/ 2216944 w 2543175"/>
              <a:gd name="connsiteY147" fmla="*/ 1619250 h 1890712"/>
              <a:gd name="connsiteX148" fmla="*/ 2224088 w 2543175"/>
              <a:gd name="connsiteY148" fmla="*/ 1624012 h 1890712"/>
              <a:gd name="connsiteX149" fmla="*/ 2247900 w 2543175"/>
              <a:gd name="connsiteY149" fmla="*/ 1643062 h 1890712"/>
              <a:gd name="connsiteX150" fmla="*/ 2255044 w 2543175"/>
              <a:gd name="connsiteY150" fmla="*/ 1650206 h 1890712"/>
              <a:gd name="connsiteX151" fmla="*/ 2281238 w 2543175"/>
              <a:gd name="connsiteY151" fmla="*/ 1664494 h 1890712"/>
              <a:gd name="connsiteX152" fmla="*/ 2297907 w 2543175"/>
              <a:gd name="connsiteY152" fmla="*/ 1674019 h 1890712"/>
              <a:gd name="connsiteX153" fmla="*/ 2312194 w 2543175"/>
              <a:gd name="connsiteY153" fmla="*/ 1685925 h 1890712"/>
              <a:gd name="connsiteX154" fmla="*/ 2328863 w 2543175"/>
              <a:gd name="connsiteY154" fmla="*/ 1697831 h 1890712"/>
              <a:gd name="connsiteX155" fmla="*/ 2350294 w 2543175"/>
              <a:gd name="connsiteY155" fmla="*/ 1712119 h 1890712"/>
              <a:gd name="connsiteX156" fmla="*/ 2369344 w 2543175"/>
              <a:gd name="connsiteY156" fmla="*/ 1724025 h 1890712"/>
              <a:gd name="connsiteX157" fmla="*/ 2428876 w 2543175"/>
              <a:gd name="connsiteY157" fmla="*/ 1785938 h 1890712"/>
              <a:gd name="connsiteX158" fmla="*/ 2466975 w 2543175"/>
              <a:gd name="connsiteY158" fmla="*/ 1783556 h 1890712"/>
              <a:gd name="connsiteX159" fmla="*/ 2481263 w 2543175"/>
              <a:gd name="connsiteY159" fmla="*/ 1795462 h 1890712"/>
              <a:gd name="connsiteX160" fmla="*/ 2486025 w 2543175"/>
              <a:gd name="connsiteY160" fmla="*/ 1802606 h 1890712"/>
              <a:gd name="connsiteX161" fmla="*/ 2514600 w 2543175"/>
              <a:gd name="connsiteY161" fmla="*/ 1850231 h 1890712"/>
              <a:gd name="connsiteX162" fmla="*/ 2519363 w 2543175"/>
              <a:gd name="connsiteY162" fmla="*/ 1857375 h 1890712"/>
              <a:gd name="connsiteX163" fmla="*/ 2540794 w 2543175"/>
              <a:gd name="connsiteY163" fmla="*/ 1883569 h 1890712"/>
              <a:gd name="connsiteX164" fmla="*/ 2543175 w 2543175"/>
              <a:gd name="connsiteY16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09675 h 1890712"/>
              <a:gd name="connsiteX103" fmla="*/ 1678782 w 2543175"/>
              <a:gd name="connsiteY103" fmla="*/ 1226344 h 1890712"/>
              <a:gd name="connsiteX104" fmla="*/ 1700213 w 2543175"/>
              <a:gd name="connsiteY104" fmla="*/ 1247775 h 1890712"/>
              <a:gd name="connsiteX105" fmla="*/ 1712119 w 2543175"/>
              <a:gd name="connsiteY105" fmla="*/ 1259681 h 1890712"/>
              <a:gd name="connsiteX106" fmla="*/ 1733550 w 2543175"/>
              <a:gd name="connsiteY106" fmla="*/ 1273969 h 1890712"/>
              <a:gd name="connsiteX107" fmla="*/ 1743075 w 2543175"/>
              <a:gd name="connsiteY107" fmla="*/ 1283494 h 1890712"/>
              <a:gd name="connsiteX108" fmla="*/ 1754982 w 2543175"/>
              <a:gd name="connsiteY108" fmla="*/ 1290637 h 1890712"/>
              <a:gd name="connsiteX109" fmla="*/ 1766888 w 2543175"/>
              <a:gd name="connsiteY109" fmla="*/ 1300162 h 1890712"/>
              <a:gd name="connsiteX110" fmla="*/ 1783557 w 2543175"/>
              <a:gd name="connsiteY110" fmla="*/ 1307306 h 1890712"/>
              <a:gd name="connsiteX111" fmla="*/ 1790700 w 2543175"/>
              <a:gd name="connsiteY111" fmla="*/ 1312069 h 1890712"/>
              <a:gd name="connsiteX112" fmla="*/ 1800225 w 2543175"/>
              <a:gd name="connsiteY112" fmla="*/ 1319212 h 1890712"/>
              <a:gd name="connsiteX113" fmla="*/ 1807369 w 2543175"/>
              <a:gd name="connsiteY113" fmla="*/ 1321594 h 1890712"/>
              <a:gd name="connsiteX114" fmla="*/ 1824038 w 2543175"/>
              <a:gd name="connsiteY114" fmla="*/ 1333500 h 1890712"/>
              <a:gd name="connsiteX115" fmla="*/ 1843088 w 2543175"/>
              <a:gd name="connsiteY115" fmla="*/ 1352550 h 1890712"/>
              <a:gd name="connsiteX116" fmla="*/ 1852613 w 2543175"/>
              <a:gd name="connsiteY116" fmla="*/ 1359694 h 1890712"/>
              <a:gd name="connsiteX117" fmla="*/ 1859757 w 2543175"/>
              <a:gd name="connsiteY117" fmla="*/ 1366837 h 1890712"/>
              <a:gd name="connsiteX118" fmla="*/ 1869282 w 2543175"/>
              <a:gd name="connsiteY118" fmla="*/ 1371600 h 1890712"/>
              <a:gd name="connsiteX119" fmla="*/ 1883569 w 2543175"/>
              <a:gd name="connsiteY119" fmla="*/ 1388269 h 1890712"/>
              <a:gd name="connsiteX120" fmla="*/ 1893094 w 2543175"/>
              <a:gd name="connsiteY120" fmla="*/ 1395412 h 1890712"/>
              <a:gd name="connsiteX121" fmla="*/ 1902619 w 2543175"/>
              <a:gd name="connsiteY121" fmla="*/ 1404937 h 1890712"/>
              <a:gd name="connsiteX122" fmla="*/ 1912144 w 2543175"/>
              <a:gd name="connsiteY122" fmla="*/ 1409700 h 1890712"/>
              <a:gd name="connsiteX123" fmla="*/ 1931194 w 2543175"/>
              <a:gd name="connsiteY123" fmla="*/ 1421606 h 1890712"/>
              <a:gd name="connsiteX124" fmla="*/ 1935957 w 2543175"/>
              <a:gd name="connsiteY124" fmla="*/ 1428750 h 1890712"/>
              <a:gd name="connsiteX125" fmla="*/ 1952625 w 2543175"/>
              <a:gd name="connsiteY125" fmla="*/ 1438275 h 1890712"/>
              <a:gd name="connsiteX126" fmla="*/ 1971675 w 2543175"/>
              <a:gd name="connsiteY126" fmla="*/ 1450181 h 1890712"/>
              <a:gd name="connsiteX127" fmla="*/ 1981200 w 2543175"/>
              <a:gd name="connsiteY127" fmla="*/ 1454944 h 1890712"/>
              <a:gd name="connsiteX128" fmla="*/ 1997869 w 2543175"/>
              <a:gd name="connsiteY128" fmla="*/ 1471612 h 1890712"/>
              <a:gd name="connsiteX129" fmla="*/ 2007394 w 2543175"/>
              <a:gd name="connsiteY129" fmla="*/ 1478756 h 1890712"/>
              <a:gd name="connsiteX130" fmla="*/ 2016919 w 2543175"/>
              <a:gd name="connsiteY130" fmla="*/ 1483519 h 1890712"/>
              <a:gd name="connsiteX131" fmla="*/ 2024063 w 2543175"/>
              <a:gd name="connsiteY131" fmla="*/ 1490662 h 1890712"/>
              <a:gd name="connsiteX132" fmla="*/ 2033588 w 2543175"/>
              <a:gd name="connsiteY132" fmla="*/ 1495425 h 1890712"/>
              <a:gd name="connsiteX133" fmla="*/ 2040732 w 2543175"/>
              <a:gd name="connsiteY133" fmla="*/ 1502569 h 1890712"/>
              <a:gd name="connsiteX134" fmla="*/ 2047875 w 2543175"/>
              <a:gd name="connsiteY134" fmla="*/ 1507331 h 1890712"/>
              <a:gd name="connsiteX135" fmla="*/ 2057400 w 2543175"/>
              <a:gd name="connsiteY135" fmla="*/ 1514475 h 1890712"/>
              <a:gd name="connsiteX136" fmla="*/ 2064544 w 2543175"/>
              <a:gd name="connsiteY136" fmla="*/ 1519237 h 1890712"/>
              <a:gd name="connsiteX137" fmla="*/ 2071688 w 2543175"/>
              <a:gd name="connsiteY137" fmla="*/ 1526381 h 1890712"/>
              <a:gd name="connsiteX138" fmla="*/ 2081213 w 2543175"/>
              <a:gd name="connsiteY138" fmla="*/ 1531144 h 1890712"/>
              <a:gd name="connsiteX139" fmla="*/ 2090738 w 2543175"/>
              <a:gd name="connsiteY139" fmla="*/ 1538287 h 1890712"/>
              <a:gd name="connsiteX140" fmla="*/ 2109788 w 2543175"/>
              <a:gd name="connsiteY140" fmla="*/ 1547812 h 1890712"/>
              <a:gd name="connsiteX141" fmla="*/ 2131219 w 2543175"/>
              <a:gd name="connsiteY141" fmla="*/ 1562100 h 1890712"/>
              <a:gd name="connsiteX142" fmla="*/ 2140744 w 2543175"/>
              <a:gd name="connsiteY142" fmla="*/ 1566862 h 1890712"/>
              <a:gd name="connsiteX143" fmla="*/ 2152650 w 2543175"/>
              <a:gd name="connsiteY143" fmla="*/ 1576387 h 1890712"/>
              <a:gd name="connsiteX144" fmla="*/ 2181225 w 2543175"/>
              <a:gd name="connsiteY144" fmla="*/ 1590675 h 1890712"/>
              <a:gd name="connsiteX145" fmla="*/ 2200275 w 2543175"/>
              <a:gd name="connsiteY145" fmla="*/ 1607344 h 1890712"/>
              <a:gd name="connsiteX146" fmla="*/ 2207419 w 2543175"/>
              <a:gd name="connsiteY146" fmla="*/ 1612106 h 1890712"/>
              <a:gd name="connsiteX147" fmla="*/ 2216944 w 2543175"/>
              <a:gd name="connsiteY147" fmla="*/ 1619250 h 1890712"/>
              <a:gd name="connsiteX148" fmla="*/ 2224088 w 2543175"/>
              <a:gd name="connsiteY148" fmla="*/ 1624012 h 1890712"/>
              <a:gd name="connsiteX149" fmla="*/ 2247900 w 2543175"/>
              <a:gd name="connsiteY149" fmla="*/ 1643062 h 1890712"/>
              <a:gd name="connsiteX150" fmla="*/ 2255044 w 2543175"/>
              <a:gd name="connsiteY150" fmla="*/ 1650206 h 1890712"/>
              <a:gd name="connsiteX151" fmla="*/ 2281238 w 2543175"/>
              <a:gd name="connsiteY151" fmla="*/ 1664494 h 1890712"/>
              <a:gd name="connsiteX152" fmla="*/ 2297907 w 2543175"/>
              <a:gd name="connsiteY152" fmla="*/ 1674019 h 1890712"/>
              <a:gd name="connsiteX153" fmla="*/ 2312194 w 2543175"/>
              <a:gd name="connsiteY153" fmla="*/ 1685925 h 1890712"/>
              <a:gd name="connsiteX154" fmla="*/ 2328863 w 2543175"/>
              <a:gd name="connsiteY154" fmla="*/ 1697831 h 1890712"/>
              <a:gd name="connsiteX155" fmla="*/ 2350294 w 2543175"/>
              <a:gd name="connsiteY155" fmla="*/ 1712119 h 1890712"/>
              <a:gd name="connsiteX156" fmla="*/ 2369344 w 2543175"/>
              <a:gd name="connsiteY156" fmla="*/ 1724025 h 1890712"/>
              <a:gd name="connsiteX157" fmla="*/ 2428876 w 2543175"/>
              <a:gd name="connsiteY157" fmla="*/ 1785938 h 1890712"/>
              <a:gd name="connsiteX158" fmla="*/ 2466975 w 2543175"/>
              <a:gd name="connsiteY158" fmla="*/ 1783556 h 1890712"/>
              <a:gd name="connsiteX159" fmla="*/ 2481263 w 2543175"/>
              <a:gd name="connsiteY159" fmla="*/ 1795462 h 1890712"/>
              <a:gd name="connsiteX160" fmla="*/ 2486025 w 2543175"/>
              <a:gd name="connsiteY160" fmla="*/ 1802606 h 1890712"/>
              <a:gd name="connsiteX161" fmla="*/ 2514600 w 2543175"/>
              <a:gd name="connsiteY161" fmla="*/ 1850231 h 1890712"/>
              <a:gd name="connsiteX162" fmla="*/ 2519363 w 2543175"/>
              <a:gd name="connsiteY162" fmla="*/ 1857375 h 1890712"/>
              <a:gd name="connsiteX163" fmla="*/ 2540794 w 2543175"/>
              <a:gd name="connsiteY163" fmla="*/ 1883569 h 1890712"/>
              <a:gd name="connsiteX164" fmla="*/ 2543175 w 2543175"/>
              <a:gd name="connsiteY16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678782 w 2543175"/>
              <a:gd name="connsiteY103" fmla="*/ 1226344 h 1890712"/>
              <a:gd name="connsiteX104" fmla="*/ 1700213 w 2543175"/>
              <a:gd name="connsiteY104" fmla="*/ 1247775 h 1890712"/>
              <a:gd name="connsiteX105" fmla="*/ 1712119 w 2543175"/>
              <a:gd name="connsiteY105" fmla="*/ 1259681 h 1890712"/>
              <a:gd name="connsiteX106" fmla="*/ 1733550 w 2543175"/>
              <a:gd name="connsiteY106" fmla="*/ 1273969 h 1890712"/>
              <a:gd name="connsiteX107" fmla="*/ 1743075 w 2543175"/>
              <a:gd name="connsiteY107" fmla="*/ 1283494 h 1890712"/>
              <a:gd name="connsiteX108" fmla="*/ 1754982 w 2543175"/>
              <a:gd name="connsiteY108" fmla="*/ 1290637 h 1890712"/>
              <a:gd name="connsiteX109" fmla="*/ 1766888 w 2543175"/>
              <a:gd name="connsiteY109" fmla="*/ 1300162 h 1890712"/>
              <a:gd name="connsiteX110" fmla="*/ 1783557 w 2543175"/>
              <a:gd name="connsiteY110" fmla="*/ 1307306 h 1890712"/>
              <a:gd name="connsiteX111" fmla="*/ 1790700 w 2543175"/>
              <a:gd name="connsiteY111" fmla="*/ 1312069 h 1890712"/>
              <a:gd name="connsiteX112" fmla="*/ 1800225 w 2543175"/>
              <a:gd name="connsiteY112" fmla="*/ 1319212 h 1890712"/>
              <a:gd name="connsiteX113" fmla="*/ 1807369 w 2543175"/>
              <a:gd name="connsiteY113" fmla="*/ 1321594 h 1890712"/>
              <a:gd name="connsiteX114" fmla="*/ 1824038 w 2543175"/>
              <a:gd name="connsiteY114" fmla="*/ 1333500 h 1890712"/>
              <a:gd name="connsiteX115" fmla="*/ 1843088 w 2543175"/>
              <a:gd name="connsiteY115" fmla="*/ 1352550 h 1890712"/>
              <a:gd name="connsiteX116" fmla="*/ 1852613 w 2543175"/>
              <a:gd name="connsiteY116" fmla="*/ 1359694 h 1890712"/>
              <a:gd name="connsiteX117" fmla="*/ 1859757 w 2543175"/>
              <a:gd name="connsiteY117" fmla="*/ 1366837 h 1890712"/>
              <a:gd name="connsiteX118" fmla="*/ 1869282 w 2543175"/>
              <a:gd name="connsiteY118" fmla="*/ 1371600 h 1890712"/>
              <a:gd name="connsiteX119" fmla="*/ 1883569 w 2543175"/>
              <a:gd name="connsiteY119" fmla="*/ 1388269 h 1890712"/>
              <a:gd name="connsiteX120" fmla="*/ 1893094 w 2543175"/>
              <a:gd name="connsiteY120" fmla="*/ 1395412 h 1890712"/>
              <a:gd name="connsiteX121" fmla="*/ 1902619 w 2543175"/>
              <a:gd name="connsiteY121" fmla="*/ 1404937 h 1890712"/>
              <a:gd name="connsiteX122" fmla="*/ 1912144 w 2543175"/>
              <a:gd name="connsiteY122" fmla="*/ 1409700 h 1890712"/>
              <a:gd name="connsiteX123" fmla="*/ 1931194 w 2543175"/>
              <a:gd name="connsiteY123" fmla="*/ 1421606 h 1890712"/>
              <a:gd name="connsiteX124" fmla="*/ 1935957 w 2543175"/>
              <a:gd name="connsiteY124" fmla="*/ 1428750 h 1890712"/>
              <a:gd name="connsiteX125" fmla="*/ 1952625 w 2543175"/>
              <a:gd name="connsiteY125" fmla="*/ 1438275 h 1890712"/>
              <a:gd name="connsiteX126" fmla="*/ 1971675 w 2543175"/>
              <a:gd name="connsiteY126" fmla="*/ 1450181 h 1890712"/>
              <a:gd name="connsiteX127" fmla="*/ 1981200 w 2543175"/>
              <a:gd name="connsiteY127" fmla="*/ 1454944 h 1890712"/>
              <a:gd name="connsiteX128" fmla="*/ 1997869 w 2543175"/>
              <a:gd name="connsiteY128" fmla="*/ 1471612 h 1890712"/>
              <a:gd name="connsiteX129" fmla="*/ 2007394 w 2543175"/>
              <a:gd name="connsiteY129" fmla="*/ 1478756 h 1890712"/>
              <a:gd name="connsiteX130" fmla="*/ 2016919 w 2543175"/>
              <a:gd name="connsiteY130" fmla="*/ 1483519 h 1890712"/>
              <a:gd name="connsiteX131" fmla="*/ 2024063 w 2543175"/>
              <a:gd name="connsiteY131" fmla="*/ 1490662 h 1890712"/>
              <a:gd name="connsiteX132" fmla="*/ 2033588 w 2543175"/>
              <a:gd name="connsiteY132" fmla="*/ 1495425 h 1890712"/>
              <a:gd name="connsiteX133" fmla="*/ 2040732 w 2543175"/>
              <a:gd name="connsiteY133" fmla="*/ 1502569 h 1890712"/>
              <a:gd name="connsiteX134" fmla="*/ 2047875 w 2543175"/>
              <a:gd name="connsiteY134" fmla="*/ 1507331 h 1890712"/>
              <a:gd name="connsiteX135" fmla="*/ 2057400 w 2543175"/>
              <a:gd name="connsiteY135" fmla="*/ 1514475 h 1890712"/>
              <a:gd name="connsiteX136" fmla="*/ 2064544 w 2543175"/>
              <a:gd name="connsiteY136" fmla="*/ 1519237 h 1890712"/>
              <a:gd name="connsiteX137" fmla="*/ 2071688 w 2543175"/>
              <a:gd name="connsiteY137" fmla="*/ 1526381 h 1890712"/>
              <a:gd name="connsiteX138" fmla="*/ 2081213 w 2543175"/>
              <a:gd name="connsiteY138" fmla="*/ 1531144 h 1890712"/>
              <a:gd name="connsiteX139" fmla="*/ 2090738 w 2543175"/>
              <a:gd name="connsiteY139" fmla="*/ 1538287 h 1890712"/>
              <a:gd name="connsiteX140" fmla="*/ 2109788 w 2543175"/>
              <a:gd name="connsiteY140" fmla="*/ 1547812 h 1890712"/>
              <a:gd name="connsiteX141" fmla="*/ 2131219 w 2543175"/>
              <a:gd name="connsiteY141" fmla="*/ 1562100 h 1890712"/>
              <a:gd name="connsiteX142" fmla="*/ 2140744 w 2543175"/>
              <a:gd name="connsiteY142" fmla="*/ 1566862 h 1890712"/>
              <a:gd name="connsiteX143" fmla="*/ 2152650 w 2543175"/>
              <a:gd name="connsiteY143" fmla="*/ 1576387 h 1890712"/>
              <a:gd name="connsiteX144" fmla="*/ 2181225 w 2543175"/>
              <a:gd name="connsiteY144" fmla="*/ 1590675 h 1890712"/>
              <a:gd name="connsiteX145" fmla="*/ 2200275 w 2543175"/>
              <a:gd name="connsiteY145" fmla="*/ 1607344 h 1890712"/>
              <a:gd name="connsiteX146" fmla="*/ 2207419 w 2543175"/>
              <a:gd name="connsiteY146" fmla="*/ 1612106 h 1890712"/>
              <a:gd name="connsiteX147" fmla="*/ 2216944 w 2543175"/>
              <a:gd name="connsiteY147" fmla="*/ 1619250 h 1890712"/>
              <a:gd name="connsiteX148" fmla="*/ 2224088 w 2543175"/>
              <a:gd name="connsiteY148" fmla="*/ 1624012 h 1890712"/>
              <a:gd name="connsiteX149" fmla="*/ 2247900 w 2543175"/>
              <a:gd name="connsiteY149" fmla="*/ 1643062 h 1890712"/>
              <a:gd name="connsiteX150" fmla="*/ 2255044 w 2543175"/>
              <a:gd name="connsiteY150" fmla="*/ 1650206 h 1890712"/>
              <a:gd name="connsiteX151" fmla="*/ 2281238 w 2543175"/>
              <a:gd name="connsiteY151" fmla="*/ 1664494 h 1890712"/>
              <a:gd name="connsiteX152" fmla="*/ 2297907 w 2543175"/>
              <a:gd name="connsiteY152" fmla="*/ 1674019 h 1890712"/>
              <a:gd name="connsiteX153" fmla="*/ 2312194 w 2543175"/>
              <a:gd name="connsiteY153" fmla="*/ 1685925 h 1890712"/>
              <a:gd name="connsiteX154" fmla="*/ 2328863 w 2543175"/>
              <a:gd name="connsiteY154" fmla="*/ 1697831 h 1890712"/>
              <a:gd name="connsiteX155" fmla="*/ 2350294 w 2543175"/>
              <a:gd name="connsiteY155" fmla="*/ 1712119 h 1890712"/>
              <a:gd name="connsiteX156" fmla="*/ 2369344 w 2543175"/>
              <a:gd name="connsiteY156" fmla="*/ 1724025 h 1890712"/>
              <a:gd name="connsiteX157" fmla="*/ 2428876 w 2543175"/>
              <a:gd name="connsiteY157" fmla="*/ 1785938 h 1890712"/>
              <a:gd name="connsiteX158" fmla="*/ 2466975 w 2543175"/>
              <a:gd name="connsiteY158" fmla="*/ 1783556 h 1890712"/>
              <a:gd name="connsiteX159" fmla="*/ 2481263 w 2543175"/>
              <a:gd name="connsiteY159" fmla="*/ 1795462 h 1890712"/>
              <a:gd name="connsiteX160" fmla="*/ 2486025 w 2543175"/>
              <a:gd name="connsiteY160" fmla="*/ 1802606 h 1890712"/>
              <a:gd name="connsiteX161" fmla="*/ 2514600 w 2543175"/>
              <a:gd name="connsiteY161" fmla="*/ 1850231 h 1890712"/>
              <a:gd name="connsiteX162" fmla="*/ 2519363 w 2543175"/>
              <a:gd name="connsiteY162" fmla="*/ 1857375 h 1890712"/>
              <a:gd name="connsiteX163" fmla="*/ 2540794 w 2543175"/>
              <a:gd name="connsiteY163" fmla="*/ 1883569 h 1890712"/>
              <a:gd name="connsiteX164" fmla="*/ 2543175 w 2543175"/>
              <a:gd name="connsiteY16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24088 w 2543175"/>
              <a:gd name="connsiteY147" fmla="*/ 1624012 h 1890712"/>
              <a:gd name="connsiteX148" fmla="*/ 2247900 w 2543175"/>
              <a:gd name="connsiteY148" fmla="*/ 1643062 h 1890712"/>
              <a:gd name="connsiteX149" fmla="*/ 2255044 w 2543175"/>
              <a:gd name="connsiteY149" fmla="*/ 1650206 h 1890712"/>
              <a:gd name="connsiteX150" fmla="*/ 2281238 w 2543175"/>
              <a:gd name="connsiteY150" fmla="*/ 1664494 h 1890712"/>
              <a:gd name="connsiteX151" fmla="*/ 2297907 w 2543175"/>
              <a:gd name="connsiteY151" fmla="*/ 1674019 h 1890712"/>
              <a:gd name="connsiteX152" fmla="*/ 2312194 w 2543175"/>
              <a:gd name="connsiteY152" fmla="*/ 1685925 h 1890712"/>
              <a:gd name="connsiteX153" fmla="*/ 2328863 w 2543175"/>
              <a:gd name="connsiteY153" fmla="*/ 1697831 h 1890712"/>
              <a:gd name="connsiteX154" fmla="*/ 2350294 w 2543175"/>
              <a:gd name="connsiteY154" fmla="*/ 1712119 h 1890712"/>
              <a:gd name="connsiteX155" fmla="*/ 2369344 w 2543175"/>
              <a:gd name="connsiteY155" fmla="*/ 1724025 h 1890712"/>
              <a:gd name="connsiteX156" fmla="*/ 2428876 w 2543175"/>
              <a:gd name="connsiteY156" fmla="*/ 1785938 h 1890712"/>
              <a:gd name="connsiteX157" fmla="*/ 2466975 w 2543175"/>
              <a:gd name="connsiteY157" fmla="*/ 1783556 h 1890712"/>
              <a:gd name="connsiteX158" fmla="*/ 2481263 w 2543175"/>
              <a:gd name="connsiteY158" fmla="*/ 1795462 h 1890712"/>
              <a:gd name="connsiteX159" fmla="*/ 2486025 w 2543175"/>
              <a:gd name="connsiteY159" fmla="*/ 1802606 h 1890712"/>
              <a:gd name="connsiteX160" fmla="*/ 2514600 w 2543175"/>
              <a:gd name="connsiteY160" fmla="*/ 1850231 h 1890712"/>
              <a:gd name="connsiteX161" fmla="*/ 2519363 w 2543175"/>
              <a:gd name="connsiteY161" fmla="*/ 1857375 h 1890712"/>
              <a:gd name="connsiteX162" fmla="*/ 2540794 w 2543175"/>
              <a:gd name="connsiteY162" fmla="*/ 1883569 h 1890712"/>
              <a:gd name="connsiteX163" fmla="*/ 2543175 w 2543175"/>
              <a:gd name="connsiteY163"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24088 w 2543175"/>
              <a:gd name="connsiteY147" fmla="*/ 1624012 h 1890712"/>
              <a:gd name="connsiteX148" fmla="*/ 2247900 w 2543175"/>
              <a:gd name="connsiteY148" fmla="*/ 1643062 h 1890712"/>
              <a:gd name="connsiteX149" fmla="*/ 2255044 w 2543175"/>
              <a:gd name="connsiteY149" fmla="*/ 1650206 h 1890712"/>
              <a:gd name="connsiteX150" fmla="*/ 2281238 w 2543175"/>
              <a:gd name="connsiteY150" fmla="*/ 1664494 h 1890712"/>
              <a:gd name="connsiteX151" fmla="*/ 2297907 w 2543175"/>
              <a:gd name="connsiteY151" fmla="*/ 1674019 h 1890712"/>
              <a:gd name="connsiteX152" fmla="*/ 2312194 w 2543175"/>
              <a:gd name="connsiteY152" fmla="*/ 1685925 h 1890712"/>
              <a:gd name="connsiteX153" fmla="*/ 2328863 w 2543175"/>
              <a:gd name="connsiteY153" fmla="*/ 1697831 h 1890712"/>
              <a:gd name="connsiteX154" fmla="*/ 2350294 w 2543175"/>
              <a:gd name="connsiteY154" fmla="*/ 1712119 h 1890712"/>
              <a:gd name="connsiteX155" fmla="*/ 2428876 w 2543175"/>
              <a:gd name="connsiteY155" fmla="*/ 1785938 h 1890712"/>
              <a:gd name="connsiteX156" fmla="*/ 2466975 w 2543175"/>
              <a:gd name="connsiteY156" fmla="*/ 1783556 h 1890712"/>
              <a:gd name="connsiteX157" fmla="*/ 2481263 w 2543175"/>
              <a:gd name="connsiteY157" fmla="*/ 1795462 h 1890712"/>
              <a:gd name="connsiteX158" fmla="*/ 2486025 w 2543175"/>
              <a:gd name="connsiteY158" fmla="*/ 1802606 h 1890712"/>
              <a:gd name="connsiteX159" fmla="*/ 2514600 w 2543175"/>
              <a:gd name="connsiteY159" fmla="*/ 1850231 h 1890712"/>
              <a:gd name="connsiteX160" fmla="*/ 2519363 w 2543175"/>
              <a:gd name="connsiteY160" fmla="*/ 1857375 h 1890712"/>
              <a:gd name="connsiteX161" fmla="*/ 2540794 w 2543175"/>
              <a:gd name="connsiteY161" fmla="*/ 1883569 h 1890712"/>
              <a:gd name="connsiteX162" fmla="*/ 2543175 w 2543175"/>
              <a:gd name="connsiteY16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297907 w 2543175"/>
              <a:gd name="connsiteY150" fmla="*/ 1674019 h 1890712"/>
              <a:gd name="connsiteX151" fmla="*/ 2312194 w 2543175"/>
              <a:gd name="connsiteY151" fmla="*/ 1685925 h 1890712"/>
              <a:gd name="connsiteX152" fmla="*/ 2328863 w 2543175"/>
              <a:gd name="connsiteY152" fmla="*/ 1697831 h 1890712"/>
              <a:gd name="connsiteX153" fmla="*/ 2350294 w 2543175"/>
              <a:gd name="connsiteY153" fmla="*/ 1712119 h 1890712"/>
              <a:gd name="connsiteX154" fmla="*/ 2428876 w 2543175"/>
              <a:gd name="connsiteY154" fmla="*/ 1785938 h 1890712"/>
              <a:gd name="connsiteX155" fmla="*/ 2466975 w 2543175"/>
              <a:gd name="connsiteY155" fmla="*/ 1783556 h 1890712"/>
              <a:gd name="connsiteX156" fmla="*/ 2481263 w 2543175"/>
              <a:gd name="connsiteY156" fmla="*/ 1795462 h 1890712"/>
              <a:gd name="connsiteX157" fmla="*/ 2486025 w 2543175"/>
              <a:gd name="connsiteY157" fmla="*/ 1802606 h 1890712"/>
              <a:gd name="connsiteX158" fmla="*/ 2514600 w 2543175"/>
              <a:gd name="connsiteY158" fmla="*/ 1850231 h 1890712"/>
              <a:gd name="connsiteX159" fmla="*/ 2519363 w 2543175"/>
              <a:gd name="connsiteY159" fmla="*/ 1857375 h 1890712"/>
              <a:gd name="connsiteX160" fmla="*/ 2540794 w 2543175"/>
              <a:gd name="connsiteY160" fmla="*/ 1883569 h 1890712"/>
              <a:gd name="connsiteX161" fmla="*/ 2543175 w 2543175"/>
              <a:gd name="connsiteY161"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297907 w 2543175"/>
              <a:gd name="connsiteY150" fmla="*/ 1674019 h 1890712"/>
              <a:gd name="connsiteX151" fmla="*/ 2312194 w 2543175"/>
              <a:gd name="connsiteY151" fmla="*/ 1685925 h 1890712"/>
              <a:gd name="connsiteX152" fmla="*/ 2328863 w 2543175"/>
              <a:gd name="connsiteY152" fmla="*/ 1697831 h 1890712"/>
              <a:gd name="connsiteX153" fmla="*/ 2350294 w 2543175"/>
              <a:gd name="connsiteY153" fmla="*/ 1712119 h 1890712"/>
              <a:gd name="connsiteX154" fmla="*/ 2428876 w 2543175"/>
              <a:gd name="connsiteY154" fmla="*/ 1785938 h 1890712"/>
              <a:gd name="connsiteX155" fmla="*/ 2481263 w 2543175"/>
              <a:gd name="connsiteY155" fmla="*/ 1795462 h 1890712"/>
              <a:gd name="connsiteX156" fmla="*/ 2486025 w 2543175"/>
              <a:gd name="connsiteY156" fmla="*/ 1802606 h 1890712"/>
              <a:gd name="connsiteX157" fmla="*/ 2514600 w 2543175"/>
              <a:gd name="connsiteY157" fmla="*/ 1850231 h 1890712"/>
              <a:gd name="connsiteX158" fmla="*/ 2519363 w 2543175"/>
              <a:gd name="connsiteY158" fmla="*/ 1857375 h 1890712"/>
              <a:gd name="connsiteX159" fmla="*/ 2540794 w 2543175"/>
              <a:gd name="connsiteY159" fmla="*/ 1883569 h 1890712"/>
              <a:gd name="connsiteX160" fmla="*/ 2543175 w 2543175"/>
              <a:gd name="connsiteY16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297907 w 2543175"/>
              <a:gd name="connsiteY150" fmla="*/ 1674019 h 1890712"/>
              <a:gd name="connsiteX151" fmla="*/ 2312194 w 2543175"/>
              <a:gd name="connsiteY151" fmla="*/ 1685925 h 1890712"/>
              <a:gd name="connsiteX152" fmla="*/ 2328863 w 2543175"/>
              <a:gd name="connsiteY152" fmla="*/ 1697831 h 1890712"/>
              <a:gd name="connsiteX153" fmla="*/ 2350294 w 2543175"/>
              <a:gd name="connsiteY153" fmla="*/ 1712119 h 1890712"/>
              <a:gd name="connsiteX154" fmla="*/ 2428876 w 2543175"/>
              <a:gd name="connsiteY154" fmla="*/ 1785938 h 1890712"/>
              <a:gd name="connsiteX155" fmla="*/ 2481263 w 2543175"/>
              <a:gd name="connsiteY155" fmla="*/ 1795462 h 1890712"/>
              <a:gd name="connsiteX156" fmla="*/ 2514600 w 2543175"/>
              <a:gd name="connsiteY156" fmla="*/ 1850231 h 1890712"/>
              <a:gd name="connsiteX157" fmla="*/ 2519363 w 2543175"/>
              <a:gd name="connsiteY157" fmla="*/ 1857375 h 1890712"/>
              <a:gd name="connsiteX158" fmla="*/ 2540794 w 2543175"/>
              <a:gd name="connsiteY158" fmla="*/ 1883569 h 1890712"/>
              <a:gd name="connsiteX159" fmla="*/ 2543175 w 2543175"/>
              <a:gd name="connsiteY15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297907 w 2543175"/>
              <a:gd name="connsiteY150" fmla="*/ 1674019 h 1890712"/>
              <a:gd name="connsiteX151" fmla="*/ 2312194 w 2543175"/>
              <a:gd name="connsiteY151" fmla="*/ 1685925 h 1890712"/>
              <a:gd name="connsiteX152" fmla="*/ 2328863 w 2543175"/>
              <a:gd name="connsiteY152" fmla="*/ 1697831 h 1890712"/>
              <a:gd name="connsiteX153" fmla="*/ 2350294 w 2543175"/>
              <a:gd name="connsiteY153" fmla="*/ 1712119 h 1890712"/>
              <a:gd name="connsiteX154" fmla="*/ 2428876 w 2543175"/>
              <a:gd name="connsiteY154" fmla="*/ 1785938 h 1890712"/>
              <a:gd name="connsiteX155" fmla="*/ 2469356 w 2543175"/>
              <a:gd name="connsiteY155" fmla="*/ 1816894 h 1890712"/>
              <a:gd name="connsiteX156" fmla="*/ 2514600 w 2543175"/>
              <a:gd name="connsiteY156" fmla="*/ 1850231 h 1890712"/>
              <a:gd name="connsiteX157" fmla="*/ 2519363 w 2543175"/>
              <a:gd name="connsiteY157" fmla="*/ 1857375 h 1890712"/>
              <a:gd name="connsiteX158" fmla="*/ 2540794 w 2543175"/>
              <a:gd name="connsiteY158" fmla="*/ 1883569 h 1890712"/>
              <a:gd name="connsiteX159" fmla="*/ 2543175 w 2543175"/>
              <a:gd name="connsiteY15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297907 w 2543175"/>
              <a:gd name="connsiteY150" fmla="*/ 1674019 h 1890712"/>
              <a:gd name="connsiteX151" fmla="*/ 2312194 w 2543175"/>
              <a:gd name="connsiteY151" fmla="*/ 1685925 h 1890712"/>
              <a:gd name="connsiteX152" fmla="*/ 2350294 w 2543175"/>
              <a:gd name="connsiteY152" fmla="*/ 1712119 h 1890712"/>
              <a:gd name="connsiteX153" fmla="*/ 2428876 w 2543175"/>
              <a:gd name="connsiteY153" fmla="*/ 1785938 h 1890712"/>
              <a:gd name="connsiteX154" fmla="*/ 2469356 w 2543175"/>
              <a:gd name="connsiteY154" fmla="*/ 1816894 h 1890712"/>
              <a:gd name="connsiteX155" fmla="*/ 2514600 w 2543175"/>
              <a:gd name="connsiteY155" fmla="*/ 1850231 h 1890712"/>
              <a:gd name="connsiteX156" fmla="*/ 2519363 w 2543175"/>
              <a:gd name="connsiteY156" fmla="*/ 1857375 h 1890712"/>
              <a:gd name="connsiteX157" fmla="*/ 2540794 w 2543175"/>
              <a:gd name="connsiteY157" fmla="*/ 1883569 h 1890712"/>
              <a:gd name="connsiteX158" fmla="*/ 2543175 w 2543175"/>
              <a:gd name="connsiteY158"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312194 w 2543175"/>
              <a:gd name="connsiteY150" fmla="*/ 1685925 h 1890712"/>
              <a:gd name="connsiteX151" fmla="*/ 2350294 w 2543175"/>
              <a:gd name="connsiteY151" fmla="*/ 1712119 h 1890712"/>
              <a:gd name="connsiteX152" fmla="*/ 2428876 w 2543175"/>
              <a:gd name="connsiteY152" fmla="*/ 1785938 h 1890712"/>
              <a:gd name="connsiteX153" fmla="*/ 2469356 w 2543175"/>
              <a:gd name="connsiteY153" fmla="*/ 1816894 h 1890712"/>
              <a:gd name="connsiteX154" fmla="*/ 2514600 w 2543175"/>
              <a:gd name="connsiteY154" fmla="*/ 1850231 h 1890712"/>
              <a:gd name="connsiteX155" fmla="*/ 2519363 w 2543175"/>
              <a:gd name="connsiteY155" fmla="*/ 1857375 h 1890712"/>
              <a:gd name="connsiteX156" fmla="*/ 2540794 w 2543175"/>
              <a:gd name="connsiteY156" fmla="*/ 1883569 h 1890712"/>
              <a:gd name="connsiteX157" fmla="*/ 2543175 w 2543175"/>
              <a:gd name="connsiteY157"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81238 w 2543175"/>
              <a:gd name="connsiteY148" fmla="*/ 1664494 h 1890712"/>
              <a:gd name="connsiteX149" fmla="*/ 2312194 w 2543175"/>
              <a:gd name="connsiteY149" fmla="*/ 1685925 h 1890712"/>
              <a:gd name="connsiteX150" fmla="*/ 2350294 w 2543175"/>
              <a:gd name="connsiteY150" fmla="*/ 1712119 h 1890712"/>
              <a:gd name="connsiteX151" fmla="*/ 2428876 w 2543175"/>
              <a:gd name="connsiteY151" fmla="*/ 1785938 h 1890712"/>
              <a:gd name="connsiteX152" fmla="*/ 2469356 w 2543175"/>
              <a:gd name="connsiteY152" fmla="*/ 1816894 h 1890712"/>
              <a:gd name="connsiteX153" fmla="*/ 2514600 w 2543175"/>
              <a:gd name="connsiteY153" fmla="*/ 1850231 h 1890712"/>
              <a:gd name="connsiteX154" fmla="*/ 2519363 w 2543175"/>
              <a:gd name="connsiteY154" fmla="*/ 1857375 h 1890712"/>
              <a:gd name="connsiteX155" fmla="*/ 2540794 w 2543175"/>
              <a:gd name="connsiteY155" fmla="*/ 1883569 h 1890712"/>
              <a:gd name="connsiteX156" fmla="*/ 2543175 w 2543175"/>
              <a:gd name="connsiteY15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81238 w 2543175"/>
              <a:gd name="connsiteY148" fmla="*/ 1674019 h 1890712"/>
              <a:gd name="connsiteX149" fmla="*/ 2312194 w 2543175"/>
              <a:gd name="connsiteY149" fmla="*/ 1685925 h 1890712"/>
              <a:gd name="connsiteX150" fmla="*/ 2350294 w 2543175"/>
              <a:gd name="connsiteY150" fmla="*/ 1712119 h 1890712"/>
              <a:gd name="connsiteX151" fmla="*/ 2428876 w 2543175"/>
              <a:gd name="connsiteY151" fmla="*/ 1785938 h 1890712"/>
              <a:gd name="connsiteX152" fmla="*/ 2469356 w 2543175"/>
              <a:gd name="connsiteY152" fmla="*/ 1816894 h 1890712"/>
              <a:gd name="connsiteX153" fmla="*/ 2514600 w 2543175"/>
              <a:gd name="connsiteY153" fmla="*/ 1850231 h 1890712"/>
              <a:gd name="connsiteX154" fmla="*/ 2519363 w 2543175"/>
              <a:gd name="connsiteY154" fmla="*/ 1857375 h 1890712"/>
              <a:gd name="connsiteX155" fmla="*/ 2540794 w 2543175"/>
              <a:gd name="connsiteY155" fmla="*/ 1883569 h 1890712"/>
              <a:gd name="connsiteX156" fmla="*/ 2543175 w 2543175"/>
              <a:gd name="connsiteY15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81238 w 2543175"/>
              <a:gd name="connsiteY148" fmla="*/ 1674019 h 1890712"/>
              <a:gd name="connsiteX149" fmla="*/ 2312194 w 2543175"/>
              <a:gd name="connsiteY149" fmla="*/ 1702594 h 1890712"/>
              <a:gd name="connsiteX150" fmla="*/ 2350294 w 2543175"/>
              <a:gd name="connsiteY150" fmla="*/ 1712119 h 1890712"/>
              <a:gd name="connsiteX151" fmla="*/ 2428876 w 2543175"/>
              <a:gd name="connsiteY151" fmla="*/ 1785938 h 1890712"/>
              <a:gd name="connsiteX152" fmla="*/ 2469356 w 2543175"/>
              <a:gd name="connsiteY152" fmla="*/ 1816894 h 1890712"/>
              <a:gd name="connsiteX153" fmla="*/ 2514600 w 2543175"/>
              <a:gd name="connsiteY153" fmla="*/ 1850231 h 1890712"/>
              <a:gd name="connsiteX154" fmla="*/ 2519363 w 2543175"/>
              <a:gd name="connsiteY154" fmla="*/ 1857375 h 1890712"/>
              <a:gd name="connsiteX155" fmla="*/ 2540794 w 2543175"/>
              <a:gd name="connsiteY155" fmla="*/ 1883569 h 1890712"/>
              <a:gd name="connsiteX156" fmla="*/ 2543175 w 2543175"/>
              <a:gd name="connsiteY15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81238 w 2543175"/>
              <a:gd name="connsiteY148" fmla="*/ 1674019 h 1890712"/>
              <a:gd name="connsiteX149" fmla="*/ 2312194 w 2543175"/>
              <a:gd name="connsiteY149" fmla="*/ 1702594 h 1890712"/>
              <a:gd name="connsiteX150" fmla="*/ 2369344 w 2543175"/>
              <a:gd name="connsiteY150" fmla="*/ 1757363 h 1890712"/>
              <a:gd name="connsiteX151" fmla="*/ 2428876 w 2543175"/>
              <a:gd name="connsiteY151" fmla="*/ 1785938 h 1890712"/>
              <a:gd name="connsiteX152" fmla="*/ 2469356 w 2543175"/>
              <a:gd name="connsiteY152" fmla="*/ 1816894 h 1890712"/>
              <a:gd name="connsiteX153" fmla="*/ 2514600 w 2543175"/>
              <a:gd name="connsiteY153" fmla="*/ 1850231 h 1890712"/>
              <a:gd name="connsiteX154" fmla="*/ 2519363 w 2543175"/>
              <a:gd name="connsiteY154" fmla="*/ 1857375 h 1890712"/>
              <a:gd name="connsiteX155" fmla="*/ 2540794 w 2543175"/>
              <a:gd name="connsiteY155" fmla="*/ 1883569 h 1890712"/>
              <a:gd name="connsiteX156" fmla="*/ 2543175 w 2543175"/>
              <a:gd name="connsiteY15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907257 w 2543175"/>
              <a:gd name="connsiteY66" fmla="*/ 683419 h 1890712"/>
              <a:gd name="connsiteX67" fmla="*/ 928688 w 2543175"/>
              <a:gd name="connsiteY67" fmla="*/ 695325 h 1890712"/>
              <a:gd name="connsiteX68" fmla="*/ 942975 w 2543175"/>
              <a:gd name="connsiteY68" fmla="*/ 700087 h 1890712"/>
              <a:gd name="connsiteX69" fmla="*/ 964407 w 2543175"/>
              <a:gd name="connsiteY69" fmla="*/ 716756 h 1890712"/>
              <a:gd name="connsiteX70" fmla="*/ 971550 w 2543175"/>
              <a:gd name="connsiteY70" fmla="*/ 723900 h 1890712"/>
              <a:gd name="connsiteX71" fmla="*/ 983457 w 2543175"/>
              <a:gd name="connsiteY71" fmla="*/ 733425 h 1890712"/>
              <a:gd name="connsiteX72" fmla="*/ 990600 w 2543175"/>
              <a:gd name="connsiteY72" fmla="*/ 738187 h 1890712"/>
              <a:gd name="connsiteX73" fmla="*/ 1007269 w 2543175"/>
              <a:gd name="connsiteY73" fmla="*/ 752475 h 1890712"/>
              <a:gd name="connsiteX74" fmla="*/ 1031082 w 2543175"/>
              <a:gd name="connsiteY74" fmla="*/ 766762 h 1890712"/>
              <a:gd name="connsiteX75" fmla="*/ 1042988 w 2543175"/>
              <a:gd name="connsiteY75" fmla="*/ 773906 h 1890712"/>
              <a:gd name="connsiteX76" fmla="*/ 1071563 w 2543175"/>
              <a:gd name="connsiteY76" fmla="*/ 785812 h 1890712"/>
              <a:gd name="connsiteX77" fmla="*/ 1097757 w 2543175"/>
              <a:gd name="connsiteY77" fmla="*/ 807244 h 1890712"/>
              <a:gd name="connsiteX78" fmla="*/ 1104900 w 2543175"/>
              <a:gd name="connsiteY78" fmla="*/ 814387 h 1890712"/>
              <a:gd name="connsiteX79" fmla="*/ 1121569 w 2543175"/>
              <a:gd name="connsiteY79" fmla="*/ 823912 h 1890712"/>
              <a:gd name="connsiteX80" fmla="*/ 1138238 w 2543175"/>
              <a:gd name="connsiteY80" fmla="*/ 835819 h 1890712"/>
              <a:gd name="connsiteX81" fmla="*/ 1147763 w 2543175"/>
              <a:gd name="connsiteY81" fmla="*/ 842962 h 1890712"/>
              <a:gd name="connsiteX82" fmla="*/ 1157288 w 2543175"/>
              <a:gd name="connsiteY82" fmla="*/ 847725 h 1890712"/>
              <a:gd name="connsiteX83" fmla="*/ 1178719 w 2543175"/>
              <a:gd name="connsiteY83" fmla="*/ 859631 h 1890712"/>
              <a:gd name="connsiteX84" fmla="*/ 1188244 w 2543175"/>
              <a:gd name="connsiteY84" fmla="*/ 866775 h 1890712"/>
              <a:gd name="connsiteX85" fmla="*/ 1195388 w 2543175"/>
              <a:gd name="connsiteY85" fmla="*/ 871537 h 1890712"/>
              <a:gd name="connsiteX86" fmla="*/ 1212057 w 2543175"/>
              <a:gd name="connsiteY86" fmla="*/ 883444 h 1890712"/>
              <a:gd name="connsiteX87" fmla="*/ 1226344 w 2543175"/>
              <a:gd name="connsiteY87" fmla="*/ 895350 h 1890712"/>
              <a:gd name="connsiteX88" fmla="*/ 1245394 w 2543175"/>
              <a:gd name="connsiteY88" fmla="*/ 907256 h 1890712"/>
              <a:gd name="connsiteX89" fmla="*/ 1254919 w 2543175"/>
              <a:gd name="connsiteY89" fmla="*/ 914400 h 1890712"/>
              <a:gd name="connsiteX90" fmla="*/ 1269207 w 2543175"/>
              <a:gd name="connsiteY90" fmla="*/ 921544 h 1890712"/>
              <a:gd name="connsiteX91" fmla="*/ 1290638 w 2543175"/>
              <a:gd name="connsiteY91" fmla="*/ 935831 h 1890712"/>
              <a:gd name="connsiteX92" fmla="*/ 1307307 w 2543175"/>
              <a:gd name="connsiteY92" fmla="*/ 952500 h 1890712"/>
              <a:gd name="connsiteX93" fmla="*/ 1333500 w 2543175"/>
              <a:gd name="connsiteY93" fmla="*/ 971550 h 1890712"/>
              <a:gd name="connsiteX94" fmla="*/ 1359694 w 2543175"/>
              <a:gd name="connsiteY94" fmla="*/ 990600 h 1890712"/>
              <a:gd name="connsiteX95" fmla="*/ 1385888 w 2543175"/>
              <a:gd name="connsiteY95" fmla="*/ 1021557 h 1890712"/>
              <a:gd name="connsiteX96" fmla="*/ 1435894 w 2543175"/>
              <a:gd name="connsiteY96" fmla="*/ 1054894 h 1890712"/>
              <a:gd name="connsiteX97" fmla="*/ 1497806 w 2543175"/>
              <a:gd name="connsiteY97" fmla="*/ 1104900 h 1890712"/>
              <a:gd name="connsiteX98" fmla="*/ 1559718 w 2543175"/>
              <a:gd name="connsiteY98" fmla="*/ 1154906 h 1890712"/>
              <a:gd name="connsiteX99" fmla="*/ 1595438 w 2543175"/>
              <a:gd name="connsiteY99" fmla="*/ 1181100 h 1890712"/>
              <a:gd name="connsiteX100" fmla="*/ 1628775 w 2543175"/>
              <a:gd name="connsiteY100" fmla="*/ 1207294 h 1890712"/>
              <a:gd name="connsiteX101" fmla="*/ 1662113 w 2543175"/>
              <a:gd name="connsiteY101" fmla="*/ 1231107 h 1890712"/>
              <a:gd name="connsiteX102" fmla="*/ 1700213 w 2543175"/>
              <a:gd name="connsiteY102" fmla="*/ 1247775 h 1890712"/>
              <a:gd name="connsiteX103" fmla="*/ 1712119 w 2543175"/>
              <a:gd name="connsiteY103" fmla="*/ 1259681 h 1890712"/>
              <a:gd name="connsiteX104" fmla="*/ 1733550 w 2543175"/>
              <a:gd name="connsiteY104" fmla="*/ 1273969 h 1890712"/>
              <a:gd name="connsiteX105" fmla="*/ 1743075 w 2543175"/>
              <a:gd name="connsiteY105" fmla="*/ 1283494 h 1890712"/>
              <a:gd name="connsiteX106" fmla="*/ 1754982 w 2543175"/>
              <a:gd name="connsiteY106" fmla="*/ 1290637 h 1890712"/>
              <a:gd name="connsiteX107" fmla="*/ 1766888 w 2543175"/>
              <a:gd name="connsiteY107" fmla="*/ 1300162 h 1890712"/>
              <a:gd name="connsiteX108" fmla="*/ 1783557 w 2543175"/>
              <a:gd name="connsiteY108" fmla="*/ 1307306 h 1890712"/>
              <a:gd name="connsiteX109" fmla="*/ 1790700 w 2543175"/>
              <a:gd name="connsiteY109" fmla="*/ 1312069 h 1890712"/>
              <a:gd name="connsiteX110" fmla="*/ 1800225 w 2543175"/>
              <a:gd name="connsiteY110" fmla="*/ 1319212 h 1890712"/>
              <a:gd name="connsiteX111" fmla="*/ 1807369 w 2543175"/>
              <a:gd name="connsiteY111" fmla="*/ 1321594 h 1890712"/>
              <a:gd name="connsiteX112" fmla="*/ 1824038 w 2543175"/>
              <a:gd name="connsiteY112" fmla="*/ 1333500 h 1890712"/>
              <a:gd name="connsiteX113" fmla="*/ 1843088 w 2543175"/>
              <a:gd name="connsiteY113" fmla="*/ 1352550 h 1890712"/>
              <a:gd name="connsiteX114" fmla="*/ 1852613 w 2543175"/>
              <a:gd name="connsiteY114" fmla="*/ 1359694 h 1890712"/>
              <a:gd name="connsiteX115" fmla="*/ 1859757 w 2543175"/>
              <a:gd name="connsiteY115" fmla="*/ 1366837 h 1890712"/>
              <a:gd name="connsiteX116" fmla="*/ 1869282 w 2543175"/>
              <a:gd name="connsiteY116" fmla="*/ 1371600 h 1890712"/>
              <a:gd name="connsiteX117" fmla="*/ 1883569 w 2543175"/>
              <a:gd name="connsiteY117" fmla="*/ 1388269 h 1890712"/>
              <a:gd name="connsiteX118" fmla="*/ 1893094 w 2543175"/>
              <a:gd name="connsiteY118" fmla="*/ 1395412 h 1890712"/>
              <a:gd name="connsiteX119" fmla="*/ 1902619 w 2543175"/>
              <a:gd name="connsiteY119" fmla="*/ 1404937 h 1890712"/>
              <a:gd name="connsiteX120" fmla="*/ 1912144 w 2543175"/>
              <a:gd name="connsiteY120" fmla="*/ 1409700 h 1890712"/>
              <a:gd name="connsiteX121" fmla="*/ 1931194 w 2543175"/>
              <a:gd name="connsiteY121" fmla="*/ 1421606 h 1890712"/>
              <a:gd name="connsiteX122" fmla="*/ 1935957 w 2543175"/>
              <a:gd name="connsiteY122" fmla="*/ 1428750 h 1890712"/>
              <a:gd name="connsiteX123" fmla="*/ 1952625 w 2543175"/>
              <a:gd name="connsiteY123" fmla="*/ 1438275 h 1890712"/>
              <a:gd name="connsiteX124" fmla="*/ 1971675 w 2543175"/>
              <a:gd name="connsiteY124" fmla="*/ 1450181 h 1890712"/>
              <a:gd name="connsiteX125" fmla="*/ 1981200 w 2543175"/>
              <a:gd name="connsiteY125" fmla="*/ 1454944 h 1890712"/>
              <a:gd name="connsiteX126" fmla="*/ 1997869 w 2543175"/>
              <a:gd name="connsiteY126" fmla="*/ 1471612 h 1890712"/>
              <a:gd name="connsiteX127" fmla="*/ 2007394 w 2543175"/>
              <a:gd name="connsiteY127" fmla="*/ 1478756 h 1890712"/>
              <a:gd name="connsiteX128" fmla="*/ 2016919 w 2543175"/>
              <a:gd name="connsiteY128" fmla="*/ 1483519 h 1890712"/>
              <a:gd name="connsiteX129" fmla="*/ 2024063 w 2543175"/>
              <a:gd name="connsiteY129" fmla="*/ 1490662 h 1890712"/>
              <a:gd name="connsiteX130" fmla="*/ 2033588 w 2543175"/>
              <a:gd name="connsiteY130" fmla="*/ 1495425 h 1890712"/>
              <a:gd name="connsiteX131" fmla="*/ 2040732 w 2543175"/>
              <a:gd name="connsiteY131" fmla="*/ 1502569 h 1890712"/>
              <a:gd name="connsiteX132" fmla="*/ 2047875 w 2543175"/>
              <a:gd name="connsiteY132" fmla="*/ 1507331 h 1890712"/>
              <a:gd name="connsiteX133" fmla="*/ 2057400 w 2543175"/>
              <a:gd name="connsiteY133" fmla="*/ 1514475 h 1890712"/>
              <a:gd name="connsiteX134" fmla="*/ 2064544 w 2543175"/>
              <a:gd name="connsiteY134" fmla="*/ 1519237 h 1890712"/>
              <a:gd name="connsiteX135" fmla="*/ 2071688 w 2543175"/>
              <a:gd name="connsiteY135" fmla="*/ 1526381 h 1890712"/>
              <a:gd name="connsiteX136" fmla="*/ 2081213 w 2543175"/>
              <a:gd name="connsiteY136" fmla="*/ 1531144 h 1890712"/>
              <a:gd name="connsiteX137" fmla="*/ 2090738 w 2543175"/>
              <a:gd name="connsiteY137" fmla="*/ 1538287 h 1890712"/>
              <a:gd name="connsiteX138" fmla="*/ 2109788 w 2543175"/>
              <a:gd name="connsiteY138" fmla="*/ 1547812 h 1890712"/>
              <a:gd name="connsiteX139" fmla="*/ 2131219 w 2543175"/>
              <a:gd name="connsiteY139" fmla="*/ 1562100 h 1890712"/>
              <a:gd name="connsiteX140" fmla="*/ 2140744 w 2543175"/>
              <a:gd name="connsiteY140" fmla="*/ 1566862 h 1890712"/>
              <a:gd name="connsiteX141" fmla="*/ 2152650 w 2543175"/>
              <a:gd name="connsiteY141" fmla="*/ 1576387 h 1890712"/>
              <a:gd name="connsiteX142" fmla="*/ 2181225 w 2543175"/>
              <a:gd name="connsiteY142" fmla="*/ 1590675 h 1890712"/>
              <a:gd name="connsiteX143" fmla="*/ 2200275 w 2543175"/>
              <a:gd name="connsiteY143" fmla="*/ 1607344 h 1890712"/>
              <a:gd name="connsiteX144" fmla="*/ 2207419 w 2543175"/>
              <a:gd name="connsiteY144" fmla="*/ 1612106 h 1890712"/>
              <a:gd name="connsiteX145" fmla="*/ 2216944 w 2543175"/>
              <a:gd name="connsiteY145" fmla="*/ 1619250 h 1890712"/>
              <a:gd name="connsiteX146" fmla="*/ 2247900 w 2543175"/>
              <a:gd name="connsiteY146" fmla="*/ 1643062 h 1890712"/>
              <a:gd name="connsiteX147" fmla="*/ 2281238 w 2543175"/>
              <a:gd name="connsiteY147" fmla="*/ 1674019 h 1890712"/>
              <a:gd name="connsiteX148" fmla="*/ 2312194 w 2543175"/>
              <a:gd name="connsiteY148" fmla="*/ 1702594 h 1890712"/>
              <a:gd name="connsiteX149" fmla="*/ 2369344 w 2543175"/>
              <a:gd name="connsiteY149" fmla="*/ 1757363 h 1890712"/>
              <a:gd name="connsiteX150" fmla="*/ 2428876 w 2543175"/>
              <a:gd name="connsiteY150" fmla="*/ 1785938 h 1890712"/>
              <a:gd name="connsiteX151" fmla="*/ 2469356 w 2543175"/>
              <a:gd name="connsiteY151" fmla="*/ 1816894 h 1890712"/>
              <a:gd name="connsiteX152" fmla="*/ 2514600 w 2543175"/>
              <a:gd name="connsiteY152" fmla="*/ 1850231 h 1890712"/>
              <a:gd name="connsiteX153" fmla="*/ 2519363 w 2543175"/>
              <a:gd name="connsiteY153" fmla="*/ 1857375 h 1890712"/>
              <a:gd name="connsiteX154" fmla="*/ 2540794 w 2543175"/>
              <a:gd name="connsiteY154" fmla="*/ 1883569 h 1890712"/>
              <a:gd name="connsiteX155" fmla="*/ 2543175 w 2543175"/>
              <a:gd name="connsiteY155"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88207 w 2543175"/>
              <a:gd name="connsiteY64" fmla="*/ 676275 h 1890712"/>
              <a:gd name="connsiteX65" fmla="*/ 907257 w 2543175"/>
              <a:gd name="connsiteY65" fmla="*/ 683419 h 1890712"/>
              <a:gd name="connsiteX66" fmla="*/ 928688 w 2543175"/>
              <a:gd name="connsiteY66" fmla="*/ 695325 h 1890712"/>
              <a:gd name="connsiteX67" fmla="*/ 942975 w 2543175"/>
              <a:gd name="connsiteY67" fmla="*/ 700087 h 1890712"/>
              <a:gd name="connsiteX68" fmla="*/ 964407 w 2543175"/>
              <a:gd name="connsiteY68" fmla="*/ 716756 h 1890712"/>
              <a:gd name="connsiteX69" fmla="*/ 971550 w 2543175"/>
              <a:gd name="connsiteY69" fmla="*/ 723900 h 1890712"/>
              <a:gd name="connsiteX70" fmla="*/ 983457 w 2543175"/>
              <a:gd name="connsiteY70" fmla="*/ 733425 h 1890712"/>
              <a:gd name="connsiteX71" fmla="*/ 990600 w 2543175"/>
              <a:gd name="connsiteY71" fmla="*/ 738187 h 1890712"/>
              <a:gd name="connsiteX72" fmla="*/ 1007269 w 2543175"/>
              <a:gd name="connsiteY72" fmla="*/ 752475 h 1890712"/>
              <a:gd name="connsiteX73" fmla="*/ 1031082 w 2543175"/>
              <a:gd name="connsiteY73" fmla="*/ 766762 h 1890712"/>
              <a:gd name="connsiteX74" fmla="*/ 1042988 w 2543175"/>
              <a:gd name="connsiteY74" fmla="*/ 773906 h 1890712"/>
              <a:gd name="connsiteX75" fmla="*/ 1071563 w 2543175"/>
              <a:gd name="connsiteY75" fmla="*/ 785812 h 1890712"/>
              <a:gd name="connsiteX76" fmla="*/ 1097757 w 2543175"/>
              <a:gd name="connsiteY76" fmla="*/ 807244 h 1890712"/>
              <a:gd name="connsiteX77" fmla="*/ 1104900 w 2543175"/>
              <a:gd name="connsiteY77" fmla="*/ 814387 h 1890712"/>
              <a:gd name="connsiteX78" fmla="*/ 1121569 w 2543175"/>
              <a:gd name="connsiteY78" fmla="*/ 823912 h 1890712"/>
              <a:gd name="connsiteX79" fmla="*/ 1138238 w 2543175"/>
              <a:gd name="connsiteY79" fmla="*/ 835819 h 1890712"/>
              <a:gd name="connsiteX80" fmla="*/ 1147763 w 2543175"/>
              <a:gd name="connsiteY80" fmla="*/ 842962 h 1890712"/>
              <a:gd name="connsiteX81" fmla="*/ 1157288 w 2543175"/>
              <a:gd name="connsiteY81" fmla="*/ 847725 h 1890712"/>
              <a:gd name="connsiteX82" fmla="*/ 1178719 w 2543175"/>
              <a:gd name="connsiteY82" fmla="*/ 859631 h 1890712"/>
              <a:gd name="connsiteX83" fmla="*/ 1188244 w 2543175"/>
              <a:gd name="connsiteY83" fmla="*/ 866775 h 1890712"/>
              <a:gd name="connsiteX84" fmla="*/ 1195388 w 2543175"/>
              <a:gd name="connsiteY84" fmla="*/ 871537 h 1890712"/>
              <a:gd name="connsiteX85" fmla="*/ 1212057 w 2543175"/>
              <a:gd name="connsiteY85" fmla="*/ 883444 h 1890712"/>
              <a:gd name="connsiteX86" fmla="*/ 1226344 w 2543175"/>
              <a:gd name="connsiteY86" fmla="*/ 895350 h 1890712"/>
              <a:gd name="connsiteX87" fmla="*/ 1245394 w 2543175"/>
              <a:gd name="connsiteY87" fmla="*/ 907256 h 1890712"/>
              <a:gd name="connsiteX88" fmla="*/ 1254919 w 2543175"/>
              <a:gd name="connsiteY88" fmla="*/ 914400 h 1890712"/>
              <a:gd name="connsiteX89" fmla="*/ 1269207 w 2543175"/>
              <a:gd name="connsiteY89" fmla="*/ 921544 h 1890712"/>
              <a:gd name="connsiteX90" fmla="*/ 1290638 w 2543175"/>
              <a:gd name="connsiteY90" fmla="*/ 935831 h 1890712"/>
              <a:gd name="connsiteX91" fmla="*/ 1307307 w 2543175"/>
              <a:gd name="connsiteY91" fmla="*/ 952500 h 1890712"/>
              <a:gd name="connsiteX92" fmla="*/ 1333500 w 2543175"/>
              <a:gd name="connsiteY92" fmla="*/ 971550 h 1890712"/>
              <a:gd name="connsiteX93" fmla="*/ 1359694 w 2543175"/>
              <a:gd name="connsiteY93" fmla="*/ 990600 h 1890712"/>
              <a:gd name="connsiteX94" fmla="*/ 1385888 w 2543175"/>
              <a:gd name="connsiteY94" fmla="*/ 1021557 h 1890712"/>
              <a:gd name="connsiteX95" fmla="*/ 1435894 w 2543175"/>
              <a:gd name="connsiteY95" fmla="*/ 1054894 h 1890712"/>
              <a:gd name="connsiteX96" fmla="*/ 1497806 w 2543175"/>
              <a:gd name="connsiteY96" fmla="*/ 1104900 h 1890712"/>
              <a:gd name="connsiteX97" fmla="*/ 1559718 w 2543175"/>
              <a:gd name="connsiteY97" fmla="*/ 1154906 h 1890712"/>
              <a:gd name="connsiteX98" fmla="*/ 1595438 w 2543175"/>
              <a:gd name="connsiteY98" fmla="*/ 1181100 h 1890712"/>
              <a:gd name="connsiteX99" fmla="*/ 1628775 w 2543175"/>
              <a:gd name="connsiteY99" fmla="*/ 1207294 h 1890712"/>
              <a:gd name="connsiteX100" fmla="*/ 1662113 w 2543175"/>
              <a:gd name="connsiteY100" fmla="*/ 1231107 h 1890712"/>
              <a:gd name="connsiteX101" fmla="*/ 1700213 w 2543175"/>
              <a:gd name="connsiteY101" fmla="*/ 1247775 h 1890712"/>
              <a:gd name="connsiteX102" fmla="*/ 1712119 w 2543175"/>
              <a:gd name="connsiteY102" fmla="*/ 1259681 h 1890712"/>
              <a:gd name="connsiteX103" fmla="*/ 1733550 w 2543175"/>
              <a:gd name="connsiteY103" fmla="*/ 1273969 h 1890712"/>
              <a:gd name="connsiteX104" fmla="*/ 1743075 w 2543175"/>
              <a:gd name="connsiteY104" fmla="*/ 1283494 h 1890712"/>
              <a:gd name="connsiteX105" fmla="*/ 1754982 w 2543175"/>
              <a:gd name="connsiteY105" fmla="*/ 1290637 h 1890712"/>
              <a:gd name="connsiteX106" fmla="*/ 1766888 w 2543175"/>
              <a:gd name="connsiteY106" fmla="*/ 1300162 h 1890712"/>
              <a:gd name="connsiteX107" fmla="*/ 1783557 w 2543175"/>
              <a:gd name="connsiteY107" fmla="*/ 1307306 h 1890712"/>
              <a:gd name="connsiteX108" fmla="*/ 1790700 w 2543175"/>
              <a:gd name="connsiteY108" fmla="*/ 1312069 h 1890712"/>
              <a:gd name="connsiteX109" fmla="*/ 1800225 w 2543175"/>
              <a:gd name="connsiteY109" fmla="*/ 1319212 h 1890712"/>
              <a:gd name="connsiteX110" fmla="*/ 1807369 w 2543175"/>
              <a:gd name="connsiteY110" fmla="*/ 1321594 h 1890712"/>
              <a:gd name="connsiteX111" fmla="*/ 1824038 w 2543175"/>
              <a:gd name="connsiteY111" fmla="*/ 1333500 h 1890712"/>
              <a:gd name="connsiteX112" fmla="*/ 1843088 w 2543175"/>
              <a:gd name="connsiteY112" fmla="*/ 1352550 h 1890712"/>
              <a:gd name="connsiteX113" fmla="*/ 1852613 w 2543175"/>
              <a:gd name="connsiteY113" fmla="*/ 1359694 h 1890712"/>
              <a:gd name="connsiteX114" fmla="*/ 1859757 w 2543175"/>
              <a:gd name="connsiteY114" fmla="*/ 1366837 h 1890712"/>
              <a:gd name="connsiteX115" fmla="*/ 1869282 w 2543175"/>
              <a:gd name="connsiteY115" fmla="*/ 1371600 h 1890712"/>
              <a:gd name="connsiteX116" fmla="*/ 1883569 w 2543175"/>
              <a:gd name="connsiteY116" fmla="*/ 1388269 h 1890712"/>
              <a:gd name="connsiteX117" fmla="*/ 1893094 w 2543175"/>
              <a:gd name="connsiteY117" fmla="*/ 1395412 h 1890712"/>
              <a:gd name="connsiteX118" fmla="*/ 1902619 w 2543175"/>
              <a:gd name="connsiteY118" fmla="*/ 1404937 h 1890712"/>
              <a:gd name="connsiteX119" fmla="*/ 1912144 w 2543175"/>
              <a:gd name="connsiteY119" fmla="*/ 1409700 h 1890712"/>
              <a:gd name="connsiteX120" fmla="*/ 1931194 w 2543175"/>
              <a:gd name="connsiteY120" fmla="*/ 1421606 h 1890712"/>
              <a:gd name="connsiteX121" fmla="*/ 1935957 w 2543175"/>
              <a:gd name="connsiteY121" fmla="*/ 1428750 h 1890712"/>
              <a:gd name="connsiteX122" fmla="*/ 1952625 w 2543175"/>
              <a:gd name="connsiteY122" fmla="*/ 1438275 h 1890712"/>
              <a:gd name="connsiteX123" fmla="*/ 1971675 w 2543175"/>
              <a:gd name="connsiteY123" fmla="*/ 1450181 h 1890712"/>
              <a:gd name="connsiteX124" fmla="*/ 1981200 w 2543175"/>
              <a:gd name="connsiteY124" fmla="*/ 1454944 h 1890712"/>
              <a:gd name="connsiteX125" fmla="*/ 1997869 w 2543175"/>
              <a:gd name="connsiteY125" fmla="*/ 1471612 h 1890712"/>
              <a:gd name="connsiteX126" fmla="*/ 2007394 w 2543175"/>
              <a:gd name="connsiteY126" fmla="*/ 1478756 h 1890712"/>
              <a:gd name="connsiteX127" fmla="*/ 2016919 w 2543175"/>
              <a:gd name="connsiteY127" fmla="*/ 1483519 h 1890712"/>
              <a:gd name="connsiteX128" fmla="*/ 2024063 w 2543175"/>
              <a:gd name="connsiteY128" fmla="*/ 1490662 h 1890712"/>
              <a:gd name="connsiteX129" fmla="*/ 2033588 w 2543175"/>
              <a:gd name="connsiteY129" fmla="*/ 1495425 h 1890712"/>
              <a:gd name="connsiteX130" fmla="*/ 2040732 w 2543175"/>
              <a:gd name="connsiteY130" fmla="*/ 1502569 h 1890712"/>
              <a:gd name="connsiteX131" fmla="*/ 2047875 w 2543175"/>
              <a:gd name="connsiteY131" fmla="*/ 1507331 h 1890712"/>
              <a:gd name="connsiteX132" fmla="*/ 2057400 w 2543175"/>
              <a:gd name="connsiteY132" fmla="*/ 1514475 h 1890712"/>
              <a:gd name="connsiteX133" fmla="*/ 2064544 w 2543175"/>
              <a:gd name="connsiteY133" fmla="*/ 1519237 h 1890712"/>
              <a:gd name="connsiteX134" fmla="*/ 2071688 w 2543175"/>
              <a:gd name="connsiteY134" fmla="*/ 1526381 h 1890712"/>
              <a:gd name="connsiteX135" fmla="*/ 2081213 w 2543175"/>
              <a:gd name="connsiteY135" fmla="*/ 1531144 h 1890712"/>
              <a:gd name="connsiteX136" fmla="*/ 2090738 w 2543175"/>
              <a:gd name="connsiteY136" fmla="*/ 1538287 h 1890712"/>
              <a:gd name="connsiteX137" fmla="*/ 2109788 w 2543175"/>
              <a:gd name="connsiteY137" fmla="*/ 1547812 h 1890712"/>
              <a:gd name="connsiteX138" fmla="*/ 2131219 w 2543175"/>
              <a:gd name="connsiteY138" fmla="*/ 1562100 h 1890712"/>
              <a:gd name="connsiteX139" fmla="*/ 2140744 w 2543175"/>
              <a:gd name="connsiteY139" fmla="*/ 1566862 h 1890712"/>
              <a:gd name="connsiteX140" fmla="*/ 2152650 w 2543175"/>
              <a:gd name="connsiteY140" fmla="*/ 1576387 h 1890712"/>
              <a:gd name="connsiteX141" fmla="*/ 2181225 w 2543175"/>
              <a:gd name="connsiteY141" fmla="*/ 1590675 h 1890712"/>
              <a:gd name="connsiteX142" fmla="*/ 2200275 w 2543175"/>
              <a:gd name="connsiteY142" fmla="*/ 1607344 h 1890712"/>
              <a:gd name="connsiteX143" fmla="*/ 2207419 w 2543175"/>
              <a:gd name="connsiteY143" fmla="*/ 1612106 h 1890712"/>
              <a:gd name="connsiteX144" fmla="*/ 2216944 w 2543175"/>
              <a:gd name="connsiteY144" fmla="*/ 1619250 h 1890712"/>
              <a:gd name="connsiteX145" fmla="*/ 2247900 w 2543175"/>
              <a:gd name="connsiteY145" fmla="*/ 1643062 h 1890712"/>
              <a:gd name="connsiteX146" fmla="*/ 2281238 w 2543175"/>
              <a:gd name="connsiteY146" fmla="*/ 1674019 h 1890712"/>
              <a:gd name="connsiteX147" fmla="*/ 2312194 w 2543175"/>
              <a:gd name="connsiteY147" fmla="*/ 1702594 h 1890712"/>
              <a:gd name="connsiteX148" fmla="*/ 2369344 w 2543175"/>
              <a:gd name="connsiteY148" fmla="*/ 1757363 h 1890712"/>
              <a:gd name="connsiteX149" fmla="*/ 2428876 w 2543175"/>
              <a:gd name="connsiteY149" fmla="*/ 1785938 h 1890712"/>
              <a:gd name="connsiteX150" fmla="*/ 2469356 w 2543175"/>
              <a:gd name="connsiteY150" fmla="*/ 1816894 h 1890712"/>
              <a:gd name="connsiteX151" fmla="*/ 2514600 w 2543175"/>
              <a:gd name="connsiteY151" fmla="*/ 1850231 h 1890712"/>
              <a:gd name="connsiteX152" fmla="*/ 2519363 w 2543175"/>
              <a:gd name="connsiteY152" fmla="*/ 1857375 h 1890712"/>
              <a:gd name="connsiteX153" fmla="*/ 2540794 w 2543175"/>
              <a:gd name="connsiteY153" fmla="*/ 1883569 h 1890712"/>
              <a:gd name="connsiteX154" fmla="*/ 2543175 w 2543175"/>
              <a:gd name="connsiteY15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85763 w 2543175"/>
              <a:gd name="connsiteY27" fmla="*/ 283369 h 1890712"/>
              <a:gd name="connsiteX28" fmla="*/ 404813 w 2543175"/>
              <a:gd name="connsiteY28" fmla="*/ 295275 h 1890712"/>
              <a:gd name="connsiteX29" fmla="*/ 411957 w 2543175"/>
              <a:gd name="connsiteY29" fmla="*/ 297656 h 1890712"/>
              <a:gd name="connsiteX30" fmla="*/ 466725 w 2543175"/>
              <a:gd name="connsiteY30" fmla="*/ 328612 h 1890712"/>
              <a:gd name="connsiteX31" fmla="*/ 476250 w 2543175"/>
              <a:gd name="connsiteY31" fmla="*/ 335756 h 1890712"/>
              <a:gd name="connsiteX32" fmla="*/ 481013 w 2543175"/>
              <a:gd name="connsiteY32" fmla="*/ 342900 h 1890712"/>
              <a:gd name="connsiteX33" fmla="*/ 490538 w 2543175"/>
              <a:gd name="connsiteY33" fmla="*/ 352425 h 1890712"/>
              <a:gd name="connsiteX34" fmla="*/ 495300 w 2543175"/>
              <a:gd name="connsiteY34" fmla="*/ 359569 h 1890712"/>
              <a:gd name="connsiteX35" fmla="*/ 509588 w 2543175"/>
              <a:gd name="connsiteY35" fmla="*/ 376237 h 1890712"/>
              <a:gd name="connsiteX36" fmla="*/ 514350 w 2543175"/>
              <a:gd name="connsiteY36" fmla="*/ 383381 h 1890712"/>
              <a:gd name="connsiteX37" fmla="*/ 531019 w 2543175"/>
              <a:gd name="connsiteY37" fmla="*/ 397669 h 1890712"/>
              <a:gd name="connsiteX38" fmla="*/ 538163 w 2543175"/>
              <a:gd name="connsiteY38" fmla="*/ 407194 h 1890712"/>
              <a:gd name="connsiteX39" fmla="*/ 554832 w 2543175"/>
              <a:gd name="connsiteY39" fmla="*/ 421481 h 1890712"/>
              <a:gd name="connsiteX40" fmla="*/ 564357 w 2543175"/>
              <a:gd name="connsiteY40" fmla="*/ 431006 h 1890712"/>
              <a:gd name="connsiteX41" fmla="*/ 573882 w 2543175"/>
              <a:gd name="connsiteY41" fmla="*/ 438150 h 1890712"/>
              <a:gd name="connsiteX42" fmla="*/ 595313 w 2543175"/>
              <a:gd name="connsiteY42" fmla="*/ 454819 h 1890712"/>
              <a:gd name="connsiteX43" fmla="*/ 602457 w 2543175"/>
              <a:gd name="connsiteY43" fmla="*/ 457200 h 1890712"/>
              <a:gd name="connsiteX44" fmla="*/ 628650 w 2543175"/>
              <a:gd name="connsiteY44" fmla="*/ 469106 h 1890712"/>
              <a:gd name="connsiteX45" fmla="*/ 645319 w 2543175"/>
              <a:gd name="connsiteY45" fmla="*/ 483394 h 1890712"/>
              <a:gd name="connsiteX46" fmla="*/ 654844 w 2543175"/>
              <a:gd name="connsiteY46" fmla="*/ 488156 h 1890712"/>
              <a:gd name="connsiteX47" fmla="*/ 661988 w 2543175"/>
              <a:gd name="connsiteY47" fmla="*/ 497681 h 1890712"/>
              <a:gd name="connsiteX48" fmla="*/ 683419 w 2543175"/>
              <a:gd name="connsiteY48" fmla="*/ 514350 h 1890712"/>
              <a:gd name="connsiteX49" fmla="*/ 700088 w 2543175"/>
              <a:gd name="connsiteY49" fmla="*/ 526256 h 1890712"/>
              <a:gd name="connsiteX50" fmla="*/ 709613 w 2543175"/>
              <a:gd name="connsiteY50" fmla="*/ 535781 h 1890712"/>
              <a:gd name="connsiteX51" fmla="*/ 719138 w 2543175"/>
              <a:gd name="connsiteY51" fmla="*/ 542925 h 1890712"/>
              <a:gd name="connsiteX52" fmla="*/ 733425 w 2543175"/>
              <a:gd name="connsiteY52" fmla="*/ 557212 h 1890712"/>
              <a:gd name="connsiteX53" fmla="*/ 750094 w 2543175"/>
              <a:gd name="connsiteY53" fmla="*/ 569119 h 1890712"/>
              <a:gd name="connsiteX54" fmla="*/ 769144 w 2543175"/>
              <a:gd name="connsiteY54" fmla="*/ 581025 h 1890712"/>
              <a:gd name="connsiteX55" fmla="*/ 785813 w 2543175"/>
              <a:gd name="connsiteY55" fmla="*/ 590550 h 1890712"/>
              <a:gd name="connsiteX56" fmla="*/ 792957 w 2543175"/>
              <a:gd name="connsiteY56" fmla="*/ 600075 h 1890712"/>
              <a:gd name="connsiteX57" fmla="*/ 809625 w 2543175"/>
              <a:gd name="connsiteY57" fmla="*/ 611981 h 1890712"/>
              <a:gd name="connsiteX58" fmla="*/ 816769 w 2543175"/>
              <a:gd name="connsiteY58" fmla="*/ 619125 h 1890712"/>
              <a:gd name="connsiteX59" fmla="*/ 826294 w 2543175"/>
              <a:gd name="connsiteY59" fmla="*/ 626269 h 1890712"/>
              <a:gd name="connsiteX60" fmla="*/ 840582 w 2543175"/>
              <a:gd name="connsiteY60" fmla="*/ 638175 h 1890712"/>
              <a:gd name="connsiteX61" fmla="*/ 847725 w 2543175"/>
              <a:gd name="connsiteY61" fmla="*/ 645319 h 1890712"/>
              <a:gd name="connsiteX62" fmla="*/ 857250 w 2543175"/>
              <a:gd name="connsiteY62" fmla="*/ 652462 h 1890712"/>
              <a:gd name="connsiteX63" fmla="*/ 888207 w 2543175"/>
              <a:gd name="connsiteY63" fmla="*/ 676275 h 1890712"/>
              <a:gd name="connsiteX64" fmla="*/ 907257 w 2543175"/>
              <a:gd name="connsiteY64" fmla="*/ 683419 h 1890712"/>
              <a:gd name="connsiteX65" fmla="*/ 928688 w 2543175"/>
              <a:gd name="connsiteY65" fmla="*/ 695325 h 1890712"/>
              <a:gd name="connsiteX66" fmla="*/ 942975 w 2543175"/>
              <a:gd name="connsiteY66" fmla="*/ 700087 h 1890712"/>
              <a:gd name="connsiteX67" fmla="*/ 964407 w 2543175"/>
              <a:gd name="connsiteY67" fmla="*/ 716756 h 1890712"/>
              <a:gd name="connsiteX68" fmla="*/ 971550 w 2543175"/>
              <a:gd name="connsiteY68" fmla="*/ 723900 h 1890712"/>
              <a:gd name="connsiteX69" fmla="*/ 983457 w 2543175"/>
              <a:gd name="connsiteY69" fmla="*/ 733425 h 1890712"/>
              <a:gd name="connsiteX70" fmla="*/ 990600 w 2543175"/>
              <a:gd name="connsiteY70" fmla="*/ 738187 h 1890712"/>
              <a:gd name="connsiteX71" fmla="*/ 1007269 w 2543175"/>
              <a:gd name="connsiteY71" fmla="*/ 752475 h 1890712"/>
              <a:gd name="connsiteX72" fmla="*/ 1031082 w 2543175"/>
              <a:gd name="connsiteY72" fmla="*/ 766762 h 1890712"/>
              <a:gd name="connsiteX73" fmla="*/ 1042988 w 2543175"/>
              <a:gd name="connsiteY73" fmla="*/ 773906 h 1890712"/>
              <a:gd name="connsiteX74" fmla="*/ 1071563 w 2543175"/>
              <a:gd name="connsiteY74" fmla="*/ 785812 h 1890712"/>
              <a:gd name="connsiteX75" fmla="*/ 1097757 w 2543175"/>
              <a:gd name="connsiteY75" fmla="*/ 807244 h 1890712"/>
              <a:gd name="connsiteX76" fmla="*/ 1104900 w 2543175"/>
              <a:gd name="connsiteY76" fmla="*/ 814387 h 1890712"/>
              <a:gd name="connsiteX77" fmla="*/ 1121569 w 2543175"/>
              <a:gd name="connsiteY77" fmla="*/ 823912 h 1890712"/>
              <a:gd name="connsiteX78" fmla="*/ 1138238 w 2543175"/>
              <a:gd name="connsiteY78" fmla="*/ 835819 h 1890712"/>
              <a:gd name="connsiteX79" fmla="*/ 1147763 w 2543175"/>
              <a:gd name="connsiteY79" fmla="*/ 842962 h 1890712"/>
              <a:gd name="connsiteX80" fmla="*/ 1157288 w 2543175"/>
              <a:gd name="connsiteY80" fmla="*/ 847725 h 1890712"/>
              <a:gd name="connsiteX81" fmla="*/ 1178719 w 2543175"/>
              <a:gd name="connsiteY81" fmla="*/ 859631 h 1890712"/>
              <a:gd name="connsiteX82" fmla="*/ 1188244 w 2543175"/>
              <a:gd name="connsiteY82" fmla="*/ 866775 h 1890712"/>
              <a:gd name="connsiteX83" fmla="*/ 1195388 w 2543175"/>
              <a:gd name="connsiteY83" fmla="*/ 871537 h 1890712"/>
              <a:gd name="connsiteX84" fmla="*/ 1212057 w 2543175"/>
              <a:gd name="connsiteY84" fmla="*/ 883444 h 1890712"/>
              <a:gd name="connsiteX85" fmla="*/ 1226344 w 2543175"/>
              <a:gd name="connsiteY85" fmla="*/ 895350 h 1890712"/>
              <a:gd name="connsiteX86" fmla="*/ 1245394 w 2543175"/>
              <a:gd name="connsiteY86" fmla="*/ 907256 h 1890712"/>
              <a:gd name="connsiteX87" fmla="*/ 1254919 w 2543175"/>
              <a:gd name="connsiteY87" fmla="*/ 914400 h 1890712"/>
              <a:gd name="connsiteX88" fmla="*/ 1269207 w 2543175"/>
              <a:gd name="connsiteY88" fmla="*/ 921544 h 1890712"/>
              <a:gd name="connsiteX89" fmla="*/ 1290638 w 2543175"/>
              <a:gd name="connsiteY89" fmla="*/ 935831 h 1890712"/>
              <a:gd name="connsiteX90" fmla="*/ 1307307 w 2543175"/>
              <a:gd name="connsiteY90" fmla="*/ 952500 h 1890712"/>
              <a:gd name="connsiteX91" fmla="*/ 1333500 w 2543175"/>
              <a:gd name="connsiteY91" fmla="*/ 971550 h 1890712"/>
              <a:gd name="connsiteX92" fmla="*/ 1359694 w 2543175"/>
              <a:gd name="connsiteY92" fmla="*/ 990600 h 1890712"/>
              <a:gd name="connsiteX93" fmla="*/ 1385888 w 2543175"/>
              <a:gd name="connsiteY93" fmla="*/ 1021557 h 1890712"/>
              <a:gd name="connsiteX94" fmla="*/ 1435894 w 2543175"/>
              <a:gd name="connsiteY94" fmla="*/ 1054894 h 1890712"/>
              <a:gd name="connsiteX95" fmla="*/ 1497806 w 2543175"/>
              <a:gd name="connsiteY95" fmla="*/ 1104900 h 1890712"/>
              <a:gd name="connsiteX96" fmla="*/ 1559718 w 2543175"/>
              <a:gd name="connsiteY96" fmla="*/ 1154906 h 1890712"/>
              <a:gd name="connsiteX97" fmla="*/ 1595438 w 2543175"/>
              <a:gd name="connsiteY97" fmla="*/ 1181100 h 1890712"/>
              <a:gd name="connsiteX98" fmla="*/ 1628775 w 2543175"/>
              <a:gd name="connsiteY98" fmla="*/ 1207294 h 1890712"/>
              <a:gd name="connsiteX99" fmla="*/ 1662113 w 2543175"/>
              <a:gd name="connsiteY99" fmla="*/ 1231107 h 1890712"/>
              <a:gd name="connsiteX100" fmla="*/ 1700213 w 2543175"/>
              <a:gd name="connsiteY100" fmla="*/ 1247775 h 1890712"/>
              <a:gd name="connsiteX101" fmla="*/ 1712119 w 2543175"/>
              <a:gd name="connsiteY101" fmla="*/ 1259681 h 1890712"/>
              <a:gd name="connsiteX102" fmla="*/ 1733550 w 2543175"/>
              <a:gd name="connsiteY102" fmla="*/ 1273969 h 1890712"/>
              <a:gd name="connsiteX103" fmla="*/ 1743075 w 2543175"/>
              <a:gd name="connsiteY103" fmla="*/ 1283494 h 1890712"/>
              <a:gd name="connsiteX104" fmla="*/ 1754982 w 2543175"/>
              <a:gd name="connsiteY104" fmla="*/ 1290637 h 1890712"/>
              <a:gd name="connsiteX105" fmla="*/ 1766888 w 2543175"/>
              <a:gd name="connsiteY105" fmla="*/ 1300162 h 1890712"/>
              <a:gd name="connsiteX106" fmla="*/ 1783557 w 2543175"/>
              <a:gd name="connsiteY106" fmla="*/ 1307306 h 1890712"/>
              <a:gd name="connsiteX107" fmla="*/ 1790700 w 2543175"/>
              <a:gd name="connsiteY107" fmla="*/ 1312069 h 1890712"/>
              <a:gd name="connsiteX108" fmla="*/ 1800225 w 2543175"/>
              <a:gd name="connsiteY108" fmla="*/ 1319212 h 1890712"/>
              <a:gd name="connsiteX109" fmla="*/ 1807369 w 2543175"/>
              <a:gd name="connsiteY109" fmla="*/ 1321594 h 1890712"/>
              <a:gd name="connsiteX110" fmla="*/ 1824038 w 2543175"/>
              <a:gd name="connsiteY110" fmla="*/ 1333500 h 1890712"/>
              <a:gd name="connsiteX111" fmla="*/ 1843088 w 2543175"/>
              <a:gd name="connsiteY111" fmla="*/ 1352550 h 1890712"/>
              <a:gd name="connsiteX112" fmla="*/ 1852613 w 2543175"/>
              <a:gd name="connsiteY112" fmla="*/ 1359694 h 1890712"/>
              <a:gd name="connsiteX113" fmla="*/ 1859757 w 2543175"/>
              <a:gd name="connsiteY113" fmla="*/ 1366837 h 1890712"/>
              <a:gd name="connsiteX114" fmla="*/ 1869282 w 2543175"/>
              <a:gd name="connsiteY114" fmla="*/ 1371600 h 1890712"/>
              <a:gd name="connsiteX115" fmla="*/ 1883569 w 2543175"/>
              <a:gd name="connsiteY115" fmla="*/ 1388269 h 1890712"/>
              <a:gd name="connsiteX116" fmla="*/ 1893094 w 2543175"/>
              <a:gd name="connsiteY116" fmla="*/ 1395412 h 1890712"/>
              <a:gd name="connsiteX117" fmla="*/ 1902619 w 2543175"/>
              <a:gd name="connsiteY117" fmla="*/ 1404937 h 1890712"/>
              <a:gd name="connsiteX118" fmla="*/ 1912144 w 2543175"/>
              <a:gd name="connsiteY118" fmla="*/ 1409700 h 1890712"/>
              <a:gd name="connsiteX119" fmla="*/ 1931194 w 2543175"/>
              <a:gd name="connsiteY119" fmla="*/ 1421606 h 1890712"/>
              <a:gd name="connsiteX120" fmla="*/ 1935957 w 2543175"/>
              <a:gd name="connsiteY120" fmla="*/ 1428750 h 1890712"/>
              <a:gd name="connsiteX121" fmla="*/ 1952625 w 2543175"/>
              <a:gd name="connsiteY121" fmla="*/ 1438275 h 1890712"/>
              <a:gd name="connsiteX122" fmla="*/ 1971675 w 2543175"/>
              <a:gd name="connsiteY122" fmla="*/ 1450181 h 1890712"/>
              <a:gd name="connsiteX123" fmla="*/ 1981200 w 2543175"/>
              <a:gd name="connsiteY123" fmla="*/ 1454944 h 1890712"/>
              <a:gd name="connsiteX124" fmla="*/ 1997869 w 2543175"/>
              <a:gd name="connsiteY124" fmla="*/ 1471612 h 1890712"/>
              <a:gd name="connsiteX125" fmla="*/ 2007394 w 2543175"/>
              <a:gd name="connsiteY125" fmla="*/ 1478756 h 1890712"/>
              <a:gd name="connsiteX126" fmla="*/ 2016919 w 2543175"/>
              <a:gd name="connsiteY126" fmla="*/ 1483519 h 1890712"/>
              <a:gd name="connsiteX127" fmla="*/ 2024063 w 2543175"/>
              <a:gd name="connsiteY127" fmla="*/ 1490662 h 1890712"/>
              <a:gd name="connsiteX128" fmla="*/ 2033588 w 2543175"/>
              <a:gd name="connsiteY128" fmla="*/ 1495425 h 1890712"/>
              <a:gd name="connsiteX129" fmla="*/ 2040732 w 2543175"/>
              <a:gd name="connsiteY129" fmla="*/ 1502569 h 1890712"/>
              <a:gd name="connsiteX130" fmla="*/ 2047875 w 2543175"/>
              <a:gd name="connsiteY130" fmla="*/ 1507331 h 1890712"/>
              <a:gd name="connsiteX131" fmla="*/ 2057400 w 2543175"/>
              <a:gd name="connsiteY131" fmla="*/ 1514475 h 1890712"/>
              <a:gd name="connsiteX132" fmla="*/ 2064544 w 2543175"/>
              <a:gd name="connsiteY132" fmla="*/ 1519237 h 1890712"/>
              <a:gd name="connsiteX133" fmla="*/ 2071688 w 2543175"/>
              <a:gd name="connsiteY133" fmla="*/ 1526381 h 1890712"/>
              <a:gd name="connsiteX134" fmla="*/ 2081213 w 2543175"/>
              <a:gd name="connsiteY134" fmla="*/ 1531144 h 1890712"/>
              <a:gd name="connsiteX135" fmla="*/ 2090738 w 2543175"/>
              <a:gd name="connsiteY135" fmla="*/ 1538287 h 1890712"/>
              <a:gd name="connsiteX136" fmla="*/ 2109788 w 2543175"/>
              <a:gd name="connsiteY136" fmla="*/ 1547812 h 1890712"/>
              <a:gd name="connsiteX137" fmla="*/ 2131219 w 2543175"/>
              <a:gd name="connsiteY137" fmla="*/ 1562100 h 1890712"/>
              <a:gd name="connsiteX138" fmla="*/ 2140744 w 2543175"/>
              <a:gd name="connsiteY138" fmla="*/ 1566862 h 1890712"/>
              <a:gd name="connsiteX139" fmla="*/ 2152650 w 2543175"/>
              <a:gd name="connsiteY139" fmla="*/ 1576387 h 1890712"/>
              <a:gd name="connsiteX140" fmla="*/ 2181225 w 2543175"/>
              <a:gd name="connsiteY140" fmla="*/ 1590675 h 1890712"/>
              <a:gd name="connsiteX141" fmla="*/ 2200275 w 2543175"/>
              <a:gd name="connsiteY141" fmla="*/ 1607344 h 1890712"/>
              <a:gd name="connsiteX142" fmla="*/ 2207419 w 2543175"/>
              <a:gd name="connsiteY142" fmla="*/ 1612106 h 1890712"/>
              <a:gd name="connsiteX143" fmla="*/ 2216944 w 2543175"/>
              <a:gd name="connsiteY143" fmla="*/ 1619250 h 1890712"/>
              <a:gd name="connsiteX144" fmla="*/ 2247900 w 2543175"/>
              <a:gd name="connsiteY144" fmla="*/ 1643062 h 1890712"/>
              <a:gd name="connsiteX145" fmla="*/ 2281238 w 2543175"/>
              <a:gd name="connsiteY145" fmla="*/ 1674019 h 1890712"/>
              <a:gd name="connsiteX146" fmla="*/ 2312194 w 2543175"/>
              <a:gd name="connsiteY146" fmla="*/ 1702594 h 1890712"/>
              <a:gd name="connsiteX147" fmla="*/ 2369344 w 2543175"/>
              <a:gd name="connsiteY147" fmla="*/ 1757363 h 1890712"/>
              <a:gd name="connsiteX148" fmla="*/ 2428876 w 2543175"/>
              <a:gd name="connsiteY148" fmla="*/ 1785938 h 1890712"/>
              <a:gd name="connsiteX149" fmla="*/ 2469356 w 2543175"/>
              <a:gd name="connsiteY149" fmla="*/ 1816894 h 1890712"/>
              <a:gd name="connsiteX150" fmla="*/ 2514600 w 2543175"/>
              <a:gd name="connsiteY150" fmla="*/ 1850231 h 1890712"/>
              <a:gd name="connsiteX151" fmla="*/ 2519363 w 2543175"/>
              <a:gd name="connsiteY151" fmla="*/ 1857375 h 1890712"/>
              <a:gd name="connsiteX152" fmla="*/ 2540794 w 2543175"/>
              <a:gd name="connsiteY152" fmla="*/ 1883569 h 1890712"/>
              <a:gd name="connsiteX153" fmla="*/ 2543175 w 2543175"/>
              <a:gd name="connsiteY153"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85763 w 2543175"/>
              <a:gd name="connsiteY26" fmla="*/ 283369 h 1890712"/>
              <a:gd name="connsiteX27" fmla="*/ 404813 w 2543175"/>
              <a:gd name="connsiteY27" fmla="*/ 295275 h 1890712"/>
              <a:gd name="connsiteX28" fmla="*/ 411957 w 2543175"/>
              <a:gd name="connsiteY28" fmla="*/ 297656 h 1890712"/>
              <a:gd name="connsiteX29" fmla="*/ 466725 w 2543175"/>
              <a:gd name="connsiteY29" fmla="*/ 328612 h 1890712"/>
              <a:gd name="connsiteX30" fmla="*/ 476250 w 2543175"/>
              <a:gd name="connsiteY30" fmla="*/ 335756 h 1890712"/>
              <a:gd name="connsiteX31" fmla="*/ 481013 w 2543175"/>
              <a:gd name="connsiteY31" fmla="*/ 342900 h 1890712"/>
              <a:gd name="connsiteX32" fmla="*/ 490538 w 2543175"/>
              <a:gd name="connsiteY32" fmla="*/ 352425 h 1890712"/>
              <a:gd name="connsiteX33" fmla="*/ 495300 w 2543175"/>
              <a:gd name="connsiteY33" fmla="*/ 359569 h 1890712"/>
              <a:gd name="connsiteX34" fmla="*/ 509588 w 2543175"/>
              <a:gd name="connsiteY34" fmla="*/ 376237 h 1890712"/>
              <a:gd name="connsiteX35" fmla="*/ 514350 w 2543175"/>
              <a:gd name="connsiteY35" fmla="*/ 383381 h 1890712"/>
              <a:gd name="connsiteX36" fmla="*/ 531019 w 2543175"/>
              <a:gd name="connsiteY36" fmla="*/ 397669 h 1890712"/>
              <a:gd name="connsiteX37" fmla="*/ 538163 w 2543175"/>
              <a:gd name="connsiteY37" fmla="*/ 407194 h 1890712"/>
              <a:gd name="connsiteX38" fmla="*/ 554832 w 2543175"/>
              <a:gd name="connsiteY38" fmla="*/ 421481 h 1890712"/>
              <a:gd name="connsiteX39" fmla="*/ 564357 w 2543175"/>
              <a:gd name="connsiteY39" fmla="*/ 431006 h 1890712"/>
              <a:gd name="connsiteX40" fmla="*/ 573882 w 2543175"/>
              <a:gd name="connsiteY40" fmla="*/ 438150 h 1890712"/>
              <a:gd name="connsiteX41" fmla="*/ 595313 w 2543175"/>
              <a:gd name="connsiteY41" fmla="*/ 454819 h 1890712"/>
              <a:gd name="connsiteX42" fmla="*/ 602457 w 2543175"/>
              <a:gd name="connsiteY42" fmla="*/ 457200 h 1890712"/>
              <a:gd name="connsiteX43" fmla="*/ 628650 w 2543175"/>
              <a:gd name="connsiteY43" fmla="*/ 469106 h 1890712"/>
              <a:gd name="connsiteX44" fmla="*/ 645319 w 2543175"/>
              <a:gd name="connsiteY44" fmla="*/ 483394 h 1890712"/>
              <a:gd name="connsiteX45" fmla="*/ 654844 w 2543175"/>
              <a:gd name="connsiteY45" fmla="*/ 488156 h 1890712"/>
              <a:gd name="connsiteX46" fmla="*/ 661988 w 2543175"/>
              <a:gd name="connsiteY46" fmla="*/ 497681 h 1890712"/>
              <a:gd name="connsiteX47" fmla="*/ 683419 w 2543175"/>
              <a:gd name="connsiteY47" fmla="*/ 514350 h 1890712"/>
              <a:gd name="connsiteX48" fmla="*/ 700088 w 2543175"/>
              <a:gd name="connsiteY48" fmla="*/ 526256 h 1890712"/>
              <a:gd name="connsiteX49" fmla="*/ 709613 w 2543175"/>
              <a:gd name="connsiteY49" fmla="*/ 535781 h 1890712"/>
              <a:gd name="connsiteX50" fmla="*/ 719138 w 2543175"/>
              <a:gd name="connsiteY50" fmla="*/ 542925 h 1890712"/>
              <a:gd name="connsiteX51" fmla="*/ 733425 w 2543175"/>
              <a:gd name="connsiteY51" fmla="*/ 557212 h 1890712"/>
              <a:gd name="connsiteX52" fmla="*/ 750094 w 2543175"/>
              <a:gd name="connsiteY52" fmla="*/ 569119 h 1890712"/>
              <a:gd name="connsiteX53" fmla="*/ 769144 w 2543175"/>
              <a:gd name="connsiteY53" fmla="*/ 581025 h 1890712"/>
              <a:gd name="connsiteX54" fmla="*/ 785813 w 2543175"/>
              <a:gd name="connsiteY54" fmla="*/ 590550 h 1890712"/>
              <a:gd name="connsiteX55" fmla="*/ 792957 w 2543175"/>
              <a:gd name="connsiteY55" fmla="*/ 600075 h 1890712"/>
              <a:gd name="connsiteX56" fmla="*/ 809625 w 2543175"/>
              <a:gd name="connsiteY56" fmla="*/ 611981 h 1890712"/>
              <a:gd name="connsiteX57" fmla="*/ 816769 w 2543175"/>
              <a:gd name="connsiteY57" fmla="*/ 619125 h 1890712"/>
              <a:gd name="connsiteX58" fmla="*/ 826294 w 2543175"/>
              <a:gd name="connsiteY58" fmla="*/ 626269 h 1890712"/>
              <a:gd name="connsiteX59" fmla="*/ 840582 w 2543175"/>
              <a:gd name="connsiteY59" fmla="*/ 638175 h 1890712"/>
              <a:gd name="connsiteX60" fmla="*/ 847725 w 2543175"/>
              <a:gd name="connsiteY60" fmla="*/ 645319 h 1890712"/>
              <a:gd name="connsiteX61" fmla="*/ 857250 w 2543175"/>
              <a:gd name="connsiteY61" fmla="*/ 652462 h 1890712"/>
              <a:gd name="connsiteX62" fmla="*/ 888207 w 2543175"/>
              <a:gd name="connsiteY62" fmla="*/ 676275 h 1890712"/>
              <a:gd name="connsiteX63" fmla="*/ 907257 w 2543175"/>
              <a:gd name="connsiteY63" fmla="*/ 683419 h 1890712"/>
              <a:gd name="connsiteX64" fmla="*/ 928688 w 2543175"/>
              <a:gd name="connsiteY64" fmla="*/ 695325 h 1890712"/>
              <a:gd name="connsiteX65" fmla="*/ 942975 w 2543175"/>
              <a:gd name="connsiteY65" fmla="*/ 700087 h 1890712"/>
              <a:gd name="connsiteX66" fmla="*/ 964407 w 2543175"/>
              <a:gd name="connsiteY66" fmla="*/ 716756 h 1890712"/>
              <a:gd name="connsiteX67" fmla="*/ 971550 w 2543175"/>
              <a:gd name="connsiteY67" fmla="*/ 723900 h 1890712"/>
              <a:gd name="connsiteX68" fmla="*/ 983457 w 2543175"/>
              <a:gd name="connsiteY68" fmla="*/ 733425 h 1890712"/>
              <a:gd name="connsiteX69" fmla="*/ 990600 w 2543175"/>
              <a:gd name="connsiteY69" fmla="*/ 738187 h 1890712"/>
              <a:gd name="connsiteX70" fmla="*/ 1007269 w 2543175"/>
              <a:gd name="connsiteY70" fmla="*/ 752475 h 1890712"/>
              <a:gd name="connsiteX71" fmla="*/ 1031082 w 2543175"/>
              <a:gd name="connsiteY71" fmla="*/ 766762 h 1890712"/>
              <a:gd name="connsiteX72" fmla="*/ 1042988 w 2543175"/>
              <a:gd name="connsiteY72" fmla="*/ 773906 h 1890712"/>
              <a:gd name="connsiteX73" fmla="*/ 1071563 w 2543175"/>
              <a:gd name="connsiteY73" fmla="*/ 785812 h 1890712"/>
              <a:gd name="connsiteX74" fmla="*/ 1097757 w 2543175"/>
              <a:gd name="connsiteY74" fmla="*/ 807244 h 1890712"/>
              <a:gd name="connsiteX75" fmla="*/ 1104900 w 2543175"/>
              <a:gd name="connsiteY75" fmla="*/ 814387 h 1890712"/>
              <a:gd name="connsiteX76" fmla="*/ 1121569 w 2543175"/>
              <a:gd name="connsiteY76" fmla="*/ 823912 h 1890712"/>
              <a:gd name="connsiteX77" fmla="*/ 1138238 w 2543175"/>
              <a:gd name="connsiteY77" fmla="*/ 835819 h 1890712"/>
              <a:gd name="connsiteX78" fmla="*/ 1147763 w 2543175"/>
              <a:gd name="connsiteY78" fmla="*/ 842962 h 1890712"/>
              <a:gd name="connsiteX79" fmla="*/ 1157288 w 2543175"/>
              <a:gd name="connsiteY79" fmla="*/ 847725 h 1890712"/>
              <a:gd name="connsiteX80" fmla="*/ 1178719 w 2543175"/>
              <a:gd name="connsiteY80" fmla="*/ 859631 h 1890712"/>
              <a:gd name="connsiteX81" fmla="*/ 1188244 w 2543175"/>
              <a:gd name="connsiteY81" fmla="*/ 866775 h 1890712"/>
              <a:gd name="connsiteX82" fmla="*/ 1195388 w 2543175"/>
              <a:gd name="connsiteY82" fmla="*/ 871537 h 1890712"/>
              <a:gd name="connsiteX83" fmla="*/ 1212057 w 2543175"/>
              <a:gd name="connsiteY83" fmla="*/ 883444 h 1890712"/>
              <a:gd name="connsiteX84" fmla="*/ 1226344 w 2543175"/>
              <a:gd name="connsiteY84" fmla="*/ 895350 h 1890712"/>
              <a:gd name="connsiteX85" fmla="*/ 1245394 w 2543175"/>
              <a:gd name="connsiteY85" fmla="*/ 907256 h 1890712"/>
              <a:gd name="connsiteX86" fmla="*/ 1254919 w 2543175"/>
              <a:gd name="connsiteY86" fmla="*/ 914400 h 1890712"/>
              <a:gd name="connsiteX87" fmla="*/ 1269207 w 2543175"/>
              <a:gd name="connsiteY87" fmla="*/ 921544 h 1890712"/>
              <a:gd name="connsiteX88" fmla="*/ 1290638 w 2543175"/>
              <a:gd name="connsiteY88" fmla="*/ 935831 h 1890712"/>
              <a:gd name="connsiteX89" fmla="*/ 1307307 w 2543175"/>
              <a:gd name="connsiteY89" fmla="*/ 952500 h 1890712"/>
              <a:gd name="connsiteX90" fmla="*/ 1333500 w 2543175"/>
              <a:gd name="connsiteY90" fmla="*/ 971550 h 1890712"/>
              <a:gd name="connsiteX91" fmla="*/ 1359694 w 2543175"/>
              <a:gd name="connsiteY91" fmla="*/ 990600 h 1890712"/>
              <a:gd name="connsiteX92" fmla="*/ 1385888 w 2543175"/>
              <a:gd name="connsiteY92" fmla="*/ 1021557 h 1890712"/>
              <a:gd name="connsiteX93" fmla="*/ 1435894 w 2543175"/>
              <a:gd name="connsiteY93" fmla="*/ 1054894 h 1890712"/>
              <a:gd name="connsiteX94" fmla="*/ 1497806 w 2543175"/>
              <a:gd name="connsiteY94" fmla="*/ 1104900 h 1890712"/>
              <a:gd name="connsiteX95" fmla="*/ 1559718 w 2543175"/>
              <a:gd name="connsiteY95" fmla="*/ 1154906 h 1890712"/>
              <a:gd name="connsiteX96" fmla="*/ 1595438 w 2543175"/>
              <a:gd name="connsiteY96" fmla="*/ 1181100 h 1890712"/>
              <a:gd name="connsiteX97" fmla="*/ 1628775 w 2543175"/>
              <a:gd name="connsiteY97" fmla="*/ 1207294 h 1890712"/>
              <a:gd name="connsiteX98" fmla="*/ 1662113 w 2543175"/>
              <a:gd name="connsiteY98" fmla="*/ 1231107 h 1890712"/>
              <a:gd name="connsiteX99" fmla="*/ 1700213 w 2543175"/>
              <a:gd name="connsiteY99" fmla="*/ 1247775 h 1890712"/>
              <a:gd name="connsiteX100" fmla="*/ 1712119 w 2543175"/>
              <a:gd name="connsiteY100" fmla="*/ 1259681 h 1890712"/>
              <a:gd name="connsiteX101" fmla="*/ 1733550 w 2543175"/>
              <a:gd name="connsiteY101" fmla="*/ 1273969 h 1890712"/>
              <a:gd name="connsiteX102" fmla="*/ 1743075 w 2543175"/>
              <a:gd name="connsiteY102" fmla="*/ 1283494 h 1890712"/>
              <a:gd name="connsiteX103" fmla="*/ 1754982 w 2543175"/>
              <a:gd name="connsiteY103" fmla="*/ 1290637 h 1890712"/>
              <a:gd name="connsiteX104" fmla="*/ 1766888 w 2543175"/>
              <a:gd name="connsiteY104" fmla="*/ 1300162 h 1890712"/>
              <a:gd name="connsiteX105" fmla="*/ 1783557 w 2543175"/>
              <a:gd name="connsiteY105" fmla="*/ 1307306 h 1890712"/>
              <a:gd name="connsiteX106" fmla="*/ 1790700 w 2543175"/>
              <a:gd name="connsiteY106" fmla="*/ 1312069 h 1890712"/>
              <a:gd name="connsiteX107" fmla="*/ 1800225 w 2543175"/>
              <a:gd name="connsiteY107" fmla="*/ 1319212 h 1890712"/>
              <a:gd name="connsiteX108" fmla="*/ 1807369 w 2543175"/>
              <a:gd name="connsiteY108" fmla="*/ 1321594 h 1890712"/>
              <a:gd name="connsiteX109" fmla="*/ 1824038 w 2543175"/>
              <a:gd name="connsiteY109" fmla="*/ 1333500 h 1890712"/>
              <a:gd name="connsiteX110" fmla="*/ 1843088 w 2543175"/>
              <a:gd name="connsiteY110" fmla="*/ 1352550 h 1890712"/>
              <a:gd name="connsiteX111" fmla="*/ 1852613 w 2543175"/>
              <a:gd name="connsiteY111" fmla="*/ 1359694 h 1890712"/>
              <a:gd name="connsiteX112" fmla="*/ 1859757 w 2543175"/>
              <a:gd name="connsiteY112" fmla="*/ 1366837 h 1890712"/>
              <a:gd name="connsiteX113" fmla="*/ 1869282 w 2543175"/>
              <a:gd name="connsiteY113" fmla="*/ 1371600 h 1890712"/>
              <a:gd name="connsiteX114" fmla="*/ 1883569 w 2543175"/>
              <a:gd name="connsiteY114" fmla="*/ 1388269 h 1890712"/>
              <a:gd name="connsiteX115" fmla="*/ 1893094 w 2543175"/>
              <a:gd name="connsiteY115" fmla="*/ 1395412 h 1890712"/>
              <a:gd name="connsiteX116" fmla="*/ 1902619 w 2543175"/>
              <a:gd name="connsiteY116" fmla="*/ 1404937 h 1890712"/>
              <a:gd name="connsiteX117" fmla="*/ 1912144 w 2543175"/>
              <a:gd name="connsiteY117" fmla="*/ 1409700 h 1890712"/>
              <a:gd name="connsiteX118" fmla="*/ 1931194 w 2543175"/>
              <a:gd name="connsiteY118" fmla="*/ 1421606 h 1890712"/>
              <a:gd name="connsiteX119" fmla="*/ 1935957 w 2543175"/>
              <a:gd name="connsiteY119" fmla="*/ 1428750 h 1890712"/>
              <a:gd name="connsiteX120" fmla="*/ 1952625 w 2543175"/>
              <a:gd name="connsiteY120" fmla="*/ 1438275 h 1890712"/>
              <a:gd name="connsiteX121" fmla="*/ 1971675 w 2543175"/>
              <a:gd name="connsiteY121" fmla="*/ 1450181 h 1890712"/>
              <a:gd name="connsiteX122" fmla="*/ 1981200 w 2543175"/>
              <a:gd name="connsiteY122" fmla="*/ 1454944 h 1890712"/>
              <a:gd name="connsiteX123" fmla="*/ 1997869 w 2543175"/>
              <a:gd name="connsiteY123" fmla="*/ 1471612 h 1890712"/>
              <a:gd name="connsiteX124" fmla="*/ 2007394 w 2543175"/>
              <a:gd name="connsiteY124" fmla="*/ 1478756 h 1890712"/>
              <a:gd name="connsiteX125" fmla="*/ 2016919 w 2543175"/>
              <a:gd name="connsiteY125" fmla="*/ 1483519 h 1890712"/>
              <a:gd name="connsiteX126" fmla="*/ 2024063 w 2543175"/>
              <a:gd name="connsiteY126" fmla="*/ 1490662 h 1890712"/>
              <a:gd name="connsiteX127" fmla="*/ 2033588 w 2543175"/>
              <a:gd name="connsiteY127" fmla="*/ 1495425 h 1890712"/>
              <a:gd name="connsiteX128" fmla="*/ 2040732 w 2543175"/>
              <a:gd name="connsiteY128" fmla="*/ 1502569 h 1890712"/>
              <a:gd name="connsiteX129" fmla="*/ 2047875 w 2543175"/>
              <a:gd name="connsiteY129" fmla="*/ 1507331 h 1890712"/>
              <a:gd name="connsiteX130" fmla="*/ 2057400 w 2543175"/>
              <a:gd name="connsiteY130" fmla="*/ 1514475 h 1890712"/>
              <a:gd name="connsiteX131" fmla="*/ 2064544 w 2543175"/>
              <a:gd name="connsiteY131" fmla="*/ 1519237 h 1890712"/>
              <a:gd name="connsiteX132" fmla="*/ 2071688 w 2543175"/>
              <a:gd name="connsiteY132" fmla="*/ 1526381 h 1890712"/>
              <a:gd name="connsiteX133" fmla="*/ 2081213 w 2543175"/>
              <a:gd name="connsiteY133" fmla="*/ 1531144 h 1890712"/>
              <a:gd name="connsiteX134" fmla="*/ 2090738 w 2543175"/>
              <a:gd name="connsiteY134" fmla="*/ 1538287 h 1890712"/>
              <a:gd name="connsiteX135" fmla="*/ 2109788 w 2543175"/>
              <a:gd name="connsiteY135" fmla="*/ 1547812 h 1890712"/>
              <a:gd name="connsiteX136" fmla="*/ 2131219 w 2543175"/>
              <a:gd name="connsiteY136" fmla="*/ 1562100 h 1890712"/>
              <a:gd name="connsiteX137" fmla="*/ 2140744 w 2543175"/>
              <a:gd name="connsiteY137" fmla="*/ 1566862 h 1890712"/>
              <a:gd name="connsiteX138" fmla="*/ 2152650 w 2543175"/>
              <a:gd name="connsiteY138" fmla="*/ 1576387 h 1890712"/>
              <a:gd name="connsiteX139" fmla="*/ 2181225 w 2543175"/>
              <a:gd name="connsiteY139" fmla="*/ 1590675 h 1890712"/>
              <a:gd name="connsiteX140" fmla="*/ 2200275 w 2543175"/>
              <a:gd name="connsiteY140" fmla="*/ 1607344 h 1890712"/>
              <a:gd name="connsiteX141" fmla="*/ 2207419 w 2543175"/>
              <a:gd name="connsiteY141" fmla="*/ 1612106 h 1890712"/>
              <a:gd name="connsiteX142" fmla="*/ 2216944 w 2543175"/>
              <a:gd name="connsiteY142" fmla="*/ 1619250 h 1890712"/>
              <a:gd name="connsiteX143" fmla="*/ 2247900 w 2543175"/>
              <a:gd name="connsiteY143" fmla="*/ 1643062 h 1890712"/>
              <a:gd name="connsiteX144" fmla="*/ 2281238 w 2543175"/>
              <a:gd name="connsiteY144" fmla="*/ 1674019 h 1890712"/>
              <a:gd name="connsiteX145" fmla="*/ 2312194 w 2543175"/>
              <a:gd name="connsiteY145" fmla="*/ 1702594 h 1890712"/>
              <a:gd name="connsiteX146" fmla="*/ 2369344 w 2543175"/>
              <a:gd name="connsiteY146" fmla="*/ 1757363 h 1890712"/>
              <a:gd name="connsiteX147" fmla="*/ 2428876 w 2543175"/>
              <a:gd name="connsiteY147" fmla="*/ 1785938 h 1890712"/>
              <a:gd name="connsiteX148" fmla="*/ 2469356 w 2543175"/>
              <a:gd name="connsiteY148" fmla="*/ 1816894 h 1890712"/>
              <a:gd name="connsiteX149" fmla="*/ 2514600 w 2543175"/>
              <a:gd name="connsiteY149" fmla="*/ 1850231 h 1890712"/>
              <a:gd name="connsiteX150" fmla="*/ 2519363 w 2543175"/>
              <a:gd name="connsiteY150" fmla="*/ 1857375 h 1890712"/>
              <a:gd name="connsiteX151" fmla="*/ 2540794 w 2543175"/>
              <a:gd name="connsiteY151" fmla="*/ 1883569 h 1890712"/>
              <a:gd name="connsiteX152" fmla="*/ 2543175 w 2543175"/>
              <a:gd name="connsiteY15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47650 w 2543175"/>
              <a:gd name="connsiteY22" fmla="*/ 185737 h 1890712"/>
              <a:gd name="connsiteX23" fmla="*/ 300038 w 2543175"/>
              <a:gd name="connsiteY23" fmla="*/ 219075 h 1890712"/>
              <a:gd name="connsiteX24" fmla="*/ 342900 w 2543175"/>
              <a:gd name="connsiteY24" fmla="*/ 254794 h 1890712"/>
              <a:gd name="connsiteX25" fmla="*/ 385763 w 2543175"/>
              <a:gd name="connsiteY25" fmla="*/ 283369 h 1890712"/>
              <a:gd name="connsiteX26" fmla="*/ 404813 w 2543175"/>
              <a:gd name="connsiteY26" fmla="*/ 295275 h 1890712"/>
              <a:gd name="connsiteX27" fmla="*/ 411957 w 2543175"/>
              <a:gd name="connsiteY27" fmla="*/ 297656 h 1890712"/>
              <a:gd name="connsiteX28" fmla="*/ 466725 w 2543175"/>
              <a:gd name="connsiteY28" fmla="*/ 328612 h 1890712"/>
              <a:gd name="connsiteX29" fmla="*/ 476250 w 2543175"/>
              <a:gd name="connsiteY29" fmla="*/ 335756 h 1890712"/>
              <a:gd name="connsiteX30" fmla="*/ 481013 w 2543175"/>
              <a:gd name="connsiteY30" fmla="*/ 342900 h 1890712"/>
              <a:gd name="connsiteX31" fmla="*/ 490538 w 2543175"/>
              <a:gd name="connsiteY31" fmla="*/ 352425 h 1890712"/>
              <a:gd name="connsiteX32" fmla="*/ 495300 w 2543175"/>
              <a:gd name="connsiteY32" fmla="*/ 359569 h 1890712"/>
              <a:gd name="connsiteX33" fmla="*/ 509588 w 2543175"/>
              <a:gd name="connsiteY33" fmla="*/ 376237 h 1890712"/>
              <a:gd name="connsiteX34" fmla="*/ 514350 w 2543175"/>
              <a:gd name="connsiteY34" fmla="*/ 383381 h 1890712"/>
              <a:gd name="connsiteX35" fmla="*/ 531019 w 2543175"/>
              <a:gd name="connsiteY35" fmla="*/ 397669 h 1890712"/>
              <a:gd name="connsiteX36" fmla="*/ 538163 w 2543175"/>
              <a:gd name="connsiteY36" fmla="*/ 407194 h 1890712"/>
              <a:gd name="connsiteX37" fmla="*/ 554832 w 2543175"/>
              <a:gd name="connsiteY37" fmla="*/ 421481 h 1890712"/>
              <a:gd name="connsiteX38" fmla="*/ 564357 w 2543175"/>
              <a:gd name="connsiteY38" fmla="*/ 431006 h 1890712"/>
              <a:gd name="connsiteX39" fmla="*/ 573882 w 2543175"/>
              <a:gd name="connsiteY39" fmla="*/ 438150 h 1890712"/>
              <a:gd name="connsiteX40" fmla="*/ 595313 w 2543175"/>
              <a:gd name="connsiteY40" fmla="*/ 454819 h 1890712"/>
              <a:gd name="connsiteX41" fmla="*/ 602457 w 2543175"/>
              <a:gd name="connsiteY41" fmla="*/ 457200 h 1890712"/>
              <a:gd name="connsiteX42" fmla="*/ 628650 w 2543175"/>
              <a:gd name="connsiteY42" fmla="*/ 469106 h 1890712"/>
              <a:gd name="connsiteX43" fmla="*/ 645319 w 2543175"/>
              <a:gd name="connsiteY43" fmla="*/ 483394 h 1890712"/>
              <a:gd name="connsiteX44" fmla="*/ 654844 w 2543175"/>
              <a:gd name="connsiteY44" fmla="*/ 488156 h 1890712"/>
              <a:gd name="connsiteX45" fmla="*/ 661988 w 2543175"/>
              <a:gd name="connsiteY45" fmla="*/ 497681 h 1890712"/>
              <a:gd name="connsiteX46" fmla="*/ 683419 w 2543175"/>
              <a:gd name="connsiteY46" fmla="*/ 514350 h 1890712"/>
              <a:gd name="connsiteX47" fmla="*/ 700088 w 2543175"/>
              <a:gd name="connsiteY47" fmla="*/ 526256 h 1890712"/>
              <a:gd name="connsiteX48" fmla="*/ 709613 w 2543175"/>
              <a:gd name="connsiteY48" fmla="*/ 535781 h 1890712"/>
              <a:gd name="connsiteX49" fmla="*/ 719138 w 2543175"/>
              <a:gd name="connsiteY49" fmla="*/ 542925 h 1890712"/>
              <a:gd name="connsiteX50" fmla="*/ 733425 w 2543175"/>
              <a:gd name="connsiteY50" fmla="*/ 557212 h 1890712"/>
              <a:gd name="connsiteX51" fmla="*/ 750094 w 2543175"/>
              <a:gd name="connsiteY51" fmla="*/ 569119 h 1890712"/>
              <a:gd name="connsiteX52" fmla="*/ 769144 w 2543175"/>
              <a:gd name="connsiteY52" fmla="*/ 581025 h 1890712"/>
              <a:gd name="connsiteX53" fmla="*/ 785813 w 2543175"/>
              <a:gd name="connsiteY53" fmla="*/ 590550 h 1890712"/>
              <a:gd name="connsiteX54" fmla="*/ 792957 w 2543175"/>
              <a:gd name="connsiteY54" fmla="*/ 600075 h 1890712"/>
              <a:gd name="connsiteX55" fmla="*/ 809625 w 2543175"/>
              <a:gd name="connsiteY55" fmla="*/ 611981 h 1890712"/>
              <a:gd name="connsiteX56" fmla="*/ 816769 w 2543175"/>
              <a:gd name="connsiteY56" fmla="*/ 619125 h 1890712"/>
              <a:gd name="connsiteX57" fmla="*/ 826294 w 2543175"/>
              <a:gd name="connsiteY57" fmla="*/ 626269 h 1890712"/>
              <a:gd name="connsiteX58" fmla="*/ 840582 w 2543175"/>
              <a:gd name="connsiteY58" fmla="*/ 638175 h 1890712"/>
              <a:gd name="connsiteX59" fmla="*/ 847725 w 2543175"/>
              <a:gd name="connsiteY59" fmla="*/ 645319 h 1890712"/>
              <a:gd name="connsiteX60" fmla="*/ 857250 w 2543175"/>
              <a:gd name="connsiteY60" fmla="*/ 652462 h 1890712"/>
              <a:gd name="connsiteX61" fmla="*/ 888207 w 2543175"/>
              <a:gd name="connsiteY61" fmla="*/ 676275 h 1890712"/>
              <a:gd name="connsiteX62" fmla="*/ 907257 w 2543175"/>
              <a:gd name="connsiteY62" fmla="*/ 683419 h 1890712"/>
              <a:gd name="connsiteX63" fmla="*/ 928688 w 2543175"/>
              <a:gd name="connsiteY63" fmla="*/ 695325 h 1890712"/>
              <a:gd name="connsiteX64" fmla="*/ 942975 w 2543175"/>
              <a:gd name="connsiteY64" fmla="*/ 700087 h 1890712"/>
              <a:gd name="connsiteX65" fmla="*/ 964407 w 2543175"/>
              <a:gd name="connsiteY65" fmla="*/ 716756 h 1890712"/>
              <a:gd name="connsiteX66" fmla="*/ 971550 w 2543175"/>
              <a:gd name="connsiteY66" fmla="*/ 723900 h 1890712"/>
              <a:gd name="connsiteX67" fmla="*/ 983457 w 2543175"/>
              <a:gd name="connsiteY67" fmla="*/ 733425 h 1890712"/>
              <a:gd name="connsiteX68" fmla="*/ 990600 w 2543175"/>
              <a:gd name="connsiteY68" fmla="*/ 738187 h 1890712"/>
              <a:gd name="connsiteX69" fmla="*/ 1007269 w 2543175"/>
              <a:gd name="connsiteY69" fmla="*/ 752475 h 1890712"/>
              <a:gd name="connsiteX70" fmla="*/ 1031082 w 2543175"/>
              <a:gd name="connsiteY70" fmla="*/ 766762 h 1890712"/>
              <a:gd name="connsiteX71" fmla="*/ 1042988 w 2543175"/>
              <a:gd name="connsiteY71" fmla="*/ 773906 h 1890712"/>
              <a:gd name="connsiteX72" fmla="*/ 1071563 w 2543175"/>
              <a:gd name="connsiteY72" fmla="*/ 785812 h 1890712"/>
              <a:gd name="connsiteX73" fmla="*/ 1097757 w 2543175"/>
              <a:gd name="connsiteY73" fmla="*/ 807244 h 1890712"/>
              <a:gd name="connsiteX74" fmla="*/ 1104900 w 2543175"/>
              <a:gd name="connsiteY74" fmla="*/ 814387 h 1890712"/>
              <a:gd name="connsiteX75" fmla="*/ 1121569 w 2543175"/>
              <a:gd name="connsiteY75" fmla="*/ 823912 h 1890712"/>
              <a:gd name="connsiteX76" fmla="*/ 1138238 w 2543175"/>
              <a:gd name="connsiteY76" fmla="*/ 835819 h 1890712"/>
              <a:gd name="connsiteX77" fmla="*/ 1147763 w 2543175"/>
              <a:gd name="connsiteY77" fmla="*/ 842962 h 1890712"/>
              <a:gd name="connsiteX78" fmla="*/ 1157288 w 2543175"/>
              <a:gd name="connsiteY78" fmla="*/ 847725 h 1890712"/>
              <a:gd name="connsiteX79" fmla="*/ 1178719 w 2543175"/>
              <a:gd name="connsiteY79" fmla="*/ 859631 h 1890712"/>
              <a:gd name="connsiteX80" fmla="*/ 1188244 w 2543175"/>
              <a:gd name="connsiteY80" fmla="*/ 866775 h 1890712"/>
              <a:gd name="connsiteX81" fmla="*/ 1195388 w 2543175"/>
              <a:gd name="connsiteY81" fmla="*/ 871537 h 1890712"/>
              <a:gd name="connsiteX82" fmla="*/ 1212057 w 2543175"/>
              <a:gd name="connsiteY82" fmla="*/ 883444 h 1890712"/>
              <a:gd name="connsiteX83" fmla="*/ 1226344 w 2543175"/>
              <a:gd name="connsiteY83" fmla="*/ 895350 h 1890712"/>
              <a:gd name="connsiteX84" fmla="*/ 1245394 w 2543175"/>
              <a:gd name="connsiteY84" fmla="*/ 907256 h 1890712"/>
              <a:gd name="connsiteX85" fmla="*/ 1254919 w 2543175"/>
              <a:gd name="connsiteY85" fmla="*/ 914400 h 1890712"/>
              <a:gd name="connsiteX86" fmla="*/ 1269207 w 2543175"/>
              <a:gd name="connsiteY86" fmla="*/ 921544 h 1890712"/>
              <a:gd name="connsiteX87" fmla="*/ 1290638 w 2543175"/>
              <a:gd name="connsiteY87" fmla="*/ 935831 h 1890712"/>
              <a:gd name="connsiteX88" fmla="*/ 1307307 w 2543175"/>
              <a:gd name="connsiteY88" fmla="*/ 952500 h 1890712"/>
              <a:gd name="connsiteX89" fmla="*/ 1333500 w 2543175"/>
              <a:gd name="connsiteY89" fmla="*/ 971550 h 1890712"/>
              <a:gd name="connsiteX90" fmla="*/ 1359694 w 2543175"/>
              <a:gd name="connsiteY90" fmla="*/ 990600 h 1890712"/>
              <a:gd name="connsiteX91" fmla="*/ 1385888 w 2543175"/>
              <a:gd name="connsiteY91" fmla="*/ 1021557 h 1890712"/>
              <a:gd name="connsiteX92" fmla="*/ 1435894 w 2543175"/>
              <a:gd name="connsiteY92" fmla="*/ 1054894 h 1890712"/>
              <a:gd name="connsiteX93" fmla="*/ 1497806 w 2543175"/>
              <a:gd name="connsiteY93" fmla="*/ 1104900 h 1890712"/>
              <a:gd name="connsiteX94" fmla="*/ 1559718 w 2543175"/>
              <a:gd name="connsiteY94" fmla="*/ 1154906 h 1890712"/>
              <a:gd name="connsiteX95" fmla="*/ 1595438 w 2543175"/>
              <a:gd name="connsiteY95" fmla="*/ 1181100 h 1890712"/>
              <a:gd name="connsiteX96" fmla="*/ 1628775 w 2543175"/>
              <a:gd name="connsiteY96" fmla="*/ 1207294 h 1890712"/>
              <a:gd name="connsiteX97" fmla="*/ 1662113 w 2543175"/>
              <a:gd name="connsiteY97" fmla="*/ 1231107 h 1890712"/>
              <a:gd name="connsiteX98" fmla="*/ 1700213 w 2543175"/>
              <a:gd name="connsiteY98" fmla="*/ 1247775 h 1890712"/>
              <a:gd name="connsiteX99" fmla="*/ 1712119 w 2543175"/>
              <a:gd name="connsiteY99" fmla="*/ 1259681 h 1890712"/>
              <a:gd name="connsiteX100" fmla="*/ 1733550 w 2543175"/>
              <a:gd name="connsiteY100" fmla="*/ 1273969 h 1890712"/>
              <a:gd name="connsiteX101" fmla="*/ 1743075 w 2543175"/>
              <a:gd name="connsiteY101" fmla="*/ 1283494 h 1890712"/>
              <a:gd name="connsiteX102" fmla="*/ 1754982 w 2543175"/>
              <a:gd name="connsiteY102" fmla="*/ 1290637 h 1890712"/>
              <a:gd name="connsiteX103" fmla="*/ 1766888 w 2543175"/>
              <a:gd name="connsiteY103" fmla="*/ 1300162 h 1890712"/>
              <a:gd name="connsiteX104" fmla="*/ 1783557 w 2543175"/>
              <a:gd name="connsiteY104" fmla="*/ 1307306 h 1890712"/>
              <a:gd name="connsiteX105" fmla="*/ 1790700 w 2543175"/>
              <a:gd name="connsiteY105" fmla="*/ 1312069 h 1890712"/>
              <a:gd name="connsiteX106" fmla="*/ 1800225 w 2543175"/>
              <a:gd name="connsiteY106" fmla="*/ 1319212 h 1890712"/>
              <a:gd name="connsiteX107" fmla="*/ 1807369 w 2543175"/>
              <a:gd name="connsiteY107" fmla="*/ 1321594 h 1890712"/>
              <a:gd name="connsiteX108" fmla="*/ 1824038 w 2543175"/>
              <a:gd name="connsiteY108" fmla="*/ 1333500 h 1890712"/>
              <a:gd name="connsiteX109" fmla="*/ 1843088 w 2543175"/>
              <a:gd name="connsiteY109" fmla="*/ 1352550 h 1890712"/>
              <a:gd name="connsiteX110" fmla="*/ 1852613 w 2543175"/>
              <a:gd name="connsiteY110" fmla="*/ 1359694 h 1890712"/>
              <a:gd name="connsiteX111" fmla="*/ 1859757 w 2543175"/>
              <a:gd name="connsiteY111" fmla="*/ 1366837 h 1890712"/>
              <a:gd name="connsiteX112" fmla="*/ 1869282 w 2543175"/>
              <a:gd name="connsiteY112" fmla="*/ 1371600 h 1890712"/>
              <a:gd name="connsiteX113" fmla="*/ 1883569 w 2543175"/>
              <a:gd name="connsiteY113" fmla="*/ 1388269 h 1890712"/>
              <a:gd name="connsiteX114" fmla="*/ 1893094 w 2543175"/>
              <a:gd name="connsiteY114" fmla="*/ 1395412 h 1890712"/>
              <a:gd name="connsiteX115" fmla="*/ 1902619 w 2543175"/>
              <a:gd name="connsiteY115" fmla="*/ 1404937 h 1890712"/>
              <a:gd name="connsiteX116" fmla="*/ 1912144 w 2543175"/>
              <a:gd name="connsiteY116" fmla="*/ 1409700 h 1890712"/>
              <a:gd name="connsiteX117" fmla="*/ 1931194 w 2543175"/>
              <a:gd name="connsiteY117" fmla="*/ 1421606 h 1890712"/>
              <a:gd name="connsiteX118" fmla="*/ 1935957 w 2543175"/>
              <a:gd name="connsiteY118" fmla="*/ 1428750 h 1890712"/>
              <a:gd name="connsiteX119" fmla="*/ 1952625 w 2543175"/>
              <a:gd name="connsiteY119" fmla="*/ 1438275 h 1890712"/>
              <a:gd name="connsiteX120" fmla="*/ 1971675 w 2543175"/>
              <a:gd name="connsiteY120" fmla="*/ 1450181 h 1890712"/>
              <a:gd name="connsiteX121" fmla="*/ 1981200 w 2543175"/>
              <a:gd name="connsiteY121" fmla="*/ 1454944 h 1890712"/>
              <a:gd name="connsiteX122" fmla="*/ 1997869 w 2543175"/>
              <a:gd name="connsiteY122" fmla="*/ 1471612 h 1890712"/>
              <a:gd name="connsiteX123" fmla="*/ 2007394 w 2543175"/>
              <a:gd name="connsiteY123" fmla="*/ 1478756 h 1890712"/>
              <a:gd name="connsiteX124" fmla="*/ 2016919 w 2543175"/>
              <a:gd name="connsiteY124" fmla="*/ 1483519 h 1890712"/>
              <a:gd name="connsiteX125" fmla="*/ 2024063 w 2543175"/>
              <a:gd name="connsiteY125" fmla="*/ 1490662 h 1890712"/>
              <a:gd name="connsiteX126" fmla="*/ 2033588 w 2543175"/>
              <a:gd name="connsiteY126" fmla="*/ 1495425 h 1890712"/>
              <a:gd name="connsiteX127" fmla="*/ 2040732 w 2543175"/>
              <a:gd name="connsiteY127" fmla="*/ 1502569 h 1890712"/>
              <a:gd name="connsiteX128" fmla="*/ 2047875 w 2543175"/>
              <a:gd name="connsiteY128" fmla="*/ 1507331 h 1890712"/>
              <a:gd name="connsiteX129" fmla="*/ 2057400 w 2543175"/>
              <a:gd name="connsiteY129" fmla="*/ 1514475 h 1890712"/>
              <a:gd name="connsiteX130" fmla="*/ 2064544 w 2543175"/>
              <a:gd name="connsiteY130" fmla="*/ 1519237 h 1890712"/>
              <a:gd name="connsiteX131" fmla="*/ 2071688 w 2543175"/>
              <a:gd name="connsiteY131" fmla="*/ 1526381 h 1890712"/>
              <a:gd name="connsiteX132" fmla="*/ 2081213 w 2543175"/>
              <a:gd name="connsiteY132" fmla="*/ 1531144 h 1890712"/>
              <a:gd name="connsiteX133" fmla="*/ 2090738 w 2543175"/>
              <a:gd name="connsiteY133" fmla="*/ 1538287 h 1890712"/>
              <a:gd name="connsiteX134" fmla="*/ 2109788 w 2543175"/>
              <a:gd name="connsiteY134" fmla="*/ 1547812 h 1890712"/>
              <a:gd name="connsiteX135" fmla="*/ 2131219 w 2543175"/>
              <a:gd name="connsiteY135" fmla="*/ 1562100 h 1890712"/>
              <a:gd name="connsiteX136" fmla="*/ 2140744 w 2543175"/>
              <a:gd name="connsiteY136" fmla="*/ 1566862 h 1890712"/>
              <a:gd name="connsiteX137" fmla="*/ 2152650 w 2543175"/>
              <a:gd name="connsiteY137" fmla="*/ 1576387 h 1890712"/>
              <a:gd name="connsiteX138" fmla="*/ 2181225 w 2543175"/>
              <a:gd name="connsiteY138" fmla="*/ 1590675 h 1890712"/>
              <a:gd name="connsiteX139" fmla="*/ 2200275 w 2543175"/>
              <a:gd name="connsiteY139" fmla="*/ 1607344 h 1890712"/>
              <a:gd name="connsiteX140" fmla="*/ 2207419 w 2543175"/>
              <a:gd name="connsiteY140" fmla="*/ 1612106 h 1890712"/>
              <a:gd name="connsiteX141" fmla="*/ 2216944 w 2543175"/>
              <a:gd name="connsiteY141" fmla="*/ 1619250 h 1890712"/>
              <a:gd name="connsiteX142" fmla="*/ 2247900 w 2543175"/>
              <a:gd name="connsiteY142" fmla="*/ 1643062 h 1890712"/>
              <a:gd name="connsiteX143" fmla="*/ 2281238 w 2543175"/>
              <a:gd name="connsiteY143" fmla="*/ 1674019 h 1890712"/>
              <a:gd name="connsiteX144" fmla="*/ 2312194 w 2543175"/>
              <a:gd name="connsiteY144" fmla="*/ 1702594 h 1890712"/>
              <a:gd name="connsiteX145" fmla="*/ 2369344 w 2543175"/>
              <a:gd name="connsiteY145" fmla="*/ 1757363 h 1890712"/>
              <a:gd name="connsiteX146" fmla="*/ 2428876 w 2543175"/>
              <a:gd name="connsiteY146" fmla="*/ 1785938 h 1890712"/>
              <a:gd name="connsiteX147" fmla="*/ 2469356 w 2543175"/>
              <a:gd name="connsiteY147" fmla="*/ 1816894 h 1890712"/>
              <a:gd name="connsiteX148" fmla="*/ 2514600 w 2543175"/>
              <a:gd name="connsiteY148" fmla="*/ 1850231 h 1890712"/>
              <a:gd name="connsiteX149" fmla="*/ 2519363 w 2543175"/>
              <a:gd name="connsiteY149" fmla="*/ 1857375 h 1890712"/>
              <a:gd name="connsiteX150" fmla="*/ 2540794 w 2543175"/>
              <a:gd name="connsiteY150" fmla="*/ 1883569 h 1890712"/>
              <a:gd name="connsiteX151" fmla="*/ 2543175 w 2543175"/>
              <a:gd name="connsiteY151"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47650 w 2543175"/>
              <a:gd name="connsiteY22" fmla="*/ 185737 h 1890712"/>
              <a:gd name="connsiteX23" fmla="*/ 300038 w 2543175"/>
              <a:gd name="connsiteY23" fmla="*/ 219075 h 1890712"/>
              <a:gd name="connsiteX24" fmla="*/ 342900 w 2543175"/>
              <a:gd name="connsiteY24" fmla="*/ 254794 h 1890712"/>
              <a:gd name="connsiteX25" fmla="*/ 385763 w 2543175"/>
              <a:gd name="connsiteY25" fmla="*/ 283369 h 1890712"/>
              <a:gd name="connsiteX26" fmla="*/ 404813 w 2543175"/>
              <a:gd name="connsiteY26" fmla="*/ 295275 h 1890712"/>
              <a:gd name="connsiteX27" fmla="*/ 411957 w 2543175"/>
              <a:gd name="connsiteY27" fmla="*/ 297656 h 1890712"/>
              <a:gd name="connsiteX28" fmla="*/ 466725 w 2543175"/>
              <a:gd name="connsiteY28" fmla="*/ 328612 h 1890712"/>
              <a:gd name="connsiteX29" fmla="*/ 476250 w 2543175"/>
              <a:gd name="connsiteY29" fmla="*/ 335756 h 1890712"/>
              <a:gd name="connsiteX30" fmla="*/ 481013 w 2543175"/>
              <a:gd name="connsiteY30" fmla="*/ 342900 h 1890712"/>
              <a:gd name="connsiteX31" fmla="*/ 495300 w 2543175"/>
              <a:gd name="connsiteY31" fmla="*/ 359569 h 1890712"/>
              <a:gd name="connsiteX32" fmla="*/ 509588 w 2543175"/>
              <a:gd name="connsiteY32" fmla="*/ 376237 h 1890712"/>
              <a:gd name="connsiteX33" fmla="*/ 514350 w 2543175"/>
              <a:gd name="connsiteY33" fmla="*/ 383381 h 1890712"/>
              <a:gd name="connsiteX34" fmla="*/ 531019 w 2543175"/>
              <a:gd name="connsiteY34" fmla="*/ 397669 h 1890712"/>
              <a:gd name="connsiteX35" fmla="*/ 538163 w 2543175"/>
              <a:gd name="connsiteY35" fmla="*/ 407194 h 1890712"/>
              <a:gd name="connsiteX36" fmla="*/ 554832 w 2543175"/>
              <a:gd name="connsiteY36" fmla="*/ 421481 h 1890712"/>
              <a:gd name="connsiteX37" fmla="*/ 564357 w 2543175"/>
              <a:gd name="connsiteY37" fmla="*/ 431006 h 1890712"/>
              <a:gd name="connsiteX38" fmla="*/ 573882 w 2543175"/>
              <a:gd name="connsiteY38" fmla="*/ 438150 h 1890712"/>
              <a:gd name="connsiteX39" fmla="*/ 595313 w 2543175"/>
              <a:gd name="connsiteY39" fmla="*/ 454819 h 1890712"/>
              <a:gd name="connsiteX40" fmla="*/ 602457 w 2543175"/>
              <a:gd name="connsiteY40" fmla="*/ 457200 h 1890712"/>
              <a:gd name="connsiteX41" fmla="*/ 628650 w 2543175"/>
              <a:gd name="connsiteY41" fmla="*/ 469106 h 1890712"/>
              <a:gd name="connsiteX42" fmla="*/ 645319 w 2543175"/>
              <a:gd name="connsiteY42" fmla="*/ 483394 h 1890712"/>
              <a:gd name="connsiteX43" fmla="*/ 654844 w 2543175"/>
              <a:gd name="connsiteY43" fmla="*/ 488156 h 1890712"/>
              <a:gd name="connsiteX44" fmla="*/ 661988 w 2543175"/>
              <a:gd name="connsiteY44" fmla="*/ 497681 h 1890712"/>
              <a:gd name="connsiteX45" fmla="*/ 683419 w 2543175"/>
              <a:gd name="connsiteY45" fmla="*/ 514350 h 1890712"/>
              <a:gd name="connsiteX46" fmla="*/ 700088 w 2543175"/>
              <a:gd name="connsiteY46" fmla="*/ 526256 h 1890712"/>
              <a:gd name="connsiteX47" fmla="*/ 709613 w 2543175"/>
              <a:gd name="connsiteY47" fmla="*/ 535781 h 1890712"/>
              <a:gd name="connsiteX48" fmla="*/ 719138 w 2543175"/>
              <a:gd name="connsiteY48" fmla="*/ 542925 h 1890712"/>
              <a:gd name="connsiteX49" fmla="*/ 733425 w 2543175"/>
              <a:gd name="connsiteY49" fmla="*/ 557212 h 1890712"/>
              <a:gd name="connsiteX50" fmla="*/ 750094 w 2543175"/>
              <a:gd name="connsiteY50" fmla="*/ 569119 h 1890712"/>
              <a:gd name="connsiteX51" fmla="*/ 769144 w 2543175"/>
              <a:gd name="connsiteY51" fmla="*/ 581025 h 1890712"/>
              <a:gd name="connsiteX52" fmla="*/ 785813 w 2543175"/>
              <a:gd name="connsiteY52" fmla="*/ 590550 h 1890712"/>
              <a:gd name="connsiteX53" fmla="*/ 792957 w 2543175"/>
              <a:gd name="connsiteY53" fmla="*/ 600075 h 1890712"/>
              <a:gd name="connsiteX54" fmla="*/ 809625 w 2543175"/>
              <a:gd name="connsiteY54" fmla="*/ 611981 h 1890712"/>
              <a:gd name="connsiteX55" fmla="*/ 816769 w 2543175"/>
              <a:gd name="connsiteY55" fmla="*/ 619125 h 1890712"/>
              <a:gd name="connsiteX56" fmla="*/ 826294 w 2543175"/>
              <a:gd name="connsiteY56" fmla="*/ 626269 h 1890712"/>
              <a:gd name="connsiteX57" fmla="*/ 840582 w 2543175"/>
              <a:gd name="connsiteY57" fmla="*/ 638175 h 1890712"/>
              <a:gd name="connsiteX58" fmla="*/ 847725 w 2543175"/>
              <a:gd name="connsiteY58" fmla="*/ 645319 h 1890712"/>
              <a:gd name="connsiteX59" fmla="*/ 857250 w 2543175"/>
              <a:gd name="connsiteY59" fmla="*/ 652462 h 1890712"/>
              <a:gd name="connsiteX60" fmla="*/ 888207 w 2543175"/>
              <a:gd name="connsiteY60" fmla="*/ 676275 h 1890712"/>
              <a:gd name="connsiteX61" fmla="*/ 907257 w 2543175"/>
              <a:gd name="connsiteY61" fmla="*/ 683419 h 1890712"/>
              <a:gd name="connsiteX62" fmla="*/ 928688 w 2543175"/>
              <a:gd name="connsiteY62" fmla="*/ 695325 h 1890712"/>
              <a:gd name="connsiteX63" fmla="*/ 942975 w 2543175"/>
              <a:gd name="connsiteY63" fmla="*/ 700087 h 1890712"/>
              <a:gd name="connsiteX64" fmla="*/ 964407 w 2543175"/>
              <a:gd name="connsiteY64" fmla="*/ 716756 h 1890712"/>
              <a:gd name="connsiteX65" fmla="*/ 971550 w 2543175"/>
              <a:gd name="connsiteY65" fmla="*/ 723900 h 1890712"/>
              <a:gd name="connsiteX66" fmla="*/ 983457 w 2543175"/>
              <a:gd name="connsiteY66" fmla="*/ 733425 h 1890712"/>
              <a:gd name="connsiteX67" fmla="*/ 990600 w 2543175"/>
              <a:gd name="connsiteY67" fmla="*/ 738187 h 1890712"/>
              <a:gd name="connsiteX68" fmla="*/ 1007269 w 2543175"/>
              <a:gd name="connsiteY68" fmla="*/ 752475 h 1890712"/>
              <a:gd name="connsiteX69" fmla="*/ 1031082 w 2543175"/>
              <a:gd name="connsiteY69" fmla="*/ 766762 h 1890712"/>
              <a:gd name="connsiteX70" fmla="*/ 1042988 w 2543175"/>
              <a:gd name="connsiteY70" fmla="*/ 773906 h 1890712"/>
              <a:gd name="connsiteX71" fmla="*/ 1071563 w 2543175"/>
              <a:gd name="connsiteY71" fmla="*/ 785812 h 1890712"/>
              <a:gd name="connsiteX72" fmla="*/ 1097757 w 2543175"/>
              <a:gd name="connsiteY72" fmla="*/ 807244 h 1890712"/>
              <a:gd name="connsiteX73" fmla="*/ 1104900 w 2543175"/>
              <a:gd name="connsiteY73" fmla="*/ 814387 h 1890712"/>
              <a:gd name="connsiteX74" fmla="*/ 1121569 w 2543175"/>
              <a:gd name="connsiteY74" fmla="*/ 823912 h 1890712"/>
              <a:gd name="connsiteX75" fmla="*/ 1138238 w 2543175"/>
              <a:gd name="connsiteY75" fmla="*/ 835819 h 1890712"/>
              <a:gd name="connsiteX76" fmla="*/ 1147763 w 2543175"/>
              <a:gd name="connsiteY76" fmla="*/ 842962 h 1890712"/>
              <a:gd name="connsiteX77" fmla="*/ 1157288 w 2543175"/>
              <a:gd name="connsiteY77" fmla="*/ 847725 h 1890712"/>
              <a:gd name="connsiteX78" fmla="*/ 1178719 w 2543175"/>
              <a:gd name="connsiteY78" fmla="*/ 859631 h 1890712"/>
              <a:gd name="connsiteX79" fmla="*/ 1188244 w 2543175"/>
              <a:gd name="connsiteY79" fmla="*/ 866775 h 1890712"/>
              <a:gd name="connsiteX80" fmla="*/ 1195388 w 2543175"/>
              <a:gd name="connsiteY80" fmla="*/ 871537 h 1890712"/>
              <a:gd name="connsiteX81" fmla="*/ 1212057 w 2543175"/>
              <a:gd name="connsiteY81" fmla="*/ 883444 h 1890712"/>
              <a:gd name="connsiteX82" fmla="*/ 1226344 w 2543175"/>
              <a:gd name="connsiteY82" fmla="*/ 895350 h 1890712"/>
              <a:gd name="connsiteX83" fmla="*/ 1245394 w 2543175"/>
              <a:gd name="connsiteY83" fmla="*/ 907256 h 1890712"/>
              <a:gd name="connsiteX84" fmla="*/ 1254919 w 2543175"/>
              <a:gd name="connsiteY84" fmla="*/ 914400 h 1890712"/>
              <a:gd name="connsiteX85" fmla="*/ 1269207 w 2543175"/>
              <a:gd name="connsiteY85" fmla="*/ 921544 h 1890712"/>
              <a:gd name="connsiteX86" fmla="*/ 1290638 w 2543175"/>
              <a:gd name="connsiteY86" fmla="*/ 935831 h 1890712"/>
              <a:gd name="connsiteX87" fmla="*/ 1307307 w 2543175"/>
              <a:gd name="connsiteY87" fmla="*/ 952500 h 1890712"/>
              <a:gd name="connsiteX88" fmla="*/ 1333500 w 2543175"/>
              <a:gd name="connsiteY88" fmla="*/ 971550 h 1890712"/>
              <a:gd name="connsiteX89" fmla="*/ 1359694 w 2543175"/>
              <a:gd name="connsiteY89" fmla="*/ 990600 h 1890712"/>
              <a:gd name="connsiteX90" fmla="*/ 1385888 w 2543175"/>
              <a:gd name="connsiteY90" fmla="*/ 1021557 h 1890712"/>
              <a:gd name="connsiteX91" fmla="*/ 1435894 w 2543175"/>
              <a:gd name="connsiteY91" fmla="*/ 1054894 h 1890712"/>
              <a:gd name="connsiteX92" fmla="*/ 1497806 w 2543175"/>
              <a:gd name="connsiteY92" fmla="*/ 1104900 h 1890712"/>
              <a:gd name="connsiteX93" fmla="*/ 1559718 w 2543175"/>
              <a:gd name="connsiteY93" fmla="*/ 1154906 h 1890712"/>
              <a:gd name="connsiteX94" fmla="*/ 1595438 w 2543175"/>
              <a:gd name="connsiteY94" fmla="*/ 1181100 h 1890712"/>
              <a:gd name="connsiteX95" fmla="*/ 1628775 w 2543175"/>
              <a:gd name="connsiteY95" fmla="*/ 1207294 h 1890712"/>
              <a:gd name="connsiteX96" fmla="*/ 1662113 w 2543175"/>
              <a:gd name="connsiteY96" fmla="*/ 1231107 h 1890712"/>
              <a:gd name="connsiteX97" fmla="*/ 1700213 w 2543175"/>
              <a:gd name="connsiteY97" fmla="*/ 1247775 h 1890712"/>
              <a:gd name="connsiteX98" fmla="*/ 1712119 w 2543175"/>
              <a:gd name="connsiteY98" fmla="*/ 1259681 h 1890712"/>
              <a:gd name="connsiteX99" fmla="*/ 1733550 w 2543175"/>
              <a:gd name="connsiteY99" fmla="*/ 1273969 h 1890712"/>
              <a:gd name="connsiteX100" fmla="*/ 1743075 w 2543175"/>
              <a:gd name="connsiteY100" fmla="*/ 1283494 h 1890712"/>
              <a:gd name="connsiteX101" fmla="*/ 1754982 w 2543175"/>
              <a:gd name="connsiteY101" fmla="*/ 1290637 h 1890712"/>
              <a:gd name="connsiteX102" fmla="*/ 1766888 w 2543175"/>
              <a:gd name="connsiteY102" fmla="*/ 1300162 h 1890712"/>
              <a:gd name="connsiteX103" fmla="*/ 1783557 w 2543175"/>
              <a:gd name="connsiteY103" fmla="*/ 1307306 h 1890712"/>
              <a:gd name="connsiteX104" fmla="*/ 1790700 w 2543175"/>
              <a:gd name="connsiteY104" fmla="*/ 1312069 h 1890712"/>
              <a:gd name="connsiteX105" fmla="*/ 1800225 w 2543175"/>
              <a:gd name="connsiteY105" fmla="*/ 1319212 h 1890712"/>
              <a:gd name="connsiteX106" fmla="*/ 1807369 w 2543175"/>
              <a:gd name="connsiteY106" fmla="*/ 1321594 h 1890712"/>
              <a:gd name="connsiteX107" fmla="*/ 1824038 w 2543175"/>
              <a:gd name="connsiteY107" fmla="*/ 1333500 h 1890712"/>
              <a:gd name="connsiteX108" fmla="*/ 1843088 w 2543175"/>
              <a:gd name="connsiteY108" fmla="*/ 1352550 h 1890712"/>
              <a:gd name="connsiteX109" fmla="*/ 1852613 w 2543175"/>
              <a:gd name="connsiteY109" fmla="*/ 1359694 h 1890712"/>
              <a:gd name="connsiteX110" fmla="*/ 1859757 w 2543175"/>
              <a:gd name="connsiteY110" fmla="*/ 1366837 h 1890712"/>
              <a:gd name="connsiteX111" fmla="*/ 1869282 w 2543175"/>
              <a:gd name="connsiteY111" fmla="*/ 1371600 h 1890712"/>
              <a:gd name="connsiteX112" fmla="*/ 1883569 w 2543175"/>
              <a:gd name="connsiteY112" fmla="*/ 1388269 h 1890712"/>
              <a:gd name="connsiteX113" fmla="*/ 1893094 w 2543175"/>
              <a:gd name="connsiteY113" fmla="*/ 1395412 h 1890712"/>
              <a:gd name="connsiteX114" fmla="*/ 1902619 w 2543175"/>
              <a:gd name="connsiteY114" fmla="*/ 1404937 h 1890712"/>
              <a:gd name="connsiteX115" fmla="*/ 1912144 w 2543175"/>
              <a:gd name="connsiteY115" fmla="*/ 1409700 h 1890712"/>
              <a:gd name="connsiteX116" fmla="*/ 1931194 w 2543175"/>
              <a:gd name="connsiteY116" fmla="*/ 1421606 h 1890712"/>
              <a:gd name="connsiteX117" fmla="*/ 1935957 w 2543175"/>
              <a:gd name="connsiteY117" fmla="*/ 1428750 h 1890712"/>
              <a:gd name="connsiteX118" fmla="*/ 1952625 w 2543175"/>
              <a:gd name="connsiteY118" fmla="*/ 1438275 h 1890712"/>
              <a:gd name="connsiteX119" fmla="*/ 1971675 w 2543175"/>
              <a:gd name="connsiteY119" fmla="*/ 1450181 h 1890712"/>
              <a:gd name="connsiteX120" fmla="*/ 1981200 w 2543175"/>
              <a:gd name="connsiteY120" fmla="*/ 1454944 h 1890712"/>
              <a:gd name="connsiteX121" fmla="*/ 1997869 w 2543175"/>
              <a:gd name="connsiteY121" fmla="*/ 1471612 h 1890712"/>
              <a:gd name="connsiteX122" fmla="*/ 2007394 w 2543175"/>
              <a:gd name="connsiteY122" fmla="*/ 1478756 h 1890712"/>
              <a:gd name="connsiteX123" fmla="*/ 2016919 w 2543175"/>
              <a:gd name="connsiteY123" fmla="*/ 1483519 h 1890712"/>
              <a:gd name="connsiteX124" fmla="*/ 2024063 w 2543175"/>
              <a:gd name="connsiteY124" fmla="*/ 1490662 h 1890712"/>
              <a:gd name="connsiteX125" fmla="*/ 2033588 w 2543175"/>
              <a:gd name="connsiteY125" fmla="*/ 1495425 h 1890712"/>
              <a:gd name="connsiteX126" fmla="*/ 2040732 w 2543175"/>
              <a:gd name="connsiteY126" fmla="*/ 1502569 h 1890712"/>
              <a:gd name="connsiteX127" fmla="*/ 2047875 w 2543175"/>
              <a:gd name="connsiteY127" fmla="*/ 1507331 h 1890712"/>
              <a:gd name="connsiteX128" fmla="*/ 2057400 w 2543175"/>
              <a:gd name="connsiteY128" fmla="*/ 1514475 h 1890712"/>
              <a:gd name="connsiteX129" fmla="*/ 2064544 w 2543175"/>
              <a:gd name="connsiteY129" fmla="*/ 1519237 h 1890712"/>
              <a:gd name="connsiteX130" fmla="*/ 2071688 w 2543175"/>
              <a:gd name="connsiteY130" fmla="*/ 1526381 h 1890712"/>
              <a:gd name="connsiteX131" fmla="*/ 2081213 w 2543175"/>
              <a:gd name="connsiteY131" fmla="*/ 1531144 h 1890712"/>
              <a:gd name="connsiteX132" fmla="*/ 2090738 w 2543175"/>
              <a:gd name="connsiteY132" fmla="*/ 1538287 h 1890712"/>
              <a:gd name="connsiteX133" fmla="*/ 2109788 w 2543175"/>
              <a:gd name="connsiteY133" fmla="*/ 1547812 h 1890712"/>
              <a:gd name="connsiteX134" fmla="*/ 2131219 w 2543175"/>
              <a:gd name="connsiteY134" fmla="*/ 1562100 h 1890712"/>
              <a:gd name="connsiteX135" fmla="*/ 2140744 w 2543175"/>
              <a:gd name="connsiteY135" fmla="*/ 1566862 h 1890712"/>
              <a:gd name="connsiteX136" fmla="*/ 2152650 w 2543175"/>
              <a:gd name="connsiteY136" fmla="*/ 1576387 h 1890712"/>
              <a:gd name="connsiteX137" fmla="*/ 2181225 w 2543175"/>
              <a:gd name="connsiteY137" fmla="*/ 1590675 h 1890712"/>
              <a:gd name="connsiteX138" fmla="*/ 2200275 w 2543175"/>
              <a:gd name="connsiteY138" fmla="*/ 1607344 h 1890712"/>
              <a:gd name="connsiteX139" fmla="*/ 2207419 w 2543175"/>
              <a:gd name="connsiteY139" fmla="*/ 1612106 h 1890712"/>
              <a:gd name="connsiteX140" fmla="*/ 2216944 w 2543175"/>
              <a:gd name="connsiteY140" fmla="*/ 1619250 h 1890712"/>
              <a:gd name="connsiteX141" fmla="*/ 2247900 w 2543175"/>
              <a:gd name="connsiteY141" fmla="*/ 1643062 h 1890712"/>
              <a:gd name="connsiteX142" fmla="*/ 2281238 w 2543175"/>
              <a:gd name="connsiteY142" fmla="*/ 1674019 h 1890712"/>
              <a:gd name="connsiteX143" fmla="*/ 2312194 w 2543175"/>
              <a:gd name="connsiteY143" fmla="*/ 1702594 h 1890712"/>
              <a:gd name="connsiteX144" fmla="*/ 2369344 w 2543175"/>
              <a:gd name="connsiteY144" fmla="*/ 1757363 h 1890712"/>
              <a:gd name="connsiteX145" fmla="*/ 2428876 w 2543175"/>
              <a:gd name="connsiteY145" fmla="*/ 1785938 h 1890712"/>
              <a:gd name="connsiteX146" fmla="*/ 2469356 w 2543175"/>
              <a:gd name="connsiteY146" fmla="*/ 1816894 h 1890712"/>
              <a:gd name="connsiteX147" fmla="*/ 2514600 w 2543175"/>
              <a:gd name="connsiteY147" fmla="*/ 1850231 h 1890712"/>
              <a:gd name="connsiteX148" fmla="*/ 2519363 w 2543175"/>
              <a:gd name="connsiteY148" fmla="*/ 1857375 h 1890712"/>
              <a:gd name="connsiteX149" fmla="*/ 2540794 w 2543175"/>
              <a:gd name="connsiteY149" fmla="*/ 1883569 h 1890712"/>
              <a:gd name="connsiteX150" fmla="*/ 2543175 w 2543175"/>
              <a:gd name="connsiteY15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47650 w 2543175"/>
              <a:gd name="connsiteY22" fmla="*/ 185737 h 1890712"/>
              <a:gd name="connsiteX23" fmla="*/ 300038 w 2543175"/>
              <a:gd name="connsiteY23" fmla="*/ 219075 h 1890712"/>
              <a:gd name="connsiteX24" fmla="*/ 342900 w 2543175"/>
              <a:gd name="connsiteY24" fmla="*/ 254794 h 1890712"/>
              <a:gd name="connsiteX25" fmla="*/ 385763 w 2543175"/>
              <a:gd name="connsiteY25" fmla="*/ 283369 h 1890712"/>
              <a:gd name="connsiteX26" fmla="*/ 404813 w 2543175"/>
              <a:gd name="connsiteY26" fmla="*/ 295275 h 1890712"/>
              <a:gd name="connsiteX27" fmla="*/ 411957 w 2543175"/>
              <a:gd name="connsiteY27" fmla="*/ 297656 h 1890712"/>
              <a:gd name="connsiteX28" fmla="*/ 466725 w 2543175"/>
              <a:gd name="connsiteY28" fmla="*/ 328612 h 1890712"/>
              <a:gd name="connsiteX29" fmla="*/ 476250 w 2543175"/>
              <a:gd name="connsiteY29" fmla="*/ 335756 h 1890712"/>
              <a:gd name="connsiteX30" fmla="*/ 495300 w 2543175"/>
              <a:gd name="connsiteY30" fmla="*/ 359569 h 1890712"/>
              <a:gd name="connsiteX31" fmla="*/ 509588 w 2543175"/>
              <a:gd name="connsiteY31" fmla="*/ 376237 h 1890712"/>
              <a:gd name="connsiteX32" fmla="*/ 514350 w 2543175"/>
              <a:gd name="connsiteY32" fmla="*/ 383381 h 1890712"/>
              <a:gd name="connsiteX33" fmla="*/ 531019 w 2543175"/>
              <a:gd name="connsiteY33" fmla="*/ 397669 h 1890712"/>
              <a:gd name="connsiteX34" fmla="*/ 538163 w 2543175"/>
              <a:gd name="connsiteY34" fmla="*/ 407194 h 1890712"/>
              <a:gd name="connsiteX35" fmla="*/ 554832 w 2543175"/>
              <a:gd name="connsiteY35" fmla="*/ 421481 h 1890712"/>
              <a:gd name="connsiteX36" fmla="*/ 564357 w 2543175"/>
              <a:gd name="connsiteY36" fmla="*/ 431006 h 1890712"/>
              <a:gd name="connsiteX37" fmla="*/ 573882 w 2543175"/>
              <a:gd name="connsiteY37" fmla="*/ 438150 h 1890712"/>
              <a:gd name="connsiteX38" fmla="*/ 595313 w 2543175"/>
              <a:gd name="connsiteY38" fmla="*/ 454819 h 1890712"/>
              <a:gd name="connsiteX39" fmla="*/ 602457 w 2543175"/>
              <a:gd name="connsiteY39" fmla="*/ 457200 h 1890712"/>
              <a:gd name="connsiteX40" fmla="*/ 628650 w 2543175"/>
              <a:gd name="connsiteY40" fmla="*/ 469106 h 1890712"/>
              <a:gd name="connsiteX41" fmla="*/ 645319 w 2543175"/>
              <a:gd name="connsiteY41" fmla="*/ 483394 h 1890712"/>
              <a:gd name="connsiteX42" fmla="*/ 654844 w 2543175"/>
              <a:gd name="connsiteY42" fmla="*/ 488156 h 1890712"/>
              <a:gd name="connsiteX43" fmla="*/ 661988 w 2543175"/>
              <a:gd name="connsiteY43" fmla="*/ 497681 h 1890712"/>
              <a:gd name="connsiteX44" fmla="*/ 683419 w 2543175"/>
              <a:gd name="connsiteY44" fmla="*/ 514350 h 1890712"/>
              <a:gd name="connsiteX45" fmla="*/ 700088 w 2543175"/>
              <a:gd name="connsiteY45" fmla="*/ 526256 h 1890712"/>
              <a:gd name="connsiteX46" fmla="*/ 709613 w 2543175"/>
              <a:gd name="connsiteY46" fmla="*/ 535781 h 1890712"/>
              <a:gd name="connsiteX47" fmla="*/ 719138 w 2543175"/>
              <a:gd name="connsiteY47" fmla="*/ 542925 h 1890712"/>
              <a:gd name="connsiteX48" fmla="*/ 733425 w 2543175"/>
              <a:gd name="connsiteY48" fmla="*/ 557212 h 1890712"/>
              <a:gd name="connsiteX49" fmla="*/ 750094 w 2543175"/>
              <a:gd name="connsiteY49" fmla="*/ 569119 h 1890712"/>
              <a:gd name="connsiteX50" fmla="*/ 769144 w 2543175"/>
              <a:gd name="connsiteY50" fmla="*/ 581025 h 1890712"/>
              <a:gd name="connsiteX51" fmla="*/ 785813 w 2543175"/>
              <a:gd name="connsiteY51" fmla="*/ 590550 h 1890712"/>
              <a:gd name="connsiteX52" fmla="*/ 792957 w 2543175"/>
              <a:gd name="connsiteY52" fmla="*/ 600075 h 1890712"/>
              <a:gd name="connsiteX53" fmla="*/ 809625 w 2543175"/>
              <a:gd name="connsiteY53" fmla="*/ 611981 h 1890712"/>
              <a:gd name="connsiteX54" fmla="*/ 816769 w 2543175"/>
              <a:gd name="connsiteY54" fmla="*/ 619125 h 1890712"/>
              <a:gd name="connsiteX55" fmla="*/ 826294 w 2543175"/>
              <a:gd name="connsiteY55" fmla="*/ 626269 h 1890712"/>
              <a:gd name="connsiteX56" fmla="*/ 840582 w 2543175"/>
              <a:gd name="connsiteY56" fmla="*/ 638175 h 1890712"/>
              <a:gd name="connsiteX57" fmla="*/ 847725 w 2543175"/>
              <a:gd name="connsiteY57" fmla="*/ 645319 h 1890712"/>
              <a:gd name="connsiteX58" fmla="*/ 857250 w 2543175"/>
              <a:gd name="connsiteY58" fmla="*/ 652462 h 1890712"/>
              <a:gd name="connsiteX59" fmla="*/ 888207 w 2543175"/>
              <a:gd name="connsiteY59" fmla="*/ 676275 h 1890712"/>
              <a:gd name="connsiteX60" fmla="*/ 907257 w 2543175"/>
              <a:gd name="connsiteY60" fmla="*/ 683419 h 1890712"/>
              <a:gd name="connsiteX61" fmla="*/ 928688 w 2543175"/>
              <a:gd name="connsiteY61" fmla="*/ 695325 h 1890712"/>
              <a:gd name="connsiteX62" fmla="*/ 942975 w 2543175"/>
              <a:gd name="connsiteY62" fmla="*/ 700087 h 1890712"/>
              <a:gd name="connsiteX63" fmla="*/ 964407 w 2543175"/>
              <a:gd name="connsiteY63" fmla="*/ 716756 h 1890712"/>
              <a:gd name="connsiteX64" fmla="*/ 971550 w 2543175"/>
              <a:gd name="connsiteY64" fmla="*/ 723900 h 1890712"/>
              <a:gd name="connsiteX65" fmla="*/ 983457 w 2543175"/>
              <a:gd name="connsiteY65" fmla="*/ 733425 h 1890712"/>
              <a:gd name="connsiteX66" fmla="*/ 990600 w 2543175"/>
              <a:gd name="connsiteY66" fmla="*/ 738187 h 1890712"/>
              <a:gd name="connsiteX67" fmla="*/ 1007269 w 2543175"/>
              <a:gd name="connsiteY67" fmla="*/ 752475 h 1890712"/>
              <a:gd name="connsiteX68" fmla="*/ 1031082 w 2543175"/>
              <a:gd name="connsiteY68" fmla="*/ 766762 h 1890712"/>
              <a:gd name="connsiteX69" fmla="*/ 1042988 w 2543175"/>
              <a:gd name="connsiteY69" fmla="*/ 773906 h 1890712"/>
              <a:gd name="connsiteX70" fmla="*/ 1071563 w 2543175"/>
              <a:gd name="connsiteY70" fmla="*/ 785812 h 1890712"/>
              <a:gd name="connsiteX71" fmla="*/ 1097757 w 2543175"/>
              <a:gd name="connsiteY71" fmla="*/ 807244 h 1890712"/>
              <a:gd name="connsiteX72" fmla="*/ 1104900 w 2543175"/>
              <a:gd name="connsiteY72" fmla="*/ 814387 h 1890712"/>
              <a:gd name="connsiteX73" fmla="*/ 1121569 w 2543175"/>
              <a:gd name="connsiteY73" fmla="*/ 823912 h 1890712"/>
              <a:gd name="connsiteX74" fmla="*/ 1138238 w 2543175"/>
              <a:gd name="connsiteY74" fmla="*/ 835819 h 1890712"/>
              <a:gd name="connsiteX75" fmla="*/ 1147763 w 2543175"/>
              <a:gd name="connsiteY75" fmla="*/ 842962 h 1890712"/>
              <a:gd name="connsiteX76" fmla="*/ 1157288 w 2543175"/>
              <a:gd name="connsiteY76" fmla="*/ 847725 h 1890712"/>
              <a:gd name="connsiteX77" fmla="*/ 1178719 w 2543175"/>
              <a:gd name="connsiteY77" fmla="*/ 859631 h 1890712"/>
              <a:gd name="connsiteX78" fmla="*/ 1188244 w 2543175"/>
              <a:gd name="connsiteY78" fmla="*/ 866775 h 1890712"/>
              <a:gd name="connsiteX79" fmla="*/ 1195388 w 2543175"/>
              <a:gd name="connsiteY79" fmla="*/ 871537 h 1890712"/>
              <a:gd name="connsiteX80" fmla="*/ 1212057 w 2543175"/>
              <a:gd name="connsiteY80" fmla="*/ 883444 h 1890712"/>
              <a:gd name="connsiteX81" fmla="*/ 1226344 w 2543175"/>
              <a:gd name="connsiteY81" fmla="*/ 895350 h 1890712"/>
              <a:gd name="connsiteX82" fmla="*/ 1245394 w 2543175"/>
              <a:gd name="connsiteY82" fmla="*/ 907256 h 1890712"/>
              <a:gd name="connsiteX83" fmla="*/ 1254919 w 2543175"/>
              <a:gd name="connsiteY83" fmla="*/ 914400 h 1890712"/>
              <a:gd name="connsiteX84" fmla="*/ 1269207 w 2543175"/>
              <a:gd name="connsiteY84" fmla="*/ 921544 h 1890712"/>
              <a:gd name="connsiteX85" fmla="*/ 1290638 w 2543175"/>
              <a:gd name="connsiteY85" fmla="*/ 935831 h 1890712"/>
              <a:gd name="connsiteX86" fmla="*/ 1307307 w 2543175"/>
              <a:gd name="connsiteY86" fmla="*/ 952500 h 1890712"/>
              <a:gd name="connsiteX87" fmla="*/ 1333500 w 2543175"/>
              <a:gd name="connsiteY87" fmla="*/ 971550 h 1890712"/>
              <a:gd name="connsiteX88" fmla="*/ 1359694 w 2543175"/>
              <a:gd name="connsiteY88" fmla="*/ 990600 h 1890712"/>
              <a:gd name="connsiteX89" fmla="*/ 1385888 w 2543175"/>
              <a:gd name="connsiteY89" fmla="*/ 1021557 h 1890712"/>
              <a:gd name="connsiteX90" fmla="*/ 1435894 w 2543175"/>
              <a:gd name="connsiteY90" fmla="*/ 1054894 h 1890712"/>
              <a:gd name="connsiteX91" fmla="*/ 1497806 w 2543175"/>
              <a:gd name="connsiteY91" fmla="*/ 1104900 h 1890712"/>
              <a:gd name="connsiteX92" fmla="*/ 1559718 w 2543175"/>
              <a:gd name="connsiteY92" fmla="*/ 1154906 h 1890712"/>
              <a:gd name="connsiteX93" fmla="*/ 1595438 w 2543175"/>
              <a:gd name="connsiteY93" fmla="*/ 1181100 h 1890712"/>
              <a:gd name="connsiteX94" fmla="*/ 1628775 w 2543175"/>
              <a:gd name="connsiteY94" fmla="*/ 1207294 h 1890712"/>
              <a:gd name="connsiteX95" fmla="*/ 1662113 w 2543175"/>
              <a:gd name="connsiteY95" fmla="*/ 1231107 h 1890712"/>
              <a:gd name="connsiteX96" fmla="*/ 1700213 w 2543175"/>
              <a:gd name="connsiteY96" fmla="*/ 1247775 h 1890712"/>
              <a:gd name="connsiteX97" fmla="*/ 1712119 w 2543175"/>
              <a:gd name="connsiteY97" fmla="*/ 1259681 h 1890712"/>
              <a:gd name="connsiteX98" fmla="*/ 1733550 w 2543175"/>
              <a:gd name="connsiteY98" fmla="*/ 1273969 h 1890712"/>
              <a:gd name="connsiteX99" fmla="*/ 1743075 w 2543175"/>
              <a:gd name="connsiteY99" fmla="*/ 1283494 h 1890712"/>
              <a:gd name="connsiteX100" fmla="*/ 1754982 w 2543175"/>
              <a:gd name="connsiteY100" fmla="*/ 1290637 h 1890712"/>
              <a:gd name="connsiteX101" fmla="*/ 1766888 w 2543175"/>
              <a:gd name="connsiteY101" fmla="*/ 1300162 h 1890712"/>
              <a:gd name="connsiteX102" fmla="*/ 1783557 w 2543175"/>
              <a:gd name="connsiteY102" fmla="*/ 1307306 h 1890712"/>
              <a:gd name="connsiteX103" fmla="*/ 1790700 w 2543175"/>
              <a:gd name="connsiteY103" fmla="*/ 1312069 h 1890712"/>
              <a:gd name="connsiteX104" fmla="*/ 1800225 w 2543175"/>
              <a:gd name="connsiteY104" fmla="*/ 1319212 h 1890712"/>
              <a:gd name="connsiteX105" fmla="*/ 1807369 w 2543175"/>
              <a:gd name="connsiteY105" fmla="*/ 1321594 h 1890712"/>
              <a:gd name="connsiteX106" fmla="*/ 1824038 w 2543175"/>
              <a:gd name="connsiteY106" fmla="*/ 1333500 h 1890712"/>
              <a:gd name="connsiteX107" fmla="*/ 1843088 w 2543175"/>
              <a:gd name="connsiteY107" fmla="*/ 1352550 h 1890712"/>
              <a:gd name="connsiteX108" fmla="*/ 1852613 w 2543175"/>
              <a:gd name="connsiteY108" fmla="*/ 1359694 h 1890712"/>
              <a:gd name="connsiteX109" fmla="*/ 1859757 w 2543175"/>
              <a:gd name="connsiteY109" fmla="*/ 1366837 h 1890712"/>
              <a:gd name="connsiteX110" fmla="*/ 1869282 w 2543175"/>
              <a:gd name="connsiteY110" fmla="*/ 1371600 h 1890712"/>
              <a:gd name="connsiteX111" fmla="*/ 1883569 w 2543175"/>
              <a:gd name="connsiteY111" fmla="*/ 1388269 h 1890712"/>
              <a:gd name="connsiteX112" fmla="*/ 1893094 w 2543175"/>
              <a:gd name="connsiteY112" fmla="*/ 1395412 h 1890712"/>
              <a:gd name="connsiteX113" fmla="*/ 1902619 w 2543175"/>
              <a:gd name="connsiteY113" fmla="*/ 1404937 h 1890712"/>
              <a:gd name="connsiteX114" fmla="*/ 1912144 w 2543175"/>
              <a:gd name="connsiteY114" fmla="*/ 1409700 h 1890712"/>
              <a:gd name="connsiteX115" fmla="*/ 1931194 w 2543175"/>
              <a:gd name="connsiteY115" fmla="*/ 1421606 h 1890712"/>
              <a:gd name="connsiteX116" fmla="*/ 1935957 w 2543175"/>
              <a:gd name="connsiteY116" fmla="*/ 1428750 h 1890712"/>
              <a:gd name="connsiteX117" fmla="*/ 1952625 w 2543175"/>
              <a:gd name="connsiteY117" fmla="*/ 1438275 h 1890712"/>
              <a:gd name="connsiteX118" fmla="*/ 1971675 w 2543175"/>
              <a:gd name="connsiteY118" fmla="*/ 1450181 h 1890712"/>
              <a:gd name="connsiteX119" fmla="*/ 1981200 w 2543175"/>
              <a:gd name="connsiteY119" fmla="*/ 1454944 h 1890712"/>
              <a:gd name="connsiteX120" fmla="*/ 1997869 w 2543175"/>
              <a:gd name="connsiteY120" fmla="*/ 1471612 h 1890712"/>
              <a:gd name="connsiteX121" fmla="*/ 2007394 w 2543175"/>
              <a:gd name="connsiteY121" fmla="*/ 1478756 h 1890712"/>
              <a:gd name="connsiteX122" fmla="*/ 2016919 w 2543175"/>
              <a:gd name="connsiteY122" fmla="*/ 1483519 h 1890712"/>
              <a:gd name="connsiteX123" fmla="*/ 2024063 w 2543175"/>
              <a:gd name="connsiteY123" fmla="*/ 1490662 h 1890712"/>
              <a:gd name="connsiteX124" fmla="*/ 2033588 w 2543175"/>
              <a:gd name="connsiteY124" fmla="*/ 1495425 h 1890712"/>
              <a:gd name="connsiteX125" fmla="*/ 2040732 w 2543175"/>
              <a:gd name="connsiteY125" fmla="*/ 1502569 h 1890712"/>
              <a:gd name="connsiteX126" fmla="*/ 2047875 w 2543175"/>
              <a:gd name="connsiteY126" fmla="*/ 1507331 h 1890712"/>
              <a:gd name="connsiteX127" fmla="*/ 2057400 w 2543175"/>
              <a:gd name="connsiteY127" fmla="*/ 1514475 h 1890712"/>
              <a:gd name="connsiteX128" fmla="*/ 2064544 w 2543175"/>
              <a:gd name="connsiteY128" fmla="*/ 1519237 h 1890712"/>
              <a:gd name="connsiteX129" fmla="*/ 2071688 w 2543175"/>
              <a:gd name="connsiteY129" fmla="*/ 1526381 h 1890712"/>
              <a:gd name="connsiteX130" fmla="*/ 2081213 w 2543175"/>
              <a:gd name="connsiteY130" fmla="*/ 1531144 h 1890712"/>
              <a:gd name="connsiteX131" fmla="*/ 2090738 w 2543175"/>
              <a:gd name="connsiteY131" fmla="*/ 1538287 h 1890712"/>
              <a:gd name="connsiteX132" fmla="*/ 2109788 w 2543175"/>
              <a:gd name="connsiteY132" fmla="*/ 1547812 h 1890712"/>
              <a:gd name="connsiteX133" fmla="*/ 2131219 w 2543175"/>
              <a:gd name="connsiteY133" fmla="*/ 1562100 h 1890712"/>
              <a:gd name="connsiteX134" fmla="*/ 2140744 w 2543175"/>
              <a:gd name="connsiteY134" fmla="*/ 1566862 h 1890712"/>
              <a:gd name="connsiteX135" fmla="*/ 2152650 w 2543175"/>
              <a:gd name="connsiteY135" fmla="*/ 1576387 h 1890712"/>
              <a:gd name="connsiteX136" fmla="*/ 2181225 w 2543175"/>
              <a:gd name="connsiteY136" fmla="*/ 1590675 h 1890712"/>
              <a:gd name="connsiteX137" fmla="*/ 2200275 w 2543175"/>
              <a:gd name="connsiteY137" fmla="*/ 1607344 h 1890712"/>
              <a:gd name="connsiteX138" fmla="*/ 2207419 w 2543175"/>
              <a:gd name="connsiteY138" fmla="*/ 1612106 h 1890712"/>
              <a:gd name="connsiteX139" fmla="*/ 2216944 w 2543175"/>
              <a:gd name="connsiteY139" fmla="*/ 1619250 h 1890712"/>
              <a:gd name="connsiteX140" fmla="*/ 2247900 w 2543175"/>
              <a:gd name="connsiteY140" fmla="*/ 1643062 h 1890712"/>
              <a:gd name="connsiteX141" fmla="*/ 2281238 w 2543175"/>
              <a:gd name="connsiteY141" fmla="*/ 1674019 h 1890712"/>
              <a:gd name="connsiteX142" fmla="*/ 2312194 w 2543175"/>
              <a:gd name="connsiteY142" fmla="*/ 1702594 h 1890712"/>
              <a:gd name="connsiteX143" fmla="*/ 2369344 w 2543175"/>
              <a:gd name="connsiteY143" fmla="*/ 1757363 h 1890712"/>
              <a:gd name="connsiteX144" fmla="*/ 2428876 w 2543175"/>
              <a:gd name="connsiteY144" fmla="*/ 1785938 h 1890712"/>
              <a:gd name="connsiteX145" fmla="*/ 2469356 w 2543175"/>
              <a:gd name="connsiteY145" fmla="*/ 1816894 h 1890712"/>
              <a:gd name="connsiteX146" fmla="*/ 2514600 w 2543175"/>
              <a:gd name="connsiteY146" fmla="*/ 1850231 h 1890712"/>
              <a:gd name="connsiteX147" fmla="*/ 2519363 w 2543175"/>
              <a:gd name="connsiteY147" fmla="*/ 1857375 h 1890712"/>
              <a:gd name="connsiteX148" fmla="*/ 2540794 w 2543175"/>
              <a:gd name="connsiteY148" fmla="*/ 1883569 h 1890712"/>
              <a:gd name="connsiteX149" fmla="*/ 2543175 w 2543175"/>
              <a:gd name="connsiteY14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47650 w 2543175"/>
              <a:gd name="connsiteY22" fmla="*/ 185737 h 1890712"/>
              <a:gd name="connsiteX23" fmla="*/ 300038 w 2543175"/>
              <a:gd name="connsiteY23" fmla="*/ 219075 h 1890712"/>
              <a:gd name="connsiteX24" fmla="*/ 342900 w 2543175"/>
              <a:gd name="connsiteY24" fmla="*/ 254794 h 1890712"/>
              <a:gd name="connsiteX25" fmla="*/ 385763 w 2543175"/>
              <a:gd name="connsiteY25" fmla="*/ 283369 h 1890712"/>
              <a:gd name="connsiteX26" fmla="*/ 404813 w 2543175"/>
              <a:gd name="connsiteY26" fmla="*/ 295275 h 1890712"/>
              <a:gd name="connsiteX27" fmla="*/ 411957 w 2543175"/>
              <a:gd name="connsiteY27" fmla="*/ 297656 h 1890712"/>
              <a:gd name="connsiteX28" fmla="*/ 466725 w 2543175"/>
              <a:gd name="connsiteY28" fmla="*/ 328612 h 1890712"/>
              <a:gd name="connsiteX29" fmla="*/ 495300 w 2543175"/>
              <a:gd name="connsiteY29" fmla="*/ 359569 h 1890712"/>
              <a:gd name="connsiteX30" fmla="*/ 509588 w 2543175"/>
              <a:gd name="connsiteY30" fmla="*/ 376237 h 1890712"/>
              <a:gd name="connsiteX31" fmla="*/ 514350 w 2543175"/>
              <a:gd name="connsiteY31" fmla="*/ 383381 h 1890712"/>
              <a:gd name="connsiteX32" fmla="*/ 531019 w 2543175"/>
              <a:gd name="connsiteY32" fmla="*/ 397669 h 1890712"/>
              <a:gd name="connsiteX33" fmla="*/ 538163 w 2543175"/>
              <a:gd name="connsiteY33" fmla="*/ 407194 h 1890712"/>
              <a:gd name="connsiteX34" fmla="*/ 554832 w 2543175"/>
              <a:gd name="connsiteY34" fmla="*/ 421481 h 1890712"/>
              <a:gd name="connsiteX35" fmla="*/ 564357 w 2543175"/>
              <a:gd name="connsiteY35" fmla="*/ 431006 h 1890712"/>
              <a:gd name="connsiteX36" fmla="*/ 573882 w 2543175"/>
              <a:gd name="connsiteY36" fmla="*/ 438150 h 1890712"/>
              <a:gd name="connsiteX37" fmla="*/ 595313 w 2543175"/>
              <a:gd name="connsiteY37" fmla="*/ 454819 h 1890712"/>
              <a:gd name="connsiteX38" fmla="*/ 602457 w 2543175"/>
              <a:gd name="connsiteY38" fmla="*/ 457200 h 1890712"/>
              <a:gd name="connsiteX39" fmla="*/ 628650 w 2543175"/>
              <a:gd name="connsiteY39" fmla="*/ 469106 h 1890712"/>
              <a:gd name="connsiteX40" fmla="*/ 645319 w 2543175"/>
              <a:gd name="connsiteY40" fmla="*/ 483394 h 1890712"/>
              <a:gd name="connsiteX41" fmla="*/ 654844 w 2543175"/>
              <a:gd name="connsiteY41" fmla="*/ 488156 h 1890712"/>
              <a:gd name="connsiteX42" fmla="*/ 661988 w 2543175"/>
              <a:gd name="connsiteY42" fmla="*/ 497681 h 1890712"/>
              <a:gd name="connsiteX43" fmla="*/ 683419 w 2543175"/>
              <a:gd name="connsiteY43" fmla="*/ 514350 h 1890712"/>
              <a:gd name="connsiteX44" fmla="*/ 700088 w 2543175"/>
              <a:gd name="connsiteY44" fmla="*/ 526256 h 1890712"/>
              <a:gd name="connsiteX45" fmla="*/ 709613 w 2543175"/>
              <a:gd name="connsiteY45" fmla="*/ 535781 h 1890712"/>
              <a:gd name="connsiteX46" fmla="*/ 719138 w 2543175"/>
              <a:gd name="connsiteY46" fmla="*/ 542925 h 1890712"/>
              <a:gd name="connsiteX47" fmla="*/ 733425 w 2543175"/>
              <a:gd name="connsiteY47" fmla="*/ 557212 h 1890712"/>
              <a:gd name="connsiteX48" fmla="*/ 750094 w 2543175"/>
              <a:gd name="connsiteY48" fmla="*/ 569119 h 1890712"/>
              <a:gd name="connsiteX49" fmla="*/ 769144 w 2543175"/>
              <a:gd name="connsiteY49" fmla="*/ 581025 h 1890712"/>
              <a:gd name="connsiteX50" fmla="*/ 785813 w 2543175"/>
              <a:gd name="connsiteY50" fmla="*/ 590550 h 1890712"/>
              <a:gd name="connsiteX51" fmla="*/ 792957 w 2543175"/>
              <a:gd name="connsiteY51" fmla="*/ 600075 h 1890712"/>
              <a:gd name="connsiteX52" fmla="*/ 809625 w 2543175"/>
              <a:gd name="connsiteY52" fmla="*/ 611981 h 1890712"/>
              <a:gd name="connsiteX53" fmla="*/ 816769 w 2543175"/>
              <a:gd name="connsiteY53" fmla="*/ 619125 h 1890712"/>
              <a:gd name="connsiteX54" fmla="*/ 826294 w 2543175"/>
              <a:gd name="connsiteY54" fmla="*/ 626269 h 1890712"/>
              <a:gd name="connsiteX55" fmla="*/ 840582 w 2543175"/>
              <a:gd name="connsiteY55" fmla="*/ 638175 h 1890712"/>
              <a:gd name="connsiteX56" fmla="*/ 847725 w 2543175"/>
              <a:gd name="connsiteY56" fmla="*/ 645319 h 1890712"/>
              <a:gd name="connsiteX57" fmla="*/ 857250 w 2543175"/>
              <a:gd name="connsiteY57" fmla="*/ 652462 h 1890712"/>
              <a:gd name="connsiteX58" fmla="*/ 888207 w 2543175"/>
              <a:gd name="connsiteY58" fmla="*/ 676275 h 1890712"/>
              <a:gd name="connsiteX59" fmla="*/ 907257 w 2543175"/>
              <a:gd name="connsiteY59" fmla="*/ 683419 h 1890712"/>
              <a:gd name="connsiteX60" fmla="*/ 928688 w 2543175"/>
              <a:gd name="connsiteY60" fmla="*/ 695325 h 1890712"/>
              <a:gd name="connsiteX61" fmla="*/ 942975 w 2543175"/>
              <a:gd name="connsiteY61" fmla="*/ 700087 h 1890712"/>
              <a:gd name="connsiteX62" fmla="*/ 964407 w 2543175"/>
              <a:gd name="connsiteY62" fmla="*/ 716756 h 1890712"/>
              <a:gd name="connsiteX63" fmla="*/ 971550 w 2543175"/>
              <a:gd name="connsiteY63" fmla="*/ 723900 h 1890712"/>
              <a:gd name="connsiteX64" fmla="*/ 983457 w 2543175"/>
              <a:gd name="connsiteY64" fmla="*/ 733425 h 1890712"/>
              <a:gd name="connsiteX65" fmla="*/ 990600 w 2543175"/>
              <a:gd name="connsiteY65" fmla="*/ 738187 h 1890712"/>
              <a:gd name="connsiteX66" fmla="*/ 1007269 w 2543175"/>
              <a:gd name="connsiteY66" fmla="*/ 752475 h 1890712"/>
              <a:gd name="connsiteX67" fmla="*/ 1031082 w 2543175"/>
              <a:gd name="connsiteY67" fmla="*/ 766762 h 1890712"/>
              <a:gd name="connsiteX68" fmla="*/ 1042988 w 2543175"/>
              <a:gd name="connsiteY68" fmla="*/ 773906 h 1890712"/>
              <a:gd name="connsiteX69" fmla="*/ 1071563 w 2543175"/>
              <a:gd name="connsiteY69" fmla="*/ 785812 h 1890712"/>
              <a:gd name="connsiteX70" fmla="*/ 1097757 w 2543175"/>
              <a:gd name="connsiteY70" fmla="*/ 807244 h 1890712"/>
              <a:gd name="connsiteX71" fmla="*/ 1104900 w 2543175"/>
              <a:gd name="connsiteY71" fmla="*/ 814387 h 1890712"/>
              <a:gd name="connsiteX72" fmla="*/ 1121569 w 2543175"/>
              <a:gd name="connsiteY72" fmla="*/ 823912 h 1890712"/>
              <a:gd name="connsiteX73" fmla="*/ 1138238 w 2543175"/>
              <a:gd name="connsiteY73" fmla="*/ 835819 h 1890712"/>
              <a:gd name="connsiteX74" fmla="*/ 1147763 w 2543175"/>
              <a:gd name="connsiteY74" fmla="*/ 842962 h 1890712"/>
              <a:gd name="connsiteX75" fmla="*/ 1157288 w 2543175"/>
              <a:gd name="connsiteY75" fmla="*/ 847725 h 1890712"/>
              <a:gd name="connsiteX76" fmla="*/ 1178719 w 2543175"/>
              <a:gd name="connsiteY76" fmla="*/ 859631 h 1890712"/>
              <a:gd name="connsiteX77" fmla="*/ 1188244 w 2543175"/>
              <a:gd name="connsiteY77" fmla="*/ 866775 h 1890712"/>
              <a:gd name="connsiteX78" fmla="*/ 1195388 w 2543175"/>
              <a:gd name="connsiteY78" fmla="*/ 871537 h 1890712"/>
              <a:gd name="connsiteX79" fmla="*/ 1212057 w 2543175"/>
              <a:gd name="connsiteY79" fmla="*/ 883444 h 1890712"/>
              <a:gd name="connsiteX80" fmla="*/ 1226344 w 2543175"/>
              <a:gd name="connsiteY80" fmla="*/ 895350 h 1890712"/>
              <a:gd name="connsiteX81" fmla="*/ 1245394 w 2543175"/>
              <a:gd name="connsiteY81" fmla="*/ 907256 h 1890712"/>
              <a:gd name="connsiteX82" fmla="*/ 1254919 w 2543175"/>
              <a:gd name="connsiteY82" fmla="*/ 914400 h 1890712"/>
              <a:gd name="connsiteX83" fmla="*/ 1269207 w 2543175"/>
              <a:gd name="connsiteY83" fmla="*/ 921544 h 1890712"/>
              <a:gd name="connsiteX84" fmla="*/ 1290638 w 2543175"/>
              <a:gd name="connsiteY84" fmla="*/ 935831 h 1890712"/>
              <a:gd name="connsiteX85" fmla="*/ 1307307 w 2543175"/>
              <a:gd name="connsiteY85" fmla="*/ 952500 h 1890712"/>
              <a:gd name="connsiteX86" fmla="*/ 1333500 w 2543175"/>
              <a:gd name="connsiteY86" fmla="*/ 971550 h 1890712"/>
              <a:gd name="connsiteX87" fmla="*/ 1359694 w 2543175"/>
              <a:gd name="connsiteY87" fmla="*/ 990600 h 1890712"/>
              <a:gd name="connsiteX88" fmla="*/ 1385888 w 2543175"/>
              <a:gd name="connsiteY88" fmla="*/ 1021557 h 1890712"/>
              <a:gd name="connsiteX89" fmla="*/ 1435894 w 2543175"/>
              <a:gd name="connsiteY89" fmla="*/ 1054894 h 1890712"/>
              <a:gd name="connsiteX90" fmla="*/ 1497806 w 2543175"/>
              <a:gd name="connsiteY90" fmla="*/ 1104900 h 1890712"/>
              <a:gd name="connsiteX91" fmla="*/ 1559718 w 2543175"/>
              <a:gd name="connsiteY91" fmla="*/ 1154906 h 1890712"/>
              <a:gd name="connsiteX92" fmla="*/ 1595438 w 2543175"/>
              <a:gd name="connsiteY92" fmla="*/ 1181100 h 1890712"/>
              <a:gd name="connsiteX93" fmla="*/ 1628775 w 2543175"/>
              <a:gd name="connsiteY93" fmla="*/ 1207294 h 1890712"/>
              <a:gd name="connsiteX94" fmla="*/ 1662113 w 2543175"/>
              <a:gd name="connsiteY94" fmla="*/ 1231107 h 1890712"/>
              <a:gd name="connsiteX95" fmla="*/ 1700213 w 2543175"/>
              <a:gd name="connsiteY95" fmla="*/ 1247775 h 1890712"/>
              <a:gd name="connsiteX96" fmla="*/ 1712119 w 2543175"/>
              <a:gd name="connsiteY96" fmla="*/ 1259681 h 1890712"/>
              <a:gd name="connsiteX97" fmla="*/ 1733550 w 2543175"/>
              <a:gd name="connsiteY97" fmla="*/ 1273969 h 1890712"/>
              <a:gd name="connsiteX98" fmla="*/ 1743075 w 2543175"/>
              <a:gd name="connsiteY98" fmla="*/ 1283494 h 1890712"/>
              <a:gd name="connsiteX99" fmla="*/ 1754982 w 2543175"/>
              <a:gd name="connsiteY99" fmla="*/ 1290637 h 1890712"/>
              <a:gd name="connsiteX100" fmla="*/ 1766888 w 2543175"/>
              <a:gd name="connsiteY100" fmla="*/ 1300162 h 1890712"/>
              <a:gd name="connsiteX101" fmla="*/ 1783557 w 2543175"/>
              <a:gd name="connsiteY101" fmla="*/ 1307306 h 1890712"/>
              <a:gd name="connsiteX102" fmla="*/ 1790700 w 2543175"/>
              <a:gd name="connsiteY102" fmla="*/ 1312069 h 1890712"/>
              <a:gd name="connsiteX103" fmla="*/ 1800225 w 2543175"/>
              <a:gd name="connsiteY103" fmla="*/ 1319212 h 1890712"/>
              <a:gd name="connsiteX104" fmla="*/ 1807369 w 2543175"/>
              <a:gd name="connsiteY104" fmla="*/ 1321594 h 1890712"/>
              <a:gd name="connsiteX105" fmla="*/ 1824038 w 2543175"/>
              <a:gd name="connsiteY105" fmla="*/ 1333500 h 1890712"/>
              <a:gd name="connsiteX106" fmla="*/ 1843088 w 2543175"/>
              <a:gd name="connsiteY106" fmla="*/ 1352550 h 1890712"/>
              <a:gd name="connsiteX107" fmla="*/ 1852613 w 2543175"/>
              <a:gd name="connsiteY107" fmla="*/ 1359694 h 1890712"/>
              <a:gd name="connsiteX108" fmla="*/ 1859757 w 2543175"/>
              <a:gd name="connsiteY108" fmla="*/ 1366837 h 1890712"/>
              <a:gd name="connsiteX109" fmla="*/ 1869282 w 2543175"/>
              <a:gd name="connsiteY109" fmla="*/ 1371600 h 1890712"/>
              <a:gd name="connsiteX110" fmla="*/ 1883569 w 2543175"/>
              <a:gd name="connsiteY110" fmla="*/ 1388269 h 1890712"/>
              <a:gd name="connsiteX111" fmla="*/ 1893094 w 2543175"/>
              <a:gd name="connsiteY111" fmla="*/ 1395412 h 1890712"/>
              <a:gd name="connsiteX112" fmla="*/ 1902619 w 2543175"/>
              <a:gd name="connsiteY112" fmla="*/ 1404937 h 1890712"/>
              <a:gd name="connsiteX113" fmla="*/ 1912144 w 2543175"/>
              <a:gd name="connsiteY113" fmla="*/ 1409700 h 1890712"/>
              <a:gd name="connsiteX114" fmla="*/ 1931194 w 2543175"/>
              <a:gd name="connsiteY114" fmla="*/ 1421606 h 1890712"/>
              <a:gd name="connsiteX115" fmla="*/ 1935957 w 2543175"/>
              <a:gd name="connsiteY115" fmla="*/ 1428750 h 1890712"/>
              <a:gd name="connsiteX116" fmla="*/ 1952625 w 2543175"/>
              <a:gd name="connsiteY116" fmla="*/ 1438275 h 1890712"/>
              <a:gd name="connsiteX117" fmla="*/ 1971675 w 2543175"/>
              <a:gd name="connsiteY117" fmla="*/ 1450181 h 1890712"/>
              <a:gd name="connsiteX118" fmla="*/ 1981200 w 2543175"/>
              <a:gd name="connsiteY118" fmla="*/ 1454944 h 1890712"/>
              <a:gd name="connsiteX119" fmla="*/ 1997869 w 2543175"/>
              <a:gd name="connsiteY119" fmla="*/ 1471612 h 1890712"/>
              <a:gd name="connsiteX120" fmla="*/ 2007394 w 2543175"/>
              <a:gd name="connsiteY120" fmla="*/ 1478756 h 1890712"/>
              <a:gd name="connsiteX121" fmla="*/ 2016919 w 2543175"/>
              <a:gd name="connsiteY121" fmla="*/ 1483519 h 1890712"/>
              <a:gd name="connsiteX122" fmla="*/ 2024063 w 2543175"/>
              <a:gd name="connsiteY122" fmla="*/ 1490662 h 1890712"/>
              <a:gd name="connsiteX123" fmla="*/ 2033588 w 2543175"/>
              <a:gd name="connsiteY123" fmla="*/ 1495425 h 1890712"/>
              <a:gd name="connsiteX124" fmla="*/ 2040732 w 2543175"/>
              <a:gd name="connsiteY124" fmla="*/ 1502569 h 1890712"/>
              <a:gd name="connsiteX125" fmla="*/ 2047875 w 2543175"/>
              <a:gd name="connsiteY125" fmla="*/ 1507331 h 1890712"/>
              <a:gd name="connsiteX126" fmla="*/ 2057400 w 2543175"/>
              <a:gd name="connsiteY126" fmla="*/ 1514475 h 1890712"/>
              <a:gd name="connsiteX127" fmla="*/ 2064544 w 2543175"/>
              <a:gd name="connsiteY127" fmla="*/ 1519237 h 1890712"/>
              <a:gd name="connsiteX128" fmla="*/ 2071688 w 2543175"/>
              <a:gd name="connsiteY128" fmla="*/ 1526381 h 1890712"/>
              <a:gd name="connsiteX129" fmla="*/ 2081213 w 2543175"/>
              <a:gd name="connsiteY129" fmla="*/ 1531144 h 1890712"/>
              <a:gd name="connsiteX130" fmla="*/ 2090738 w 2543175"/>
              <a:gd name="connsiteY130" fmla="*/ 1538287 h 1890712"/>
              <a:gd name="connsiteX131" fmla="*/ 2109788 w 2543175"/>
              <a:gd name="connsiteY131" fmla="*/ 1547812 h 1890712"/>
              <a:gd name="connsiteX132" fmla="*/ 2131219 w 2543175"/>
              <a:gd name="connsiteY132" fmla="*/ 1562100 h 1890712"/>
              <a:gd name="connsiteX133" fmla="*/ 2140744 w 2543175"/>
              <a:gd name="connsiteY133" fmla="*/ 1566862 h 1890712"/>
              <a:gd name="connsiteX134" fmla="*/ 2152650 w 2543175"/>
              <a:gd name="connsiteY134" fmla="*/ 1576387 h 1890712"/>
              <a:gd name="connsiteX135" fmla="*/ 2181225 w 2543175"/>
              <a:gd name="connsiteY135" fmla="*/ 1590675 h 1890712"/>
              <a:gd name="connsiteX136" fmla="*/ 2200275 w 2543175"/>
              <a:gd name="connsiteY136" fmla="*/ 1607344 h 1890712"/>
              <a:gd name="connsiteX137" fmla="*/ 2207419 w 2543175"/>
              <a:gd name="connsiteY137" fmla="*/ 1612106 h 1890712"/>
              <a:gd name="connsiteX138" fmla="*/ 2216944 w 2543175"/>
              <a:gd name="connsiteY138" fmla="*/ 1619250 h 1890712"/>
              <a:gd name="connsiteX139" fmla="*/ 2247900 w 2543175"/>
              <a:gd name="connsiteY139" fmla="*/ 1643062 h 1890712"/>
              <a:gd name="connsiteX140" fmla="*/ 2281238 w 2543175"/>
              <a:gd name="connsiteY140" fmla="*/ 1674019 h 1890712"/>
              <a:gd name="connsiteX141" fmla="*/ 2312194 w 2543175"/>
              <a:gd name="connsiteY141" fmla="*/ 1702594 h 1890712"/>
              <a:gd name="connsiteX142" fmla="*/ 2369344 w 2543175"/>
              <a:gd name="connsiteY142" fmla="*/ 1757363 h 1890712"/>
              <a:gd name="connsiteX143" fmla="*/ 2428876 w 2543175"/>
              <a:gd name="connsiteY143" fmla="*/ 1785938 h 1890712"/>
              <a:gd name="connsiteX144" fmla="*/ 2469356 w 2543175"/>
              <a:gd name="connsiteY144" fmla="*/ 1816894 h 1890712"/>
              <a:gd name="connsiteX145" fmla="*/ 2514600 w 2543175"/>
              <a:gd name="connsiteY145" fmla="*/ 1850231 h 1890712"/>
              <a:gd name="connsiteX146" fmla="*/ 2519363 w 2543175"/>
              <a:gd name="connsiteY146" fmla="*/ 1857375 h 1890712"/>
              <a:gd name="connsiteX147" fmla="*/ 2540794 w 2543175"/>
              <a:gd name="connsiteY147" fmla="*/ 1883569 h 1890712"/>
              <a:gd name="connsiteX148" fmla="*/ 2543175 w 2543175"/>
              <a:gd name="connsiteY148"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47650 w 2543175"/>
              <a:gd name="connsiteY22" fmla="*/ 185737 h 1890712"/>
              <a:gd name="connsiteX23" fmla="*/ 300038 w 2543175"/>
              <a:gd name="connsiteY23" fmla="*/ 219075 h 1890712"/>
              <a:gd name="connsiteX24" fmla="*/ 342900 w 2543175"/>
              <a:gd name="connsiteY24" fmla="*/ 254794 h 1890712"/>
              <a:gd name="connsiteX25" fmla="*/ 385763 w 2543175"/>
              <a:gd name="connsiteY25" fmla="*/ 283369 h 1890712"/>
              <a:gd name="connsiteX26" fmla="*/ 404813 w 2543175"/>
              <a:gd name="connsiteY26" fmla="*/ 295275 h 1890712"/>
              <a:gd name="connsiteX27" fmla="*/ 411957 w 2543175"/>
              <a:gd name="connsiteY27" fmla="*/ 297656 h 1890712"/>
              <a:gd name="connsiteX28" fmla="*/ 458211 w 2543175"/>
              <a:gd name="connsiteY28" fmla="*/ 332420 h 1890712"/>
              <a:gd name="connsiteX29" fmla="*/ 495300 w 2543175"/>
              <a:gd name="connsiteY29" fmla="*/ 359569 h 1890712"/>
              <a:gd name="connsiteX30" fmla="*/ 509588 w 2543175"/>
              <a:gd name="connsiteY30" fmla="*/ 376237 h 1890712"/>
              <a:gd name="connsiteX31" fmla="*/ 514350 w 2543175"/>
              <a:gd name="connsiteY31" fmla="*/ 383381 h 1890712"/>
              <a:gd name="connsiteX32" fmla="*/ 531019 w 2543175"/>
              <a:gd name="connsiteY32" fmla="*/ 397669 h 1890712"/>
              <a:gd name="connsiteX33" fmla="*/ 538163 w 2543175"/>
              <a:gd name="connsiteY33" fmla="*/ 407194 h 1890712"/>
              <a:gd name="connsiteX34" fmla="*/ 554832 w 2543175"/>
              <a:gd name="connsiteY34" fmla="*/ 421481 h 1890712"/>
              <a:gd name="connsiteX35" fmla="*/ 564357 w 2543175"/>
              <a:gd name="connsiteY35" fmla="*/ 431006 h 1890712"/>
              <a:gd name="connsiteX36" fmla="*/ 573882 w 2543175"/>
              <a:gd name="connsiteY36" fmla="*/ 438150 h 1890712"/>
              <a:gd name="connsiteX37" fmla="*/ 595313 w 2543175"/>
              <a:gd name="connsiteY37" fmla="*/ 454819 h 1890712"/>
              <a:gd name="connsiteX38" fmla="*/ 602457 w 2543175"/>
              <a:gd name="connsiteY38" fmla="*/ 457200 h 1890712"/>
              <a:gd name="connsiteX39" fmla="*/ 628650 w 2543175"/>
              <a:gd name="connsiteY39" fmla="*/ 469106 h 1890712"/>
              <a:gd name="connsiteX40" fmla="*/ 645319 w 2543175"/>
              <a:gd name="connsiteY40" fmla="*/ 483394 h 1890712"/>
              <a:gd name="connsiteX41" fmla="*/ 654844 w 2543175"/>
              <a:gd name="connsiteY41" fmla="*/ 488156 h 1890712"/>
              <a:gd name="connsiteX42" fmla="*/ 661988 w 2543175"/>
              <a:gd name="connsiteY42" fmla="*/ 497681 h 1890712"/>
              <a:gd name="connsiteX43" fmla="*/ 683419 w 2543175"/>
              <a:gd name="connsiteY43" fmla="*/ 514350 h 1890712"/>
              <a:gd name="connsiteX44" fmla="*/ 700088 w 2543175"/>
              <a:gd name="connsiteY44" fmla="*/ 526256 h 1890712"/>
              <a:gd name="connsiteX45" fmla="*/ 709613 w 2543175"/>
              <a:gd name="connsiteY45" fmla="*/ 535781 h 1890712"/>
              <a:gd name="connsiteX46" fmla="*/ 719138 w 2543175"/>
              <a:gd name="connsiteY46" fmla="*/ 542925 h 1890712"/>
              <a:gd name="connsiteX47" fmla="*/ 733425 w 2543175"/>
              <a:gd name="connsiteY47" fmla="*/ 557212 h 1890712"/>
              <a:gd name="connsiteX48" fmla="*/ 750094 w 2543175"/>
              <a:gd name="connsiteY48" fmla="*/ 569119 h 1890712"/>
              <a:gd name="connsiteX49" fmla="*/ 769144 w 2543175"/>
              <a:gd name="connsiteY49" fmla="*/ 581025 h 1890712"/>
              <a:gd name="connsiteX50" fmla="*/ 785813 w 2543175"/>
              <a:gd name="connsiteY50" fmla="*/ 590550 h 1890712"/>
              <a:gd name="connsiteX51" fmla="*/ 792957 w 2543175"/>
              <a:gd name="connsiteY51" fmla="*/ 600075 h 1890712"/>
              <a:gd name="connsiteX52" fmla="*/ 809625 w 2543175"/>
              <a:gd name="connsiteY52" fmla="*/ 611981 h 1890712"/>
              <a:gd name="connsiteX53" fmla="*/ 816769 w 2543175"/>
              <a:gd name="connsiteY53" fmla="*/ 619125 h 1890712"/>
              <a:gd name="connsiteX54" fmla="*/ 826294 w 2543175"/>
              <a:gd name="connsiteY54" fmla="*/ 626269 h 1890712"/>
              <a:gd name="connsiteX55" fmla="*/ 840582 w 2543175"/>
              <a:gd name="connsiteY55" fmla="*/ 638175 h 1890712"/>
              <a:gd name="connsiteX56" fmla="*/ 847725 w 2543175"/>
              <a:gd name="connsiteY56" fmla="*/ 645319 h 1890712"/>
              <a:gd name="connsiteX57" fmla="*/ 857250 w 2543175"/>
              <a:gd name="connsiteY57" fmla="*/ 652462 h 1890712"/>
              <a:gd name="connsiteX58" fmla="*/ 888207 w 2543175"/>
              <a:gd name="connsiteY58" fmla="*/ 676275 h 1890712"/>
              <a:gd name="connsiteX59" fmla="*/ 907257 w 2543175"/>
              <a:gd name="connsiteY59" fmla="*/ 683419 h 1890712"/>
              <a:gd name="connsiteX60" fmla="*/ 928688 w 2543175"/>
              <a:gd name="connsiteY60" fmla="*/ 695325 h 1890712"/>
              <a:gd name="connsiteX61" fmla="*/ 942975 w 2543175"/>
              <a:gd name="connsiteY61" fmla="*/ 700087 h 1890712"/>
              <a:gd name="connsiteX62" fmla="*/ 964407 w 2543175"/>
              <a:gd name="connsiteY62" fmla="*/ 716756 h 1890712"/>
              <a:gd name="connsiteX63" fmla="*/ 971550 w 2543175"/>
              <a:gd name="connsiteY63" fmla="*/ 723900 h 1890712"/>
              <a:gd name="connsiteX64" fmla="*/ 983457 w 2543175"/>
              <a:gd name="connsiteY64" fmla="*/ 733425 h 1890712"/>
              <a:gd name="connsiteX65" fmla="*/ 990600 w 2543175"/>
              <a:gd name="connsiteY65" fmla="*/ 738187 h 1890712"/>
              <a:gd name="connsiteX66" fmla="*/ 1007269 w 2543175"/>
              <a:gd name="connsiteY66" fmla="*/ 752475 h 1890712"/>
              <a:gd name="connsiteX67" fmla="*/ 1031082 w 2543175"/>
              <a:gd name="connsiteY67" fmla="*/ 766762 h 1890712"/>
              <a:gd name="connsiteX68" fmla="*/ 1042988 w 2543175"/>
              <a:gd name="connsiteY68" fmla="*/ 773906 h 1890712"/>
              <a:gd name="connsiteX69" fmla="*/ 1071563 w 2543175"/>
              <a:gd name="connsiteY69" fmla="*/ 785812 h 1890712"/>
              <a:gd name="connsiteX70" fmla="*/ 1097757 w 2543175"/>
              <a:gd name="connsiteY70" fmla="*/ 807244 h 1890712"/>
              <a:gd name="connsiteX71" fmla="*/ 1104900 w 2543175"/>
              <a:gd name="connsiteY71" fmla="*/ 814387 h 1890712"/>
              <a:gd name="connsiteX72" fmla="*/ 1121569 w 2543175"/>
              <a:gd name="connsiteY72" fmla="*/ 823912 h 1890712"/>
              <a:gd name="connsiteX73" fmla="*/ 1138238 w 2543175"/>
              <a:gd name="connsiteY73" fmla="*/ 835819 h 1890712"/>
              <a:gd name="connsiteX74" fmla="*/ 1147763 w 2543175"/>
              <a:gd name="connsiteY74" fmla="*/ 842962 h 1890712"/>
              <a:gd name="connsiteX75" fmla="*/ 1157288 w 2543175"/>
              <a:gd name="connsiteY75" fmla="*/ 847725 h 1890712"/>
              <a:gd name="connsiteX76" fmla="*/ 1178719 w 2543175"/>
              <a:gd name="connsiteY76" fmla="*/ 859631 h 1890712"/>
              <a:gd name="connsiteX77" fmla="*/ 1188244 w 2543175"/>
              <a:gd name="connsiteY77" fmla="*/ 866775 h 1890712"/>
              <a:gd name="connsiteX78" fmla="*/ 1195388 w 2543175"/>
              <a:gd name="connsiteY78" fmla="*/ 871537 h 1890712"/>
              <a:gd name="connsiteX79" fmla="*/ 1212057 w 2543175"/>
              <a:gd name="connsiteY79" fmla="*/ 883444 h 1890712"/>
              <a:gd name="connsiteX80" fmla="*/ 1226344 w 2543175"/>
              <a:gd name="connsiteY80" fmla="*/ 895350 h 1890712"/>
              <a:gd name="connsiteX81" fmla="*/ 1245394 w 2543175"/>
              <a:gd name="connsiteY81" fmla="*/ 907256 h 1890712"/>
              <a:gd name="connsiteX82" fmla="*/ 1254919 w 2543175"/>
              <a:gd name="connsiteY82" fmla="*/ 914400 h 1890712"/>
              <a:gd name="connsiteX83" fmla="*/ 1269207 w 2543175"/>
              <a:gd name="connsiteY83" fmla="*/ 921544 h 1890712"/>
              <a:gd name="connsiteX84" fmla="*/ 1290638 w 2543175"/>
              <a:gd name="connsiteY84" fmla="*/ 935831 h 1890712"/>
              <a:gd name="connsiteX85" fmla="*/ 1307307 w 2543175"/>
              <a:gd name="connsiteY85" fmla="*/ 952500 h 1890712"/>
              <a:gd name="connsiteX86" fmla="*/ 1333500 w 2543175"/>
              <a:gd name="connsiteY86" fmla="*/ 971550 h 1890712"/>
              <a:gd name="connsiteX87" fmla="*/ 1359694 w 2543175"/>
              <a:gd name="connsiteY87" fmla="*/ 990600 h 1890712"/>
              <a:gd name="connsiteX88" fmla="*/ 1385888 w 2543175"/>
              <a:gd name="connsiteY88" fmla="*/ 1021557 h 1890712"/>
              <a:gd name="connsiteX89" fmla="*/ 1435894 w 2543175"/>
              <a:gd name="connsiteY89" fmla="*/ 1054894 h 1890712"/>
              <a:gd name="connsiteX90" fmla="*/ 1497806 w 2543175"/>
              <a:gd name="connsiteY90" fmla="*/ 1104900 h 1890712"/>
              <a:gd name="connsiteX91" fmla="*/ 1559718 w 2543175"/>
              <a:gd name="connsiteY91" fmla="*/ 1154906 h 1890712"/>
              <a:gd name="connsiteX92" fmla="*/ 1595438 w 2543175"/>
              <a:gd name="connsiteY92" fmla="*/ 1181100 h 1890712"/>
              <a:gd name="connsiteX93" fmla="*/ 1628775 w 2543175"/>
              <a:gd name="connsiteY93" fmla="*/ 1207294 h 1890712"/>
              <a:gd name="connsiteX94" fmla="*/ 1662113 w 2543175"/>
              <a:gd name="connsiteY94" fmla="*/ 1231107 h 1890712"/>
              <a:gd name="connsiteX95" fmla="*/ 1700213 w 2543175"/>
              <a:gd name="connsiteY95" fmla="*/ 1247775 h 1890712"/>
              <a:gd name="connsiteX96" fmla="*/ 1712119 w 2543175"/>
              <a:gd name="connsiteY96" fmla="*/ 1259681 h 1890712"/>
              <a:gd name="connsiteX97" fmla="*/ 1733550 w 2543175"/>
              <a:gd name="connsiteY97" fmla="*/ 1273969 h 1890712"/>
              <a:gd name="connsiteX98" fmla="*/ 1743075 w 2543175"/>
              <a:gd name="connsiteY98" fmla="*/ 1283494 h 1890712"/>
              <a:gd name="connsiteX99" fmla="*/ 1754982 w 2543175"/>
              <a:gd name="connsiteY99" fmla="*/ 1290637 h 1890712"/>
              <a:gd name="connsiteX100" fmla="*/ 1766888 w 2543175"/>
              <a:gd name="connsiteY100" fmla="*/ 1300162 h 1890712"/>
              <a:gd name="connsiteX101" fmla="*/ 1783557 w 2543175"/>
              <a:gd name="connsiteY101" fmla="*/ 1307306 h 1890712"/>
              <a:gd name="connsiteX102" fmla="*/ 1790700 w 2543175"/>
              <a:gd name="connsiteY102" fmla="*/ 1312069 h 1890712"/>
              <a:gd name="connsiteX103" fmla="*/ 1800225 w 2543175"/>
              <a:gd name="connsiteY103" fmla="*/ 1319212 h 1890712"/>
              <a:gd name="connsiteX104" fmla="*/ 1807369 w 2543175"/>
              <a:gd name="connsiteY104" fmla="*/ 1321594 h 1890712"/>
              <a:gd name="connsiteX105" fmla="*/ 1824038 w 2543175"/>
              <a:gd name="connsiteY105" fmla="*/ 1333500 h 1890712"/>
              <a:gd name="connsiteX106" fmla="*/ 1843088 w 2543175"/>
              <a:gd name="connsiteY106" fmla="*/ 1352550 h 1890712"/>
              <a:gd name="connsiteX107" fmla="*/ 1852613 w 2543175"/>
              <a:gd name="connsiteY107" fmla="*/ 1359694 h 1890712"/>
              <a:gd name="connsiteX108" fmla="*/ 1859757 w 2543175"/>
              <a:gd name="connsiteY108" fmla="*/ 1366837 h 1890712"/>
              <a:gd name="connsiteX109" fmla="*/ 1869282 w 2543175"/>
              <a:gd name="connsiteY109" fmla="*/ 1371600 h 1890712"/>
              <a:gd name="connsiteX110" fmla="*/ 1883569 w 2543175"/>
              <a:gd name="connsiteY110" fmla="*/ 1388269 h 1890712"/>
              <a:gd name="connsiteX111" fmla="*/ 1893094 w 2543175"/>
              <a:gd name="connsiteY111" fmla="*/ 1395412 h 1890712"/>
              <a:gd name="connsiteX112" fmla="*/ 1902619 w 2543175"/>
              <a:gd name="connsiteY112" fmla="*/ 1404937 h 1890712"/>
              <a:gd name="connsiteX113" fmla="*/ 1912144 w 2543175"/>
              <a:gd name="connsiteY113" fmla="*/ 1409700 h 1890712"/>
              <a:gd name="connsiteX114" fmla="*/ 1931194 w 2543175"/>
              <a:gd name="connsiteY114" fmla="*/ 1421606 h 1890712"/>
              <a:gd name="connsiteX115" fmla="*/ 1935957 w 2543175"/>
              <a:gd name="connsiteY115" fmla="*/ 1428750 h 1890712"/>
              <a:gd name="connsiteX116" fmla="*/ 1952625 w 2543175"/>
              <a:gd name="connsiteY116" fmla="*/ 1438275 h 1890712"/>
              <a:gd name="connsiteX117" fmla="*/ 1971675 w 2543175"/>
              <a:gd name="connsiteY117" fmla="*/ 1450181 h 1890712"/>
              <a:gd name="connsiteX118" fmla="*/ 1981200 w 2543175"/>
              <a:gd name="connsiteY118" fmla="*/ 1454944 h 1890712"/>
              <a:gd name="connsiteX119" fmla="*/ 1997869 w 2543175"/>
              <a:gd name="connsiteY119" fmla="*/ 1471612 h 1890712"/>
              <a:gd name="connsiteX120" fmla="*/ 2007394 w 2543175"/>
              <a:gd name="connsiteY120" fmla="*/ 1478756 h 1890712"/>
              <a:gd name="connsiteX121" fmla="*/ 2016919 w 2543175"/>
              <a:gd name="connsiteY121" fmla="*/ 1483519 h 1890712"/>
              <a:gd name="connsiteX122" fmla="*/ 2024063 w 2543175"/>
              <a:gd name="connsiteY122" fmla="*/ 1490662 h 1890712"/>
              <a:gd name="connsiteX123" fmla="*/ 2033588 w 2543175"/>
              <a:gd name="connsiteY123" fmla="*/ 1495425 h 1890712"/>
              <a:gd name="connsiteX124" fmla="*/ 2040732 w 2543175"/>
              <a:gd name="connsiteY124" fmla="*/ 1502569 h 1890712"/>
              <a:gd name="connsiteX125" fmla="*/ 2047875 w 2543175"/>
              <a:gd name="connsiteY125" fmla="*/ 1507331 h 1890712"/>
              <a:gd name="connsiteX126" fmla="*/ 2057400 w 2543175"/>
              <a:gd name="connsiteY126" fmla="*/ 1514475 h 1890712"/>
              <a:gd name="connsiteX127" fmla="*/ 2064544 w 2543175"/>
              <a:gd name="connsiteY127" fmla="*/ 1519237 h 1890712"/>
              <a:gd name="connsiteX128" fmla="*/ 2071688 w 2543175"/>
              <a:gd name="connsiteY128" fmla="*/ 1526381 h 1890712"/>
              <a:gd name="connsiteX129" fmla="*/ 2081213 w 2543175"/>
              <a:gd name="connsiteY129" fmla="*/ 1531144 h 1890712"/>
              <a:gd name="connsiteX130" fmla="*/ 2090738 w 2543175"/>
              <a:gd name="connsiteY130" fmla="*/ 1538287 h 1890712"/>
              <a:gd name="connsiteX131" fmla="*/ 2109788 w 2543175"/>
              <a:gd name="connsiteY131" fmla="*/ 1547812 h 1890712"/>
              <a:gd name="connsiteX132" fmla="*/ 2131219 w 2543175"/>
              <a:gd name="connsiteY132" fmla="*/ 1562100 h 1890712"/>
              <a:gd name="connsiteX133" fmla="*/ 2140744 w 2543175"/>
              <a:gd name="connsiteY133" fmla="*/ 1566862 h 1890712"/>
              <a:gd name="connsiteX134" fmla="*/ 2152650 w 2543175"/>
              <a:gd name="connsiteY134" fmla="*/ 1576387 h 1890712"/>
              <a:gd name="connsiteX135" fmla="*/ 2181225 w 2543175"/>
              <a:gd name="connsiteY135" fmla="*/ 1590675 h 1890712"/>
              <a:gd name="connsiteX136" fmla="*/ 2200275 w 2543175"/>
              <a:gd name="connsiteY136" fmla="*/ 1607344 h 1890712"/>
              <a:gd name="connsiteX137" fmla="*/ 2207419 w 2543175"/>
              <a:gd name="connsiteY137" fmla="*/ 1612106 h 1890712"/>
              <a:gd name="connsiteX138" fmla="*/ 2216944 w 2543175"/>
              <a:gd name="connsiteY138" fmla="*/ 1619250 h 1890712"/>
              <a:gd name="connsiteX139" fmla="*/ 2247900 w 2543175"/>
              <a:gd name="connsiteY139" fmla="*/ 1643062 h 1890712"/>
              <a:gd name="connsiteX140" fmla="*/ 2281238 w 2543175"/>
              <a:gd name="connsiteY140" fmla="*/ 1674019 h 1890712"/>
              <a:gd name="connsiteX141" fmla="*/ 2312194 w 2543175"/>
              <a:gd name="connsiteY141" fmla="*/ 1702594 h 1890712"/>
              <a:gd name="connsiteX142" fmla="*/ 2369344 w 2543175"/>
              <a:gd name="connsiteY142" fmla="*/ 1757363 h 1890712"/>
              <a:gd name="connsiteX143" fmla="*/ 2428876 w 2543175"/>
              <a:gd name="connsiteY143" fmla="*/ 1785938 h 1890712"/>
              <a:gd name="connsiteX144" fmla="*/ 2469356 w 2543175"/>
              <a:gd name="connsiteY144" fmla="*/ 1816894 h 1890712"/>
              <a:gd name="connsiteX145" fmla="*/ 2514600 w 2543175"/>
              <a:gd name="connsiteY145" fmla="*/ 1850231 h 1890712"/>
              <a:gd name="connsiteX146" fmla="*/ 2519363 w 2543175"/>
              <a:gd name="connsiteY146" fmla="*/ 1857375 h 1890712"/>
              <a:gd name="connsiteX147" fmla="*/ 2540794 w 2543175"/>
              <a:gd name="connsiteY147" fmla="*/ 1883569 h 1890712"/>
              <a:gd name="connsiteX148" fmla="*/ 2543175 w 2543175"/>
              <a:gd name="connsiteY148" fmla="*/ 1890712 h 1890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Lst>
            <a:rect l="l" t="t" r="r" b="b"/>
            <a:pathLst>
              <a:path w="2543175" h="1890712">
                <a:moveTo>
                  <a:pt x="0" y="0"/>
                </a:moveTo>
                <a:cubicBezTo>
                  <a:pt x="3969" y="3969"/>
                  <a:pt x="7477" y="8460"/>
                  <a:pt x="11907" y="11906"/>
                </a:cubicBezTo>
                <a:cubicBezTo>
                  <a:pt x="14709" y="14085"/>
                  <a:pt x="18922" y="14159"/>
                  <a:pt x="21432" y="16669"/>
                </a:cubicBezTo>
                <a:cubicBezTo>
                  <a:pt x="23207" y="18444"/>
                  <a:pt x="22354" y="21770"/>
                  <a:pt x="23813" y="23812"/>
                </a:cubicBezTo>
                <a:cubicBezTo>
                  <a:pt x="26423" y="27466"/>
                  <a:pt x="30381" y="29958"/>
                  <a:pt x="33338" y="33337"/>
                </a:cubicBezTo>
                <a:cubicBezTo>
                  <a:pt x="35951" y="36324"/>
                  <a:pt x="37676" y="40056"/>
                  <a:pt x="40482" y="42862"/>
                </a:cubicBezTo>
                <a:cubicBezTo>
                  <a:pt x="42506" y="44886"/>
                  <a:pt x="45296" y="45961"/>
                  <a:pt x="47625" y="47625"/>
                </a:cubicBezTo>
                <a:cubicBezTo>
                  <a:pt x="50854" y="49932"/>
                  <a:pt x="53920" y="52462"/>
                  <a:pt x="57150" y="54769"/>
                </a:cubicBezTo>
                <a:cubicBezTo>
                  <a:pt x="59479" y="56432"/>
                  <a:pt x="62004" y="57814"/>
                  <a:pt x="64294" y="59531"/>
                </a:cubicBezTo>
                <a:cubicBezTo>
                  <a:pt x="70526" y="64205"/>
                  <a:pt x="76425" y="69975"/>
                  <a:pt x="83344" y="73819"/>
                </a:cubicBezTo>
                <a:cubicBezTo>
                  <a:pt x="87999" y="76405"/>
                  <a:pt x="92977" y="78376"/>
                  <a:pt x="97632" y="80962"/>
                </a:cubicBezTo>
                <a:cubicBezTo>
                  <a:pt x="100134" y="82352"/>
                  <a:pt x="102602" y="83862"/>
                  <a:pt x="104775" y="85725"/>
                </a:cubicBezTo>
                <a:cubicBezTo>
                  <a:pt x="108184" y="88647"/>
                  <a:pt x="110492" y="92870"/>
                  <a:pt x="114300" y="95250"/>
                </a:cubicBezTo>
                <a:cubicBezTo>
                  <a:pt x="117075" y="96984"/>
                  <a:pt x="120650" y="96837"/>
                  <a:pt x="123825" y="97631"/>
                </a:cubicBezTo>
                <a:cubicBezTo>
                  <a:pt x="126206" y="100012"/>
                  <a:pt x="128412" y="102583"/>
                  <a:pt x="130969" y="104775"/>
                </a:cubicBezTo>
                <a:cubicBezTo>
                  <a:pt x="133982" y="107358"/>
                  <a:pt x="137264" y="109612"/>
                  <a:pt x="140494" y="111919"/>
                </a:cubicBezTo>
                <a:cubicBezTo>
                  <a:pt x="142823" y="113582"/>
                  <a:pt x="145439" y="114849"/>
                  <a:pt x="147638" y="116681"/>
                </a:cubicBezTo>
                <a:cubicBezTo>
                  <a:pt x="162120" y="128749"/>
                  <a:pt x="146681" y="119775"/>
                  <a:pt x="164307" y="128587"/>
                </a:cubicBezTo>
                <a:cubicBezTo>
                  <a:pt x="175940" y="140221"/>
                  <a:pt x="166351" y="132138"/>
                  <a:pt x="180975" y="140494"/>
                </a:cubicBezTo>
                <a:cubicBezTo>
                  <a:pt x="186596" y="143706"/>
                  <a:pt x="192522" y="148741"/>
                  <a:pt x="197644" y="152400"/>
                </a:cubicBezTo>
                <a:cubicBezTo>
                  <a:pt x="199973" y="154063"/>
                  <a:pt x="202459" y="155499"/>
                  <a:pt x="204788" y="157162"/>
                </a:cubicBezTo>
                <a:cubicBezTo>
                  <a:pt x="208018" y="159469"/>
                  <a:pt x="207169" y="159544"/>
                  <a:pt x="214313" y="164306"/>
                </a:cubicBezTo>
                <a:cubicBezTo>
                  <a:pt x="221457" y="169068"/>
                  <a:pt x="233363" y="176609"/>
                  <a:pt x="247650" y="185737"/>
                </a:cubicBezTo>
                <a:cubicBezTo>
                  <a:pt x="261937" y="194865"/>
                  <a:pt x="284163" y="207566"/>
                  <a:pt x="300038" y="219075"/>
                </a:cubicBezTo>
                <a:cubicBezTo>
                  <a:pt x="315913" y="230584"/>
                  <a:pt x="331788" y="247253"/>
                  <a:pt x="342900" y="254794"/>
                </a:cubicBezTo>
                <a:cubicBezTo>
                  <a:pt x="357188" y="265510"/>
                  <a:pt x="375444" y="276622"/>
                  <a:pt x="385763" y="283369"/>
                </a:cubicBezTo>
                <a:cubicBezTo>
                  <a:pt x="396082" y="290116"/>
                  <a:pt x="400447" y="292894"/>
                  <a:pt x="404813" y="295275"/>
                </a:cubicBezTo>
                <a:cubicBezTo>
                  <a:pt x="409179" y="297656"/>
                  <a:pt x="403057" y="291465"/>
                  <a:pt x="411957" y="297656"/>
                </a:cubicBezTo>
                <a:cubicBezTo>
                  <a:pt x="420857" y="303847"/>
                  <a:pt x="444320" y="322101"/>
                  <a:pt x="458211" y="332420"/>
                </a:cubicBezTo>
                <a:cubicBezTo>
                  <a:pt x="472102" y="342739"/>
                  <a:pt x="486737" y="352266"/>
                  <a:pt x="495300" y="359569"/>
                </a:cubicBezTo>
                <a:cubicBezTo>
                  <a:pt x="503863" y="366872"/>
                  <a:pt x="492279" y="355466"/>
                  <a:pt x="509588" y="376237"/>
                </a:cubicBezTo>
                <a:cubicBezTo>
                  <a:pt x="511420" y="378436"/>
                  <a:pt x="512518" y="381182"/>
                  <a:pt x="514350" y="383381"/>
                </a:cubicBezTo>
                <a:cubicBezTo>
                  <a:pt x="527305" y="398928"/>
                  <a:pt x="515259" y="381909"/>
                  <a:pt x="531019" y="397669"/>
                </a:cubicBezTo>
                <a:cubicBezTo>
                  <a:pt x="533825" y="400475"/>
                  <a:pt x="535550" y="404207"/>
                  <a:pt x="538163" y="407194"/>
                </a:cubicBezTo>
                <a:cubicBezTo>
                  <a:pt x="555321" y="426803"/>
                  <a:pt x="540377" y="409091"/>
                  <a:pt x="554832" y="421481"/>
                </a:cubicBezTo>
                <a:cubicBezTo>
                  <a:pt x="558241" y="424403"/>
                  <a:pt x="560978" y="428049"/>
                  <a:pt x="564357" y="431006"/>
                </a:cubicBezTo>
                <a:cubicBezTo>
                  <a:pt x="567344" y="433619"/>
                  <a:pt x="570783" y="435671"/>
                  <a:pt x="573882" y="438150"/>
                </a:cubicBezTo>
                <a:cubicBezTo>
                  <a:pt x="577392" y="440958"/>
                  <a:pt x="589001" y="451663"/>
                  <a:pt x="595313" y="454819"/>
                </a:cubicBezTo>
                <a:cubicBezTo>
                  <a:pt x="597558" y="455942"/>
                  <a:pt x="600212" y="456077"/>
                  <a:pt x="602457" y="457200"/>
                </a:cubicBezTo>
                <a:cubicBezTo>
                  <a:pt x="627542" y="469743"/>
                  <a:pt x="610065" y="464460"/>
                  <a:pt x="628650" y="469106"/>
                </a:cubicBezTo>
                <a:cubicBezTo>
                  <a:pt x="634206" y="473869"/>
                  <a:pt x="639401" y="479090"/>
                  <a:pt x="645319" y="483394"/>
                </a:cubicBezTo>
                <a:cubicBezTo>
                  <a:pt x="648190" y="485482"/>
                  <a:pt x="652149" y="485846"/>
                  <a:pt x="654844" y="488156"/>
                </a:cubicBezTo>
                <a:cubicBezTo>
                  <a:pt x="657857" y="490739"/>
                  <a:pt x="659062" y="494999"/>
                  <a:pt x="661988" y="497681"/>
                </a:cubicBezTo>
                <a:cubicBezTo>
                  <a:pt x="668659" y="503796"/>
                  <a:pt x="675889" y="509330"/>
                  <a:pt x="683419" y="514350"/>
                </a:cubicBezTo>
                <a:cubicBezTo>
                  <a:pt x="688757" y="517908"/>
                  <a:pt x="695358" y="522117"/>
                  <a:pt x="700088" y="526256"/>
                </a:cubicBezTo>
                <a:cubicBezTo>
                  <a:pt x="703467" y="529213"/>
                  <a:pt x="706234" y="532824"/>
                  <a:pt x="709613" y="535781"/>
                </a:cubicBezTo>
                <a:cubicBezTo>
                  <a:pt x="712600" y="538394"/>
                  <a:pt x="716188" y="540270"/>
                  <a:pt x="719138" y="542925"/>
                </a:cubicBezTo>
                <a:cubicBezTo>
                  <a:pt x="724144" y="547430"/>
                  <a:pt x="727401" y="554200"/>
                  <a:pt x="733425" y="557212"/>
                </a:cubicBezTo>
                <a:cubicBezTo>
                  <a:pt x="758177" y="569589"/>
                  <a:pt x="728852" y="553670"/>
                  <a:pt x="750094" y="569119"/>
                </a:cubicBezTo>
                <a:cubicBezTo>
                  <a:pt x="756150" y="573523"/>
                  <a:pt x="762723" y="577172"/>
                  <a:pt x="769144" y="581025"/>
                </a:cubicBezTo>
                <a:cubicBezTo>
                  <a:pt x="774632" y="584317"/>
                  <a:pt x="785813" y="590550"/>
                  <a:pt x="785813" y="590550"/>
                </a:cubicBezTo>
                <a:cubicBezTo>
                  <a:pt x="788194" y="593725"/>
                  <a:pt x="790151" y="597269"/>
                  <a:pt x="792957" y="600075"/>
                </a:cubicBezTo>
                <a:cubicBezTo>
                  <a:pt x="801539" y="608657"/>
                  <a:pt x="801510" y="605219"/>
                  <a:pt x="809625" y="611981"/>
                </a:cubicBezTo>
                <a:cubicBezTo>
                  <a:pt x="812212" y="614137"/>
                  <a:pt x="814212" y="616933"/>
                  <a:pt x="816769" y="619125"/>
                </a:cubicBezTo>
                <a:cubicBezTo>
                  <a:pt x="819782" y="621708"/>
                  <a:pt x="823195" y="623790"/>
                  <a:pt x="826294" y="626269"/>
                </a:cubicBezTo>
                <a:cubicBezTo>
                  <a:pt x="831135" y="630142"/>
                  <a:pt x="835948" y="634056"/>
                  <a:pt x="840582" y="638175"/>
                </a:cubicBezTo>
                <a:cubicBezTo>
                  <a:pt x="843099" y="640412"/>
                  <a:pt x="845168" y="643127"/>
                  <a:pt x="847725" y="645319"/>
                </a:cubicBezTo>
                <a:cubicBezTo>
                  <a:pt x="850738" y="647902"/>
                  <a:pt x="850503" y="647303"/>
                  <a:pt x="857250" y="652462"/>
                </a:cubicBezTo>
                <a:cubicBezTo>
                  <a:pt x="863997" y="657621"/>
                  <a:pt x="879873" y="671116"/>
                  <a:pt x="888207" y="676275"/>
                </a:cubicBezTo>
                <a:cubicBezTo>
                  <a:pt x="896541" y="681434"/>
                  <a:pt x="900510" y="680244"/>
                  <a:pt x="907257" y="683419"/>
                </a:cubicBezTo>
                <a:cubicBezTo>
                  <a:pt x="913293" y="687040"/>
                  <a:pt x="921861" y="692594"/>
                  <a:pt x="928688" y="695325"/>
                </a:cubicBezTo>
                <a:cubicBezTo>
                  <a:pt x="933349" y="697189"/>
                  <a:pt x="938213" y="698500"/>
                  <a:pt x="942975" y="700087"/>
                </a:cubicBezTo>
                <a:cubicBezTo>
                  <a:pt x="950119" y="705643"/>
                  <a:pt x="958008" y="710356"/>
                  <a:pt x="964407" y="716756"/>
                </a:cubicBezTo>
                <a:cubicBezTo>
                  <a:pt x="966788" y="719137"/>
                  <a:pt x="969016" y="721682"/>
                  <a:pt x="971550" y="723900"/>
                </a:cubicBezTo>
                <a:cubicBezTo>
                  <a:pt x="975375" y="727247"/>
                  <a:pt x="979391" y="730375"/>
                  <a:pt x="983457" y="733425"/>
                </a:cubicBezTo>
                <a:cubicBezTo>
                  <a:pt x="985746" y="735142"/>
                  <a:pt x="988402" y="736355"/>
                  <a:pt x="990600" y="738187"/>
                </a:cubicBezTo>
                <a:cubicBezTo>
                  <a:pt x="1003421" y="748872"/>
                  <a:pt x="991667" y="742445"/>
                  <a:pt x="1007269" y="752475"/>
                </a:cubicBezTo>
                <a:cubicBezTo>
                  <a:pt x="1015056" y="757481"/>
                  <a:pt x="1023144" y="762000"/>
                  <a:pt x="1031082" y="766762"/>
                </a:cubicBezTo>
                <a:cubicBezTo>
                  <a:pt x="1035051" y="769143"/>
                  <a:pt x="1038597" y="772442"/>
                  <a:pt x="1042988" y="773906"/>
                </a:cubicBezTo>
                <a:cubicBezTo>
                  <a:pt x="1062326" y="780353"/>
                  <a:pt x="1052785" y="776424"/>
                  <a:pt x="1071563" y="785812"/>
                </a:cubicBezTo>
                <a:cubicBezTo>
                  <a:pt x="1104554" y="818805"/>
                  <a:pt x="1069470" y="786029"/>
                  <a:pt x="1097757" y="807244"/>
                </a:cubicBezTo>
                <a:cubicBezTo>
                  <a:pt x="1100451" y="809264"/>
                  <a:pt x="1102343" y="812196"/>
                  <a:pt x="1104900" y="814387"/>
                </a:cubicBezTo>
                <a:cubicBezTo>
                  <a:pt x="1114075" y="822251"/>
                  <a:pt x="1112151" y="820773"/>
                  <a:pt x="1121569" y="823912"/>
                </a:cubicBezTo>
                <a:cubicBezTo>
                  <a:pt x="1135186" y="837529"/>
                  <a:pt x="1121524" y="825373"/>
                  <a:pt x="1138238" y="835819"/>
                </a:cubicBezTo>
                <a:cubicBezTo>
                  <a:pt x="1141603" y="837922"/>
                  <a:pt x="1144398" y="840859"/>
                  <a:pt x="1147763" y="842962"/>
                </a:cubicBezTo>
                <a:cubicBezTo>
                  <a:pt x="1150773" y="844843"/>
                  <a:pt x="1154334" y="845756"/>
                  <a:pt x="1157288" y="847725"/>
                </a:cubicBezTo>
                <a:cubicBezTo>
                  <a:pt x="1176376" y="860451"/>
                  <a:pt x="1161284" y="855273"/>
                  <a:pt x="1178719" y="859631"/>
                </a:cubicBezTo>
                <a:cubicBezTo>
                  <a:pt x="1181894" y="862012"/>
                  <a:pt x="1185014" y="864468"/>
                  <a:pt x="1188244" y="866775"/>
                </a:cubicBezTo>
                <a:cubicBezTo>
                  <a:pt x="1190573" y="868438"/>
                  <a:pt x="1193364" y="869513"/>
                  <a:pt x="1195388" y="871537"/>
                </a:cubicBezTo>
                <a:cubicBezTo>
                  <a:pt x="1208545" y="884693"/>
                  <a:pt x="1195343" y="879264"/>
                  <a:pt x="1212057" y="883444"/>
                </a:cubicBezTo>
                <a:cubicBezTo>
                  <a:pt x="1227843" y="893968"/>
                  <a:pt x="1210302" y="881600"/>
                  <a:pt x="1226344" y="895350"/>
                </a:cubicBezTo>
                <a:cubicBezTo>
                  <a:pt x="1240876" y="907806"/>
                  <a:pt x="1230381" y="897873"/>
                  <a:pt x="1245394" y="907256"/>
                </a:cubicBezTo>
                <a:cubicBezTo>
                  <a:pt x="1248760" y="909359"/>
                  <a:pt x="1251516" y="912358"/>
                  <a:pt x="1254919" y="914400"/>
                </a:cubicBezTo>
                <a:cubicBezTo>
                  <a:pt x="1259485" y="917140"/>
                  <a:pt x="1264532" y="918994"/>
                  <a:pt x="1269207" y="921544"/>
                </a:cubicBezTo>
                <a:cubicBezTo>
                  <a:pt x="1275474" y="924962"/>
                  <a:pt x="1285165" y="930855"/>
                  <a:pt x="1290638" y="935831"/>
                </a:cubicBezTo>
                <a:cubicBezTo>
                  <a:pt x="1296452" y="941117"/>
                  <a:pt x="1300769" y="948141"/>
                  <a:pt x="1307307" y="952500"/>
                </a:cubicBezTo>
                <a:cubicBezTo>
                  <a:pt x="1319614" y="960705"/>
                  <a:pt x="1316156" y="958208"/>
                  <a:pt x="1333500" y="971550"/>
                </a:cubicBezTo>
                <a:cubicBezTo>
                  <a:pt x="1345211" y="980558"/>
                  <a:pt x="1350963" y="982266"/>
                  <a:pt x="1359694" y="990600"/>
                </a:cubicBezTo>
                <a:cubicBezTo>
                  <a:pt x="1368425" y="998934"/>
                  <a:pt x="1373188" y="1010841"/>
                  <a:pt x="1385888" y="1021557"/>
                </a:cubicBezTo>
                <a:cubicBezTo>
                  <a:pt x="1398588" y="1032273"/>
                  <a:pt x="1417241" y="1041004"/>
                  <a:pt x="1435894" y="1054894"/>
                </a:cubicBezTo>
                <a:cubicBezTo>
                  <a:pt x="1454547" y="1068784"/>
                  <a:pt x="1477169" y="1088231"/>
                  <a:pt x="1497806" y="1104900"/>
                </a:cubicBezTo>
                <a:lnTo>
                  <a:pt x="1559718" y="1154906"/>
                </a:lnTo>
                <a:cubicBezTo>
                  <a:pt x="1575990" y="1167606"/>
                  <a:pt x="1583929" y="1172369"/>
                  <a:pt x="1595438" y="1181100"/>
                </a:cubicBezTo>
                <a:cubicBezTo>
                  <a:pt x="1606947" y="1189831"/>
                  <a:pt x="1617663" y="1198960"/>
                  <a:pt x="1628775" y="1207294"/>
                </a:cubicBezTo>
                <a:cubicBezTo>
                  <a:pt x="1639887" y="1215628"/>
                  <a:pt x="1650207" y="1224360"/>
                  <a:pt x="1662113" y="1231107"/>
                </a:cubicBezTo>
                <a:cubicBezTo>
                  <a:pt x="1674019" y="1237854"/>
                  <a:pt x="1691879" y="1243013"/>
                  <a:pt x="1700213" y="1247775"/>
                </a:cubicBezTo>
                <a:cubicBezTo>
                  <a:pt x="1704182" y="1251744"/>
                  <a:pt x="1707306" y="1256793"/>
                  <a:pt x="1712119" y="1259681"/>
                </a:cubicBezTo>
                <a:cubicBezTo>
                  <a:pt x="1720417" y="1264660"/>
                  <a:pt x="1726335" y="1267656"/>
                  <a:pt x="1733550" y="1273969"/>
                </a:cubicBezTo>
                <a:cubicBezTo>
                  <a:pt x="1736929" y="1276926"/>
                  <a:pt x="1739531" y="1280737"/>
                  <a:pt x="1743075" y="1283494"/>
                </a:cubicBezTo>
                <a:cubicBezTo>
                  <a:pt x="1746729" y="1286335"/>
                  <a:pt x="1751190" y="1287983"/>
                  <a:pt x="1754982" y="1290637"/>
                </a:cubicBezTo>
                <a:cubicBezTo>
                  <a:pt x="1759146" y="1293551"/>
                  <a:pt x="1762659" y="1297343"/>
                  <a:pt x="1766888" y="1300162"/>
                </a:cubicBezTo>
                <a:cubicBezTo>
                  <a:pt x="1772775" y="1304087"/>
                  <a:pt x="1777205" y="1305189"/>
                  <a:pt x="1783557" y="1307306"/>
                </a:cubicBezTo>
                <a:cubicBezTo>
                  <a:pt x="1785938" y="1308894"/>
                  <a:pt x="1788371" y="1310406"/>
                  <a:pt x="1790700" y="1312069"/>
                </a:cubicBezTo>
                <a:cubicBezTo>
                  <a:pt x="1793929" y="1314376"/>
                  <a:pt x="1796779" y="1317243"/>
                  <a:pt x="1800225" y="1319212"/>
                </a:cubicBezTo>
                <a:cubicBezTo>
                  <a:pt x="1802404" y="1320457"/>
                  <a:pt x="1804988" y="1320800"/>
                  <a:pt x="1807369" y="1321594"/>
                </a:cubicBezTo>
                <a:cubicBezTo>
                  <a:pt x="1812925" y="1325563"/>
                  <a:pt x="1818878" y="1329028"/>
                  <a:pt x="1824038" y="1333500"/>
                </a:cubicBezTo>
                <a:cubicBezTo>
                  <a:pt x="1830824" y="1339381"/>
                  <a:pt x="1835904" y="1347162"/>
                  <a:pt x="1843088" y="1352550"/>
                </a:cubicBezTo>
                <a:cubicBezTo>
                  <a:pt x="1846263" y="1354931"/>
                  <a:pt x="1849600" y="1357111"/>
                  <a:pt x="1852613" y="1359694"/>
                </a:cubicBezTo>
                <a:cubicBezTo>
                  <a:pt x="1855170" y="1361885"/>
                  <a:pt x="1857017" y="1364880"/>
                  <a:pt x="1859757" y="1366837"/>
                </a:cubicBezTo>
                <a:cubicBezTo>
                  <a:pt x="1862646" y="1368900"/>
                  <a:pt x="1866107" y="1370012"/>
                  <a:pt x="1869282" y="1371600"/>
                </a:cubicBezTo>
                <a:cubicBezTo>
                  <a:pt x="1874928" y="1379129"/>
                  <a:pt x="1876604" y="1382299"/>
                  <a:pt x="1883569" y="1388269"/>
                </a:cubicBezTo>
                <a:cubicBezTo>
                  <a:pt x="1886582" y="1390852"/>
                  <a:pt x="1890107" y="1392799"/>
                  <a:pt x="1893094" y="1395412"/>
                </a:cubicBezTo>
                <a:cubicBezTo>
                  <a:pt x="1896473" y="1398369"/>
                  <a:pt x="1899027" y="1402243"/>
                  <a:pt x="1902619" y="1404937"/>
                </a:cubicBezTo>
                <a:cubicBezTo>
                  <a:pt x="1905459" y="1407067"/>
                  <a:pt x="1909078" y="1407911"/>
                  <a:pt x="1912144" y="1409700"/>
                </a:cubicBezTo>
                <a:cubicBezTo>
                  <a:pt x="1918612" y="1413473"/>
                  <a:pt x="1931194" y="1421606"/>
                  <a:pt x="1931194" y="1421606"/>
                </a:cubicBezTo>
                <a:cubicBezTo>
                  <a:pt x="1932782" y="1423987"/>
                  <a:pt x="1933933" y="1426726"/>
                  <a:pt x="1935957" y="1428750"/>
                </a:cubicBezTo>
                <a:cubicBezTo>
                  <a:pt x="1939923" y="1432716"/>
                  <a:pt x="1948145" y="1435662"/>
                  <a:pt x="1952625" y="1438275"/>
                </a:cubicBezTo>
                <a:cubicBezTo>
                  <a:pt x="1959093" y="1442048"/>
                  <a:pt x="1964978" y="1446832"/>
                  <a:pt x="1971675" y="1450181"/>
                </a:cubicBezTo>
                <a:cubicBezTo>
                  <a:pt x="1974850" y="1451769"/>
                  <a:pt x="1978453" y="1452696"/>
                  <a:pt x="1981200" y="1454944"/>
                </a:cubicBezTo>
                <a:cubicBezTo>
                  <a:pt x="1987282" y="1459920"/>
                  <a:pt x="1991583" y="1466897"/>
                  <a:pt x="1997869" y="1471612"/>
                </a:cubicBezTo>
                <a:cubicBezTo>
                  <a:pt x="2001044" y="1473993"/>
                  <a:pt x="2004029" y="1476652"/>
                  <a:pt x="2007394" y="1478756"/>
                </a:cubicBezTo>
                <a:cubicBezTo>
                  <a:pt x="2010404" y="1480637"/>
                  <a:pt x="2014030" y="1481456"/>
                  <a:pt x="2016919" y="1483519"/>
                </a:cubicBezTo>
                <a:cubicBezTo>
                  <a:pt x="2019659" y="1485476"/>
                  <a:pt x="2021323" y="1488705"/>
                  <a:pt x="2024063" y="1490662"/>
                </a:cubicBezTo>
                <a:cubicBezTo>
                  <a:pt x="2026952" y="1492725"/>
                  <a:pt x="2030699" y="1493362"/>
                  <a:pt x="2033588" y="1495425"/>
                </a:cubicBezTo>
                <a:cubicBezTo>
                  <a:pt x="2036328" y="1497383"/>
                  <a:pt x="2038145" y="1500413"/>
                  <a:pt x="2040732" y="1502569"/>
                </a:cubicBezTo>
                <a:cubicBezTo>
                  <a:pt x="2042930" y="1504401"/>
                  <a:pt x="2045546" y="1505668"/>
                  <a:pt x="2047875" y="1507331"/>
                </a:cubicBezTo>
                <a:cubicBezTo>
                  <a:pt x="2051105" y="1509638"/>
                  <a:pt x="2054170" y="1512168"/>
                  <a:pt x="2057400" y="1514475"/>
                </a:cubicBezTo>
                <a:cubicBezTo>
                  <a:pt x="2059729" y="1516138"/>
                  <a:pt x="2062345" y="1517405"/>
                  <a:pt x="2064544" y="1519237"/>
                </a:cubicBezTo>
                <a:cubicBezTo>
                  <a:pt x="2067131" y="1521393"/>
                  <a:pt x="2068948" y="1524423"/>
                  <a:pt x="2071688" y="1526381"/>
                </a:cubicBezTo>
                <a:cubicBezTo>
                  <a:pt x="2074577" y="1528444"/>
                  <a:pt x="2078203" y="1529263"/>
                  <a:pt x="2081213" y="1531144"/>
                </a:cubicBezTo>
                <a:cubicBezTo>
                  <a:pt x="2084578" y="1533247"/>
                  <a:pt x="2087310" y="1536287"/>
                  <a:pt x="2090738" y="1538287"/>
                </a:cubicBezTo>
                <a:cubicBezTo>
                  <a:pt x="2096870" y="1541864"/>
                  <a:pt x="2103537" y="1544446"/>
                  <a:pt x="2109788" y="1547812"/>
                </a:cubicBezTo>
                <a:cubicBezTo>
                  <a:pt x="2136499" y="1562195"/>
                  <a:pt x="2108214" y="1547722"/>
                  <a:pt x="2131219" y="1562100"/>
                </a:cubicBezTo>
                <a:cubicBezTo>
                  <a:pt x="2134229" y="1563981"/>
                  <a:pt x="2137790" y="1564893"/>
                  <a:pt x="2140744" y="1566862"/>
                </a:cubicBezTo>
                <a:cubicBezTo>
                  <a:pt x="2144973" y="1569681"/>
                  <a:pt x="2148188" y="1573953"/>
                  <a:pt x="2152650" y="1576387"/>
                </a:cubicBezTo>
                <a:cubicBezTo>
                  <a:pt x="2180316" y="1591478"/>
                  <a:pt x="2153699" y="1568654"/>
                  <a:pt x="2181225" y="1590675"/>
                </a:cubicBezTo>
                <a:cubicBezTo>
                  <a:pt x="2216124" y="1618594"/>
                  <a:pt x="2167211" y="1583728"/>
                  <a:pt x="2200275" y="1607344"/>
                </a:cubicBezTo>
                <a:cubicBezTo>
                  <a:pt x="2202604" y="1609007"/>
                  <a:pt x="2205090" y="1610443"/>
                  <a:pt x="2207419" y="1612106"/>
                </a:cubicBezTo>
                <a:cubicBezTo>
                  <a:pt x="2210649" y="1614413"/>
                  <a:pt x="2210197" y="1614091"/>
                  <a:pt x="2216944" y="1619250"/>
                </a:cubicBezTo>
                <a:cubicBezTo>
                  <a:pt x="2223691" y="1624409"/>
                  <a:pt x="2241550" y="1637903"/>
                  <a:pt x="2247900" y="1643062"/>
                </a:cubicBezTo>
                <a:cubicBezTo>
                  <a:pt x="2258616" y="1650603"/>
                  <a:pt x="2270522" y="1664097"/>
                  <a:pt x="2281238" y="1674019"/>
                </a:cubicBezTo>
                <a:cubicBezTo>
                  <a:pt x="2291954" y="1683941"/>
                  <a:pt x="2297510" y="1688703"/>
                  <a:pt x="2312194" y="1702594"/>
                </a:cubicBezTo>
                <a:cubicBezTo>
                  <a:pt x="2326878" y="1716485"/>
                  <a:pt x="2349897" y="1743472"/>
                  <a:pt x="2369344" y="1757363"/>
                </a:cubicBezTo>
                <a:cubicBezTo>
                  <a:pt x="2388791" y="1771254"/>
                  <a:pt x="2412207" y="1776016"/>
                  <a:pt x="2428876" y="1785938"/>
                </a:cubicBezTo>
                <a:cubicBezTo>
                  <a:pt x="2445545" y="1795860"/>
                  <a:pt x="2459831" y="1814116"/>
                  <a:pt x="2469356" y="1816894"/>
                </a:cubicBezTo>
                <a:cubicBezTo>
                  <a:pt x="2484437" y="1828006"/>
                  <a:pt x="2506266" y="1843484"/>
                  <a:pt x="2514600" y="1850231"/>
                </a:cubicBezTo>
                <a:cubicBezTo>
                  <a:pt x="2522934" y="1856978"/>
                  <a:pt x="2517478" y="1855221"/>
                  <a:pt x="2519363" y="1857375"/>
                </a:cubicBezTo>
                <a:cubicBezTo>
                  <a:pt x="2526535" y="1865571"/>
                  <a:pt x="2537112" y="1872522"/>
                  <a:pt x="2540794" y="1883569"/>
                </a:cubicBezTo>
                <a:lnTo>
                  <a:pt x="2543175" y="1890712"/>
                </a:lnTo>
              </a:path>
            </a:pathLst>
          </a:cu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3" name="Freeform: Shape 52">
            <a:extLst>
              <a:ext uri="{FF2B5EF4-FFF2-40B4-BE49-F238E27FC236}">
                <a16:creationId xmlns:a16="http://schemas.microsoft.com/office/drawing/2014/main" id="{E2671EE9-AA23-3EAF-A583-AFFB709DCA1B}"/>
              </a:ext>
            </a:extLst>
          </p:cNvPr>
          <p:cNvSpPr/>
          <p:nvPr/>
        </p:nvSpPr>
        <p:spPr>
          <a:xfrm flipH="1">
            <a:off x="628642" y="4149740"/>
            <a:ext cx="1359156" cy="198874"/>
          </a:xfrm>
          <a:custGeom>
            <a:avLst/>
            <a:gdLst>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297657 w 1716882"/>
              <a:gd name="connsiteY11" fmla="*/ 211931 h 252412"/>
              <a:gd name="connsiteX12" fmla="*/ 402432 w 1716882"/>
              <a:gd name="connsiteY12" fmla="*/ 200025 h 252412"/>
              <a:gd name="connsiteX13" fmla="*/ 514350 w 1716882"/>
              <a:gd name="connsiteY13" fmla="*/ 192881 h 252412"/>
              <a:gd name="connsiteX14" fmla="*/ 552450 w 1716882"/>
              <a:gd name="connsiteY14" fmla="*/ 178593 h 252412"/>
              <a:gd name="connsiteX15" fmla="*/ 566738 w 1716882"/>
              <a:gd name="connsiteY15" fmla="*/ 171450 h 252412"/>
              <a:gd name="connsiteX16" fmla="*/ 592932 w 1716882"/>
              <a:gd name="connsiteY16" fmla="*/ 166687 h 252412"/>
              <a:gd name="connsiteX17" fmla="*/ 633413 w 1716882"/>
              <a:gd name="connsiteY17" fmla="*/ 157162 h 252412"/>
              <a:gd name="connsiteX18" fmla="*/ 661988 w 1716882"/>
              <a:gd name="connsiteY18" fmla="*/ 154781 h 252412"/>
              <a:gd name="connsiteX19" fmla="*/ 683419 w 1716882"/>
              <a:gd name="connsiteY19" fmla="*/ 152400 h 252412"/>
              <a:gd name="connsiteX20" fmla="*/ 697707 w 1716882"/>
              <a:gd name="connsiteY20" fmla="*/ 147637 h 252412"/>
              <a:gd name="connsiteX21" fmla="*/ 733425 w 1716882"/>
              <a:gd name="connsiteY21" fmla="*/ 133350 h 252412"/>
              <a:gd name="connsiteX22" fmla="*/ 776288 w 1716882"/>
              <a:gd name="connsiteY22" fmla="*/ 126206 h 252412"/>
              <a:gd name="connsiteX23" fmla="*/ 871538 w 1716882"/>
              <a:gd name="connsiteY23" fmla="*/ 128587 h 252412"/>
              <a:gd name="connsiteX24" fmla="*/ 916782 w 1716882"/>
              <a:gd name="connsiteY24" fmla="*/ 130968 h 252412"/>
              <a:gd name="connsiteX25" fmla="*/ 966788 w 1716882"/>
              <a:gd name="connsiteY25" fmla="*/ 128587 h 252412"/>
              <a:gd name="connsiteX26" fmla="*/ 995363 w 1716882"/>
              <a:gd name="connsiteY26" fmla="*/ 114300 h 252412"/>
              <a:gd name="connsiteX27" fmla="*/ 1004888 w 1716882"/>
              <a:gd name="connsiteY27" fmla="*/ 111918 h 252412"/>
              <a:gd name="connsiteX28" fmla="*/ 1050132 w 1716882"/>
              <a:gd name="connsiteY28" fmla="*/ 107156 h 252412"/>
              <a:gd name="connsiteX29" fmla="*/ 1071563 w 1716882"/>
              <a:gd name="connsiteY29" fmla="*/ 102393 h 252412"/>
              <a:gd name="connsiteX30" fmla="*/ 1083469 w 1716882"/>
              <a:gd name="connsiteY30" fmla="*/ 97631 h 252412"/>
              <a:gd name="connsiteX31" fmla="*/ 1121569 w 1716882"/>
              <a:gd name="connsiteY31" fmla="*/ 90487 h 252412"/>
              <a:gd name="connsiteX32" fmla="*/ 1143000 w 1716882"/>
              <a:gd name="connsiteY32" fmla="*/ 80962 h 252412"/>
              <a:gd name="connsiteX33" fmla="*/ 1169194 w 1716882"/>
              <a:gd name="connsiteY33" fmla="*/ 76200 h 252412"/>
              <a:gd name="connsiteX34" fmla="*/ 1193007 w 1716882"/>
              <a:gd name="connsiteY34" fmla="*/ 69056 h 252412"/>
              <a:gd name="connsiteX35" fmla="*/ 1204913 w 1716882"/>
              <a:gd name="connsiteY35" fmla="*/ 64293 h 252412"/>
              <a:gd name="connsiteX36" fmla="*/ 1245394 w 1716882"/>
              <a:gd name="connsiteY36" fmla="*/ 59531 h 252412"/>
              <a:gd name="connsiteX37" fmla="*/ 1273969 w 1716882"/>
              <a:gd name="connsiteY37" fmla="*/ 52387 h 252412"/>
              <a:gd name="connsiteX38" fmla="*/ 1378744 w 1716882"/>
              <a:gd name="connsiteY38" fmla="*/ 54768 h 252412"/>
              <a:gd name="connsiteX39" fmla="*/ 1443038 w 1716882"/>
              <a:gd name="connsiteY39" fmla="*/ 52387 h 252412"/>
              <a:gd name="connsiteX40" fmla="*/ 1459707 w 1716882"/>
              <a:gd name="connsiteY40" fmla="*/ 54768 h 252412"/>
              <a:gd name="connsiteX41" fmla="*/ 1514475 w 1716882"/>
              <a:gd name="connsiteY41" fmla="*/ 52387 h 252412"/>
              <a:gd name="connsiteX42" fmla="*/ 1535907 w 1716882"/>
              <a:gd name="connsiteY42" fmla="*/ 45243 h 252412"/>
              <a:gd name="connsiteX43" fmla="*/ 1552575 w 1716882"/>
              <a:gd name="connsiteY43" fmla="*/ 38100 h 252412"/>
              <a:gd name="connsiteX44" fmla="*/ 1571625 w 1716882"/>
              <a:gd name="connsiteY44" fmla="*/ 30956 h 252412"/>
              <a:gd name="connsiteX45" fmla="*/ 1624013 w 1716882"/>
              <a:gd name="connsiteY45" fmla="*/ 14287 h 252412"/>
              <a:gd name="connsiteX46" fmla="*/ 1702594 w 1716882"/>
              <a:gd name="connsiteY46" fmla="*/ 11906 h 252412"/>
              <a:gd name="connsiteX47" fmla="*/ 1709738 w 1716882"/>
              <a:gd name="connsiteY47" fmla="*/ 7143 h 252412"/>
              <a:gd name="connsiteX48" fmla="*/ 1716882 w 1716882"/>
              <a:gd name="connsiteY48"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514350 w 1716882"/>
              <a:gd name="connsiteY13" fmla="*/ 192881 h 252412"/>
              <a:gd name="connsiteX14" fmla="*/ 552450 w 1716882"/>
              <a:gd name="connsiteY14" fmla="*/ 178593 h 252412"/>
              <a:gd name="connsiteX15" fmla="*/ 566738 w 1716882"/>
              <a:gd name="connsiteY15" fmla="*/ 171450 h 252412"/>
              <a:gd name="connsiteX16" fmla="*/ 592932 w 1716882"/>
              <a:gd name="connsiteY16" fmla="*/ 166687 h 252412"/>
              <a:gd name="connsiteX17" fmla="*/ 633413 w 1716882"/>
              <a:gd name="connsiteY17" fmla="*/ 157162 h 252412"/>
              <a:gd name="connsiteX18" fmla="*/ 661988 w 1716882"/>
              <a:gd name="connsiteY18" fmla="*/ 154781 h 252412"/>
              <a:gd name="connsiteX19" fmla="*/ 683419 w 1716882"/>
              <a:gd name="connsiteY19" fmla="*/ 152400 h 252412"/>
              <a:gd name="connsiteX20" fmla="*/ 697707 w 1716882"/>
              <a:gd name="connsiteY20" fmla="*/ 147637 h 252412"/>
              <a:gd name="connsiteX21" fmla="*/ 733425 w 1716882"/>
              <a:gd name="connsiteY21" fmla="*/ 133350 h 252412"/>
              <a:gd name="connsiteX22" fmla="*/ 776288 w 1716882"/>
              <a:gd name="connsiteY22" fmla="*/ 126206 h 252412"/>
              <a:gd name="connsiteX23" fmla="*/ 871538 w 1716882"/>
              <a:gd name="connsiteY23" fmla="*/ 128587 h 252412"/>
              <a:gd name="connsiteX24" fmla="*/ 916782 w 1716882"/>
              <a:gd name="connsiteY24" fmla="*/ 130968 h 252412"/>
              <a:gd name="connsiteX25" fmla="*/ 966788 w 1716882"/>
              <a:gd name="connsiteY25" fmla="*/ 128587 h 252412"/>
              <a:gd name="connsiteX26" fmla="*/ 995363 w 1716882"/>
              <a:gd name="connsiteY26" fmla="*/ 114300 h 252412"/>
              <a:gd name="connsiteX27" fmla="*/ 1004888 w 1716882"/>
              <a:gd name="connsiteY27" fmla="*/ 111918 h 252412"/>
              <a:gd name="connsiteX28" fmla="*/ 1050132 w 1716882"/>
              <a:gd name="connsiteY28" fmla="*/ 107156 h 252412"/>
              <a:gd name="connsiteX29" fmla="*/ 1071563 w 1716882"/>
              <a:gd name="connsiteY29" fmla="*/ 102393 h 252412"/>
              <a:gd name="connsiteX30" fmla="*/ 1083469 w 1716882"/>
              <a:gd name="connsiteY30" fmla="*/ 97631 h 252412"/>
              <a:gd name="connsiteX31" fmla="*/ 1121569 w 1716882"/>
              <a:gd name="connsiteY31" fmla="*/ 90487 h 252412"/>
              <a:gd name="connsiteX32" fmla="*/ 1143000 w 1716882"/>
              <a:gd name="connsiteY32" fmla="*/ 80962 h 252412"/>
              <a:gd name="connsiteX33" fmla="*/ 1169194 w 1716882"/>
              <a:gd name="connsiteY33" fmla="*/ 76200 h 252412"/>
              <a:gd name="connsiteX34" fmla="*/ 1193007 w 1716882"/>
              <a:gd name="connsiteY34" fmla="*/ 69056 h 252412"/>
              <a:gd name="connsiteX35" fmla="*/ 1204913 w 1716882"/>
              <a:gd name="connsiteY35" fmla="*/ 64293 h 252412"/>
              <a:gd name="connsiteX36" fmla="*/ 1245394 w 1716882"/>
              <a:gd name="connsiteY36" fmla="*/ 59531 h 252412"/>
              <a:gd name="connsiteX37" fmla="*/ 1273969 w 1716882"/>
              <a:gd name="connsiteY37" fmla="*/ 52387 h 252412"/>
              <a:gd name="connsiteX38" fmla="*/ 1378744 w 1716882"/>
              <a:gd name="connsiteY38" fmla="*/ 54768 h 252412"/>
              <a:gd name="connsiteX39" fmla="*/ 1443038 w 1716882"/>
              <a:gd name="connsiteY39" fmla="*/ 52387 h 252412"/>
              <a:gd name="connsiteX40" fmla="*/ 1459707 w 1716882"/>
              <a:gd name="connsiteY40" fmla="*/ 54768 h 252412"/>
              <a:gd name="connsiteX41" fmla="*/ 1514475 w 1716882"/>
              <a:gd name="connsiteY41" fmla="*/ 52387 h 252412"/>
              <a:gd name="connsiteX42" fmla="*/ 1535907 w 1716882"/>
              <a:gd name="connsiteY42" fmla="*/ 45243 h 252412"/>
              <a:gd name="connsiteX43" fmla="*/ 1552575 w 1716882"/>
              <a:gd name="connsiteY43" fmla="*/ 38100 h 252412"/>
              <a:gd name="connsiteX44" fmla="*/ 1571625 w 1716882"/>
              <a:gd name="connsiteY44" fmla="*/ 30956 h 252412"/>
              <a:gd name="connsiteX45" fmla="*/ 1624013 w 1716882"/>
              <a:gd name="connsiteY45" fmla="*/ 14287 h 252412"/>
              <a:gd name="connsiteX46" fmla="*/ 1702594 w 1716882"/>
              <a:gd name="connsiteY46" fmla="*/ 11906 h 252412"/>
              <a:gd name="connsiteX47" fmla="*/ 1709738 w 1716882"/>
              <a:gd name="connsiteY47" fmla="*/ 7143 h 252412"/>
              <a:gd name="connsiteX48" fmla="*/ 1716882 w 1716882"/>
              <a:gd name="connsiteY48"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514350 w 1716882"/>
              <a:gd name="connsiteY13" fmla="*/ 192881 h 252412"/>
              <a:gd name="connsiteX14" fmla="*/ 552450 w 1716882"/>
              <a:gd name="connsiteY14" fmla="*/ 178593 h 252412"/>
              <a:gd name="connsiteX15" fmla="*/ 566738 w 1716882"/>
              <a:gd name="connsiteY15" fmla="*/ 171450 h 252412"/>
              <a:gd name="connsiteX16" fmla="*/ 592932 w 1716882"/>
              <a:gd name="connsiteY16" fmla="*/ 166687 h 252412"/>
              <a:gd name="connsiteX17" fmla="*/ 633413 w 1716882"/>
              <a:gd name="connsiteY17" fmla="*/ 157162 h 252412"/>
              <a:gd name="connsiteX18" fmla="*/ 661988 w 1716882"/>
              <a:gd name="connsiteY18" fmla="*/ 154781 h 252412"/>
              <a:gd name="connsiteX19" fmla="*/ 683419 w 1716882"/>
              <a:gd name="connsiteY19" fmla="*/ 152400 h 252412"/>
              <a:gd name="connsiteX20" fmla="*/ 697707 w 1716882"/>
              <a:gd name="connsiteY20" fmla="*/ 147637 h 252412"/>
              <a:gd name="connsiteX21" fmla="*/ 733425 w 1716882"/>
              <a:gd name="connsiteY21" fmla="*/ 133350 h 252412"/>
              <a:gd name="connsiteX22" fmla="*/ 776288 w 1716882"/>
              <a:gd name="connsiteY22" fmla="*/ 126206 h 252412"/>
              <a:gd name="connsiteX23" fmla="*/ 871538 w 1716882"/>
              <a:gd name="connsiteY23" fmla="*/ 128587 h 252412"/>
              <a:gd name="connsiteX24" fmla="*/ 916782 w 1716882"/>
              <a:gd name="connsiteY24" fmla="*/ 130968 h 252412"/>
              <a:gd name="connsiteX25" fmla="*/ 966788 w 1716882"/>
              <a:gd name="connsiteY25" fmla="*/ 128587 h 252412"/>
              <a:gd name="connsiteX26" fmla="*/ 995363 w 1716882"/>
              <a:gd name="connsiteY26" fmla="*/ 114300 h 252412"/>
              <a:gd name="connsiteX27" fmla="*/ 1004888 w 1716882"/>
              <a:gd name="connsiteY27" fmla="*/ 111918 h 252412"/>
              <a:gd name="connsiteX28" fmla="*/ 1050132 w 1716882"/>
              <a:gd name="connsiteY28" fmla="*/ 107156 h 252412"/>
              <a:gd name="connsiteX29" fmla="*/ 1071563 w 1716882"/>
              <a:gd name="connsiteY29" fmla="*/ 102393 h 252412"/>
              <a:gd name="connsiteX30" fmla="*/ 1083469 w 1716882"/>
              <a:gd name="connsiteY30" fmla="*/ 97631 h 252412"/>
              <a:gd name="connsiteX31" fmla="*/ 1121569 w 1716882"/>
              <a:gd name="connsiteY31" fmla="*/ 90487 h 252412"/>
              <a:gd name="connsiteX32" fmla="*/ 1143000 w 1716882"/>
              <a:gd name="connsiteY32" fmla="*/ 80962 h 252412"/>
              <a:gd name="connsiteX33" fmla="*/ 1169194 w 1716882"/>
              <a:gd name="connsiteY33" fmla="*/ 76200 h 252412"/>
              <a:gd name="connsiteX34" fmla="*/ 1193007 w 1716882"/>
              <a:gd name="connsiteY34" fmla="*/ 69056 h 252412"/>
              <a:gd name="connsiteX35" fmla="*/ 1204913 w 1716882"/>
              <a:gd name="connsiteY35" fmla="*/ 64293 h 252412"/>
              <a:gd name="connsiteX36" fmla="*/ 1245394 w 1716882"/>
              <a:gd name="connsiteY36" fmla="*/ 59531 h 252412"/>
              <a:gd name="connsiteX37" fmla="*/ 1273969 w 1716882"/>
              <a:gd name="connsiteY37" fmla="*/ 52387 h 252412"/>
              <a:gd name="connsiteX38" fmla="*/ 1378744 w 1716882"/>
              <a:gd name="connsiteY38" fmla="*/ 54768 h 252412"/>
              <a:gd name="connsiteX39" fmla="*/ 1443038 w 1716882"/>
              <a:gd name="connsiteY39" fmla="*/ 52387 h 252412"/>
              <a:gd name="connsiteX40" fmla="*/ 1459707 w 1716882"/>
              <a:gd name="connsiteY40" fmla="*/ 54768 h 252412"/>
              <a:gd name="connsiteX41" fmla="*/ 1514475 w 1716882"/>
              <a:gd name="connsiteY41" fmla="*/ 52387 h 252412"/>
              <a:gd name="connsiteX42" fmla="*/ 1535907 w 1716882"/>
              <a:gd name="connsiteY42" fmla="*/ 45243 h 252412"/>
              <a:gd name="connsiteX43" fmla="*/ 1552575 w 1716882"/>
              <a:gd name="connsiteY43" fmla="*/ 38100 h 252412"/>
              <a:gd name="connsiteX44" fmla="*/ 1571625 w 1716882"/>
              <a:gd name="connsiteY44" fmla="*/ 30956 h 252412"/>
              <a:gd name="connsiteX45" fmla="*/ 1624013 w 1716882"/>
              <a:gd name="connsiteY45" fmla="*/ 14287 h 252412"/>
              <a:gd name="connsiteX46" fmla="*/ 1702594 w 1716882"/>
              <a:gd name="connsiteY46" fmla="*/ 11906 h 252412"/>
              <a:gd name="connsiteX47" fmla="*/ 1709738 w 1716882"/>
              <a:gd name="connsiteY47" fmla="*/ 7143 h 252412"/>
              <a:gd name="connsiteX48" fmla="*/ 1716882 w 1716882"/>
              <a:gd name="connsiteY48"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514350 w 1716882"/>
              <a:gd name="connsiteY13" fmla="*/ 192881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83419 w 1716882"/>
              <a:gd name="connsiteY18" fmla="*/ 152400 h 252412"/>
              <a:gd name="connsiteX19" fmla="*/ 697707 w 1716882"/>
              <a:gd name="connsiteY19" fmla="*/ 147637 h 252412"/>
              <a:gd name="connsiteX20" fmla="*/ 733425 w 1716882"/>
              <a:gd name="connsiteY20" fmla="*/ 133350 h 252412"/>
              <a:gd name="connsiteX21" fmla="*/ 776288 w 1716882"/>
              <a:gd name="connsiteY21" fmla="*/ 126206 h 252412"/>
              <a:gd name="connsiteX22" fmla="*/ 871538 w 1716882"/>
              <a:gd name="connsiteY22" fmla="*/ 128587 h 252412"/>
              <a:gd name="connsiteX23" fmla="*/ 916782 w 1716882"/>
              <a:gd name="connsiteY23" fmla="*/ 130968 h 252412"/>
              <a:gd name="connsiteX24" fmla="*/ 966788 w 1716882"/>
              <a:gd name="connsiteY24" fmla="*/ 128587 h 252412"/>
              <a:gd name="connsiteX25" fmla="*/ 995363 w 1716882"/>
              <a:gd name="connsiteY25" fmla="*/ 114300 h 252412"/>
              <a:gd name="connsiteX26" fmla="*/ 1004888 w 1716882"/>
              <a:gd name="connsiteY26" fmla="*/ 111918 h 252412"/>
              <a:gd name="connsiteX27" fmla="*/ 1050132 w 1716882"/>
              <a:gd name="connsiteY27" fmla="*/ 107156 h 252412"/>
              <a:gd name="connsiteX28" fmla="*/ 1071563 w 1716882"/>
              <a:gd name="connsiteY28" fmla="*/ 102393 h 252412"/>
              <a:gd name="connsiteX29" fmla="*/ 1083469 w 1716882"/>
              <a:gd name="connsiteY29" fmla="*/ 97631 h 252412"/>
              <a:gd name="connsiteX30" fmla="*/ 1121569 w 1716882"/>
              <a:gd name="connsiteY30" fmla="*/ 90487 h 252412"/>
              <a:gd name="connsiteX31" fmla="*/ 1143000 w 1716882"/>
              <a:gd name="connsiteY31" fmla="*/ 80962 h 252412"/>
              <a:gd name="connsiteX32" fmla="*/ 1169194 w 1716882"/>
              <a:gd name="connsiteY32" fmla="*/ 76200 h 252412"/>
              <a:gd name="connsiteX33" fmla="*/ 1193007 w 1716882"/>
              <a:gd name="connsiteY33" fmla="*/ 69056 h 252412"/>
              <a:gd name="connsiteX34" fmla="*/ 1204913 w 1716882"/>
              <a:gd name="connsiteY34" fmla="*/ 64293 h 252412"/>
              <a:gd name="connsiteX35" fmla="*/ 1245394 w 1716882"/>
              <a:gd name="connsiteY35" fmla="*/ 59531 h 252412"/>
              <a:gd name="connsiteX36" fmla="*/ 1273969 w 1716882"/>
              <a:gd name="connsiteY36" fmla="*/ 52387 h 252412"/>
              <a:gd name="connsiteX37" fmla="*/ 1378744 w 1716882"/>
              <a:gd name="connsiteY37" fmla="*/ 54768 h 252412"/>
              <a:gd name="connsiteX38" fmla="*/ 1443038 w 1716882"/>
              <a:gd name="connsiteY38" fmla="*/ 52387 h 252412"/>
              <a:gd name="connsiteX39" fmla="*/ 1459707 w 1716882"/>
              <a:gd name="connsiteY39" fmla="*/ 54768 h 252412"/>
              <a:gd name="connsiteX40" fmla="*/ 1514475 w 1716882"/>
              <a:gd name="connsiteY40" fmla="*/ 52387 h 252412"/>
              <a:gd name="connsiteX41" fmla="*/ 1535907 w 1716882"/>
              <a:gd name="connsiteY41" fmla="*/ 45243 h 252412"/>
              <a:gd name="connsiteX42" fmla="*/ 1552575 w 1716882"/>
              <a:gd name="connsiteY42" fmla="*/ 38100 h 252412"/>
              <a:gd name="connsiteX43" fmla="*/ 1571625 w 1716882"/>
              <a:gd name="connsiteY43" fmla="*/ 30956 h 252412"/>
              <a:gd name="connsiteX44" fmla="*/ 1624013 w 1716882"/>
              <a:gd name="connsiteY44" fmla="*/ 14287 h 252412"/>
              <a:gd name="connsiteX45" fmla="*/ 1702594 w 1716882"/>
              <a:gd name="connsiteY45" fmla="*/ 11906 h 252412"/>
              <a:gd name="connsiteX46" fmla="*/ 1709738 w 1716882"/>
              <a:gd name="connsiteY46" fmla="*/ 7143 h 252412"/>
              <a:gd name="connsiteX47" fmla="*/ 1716882 w 1716882"/>
              <a:gd name="connsiteY47"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514350 w 1716882"/>
              <a:gd name="connsiteY13" fmla="*/ 192881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733425 w 1716882"/>
              <a:gd name="connsiteY19" fmla="*/ 133350 h 252412"/>
              <a:gd name="connsiteX20" fmla="*/ 776288 w 1716882"/>
              <a:gd name="connsiteY20" fmla="*/ 126206 h 252412"/>
              <a:gd name="connsiteX21" fmla="*/ 871538 w 1716882"/>
              <a:gd name="connsiteY21" fmla="*/ 128587 h 252412"/>
              <a:gd name="connsiteX22" fmla="*/ 916782 w 1716882"/>
              <a:gd name="connsiteY22" fmla="*/ 130968 h 252412"/>
              <a:gd name="connsiteX23" fmla="*/ 966788 w 1716882"/>
              <a:gd name="connsiteY23" fmla="*/ 128587 h 252412"/>
              <a:gd name="connsiteX24" fmla="*/ 995363 w 1716882"/>
              <a:gd name="connsiteY24" fmla="*/ 114300 h 252412"/>
              <a:gd name="connsiteX25" fmla="*/ 1004888 w 1716882"/>
              <a:gd name="connsiteY25" fmla="*/ 111918 h 252412"/>
              <a:gd name="connsiteX26" fmla="*/ 1050132 w 1716882"/>
              <a:gd name="connsiteY26" fmla="*/ 107156 h 252412"/>
              <a:gd name="connsiteX27" fmla="*/ 1071563 w 1716882"/>
              <a:gd name="connsiteY27" fmla="*/ 102393 h 252412"/>
              <a:gd name="connsiteX28" fmla="*/ 1083469 w 1716882"/>
              <a:gd name="connsiteY28" fmla="*/ 97631 h 252412"/>
              <a:gd name="connsiteX29" fmla="*/ 1121569 w 1716882"/>
              <a:gd name="connsiteY29" fmla="*/ 90487 h 252412"/>
              <a:gd name="connsiteX30" fmla="*/ 1143000 w 1716882"/>
              <a:gd name="connsiteY30" fmla="*/ 80962 h 252412"/>
              <a:gd name="connsiteX31" fmla="*/ 1169194 w 1716882"/>
              <a:gd name="connsiteY31" fmla="*/ 76200 h 252412"/>
              <a:gd name="connsiteX32" fmla="*/ 1193007 w 1716882"/>
              <a:gd name="connsiteY32" fmla="*/ 69056 h 252412"/>
              <a:gd name="connsiteX33" fmla="*/ 1204913 w 1716882"/>
              <a:gd name="connsiteY33" fmla="*/ 64293 h 252412"/>
              <a:gd name="connsiteX34" fmla="*/ 1245394 w 1716882"/>
              <a:gd name="connsiteY34" fmla="*/ 59531 h 252412"/>
              <a:gd name="connsiteX35" fmla="*/ 1273969 w 1716882"/>
              <a:gd name="connsiteY35" fmla="*/ 52387 h 252412"/>
              <a:gd name="connsiteX36" fmla="*/ 1378744 w 1716882"/>
              <a:gd name="connsiteY36" fmla="*/ 54768 h 252412"/>
              <a:gd name="connsiteX37" fmla="*/ 1443038 w 1716882"/>
              <a:gd name="connsiteY37" fmla="*/ 52387 h 252412"/>
              <a:gd name="connsiteX38" fmla="*/ 1459707 w 1716882"/>
              <a:gd name="connsiteY38" fmla="*/ 54768 h 252412"/>
              <a:gd name="connsiteX39" fmla="*/ 1514475 w 1716882"/>
              <a:gd name="connsiteY39" fmla="*/ 52387 h 252412"/>
              <a:gd name="connsiteX40" fmla="*/ 1535907 w 1716882"/>
              <a:gd name="connsiteY40" fmla="*/ 45243 h 252412"/>
              <a:gd name="connsiteX41" fmla="*/ 1552575 w 1716882"/>
              <a:gd name="connsiteY41" fmla="*/ 38100 h 252412"/>
              <a:gd name="connsiteX42" fmla="*/ 1571625 w 1716882"/>
              <a:gd name="connsiteY42" fmla="*/ 30956 h 252412"/>
              <a:gd name="connsiteX43" fmla="*/ 1624013 w 1716882"/>
              <a:gd name="connsiteY43" fmla="*/ 14287 h 252412"/>
              <a:gd name="connsiteX44" fmla="*/ 1702594 w 1716882"/>
              <a:gd name="connsiteY44" fmla="*/ 11906 h 252412"/>
              <a:gd name="connsiteX45" fmla="*/ 1709738 w 1716882"/>
              <a:gd name="connsiteY45" fmla="*/ 7143 h 252412"/>
              <a:gd name="connsiteX46" fmla="*/ 1716882 w 1716882"/>
              <a:gd name="connsiteY46"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514350 w 1716882"/>
              <a:gd name="connsiteY13" fmla="*/ 192881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733425 w 1716882"/>
              <a:gd name="connsiteY19" fmla="*/ 133350 h 252412"/>
              <a:gd name="connsiteX20" fmla="*/ 800100 w 1716882"/>
              <a:gd name="connsiteY20" fmla="*/ 130969 h 252412"/>
              <a:gd name="connsiteX21" fmla="*/ 871538 w 1716882"/>
              <a:gd name="connsiteY21" fmla="*/ 128587 h 252412"/>
              <a:gd name="connsiteX22" fmla="*/ 916782 w 1716882"/>
              <a:gd name="connsiteY22" fmla="*/ 130968 h 252412"/>
              <a:gd name="connsiteX23" fmla="*/ 966788 w 1716882"/>
              <a:gd name="connsiteY23" fmla="*/ 128587 h 252412"/>
              <a:gd name="connsiteX24" fmla="*/ 995363 w 1716882"/>
              <a:gd name="connsiteY24" fmla="*/ 114300 h 252412"/>
              <a:gd name="connsiteX25" fmla="*/ 1004888 w 1716882"/>
              <a:gd name="connsiteY25" fmla="*/ 111918 h 252412"/>
              <a:gd name="connsiteX26" fmla="*/ 1050132 w 1716882"/>
              <a:gd name="connsiteY26" fmla="*/ 107156 h 252412"/>
              <a:gd name="connsiteX27" fmla="*/ 1071563 w 1716882"/>
              <a:gd name="connsiteY27" fmla="*/ 102393 h 252412"/>
              <a:gd name="connsiteX28" fmla="*/ 1083469 w 1716882"/>
              <a:gd name="connsiteY28" fmla="*/ 97631 h 252412"/>
              <a:gd name="connsiteX29" fmla="*/ 1121569 w 1716882"/>
              <a:gd name="connsiteY29" fmla="*/ 90487 h 252412"/>
              <a:gd name="connsiteX30" fmla="*/ 1143000 w 1716882"/>
              <a:gd name="connsiteY30" fmla="*/ 80962 h 252412"/>
              <a:gd name="connsiteX31" fmla="*/ 1169194 w 1716882"/>
              <a:gd name="connsiteY31" fmla="*/ 76200 h 252412"/>
              <a:gd name="connsiteX32" fmla="*/ 1193007 w 1716882"/>
              <a:gd name="connsiteY32" fmla="*/ 69056 h 252412"/>
              <a:gd name="connsiteX33" fmla="*/ 1204913 w 1716882"/>
              <a:gd name="connsiteY33" fmla="*/ 64293 h 252412"/>
              <a:gd name="connsiteX34" fmla="*/ 1245394 w 1716882"/>
              <a:gd name="connsiteY34" fmla="*/ 59531 h 252412"/>
              <a:gd name="connsiteX35" fmla="*/ 1273969 w 1716882"/>
              <a:gd name="connsiteY35" fmla="*/ 52387 h 252412"/>
              <a:gd name="connsiteX36" fmla="*/ 1378744 w 1716882"/>
              <a:gd name="connsiteY36" fmla="*/ 54768 h 252412"/>
              <a:gd name="connsiteX37" fmla="*/ 1443038 w 1716882"/>
              <a:gd name="connsiteY37" fmla="*/ 52387 h 252412"/>
              <a:gd name="connsiteX38" fmla="*/ 1459707 w 1716882"/>
              <a:gd name="connsiteY38" fmla="*/ 54768 h 252412"/>
              <a:gd name="connsiteX39" fmla="*/ 1514475 w 1716882"/>
              <a:gd name="connsiteY39" fmla="*/ 52387 h 252412"/>
              <a:gd name="connsiteX40" fmla="*/ 1535907 w 1716882"/>
              <a:gd name="connsiteY40" fmla="*/ 45243 h 252412"/>
              <a:gd name="connsiteX41" fmla="*/ 1552575 w 1716882"/>
              <a:gd name="connsiteY41" fmla="*/ 38100 h 252412"/>
              <a:gd name="connsiteX42" fmla="*/ 1571625 w 1716882"/>
              <a:gd name="connsiteY42" fmla="*/ 30956 h 252412"/>
              <a:gd name="connsiteX43" fmla="*/ 1624013 w 1716882"/>
              <a:gd name="connsiteY43" fmla="*/ 14287 h 252412"/>
              <a:gd name="connsiteX44" fmla="*/ 1702594 w 1716882"/>
              <a:gd name="connsiteY44" fmla="*/ 11906 h 252412"/>
              <a:gd name="connsiteX45" fmla="*/ 1709738 w 1716882"/>
              <a:gd name="connsiteY45" fmla="*/ 7143 h 252412"/>
              <a:gd name="connsiteX46" fmla="*/ 1716882 w 1716882"/>
              <a:gd name="connsiteY46"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514350 w 1716882"/>
              <a:gd name="connsiteY13" fmla="*/ 192881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16782 w 1716882"/>
              <a:gd name="connsiteY21" fmla="*/ 130968 h 252412"/>
              <a:gd name="connsiteX22" fmla="*/ 966788 w 1716882"/>
              <a:gd name="connsiteY22" fmla="*/ 128587 h 252412"/>
              <a:gd name="connsiteX23" fmla="*/ 995363 w 1716882"/>
              <a:gd name="connsiteY23" fmla="*/ 114300 h 252412"/>
              <a:gd name="connsiteX24" fmla="*/ 1004888 w 1716882"/>
              <a:gd name="connsiteY24" fmla="*/ 111918 h 252412"/>
              <a:gd name="connsiteX25" fmla="*/ 1050132 w 1716882"/>
              <a:gd name="connsiteY25" fmla="*/ 107156 h 252412"/>
              <a:gd name="connsiteX26" fmla="*/ 1071563 w 1716882"/>
              <a:gd name="connsiteY26" fmla="*/ 102393 h 252412"/>
              <a:gd name="connsiteX27" fmla="*/ 1083469 w 1716882"/>
              <a:gd name="connsiteY27" fmla="*/ 97631 h 252412"/>
              <a:gd name="connsiteX28" fmla="*/ 1121569 w 1716882"/>
              <a:gd name="connsiteY28" fmla="*/ 90487 h 252412"/>
              <a:gd name="connsiteX29" fmla="*/ 1143000 w 1716882"/>
              <a:gd name="connsiteY29" fmla="*/ 80962 h 252412"/>
              <a:gd name="connsiteX30" fmla="*/ 1169194 w 1716882"/>
              <a:gd name="connsiteY30" fmla="*/ 76200 h 252412"/>
              <a:gd name="connsiteX31" fmla="*/ 1193007 w 1716882"/>
              <a:gd name="connsiteY31" fmla="*/ 69056 h 252412"/>
              <a:gd name="connsiteX32" fmla="*/ 1204913 w 1716882"/>
              <a:gd name="connsiteY32" fmla="*/ 64293 h 252412"/>
              <a:gd name="connsiteX33" fmla="*/ 1245394 w 1716882"/>
              <a:gd name="connsiteY33" fmla="*/ 59531 h 252412"/>
              <a:gd name="connsiteX34" fmla="*/ 1273969 w 1716882"/>
              <a:gd name="connsiteY34" fmla="*/ 52387 h 252412"/>
              <a:gd name="connsiteX35" fmla="*/ 1378744 w 1716882"/>
              <a:gd name="connsiteY35" fmla="*/ 54768 h 252412"/>
              <a:gd name="connsiteX36" fmla="*/ 1443038 w 1716882"/>
              <a:gd name="connsiteY36" fmla="*/ 52387 h 252412"/>
              <a:gd name="connsiteX37" fmla="*/ 1459707 w 1716882"/>
              <a:gd name="connsiteY37" fmla="*/ 54768 h 252412"/>
              <a:gd name="connsiteX38" fmla="*/ 1514475 w 1716882"/>
              <a:gd name="connsiteY38" fmla="*/ 52387 h 252412"/>
              <a:gd name="connsiteX39" fmla="*/ 1535907 w 1716882"/>
              <a:gd name="connsiteY39" fmla="*/ 45243 h 252412"/>
              <a:gd name="connsiteX40" fmla="*/ 1552575 w 1716882"/>
              <a:gd name="connsiteY40" fmla="*/ 38100 h 252412"/>
              <a:gd name="connsiteX41" fmla="*/ 1571625 w 1716882"/>
              <a:gd name="connsiteY41" fmla="*/ 30956 h 252412"/>
              <a:gd name="connsiteX42" fmla="*/ 1624013 w 1716882"/>
              <a:gd name="connsiteY42" fmla="*/ 14287 h 252412"/>
              <a:gd name="connsiteX43" fmla="*/ 1702594 w 1716882"/>
              <a:gd name="connsiteY43" fmla="*/ 11906 h 252412"/>
              <a:gd name="connsiteX44" fmla="*/ 1709738 w 1716882"/>
              <a:gd name="connsiteY44" fmla="*/ 7143 h 252412"/>
              <a:gd name="connsiteX45" fmla="*/ 1716882 w 1716882"/>
              <a:gd name="connsiteY45"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16782 w 1716882"/>
              <a:gd name="connsiteY21" fmla="*/ 130968 h 252412"/>
              <a:gd name="connsiteX22" fmla="*/ 966788 w 1716882"/>
              <a:gd name="connsiteY22" fmla="*/ 128587 h 252412"/>
              <a:gd name="connsiteX23" fmla="*/ 995363 w 1716882"/>
              <a:gd name="connsiteY23" fmla="*/ 114300 h 252412"/>
              <a:gd name="connsiteX24" fmla="*/ 1004888 w 1716882"/>
              <a:gd name="connsiteY24" fmla="*/ 111918 h 252412"/>
              <a:gd name="connsiteX25" fmla="*/ 1050132 w 1716882"/>
              <a:gd name="connsiteY25" fmla="*/ 107156 h 252412"/>
              <a:gd name="connsiteX26" fmla="*/ 1071563 w 1716882"/>
              <a:gd name="connsiteY26" fmla="*/ 102393 h 252412"/>
              <a:gd name="connsiteX27" fmla="*/ 1083469 w 1716882"/>
              <a:gd name="connsiteY27" fmla="*/ 97631 h 252412"/>
              <a:gd name="connsiteX28" fmla="*/ 1121569 w 1716882"/>
              <a:gd name="connsiteY28" fmla="*/ 90487 h 252412"/>
              <a:gd name="connsiteX29" fmla="*/ 1143000 w 1716882"/>
              <a:gd name="connsiteY29" fmla="*/ 80962 h 252412"/>
              <a:gd name="connsiteX30" fmla="*/ 1169194 w 1716882"/>
              <a:gd name="connsiteY30" fmla="*/ 76200 h 252412"/>
              <a:gd name="connsiteX31" fmla="*/ 1193007 w 1716882"/>
              <a:gd name="connsiteY31" fmla="*/ 69056 h 252412"/>
              <a:gd name="connsiteX32" fmla="*/ 1204913 w 1716882"/>
              <a:gd name="connsiteY32" fmla="*/ 64293 h 252412"/>
              <a:gd name="connsiteX33" fmla="*/ 1245394 w 1716882"/>
              <a:gd name="connsiteY33" fmla="*/ 59531 h 252412"/>
              <a:gd name="connsiteX34" fmla="*/ 1273969 w 1716882"/>
              <a:gd name="connsiteY34" fmla="*/ 52387 h 252412"/>
              <a:gd name="connsiteX35" fmla="*/ 1378744 w 1716882"/>
              <a:gd name="connsiteY35" fmla="*/ 54768 h 252412"/>
              <a:gd name="connsiteX36" fmla="*/ 1443038 w 1716882"/>
              <a:gd name="connsiteY36" fmla="*/ 52387 h 252412"/>
              <a:gd name="connsiteX37" fmla="*/ 1459707 w 1716882"/>
              <a:gd name="connsiteY37" fmla="*/ 54768 h 252412"/>
              <a:gd name="connsiteX38" fmla="*/ 1514475 w 1716882"/>
              <a:gd name="connsiteY38" fmla="*/ 52387 h 252412"/>
              <a:gd name="connsiteX39" fmla="*/ 1535907 w 1716882"/>
              <a:gd name="connsiteY39" fmla="*/ 45243 h 252412"/>
              <a:gd name="connsiteX40" fmla="*/ 1552575 w 1716882"/>
              <a:gd name="connsiteY40" fmla="*/ 38100 h 252412"/>
              <a:gd name="connsiteX41" fmla="*/ 1571625 w 1716882"/>
              <a:gd name="connsiteY41" fmla="*/ 30956 h 252412"/>
              <a:gd name="connsiteX42" fmla="*/ 1624013 w 1716882"/>
              <a:gd name="connsiteY42" fmla="*/ 14287 h 252412"/>
              <a:gd name="connsiteX43" fmla="*/ 1702594 w 1716882"/>
              <a:gd name="connsiteY43" fmla="*/ 11906 h 252412"/>
              <a:gd name="connsiteX44" fmla="*/ 1709738 w 1716882"/>
              <a:gd name="connsiteY44" fmla="*/ 7143 h 252412"/>
              <a:gd name="connsiteX45" fmla="*/ 1716882 w 1716882"/>
              <a:gd name="connsiteY45"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16782 w 1716882"/>
              <a:gd name="connsiteY21" fmla="*/ 130968 h 252412"/>
              <a:gd name="connsiteX22" fmla="*/ 966788 w 1716882"/>
              <a:gd name="connsiteY22" fmla="*/ 128587 h 252412"/>
              <a:gd name="connsiteX23" fmla="*/ 995363 w 1716882"/>
              <a:gd name="connsiteY23" fmla="*/ 114300 h 252412"/>
              <a:gd name="connsiteX24" fmla="*/ 1004888 w 1716882"/>
              <a:gd name="connsiteY24" fmla="*/ 111918 h 252412"/>
              <a:gd name="connsiteX25" fmla="*/ 1050132 w 1716882"/>
              <a:gd name="connsiteY25" fmla="*/ 107156 h 252412"/>
              <a:gd name="connsiteX26" fmla="*/ 1071563 w 1716882"/>
              <a:gd name="connsiteY26" fmla="*/ 102393 h 252412"/>
              <a:gd name="connsiteX27" fmla="*/ 1083469 w 1716882"/>
              <a:gd name="connsiteY27" fmla="*/ 97631 h 252412"/>
              <a:gd name="connsiteX28" fmla="*/ 1121569 w 1716882"/>
              <a:gd name="connsiteY28" fmla="*/ 90487 h 252412"/>
              <a:gd name="connsiteX29" fmla="*/ 1143000 w 1716882"/>
              <a:gd name="connsiteY29" fmla="*/ 80962 h 252412"/>
              <a:gd name="connsiteX30" fmla="*/ 1169194 w 1716882"/>
              <a:gd name="connsiteY30" fmla="*/ 76200 h 252412"/>
              <a:gd name="connsiteX31" fmla="*/ 1204913 w 1716882"/>
              <a:gd name="connsiteY31" fmla="*/ 64293 h 252412"/>
              <a:gd name="connsiteX32" fmla="*/ 1245394 w 1716882"/>
              <a:gd name="connsiteY32" fmla="*/ 59531 h 252412"/>
              <a:gd name="connsiteX33" fmla="*/ 1273969 w 1716882"/>
              <a:gd name="connsiteY33" fmla="*/ 52387 h 252412"/>
              <a:gd name="connsiteX34" fmla="*/ 1378744 w 1716882"/>
              <a:gd name="connsiteY34" fmla="*/ 54768 h 252412"/>
              <a:gd name="connsiteX35" fmla="*/ 1443038 w 1716882"/>
              <a:gd name="connsiteY35" fmla="*/ 52387 h 252412"/>
              <a:gd name="connsiteX36" fmla="*/ 1459707 w 1716882"/>
              <a:gd name="connsiteY36" fmla="*/ 54768 h 252412"/>
              <a:gd name="connsiteX37" fmla="*/ 1514475 w 1716882"/>
              <a:gd name="connsiteY37" fmla="*/ 52387 h 252412"/>
              <a:gd name="connsiteX38" fmla="*/ 1535907 w 1716882"/>
              <a:gd name="connsiteY38" fmla="*/ 45243 h 252412"/>
              <a:gd name="connsiteX39" fmla="*/ 1552575 w 1716882"/>
              <a:gd name="connsiteY39" fmla="*/ 38100 h 252412"/>
              <a:gd name="connsiteX40" fmla="*/ 1571625 w 1716882"/>
              <a:gd name="connsiteY40" fmla="*/ 30956 h 252412"/>
              <a:gd name="connsiteX41" fmla="*/ 1624013 w 1716882"/>
              <a:gd name="connsiteY41" fmla="*/ 14287 h 252412"/>
              <a:gd name="connsiteX42" fmla="*/ 1702594 w 1716882"/>
              <a:gd name="connsiteY42" fmla="*/ 11906 h 252412"/>
              <a:gd name="connsiteX43" fmla="*/ 1709738 w 1716882"/>
              <a:gd name="connsiteY43" fmla="*/ 7143 h 252412"/>
              <a:gd name="connsiteX44" fmla="*/ 1716882 w 1716882"/>
              <a:gd name="connsiteY44"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16782 w 1716882"/>
              <a:gd name="connsiteY21" fmla="*/ 130968 h 252412"/>
              <a:gd name="connsiteX22" fmla="*/ 966788 w 1716882"/>
              <a:gd name="connsiteY22" fmla="*/ 128587 h 252412"/>
              <a:gd name="connsiteX23" fmla="*/ 995363 w 1716882"/>
              <a:gd name="connsiteY23" fmla="*/ 114300 h 252412"/>
              <a:gd name="connsiteX24" fmla="*/ 1004888 w 1716882"/>
              <a:gd name="connsiteY24" fmla="*/ 111918 h 252412"/>
              <a:gd name="connsiteX25" fmla="*/ 1050132 w 1716882"/>
              <a:gd name="connsiteY25" fmla="*/ 107156 h 252412"/>
              <a:gd name="connsiteX26" fmla="*/ 1071563 w 1716882"/>
              <a:gd name="connsiteY26" fmla="*/ 102393 h 252412"/>
              <a:gd name="connsiteX27" fmla="*/ 1083469 w 1716882"/>
              <a:gd name="connsiteY27" fmla="*/ 97631 h 252412"/>
              <a:gd name="connsiteX28" fmla="*/ 1121569 w 1716882"/>
              <a:gd name="connsiteY28" fmla="*/ 90487 h 252412"/>
              <a:gd name="connsiteX29" fmla="*/ 1169194 w 1716882"/>
              <a:gd name="connsiteY29" fmla="*/ 76200 h 252412"/>
              <a:gd name="connsiteX30" fmla="*/ 1204913 w 1716882"/>
              <a:gd name="connsiteY30" fmla="*/ 64293 h 252412"/>
              <a:gd name="connsiteX31" fmla="*/ 1245394 w 1716882"/>
              <a:gd name="connsiteY31" fmla="*/ 59531 h 252412"/>
              <a:gd name="connsiteX32" fmla="*/ 1273969 w 1716882"/>
              <a:gd name="connsiteY32" fmla="*/ 52387 h 252412"/>
              <a:gd name="connsiteX33" fmla="*/ 1378744 w 1716882"/>
              <a:gd name="connsiteY33" fmla="*/ 54768 h 252412"/>
              <a:gd name="connsiteX34" fmla="*/ 1443038 w 1716882"/>
              <a:gd name="connsiteY34" fmla="*/ 52387 h 252412"/>
              <a:gd name="connsiteX35" fmla="*/ 1459707 w 1716882"/>
              <a:gd name="connsiteY35" fmla="*/ 54768 h 252412"/>
              <a:gd name="connsiteX36" fmla="*/ 1514475 w 1716882"/>
              <a:gd name="connsiteY36" fmla="*/ 52387 h 252412"/>
              <a:gd name="connsiteX37" fmla="*/ 1535907 w 1716882"/>
              <a:gd name="connsiteY37" fmla="*/ 45243 h 252412"/>
              <a:gd name="connsiteX38" fmla="*/ 1552575 w 1716882"/>
              <a:gd name="connsiteY38" fmla="*/ 38100 h 252412"/>
              <a:gd name="connsiteX39" fmla="*/ 1571625 w 1716882"/>
              <a:gd name="connsiteY39" fmla="*/ 30956 h 252412"/>
              <a:gd name="connsiteX40" fmla="*/ 1624013 w 1716882"/>
              <a:gd name="connsiteY40" fmla="*/ 14287 h 252412"/>
              <a:gd name="connsiteX41" fmla="*/ 1702594 w 1716882"/>
              <a:gd name="connsiteY41" fmla="*/ 11906 h 252412"/>
              <a:gd name="connsiteX42" fmla="*/ 1709738 w 1716882"/>
              <a:gd name="connsiteY42" fmla="*/ 7143 h 252412"/>
              <a:gd name="connsiteX43" fmla="*/ 1716882 w 1716882"/>
              <a:gd name="connsiteY43"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16782 w 1716882"/>
              <a:gd name="connsiteY21" fmla="*/ 130968 h 252412"/>
              <a:gd name="connsiteX22" fmla="*/ 995363 w 1716882"/>
              <a:gd name="connsiteY22" fmla="*/ 114300 h 252412"/>
              <a:gd name="connsiteX23" fmla="*/ 1004888 w 1716882"/>
              <a:gd name="connsiteY23" fmla="*/ 111918 h 252412"/>
              <a:gd name="connsiteX24" fmla="*/ 1050132 w 1716882"/>
              <a:gd name="connsiteY24" fmla="*/ 107156 h 252412"/>
              <a:gd name="connsiteX25" fmla="*/ 1071563 w 1716882"/>
              <a:gd name="connsiteY25" fmla="*/ 102393 h 252412"/>
              <a:gd name="connsiteX26" fmla="*/ 1083469 w 1716882"/>
              <a:gd name="connsiteY26" fmla="*/ 97631 h 252412"/>
              <a:gd name="connsiteX27" fmla="*/ 1121569 w 1716882"/>
              <a:gd name="connsiteY27" fmla="*/ 90487 h 252412"/>
              <a:gd name="connsiteX28" fmla="*/ 1169194 w 1716882"/>
              <a:gd name="connsiteY28" fmla="*/ 76200 h 252412"/>
              <a:gd name="connsiteX29" fmla="*/ 1204913 w 1716882"/>
              <a:gd name="connsiteY29" fmla="*/ 64293 h 252412"/>
              <a:gd name="connsiteX30" fmla="*/ 1245394 w 1716882"/>
              <a:gd name="connsiteY30" fmla="*/ 59531 h 252412"/>
              <a:gd name="connsiteX31" fmla="*/ 1273969 w 1716882"/>
              <a:gd name="connsiteY31" fmla="*/ 52387 h 252412"/>
              <a:gd name="connsiteX32" fmla="*/ 1378744 w 1716882"/>
              <a:gd name="connsiteY32" fmla="*/ 54768 h 252412"/>
              <a:gd name="connsiteX33" fmla="*/ 1443038 w 1716882"/>
              <a:gd name="connsiteY33" fmla="*/ 52387 h 252412"/>
              <a:gd name="connsiteX34" fmla="*/ 1459707 w 1716882"/>
              <a:gd name="connsiteY34" fmla="*/ 54768 h 252412"/>
              <a:gd name="connsiteX35" fmla="*/ 1514475 w 1716882"/>
              <a:gd name="connsiteY35" fmla="*/ 52387 h 252412"/>
              <a:gd name="connsiteX36" fmla="*/ 1535907 w 1716882"/>
              <a:gd name="connsiteY36" fmla="*/ 45243 h 252412"/>
              <a:gd name="connsiteX37" fmla="*/ 1552575 w 1716882"/>
              <a:gd name="connsiteY37" fmla="*/ 38100 h 252412"/>
              <a:gd name="connsiteX38" fmla="*/ 1571625 w 1716882"/>
              <a:gd name="connsiteY38" fmla="*/ 30956 h 252412"/>
              <a:gd name="connsiteX39" fmla="*/ 1624013 w 1716882"/>
              <a:gd name="connsiteY39" fmla="*/ 14287 h 252412"/>
              <a:gd name="connsiteX40" fmla="*/ 1702594 w 1716882"/>
              <a:gd name="connsiteY40" fmla="*/ 11906 h 252412"/>
              <a:gd name="connsiteX41" fmla="*/ 1709738 w 1716882"/>
              <a:gd name="connsiteY41" fmla="*/ 7143 h 252412"/>
              <a:gd name="connsiteX42" fmla="*/ 1716882 w 1716882"/>
              <a:gd name="connsiteY42"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16782 w 1716882"/>
              <a:gd name="connsiteY21" fmla="*/ 130968 h 252412"/>
              <a:gd name="connsiteX22" fmla="*/ 995363 w 1716882"/>
              <a:gd name="connsiteY22" fmla="*/ 114300 h 252412"/>
              <a:gd name="connsiteX23" fmla="*/ 1050132 w 1716882"/>
              <a:gd name="connsiteY23" fmla="*/ 107156 h 252412"/>
              <a:gd name="connsiteX24" fmla="*/ 1071563 w 1716882"/>
              <a:gd name="connsiteY24" fmla="*/ 102393 h 252412"/>
              <a:gd name="connsiteX25" fmla="*/ 1083469 w 1716882"/>
              <a:gd name="connsiteY25" fmla="*/ 97631 h 252412"/>
              <a:gd name="connsiteX26" fmla="*/ 1121569 w 1716882"/>
              <a:gd name="connsiteY26" fmla="*/ 90487 h 252412"/>
              <a:gd name="connsiteX27" fmla="*/ 1169194 w 1716882"/>
              <a:gd name="connsiteY27" fmla="*/ 76200 h 252412"/>
              <a:gd name="connsiteX28" fmla="*/ 1204913 w 1716882"/>
              <a:gd name="connsiteY28" fmla="*/ 64293 h 252412"/>
              <a:gd name="connsiteX29" fmla="*/ 1245394 w 1716882"/>
              <a:gd name="connsiteY29" fmla="*/ 59531 h 252412"/>
              <a:gd name="connsiteX30" fmla="*/ 1273969 w 1716882"/>
              <a:gd name="connsiteY30" fmla="*/ 52387 h 252412"/>
              <a:gd name="connsiteX31" fmla="*/ 1378744 w 1716882"/>
              <a:gd name="connsiteY31" fmla="*/ 54768 h 252412"/>
              <a:gd name="connsiteX32" fmla="*/ 1443038 w 1716882"/>
              <a:gd name="connsiteY32" fmla="*/ 52387 h 252412"/>
              <a:gd name="connsiteX33" fmla="*/ 1459707 w 1716882"/>
              <a:gd name="connsiteY33" fmla="*/ 54768 h 252412"/>
              <a:gd name="connsiteX34" fmla="*/ 1514475 w 1716882"/>
              <a:gd name="connsiteY34" fmla="*/ 52387 h 252412"/>
              <a:gd name="connsiteX35" fmla="*/ 1535907 w 1716882"/>
              <a:gd name="connsiteY35" fmla="*/ 45243 h 252412"/>
              <a:gd name="connsiteX36" fmla="*/ 1552575 w 1716882"/>
              <a:gd name="connsiteY36" fmla="*/ 38100 h 252412"/>
              <a:gd name="connsiteX37" fmla="*/ 1571625 w 1716882"/>
              <a:gd name="connsiteY37" fmla="*/ 30956 h 252412"/>
              <a:gd name="connsiteX38" fmla="*/ 1624013 w 1716882"/>
              <a:gd name="connsiteY38" fmla="*/ 14287 h 252412"/>
              <a:gd name="connsiteX39" fmla="*/ 1702594 w 1716882"/>
              <a:gd name="connsiteY39" fmla="*/ 11906 h 252412"/>
              <a:gd name="connsiteX40" fmla="*/ 1709738 w 1716882"/>
              <a:gd name="connsiteY40" fmla="*/ 7143 h 252412"/>
              <a:gd name="connsiteX41" fmla="*/ 1716882 w 1716882"/>
              <a:gd name="connsiteY41"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16782 w 1716882"/>
              <a:gd name="connsiteY21" fmla="*/ 130968 h 252412"/>
              <a:gd name="connsiteX22" fmla="*/ 995363 w 1716882"/>
              <a:gd name="connsiteY22" fmla="*/ 114300 h 252412"/>
              <a:gd name="connsiteX23" fmla="*/ 1050132 w 1716882"/>
              <a:gd name="connsiteY23" fmla="*/ 107156 h 252412"/>
              <a:gd name="connsiteX24" fmla="*/ 1071563 w 1716882"/>
              <a:gd name="connsiteY24" fmla="*/ 102393 h 252412"/>
              <a:gd name="connsiteX25" fmla="*/ 1121569 w 1716882"/>
              <a:gd name="connsiteY25" fmla="*/ 90487 h 252412"/>
              <a:gd name="connsiteX26" fmla="*/ 1169194 w 1716882"/>
              <a:gd name="connsiteY26" fmla="*/ 76200 h 252412"/>
              <a:gd name="connsiteX27" fmla="*/ 1204913 w 1716882"/>
              <a:gd name="connsiteY27" fmla="*/ 64293 h 252412"/>
              <a:gd name="connsiteX28" fmla="*/ 1245394 w 1716882"/>
              <a:gd name="connsiteY28" fmla="*/ 59531 h 252412"/>
              <a:gd name="connsiteX29" fmla="*/ 1273969 w 1716882"/>
              <a:gd name="connsiteY29" fmla="*/ 52387 h 252412"/>
              <a:gd name="connsiteX30" fmla="*/ 1378744 w 1716882"/>
              <a:gd name="connsiteY30" fmla="*/ 54768 h 252412"/>
              <a:gd name="connsiteX31" fmla="*/ 1443038 w 1716882"/>
              <a:gd name="connsiteY31" fmla="*/ 52387 h 252412"/>
              <a:gd name="connsiteX32" fmla="*/ 1459707 w 1716882"/>
              <a:gd name="connsiteY32" fmla="*/ 54768 h 252412"/>
              <a:gd name="connsiteX33" fmla="*/ 1514475 w 1716882"/>
              <a:gd name="connsiteY33" fmla="*/ 52387 h 252412"/>
              <a:gd name="connsiteX34" fmla="*/ 1535907 w 1716882"/>
              <a:gd name="connsiteY34" fmla="*/ 45243 h 252412"/>
              <a:gd name="connsiteX35" fmla="*/ 1552575 w 1716882"/>
              <a:gd name="connsiteY35" fmla="*/ 38100 h 252412"/>
              <a:gd name="connsiteX36" fmla="*/ 1571625 w 1716882"/>
              <a:gd name="connsiteY36" fmla="*/ 30956 h 252412"/>
              <a:gd name="connsiteX37" fmla="*/ 1624013 w 1716882"/>
              <a:gd name="connsiteY37" fmla="*/ 14287 h 252412"/>
              <a:gd name="connsiteX38" fmla="*/ 1702594 w 1716882"/>
              <a:gd name="connsiteY38" fmla="*/ 11906 h 252412"/>
              <a:gd name="connsiteX39" fmla="*/ 1709738 w 1716882"/>
              <a:gd name="connsiteY39" fmla="*/ 7143 h 252412"/>
              <a:gd name="connsiteX40" fmla="*/ 1716882 w 1716882"/>
              <a:gd name="connsiteY40"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16782 w 1716882"/>
              <a:gd name="connsiteY21" fmla="*/ 130968 h 252412"/>
              <a:gd name="connsiteX22" fmla="*/ 995363 w 1716882"/>
              <a:gd name="connsiteY22" fmla="*/ 114300 h 252412"/>
              <a:gd name="connsiteX23" fmla="*/ 1050132 w 1716882"/>
              <a:gd name="connsiteY23" fmla="*/ 107156 h 252412"/>
              <a:gd name="connsiteX24" fmla="*/ 1071563 w 1716882"/>
              <a:gd name="connsiteY24" fmla="*/ 102393 h 252412"/>
              <a:gd name="connsiteX25" fmla="*/ 1121569 w 1716882"/>
              <a:gd name="connsiteY25" fmla="*/ 90487 h 252412"/>
              <a:gd name="connsiteX26" fmla="*/ 1169194 w 1716882"/>
              <a:gd name="connsiteY26" fmla="*/ 76200 h 252412"/>
              <a:gd name="connsiteX27" fmla="*/ 1204913 w 1716882"/>
              <a:gd name="connsiteY27" fmla="*/ 64293 h 252412"/>
              <a:gd name="connsiteX28" fmla="*/ 1245394 w 1716882"/>
              <a:gd name="connsiteY28" fmla="*/ 59531 h 252412"/>
              <a:gd name="connsiteX29" fmla="*/ 1302544 w 1716882"/>
              <a:gd name="connsiteY29" fmla="*/ 57149 h 252412"/>
              <a:gd name="connsiteX30" fmla="*/ 1378744 w 1716882"/>
              <a:gd name="connsiteY30" fmla="*/ 54768 h 252412"/>
              <a:gd name="connsiteX31" fmla="*/ 1443038 w 1716882"/>
              <a:gd name="connsiteY31" fmla="*/ 52387 h 252412"/>
              <a:gd name="connsiteX32" fmla="*/ 1459707 w 1716882"/>
              <a:gd name="connsiteY32" fmla="*/ 54768 h 252412"/>
              <a:gd name="connsiteX33" fmla="*/ 1514475 w 1716882"/>
              <a:gd name="connsiteY33" fmla="*/ 52387 h 252412"/>
              <a:gd name="connsiteX34" fmla="*/ 1535907 w 1716882"/>
              <a:gd name="connsiteY34" fmla="*/ 45243 h 252412"/>
              <a:gd name="connsiteX35" fmla="*/ 1552575 w 1716882"/>
              <a:gd name="connsiteY35" fmla="*/ 38100 h 252412"/>
              <a:gd name="connsiteX36" fmla="*/ 1571625 w 1716882"/>
              <a:gd name="connsiteY36" fmla="*/ 30956 h 252412"/>
              <a:gd name="connsiteX37" fmla="*/ 1624013 w 1716882"/>
              <a:gd name="connsiteY37" fmla="*/ 14287 h 252412"/>
              <a:gd name="connsiteX38" fmla="*/ 1702594 w 1716882"/>
              <a:gd name="connsiteY38" fmla="*/ 11906 h 252412"/>
              <a:gd name="connsiteX39" fmla="*/ 1709738 w 1716882"/>
              <a:gd name="connsiteY39" fmla="*/ 7143 h 252412"/>
              <a:gd name="connsiteX40" fmla="*/ 1716882 w 1716882"/>
              <a:gd name="connsiteY40"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16782 w 1716882"/>
              <a:gd name="connsiteY21" fmla="*/ 130968 h 252412"/>
              <a:gd name="connsiteX22" fmla="*/ 995363 w 1716882"/>
              <a:gd name="connsiteY22" fmla="*/ 114300 h 252412"/>
              <a:gd name="connsiteX23" fmla="*/ 1050132 w 1716882"/>
              <a:gd name="connsiteY23" fmla="*/ 107156 h 252412"/>
              <a:gd name="connsiteX24" fmla="*/ 1071563 w 1716882"/>
              <a:gd name="connsiteY24" fmla="*/ 102393 h 252412"/>
              <a:gd name="connsiteX25" fmla="*/ 1121569 w 1716882"/>
              <a:gd name="connsiteY25" fmla="*/ 90487 h 252412"/>
              <a:gd name="connsiteX26" fmla="*/ 1169194 w 1716882"/>
              <a:gd name="connsiteY26" fmla="*/ 76200 h 252412"/>
              <a:gd name="connsiteX27" fmla="*/ 1204913 w 1716882"/>
              <a:gd name="connsiteY27" fmla="*/ 64293 h 252412"/>
              <a:gd name="connsiteX28" fmla="*/ 1302544 w 1716882"/>
              <a:gd name="connsiteY28" fmla="*/ 57149 h 252412"/>
              <a:gd name="connsiteX29" fmla="*/ 1378744 w 1716882"/>
              <a:gd name="connsiteY29" fmla="*/ 54768 h 252412"/>
              <a:gd name="connsiteX30" fmla="*/ 1443038 w 1716882"/>
              <a:gd name="connsiteY30" fmla="*/ 52387 h 252412"/>
              <a:gd name="connsiteX31" fmla="*/ 1459707 w 1716882"/>
              <a:gd name="connsiteY31" fmla="*/ 54768 h 252412"/>
              <a:gd name="connsiteX32" fmla="*/ 1514475 w 1716882"/>
              <a:gd name="connsiteY32" fmla="*/ 52387 h 252412"/>
              <a:gd name="connsiteX33" fmla="*/ 1535907 w 1716882"/>
              <a:gd name="connsiteY33" fmla="*/ 45243 h 252412"/>
              <a:gd name="connsiteX34" fmla="*/ 1552575 w 1716882"/>
              <a:gd name="connsiteY34" fmla="*/ 38100 h 252412"/>
              <a:gd name="connsiteX35" fmla="*/ 1571625 w 1716882"/>
              <a:gd name="connsiteY35" fmla="*/ 30956 h 252412"/>
              <a:gd name="connsiteX36" fmla="*/ 1624013 w 1716882"/>
              <a:gd name="connsiteY36" fmla="*/ 14287 h 252412"/>
              <a:gd name="connsiteX37" fmla="*/ 1702594 w 1716882"/>
              <a:gd name="connsiteY37" fmla="*/ 11906 h 252412"/>
              <a:gd name="connsiteX38" fmla="*/ 1709738 w 1716882"/>
              <a:gd name="connsiteY38" fmla="*/ 7143 h 252412"/>
              <a:gd name="connsiteX39" fmla="*/ 1716882 w 1716882"/>
              <a:gd name="connsiteY39"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16782 w 1716882"/>
              <a:gd name="connsiteY21" fmla="*/ 130968 h 252412"/>
              <a:gd name="connsiteX22" fmla="*/ 995363 w 1716882"/>
              <a:gd name="connsiteY22" fmla="*/ 114300 h 252412"/>
              <a:gd name="connsiteX23" fmla="*/ 1050132 w 1716882"/>
              <a:gd name="connsiteY23" fmla="*/ 107156 h 252412"/>
              <a:gd name="connsiteX24" fmla="*/ 1071563 w 1716882"/>
              <a:gd name="connsiteY24" fmla="*/ 102393 h 252412"/>
              <a:gd name="connsiteX25" fmla="*/ 1121569 w 1716882"/>
              <a:gd name="connsiteY25" fmla="*/ 90487 h 252412"/>
              <a:gd name="connsiteX26" fmla="*/ 1169194 w 1716882"/>
              <a:gd name="connsiteY26" fmla="*/ 76200 h 252412"/>
              <a:gd name="connsiteX27" fmla="*/ 1226344 w 1716882"/>
              <a:gd name="connsiteY27" fmla="*/ 66674 h 252412"/>
              <a:gd name="connsiteX28" fmla="*/ 1302544 w 1716882"/>
              <a:gd name="connsiteY28" fmla="*/ 57149 h 252412"/>
              <a:gd name="connsiteX29" fmla="*/ 1378744 w 1716882"/>
              <a:gd name="connsiteY29" fmla="*/ 54768 h 252412"/>
              <a:gd name="connsiteX30" fmla="*/ 1443038 w 1716882"/>
              <a:gd name="connsiteY30" fmla="*/ 52387 h 252412"/>
              <a:gd name="connsiteX31" fmla="*/ 1459707 w 1716882"/>
              <a:gd name="connsiteY31" fmla="*/ 54768 h 252412"/>
              <a:gd name="connsiteX32" fmla="*/ 1514475 w 1716882"/>
              <a:gd name="connsiteY32" fmla="*/ 52387 h 252412"/>
              <a:gd name="connsiteX33" fmla="*/ 1535907 w 1716882"/>
              <a:gd name="connsiteY33" fmla="*/ 45243 h 252412"/>
              <a:gd name="connsiteX34" fmla="*/ 1552575 w 1716882"/>
              <a:gd name="connsiteY34" fmla="*/ 38100 h 252412"/>
              <a:gd name="connsiteX35" fmla="*/ 1571625 w 1716882"/>
              <a:gd name="connsiteY35" fmla="*/ 30956 h 252412"/>
              <a:gd name="connsiteX36" fmla="*/ 1624013 w 1716882"/>
              <a:gd name="connsiteY36" fmla="*/ 14287 h 252412"/>
              <a:gd name="connsiteX37" fmla="*/ 1702594 w 1716882"/>
              <a:gd name="connsiteY37" fmla="*/ 11906 h 252412"/>
              <a:gd name="connsiteX38" fmla="*/ 1709738 w 1716882"/>
              <a:gd name="connsiteY38" fmla="*/ 7143 h 252412"/>
              <a:gd name="connsiteX39" fmla="*/ 1716882 w 1716882"/>
              <a:gd name="connsiteY39"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33451 w 1716882"/>
              <a:gd name="connsiteY21" fmla="*/ 123824 h 252412"/>
              <a:gd name="connsiteX22" fmla="*/ 995363 w 1716882"/>
              <a:gd name="connsiteY22" fmla="*/ 114300 h 252412"/>
              <a:gd name="connsiteX23" fmla="*/ 1050132 w 1716882"/>
              <a:gd name="connsiteY23" fmla="*/ 107156 h 252412"/>
              <a:gd name="connsiteX24" fmla="*/ 1071563 w 1716882"/>
              <a:gd name="connsiteY24" fmla="*/ 102393 h 252412"/>
              <a:gd name="connsiteX25" fmla="*/ 1121569 w 1716882"/>
              <a:gd name="connsiteY25" fmla="*/ 90487 h 252412"/>
              <a:gd name="connsiteX26" fmla="*/ 1169194 w 1716882"/>
              <a:gd name="connsiteY26" fmla="*/ 76200 h 252412"/>
              <a:gd name="connsiteX27" fmla="*/ 1226344 w 1716882"/>
              <a:gd name="connsiteY27" fmla="*/ 66674 h 252412"/>
              <a:gd name="connsiteX28" fmla="*/ 1302544 w 1716882"/>
              <a:gd name="connsiteY28" fmla="*/ 57149 h 252412"/>
              <a:gd name="connsiteX29" fmla="*/ 1378744 w 1716882"/>
              <a:gd name="connsiteY29" fmla="*/ 54768 h 252412"/>
              <a:gd name="connsiteX30" fmla="*/ 1443038 w 1716882"/>
              <a:gd name="connsiteY30" fmla="*/ 52387 h 252412"/>
              <a:gd name="connsiteX31" fmla="*/ 1459707 w 1716882"/>
              <a:gd name="connsiteY31" fmla="*/ 54768 h 252412"/>
              <a:gd name="connsiteX32" fmla="*/ 1514475 w 1716882"/>
              <a:gd name="connsiteY32" fmla="*/ 52387 h 252412"/>
              <a:gd name="connsiteX33" fmla="*/ 1535907 w 1716882"/>
              <a:gd name="connsiteY33" fmla="*/ 45243 h 252412"/>
              <a:gd name="connsiteX34" fmla="*/ 1552575 w 1716882"/>
              <a:gd name="connsiteY34" fmla="*/ 38100 h 252412"/>
              <a:gd name="connsiteX35" fmla="*/ 1571625 w 1716882"/>
              <a:gd name="connsiteY35" fmla="*/ 30956 h 252412"/>
              <a:gd name="connsiteX36" fmla="*/ 1624013 w 1716882"/>
              <a:gd name="connsiteY36" fmla="*/ 14287 h 252412"/>
              <a:gd name="connsiteX37" fmla="*/ 1702594 w 1716882"/>
              <a:gd name="connsiteY37" fmla="*/ 11906 h 252412"/>
              <a:gd name="connsiteX38" fmla="*/ 1709738 w 1716882"/>
              <a:gd name="connsiteY38" fmla="*/ 7143 h 252412"/>
              <a:gd name="connsiteX39" fmla="*/ 1716882 w 1716882"/>
              <a:gd name="connsiteY39"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33451 w 1716882"/>
              <a:gd name="connsiteY21" fmla="*/ 123824 h 252412"/>
              <a:gd name="connsiteX22" fmla="*/ 995363 w 1716882"/>
              <a:gd name="connsiteY22" fmla="*/ 114300 h 252412"/>
              <a:gd name="connsiteX23" fmla="*/ 1050132 w 1716882"/>
              <a:gd name="connsiteY23" fmla="*/ 107156 h 252412"/>
              <a:gd name="connsiteX24" fmla="*/ 1071563 w 1716882"/>
              <a:gd name="connsiteY24" fmla="*/ 102393 h 252412"/>
              <a:gd name="connsiteX25" fmla="*/ 1121569 w 1716882"/>
              <a:gd name="connsiteY25" fmla="*/ 90487 h 252412"/>
              <a:gd name="connsiteX26" fmla="*/ 1169194 w 1716882"/>
              <a:gd name="connsiteY26" fmla="*/ 76200 h 252412"/>
              <a:gd name="connsiteX27" fmla="*/ 1226344 w 1716882"/>
              <a:gd name="connsiteY27" fmla="*/ 66674 h 252412"/>
              <a:gd name="connsiteX28" fmla="*/ 1302544 w 1716882"/>
              <a:gd name="connsiteY28" fmla="*/ 57149 h 252412"/>
              <a:gd name="connsiteX29" fmla="*/ 1378744 w 1716882"/>
              <a:gd name="connsiteY29" fmla="*/ 54768 h 252412"/>
              <a:gd name="connsiteX30" fmla="*/ 1443038 w 1716882"/>
              <a:gd name="connsiteY30" fmla="*/ 52387 h 252412"/>
              <a:gd name="connsiteX31" fmla="*/ 1459707 w 1716882"/>
              <a:gd name="connsiteY31" fmla="*/ 54768 h 252412"/>
              <a:gd name="connsiteX32" fmla="*/ 1514475 w 1716882"/>
              <a:gd name="connsiteY32" fmla="*/ 52387 h 252412"/>
              <a:gd name="connsiteX33" fmla="*/ 1552575 w 1716882"/>
              <a:gd name="connsiteY33" fmla="*/ 38100 h 252412"/>
              <a:gd name="connsiteX34" fmla="*/ 1571625 w 1716882"/>
              <a:gd name="connsiteY34" fmla="*/ 30956 h 252412"/>
              <a:gd name="connsiteX35" fmla="*/ 1624013 w 1716882"/>
              <a:gd name="connsiteY35" fmla="*/ 14287 h 252412"/>
              <a:gd name="connsiteX36" fmla="*/ 1702594 w 1716882"/>
              <a:gd name="connsiteY36" fmla="*/ 11906 h 252412"/>
              <a:gd name="connsiteX37" fmla="*/ 1709738 w 1716882"/>
              <a:gd name="connsiteY37" fmla="*/ 7143 h 252412"/>
              <a:gd name="connsiteX38" fmla="*/ 1716882 w 1716882"/>
              <a:gd name="connsiteY38"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33451 w 1716882"/>
              <a:gd name="connsiteY21" fmla="*/ 123824 h 252412"/>
              <a:gd name="connsiteX22" fmla="*/ 995363 w 1716882"/>
              <a:gd name="connsiteY22" fmla="*/ 114300 h 252412"/>
              <a:gd name="connsiteX23" fmla="*/ 1050132 w 1716882"/>
              <a:gd name="connsiteY23" fmla="*/ 107156 h 252412"/>
              <a:gd name="connsiteX24" fmla="*/ 1071563 w 1716882"/>
              <a:gd name="connsiteY24" fmla="*/ 102393 h 252412"/>
              <a:gd name="connsiteX25" fmla="*/ 1121569 w 1716882"/>
              <a:gd name="connsiteY25" fmla="*/ 90487 h 252412"/>
              <a:gd name="connsiteX26" fmla="*/ 1169194 w 1716882"/>
              <a:gd name="connsiteY26" fmla="*/ 76200 h 252412"/>
              <a:gd name="connsiteX27" fmla="*/ 1226344 w 1716882"/>
              <a:gd name="connsiteY27" fmla="*/ 66674 h 252412"/>
              <a:gd name="connsiteX28" fmla="*/ 1302544 w 1716882"/>
              <a:gd name="connsiteY28" fmla="*/ 57149 h 252412"/>
              <a:gd name="connsiteX29" fmla="*/ 1378744 w 1716882"/>
              <a:gd name="connsiteY29" fmla="*/ 54768 h 252412"/>
              <a:gd name="connsiteX30" fmla="*/ 1443038 w 1716882"/>
              <a:gd name="connsiteY30" fmla="*/ 52387 h 252412"/>
              <a:gd name="connsiteX31" fmla="*/ 1459707 w 1716882"/>
              <a:gd name="connsiteY31" fmla="*/ 54768 h 252412"/>
              <a:gd name="connsiteX32" fmla="*/ 1516856 w 1716882"/>
              <a:gd name="connsiteY32" fmla="*/ 45244 h 252412"/>
              <a:gd name="connsiteX33" fmla="*/ 1552575 w 1716882"/>
              <a:gd name="connsiteY33" fmla="*/ 38100 h 252412"/>
              <a:gd name="connsiteX34" fmla="*/ 1571625 w 1716882"/>
              <a:gd name="connsiteY34" fmla="*/ 30956 h 252412"/>
              <a:gd name="connsiteX35" fmla="*/ 1624013 w 1716882"/>
              <a:gd name="connsiteY35" fmla="*/ 14287 h 252412"/>
              <a:gd name="connsiteX36" fmla="*/ 1702594 w 1716882"/>
              <a:gd name="connsiteY36" fmla="*/ 11906 h 252412"/>
              <a:gd name="connsiteX37" fmla="*/ 1709738 w 1716882"/>
              <a:gd name="connsiteY37" fmla="*/ 7143 h 252412"/>
              <a:gd name="connsiteX38" fmla="*/ 1716882 w 1716882"/>
              <a:gd name="connsiteY38"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33451 w 1716882"/>
              <a:gd name="connsiteY21" fmla="*/ 123824 h 252412"/>
              <a:gd name="connsiteX22" fmla="*/ 995363 w 1716882"/>
              <a:gd name="connsiteY22" fmla="*/ 114300 h 252412"/>
              <a:gd name="connsiteX23" fmla="*/ 1050132 w 1716882"/>
              <a:gd name="connsiteY23" fmla="*/ 107156 h 252412"/>
              <a:gd name="connsiteX24" fmla="*/ 1071563 w 1716882"/>
              <a:gd name="connsiteY24" fmla="*/ 102393 h 252412"/>
              <a:gd name="connsiteX25" fmla="*/ 1121569 w 1716882"/>
              <a:gd name="connsiteY25" fmla="*/ 90487 h 252412"/>
              <a:gd name="connsiteX26" fmla="*/ 1169194 w 1716882"/>
              <a:gd name="connsiteY26" fmla="*/ 76200 h 252412"/>
              <a:gd name="connsiteX27" fmla="*/ 1226344 w 1716882"/>
              <a:gd name="connsiteY27" fmla="*/ 66674 h 252412"/>
              <a:gd name="connsiteX28" fmla="*/ 1302544 w 1716882"/>
              <a:gd name="connsiteY28" fmla="*/ 57149 h 252412"/>
              <a:gd name="connsiteX29" fmla="*/ 1378744 w 1716882"/>
              <a:gd name="connsiteY29" fmla="*/ 54768 h 252412"/>
              <a:gd name="connsiteX30" fmla="*/ 1443038 w 1716882"/>
              <a:gd name="connsiteY30" fmla="*/ 52387 h 252412"/>
              <a:gd name="connsiteX31" fmla="*/ 1459707 w 1716882"/>
              <a:gd name="connsiteY31" fmla="*/ 54768 h 252412"/>
              <a:gd name="connsiteX32" fmla="*/ 1516856 w 1716882"/>
              <a:gd name="connsiteY32" fmla="*/ 45244 h 252412"/>
              <a:gd name="connsiteX33" fmla="*/ 1552575 w 1716882"/>
              <a:gd name="connsiteY33" fmla="*/ 38100 h 252412"/>
              <a:gd name="connsiteX34" fmla="*/ 1571625 w 1716882"/>
              <a:gd name="connsiteY34" fmla="*/ 30956 h 252412"/>
              <a:gd name="connsiteX35" fmla="*/ 1631157 w 1716882"/>
              <a:gd name="connsiteY35" fmla="*/ 19050 h 252412"/>
              <a:gd name="connsiteX36" fmla="*/ 1702594 w 1716882"/>
              <a:gd name="connsiteY36" fmla="*/ 11906 h 252412"/>
              <a:gd name="connsiteX37" fmla="*/ 1709738 w 1716882"/>
              <a:gd name="connsiteY37" fmla="*/ 7143 h 252412"/>
              <a:gd name="connsiteX38" fmla="*/ 1716882 w 1716882"/>
              <a:gd name="connsiteY38" fmla="*/ 0 h 252412"/>
              <a:gd name="connsiteX0" fmla="*/ 0 w 1709738"/>
              <a:gd name="connsiteY0" fmla="*/ 245269 h 245269"/>
              <a:gd name="connsiteX1" fmla="*/ 30957 w 1709738"/>
              <a:gd name="connsiteY1" fmla="*/ 240507 h 245269"/>
              <a:gd name="connsiteX2" fmla="*/ 50007 w 1709738"/>
              <a:gd name="connsiteY2" fmla="*/ 235744 h 245269"/>
              <a:gd name="connsiteX3" fmla="*/ 57150 w 1709738"/>
              <a:gd name="connsiteY3" fmla="*/ 233363 h 245269"/>
              <a:gd name="connsiteX4" fmla="*/ 85725 w 1709738"/>
              <a:gd name="connsiteY4" fmla="*/ 230982 h 245269"/>
              <a:gd name="connsiteX5" fmla="*/ 92869 w 1709738"/>
              <a:gd name="connsiteY5" fmla="*/ 228600 h 245269"/>
              <a:gd name="connsiteX6" fmla="*/ 116682 w 1709738"/>
              <a:gd name="connsiteY6" fmla="*/ 223838 h 245269"/>
              <a:gd name="connsiteX7" fmla="*/ 126207 w 1709738"/>
              <a:gd name="connsiteY7" fmla="*/ 219075 h 245269"/>
              <a:gd name="connsiteX8" fmla="*/ 135732 w 1709738"/>
              <a:gd name="connsiteY8" fmla="*/ 216694 h 245269"/>
              <a:gd name="connsiteX9" fmla="*/ 197644 w 1709738"/>
              <a:gd name="connsiteY9" fmla="*/ 209550 h 245269"/>
              <a:gd name="connsiteX10" fmla="*/ 221457 w 1709738"/>
              <a:gd name="connsiteY10" fmla="*/ 211932 h 245269"/>
              <a:gd name="connsiteX11" fmla="*/ 309564 w 1709738"/>
              <a:gd name="connsiteY11" fmla="*/ 202407 h 245269"/>
              <a:gd name="connsiteX12" fmla="*/ 402432 w 1709738"/>
              <a:gd name="connsiteY12" fmla="*/ 192882 h 245269"/>
              <a:gd name="connsiteX13" fmla="*/ 492919 w 1709738"/>
              <a:gd name="connsiteY13" fmla="*/ 180976 h 245269"/>
              <a:gd name="connsiteX14" fmla="*/ 552450 w 1709738"/>
              <a:gd name="connsiteY14" fmla="*/ 171450 h 245269"/>
              <a:gd name="connsiteX15" fmla="*/ 592932 w 1709738"/>
              <a:gd name="connsiteY15" fmla="*/ 159544 h 245269"/>
              <a:gd name="connsiteX16" fmla="*/ 633413 w 1709738"/>
              <a:gd name="connsiteY16" fmla="*/ 150019 h 245269"/>
              <a:gd name="connsiteX17" fmla="*/ 661988 w 1709738"/>
              <a:gd name="connsiteY17" fmla="*/ 147638 h 245269"/>
              <a:gd name="connsiteX18" fmla="*/ 697707 w 1709738"/>
              <a:gd name="connsiteY18" fmla="*/ 140494 h 245269"/>
              <a:gd name="connsiteX19" fmla="*/ 800100 w 1709738"/>
              <a:gd name="connsiteY19" fmla="*/ 123826 h 245269"/>
              <a:gd name="connsiteX20" fmla="*/ 871538 w 1709738"/>
              <a:gd name="connsiteY20" fmla="*/ 121444 h 245269"/>
              <a:gd name="connsiteX21" fmla="*/ 933451 w 1709738"/>
              <a:gd name="connsiteY21" fmla="*/ 116681 h 245269"/>
              <a:gd name="connsiteX22" fmla="*/ 995363 w 1709738"/>
              <a:gd name="connsiteY22" fmla="*/ 107157 h 245269"/>
              <a:gd name="connsiteX23" fmla="*/ 1050132 w 1709738"/>
              <a:gd name="connsiteY23" fmla="*/ 100013 h 245269"/>
              <a:gd name="connsiteX24" fmla="*/ 1071563 w 1709738"/>
              <a:gd name="connsiteY24" fmla="*/ 95250 h 245269"/>
              <a:gd name="connsiteX25" fmla="*/ 1121569 w 1709738"/>
              <a:gd name="connsiteY25" fmla="*/ 83344 h 245269"/>
              <a:gd name="connsiteX26" fmla="*/ 1169194 w 1709738"/>
              <a:gd name="connsiteY26" fmla="*/ 69057 h 245269"/>
              <a:gd name="connsiteX27" fmla="*/ 1226344 w 1709738"/>
              <a:gd name="connsiteY27" fmla="*/ 59531 h 245269"/>
              <a:gd name="connsiteX28" fmla="*/ 1302544 w 1709738"/>
              <a:gd name="connsiteY28" fmla="*/ 50006 h 245269"/>
              <a:gd name="connsiteX29" fmla="*/ 1378744 w 1709738"/>
              <a:gd name="connsiteY29" fmla="*/ 47625 h 245269"/>
              <a:gd name="connsiteX30" fmla="*/ 1443038 w 1709738"/>
              <a:gd name="connsiteY30" fmla="*/ 45244 h 245269"/>
              <a:gd name="connsiteX31" fmla="*/ 1459707 w 1709738"/>
              <a:gd name="connsiteY31" fmla="*/ 47625 h 245269"/>
              <a:gd name="connsiteX32" fmla="*/ 1516856 w 1709738"/>
              <a:gd name="connsiteY32" fmla="*/ 38101 h 245269"/>
              <a:gd name="connsiteX33" fmla="*/ 1552575 w 1709738"/>
              <a:gd name="connsiteY33" fmla="*/ 30957 h 245269"/>
              <a:gd name="connsiteX34" fmla="*/ 1571625 w 1709738"/>
              <a:gd name="connsiteY34" fmla="*/ 23813 h 245269"/>
              <a:gd name="connsiteX35" fmla="*/ 1631157 w 1709738"/>
              <a:gd name="connsiteY35" fmla="*/ 11907 h 245269"/>
              <a:gd name="connsiteX36" fmla="*/ 1702594 w 1709738"/>
              <a:gd name="connsiteY36" fmla="*/ 4763 h 245269"/>
              <a:gd name="connsiteX37" fmla="*/ 1709738 w 1709738"/>
              <a:gd name="connsiteY37" fmla="*/ 0 h 245269"/>
              <a:gd name="connsiteX0" fmla="*/ 0 w 1733551"/>
              <a:gd name="connsiteY0" fmla="*/ 247650 h 247650"/>
              <a:gd name="connsiteX1" fmla="*/ 30957 w 1733551"/>
              <a:gd name="connsiteY1" fmla="*/ 242888 h 247650"/>
              <a:gd name="connsiteX2" fmla="*/ 50007 w 1733551"/>
              <a:gd name="connsiteY2" fmla="*/ 238125 h 247650"/>
              <a:gd name="connsiteX3" fmla="*/ 57150 w 1733551"/>
              <a:gd name="connsiteY3" fmla="*/ 235744 h 247650"/>
              <a:gd name="connsiteX4" fmla="*/ 85725 w 1733551"/>
              <a:gd name="connsiteY4" fmla="*/ 233363 h 247650"/>
              <a:gd name="connsiteX5" fmla="*/ 92869 w 1733551"/>
              <a:gd name="connsiteY5" fmla="*/ 230981 h 247650"/>
              <a:gd name="connsiteX6" fmla="*/ 116682 w 1733551"/>
              <a:gd name="connsiteY6" fmla="*/ 226219 h 247650"/>
              <a:gd name="connsiteX7" fmla="*/ 126207 w 1733551"/>
              <a:gd name="connsiteY7" fmla="*/ 221456 h 247650"/>
              <a:gd name="connsiteX8" fmla="*/ 135732 w 1733551"/>
              <a:gd name="connsiteY8" fmla="*/ 219075 h 247650"/>
              <a:gd name="connsiteX9" fmla="*/ 197644 w 1733551"/>
              <a:gd name="connsiteY9" fmla="*/ 211931 h 247650"/>
              <a:gd name="connsiteX10" fmla="*/ 221457 w 1733551"/>
              <a:gd name="connsiteY10" fmla="*/ 214313 h 247650"/>
              <a:gd name="connsiteX11" fmla="*/ 309564 w 1733551"/>
              <a:gd name="connsiteY11" fmla="*/ 204788 h 247650"/>
              <a:gd name="connsiteX12" fmla="*/ 402432 w 1733551"/>
              <a:gd name="connsiteY12" fmla="*/ 195263 h 247650"/>
              <a:gd name="connsiteX13" fmla="*/ 492919 w 1733551"/>
              <a:gd name="connsiteY13" fmla="*/ 183357 h 247650"/>
              <a:gd name="connsiteX14" fmla="*/ 552450 w 1733551"/>
              <a:gd name="connsiteY14" fmla="*/ 173831 h 247650"/>
              <a:gd name="connsiteX15" fmla="*/ 592932 w 1733551"/>
              <a:gd name="connsiteY15" fmla="*/ 161925 h 247650"/>
              <a:gd name="connsiteX16" fmla="*/ 633413 w 1733551"/>
              <a:gd name="connsiteY16" fmla="*/ 152400 h 247650"/>
              <a:gd name="connsiteX17" fmla="*/ 661988 w 1733551"/>
              <a:gd name="connsiteY17" fmla="*/ 150019 h 247650"/>
              <a:gd name="connsiteX18" fmla="*/ 697707 w 1733551"/>
              <a:gd name="connsiteY18" fmla="*/ 142875 h 247650"/>
              <a:gd name="connsiteX19" fmla="*/ 800100 w 1733551"/>
              <a:gd name="connsiteY19" fmla="*/ 126207 h 247650"/>
              <a:gd name="connsiteX20" fmla="*/ 871538 w 1733551"/>
              <a:gd name="connsiteY20" fmla="*/ 123825 h 247650"/>
              <a:gd name="connsiteX21" fmla="*/ 933451 w 1733551"/>
              <a:gd name="connsiteY21" fmla="*/ 119062 h 247650"/>
              <a:gd name="connsiteX22" fmla="*/ 995363 w 1733551"/>
              <a:gd name="connsiteY22" fmla="*/ 109538 h 247650"/>
              <a:gd name="connsiteX23" fmla="*/ 1050132 w 1733551"/>
              <a:gd name="connsiteY23" fmla="*/ 102394 h 247650"/>
              <a:gd name="connsiteX24" fmla="*/ 1071563 w 1733551"/>
              <a:gd name="connsiteY24" fmla="*/ 97631 h 247650"/>
              <a:gd name="connsiteX25" fmla="*/ 1121569 w 1733551"/>
              <a:gd name="connsiteY25" fmla="*/ 85725 h 247650"/>
              <a:gd name="connsiteX26" fmla="*/ 1169194 w 1733551"/>
              <a:gd name="connsiteY26" fmla="*/ 71438 h 247650"/>
              <a:gd name="connsiteX27" fmla="*/ 1226344 w 1733551"/>
              <a:gd name="connsiteY27" fmla="*/ 61912 h 247650"/>
              <a:gd name="connsiteX28" fmla="*/ 1302544 w 1733551"/>
              <a:gd name="connsiteY28" fmla="*/ 52387 h 247650"/>
              <a:gd name="connsiteX29" fmla="*/ 1378744 w 1733551"/>
              <a:gd name="connsiteY29" fmla="*/ 50006 h 247650"/>
              <a:gd name="connsiteX30" fmla="*/ 1443038 w 1733551"/>
              <a:gd name="connsiteY30" fmla="*/ 47625 h 247650"/>
              <a:gd name="connsiteX31" fmla="*/ 1459707 w 1733551"/>
              <a:gd name="connsiteY31" fmla="*/ 50006 h 247650"/>
              <a:gd name="connsiteX32" fmla="*/ 1516856 w 1733551"/>
              <a:gd name="connsiteY32" fmla="*/ 40482 h 247650"/>
              <a:gd name="connsiteX33" fmla="*/ 1552575 w 1733551"/>
              <a:gd name="connsiteY33" fmla="*/ 33338 h 247650"/>
              <a:gd name="connsiteX34" fmla="*/ 1571625 w 1733551"/>
              <a:gd name="connsiteY34" fmla="*/ 26194 h 247650"/>
              <a:gd name="connsiteX35" fmla="*/ 1631157 w 1733551"/>
              <a:gd name="connsiteY35" fmla="*/ 14288 h 247650"/>
              <a:gd name="connsiteX36" fmla="*/ 1702594 w 1733551"/>
              <a:gd name="connsiteY36" fmla="*/ 7144 h 247650"/>
              <a:gd name="connsiteX37" fmla="*/ 1733551 w 1733551"/>
              <a:gd name="connsiteY37" fmla="*/ 0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733551" h="247650">
                <a:moveTo>
                  <a:pt x="0" y="247650"/>
                </a:moveTo>
                <a:cubicBezTo>
                  <a:pt x="10319" y="246063"/>
                  <a:pt x="20701" y="244841"/>
                  <a:pt x="30957" y="242888"/>
                </a:cubicBezTo>
                <a:cubicBezTo>
                  <a:pt x="37387" y="241663"/>
                  <a:pt x="43692" y="239847"/>
                  <a:pt x="50007" y="238125"/>
                </a:cubicBezTo>
                <a:cubicBezTo>
                  <a:pt x="52428" y="237465"/>
                  <a:pt x="54662" y="236076"/>
                  <a:pt x="57150" y="235744"/>
                </a:cubicBezTo>
                <a:cubicBezTo>
                  <a:pt x="66624" y="234481"/>
                  <a:pt x="76200" y="234157"/>
                  <a:pt x="85725" y="233363"/>
                </a:cubicBezTo>
                <a:cubicBezTo>
                  <a:pt x="88106" y="232569"/>
                  <a:pt x="90423" y="231545"/>
                  <a:pt x="92869" y="230981"/>
                </a:cubicBezTo>
                <a:cubicBezTo>
                  <a:pt x="100757" y="229161"/>
                  <a:pt x="116682" y="226219"/>
                  <a:pt x="116682" y="226219"/>
                </a:cubicBezTo>
                <a:cubicBezTo>
                  <a:pt x="119857" y="224631"/>
                  <a:pt x="122883" y="222702"/>
                  <a:pt x="126207" y="221456"/>
                </a:cubicBezTo>
                <a:cubicBezTo>
                  <a:pt x="129271" y="220307"/>
                  <a:pt x="132509" y="219644"/>
                  <a:pt x="135732" y="219075"/>
                </a:cubicBezTo>
                <a:cubicBezTo>
                  <a:pt x="167554" y="213460"/>
                  <a:pt x="165560" y="214400"/>
                  <a:pt x="197644" y="211931"/>
                </a:cubicBezTo>
                <a:cubicBezTo>
                  <a:pt x="205582" y="212725"/>
                  <a:pt x="202804" y="215503"/>
                  <a:pt x="221457" y="214313"/>
                </a:cubicBezTo>
                <a:cubicBezTo>
                  <a:pt x="240110" y="213123"/>
                  <a:pt x="275155" y="211044"/>
                  <a:pt x="309564" y="204788"/>
                </a:cubicBezTo>
                <a:cubicBezTo>
                  <a:pt x="355655" y="196282"/>
                  <a:pt x="371873" y="198835"/>
                  <a:pt x="402432" y="195263"/>
                </a:cubicBezTo>
                <a:cubicBezTo>
                  <a:pt x="432991" y="191691"/>
                  <a:pt x="420897" y="189358"/>
                  <a:pt x="492919" y="183357"/>
                </a:cubicBezTo>
                <a:cubicBezTo>
                  <a:pt x="517065" y="171283"/>
                  <a:pt x="535781" y="177403"/>
                  <a:pt x="552450" y="173831"/>
                </a:cubicBezTo>
                <a:cubicBezTo>
                  <a:pt x="569119" y="170259"/>
                  <a:pt x="579438" y="165497"/>
                  <a:pt x="592932" y="161925"/>
                </a:cubicBezTo>
                <a:cubicBezTo>
                  <a:pt x="606426" y="158353"/>
                  <a:pt x="621188" y="154147"/>
                  <a:pt x="633413" y="152400"/>
                </a:cubicBezTo>
                <a:cubicBezTo>
                  <a:pt x="642875" y="151048"/>
                  <a:pt x="651272" y="151606"/>
                  <a:pt x="661988" y="150019"/>
                </a:cubicBezTo>
                <a:cubicBezTo>
                  <a:pt x="672704" y="148432"/>
                  <a:pt x="674688" y="146844"/>
                  <a:pt x="697707" y="142875"/>
                </a:cubicBezTo>
                <a:cubicBezTo>
                  <a:pt x="720726" y="138906"/>
                  <a:pt x="771128" y="129382"/>
                  <a:pt x="800100" y="126207"/>
                </a:cubicBezTo>
                <a:lnTo>
                  <a:pt x="871538" y="123825"/>
                </a:lnTo>
                <a:cubicBezTo>
                  <a:pt x="886632" y="124337"/>
                  <a:pt x="912814" y="121443"/>
                  <a:pt x="933451" y="119062"/>
                </a:cubicBezTo>
                <a:cubicBezTo>
                  <a:pt x="954089" y="116681"/>
                  <a:pt x="975916" y="112316"/>
                  <a:pt x="995363" y="109538"/>
                </a:cubicBezTo>
                <a:cubicBezTo>
                  <a:pt x="1014810" y="106760"/>
                  <a:pt x="1037432" y="104378"/>
                  <a:pt x="1050132" y="102394"/>
                </a:cubicBezTo>
                <a:cubicBezTo>
                  <a:pt x="1062832" y="100410"/>
                  <a:pt x="1059657" y="100409"/>
                  <a:pt x="1071563" y="97631"/>
                </a:cubicBezTo>
                <a:cubicBezTo>
                  <a:pt x="1083469" y="94853"/>
                  <a:pt x="1105297" y="90090"/>
                  <a:pt x="1121569" y="85725"/>
                </a:cubicBezTo>
                <a:cubicBezTo>
                  <a:pt x="1137841" y="81360"/>
                  <a:pt x="1155303" y="75804"/>
                  <a:pt x="1169194" y="71438"/>
                </a:cubicBezTo>
                <a:cubicBezTo>
                  <a:pt x="1183085" y="67072"/>
                  <a:pt x="1204119" y="65087"/>
                  <a:pt x="1226344" y="61912"/>
                </a:cubicBezTo>
                <a:cubicBezTo>
                  <a:pt x="1248569" y="58737"/>
                  <a:pt x="1277144" y="54371"/>
                  <a:pt x="1302544" y="52387"/>
                </a:cubicBezTo>
                <a:cubicBezTo>
                  <a:pt x="1327944" y="50403"/>
                  <a:pt x="1332689" y="45620"/>
                  <a:pt x="1378744" y="50006"/>
                </a:cubicBezTo>
                <a:cubicBezTo>
                  <a:pt x="1400175" y="49212"/>
                  <a:pt x="1421592" y="47625"/>
                  <a:pt x="1443038" y="47625"/>
                </a:cubicBezTo>
                <a:cubicBezTo>
                  <a:pt x="1448651" y="47625"/>
                  <a:pt x="1447404" y="51196"/>
                  <a:pt x="1459707" y="50006"/>
                </a:cubicBezTo>
                <a:cubicBezTo>
                  <a:pt x="1472010" y="48816"/>
                  <a:pt x="1498600" y="41276"/>
                  <a:pt x="1516856" y="40482"/>
                </a:cubicBezTo>
                <a:cubicBezTo>
                  <a:pt x="1532334" y="37704"/>
                  <a:pt x="1543050" y="36910"/>
                  <a:pt x="1552575" y="33338"/>
                </a:cubicBezTo>
                <a:cubicBezTo>
                  <a:pt x="1581430" y="18909"/>
                  <a:pt x="1558528" y="29369"/>
                  <a:pt x="1571625" y="26194"/>
                </a:cubicBezTo>
                <a:cubicBezTo>
                  <a:pt x="1584722" y="23019"/>
                  <a:pt x="1602752" y="16758"/>
                  <a:pt x="1631157" y="14288"/>
                </a:cubicBezTo>
                <a:cubicBezTo>
                  <a:pt x="1657264" y="12018"/>
                  <a:pt x="1676400" y="7938"/>
                  <a:pt x="1702594" y="7144"/>
                </a:cubicBezTo>
                <a:cubicBezTo>
                  <a:pt x="1704975" y="5556"/>
                  <a:pt x="1731352" y="1832"/>
                  <a:pt x="1733551" y="0"/>
                </a:cubicBezTo>
              </a:path>
            </a:pathLst>
          </a:cu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4" name="TextBox 53">
            <a:extLst>
              <a:ext uri="{FF2B5EF4-FFF2-40B4-BE49-F238E27FC236}">
                <a16:creationId xmlns:a16="http://schemas.microsoft.com/office/drawing/2014/main" id="{B4C465D8-06E4-1E91-97B5-10BC42822292}"/>
              </a:ext>
            </a:extLst>
          </p:cNvPr>
          <p:cNvSpPr txBox="1"/>
          <p:nvPr/>
        </p:nvSpPr>
        <p:spPr>
          <a:xfrm flipH="1">
            <a:off x="2718997" y="1796919"/>
            <a:ext cx="445827" cy="297517"/>
          </a:xfrm>
          <a:prstGeom prst="rect">
            <a:avLst/>
          </a:prstGeom>
          <a:noFill/>
          <a:effectLst>
            <a:softEdge rad="31750"/>
          </a:effectLst>
        </p:spPr>
        <p:txBody>
          <a:bodyPr wrap="square" rtlCol="0">
            <a:spAutoFit/>
          </a:bodyPr>
          <a:lstStyle/>
          <a:p>
            <a:pPr>
              <a:lnSpc>
                <a:spcPts val="1500"/>
              </a:lnSpc>
            </a:pPr>
            <a:r>
              <a:rPr lang="en-US" sz="18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①</a:t>
            </a:r>
            <a:endParaRPr lang="en-US" sz="1800" dirty="0">
              <a:solidFill>
                <a:schemeClr val="bg1">
                  <a:lumMod val="75000"/>
                </a:schemeClr>
              </a:solidFill>
              <a:latin typeface="Univers 57 Condensed" pitchFamily="50" charset="0"/>
            </a:endParaRPr>
          </a:p>
        </p:txBody>
      </p:sp>
      <p:cxnSp>
        <p:nvCxnSpPr>
          <p:cNvPr id="55" name="Straight Arrow Connector 54">
            <a:extLst>
              <a:ext uri="{FF2B5EF4-FFF2-40B4-BE49-F238E27FC236}">
                <a16:creationId xmlns:a16="http://schemas.microsoft.com/office/drawing/2014/main" id="{83004090-AA83-5965-0301-B5FB81EA8AA4}"/>
              </a:ext>
            </a:extLst>
          </p:cNvPr>
          <p:cNvCxnSpPr>
            <a:cxnSpLocks/>
          </p:cNvCxnSpPr>
          <p:nvPr/>
        </p:nvCxnSpPr>
        <p:spPr>
          <a:xfrm>
            <a:off x="3342037" y="2129573"/>
            <a:ext cx="0" cy="787779"/>
          </a:xfrm>
          <a:prstGeom prst="straightConnector1">
            <a:avLst/>
          </a:prstGeom>
          <a:ln w="25400">
            <a:solidFill>
              <a:schemeClr val="accent1">
                <a:alpha val="39000"/>
              </a:schemeClr>
            </a:solidFill>
            <a:tailEnd type="stealth" w="lg" len="lg"/>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4477FC74-5196-12D8-D2BD-4A4F913C93D6}"/>
              </a:ext>
            </a:extLst>
          </p:cNvPr>
          <p:cNvSpPr txBox="1"/>
          <p:nvPr/>
        </p:nvSpPr>
        <p:spPr>
          <a:xfrm flipH="1">
            <a:off x="3103818" y="1797936"/>
            <a:ext cx="445826" cy="297517"/>
          </a:xfrm>
          <a:prstGeom prst="rect">
            <a:avLst/>
          </a:prstGeom>
          <a:noFill/>
          <a:effectLst>
            <a:softEdge rad="31750"/>
          </a:effectLst>
        </p:spPr>
        <p:txBody>
          <a:bodyPr wrap="square" rtlCol="0">
            <a:spAutoFit/>
          </a:bodyPr>
          <a:lstStyle/>
          <a:p>
            <a:pPr>
              <a:lnSpc>
                <a:spcPts val="1500"/>
              </a:lnSpc>
            </a:pPr>
            <a:r>
              <a:rPr lang="en-US" sz="18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②</a:t>
            </a:r>
            <a:endParaRPr lang="en-US" sz="1800" dirty="0">
              <a:solidFill>
                <a:schemeClr val="bg1">
                  <a:lumMod val="75000"/>
                </a:schemeClr>
              </a:solidFill>
              <a:latin typeface="Univers 57 Condensed" pitchFamily="50" charset="0"/>
            </a:endParaRPr>
          </a:p>
        </p:txBody>
      </p:sp>
      <p:cxnSp>
        <p:nvCxnSpPr>
          <p:cNvPr id="57" name="Straight Arrow Connector 56">
            <a:extLst>
              <a:ext uri="{FF2B5EF4-FFF2-40B4-BE49-F238E27FC236}">
                <a16:creationId xmlns:a16="http://schemas.microsoft.com/office/drawing/2014/main" id="{4E03829E-3C69-0B38-1BA4-94271551EFEA}"/>
              </a:ext>
            </a:extLst>
          </p:cNvPr>
          <p:cNvCxnSpPr>
            <a:cxnSpLocks/>
          </p:cNvCxnSpPr>
          <p:nvPr/>
        </p:nvCxnSpPr>
        <p:spPr>
          <a:xfrm flipV="1">
            <a:off x="2968886" y="2101254"/>
            <a:ext cx="0" cy="840569"/>
          </a:xfrm>
          <a:prstGeom prst="straightConnector1">
            <a:avLst/>
          </a:prstGeom>
          <a:ln w="25400">
            <a:solidFill>
              <a:schemeClr val="accent1">
                <a:alpha val="39000"/>
              </a:schemeClr>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08F079CF-EEEE-2CA1-8954-437B2F1AB5AA}"/>
              </a:ext>
            </a:extLst>
          </p:cNvPr>
          <p:cNvCxnSpPr/>
          <p:nvPr/>
        </p:nvCxnSpPr>
        <p:spPr>
          <a:xfrm>
            <a:off x="361118" y="4009272"/>
            <a:ext cx="4085016" cy="519391"/>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821363DB-F4B5-7F3D-0D6A-04F53DBA8AA6}"/>
              </a:ext>
            </a:extLst>
          </p:cNvPr>
          <p:cNvCxnSpPr>
            <a:cxnSpLocks/>
          </p:cNvCxnSpPr>
          <p:nvPr/>
        </p:nvCxnSpPr>
        <p:spPr>
          <a:xfrm flipH="1" flipV="1">
            <a:off x="2051331" y="4311217"/>
            <a:ext cx="2521378" cy="319615"/>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sp>
        <p:nvSpPr>
          <p:cNvPr id="60" name="Isosceles Triangle 59">
            <a:extLst>
              <a:ext uri="{FF2B5EF4-FFF2-40B4-BE49-F238E27FC236}">
                <a16:creationId xmlns:a16="http://schemas.microsoft.com/office/drawing/2014/main" id="{45CFA9B5-01DB-DA13-A2B1-53DF2BA4DDD9}"/>
              </a:ext>
            </a:extLst>
          </p:cNvPr>
          <p:cNvSpPr/>
          <p:nvPr/>
        </p:nvSpPr>
        <p:spPr>
          <a:xfrm rot="578766" flipH="1" flipV="1">
            <a:off x="3161823" y="4333488"/>
            <a:ext cx="133012" cy="112376"/>
          </a:xfrm>
          <a:prstGeom prst="triangle">
            <a:avLst>
              <a:gd name="adj" fmla="val 38678"/>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1" name="Freeform: Shape 60">
            <a:extLst>
              <a:ext uri="{FF2B5EF4-FFF2-40B4-BE49-F238E27FC236}">
                <a16:creationId xmlns:a16="http://schemas.microsoft.com/office/drawing/2014/main" id="{B8731767-DC4C-FDC5-7DDA-F22A12CF7D1A}"/>
              </a:ext>
            </a:extLst>
          </p:cNvPr>
          <p:cNvSpPr/>
          <p:nvPr/>
        </p:nvSpPr>
        <p:spPr>
          <a:xfrm rot="356134">
            <a:off x="918062" y="3555699"/>
            <a:ext cx="518019" cy="139776"/>
          </a:xfrm>
          <a:custGeom>
            <a:avLst/>
            <a:gdLst>
              <a:gd name="connsiteX0" fmla="*/ 0 w 264584"/>
              <a:gd name="connsiteY0" fmla="*/ 10275 h 46258"/>
              <a:gd name="connsiteX1" fmla="*/ 136525 w 264584"/>
              <a:gd name="connsiteY1" fmla="*/ 750 h 46258"/>
              <a:gd name="connsiteX2" fmla="*/ 190500 w 264584"/>
              <a:gd name="connsiteY2" fmla="*/ 1808 h 46258"/>
              <a:gd name="connsiteX3" fmla="*/ 232834 w 264584"/>
              <a:gd name="connsiteY3" fmla="*/ 11333 h 46258"/>
              <a:gd name="connsiteX4" fmla="*/ 264584 w 264584"/>
              <a:gd name="connsiteY4" fmla="*/ 46258 h 462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584" h="46258">
                <a:moveTo>
                  <a:pt x="0" y="10275"/>
                </a:moveTo>
                <a:lnTo>
                  <a:pt x="136525" y="750"/>
                </a:lnTo>
                <a:cubicBezTo>
                  <a:pt x="168275" y="-661"/>
                  <a:pt x="174449" y="44"/>
                  <a:pt x="190500" y="1808"/>
                </a:cubicBezTo>
                <a:cubicBezTo>
                  <a:pt x="206551" y="3572"/>
                  <a:pt x="220487" y="3925"/>
                  <a:pt x="232834" y="11333"/>
                </a:cubicBezTo>
                <a:cubicBezTo>
                  <a:pt x="245181" y="18741"/>
                  <a:pt x="254882" y="32499"/>
                  <a:pt x="264584" y="46258"/>
                </a:cubicBezTo>
              </a:path>
            </a:pathLst>
          </a:custGeom>
          <a:noFill/>
          <a:ln w="38100">
            <a:solidFill>
              <a:schemeClr val="accent1">
                <a:alpha val="39000"/>
              </a:schemeClr>
            </a:solidFill>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2" name="TextBox 61">
            <a:extLst>
              <a:ext uri="{FF2B5EF4-FFF2-40B4-BE49-F238E27FC236}">
                <a16:creationId xmlns:a16="http://schemas.microsoft.com/office/drawing/2014/main" id="{A2159975-8BF7-C6A2-4B60-AE826440E232}"/>
              </a:ext>
            </a:extLst>
          </p:cNvPr>
          <p:cNvSpPr txBox="1"/>
          <p:nvPr/>
        </p:nvSpPr>
        <p:spPr>
          <a:xfrm flipH="1">
            <a:off x="502950" y="3451487"/>
            <a:ext cx="478685" cy="297517"/>
          </a:xfrm>
          <a:prstGeom prst="rect">
            <a:avLst/>
          </a:prstGeom>
          <a:solidFill>
            <a:srgbClr val="CAD7EE">
              <a:alpha val="0"/>
            </a:srgbClr>
          </a:solidFill>
          <a:effectLst/>
        </p:spPr>
        <p:txBody>
          <a:bodyPr wrap="square" rtlCol="0">
            <a:spAutoFit/>
          </a:bodyPr>
          <a:lstStyle/>
          <a:p>
            <a:pPr>
              <a:lnSpc>
                <a:spcPts val="1500"/>
              </a:lnSpc>
            </a:pPr>
            <a:r>
              <a:rPr lang="en-US" sz="18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④</a:t>
            </a:r>
            <a:endParaRPr lang="en-US" sz="1800" dirty="0">
              <a:solidFill>
                <a:schemeClr val="bg1">
                  <a:lumMod val="75000"/>
                </a:schemeClr>
              </a:solidFill>
              <a:latin typeface="Univers 57 Condensed" pitchFamily="50" charset="0"/>
            </a:endParaRPr>
          </a:p>
        </p:txBody>
      </p:sp>
      <p:pic>
        <p:nvPicPr>
          <p:cNvPr id="63" name="Picture 62" descr="A group of trees&#10;&#10;Description automatically generated with low confidence">
            <a:extLst>
              <a:ext uri="{FF2B5EF4-FFF2-40B4-BE49-F238E27FC236}">
                <a16:creationId xmlns:a16="http://schemas.microsoft.com/office/drawing/2014/main" id="{409E6681-C872-EC79-3894-9318B465C6D8}"/>
              </a:ext>
            </a:extLst>
          </p:cNvPr>
          <p:cNvPicPr>
            <a:picLocks noChangeAspect="1"/>
          </p:cNvPicPr>
          <p:nvPr/>
        </p:nvPicPr>
        <p:blipFill rotWithShape="1">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rcRect l="35998" r="29090"/>
          <a:stretch/>
        </p:blipFill>
        <p:spPr>
          <a:xfrm>
            <a:off x="3733898" y="2816885"/>
            <a:ext cx="712908" cy="1299356"/>
          </a:xfrm>
          <a:prstGeom prst="rect">
            <a:avLst/>
          </a:prstGeom>
        </p:spPr>
      </p:pic>
      <p:sp>
        <p:nvSpPr>
          <p:cNvPr id="64" name="Freeform: Shape 63">
            <a:extLst>
              <a:ext uri="{FF2B5EF4-FFF2-40B4-BE49-F238E27FC236}">
                <a16:creationId xmlns:a16="http://schemas.microsoft.com/office/drawing/2014/main" id="{E66A440C-F061-4ED8-F89B-74C3CE851E53}"/>
              </a:ext>
            </a:extLst>
          </p:cNvPr>
          <p:cNvSpPr/>
          <p:nvPr/>
        </p:nvSpPr>
        <p:spPr>
          <a:xfrm>
            <a:off x="1270620" y="4559821"/>
            <a:ext cx="171149" cy="472021"/>
          </a:xfrm>
          <a:custGeom>
            <a:avLst/>
            <a:gdLst>
              <a:gd name="connsiteX0" fmla="*/ 1392865 w 1392865"/>
              <a:gd name="connsiteY0" fmla="*/ 1073150 h 1073150"/>
              <a:gd name="connsiteX1" fmla="*/ 713415 w 1392865"/>
              <a:gd name="connsiteY1" fmla="*/ 946150 h 1073150"/>
              <a:gd name="connsiteX2" fmla="*/ 192715 w 1392865"/>
              <a:gd name="connsiteY2" fmla="*/ 641350 h 1073150"/>
              <a:gd name="connsiteX3" fmla="*/ 21265 w 1392865"/>
              <a:gd name="connsiteY3" fmla="*/ 311150 h 1073150"/>
              <a:gd name="connsiteX4" fmla="*/ 8565 w 1392865"/>
              <a:gd name="connsiteY4" fmla="*/ 0 h 1073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2865" h="1073150">
                <a:moveTo>
                  <a:pt x="1392865" y="1073150"/>
                </a:moveTo>
                <a:cubicBezTo>
                  <a:pt x="1153152" y="1045633"/>
                  <a:pt x="913440" y="1018117"/>
                  <a:pt x="713415" y="946150"/>
                </a:cubicBezTo>
                <a:cubicBezTo>
                  <a:pt x="513390" y="874183"/>
                  <a:pt x="308073" y="747183"/>
                  <a:pt x="192715" y="641350"/>
                </a:cubicBezTo>
                <a:cubicBezTo>
                  <a:pt x="77357" y="535517"/>
                  <a:pt x="51957" y="418042"/>
                  <a:pt x="21265" y="311150"/>
                </a:cubicBezTo>
                <a:cubicBezTo>
                  <a:pt x="-9427" y="204258"/>
                  <a:pt x="-431" y="102129"/>
                  <a:pt x="8565" y="0"/>
                </a:cubicBezTo>
              </a:path>
            </a:pathLst>
          </a:custGeom>
          <a:ln w="28575">
            <a:solidFill>
              <a:schemeClr val="accent1">
                <a:alpha val="39000"/>
              </a:schemeClr>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0"/>
          </a:p>
        </p:txBody>
      </p:sp>
      <p:sp>
        <p:nvSpPr>
          <p:cNvPr id="65" name="TextBox 64">
            <a:extLst>
              <a:ext uri="{FF2B5EF4-FFF2-40B4-BE49-F238E27FC236}">
                <a16:creationId xmlns:a16="http://schemas.microsoft.com/office/drawing/2014/main" id="{5884C987-1BCD-1BCB-EB86-A6E186FE041B}"/>
              </a:ext>
            </a:extLst>
          </p:cNvPr>
          <p:cNvSpPr txBox="1"/>
          <p:nvPr/>
        </p:nvSpPr>
        <p:spPr>
          <a:xfrm flipH="1">
            <a:off x="1354404" y="4942833"/>
            <a:ext cx="467158" cy="307135"/>
          </a:xfrm>
          <a:prstGeom prst="rect">
            <a:avLst/>
          </a:prstGeom>
          <a:noFill/>
          <a:effectLst>
            <a:softEdge rad="31750"/>
          </a:effectLst>
        </p:spPr>
        <p:txBody>
          <a:bodyPr wrap="square" rtlCol="0">
            <a:spAutoFit/>
          </a:bodyPr>
          <a:lstStyle/>
          <a:p>
            <a:pPr>
              <a:lnSpc>
                <a:spcPts val="1600"/>
              </a:lnSpc>
            </a:pPr>
            <a:r>
              <a:rPr lang="en-US" sz="18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⑤</a:t>
            </a:r>
            <a:endParaRPr lang="en-US" sz="1800" dirty="0">
              <a:solidFill>
                <a:schemeClr val="bg1">
                  <a:lumMod val="75000"/>
                </a:schemeClr>
              </a:solidFill>
              <a:latin typeface="Univers 57 Condensed" pitchFamily="50" charset="0"/>
            </a:endParaRPr>
          </a:p>
        </p:txBody>
      </p:sp>
      <p:pic>
        <p:nvPicPr>
          <p:cNvPr id="66" name="Picture 65" descr="A group of trees&#10;&#10;Description automatically generated with low confidence">
            <a:extLst>
              <a:ext uri="{FF2B5EF4-FFF2-40B4-BE49-F238E27FC236}">
                <a16:creationId xmlns:a16="http://schemas.microsoft.com/office/drawing/2014/main" id="{D1998184-6723-E138-2499-FF1AEE157F23}"/>
              </a:ext>
            </a:extLst>
          </p:cNvPr>
          <p:cNvPicPr>
            <a:picLocks noChangeAspect="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1138" r="63816"/>
          <a:stretch/>
        </p:blipFill>
        <p:spPr>
          <a:xfrm flipH="1">
            <a:off x="3512447" y="3141479"/>
            <a:ext cx="560870" cy="1018366"/>
          </a:xfrm>
          <a:prstGeom prst="rect">
            <a:avLst/>
          </a:prstGeom>
        </p:spPr>
      </p:pic>
      <p:pic>
        <p:nvPicPr>
          <p:cNvPr id="67" name="Picture 66" descr="A group of trees&#10;&#10;Description automatically generated with low confidence">
            <a:extLst>
              <a:ext uri="{FF2B5EF4-FFF2-40B4-BE49-F238E27FC236}">
                <a16:creationId xmlns:a16="http://schemas.microsoft.com/office/drawing/2014/main" id="{97C57D19-98F3-9473-E339-59FF0393E896}"/>
              </a:ext>
            </a:extLst>
          </p:cNvPr>
          <p:cNvPicPr>
            <a:picLocks noChangeAspect="1"/>
          </p:cNvPicPr>
          <p:nvPr/>
        </p:nvPicPr>
        <p:blipFill rotWithShape="1">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l="35998" r="29090"/>
          <a:stretch/>
        </p:blipFill>
        <p:spPr>
          <a:xfrm>
            <a:off x="1422682" y="1687354"/>
            <a:ext cx="830563" cy="1513796"/>
          </a:xfrm>
          <a:prstGeom prst="rect">
            <a:avLst/>
          </a:prstGeom>
        </p:spPr>
      </p:pic>
      <p:pic>
        <p:nvPicPr>
          <p:cNvPr id="68" name="Picture 67" descr="A group of trees&#10;&#10;Description automatically generated with low confidence">
            <a:extLst>
              <a:ext uri="{FF2B5EF4-FFF2-40B4-BE49-F238E27FC236}">
                <a16:creationId xmlns:a16="http://schemas.microsoft.com/office/drawing/2014/main" id="{D3215DA1-BDF0-B1D6-D178-8F63DD61F8EF}"/>
              </a:ext>
            </a:extLst>
          </p:cNvPr>
          <p:cNvPicPr>
            <a:picLocks noChangeAspect="1"/>
          </p:cNvPicPr>
          <p:nvPr/>
        </p:nvPicPr>
        <p:blipFill rotWithShape="1">
          <a:blip r:embed="rId8" cstate="print">
            <a:clrChange>
              <a:clrFrom>
                <a:srgbClr val="FFFFFF"/>
              </a:clrFrom>
              <a:clrTo>
                <a:srgbClr val="FFFFFF">
                  <a:alpha val="0"/>
                </a:srgbClr>
              </a:clrTo>
            </a:clrChange>
            <a:extLst>
              <a:ext uri="{28A0092B-C50C-407E-A947-70E740481C1C}">
                <a14:useLocalDpi xmlns:a14="http://schemas.microsoft.com/office/drawing/2010/main" val="0"/>
              </a:ext>
            </a:extLst>
          </a:blip>
          <a:srcRect l="70350"/>
          <a:stretch/>
        </p:blipFill>
        <p:spPr>
          <a:xfrm flipH="1">
            <a:off x="828537" y="1331259"/>
            <a:ext cx="951036" cy="2040955"/>
          </a:xfrm>
          <a:prstGeom prst="rect">
            <a:avLst/>
          </a:prstGeom>
        </p:spPr>
      </p:pic>
      <p:cxnSp>
        <p:nvCxnSpPr>
          <p:cNvPr id="69" name="Straight Arrow Connector 68">
            <a:extLst>
              <a:ext uri="{FF2B5EF4-FFF2-40B4-BE49-F238E27FC236}">
                <a16:creationId xmlns:a16="http://schemas.microsoft.com/office/drawing/2014/main" id="{EACFB4E0-8624-8F10-36BA-43AD16E312FA}"/>
              </a:ext>
            </a:extLst>
          </p:cNvPr>
          <p:cNvCxnSpPr>
            <a:cxnSpLocks/>
          </p:cNvCxnSpPr>
          <p:nvPr/>
        </p:nvCxnSpPr>
        <p:spPr>
          <a:xfrm flipH="1">
            <a:off x="3468202" y="2561796"/>
            <a:ext cx="512795" cy="362052"/>
          </a:xfrm>
          <a:prstGeom prst="straightConnector1">
            <a:avLst/>
          </a:prstGeom>
          <a:ln w="25400">
            <a:solidFill>
              <a:schemeClr val="accent1">
                <a:alpha val="39000"/>
              </a:schemeClr>
            </a:solidFill>
            <a:tailEnd type="stealth" w="lg" len="lg"/>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60CE21FA-D063-37D4-7033-7CF139C71AD5}"/>
              </a:ext>
            </a:extLst>
          </p:cNvPr>
          <p:cNvSpPr txBox="1"/>
          <p:nvPr/>
        </p:nvSpPr>
        <p:spPr>
          <a:xfrm flipH="1">
            <a:off x="3897270" y="2341989"/>
            <a:ext cx="514306" cy="297517"/>
          </a:xfrm>
          <a:prstGeom prst="rect">
            <a:avLst/>
          </a:prstGeom>
          <a:noFill/>
        </p:spPr>
        <p:txBody>
          <a:bodyPr wrap="square" rtlCol="0">
            <a:spAutoFit/>
          </a:bodyPr>
          <a:lstStyle/>
          <a:p>
            <a:pPr>
              <a:lnSpc>
                <a:spcPts val="1500"/>
              </a:lnSpc>
            </a:pPr>
            <a:r>
              <a:rPr lang="en-US" sz="18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③</a:t>
            </a:r>
            <a:endParaRPr lang="en-US" sz="1800" dirty="0">
              <a:solidFill>
                <a:schemeClr val="bg1">
                  <a:lumMod val="75000"/>
                </a:schemeClr>
              </a:solidFill>
              <a:latin typeface="Univers 57 Condensed" pitchFamily="50" charset="0"/>
            </a:endParaRPr>
          </a:p>
        </p:txBody>
      </p:sp>
      <p:cxnSp>
        <p:nvCxnSpPr>
          <p:cNvPr id="71" name="Straight Arrow Connector 70">
            <a:extLst>
              <a:ext uri="{FF2B5EF4-FFF2-40B4-BE49-F238E27FC236}">
                <a16:creationId xmlns:a16="http://schemas.microsoft.com/office/drawing/2014/main" id="{86AA3C3C-2739-5873-BF71-08C9DF1E4BDF}"/>
              </a:ext>
            </a:extLst>
          </p:cNvPr>
          <p:cNvCxnSpPr>
            <a:cxnSpLocks/>
          </p:cNvCxnSpPr>
          <p:nvPr/>
        </p:nvCxnSpPr>
        <p:spPr>
          <a:xfrm flipV="1">
            <a:off x="636684" y="4208032"/>
            <a:ext cx="242840" cy="169785"/>
          </a:xfrm>
          <a:prstGeom prst="straightConnector1">
            <a:avLst/>
          </a:prstGeom>
          <a:ln w="25400">
            <a:solidFill>
              <a:schemeClr val="accent2">
                <a:alpha val="53000"/>
              </a:schemeClr>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BCE49457-D9AF-A7C2-DEDE-299CA703EB8C}"/>
              </a:ext>
            </a:extLst>
          </p:cNvPr>
          <p:cNvCxnSpPr>
            <a:cxnSpLocks/>
          </p:cNvCxnSpPr>
          <p:nvPr/>
        </p:nvCxnSpPr>
        <p:spPr>
          <a:xfrm flipH="1">
            <a:off x="654609" y="4313368"/>
            <a:ext cx="242840" cy="169785"/>
          </a:xfrm>
          <a:prstGeom prst="straightConnector1">
            <a:avLst/>
          </a:prstGeom>
          <a:ln w="25400">
            <a:solidFill>
              <a:schemeClr val="accent2">
                <a:alpha val="53000"/>
              </a:schemeClr>
            </a:solidFill>
            <a:tailEnd type="stealth" w="lg" len="lg"/>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46D87340-2B7E-8611-CDFB-DE421776EE82}"/>
              </a:ext>
            </a:extLst>
          </p:cNvPr>
          <p:cNvSpPr txBox="1"/>
          <p:nvPr/>
        </p:nvSpPr>
        <p:spPr>
          <a:xfrm flipH="1">
            <a:off x="234160" y="4387843"/>
            <a:ext cx="412135" cy="297517"/>
          </a:xfrm>
          <a:prstGeom prst="rect">
            <a:avLst/>
          </a:prstGeom>
          <a:solidFill>
            <a:srgbClr val="CAD7EE">
              <a:alpha val="0"/>
            </a:srgbClr>
          </a:solidFill>
          <a:effectLst/>
        </p:spPr>
        <p:txBody>
          <a:bodyPr wrap="square" rtlCol="0">
            <a:spAutoFit/>
          </a:bodyPr>
          <a:lstStyle>
            <a:defPPr>
              <a:defRPr lang="en-US"/>
            </a:defPPr>
            <a:lvl1pPr>
              <a:lnSpc>
                <a:spcPts val="1500"/>
              </a:lnSpc>
              <a:defRPr sz="180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defRPr>
            </a:lvl1pPr>
          </a:lstStyle>
          <a:p>
            <a:r>
              <a:rPr lang="en-US" dirty="0"/>
              <a:t>⑦</a:t>
            </a:r>
          </a:p>
        </p:txBody>
      </p:sp>
      <p:pic>
        <p:nvPicPr>
          <p:cNvPr id="74" name="Picture 73">
            <a:extLst>
              <a:ext uri="{FF2B5EF4-FFF2-40B4-BE49-F238E27FC236}">
                <a16:creationId xmlns:a16="http://schemas.microsoft.com/office/drawing/2014/main" id="{6ACBED69-B448-BD77-3050-B3EB5CA3950E}"/>
              </a:ext>
            </a:extLst>
          </p:cNvPr>
          <p:cNvPicPr>
            <a:picLocks noChangeAspect="1"/>
          </p:cNvPicPr>
          <p:nvPr/>
        </p:nvPicPr>
        <p:blipFill>
          <a:blip r:embed="rId9" cstate="print">
            <a:extLst>
              <a:ext uri="{28A0092B-C50C-407E-A947-70E740481C1C}">
                <a14:useLocalDpi xmlns:a14="http://schemas.microsoft.com/office/drawing/2010/main" val="0"/>
              </a:ext>
              <a:ext uri="{837473B0-CC2E-450A-ABE3-18F120FF3D39}">
                <a1611:picAttrSrcUrl xmlns:a1611="http://schemas.microsoft.com/office/drawing/2016/11/main" r:id="rId10"/>
              </a:ext>
            </a:extLst>
          </a:blip>
          <a:stretch>
            <a:fillRect/>
          </a:stretch>
        </p:blipFill>
        <p:spPr>
          <a:xfrm>
            <a:off x="155800" y="835242"/>
            <a:ext cx="541502" cy="541502"/>
          </a:xfrm>
          <a:prstGeom prst="rect">
            <a:avLst/>
          </a:prstGeom>
        </p:spPr>
      </p:pic>
      <p:sp>
        <p:nvSpPr>
          <p:cNvPr id="7" name="Arrow: Right 6">
            <a:extLst>
              <a:ext uri="{FF2B5EF4-FFF2-40B4-BE49-F238E27FC236}">
                <a16:creationId xmlns:a16="http://schemas.microsoft.com/office/drawing/2014/main" id="{B444D007-6FF5-FF8D-B747-6664D2550E06}"/>
              </a:ext>
            </a:extLst>
          </p:cNvPr>
          <p:cNvSpPr/>
          <p:nvPr/>
        </p:nvSpPr>
        <p:spPr>
          <a:xfrm rot="5400000">
            <a:off x="1688074" y="3562865"/>
            <a:ext cx="522714" cy="263765"/>
          </a:xfrm>
          <a:prstGeom prst="rightArrow">
            <a:avLst>
              <a:gd name="adj1" fmla="val 50000"/>
              <a:gd name="adj2" fmla="val 115576"/>
            </a:avLst>
          </a:prstGeom>
          <a:solidFill>
            <a:srgbClr val="EB7321">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rrow: Right 7">
            <a:extLst>
              <a:ext uri="{FF2B5EF4-FFF2-40B4-BE49-F238E27FC236}">
                <a16:creationId xmlns:a16="http://schemas.microsoft.com/office/drawing/2014/main" id="{19D62E04-8908-70BC-6989-CA3E885D9533}"/>
              </a:ext>
            </a:extLst>
          </p:cNvPr>
          <p:cNvSpPr/>
          <p:nvPr/>
        </p:nvSpPr>
        <p:spPr>
          <a:xfrm rot="16200000">
            <a:off x="1955520" y="3606571"/>
            <a:ext cx="522714" cy="163654"/>
          </a:xfrm>
          <a:prstGeom prst="rightArrow">
            <a:avLst>
              <a:gd name="adj1" fmla="val 50000"/>
              <a:gd name="adj2" fmla="val 115576"/>
            </a:avLst>
          </a:prstGeom>
          <a:solidFill>
            <a:srgbClr val="EB7321">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439E5043-ABA4-34E0-7301-790DFA003424}"/>
              </a:ext>
            </a:extLst>
          </p:cNvPr>
          <p:cNvSpPr txBox="1"/>
          <p:nvPr/>
        </p:nvSpPr>
        <p:spPr>
          <a:xfrm flipH="1">
            <a:off x="1828389" y="3927010"/>
            <a:ext cx="478685" cy="297517"/>
          </a:xfrm>
          <a:prstGeom prst="rect">
            <a:avLst/>
          </a:prstGeom>
          <a:noFill/>
          <a:effectLst>
            <a:softEdge rad="31750"/>
          </a:effectLst>
        </p:spPr>
        <p:txBody>
          <a:bodyPr wrap="square" rtlCol="0">
            <a:spAutoFit/>
          </a:bodyPr>
          <a:lstStyle>
            <a:defPPr>
              <a:defRPr lang="en-US"/>
            </a:defPPr>
            <a:lvl1pPr>
              <a:lnSpc>
                <a:spcPts val="1500"/>
              </a:lnSpc>
              <a:defRPr sz="180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defRPr>
            </a:lvl1pPr>
          </a:lstStyle>
          <a:p>
            <a:r>
              <a:rPr lang="en-US" dirty="0"/>
              <a:t>⑨</a:t>
            </a:r>
          </a:p>
        </p:txBody>
      </p:sp>
      <p:grpSp>
        <p:nvGrpSpPr>
          <p:cNvPr id="16" name="Group 15">
            <a:extLst>
              <a:ext uri="{FF2B5EF4-FFF2-40B4-BE49-F238E27FC236}">
                <a16:creationId xmlns:a16="http://schemas.microsoft.com/office/drawing/2014/main" id="{409E8FD6-5424-C985-FA9B-274C459ED8ED}"/>
              </a:ext>
            </a:extLst>
          </p:cNvPr>
          <p:cNvGrpSpPr/>
          <p:nvPr/>
        </p:nvGrpSpPr>
        <p:grpSpPr>
          <a:xfrm>
            <a:off x="2514507" y="2443117"/>
            <a:ext cx="298632" cy="942380"/>
            <a:chOff x="2600240" y="2290717"/>
            <a:chExt cx="298632" cy="942380"/>
          </a:xfrm>
        </p:grpSpPr>
        <p:sp>
          <p:nvSpPr>
            <p:cNvPr id="12" name="Freeform: Shape 11">
              <a:extLst>
                <a:ext uri="{FF2B5EF4-FFF2-40B4-BE49-F238E27FC236}">
                  <a16:creationId xmlns:a16="http://schemas.microsoft.com/office/drawing/2014/main" id="{E01FDB8B-B14C-3C66-FB0E-9423AD1BEBE7}"/>
                </a:ext>
              </a:extLst>
            </p:cNvPr>
            <p:cNvSpPr/>
            <p:nvPr/>
          </p:nvSpPr>
          <p:spPr>
            <a:xfrm>
              <a:off x="2600240" y="2290717"/>
              <a:ext cx="105750" cy="935231"/>
            </a:xfrm>
            <a:custGeom>
              <a:avLst/>
              <a:gdLst>
                <a:gd name="csX0" fmla="*/ 878 w 173650"/>
                <a:gd name="csY0" fmla="*/ 1845469 h 1845469"/>
                <a:gd name="csX1" fmla="*/ 12784 w 173650"/>
                <a:gd name="csY1" fmla="*/ 1766887 h 1845469"/>
                <a:gd name="csX2" fmla="*/ 48503 w 173650"/>
                <a:gd name="csY2" fmla="*/ 1700212 h 1845469"/>
                <a:gd name="csX3" fmla="*/ 105653 w 173650"/>
                <a:gd name="csY3" fmla="*/ 1650206 h 1845469"/>
                <a:gd name="csX4" fmla="*/ 141372 w 173650"/>
                <a:gd name="csY4" fmla="*/ 1619250 h 1845469"/>
                <a:gd name="csX5" fmla="*/ 167565 w 173650"/>
                <a:gd name="csY5" fmla="*/ 1566862 h 1845469"/>
                <a:gd name="csX6" fmla="*/ 162803 w 173650"/>
                <a:gd name="csY6" fmla="*/ 1512094 h 1845469"/>
                <a:gd name="csX7" fmla="*/ 129465 w 173650"/>
                <a:gd name="csY7" fmla="*/ 1464469 h 1845469"/>
                <a:gd name="csX8" fmla="*/ 74697 w 173650"/>
                <a:gd name="csY8" fmla="*/ 1423987 h 1845469"/>
                <a:gd name="csX9" fmla="*/ 36597 w 173650"/>
                <a:gd name="csY9" fmla="*/ 1383506 h 1845469"/>
                <a:gd name="csX10" fmla="*/ 8022 w 173650"/>
                <a:gd name="csY10" fmla="*/ 1326356 h 1845469"/>
                <a:gd name="csX11" fmla="*/ 3259 w 173650"/>
                <a:gd name="csY11" fmla="*/ 1254919 h 1845469"/>
                <a:gd name="csX12" fmla="*/ 17547 w 173650"/>
                <a:gd name="csY12" fmla="*/ 1190625 h 1845469"/>
                <a:gd name="csX13" fmla="*/ 55647 w 173650"/>
                <a:gd name="csY13" fmla="*/ 1140619 h 1845469"/>
                <a:gd name="csX14" fmla="*/ 108034 w 173650"/>
                <a:gd name="csY14" fmla="*/ 1097756 h 1845469"/>
                <a:gd name="csX15" fmla="*/ 153278 w 173650"/>
                <a:gd name="csY15" fmla="*/ 1057275 h 1845469"/>
                <a:gd name="csX16" fmla="*/ 169947 w 173650"/>
                <a:gd name="csY16" fmla="*/ 1002506 h 1845469"/>
                <a:gd name="csX17" fmla="*/ 160422 w 173650"/>
                <a:gd name="csY17" fmla="*/ 942975 h 1845469"/>
                <a:gd name="csX18" fmla="*/ 74697 w 173650"/>
                <a:gd name="csY18" fmla="*/ 859631 h 1845469"/>
                <a:gd name="csX19" fmla="*/ 12784 w 173650"/>
                <a:gd name="csY19" fmla="*/ 790575 h 1845469"/>
                <a:gd name="csX20" fmla="*/ 878 w 173650"/>
                <a:gd name="csY20" fmla="*/ 704850 h 1845469"/>
                <a:gd name="csX21" fmla="*/ 27072 w 173650"/>
                <a:gd name="csY21" fmla="*/ 611981 h 1845469"/>
                <a:gd name="csX22" fmla="*/ 100890 w 173650"/>
                <a:gd name="csY22" fmla="*/ 538162 h 1845469"/>
                <a:gd name="csX23" fmla="*/ 153278 w 173650"/>
                <a:gd name="csY23" fmla="*/ 492919 h 1845469"/>
                <a:gd name="csX24" fmla="*/ 169947 w 173650"/>
                <a:gd name="csY24" fmla="*/ 454819 h 1845469"/>
                <a:gd name="csX25" fmla="*/ 172328 w 173650"/>
                <a:gd name="csY25" fmla="*/ 402431 h 1845469"/>
                <a:gd name="csX26" fmla="*/ 153278 w 173650"/>
                <a:gd name="csY26" fmla="*/ 350044 h 1845469"/>
                <a:gd name="csX27" fmla="*/ 117559 w 173650"/>
                <a:gd name="csY27" fmla="*/ 285750 h 1845469"/>
                <a:gd name="csX28" fmla="*/ 96128 w 173650"/>
                <a:gd name="csY28" fmla="*/ 238125 h 1845469"/>
                <a:gd name="csX29" fmla="*/ 88984 w 173650"/>
                <a:gd name="csY29" fmla="*/ 140494 h 1845469"/>
                <a:gd name="csX30" fmla="*/ 91365 w 173650"/>
                <a:gd name="csY30" fmla="*/ 0 h 1845469"/>
                <a:gd name="csX0" fmla="*/ 878 w 173650"/>
                <a:gd name="csY0" fmla="*/ 2069431 h 2069431"/>
                <a:gd name="csX1" fmla="*/ 12784 w 173650"/>
                <a:gd name="csY1" fmla="*/ 1990849 h 2069431"/>
                <a:gd name="csX2" fmla="*/ 48503 w 173650"/>
                <a:gd name="csY2" fmla="*/ 1924174 h 2069431"/>
                <a:gd name="csX3" fmla="*/ 105653 w 173650"/>
                <a:gd name="csY3" fmla="*/ 1874168 h 2069431"/>
                <a:gd name="csX4" fmla="*/ 141372 w 173650"/>
                <a:gd name="csY4" fmla="*/ 1843212 h 2069431"/>
                <a:gd name="csX5" fmla="*/ 167565 w 173650"/>
                <a:gd name="csY5" fmla="*/ 1790824 h 2069431"/>
                <a:gd name="csX6" fmla="*/ 162803 w 173650"/>
                <a:gd name="csY6" fmla="*/ 1736056 h 2069431"/>
                <a:gd name="csX7" fmla="*/ 129465 w 173650"/>
                <a:gd name="csY7" fmla="*/ 1688431 h 2069431"/>
                <a:gd name="csX8" fmla="*/ 74697 w 173650"/>
                <a:gd name="csY8" fmla="*/ 1647949 h 2069431"/>
                <a:gd name="csX9" fmla="*/ 36597 w 173650"/>
                <a:gd name="csY9" fmla="*/ 1607468 h 2069431"/>
                <a:gd name="csX10" fmla="*/ 8022 w 173650"/>
                <a:gd name="csY10" fmla="*/ 1550318 h 2069431"/>
                <a:gd name="csX11" fmla="*/ 3259 w 173650"/>
                <a:gd name="csY11" fmla="*/ 1478881 h 2069431"/>
                <a:gd name="csX12" fmla="*/ 17547 w 173650"/>
                <a:gd name="csY12" fmla="*/ 1414587 h 2069431"/>
                <a:gd name="csX13" fmla="*/ 55647 w 173650"/>
                <a:gd name="csY13" fmla="*/ 1364581 h 2069431"/>
                <a:gd name="csX14" fmla="*/ 108034 w 173650"/>
                <a:gd name="csY14" fmla="*/ 1321718 h 2069431"/>
                <a:gd name="csX15" fmla="*/ 153278 w 173650"/>
                <a:gd name="csY15" fmla="*/ 1281237 h 2069431"/>
                <a:gd name="csX16" fmla="*/ 169947 w 173650"/>
                <a:gd name="csY16" fmla="*/ 1226468 h 2069431"/>
                <a:gd name="csX17" fmla="*/ 160422 w 173650"/>
                <a:gd name="csY17" fmla="*/ 1166937 h 2069431"/>
                <a:gd name="csX18" fmla="*/ 74697 w 173650"/>
                <a:gd name="csY18" fmla="*/ 1083593 h 2069431"/>
                <a:gd name="csX19" fmla="*/ 12784 w 173650"/>
                <a:gd name="csY19" fmla="*/ 1014537 h 2069431"/>
                <a:gd name="csX20" fmla="*/ 878 w 173650"/>
                <a:gd name="csY20" fmla="*/ 928812 h 2069431"/>
                <a:gd name="csX21" fmla="*/ 27072 w 173650"/>
                <a:gd name="csY21" fmla="*/ 835943 h 2069431"/>
                <a:gd name="csX22" fmla="*/ 100890 w 173650"/>
                <a:gd name="csY22" fmla="*/ 762124 h 2069431"/>
                <a:gd name="csX23" fmla="*/ 153278 w 173650"/>
                <a:gd name="csY23" fmla="*/ 716881 h 2069431"/>
                <a:gd name="csX24" fmla="*/ 169947 w 173650"/>
                <a:gd name="csY24" fmla="*/ 678781 h 2069431"/>
                <a:gd name="csX25" fmla="*/ 172328 w 173650"/>
                <a:gd name="csY25" fmla="*/ 626393 h 2069431"/>
                <a:gd name="csX26" fmla="*/ 153278 w 173650"/>
                <a:gd name="csY26" fmla="*/ 574006 h 2069431"/>
                <a:gd name="csX27" fmla="*/ 117559 w 173650"/>
                <a:gd name="csY27" fmla="*/ 509712 h 2069431"/>
                <a:gd name="csX28" fmla="*/ 96128 w 173650"/>
                <a:gd name="csY28" fmla="*/ 462087 h 2069431"/>
                <a:gd name="csX29" fmla="*/ 88984 w 173650"/>
                <a:gd name="csY29" fmla="*/ 364456 h 2069431"/>
                <a:gd name="csX30" fmla="*/ 95276 w 173650"/>
                <a:gd name="csY30" fmla="*/ 0 h 2069431"/>
                <a:gd name="csX0" fmla="*/ 878 w 173650"/>
                <a:gd name="csY0" fmla="*/ 2017042 h 2017042"/>
                <a:gd name="csX1" fmla="*/ 12784 w 173650"/>
                <a:gd name="csY1" fmla="*/ 1938460 h 2017042"/>
                <a:gd name="csX2" fmla="*/ 48503 w 173650"/>
                <a:gd name="csY2" fmla="*/ 1871785 h 2017042"/>
                <a:gd name="csX3" fmla="*/ 105653 w 173650"/>
                <a:gd name="csY3" fmla="*/ 1821779 h 2017042"/>
                <a:gd name="csX4" fmla="*/ 141372 w 173650"/>
                <a:gd name="csY4" fmla="*/ 1790823 h 2017042"/>
                <a:gd name="csX5" fmla="*/ 167565 w 173650"/>
                <a:gd name="csY5" fmla="*/ 1738435 h 2017042"/>
                <a:gd name="csX6" fmla="*/ 162803 w 173650"/>
                <a:gd name="csY6" fmla="*/ 1683667 h 2017042"/>
                <a:gd name="csX7" fmla="*/ 129465 w 173650"/>
                <a:gd name="csY7" fmla="*/ 1636042 h 2017042"/>
                <a:gd name="csX8" fmla="*/ 74697 w 173650"/>
                <a:gd name="csY8" fmla="*/ 1595560 h 2017042"/>
                <a:gd name="csX9" fmla="*/ 36597 w 173650"/>
                <a:gd name="csY9" fmla="*/ 1555079 h 2017042"/>
                <a:gd name="csX10" fmla="*/ 8022 w 173650"/>
                <a:gd name="csY10" fmla="*/ 1497929 h 2017042"/>
                <a:gd name="csX11" fmla="*/ 3259 w 173650"/>
                <a:gd name="csY11" fmla="*/ 1426492 h 2017042"/>
                <a:gd name="csX12" fmla="*/ 17547 w 173650"/>
                <a:gd name="csY12" fmla="*/ 1362198 h 2017042"/>
                <a:gd name="csX13" fmla="*/ 55647 w 173650"/>
                <a:gd name="csY13" fmla="*/ 1312192 h 2017042"/>
                <a:gd name="csX14" fmla="*/ 108034 w 173650"/>
                <a:gd name="csY14" fmla="*/ 1269329 h 2017042"/>
                <a:gd name="csX15" fmla="*/ 153278 w 173650"/>
                <a:gd name="csY15" fmla="*/ 1228848 h 2017042"/>
                <a:gd name="csX16" fmla="*/ 169947 w 173650"/>
                <a:gd name="csY16" fmla="*/ 1174079 h 2017042"/>
                <a:gd name="csX17" fmla="*/ 160422 w 173650"/>
                <a:gd name="csY17" fmla="*/ 1114548 h 2017042"/>
                <a:gd name="csX18" fmla="*/ 74697 w 173650"/>
                <a:gd name="csY18" fmla="*/ 1031204 h 2017042"/>
                <a:gd name="csX19" fmla="*/ 12784 w 173650"/>
                <a:gd name="csY19" fmla="*/ 962148 h 2017042"/>
                <a:gd name="csX20" fmla="*/ 878 w 173650"/>
                <a:gd name="csY20" fmla="*/ 876423 h 2017042"/>
                <a:gd name="csX21" fmla="*/ 27072 w 173650"/>
                <a:gd name="csY21" fmla="*/ 783554 h 2017042"/>
                <a:gd name="csX22" fmla="*/ 100890 w 173650"/>
                <a:gd name="csY22" fmla="*/ 709735 h 2017042"/>
                <a:gd name="csX23" fmla="*/ 153278 w 173650"/>
                <a:gd name="csY23" fmla="*/ 664492 h 2017042"/>
                <a:gd name="csX24" fmla="*/ 169947 w 173650"/>
                <a:gd name="csY24" fmla="*/ 626392 h 2017042"/>
                <a:gd name="csX25" fmla="*/ 172328 w 173650"/>
                <a:gd name="csY25" fmla="*/ 574004 h 2017042"/>
                <a:gd name="csX26" fmla="*/ 153278 w 173650"/>
                <a:gd name="csY26" fmla="*/ 521617 h 2017042"/>
                <a:gd name="csX27" fmla="*/ 117559 w 173650"/>
                <a:gd name="csY27" fmla="*/ 457323 h 2017042"/>
                <a:gd name="csX28" fmla="*/ 96128 w 173650"/>
                <a:gd name="csY28" fmla="*/ 409698 h 2017042"/>
                <a:gd name="csX29" fmla="*/ 88984 w 173650"/>
                <a:gd name="csY29" fmla="*/ 312067 h 2017042"/>
                <a:gd name="csX30" fmla="*/ 95276 w 173650"/>
                <a:gd name="csY30" fmla="*/ 0 h 2017042"/>
                <a:gd name="csX0" fmla="*/ 878 w 173650"/>
                <a:gd name="csY0" fmla="*/ 1964653 h 1964653"/>
                <a:gd name="csX1" fmla="*/ 12784 w 173650"/>
                <a:gd name="csY1" fmla="*/ 1886071 h 1964653"/>
                <a:gd name="csX2" fmla="*/ 48503 w 173650"/>
                <a:gd name="csY2" fmla="*/ 1819396 h 1964653"/>
                <a:gd name="csX3" fmla="*/ 105653 w 173650"/>
                <a:gd name="csY3" fmla="*/ 1769390 h 1964653"/>
                <a:gd name="csX4" fmla="*/ 141372 w 173650"/>
                <a:gd name="csY4" fmla="*/ 1738434 h 1964653"/>
                <a:gd name="csX5" fmla="*/ 167565 w 173650"/>
                <a:gd name="csY5" fmla="*/ 1686046 h 1964653"/>
                <a:gd name="csX6" fmla="*/ 162803 w 173650"/>
                <a:gd name="csY6" fmla="*/ 1631278 h 1964653"/>
                <a:gd name="csX7" fmla="*/ 129465 w 173650"/>
                <a:gd name="csY7" fmla="*/ 1583653 h 1964653"/>
                <a:gd name="csX8" fmla="*/ 74697 w 173650"/>
                <a:gd name="csY8" fmla="*/ 1543171 h 1964653"/>
                <a:gd name="csX9" fmla="*/ 36597 w 173650"/>
                <a:gd name="csY9" fmla="*/ 1502690 h 1964653"/>
                <a:gd name="csX10" fmla="*/ 8022 w 173650"/>
                <a:gd name="csY10" fmla="*/ 1445540 h 1964653"/>
                <a:gd name="csX11" fmla="*/ 3259 w 173650"/>
                <a:gd name="csY11" fmla="*/ 1374103 h 1964653"/>
                <a:gd name="csX12" fmla="*/ 17547 w 173650"/>
                <a:gd name="csY12" fmla="*/ 1309809 h 1964653"/>
                <a:gd name="csX13" fmla="*/ 55647 w 173650"/>
                <a:gd name="csY13" fmla="*/ 1259803 h 1964653"/>
                <a:gd name="csX14" fmla="*/ 108034 w 173650"/>
                <a:gd name="csY14" fmla="*/ 1216940 h 1964653"/>
                <a:gd name="csX15" fmla="*/ 153278 w 173650"/>
                <a:gd name="csY15" fmla="*/ 1176459 h 1964653"/>
                <a:gd name="csX16" fmla="*/ 169947 w 173650"/>
                <a:gd name="csY16" fmla="*/ 1121690 h 1964653"/>
                <a:gd name="csX17" fmla="*/ 160422 w 173650"/>
                <a:gd name="csY17" fmla="*/ 1062159 h 1964653"/>
                <a:gd name="csX18" fmla="*/ 74697 w 173650"/>
                <a:gd name="csY18" fmla="*/ 978815 h 1964653"/>
                <a:gd name="csX19" fmla="*/ 12784 w 173650"/>
                <a:gd name="csY19" fmla="*/ 909759 h 1964653"/>
                <a:gd name="csX20" fmla="*/ 878 w 173650"/>
                <a:gd name="csY20" fmla="*/ 824034 h 1964653"/>
                <a:gd name="csX21" fmla="*/ 27072 w 173650"/>
                <a:gd name="csY21" fmla="*/ 731165 h 1964653"/>
                <a:gd name="csX22" fmla="*/ 100890 w 173650"/>
                <a:gd name="csY22" fmla="*/ 657346 h 1964653"/>
                <a:gd name="csX23" fmla="*/ 153278 w 173650"/>
                <a:gd name="csY23" fmla="*/ 612103 h 1964653"/>
                <a:gd name="csX24" fmla="*/ 169947 w 173650"/>
                <a:gd name="csY24" fmla="*/ 574003 h 1964653"/>
                <a:gd name="csX25" fmla="*/ 172328 w 173650"/>
                <a:gd name="csY25" fmla="*/ 521615 h 1964653"/>
                <a:gd name="csX26" fmla="*/ 153278 w 173650"/>
                <a:gd name="csY26" fmla="*/ 469228 h 1964653"/>
                <a:gd name="csX27" fmla="*/ 117559 w 173650"/>
                <a:gd name="csY27" fmla="*/ 404934 h 1964653"/>
                <a:gd name="csX28" fmla="*/ 96128 w 173650"/>
                <a:gd name="csY28" fmla="*/ 357309 h 1964653"/>
                <a:gd name="csX29" fmla="*/ 88984 w 173650"/>
                <a:gd name="csY29" fmla="*/ 259678 h 1964653"/>
                <a:gd name="csX30" fmla="*/ 95276 w 173650"/>
                <a:gd name="csY30" fmla="*/ 0 h 1964653"/>
                <a:gd name="csX0" fmla="*/ 878 w 173650"/>
                <a:gd name="csY0" fmla="*/ 1964653 h 1964653"/>
                <a:gd name="csX1" fmla="*/ 12784 w 173650"/>
                <a:gd name="csY1" fmla="*/ 1886071 h 1964653"/>
                <a:gd name="csX2" fmla="*/ 48503 w 173650"/>
                <a:gd name="csY2" fmla="*/ 1819396 h 1964653"/>
                <a:gd name="csX3" fmla="*/ 105653 w 173650"/>
                <a:gd name="csY3" fmla="*/ 1769390 h 1964653"/>
                <a:gd name="csX4" fmla="*/ 141372 w 173650"/>
                <a:gd name="csY4" fmla="*/ 1738434 h 1964653"/>
                <a:gd name="csX5" fmla="*/ 167565 w 173650"/>
                <a:gd name="csY5" fmla="*/ 1686046 h 1964653"/>
                <a:gd name="csX6" fmla="*/ 129465 w 173650"/>
                <a:gd name="csY6" fmla="*/ 1583653 h 1964653"/>
                <a:gd name="csX7" fmla="*/ 74697 w 173650"/>
                <a:gd name="csY7" fmla="*/ 1543171 h 1964653"/>
                <a:gd name="csX8" fmla="*/ 36597 w 173650"/>
                <a:gd name="csY8" fmla="*/ 1502690 h 1964653"/>
                <a:gd name="csX9" fmla="*/ 8022 w 173650"/>
                <a:gd name="csY9" fmla="*/ 1445540 h 1964653"/>
                <a:gd name="csX10" fmla="*/ 3259 w 173650"/>
                <a:gd name="csY10" fmla="*/ 1374103 h 1964653"/>
                <a:gd name="csX11" fmla="*/ 17547 w 173650"/>
                <a:gd name="csY11" fmla="*/ 1309809 h 1964653"/>
                <a:gd name="csX12" fmla="*/ 55647 w 173650"/>
                <a:gd name="csY12" fmla="*/ 1259803 h 1964653"/>
                <a:gd name="csX13" fmla="*/ 108034 w 173650"/>
                <a:gd name="csY13" fmla="*/ 1216940 h 1964653"/>
                <a:gd name="csX14" fmla="*/ 153278 w 173650"/>
                <a:gd name="csY14" fmla="*/ 1176459 h 1964653"/>
                <a:gd name="csX15" fmla="*/ 169947 w 173650"/>
                <a:gd name="csY15" fmla="*/ 1121690 h 1964653"/>
                <a:gd name="csX16" fmla="*/ 160422 w 173650"/>
                <a:gd name="csY16" fmla="*/ 1062159 h 1964653"/>
                <a:gd name="csX17" fmla="*/ 74697 w 173650"/>
                <a:gd name="csY17" fmla="*/ 978815 h 1964653"/>
                <a:gd name="csX18" fmla="*/ 12784 w 173650"/>
                <a:gd name="csY18" fmla="*/ 909759 h 1964653"/>
                <a:gd name="csX19" fmla="*/ 878 w 173650"/>
                <a:gd name="csY19" fmla="*/ 824034 h 1964653"/>
                <a:gd name="csX20" fmla="*/ 27072 w 173650"/>
                <a:gd name="csY20" fmla="*/ 731165 h 1964653"/>
                <a:gd name="csX21" fmla="*/ 100890 w 173650"/>
                <a:gd name="csY21" fmla="*/ 657346 h 1964653"/>
                <a:gd name="csX22" fmla="*/ 153278 w 173650"/>
                <a:gd name="csY22" fmla="*/ 612103 h 1964653"/>
                <a:gd name="csX23" fmla="*/ 169947 w 173650"/>
                <a:gd name="csY23" fmla="*/ 574003 h 1964653"/>
                <a:gd name="csX24" fmla="*/ 172328 w 173650"/>
                <a:gd name="csY24" fmla="*/ 521615 h 1964653"/>
                <a:gd name="csX25" fmla="*/ 153278 w 173650"/>
                <a:gd name="csY25" fmla="*/ 469228 h 1964653"/>
                <a:gd name="csX26" fmla="*/ 117559 w 173650"/>
                <a:gd name="csY26" fmla="*/ 404934 h 1964653"/>
                <a:gd name="csX27" fmla="*/ 96128 w 173650"/>
                <a:gd name="csY27" fmla="*/ 357309 h 1964653"/>
                <a:gd name="csX28" fmla="*/ 88984 w 173650"/>
                <a:gd name="csY28" fmla="*/ 259678 h 1964653"/>
                <a:gd name="csX29" fmla="*/ 95276 w 173650"/>
                <a:gd name="csY29" fmla="*/ 0 h 1964653"/>
                <a:gd name="csX0" fmla="*/ 878 w 173650"/>
                <a:gd name="csY0" fmla="*/ 1964653 h 1964653"/>
                <a:gd name="csX1" fmla="*/ 12784 w 173650"/>
                <a:gd name="csY1" fmla="*/ 1886071 h 1964653"/>
                <a:gd name="csX2" fmla="*/ 48503 w 173650"/>
                <a:gd name="csY2" fmla="*/ 1819396 h 1964653"/>
                <a:gd name="csX3" fmla="*/ 105653 w 173650"/>
                <a:gd name="csY3" fmla="*/ 1769390 h 1964653"/>
                <a:gd name="csX4" fmla="*/ 141372 w 173650"/>
                <a:gd name="csY4" fmla="*/ 1738434 h 1964653"/>
                <a:gd name="csX5" fmla="*/ 129465 w 173650"/>
                <a:gd name="csY5" fmla="*/ 1583653 h 1964653"/>
                <a:gd name="csX6" fmla="*/ 74697 w 173650"/>
                <a:gd name="csY6" fmla="*/ 1543171 h 1964653"/>
                <a:gd name="csX7" fmla="*/ 36597 w 173650"/>
                <a:gd name="csY7" fmla="*/ 1502690 h 1964653"/>
                <a:gd name="csX8" fmla="*/ 8022 w 173650"/>
                <a:gd name="csY8" fmla="*/ 1445540 h 1964653"/>
                <a:gd name="csX9" fmla="*/ 3259 w 173650"/>
                <a:gd name="csY9" fmla="*/ 1374103 h 1964653"/>
                <a:gd name="csX10" fmla="*/ 17547 w 173650"/>
                <a:gd name="csY10" fmla="*/ 1309809 h 1964653"/>
                <a:gd name="csX11" fmla="*/ 55647 w 173650"/>
                <a:gd name="csY11" fmla="*/ 1259803 h 1964653"/>
                <a:gd name="csX12" fmla="*/ 108034 w 173650"/>
                <a:gd name="csY12" fmla="*/ 1216940 h 1964653"/>
                <a:gd name="csX13" fmla="*/ 153278 w 173650"/>
                <a:gd name="csY13" fmla="*/ 1176459 h 1964653"/>
                <a:gd name="csX14" fmla="*/ 169947 w 173650"/>
                <a:gd name="csY14" fmla="*/ 1121690 h 1964653"/>
                <a:gd name="csX15" fmla="*/ 160422 w 173650"/>
                <a:gd name="csY15" fmla="*/ 1062159 h 1964653"/>
                <a:gd name="csX16" fmla="*/ 74697 w 173650"/>
                <a:gd name="csY16" fmla="*/ 978815 h 1964653"/>
                <a:gd name="csX17" fmla="*/ 12784 w 173650"/>
                <a:gd name="csY17" fmla="*/ 909759 h 1964653"/>
                <a:gd name="csX18" fmla="*/ 878 w 173650"/>
                <a:gd name="csY18" fmla="*/ 824034 h 1964653"/>
                <a:gd name="csX19" fmla="*/ 27072 w 173650"/>
                <a:gd name="csY19" fmla="*/ 731165 h 1964653"/>
                <a:gd name="csX20" fmla="*/ 100890 w 173650"/>
                <a:gd name="csY20" fmla="*/ 657346 h 1964653"/>
                <a:gd name="csX21" fmla="*/ 153278 w 173650"/>
                <a:gd name="csY21" fmla="*/ 612103 h 1964653"/>
                <a:gd name="csX22" fmla="*/ 169947 w 173650"/>
                <a:gd name="csY22" fmla="*/ 574003 h 1964653"/>
                <a:gd name="csX23" fmla="*/ 172328 w 173650"/>
                <a:gd name="csY23" fmla="*/ 521615 h 1964653"/>
                <a:gd name="csX24" fmla="*/ 153278 w 173650"/>
                <a:gd name="csY24" fmla="*/ 469228 h 1964653"/>
                <a:gd name="csX25" fmla="*/ 117559 w 173650"/>
                <a:gd name="csY25" fmla="*/ 404934 h 1964653"/>
                <a:gd name="csX26" fmla="*/ 96128 w 173650"/>
                <a:gd name="csY26" fmla="*/ 357309 h 1964653"/>
                <a:gd name="csX27" fmla="*/ 88984 w 173650"/>
                <a:gd name="csY27" fmla="*/ 259678 h 1964653"/>
                <a:gd name="csX28" fmla="*/ 95276 w 173650"/>
                <a:gd name="csY28" fmla="*/ 0 h 1964653"/>
                <a:gd name="csX0" fmla="*/ 878 w 173650"/>
                <a:gd name="csY0" fmla="*/ 1964653 h 1964653"/>
                <a:gd name="csX1" fmla="*/ 12784 w 173650"/>
                <a:gd name="csY1" fmla="*/ 1886071 h 1964653"/>
                <a:gd name="csX2" fmla="*/ 48503 w 173650"/>
                <a:gd name="csY2" fmla="*/ 1819396 h 1964653"/>
                <a:gd name="csX3" fmla="*/ 105653 w 173650"/>
                <a:gd name="csY3" fmla="*/ 1769390 h 1964653"/>
                <a:gd name="csX4" fmla="*/ 129465 w 173650"/>
                <a:gd name="csY4" fmla="*/ 1583653 h 1964653"/>
                <a:gd name="csX5" fmla="*/ 74697 w 173650"/>
                <a:gd name="csY5" fmla="*/ 1543171 h 1964653"/>
                <a:gd name="csX6" fmla="*/ 36597 w 173650"/>
                <a:gd name="csY6" fmla="*/ 1502690 h 1964653"/>
                <a:gd name="csX7" fmla="*/ 8022 w 173650"/>
                <a:gd name="csY7" fmla="*/ 1445540 h 1964653"/>
                <a:gd name="csX8" fmla="*/ 3259 w 173650"/>
                <a:gd name="csY8" fmla="*/ 1374103 h 1964653"/>
                <a:gd name="csX9" fmla="*/ 17547 w 173650"/>
                <a:gd name="csY9" fmla="*/ 1309809 h 1964653"/>
                <a:gd name="csX10" fmla="*/ 55647 w 173650"/>
                <a:gd name="csY10" fmla="*/ 1259803 h 1964653"/>
                <a:gd name="csX11" fmla="*/ 108034 w 173650"/>
                <a:gd name="csY11" fmla="*/ 1216940 h 1964653"/>
                <a:gd name="csX12" fmla="*/ 153278 w 173650"/>
                <a:gd name="csY12" fmla="*/ 1176459 h 1964653"/>
                <a:gd name="csX13" fmla="*/ 169947 w 173650"/>
                <a:gd name="csY13" fmla="*/ 1121690 h 1964653"/>
                <a:gd name="csX14" fmla="*/ 160422 w 173650"/>
                <a:gd name="csY14" fmla="*/ 1062159 h 1964653"/>
                <a:gd name="csX15" fmla="*/ 74697 w 173650"/>
                <a:gd name="csY15" fmla="*/ 978815 h 1964653"/>
                <a:gd name="csX16" fmla="*/ 12784 w 173650"/>
                <a:gd name="csY16" fmla="*/ 909759 h 1964653"/>
                <a:gd name="csX17" fmla="*/ 878 w 173650"/>
                <a:gd name="csY17" fmla="*/ 824034 h 1964653"/>
                <a:gd name="csX18" fmla="*/ 27072 w 173650"/>
                <a:gd name="csY18" fmla="*/ 731165 h 1964653"/>
                <a:gd name="csX19" fmla="*/ 100890 w 173650"/>
                <a:gd name="csY19" fmla="*/ 657346 h 1964653"/>
                <a:gd name="csX20" fmla="*/ 153278 w 173650"/>
                <a:gd name="csY20" fmla="*/ 612103 h 1964653"/>
                <a:gd name="csX21" fmla="*/ 169947 w 173650"/>
                <a:gd name="csY21" fmla="*/ 574003 h 1964653"/>
                <a:gd name="csX22" fmla="*/ 172328 w 173650"/>
                <a:gd name="csY22" fmla="*/ 521615 h 1964653"/>
                <a:gd name="csX23" fmla="*/ 153278 w 173650"/>
                <a:gd name="csY23" fmla="*/ 469228 h 1964653"/>
                <a:gd name="csX24" fmla="*/ 117559 w 173650"/>
                <a:gd name="csY24" fmla="*/ 404934 h 1964653"/>
                <a:gd name="csX25" fmla="*/ 96128 w 173650"/>
                <a:gd name="csY25" fmla="*/ 357309 h 1964653"/>
                <a:gd name="csX26" fmla="*/ 88984 w 173650"/>
                <a:gd name="csY26" fmla="*/ 259678 h 1964653"/>
                <a:gd name="csX27" fmla="*/ 95276 w 173650"/>
                <a:gd name="csY27" fmla="*/ 0 h 1964653"/>
                <a:gd name="csX0" fmla="*/ 878 w 173650"/>
                <a:gd name="csY0" fmla="*/ 1964653 h 1964653"/>
                <a:gd name="csX1" fmla="*/ 12784 w 173650"/>
                <a:gd name="csY1" fmla="*/ 1886071 h 1964653"/>
                <a:gd name="csX2" fmla="*/ 48503 w 173650"/>
                <a:gd name="csY2" fmla="*/ 1819396 h 1964653"/>
                <a:gd name="csX3" fmla="*/ 129465 w 173650"/>
                <a:gd name="csY3" fmla="*/ 1583653 h 1964653"/>
                <a:gd name="csX4" fmla="*/ 74697 w 173650"/>
                <a:gd name="csY4" fmla="*/ 1543171 h 1964653"/>
                <a:gd name="csX5" fmla="*/ 36597 w 173650"/>
                <a:gd name="csY5" fmla="*/ 1502690 h 1964653"/>
                <a:gd name="csX6" fmla="*/ 8022 w 173650"/>
                <a:gd name="csY6" fmla="*/ 1445540 h 1964653"/>
                <a:gd name="csX7" fmla="*/ 3259 w 173650"/>
                <a:gd name="csY7" fmla="*/ 1374103 h 1964653"/>
                <a:gd name="csX8" fmla="*/ 17547 w 173650"/>
                <a:gd name="csY8" fmla="*/ 1309809 h 1964653"/>
                <a:gd name="csX9" fmla="*/ 55647 w 173650"/>
                <a:gd name="csY9" fmla="*/ 1259803 h 1964653"/>
                <a:gd name="csX10" fmla="*/ 108034 w 173650"/>
                <a:gd name="csY10" fmla="*/ 1216940 h 1964653"/>
                <a:gd name="csX11" fmla="*/ 153278 w 173650"/>
                <a:gd name="csY11" fmla="*/ 1176459 h 1964653"/>
                <a:gd name="csX12" fmla="*/ 169947 w 173650"/>
                <a:gd name="csY12" fmla="*/ 1121690 h 1964653"/>
                <a:gd name="csX13" fmla="*/ 160422 w 173650"/>
                <a:gd name="csY13" fmla="*/ 1062159 h 1964653"/>
                <a:gd name="csX14" fmla="*/ 74697 w 173650"/>
                <a:gd name="csY14" fmla="*/ 978815 h 1964653"/>
                <a:gd name="csX15" fmla="*/ 12784 w 173650"/>
                <a:gd name="csY15" fmla="*/ 909759 h 1964653"/>
                <a:gd name="csX16" fmla="*/ 878 w 173650"/>
                <a:gd name="csY16" fmla="*/ 824034 h 1964653"/>
                <a:gd name="csX17" fmla="*/ 27072 w 173650"/>
                <a:gd name="csY17" fmla="*/ 731165 h 1964653"/>
                <a:gd name="csX18" fmla="*/ 100890 w 173650"/>
                <a:gd name="csY18" fmla="*/ 657346 h 1964653"/>
                <a:gd name="csX19" fmla="*/ 153278 w 173650"/>
                <a:gd name="csY19" fmla="*/ 612103 h 1964653"/>
                <a:gd name="csX20" fmla="*/ 169947 w 173650"/>
                <a:gd name="csY20" fmla="*/ 574003 h 1964653"/>
                <a:gd name="csX21" fmla="*/ 172328 w 173650"/>
                <a:gd name="csY21" fmla="*/ 521615 h 1964653"/>
                <a:gd name="csX22" fmla="*/ 153278 w 173650"/>
                <a:gd name="csY22" fmla="*/ 469228 h 1964653"/>
                <a:gd name="csX23" fmla="*/ 117559 w 173650"/>
                <a:gd name="csY23" fmla="*/ 404934 h 1964653"/>
                <a:gd name="csX24" fmla="*/ 96128 w 173650"/>
                <a:gd name="csY24" fmla="*/ 357309 h 1964653"/>
                <a:gd name="csX25" fmla="*/ 88984 w 173650"/>
                <a:gd name="csY25" fmla="*/ 259678 h 1964653"/>
                <a:gd name="csX26" fmla="*/ 95276 w 173650"/>
                <a:gd name="csY26" fmla="*/ 0 h 1964653"/>
                <a:gd name="csX0" fmla="*/ 1339 w 174111"/>
                <a:gd name="csY0" fmla="*/ 1964653 h 1964653"/>
                <a:gd name="csX1" fmla="*/ 13245 w 174111"/>
                <a:gd name="csY1" fmla="*/ 1886071 h 1964653"/>
                <a:gd name="csX2" fmla="*/ 129926 w 174111"/>
                <a:gd name="csY2" fmla="*/ 1583653 h 1964653"/>
                <a:gd name="csX3" fmla="*/ 75158 w 174111"/>
                <a:gd name="csY3" fmla="*/ 1543171 h 1964653"/>
                <a:gd name="csX4" fmla="*/ 37058 w 174111"/>
                <a:gd name="csY4" fmla="*/ 1502690 h 1964653"/>
                <a:gd name="csX5" fmla="*/ 8483 w 174111"/>
                <a:gd name="csY5" fmla="*/ 1445540 h 1964653"/>
                <a:gd name="csX6" fmla="*/ 3720 w 174111"/>
                <a:gd name="csY6" fmla="*/ 1374103 h 1964653"/>
                <a:gd name="csX7" fmla="*/ 18008 w 174111"/>
                <a:gd name="csY7" fmla="*/ 1309809 h 1964653"/>
                <a:gd name="csX8" fmla="*/ 56108 w 174111"/>
                <a:gd name="csY8" fmla="*/ 1259803 h 1964653"/>
                <a:gd name="csX9" fmla="*/ 108495 w 174111"/>
                <a:gd name="csY9" fmla="*/ 1216940 h 1964653"/>
                <a:gd name="csX10" fmla="*/ 153739 w 174111"/>
                <a:gd name="csY10" fmla="*/ 1176459 h 1964653"/>
                <a:gd name="csX11" fmla="*/ 170408 w 174111"/>
                <a:gd name="csY11" fmla="*/ 1121690 h 1964653"/>
                <a:gd name="csX12" fmla="*/ 160883 w 174111"/>
                <a:gd name="csY12" fmla="*/ 1062159 h 1964653"/>
                <a:gd name="csX13" fmla="*/ 75158 w 174111"/>
                <a:gd name="csY13" fmla="*/ 978815 h 1964653"/>
                <a:gd name="csX14" fmla="*/ 13245 w 174111"/>
                <a:gd name="csY14" fmla="*/ 909759 h 1964653"/>
                <a:gd name="csX15" fmla="*/ 1339 w 174111"/>
                <a:gd name="csY15" fmla="*/ 824034 h 1964653"/>
                <a:gd name="csX16" fmla="*/ 27533 w 174111"/>
                <a:gd name="csY16" fmla="*/ 731165 h 1964653"/>
                <a:gd name="csX17" fmla="*/ 101351 w 174111"/>
                <a:gd name="csY17" fmla="*/ 657346 h 1964653"/>
                <a:gd name="csX18" fmla="*/ 153739 w 174111"/>
                <a:gd name="csY18" fmla="*/ 612103 h 1964653"/>
                <a:gd name="csX19" fmla="*/ 170408 w 174111"/>
                <a:gd name="csY19" fmla="*/ 574003 h 1964653"/>
                <a:gd name="csX20" fmla="*/ 172789 w 174111"/>
                <a:gd name="csY20" fmla="*/ 521615 h 1964653"/>
                <a:gd name="csX21" fmla="*/ 153739 w 174111"/>
                <a:gd name="csY21" fmla="*/ 469228 h 1964653"/>
                <a:gd name="csX22" fmla="*/ 118020 w 174111"/>
                <a:gd name="csY22" fmla="*/ 404934 h 1964653"/>
                <a:gd name="csX23" fmla="*/ 96589 w 174111"/>
                <a:gd name="csY23" fmla="*/ 357309 h 1964653"/>
                <a:gd name="csX24" fmla="*/ 89445 w 174111"/>
                <a:gd name="csY24" fmla="*/ 259678 h 1964653"/>
                <a:gd name="csX25" fmla="*/ 95737 w 174111"/>
                <a:gd name="csY25" fmla="*/ 0 h 1964653"/>
                <a:gd name="csX0" fmla="*/ 879 w 173651"/>
                <a:gd name="csY0" fmla="*/ 1964653 h 1964653"/>
                <a:gd name="csX1" fmla="*/ 129466 w 173651"/>
                <a:gd name="csY1" fmla="*/ 1583653 h 1964653"/>
                <a:gd name="csX2" fmla="*/ 74698 w 173651"/>
                <a:gd name="csY2" fmla="*/ 1543171 h 1964653"/>
                <a:gd name="csX3" fmla="*/ 36598 w 173651"/>
                <a:gd name="csY3" fmla="*/ 1502690 h 1964653"/>
                <a:gd name="csX4" fmla="*/ 8023 w 173651"/>
                <a:gd name="csY4" fmla="*/ 1445540 h 1964653"/>
                <a:gd name="csX5" fmla="*/ 3260 w 173651"/>
                <a:gd name="csY5" fmla="*/ 1374103 h 1964653"/>
                <a:gd name="csX6" fmla="*/ 17548 w 173651"/>
                <a:gd name="csY6" fmla="*/ 1309809 h 1964653"/>
                <a:gd name="csX7" fmla="*/ 55648 w 173651"/>
                <a:gd name="csY7" fmla="*/ 1259803 h 1964653"/>
                <a:gd name="csX8" fmla="*/ 108035 w 173651"/>
                <a:gd name="csY8" fmla="*/ 1216940 h 1964653"/>
                <a:gd name="csX9" fmla="*/ 153279 w 173651"/>
                <a:gd name="csY9" fmla="*/ 1176459 h 1964653"/>
                <a:gd name="csX10" fmla="*/ 169948 w 173651"/>
                <a:gd name="csY10" fmla="*/ 1121690 h 1964653"/>
                <a:gd name="csX11" fmla="*/ 160423 w 173651"/>
                <a:gd name="csY11" fmla="*/ 1062159 h 1964653"/>
                <a:gd name="csX12" fmla="*/ 74698 w 173651"/>
                <a:gd name="csY12" fmla="*/ 978815 h 1964653"/>
                <a:gd name="csX13" fmla="*/ 12785 w 173651"/>
                <a:gd name="csY13" fmla="*/ 909759 h 1964653"/>
                <a:gd name="csX14" fmla="*/ 879 w 173651"/>
                <a:gd name="csY14" fmla="*/ 824034 h 1964653"/>
                <a:gd name="csX15" fmla="*/ 27073 w 173651"/>
                <a:gd name="csY15" fmla="*/ 731165 h 1964653"/>
                <a:gd name="csX16" fmla="*/ 100891 w 173651"/>
                <a:gd name="csY16" fmla="*/ 657346 h 1964653"/>
                <a:gd name="csX17" fmla="*/ 153279 w 173651"/>
                <a:gd name="csY17" fmla="*/ 612103 h 1964653"/>
                <a:gd name="csX18" fmla="*/ 169948 w 173651"/>
                <a:gd name="csY18" fmla="*/ 574003 h 1964653"/>
                <a:gd name="csX19" fmla="*/ 172329 w 173651"/>
                <a:gd name="csY19" fmla="*/ 521615 h 1964653"/>
                <a:gd name="csX20" fmla="*/ 153279 w 173651"/>
                <a:gd name="csY20" fmla="*/ 469228 h 1964653"/>
                <a:gd name="csX21" fmla="*/ 117560 w 173651"/>
                <a:gd name="csY21" fmla="*/ 404934 h 1964653"/>
                <a:gd name="csX22" fmla="*/ 96129 w 173651"/>
                <a:gd name="csY22" fmla="*/ 357309 h 1964653"/>
                <a:gd name="csX23" fmla="*/ 88985 w 173651"/>
                <a:gd name="csY23" fmla="*/ 259678 h 1964653"/>
                <a:gd name="csX24" fmla="*/ 95277 w 173651"/>
                <a:gd name="csY24" fmla="*/ 0 h 1964653"/>
                <a:gd name="csX0" fmla="*/ 129466 w 173651"/>
                <a:gd name="csY0" fmla="*/ 1583653 h 1583654"/>
                <a:gd name="csX1" fmla="*/ 74698 w 173651"/>
                <a:gd name="csY1" fmla="*/ 1543171 h 1583654"/>
                <a:gd name="csX2" fmla="*/ 36598 w 173651"/>
                <a:gd name="csY2" fmla="*/ 1502690 h 1583654"/>
                <a:gd name="csX3" fmla="*/ 8023 w 173651"/>
                <a:gd name="csY3" fmla="*/ 1445540 h 1583654"/>
                <a:gd name="csX4" fmla="*/ 3260 w 173651"/>
                <a:gd name="csY4" fmla="*/ 1374103 h 1583654"/>
                <a:gd name="csX5" fmla="*/ 17548 w 173651"/>
                <a:gd name="csY5" fmla="*/ 1309809 h 1583654"/>
                <a:gd name="csX6" fmla="*/ 55648 w 173651"/>
                <a:gd name="csY6" fmla="*/ 1259803 h 1583654"/>
                <a:gd name="csX7" fmla="*/ 108035 w 173651"/>
                <a:gd name="csY7" fmla="*/ 1216940 h 1583654"/>
                <a:gd name="csX8" fmla="*/ 153279 w 173651"/>
                <a:gd name="csY8" fmla="*/ 1176459 h 1583654"/>
                <a:gd name="csX9" fmla="*/ 169948 w 173651"/>
                <a:gd name="csY9" fmla="*/ 1121690 h 1583654"/>
                <a:gd name="csX10" fmla="*/ 160423 w 173651"/>
                <a:gd name="csY10" fmla="*/ 1062159 h 1583654"/>
                <a:gd name="csX11" fmla="*/ 74698 w 173651"/>
                <a:gd name="csY11" fmla="*/ 978815 h 1583654"/>
                <a:gd name="csX12" fmla="*/ 12785 w 173651"/>
                <a:gd name="csY12" fmla="*/ 909759 h 1583654"/>
                <a:gd name="csX13" fmla="*/ 879 w 173651"/>
                <a:gd name="csY13" fmla="*/ 824034 h 1583654"/>
                <a:gd name="csX14" fmla="*/ 27073 w 173651"/>
                <a:gd name="csY14" fmla="*/ 731165 h 1583654"/>
                <a:gd name="csX15" fmla="*/ 100891 w 173651"/>
                <a:gd name="csY15" fmla="*/ 657346 h 1583654"/>
                <a:gd name="csX16" fmla="*/ 153279 w 173651"/>
                <a:gd name="csY16" fmla="*/ 612103 h 1583654"/>
                <a:gd name="csX17" fmla="*/ 169948 w 173651"/>
                <a:gd name="csY17" fmla="*/ 574003 h 1583654"/>
                <a:gd name="csX18" fmla="*/ 172329 w 173651"/>
                <a:gd name="csY18" fmla="*/ 521615 h 1583654"/>
                <a:gd name="csX19" fmla="*/ 153279 w 173651"/>
                <a:gd name="csY19" fmla="*/ 469228 h 1583654"/>
                <a:gd name="csX20" fmla="*/ 117560 w 173651"/>
                <a:gd name="csY20" fmla="*/ 404934 h 1583654"/>
                <a:gd name="csX21" fmla="*/ 96129 w 173651"/>
                <a:gd name="csY21" fmla="*/ 357309 h 1583654"/>
                <a:gd name="csX22" fmla="*/ 88985 w 173651"/>
                <a:gd name="csY22" fmla="*/ 259678 h 1583654"/>
                <a:gd name="csX23" fmla="*/ 95277 w 173651"/>
                <a:gd name="csY23" fmla="*/ 0 h 1583654"/>
                <a:gd name="csX0" fmla="*/ 74698 w 173651"/>
                <a:gd name="csY0" fmla="*/ 1543171 h 1543170"/>
                <a:gd name="csX1" fmla="*/ 36598 w 173651"/>
                <a:gd name="csY1" fmla="*/ 1502690 h 1543170"/>
                <a:gd name="csX2" fmla="*/ 8023 w 173651"/>
                <a:gd name="csY2" fmla="*/ 1445540 h 1543170"/>
                <a:gd name="csX3" fmla="*/ 3260 w 173651"/>
                <a:gd name="csY3" fmla="*/ 1374103 h 1543170"/>
                <a:gd name="csX4" fmla="*/ 17548 w 173651"/>
                <a:gd name="csY4" fmla="*/ 1309809 h 1543170"/>
                <a:gd name="csX5" fmla="*/ 55648 w 173651"/>
                <a:gd name="csY5" fmla="*/ 1259803 h 1543170"/>
                <a:gd name="csX6" fmla="*/ 108035 w 173651"/>
                <a:gd name="csY6" fmla="*/ 1216940 h 1543170"/>
                <a:gd name="csX7" fmla="*/ 153279 w 173651"/>
                <a:gd name="csY7" fmla="*/ 1176459 h 1543170"/>
                <a:gd name="csX8" fmla="*/ 169948 w 173651"/>
                <a:gd name="csY8" fmla="*/ 1121690 h 1543170"/>
                <a:gd name="csX9" fmla="*/ 160423 w 173651"/>
                <a:gd name="csY9" fmla="*/ 1062159 h 1543170"/>
                <a:gd name="csX10" fmla="*/ 74698 w 173651"/>
                <a:gd name="csY10" fmla="*/ 978815 h 1543170"/>
                <a:gd name="csX11" fmla="*/ 12785 w 173651"/>
                <a:gd name="csY11" fmla="*/ 909759 h 1543170"/>
                <a:gd name="csX12" fmla="*/ 879 w 173651"/>
                <a:gd name="csY12" fmla="*/ 824034 h 1543170"/>
                <a:gd name="csX13" fmla="*/ 27073 w 173651"/>
                <a:gd name="csY13" fmla="*/ 731165 h 1543170"/>
                <a:gd name="csX14" fmla="*/ 100891 w 173651"/>
                <a:gd name="csY14" fmla="*/ 657346 h 1543170"/>
                <a:gd name="csX15" fmla="*/ 153279 w 173651"/>
                <a:gd name="csY15" fmla="*/ 612103 h 1543170"/>
                <a:gd name="csX16" fmla="*/ 169948 w 173651"/>
                <a:gd name="csY16" fmla="*/ 574003 h 1543170"/>
                <a:gd name="csX17" fmla="*/ 172329 w 173651"/>
                <a:gd name="csY17" fmla="*/ 521615 h 1543170"/>
                <a:gd name="csX18" fmla="*/ 153279 w 173651"/>
                <a:gd name="csY18" fmla="*/ 469228 h 1543170"/>
                <a:gd name="csX19" fmla="*/ 117560 w 173651"/>
                <a:gd name="csY19" fmla="*/ 404934 h 1543170"/>
                <a:gd name="csX20" fmla="*/ 96129 w 173651"/>
                <a:gd name="csY20" fmla="*/ 357309 h 1543170"/>
                <a:gd name="csX21" fmla="*/ 88985 w 173651"/>
                <a:gd name="csY21" fmla="*/ 259678 h 1543170"/>
                <a:gd name="csX22" fmla="*/ 95277 w 173651"/>
                <a:gd name="csY22" fmla="*/ 0 h 15431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173651" h="1543170">
                  <a:moveTo>
                    <a:pt x="74698" y="1543171"/>
                  </a:moveTo>
                  <a:cubicBezTo>
                    <a:pt x="59220" y="1529677"/>
                    <a:pt x="47710" y="1518962"/>
                    <a:pt x="36598" y="1502690"/>
                  </a:cubicBezTo>
                  <a:cubicBezTo>
                    <a:pt x="25486" y="1486418"/>
                    <a:pt x="13579" y="1466971"/>
                    <a:pt x="8023" y="1445540"/>
                  </a:cubicBezTo>
                  <a:cubicBezTo>
                    <a:pt x="2467" y="1424109"/>
                    <a:pt x="1673" y="1396725"/>
                    <a:pt x="3260" y="1374103"/>
                  </a:cubicBezTo>
                  <a:cubicBezTo>
                    <a:pt x="4847" y="1351481"/>
                    <a:pt x="8817" y="1328859"/>
                    <a:pt x="17548" y="1309809"/>
                  </a:cubicBezTo>
                  <a:cubicBezTo>
                    <a:pt x="26279" y="1290759"/>
                    <a:pt x="40567" y="1275281"/>
                    <a:pt x="55648" y="1259803"/>
                  </a:cubicBezTo>
                  <a:cubicBezTo>
                    <a:pt x="70729" y="1244325"/>
                    <a:pt x="91763" y="1230831"/>
                    <a:pt x="108035" y="1216940"/>
                  </a:cubicBezTo>
                  <a:cubicBezTo>
                    <a:pt x="124307" y="1203049"/>
                    <a:pt x="142960" y="1192334"/>
                    <a:pt x="153279" y="1176459"/>
                  </a:cubicBezTo>
                  <a:cubicBezTo>
                    <a:pt x="163598" y="1160584"/>
                    <a:pt x="168757" y="1140740"/>
                    <a:pt x="169948" y="1121690"/>
                  </a:cubicBezTo>
                  <a:cubicBezTo>
                    <a:pt x="171139" y="1102640"/>
                    <a:pt x="176298" y="1085971"/>
                    <a:pt x="160423" y="1062159"/>
                  </a:cubicBezTo>
                  <a:cubicBezTo>
                    <a:pt x="144548" y="1038346"/>
                    <a:pt x="99304" y="1004215"/>
                    <a:pt x="74698" y="978815"/>
                  </a:cubicBezTo>
                  <a:cubicBezTo>
                    <a:pt x="50092" y="953415"/>
                    <a:pt x="25088" y="935556"/>
                    <a:pt x="12785" y="909759"/>
                  </a:cubicBezTo>
                  <a:cubicBezTo>
                    <a:pt x="482" y="883962"/>
                    <a:pt x="-1502" y="853800"/>
                    <a:pt x="879" y="824034"/>
                  </a:cubicBezTo>
                  <a:cubicBezTo>
                    <a:pt x="3260" y="794268"/>
                    <a:pt x="10404" y="758946"/>
                    <a:pt x="27073" y="731165"/>
                  </a:cubicBezTo>
                  <a:cubicBezTo>
                    <a:pt x="43742" y="703384"/>
                    <a:pt x="79857" y="677190"/>
                    <a:pt x="100891" y="657346"/>
                  </a:cubicBezTo>
                  <a:cubicBezTo>
                    <a:pt x="121925" y="637502"/>
                    <a:pt x="141770" y="625993"/>
                    <a:pt x="153279" y="612103"/>
                  </a:cubicBezTo>
                  <a:cubicBezTo>
                    <a:pt x="164788" y="598213"/>
                    <a:pt x="166773" y="589084"/>
                    <a:pt x="169948" y="574003"/>
                  </a:cubicBezTo>
                  <a:cubicBezTo>
                    <a:pt x="173123" y="558922"/>
                    <a:pt x="175107" y="539077"/>
                    <a:pt x="172329" y="521615"/>
                  </a:cubicBezTo>
                  <a:cubicBezTo>
                    <a:pt x="169551" y="504153"/>
                    <a:pt x="162407" y="488675"/>
                    <a:pt x="153279" y="469228"/>
                  </a:cubicBezTo>
                  <a:cubicBezTo>
                    <a:pt x="144151" y="449781"/>
                    <a:pt x="127085" y="423587"/>
                    <a:pt x="117560" y="404934"/>
                  </a:cubicBezTo>
                  <a:cubicBezTo>
                    <a:pt x="108035" y="386281"/>
                    <a:pt x="100891" y="381518"/>
                    <a:pt x="96129" y="357309"/>
                  </a:cubicBezTo>
                  <a:cubicBezTo>
                    <a:pt x="91367" y="333100"/>
                    <a:pt x="89779" y="299365"/>
                    <a:pt x="88985" y="259678"/>
                  </a:cubicBezTo>
                  <a:cubicBezTo>
                    <a:pt x="88191" y="219991"/>
                    <a:pt x="93689" y="50403"/>
                    <a:pt x="95277" y="0"/>
                  </a:cubicBezTo>
                </a:path>
              </a:pathLst>
            </a:custGeom>
            <a:noFill/>
            <a:ln w="50800">
              <a:solidFill>
                <a:srgbClr val="2098F3"/>
              </a:solidFill>
              <a:tailEnd type="arrow"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294E4D29-E5FF-95CC-F471-A04B8CDCCAA1}"/>
                </a:ext>
              </a:extLst>
            </p:cNvPr>
            <p:cNvSpPr/>
            <p:nvPr/>
          </p:nvSpPr>
          <p:spPr>
            <a:xfrm>
              <a:off x="2793122" y="2297866"/>
              <a:ext cx="105750" cy="935231"/>
            </a:xfrm>
            <a:custGeom>
              <a:avLst/>
              <a:gdLst>
                <a:gd name="csX0" fmla="*/ 878 w 173650"/>
                <a:gd name="csY0" fmla="*/ 1845469 h 1845469"/>
                <a:gd name="csX1" fmla="*/ 12784 w 173650"/>
                <a:gd name="csY1" fmla="*/ 1766887 h 1845469"/>
                <a:gd name="csX2" fmla="*/ 48503 w 173650"/>
                <a:gd name="csY2" fmla="*/ 1700212 h 1845469"/>
                <a:gd name="csX3" fmla="*/ 105653 w 173650"/>
                <a:gd name="csY3" fmla="*/ 1650206 h 1845469"/>
                <a:gd name="csX4" fmla="*/ 141372 w 173650"/>
                <a:gd name="csY4" fmla="*/ 1619250 h 1845469"/>
                <a:gd name="csX5" fmla="*/ 167565 w 173650"/>
                <a:gd name="csY5" fmla="*/ 1566862 h 1845469"/>
                <a:gd name="csX6" fmla="*/ 162803 w 173650"/>
                <a:gd name="csY6" fmla="*/ 1512094 h 1845469"/>
                <a:gd name="csX7" fmla="*/ 129465 w 173650"/>
                <a:gd name="csY7" fmla="*/ 1464469 h 1845469"/>
                <a:gd name="csX8" fmla="*/ 74697 w 173650"/>
                <a:gd name="csY8" fmla="*/ 1423987 h 1845469"/>
                <a:gd name="csX9" fmla="*/ 36597 w 173650"/>
                <a:gd name="csY9" fmla="*/ 1383506 h 1845469"/>
                <a:gd name="csX10" fmla="*/ 8022 w 173650"/>
                <a:gd name="csY10" fmla="*/ 1326356 h 1845469"/>
                <a:gd name="csX11" fmla="*/ 3259 w 173650"/>
                <a:gd name="csY11" fmla="*/ 1254919 h 1845469"/>
                <a:gd name="csX12" fmla="*/ 17547 w 173650"/>
                <a:gd name="csY12" fmla="*/ 1190625 h 1845469"/>
                <a:gd name="csX13" fmla="*/ 55647 w 173650"/>
                <a:gd name="csY13" fmla="*/ 1140619 h 1845469"/>
                <a:gd name="csX14" fmla="*/ 108034 w 173650"/>
                <a:gd name="csY14" fmla="*/ 1097756 h 1845469"/>
                <a:gd name="csX15" fmla="*/ 153278 w 173650"/>
                <a:gd name="csY15" fmla="*/ 1057275 h 1845469"/>
                <a:gd name="csX16" fmla="*/ 169947 w 173650"/>
                <a:gd name="csY16" fmla="*/ 1002506 h 1845469"/>
                <a:gd name="csX17" fmla="*/ 160422 w 173650"/>
                <a:gd name="csY17" fmla="*/ 942975 h 1845469"/>
                <a:gd name="csX18" fmla="*/ 74697 w 173650"/>
                <a:gd name="csY18" fmla="*/ 859631 h 1845469"/>
                <a:gd name="csX19" fmla="*/ 12784 w 173650"/>
                <a:gd name="csY19" fmla="*/ 790575 h 1845469"/>
                <a:gd name="csX20" fmla="*/ 878 w 173650"/>
                <a:gd name="csY20" fmla="*/ 704850 h 1845469"/>
                <a:gd name="csX21" fmla="*/ 27072 w 173650"/>
                <a:gd name="csY21" fmla="*/ 611981 h 1845469"/>
                <a:gd name="csX22" fmla="*/ 100890 w 173650"/>
                <a:gd name="csY22" fmla="*/ 538162 h 1845469"/>
                <a:gd name="csX23" fmla="*/ 153278 w 173650"/>
                <a:gd name="csY23" fmla="*/ 492919 h 1845469"/>
                <a:gd name="csX24" fmla="*/ 169947 w 173650"/>
                <a:gd name="csY24" fmla="*/ 454819 h 1845469"/>
                <a:gd name="csX25" fmla="*/ 172328 w 173650"/>
                <a:gd name="csY25" fmla="*/ 402431 h 1845469"/>
                <a:gd name="csX26" fmla="*/ 153278 w 173650"/>
                <a:gd name="csY26" fmla="*/ 350044 h 1845469"/>
                <a:gd name="csX27" fmla="*/ 117559 w 173650"/>
                <a:gd name="csY27" fmla="*/ 285750 h 1845469"/>
                <a:gd name="csX28" fmla="*/ 96128 w 173650"/>
                <a:gd name="csY28" fmla="*/ 238125 h 1845469"/>
                <a:gd name="csX29" fmla="*/ 88984 w 173650"/>
                <a:gd name="csY29" fmla="*/ 140494 h 1845469"/>
                <a:gd name="csX30" fmla="*/ 91365 w 173650"/>
                <a:gd name="csY30" fmla="*/ 0 h 1845469"/>
                <a:gd name="csX0" fmla="*/ 878 w 173650"/>
                <a:gd name="csY0" fmla="*/ 2069431 h 2069431"/>
                <a:gd name="csX1" fmla="*/ 12784 w 173650"/>
                <a:gd name="csY1" fmla="*/ 1990849 h 2069431"/>
                <a:gd name="csX2" fmla="*/ 48503 w 173650"/>
                <a:gd name="csY2" fmla="*/ 1924174 h 2069431"/>
                <a:gd name="csX3" fmla="*/ 105653 w 173650"/>
                <a:gd name="csY3" fmla="*/ 1874168 h 2069431"/>
                <a:gd name="csX4" fmla="*/ 141372 w 173650"/>
                <a:gd name="csY4" fmla="*/ 1843212 h 2069431"/>
                <a:gd name="csX5" fmla="*/ 167565 w 173650"/>
                <a:gd name="csY5" fmla="*/ 1790824 h 2069431"/>
                <a:gd name="csX6" fmla="*/ 162803 w 173650"/>
                <a:gd name="csY6" fmla="*/ 1736056 h 2069431"/>
                <a:gd name="csX7" fmla="*/ 129465 w 173650"/>
                <a:gd name="csY7" fmla="*/ 1688431 h 2069431"/>
                <a:gd name="csX8" fmla="*/ 74697 w 173650"/>
                <a:gd name="csY8" fmla="*/ 1647949 h 2069431"/>
                <a:gd name="csX9" fmla="*/ 36597 w 173650"/>
                <a:gd name="csY9" fmla="*/ 1607468 h 2069431"/>
                <a:gd name="csX10" fmla="*/ 8022 w 173650"/>
                <a:gd name="csY10" fmla="*/ 1550318 h 2069431"/>
                <a:gd name="csX11" fmla="*/ 3259 w 173650"/>
                <a:gd name="csY11" fmla="*/ 1478881 h 2069431"/>
                <a:gd name="csX12" fmla="*/ 17547 w 173650"/>
                <a:gd name="csY12" fmla="*/ 1414587 h 2069431"/>
                <a:gd name="csX13" fmla="*/ 55647 w 173650"/>
                <a:gd name="csY13" fmla="*/ 1364581 h 2069431"/>
                <a:gd name="csX14" fmla="*/ 108034 w 173650"/>
                <a:gd name="csY14" fmla="*/ 1321718 h 2069431"/>
                <a:gd name="csX15" fmla="*/ 153278 w 173650"/>
                <a:gd name="csY15" fmla="*/ 1281237 h 2069431"/>
                <a:gd name="csX16" fmla="*/ 169947 w 173650"/>
                <a:gd name="csY16" fmla="*/ 1226468 h 2069431"/>
                <a:gd name="csX17" fmla="*/ 160422 w 173650"/>
                <a:gd name="csY17" fmla="*/ 1166937 h 2069431"/>
                <a:gd name="csX18" fmla="*/ 74697 w 173650"/>
                <a:gd name="csY18" fmla="*/ 1083593 h 2069431"/>
                <a:gd name="csX19" fmla="*/ 12784 w 173650"/>
                <a:gd name="csY19" fmla="*/ 1014537 h 2069431"/>
                <a:gd name="csX20" fmla="*/ 878 w 173650"/>
                <a:gd name="csY20" fmla="*/ 928812 h 2069431"/>
                <a:gd name="csX21" fmla="*/ 27072 w 173650"/>
                <a:gd name="csY21" fmla="*/ 835943 h 2069431"/>
                <a:gd name="csX22" fmla="*/ 100890 w 173650"/>
                <a:gd name="csY22" fmla="*/ 762124 h 2069431"/>
                <a:gd name="csX23" fmla="*/ 153278 w 173650"/>
                <a:gd name="csY23" fmla="*/ 716881 h 2069431"/>
                <a:gd name="csX24" fmla="*/ 169947 w 173650"/>
                <a:gd name="csY24" fmla="*/ 678781 h 2069431"/>
                <a:gd name="csX25" fmla="*/ 172328 w 173650"/>
                <a:gd name="csY25" fmla="*/ 626393 h 2069431"/>
                <a:gd name="csX26" fmla="*/ 153278 w 173650"/>
                <a:gd name="csY26" fmla="*/ 574006 h 2069431"/>
                <a:gd name="csX27" fmla="*/ 117559 w 173650"/>
                <a:gd name="csY27" fmla="*/ 509712 h 2069431"/>
                <a:gd name="csX28" fmla="*/ 96128 w 173650"/>
                <a:gd name="csY28" fmla="*/ 462087 h 2069431"/>
                <a:gd name="csX29" fmla="*/ 88984 w 173650"/>
                <a:gd name="csY29" fmla="*/ 364456 h 2069431"/>
                <a:gd name="csX30" fmla="*/ 95276 w 173650"/>
                <a:gd name="csY30" fmla="*/ 0 h 2069431"/>
                <a:gd name="csX0" fmla="*/ 878 w 173650"/>
                <a:gd name="csY0" fmla="*/ 2017042 h 2017042"/>
                <a:gd name="csX1" fmla="*/ 12784 w 173650"/>
                <a:gd name="csY1" fmla="*/ 1938460 h 2017042"/>
                <a:gd name="csX2" fmla="*/ 48503 w 173650"/>
                <a:gd name="csY2" fmla="*/ 1871785 h 2017042"/>
                <a:gd name="csX3" fmla="*/ 105653 w 173650"/>
                <a:gd name="csY3" fmla="*/ 1821779 h 2017042"/>
                <a:gd name="csX4" fmla="*/ 141372 w 173650"/>
                <a:gd name="csY4" fmla="*/ 1790823 h 2017042"/>
                <a:gd name="csX5" fmla="*/ 167565 w 173650"/>
                <a:gd name="csY5" fmla="*/ 1738435 h 2017042"/>
                <a:gd name="csX6" fmla="*/ 162803 w 173650"/>
                <a:gd name="csY6" fmla="*/ 1683667 h 2017042"/>
                <a:gd name="csX7" fmla="*/ 129465 w 173650"/>
                <a:gd name="csY7" fmla="*/ 1636042 h 2017042"/>
                <a:gd name="csX8" fmla="*/ 74697 w 173650"/>
                <a:gd name="csY8" fmla="*/ 1595560 h 2017042"/>
                <a:gd name="csX9" fmla="*/ 36597 w 173650"/>
                <a:gd name="csY9" fmla="*/ 1555079 h 2017042"/>
                <a:gd name="csX10" fmla="*/ 8022 w 173650"/>
                <a:gd name="csY10" fmla="*/ 1497929 h 2017042"/>
                <a:gd name="csX11" fmla="*/ 3259 w 173650"/>
                <a:gd name="csY11" fmla="*/ 1426492 h 2017042"/>
                <a:gd name="csX12" fmla="*/ 17547 w 173650"/>
                <a:gd name="csY12" fmla="*/ 1362198 h 2017042"/>
                <a:gd name="csX13" fmla="*/ 55647 w 173650"/>
                <a:gd name="csY13" fmla="*/ 1312192 h 2017042"/>
                <a:gd name="csX14" fmla="*/ 108034 w 173650"/>
                <a:gd name="csY14" fmla="*/ 1269329 h 2017042"/>
                <a:gd name="csX15" fmla="*/ 153278 w 173650"/>
                <a:gd name="csY15" fmla="*/ 1228848 h 2017042"/>
                <a:gd name="csX16" fmla="*/ 169947 w 173650"/>
                <a:gd name="csY16" fmla="*/ 1174079 h 2017042"/>
                <a:gd name="csX17" fmla="*/ 160422 w 173650"/>
                <a:gd name="csY17" fmla="*/ 1114548 h 2017042"/>
                <a:gd name="csX18" fmla="*/ 74697 w 173650"/>
                <a:gd name="csY18" fmla="*/ 1031204 h 2017042"/>
                <a:gd name="csX19" fmla="*/ 12784 w 173650"/>
                <a:gd name="csY19" fmla="*/ 962148 h 2017042"/>
                <a:gd name="csX20" fmla="*/ 878 w 173650"/>
                <a:gd name="csY20" fmla="*/ 876423 h 2017042"/>
                <a:gd name="csX21" fmla="*/ 27072 w 173650"/>
                <a:gd name="csY21" fmla="*/ 783554 h 2017042"/>
                <a:gd name="csX22" fmla="*/ 100890 w 173650"/>
                <a:gd name="csY22" fmla="*/ 709735 h 2017042"/>
                <a:gd name="csX23" fmla="*/ 153278 w 173650"/>
                <a:gd name="csY23" fmla="*/ 664492 h 2017042"/>
                <a:gd name="csX24" fmla="*/ 169947 w 173650"/>
                <a:gd name="csY24" fmla="*/ 626392 h 2017042"/>
                <a:gd name="csX25" fmla="*/ 172328 w 173650"/>
                <a:gd name="csY25" fmla="*/ 574004 h 2017042"/>
                <a:gd name="csX26" fmla="*/ 153278 w 173650"/>
                <a:gd name="csY26" fmla="*/ 521617 h 2017042"/>
                <a:gd name="csX27" fmla="*/ 117559 w 173650"/>
                <a:gd name="csY27" fmla="*/ 457323 h 2017042"/>
                <a:gd name="csX28" fmla="*/ 96128 w 173650"/>
                <a:gd name="csY28" fmla="*/ 409698 h 2017042"/>
                <a:gd name="csX29" fmla="*/ 88984 w 173650"/>
                <a:gd name="csY29" fmla="*/ 312067 h 2017042"/>
                <a:gd name="csX30" fmla="*/ 95276 w 173650"/>
                <a:gd name="csY30" fmla="*/ 0 h 2017042"/>
                <a:gd name="csX0" fmla="*/ 878 w 173650"/>
                <a:gd name="csY0" fmla="*/ 1964653 h 1964653"/>
                <a:gd name="csX1" fmla="*/ 12784 w 173650"/>
                <a:gd name="csY1" fmla="*/ 1886071 h 1964653"/>
                <a:gd name="csX2" fmla="*/ 48503 w 173650"/>
                <a:gd name="csY2" fmla="*/ 1819396 h 1964653"/>
                <a:gd name="csX3" fmla="*/ 105653 w 173650"/>
                <a:gd name="csY3" fmla="*/ 1769390 h 1964653"/>
                <a:gd name="csX4" fmla="*/ 141372 w 173650"/>
                <a:gd name="csY4" fmla="*/ 1738434 h 1964653"/>
                <a:gd name="csX5" fmla="*/ 167565 w 173650"/>
                <a:gd name="csY5" fmla="*/ 1686046 h 1964653"/>
                <a:gd name="csX6" fmla="*/ 162803 w 173650"/>
                <a:gd name="csY6" fmla="*/ 1631278 h 1964653"/>
                <a:gd name="csX7" fmla="*/ 129465 w 173650"/>
                <a:gd name="csY7" fmla="*/ 1583653 h 1964653"/>
                <a:gd name="csX8" fmla="*/ 74697 w 173650"/>
                <a:gd name="csY8" fmla="*/ 1543171 h 1964653"/>
                <a:gd name="csX9" fmla="*/ 36597 w 173650"/>
                <a:gd name="csY9" fmla="*/ 1502690 h 1964653"/>
                <a:gd name="csX10" fmla="*/ 8022 w 173650"/>
                <a:gd name="csY10" fmla="*/ 1445540 h 1964653"/>
                <a:gd name="csX11" fmla="*/ 3259 w 173650"/>
                <a:gd name="csY11" fmla="*/ 1374103 h 1964653"/>
                <a:gd name="csX12" fmla="*/ 17547 w 173650"/>
                <a:gd name="csY12" fmla="*/ 1309809 h 1964653"/>
                <a:gd name="csX13" fmla="*/ 55647 w 173650"/>
                <a:gd name="csY13" fmla="*/ 1259803 h 1964653"/>
                <a:gd name="csX14" fmla="*/ 108034 w 173650"/>
                <a:gd name="csY14" fmla="*/ 1216940 h 1964653"/>
                <a:gd name="csX15" fmla="*/ 153278 w 173650"/>
                <a:gd name="csY15" fmla="*/ 1176459 h 1964653"/>
                <a:gd name="csX16" fmla="*/ 169947 w 173650"/>
                <a:gd name="csY16" fmla="*/ 1121690 h 1964653"/>
                <a:gd name="csX17" fmla="*/ 160422 w 173650"/>
                <a:gd name="csY17" fmla="*/ 1062159 h 1964653"/>
                <a:gd name="csX18" fmla="*/ 74697 w 173650"/>
                <a:gd name="csY18" fmla="*/ 978815 h 1964653"/>
                <a:gd name="csX19" fmla="*/ 12784 w 173650"/>
                <a:gd name="csY19" fmla="*/ 909759 h 1964653"/>
                <a:gd name="csX20" fmla="*/ 878 w 173650"/>
                <a:gd name="csY20" fmla="*/ 824034 h 1964653"/>
                <a:gd name="csX21" fmla="*/ 27072 w 173650"/>
                <a:gd name="csY21" fmla="*/ 731165 h 1964653"/>
                <a:gd name="csX22" fmla="*/ 100890 w 173650"/>
                <a:gd name="csY22" fmla="*/ 657346 h 1964653"/>
                <a:gd name="csX23" fmla="*/ 153278 w 173650"/>
                <a:gd name="csY23" fmla="*/ 612103 h 1964653"/>
                <a:gd name="csX24" fmla="*/ 169947 w 173650"/>
                <a:gd name="csY24" fmla="*/ 574003 h 1964653"/>
                <a:gd name="csX25" fmla="*/ 172328 w 173650"/>
                <a:gd name="csY25" fmla="*/ 521615 h 1964653"/>
                <a:gd name="csX26" fmla="*/ 153278 w 173650"/>
                <a:gd name="csY26" fmla="*/ 469228 h 1964653"/>
                <a:gd name="csX27" fmla="*/ 117559 w 173650"/>
                <a:gd name="csY27" fmla="*/ 404934 h 1964653"/>
                <a:gd name="csX28" fmla="*/ 96128 w 173650"/>
                <a:gd name="csY28" fmla="*/ 357309 h 1964653"/>
                <a:gd name="csX29" fmla="*/ 88984 w 173650"/>
                <a:gd name="csY29" fmla="*/ 259678 h 1964653"/>
                <a:gd name="csX30" fmla="*/ 95276 w 173650"/>
                <a:gd name="csY30" fmla="*/ 0 h 1964653"/>
                <a:gd name="csX0" fmla="*/ 878 w 173650"/>
                <a:gd name="csY0" fmla="*/ 1964653 h 1964653"/>
                <a:gd name="csX1" fmla="*/ 12784 w 173650"/>
                <a:gd name="csY1" fmla="*/ 1886071 h 1964653"/>
                <a:gd name="csX2" fmla="*/ 48503 w 173650"/>
                <a:gd name="csY2" fmla="*/ 1819396 h 1964653"/>
                <a:gd name="csX3" fmla="*/ 105653 w 173650"/>
                <a:gd name="csY3" fmla="*/ 1769390 h 1964653"/>
                <a:gd name="csX4" fmla="*/ 141372 w 173650"/>
                <a:gd name="csY4" fmla="*/ 1738434 h 1964653"/>
                <a:gd name="csX5" fmla="*/ 167565 w 173650"/>
                <a:gd name="csY5" fmla="*/ 1686046 h 1964653"/>
                <a:gd name="csX6" fmla="*/ 129465 w 173650"/>
                <a:gd name="csY6" fmla="*/ 1583653 h 1964653"/>
                <a:gd name="csX7" fmla="*/ 74697 w 173650"/>
                <a:gd name="csY7" fmla="*/ 1543171 h 1964653"/>
                <a:gd name="csX8" fmla="*/ 36597 w 173650"/>
                <a:gd name="csY8" fmla="*/ 1502690 h 1964653"/>
                <a:gd name="csX9" fmla="*/ 8022 w 173650"/>
                <a:gd name="csY9" fmla="*/ 1445540 h 1964653"/>
                <a:gd name="csX10" fmla="*/ 3259 w 173650"/>
                <a:gd name="csY10" fmla="*/ 1374103 h 1964653"/>
                <a:gd name="csX11" fmla="*/ 17547 w 173650"/>
                <a:gd name="csY11" fmla="*/ 1309809 h 1964653"/>
                <a:gd name="csX12" fmla="*/ 55647 w 173650"/>
                <a:gd name="csY12" fmla="*/ 1259803 h 1964653"/>
                <a:gd name="csX13" fmla="*/ 108034 w 173650"/>
                <a:gd name="csY13" fmla="*/ 1216940 h 1964653"/>
                <a:gd name="csX14" fmla="*/ 153278 w 173650"/>
                <a:gd name="csY14" fmla="*/ 1176459 h 1964653"/>
                <a:gd name="csX15" fmla="*/ 169947 w 173650"/>
                <a:gd name="csY15" fmla="*/ 1121690 h 1964653"/>
                <a:gd name="csX16" fmla="*/ 160422 w 173650"/>
                <a:gd name="csY16" fmla="*/ 1062159 h 1964653"/>
                <a:gd name="csX17" fmla="*/ 74697 w 173650"/>
                <a:gd name="csY17" fmla="*/ 978815 h 1964653"/>
                <a:gd name="csX18" fmla="*/ 12784 w 173650"/>
                <a:gd name="csY18" fmla="*/ 909759 h 1964653"/>
                <a:gd name="csX19" fmla="*/ 878 w 173650"/>
                <a:gd name="csY19" fmla="*/ 824034 h 1964653"/>
                <a:gd name="csX20" fmla="*/ 27072 w 173650"/>
                <a:gd name="csY20" fmla="*/ 731165 h 1964653"/>
                <a:gd name="csX21" fmla="*/ 100890 w 173650"/>
                <a:gd name="csY21" fmla="*/ 657346 h 1964653"/>
                <a:gd name="csX22" fmla="*/ 153278 w 173650"/>
                <a:gd name="csY22" fmla="*/ 612103 h 1964653"/>
                <a:gd name="csX23" fmla="*/ 169947 w 173650"/>
                <a:gd name="csY23" fmla="*/ 574003 h 1964653"/>
                <a:gd name="csX24" fmla="*/ 172328 w 173650"/>
                <a:gd name="csY24" fmla="*/ 521615 h 1964653"/>
                <a:gd name="csX25" fmla="*/ 153278 w 173650"/>
                <a:gd name="csY25" fmla="*/ 469228 h 1964653"/>
                <a:gd name="csX26" fmla="*/ 117559 w 173650"/>
                <a:gd name="csY26" fmla="*/ 404934 h 1964653"/>
                <a:gd name="csX27" fmla="*/ 96128 w 173650"/>
                <a:gd name="csY27" fmla="*/ 357309 h 1964653"/>
                <a:gd name="csX28" fmla="*/ 88984 w 173650"/>
                <a:gd name="csY28" fmla="*/ 259678 h 1964653"/>
                <a:gd name="csX29" fmla="*/ 95276 w 173650"/>
                <a:gd name="csY29" fmla="*/ 0 h 1964653"/>
                <a:gd name="csX0" fmla="*/ 878 w 173650"/>
                <a:gd name="csY0" fmla="*/ 1964653 h 1964653"/>
                <a:gd name="csX1" fmla="*/ 12784 w 173650"/>
                <a:gd name="csY1" fmla="*/ 1886071 h 1964653"/>
                <a:gd name="csX2" fmla="*/ 48503 w 173650"/>
                <a:gd name="csY2" fmla="*/ 1819396 h 1964653"/>
                <a:gd name="csX3" fmla="*/ 105653 w 173650"/>
                <a:gd name="csY3" fmla="*/ 1769390 h 1964653"/>
                <a:gd name="csX4" fmla="*/ 141372 w 173650"/>
                <a:gd name="csY4" fmla="*/ 1738434 h 1964653"/>
                <a:gd name="csX5" fmla="*/ 129465 w 173650"/>
                <a:gd name="csY5" fmla="*/ 1583653 h 1964653"/>
                <a:gd name="csX6" fmla="*/ 74697 w 173650"/>
                <a:gd name="csY6" fmla="*/ 1543171 h 1964653"/>
                <a:gd name="csX7" fmla="*/ 36597 w 173650"/>
                <a:gd name="csY7" fmla="*/ 1502690 h 1964653"/>
                <a:gd name="csX8" fmla="*/ 8022 w 173650"/>
                <a:gd name="csY8" fmla="*/ 1445540 h 1964653"/>
                <a:gd name="csX9" fmla="*/ 3259 w 173650"/>
                <a:gd name="csY9" fmla="*/ 1374103 h 1964653"/>
                <a:gd name="csX10" fmla="*/ 17547 w 173650"/>
                <a:gd name="csY10" fmla="*/ 1309809 h 1964653"/>
                <a:gd name="csX11" fmla="*/ 55647 w 173650"/>
                <a:gd name="csY11" fmla="*/ 1259803 h 1964653"/>
                <a:gd name="csX12" fmla="*/ 108034 w 173650"/>
                <a:gd name="csY12" fmla="*/ 1216940 h 1964653"/>
                <a:gd name="csX13" fmla="*/ 153278 w 173650"/>
                <a:gd name="csY13" fmla="*/ 1176459 h 1964653"/>
                <a:gd name="csX14" fmla="*/ 169947 w 173650"/>
                <a:gd name="csY14" fmla="*/ 1121690 h 1964653"/>
                <a:gd name="csX15" fmla="*/ 160422 w 173650"/>
                <a:gd name="csY15" fmla="*/ 1062159 h 1964653"/>
                <a:gd name="csX16" fmla="*/ 74697 w 173650"/>
                <a:gd name="csY16" fmla="*/ 978815 h 1964653"/>
                <a:gd name="csX17" fmla="*/ 12784 w 173650"/>
                <a:gd name="csY17" fmla="*/ 909759 h 1964653"/>
                <a:gd name="csX18" fmla="*/ 878 w 173650"/>
                <a:gd name="csY18" fmla="*/ 824034 h 1964653"/>
                <a:gd name="csX19" fmla="*/ 27072 w 173650"/>
                <a:gd name="csY19" fmla="*/ 731165 h 1964653"/>
                <a:gd name="csX20" fmla="*/ 100890 w 173650"/>
                <a:gd name="csY20" fmla="*/ 657346 h 1964653"/>
                <a:gd name="csX21" fmla="*/ 153278 w 173650"/>
                <a:gd name="csY21" fmla="*/ 612103 h 1964653"/>
                <a:gd name="csX22" fmla="*/ 169947 w 173650"/>
                <a:gd name="csY22" fmla="*/ 574003 h 1964653"/>
                <a:gd name="csX23" fmla="*/ 172328 w 173650"/>
                <a:gd name="csY23" fmla="*/ 521615 h 1964653"/>
                <a:gd name="csX24" fmla="*/ 153278 w 173650"/>
                <a:gd name="csY24" fmla="*/ 469228 h 1964653"/>
                <a:gd name="csX25" fmla="*/ 117559 w 173650"/>
                <a:gd name="csY25" fmla="*/ 404934 h 1964653"/>
                <a:gd name="csX26" fmla="*/ 96128 w 173650"/>
                <a:gd name="csY26" fmla="*/ 357309 h 1964653"/>
                <a:gd name="csX27" fmla="*/ 88984 w 173650"/>
                <a:gd name="csY27" fmla="*/ 259678 h 1964653"/>
                <a:gd name="csX28" fmla="*/ 95276 w 173650"/>
                <a:gd name="csY28" fmla="*/ 0 h 1964653"/>
                <a:gd name="csX0" fmla="*/ 878 w 173650"/>
                <a:gd name="csY0" fmla="*/ 1964653 h 1964653"/>
                <a:gd name="csX1" fmla="*/ 12784 w 173650"/>
                <a:gd name="csY1" fmla="*/ 1886071 h 1964653"/>
                <a:gd name="csX2" fmla="*/ 48503 w 173650"/>
                <a:gd name="csY2" fmla="*/ 1819396 h 1964653"/>
                <a:gd name="csX3" fmla="*/ 105653 w 173650"/>
                <a:gd name="csY3" fmla="*/ 1769390 h 1964653"/>
                <a:gd name="csX4" fmla="*/ 129465 w 173650"/>
                <a:gd name="csY4" fmla="*/ 1583653 h 1964653"/>
                <a:gd name="csX5" fmla="*/ 74697 w 173650"/>
                <a:gd name="csY5" fmla="*/ 1543171 h 1964653"/>
                <a:gd name="csX6" fmla="*/ 36597 w 173650"/>
                <a:gd name="csY6" fmla="*/ 1502690 h 1964653"/>
                <a:gd name="csX7" fmla="*/ 8022 w 173650"/>
                <a:gd name="csY7" fmla="*/ 1445540 h 1964653"/>
                <a:gd name="csX8" fmla="*/ 3259 w 173650"/>
                <a:gd name="csY8" fmla="*/ 1374103 h 1964653"/>
                <a:gd name="csX9" fmla="*/ 17547 w 173650"/>
                <a:gd name="csY9" fmla="*/ 1309809 h 1964653"/>
                <a:gd name="csX10" fmla="*/ 55647 w 173650"/>
                <a:gd name="csY10" fmla="*/ 1259803 h 1964653"/>
                <a:gd name="csX11" fmla="*/ 108034 w 173650"/>
                <a:gd name="csY11" fmla="*/ 1216940 h 1964653"/>
                <a:gd name="csX12" fmla="*/ 153278 w 173650"/>
                <a:gd name="csY12" fmla="*/ 1176459 h 1964653"/>
                <a:gd name="csX13" fmla="*/ 169947 w 173650"/>
                <a:gd name="csY13" fmla="*/ 1121690 h 1964653"/>
                <a:gd name="csX14" fmla="*/ 160422 w 173650"/>
                <a:gd name="csY14" fmla="*/ 1062159 h 1964653"/>
                <a:gd name="csX15" fmla="*/ 74697 w 173650"/>
                <a:gd name="csY15" fmla="*/ 978815 h 1964653"/>
                <a:gd name="csX16" fmla="*/ 12784 w 173650"/>
                <a:gd name="csY16" fmla="*/ 909759 h 1964653"/>
                <a:gd name="csX17" fmla="*/ 878 w 173650"/>
                <a:gd name="csY17" fmla="*/ 824034 h 1964653"/>
                <a:gd name="csX18" fmla="*/ 27072 w 173650"/>
                <a:gd name="csY18" fmla="*/ 731165 h 1964653"/>
                <a:gd name="csX19" fmla="*/ 100890 w 173650"/>
                <a:gd name="csY19" fmla="*/ 657346 h 1964653"/>
                <a:gd name="csX20" fmla="*/ 153278 w 173650"/>
                <a:gd name="csY20" fmla="*/ 612103 h 1964653"/>
                <a:gd name="csX21" fmla="*/ 169947 w 173650"/>
                <a:gd name="csY21" fmla="*/ 574003 h 1964653"/>
                <a:gd name="csX22" fmla="*/ 172328 w 173650"/>
                <a:gd name="csY22" fmla="*/ 521615 h 1964653"/>
                <a:gd name="csX23" fmla="*/ 153278 w 173650"/>
                <a:gd name="csY23" fmla="*/ 469228 h 1964653"/>
                <a:gd name="csX24" fmla="*/ 117559 w 173650"/>
                <a:gd name="csY24" fmla="*/ 404934 h 1964653"/>
                <a:gd name="csX25" fmla="*/ 96128 w 173650"/>
                <a:gd name="csY25" fmla="*/ 357309 h 1964653"/>
                <a:gd name="csX26" fmla="*/ 88984 w 173650"/>
                <a:gd name="csY26" fmla="*/ 259678 h 1964653"/>
                <a:gd name="csX27" fmla="*/ 95276 w 173650"/>
                <a:gd name="csY27" fmla="*/ 0 h 1964653"/>
                <a:gd name="csX0" fmla="*/ 878 w 173650"/>
                <a:gd name="csY0" fmla="*/ 1964653 h 1964653"/>
                <a:gd name="csX1" fmla="*/ 12784 w 173650"/>
                <a:gd name="csY1" fmla="*/ 1886071 h 1964653"/>
                <a:gd name="csX2" fmla="*/ 48503 w 173650"/>
                <a:gd name="csY2" fmla="*/ 1819396 h 1964653"/>
                <a:gd name="csX3" fmla="*/ 129465 w 173650"/>
                <a:gd name="csY3" fmla="*/ 1583653 h 1964653"/>
                <a:gd name="csX4" fmla="*/ 74697 w 173650"/>
                <a:gd name="csY4" fmla="*/ 1543171 h 1964653"/>
                <a:gd name="csX5" fmla="*/ 36597 w 173650"/>
                <a:gd name="csY5" fmla="*/ 1502690 h 1964653"/>
                <a:gd name="csX6" fmla="*/ 8022 w 173650"/>
                <a:gd name="csY6" fmla="*/ 1445540 h 1964653"/>
                <a:gd name="csX7" fmla="*/ 3259 w 173650"/>
                <a:gd name="csY7" fmla="*/ 1374103 h 1964653"/>
                <a:gd name="csX8" fmla="*/ 17547 w 173650"/>
                <a:gd name="csY8" fmla="*/ 1309809 h 1964653"/>
                <a:gd name="csX9" fmla="*/ 55647 w 173650"/>
                <a:gd name="csY9" fmla="*/ 1259803 h 1964653"/>
                <a:gd name="csX10" fmla="*/ 108034 w 173650"/>
                <a:gd name="csY10" fmla="*/ 1216940 h 1964653"/>
                <a:gd name="csX11" fmla="*/ 153278 w 173650"/>
                <a:gd name="csY11" fmla="*/ 1176459 h 1964653"/>
                <a:gd name="csX12" fmla="*/ 169947 w 173650"/>
                <a:gd name="csY12" fmla="*/ 1121690 h 1964653"/>
                <a:gd name="csX13" fmla="*/ 160422 w 173650"/>
                <a:gd name="csY13" fmla="*/ 1062159 h 1964653"/>
                <a:gd name="csX14" fmla="*/ 74697 w 173650"/>
                <a:gd name="csY14" fmla="*/ 978815 h 1964653"/>
                <a:gd name="csX15" fmla="*/ 12784 w 173650"/>
                <a:gd name="csY15" fmla="*/ 909759 h 1964653"/>
                <a:gd name="csX16" fmla="*/ 878 w 173650"/>
                <a:gd name="csY16" fmla="*/ 824034 h 1964653"/>
                <a:gd name="csX17" fmla="*/ 27072 w 173650"/>
                <a:gd name="csY17" fmla="*/ 731165 h 1964653"/>
                <a:gd name="csX18" fmla="*/ 100890 w 173650"/>
                <a:gd name="csY18" fmla="*/ 657346 h 1964653"/>
                <a:gd name="csX19" fmla="*/ 153278 w 173650"/>
                <a:gd name="csY19" fmla="*/ 612103 h 1964653"/>
                <a:gd name="csX20" fmla="*/ 169947 w 173650"/>
                <a:gd name="csY20" fmla="*/ 574003 h 1964653"/>
                <a:gd name="csX21" fmla="*/ 172328 w 173650"/>
                <a:gd name="csY21" fmla="*/ 521615 h 1964653"/>
                <a:gd name="csX22" fmla="*/ 153278 w 173650"/>
                <a:gd name="csY22" fmla="*/ 469228 h 1964653"/>
                <a:gd name="csX23" fmla="*/ 117559 w 173650"/>
                <a:gd name="csY23" fmla="*/ 404934 h 1964653"/>
                <a:gd name="csX24" fmla="*/ 96128 w 173650"/>
                <a:gd name="csY24" fmla="*/ 357309 h 1964653"/>
                <a:gd name="csX25" fmla="*/ 88984 w 173650"/>
                <a:gd name="csY25" fmla="*/ 259678 h 1964653"/>
                <a:gd name="csX26" fmla="*/ 95276 w 173650"/>
                <a:gd name="csY26" fmla="*/ 0 h 1964653"/>
                <a:gd name="csX0" fmla="*/ 1339 w 174111"/>
                <a:gd name="csY0" fmla="*/ 1964653 h 1964653"/>
                <a:gd name="csX1" fmla="*/ 13245 w 174111"/>
                <a:gd name="csY1" fmla="*/ 1886071 h 1964653"/>
                <a:gd name="csX2" fmla="*/ 129926 w 174111"/>
                <a:gd name="csY2" fmla="*/ 1583653 h 1964653"/>
                <a:gd name="csX3" fmla="*/ 75158 w 174111"/>
                <a:gd name="csY3" fmla="*/ 1543171 h 1964653"/>
                <a:gd name="csX4" fmla="*/ 37058 w 174111"/>
                <a:gd name="csY4" fmla="*/ 1502690 h 1964653"/>
                <a:gd name="csX5" fmla="*/ 8483 w 174111"/>
                <a:gd name="csY5" fmla="*/ 1445540 h 1964653"/>
                <a:gd name="csX6" fmla="*/ 3720 w 174111"/>
                <a:gd name="csY6" fmla="*/ 1374103 h 1964653"/>
                <a:gd name="csX7" fmla="*/ 18008 w 174111"/>
                <a:gd name="csY7" fmla="*/ 1309809 h 1964653"/>
                <a:gd name="csX8" fmla="*/ 56108 w 174111"/>
                <a:gd name="csY8" fmla="*/ 1259803 h 1964653"/>
                <a:gd name="csX9" fmla="*/ 108495 w 174111"/>
                <a:gd name="csY9" fmla="*/ 1216940 h 1964653"/>
                <a:gd name="csX10" fmla="*/ 153739 w 174111"/>
                <a:gd name="csY10" fmla="*/ 1176459 h 1964653"/>
                <a:gd name="csX11" fmla="*/ 170408 w 174111"/>
                <a:gd name="csY11" fmla="*/ 1121690 h 1964653"/>
                <a:gd name="csX12" fmla="*/ 160883 w 174111"/>
                <a:gd name="csY12" fmla="*/ 1062159 h 1964653"/>
                <a:gd name="csX13" fmla="*/ 75158 w 174111"/>
                <a:gd name="csY13" fmla="*/ 978815 h 1964653"/>
                <a:gd name="csX14" fmla="*/ 13245 w 174111"/>
                <a:gd name="csY14" fmla="*/ 909759 h 1964653"/>
                <a:gd name="csX15" fmla="*/ 1339 w 174111"/>
                <a:gd name="csY15" fmla="*/ 824034 h 1964653"/>
                <a:gd name="csX16" fmla="*/ 27533 w 174111"/>
                <a:gd name="csY16" fmla="*/ 731165 h 1964653"/>
                <a:gd name="csX17" fmla="*/ 101351 w 174111"/>
                <a:gd name="csY17" fmla="*/ 657346 h 1964653"/>
                <a:gd name="csX18" fmla="*/ 153739 w 174111"/>
                <a:gd name="csY18" fmla="*/ 612103 h 1964653"/>
                <a:gd name="csX19" fmla="*/ 170408 w 174111"/>
                <a:gd name="csY19" fmla="*/ 574003 h 1964653"/>
                <a:gd name="csX20" fmla="*/ 172789 w 174111"/>
                <a:gd name="csY20" fmla="*/ 521615 h 1964653"/>
                <a:gd name="csX21" fmla="*/ 153739 w 174111"/>
                <a:gd name="csY21" fmla="*/ 469228 h 1964653"/>
                <a:gd name="csX22" fmla="*/ 118020 w 174111"/>
                <a:gd name="csY22" fmla="*/ 404934 h 1964653"/>
                <a:gd name="csX23" fmla="*/ 96589 w 174111"/>
                <a:gd name="csY23" fmla="*/ 357309 h 1964653"/>
                <a:gd name="csX24" fmla="*/ 89445 w 174111"/>
                <a:gd name="csY24" fmla="*/ 259678 h 1964653"/>
                <a:gd name="csX25" fmla="*/ 95737 w 174111"/>
                <a:gd name="csY25" fmla="*/ 0 h 1964653"/>
                <a:gd name="csX0" fmla="*/ 879 w 173651"/>
                <a:gd name="csY0" fmla="*/ 1964653 h 1964653"/>
                <a:gd name="csX1" fmla="*/ 129466 w 173651"/>
                <a:gd name="csY1" fmla="*/ 1583653 h 1964653"/>
                <a:gd name="csX2" fmla="*/ 74698 w 173651"/>
                <a:gd name="csY2" fmla="*/ 1543171 h 1964653"/>
                <a:gd name="csX3" fmla="*/ 36598 w 173651"/>
                <a:gd name="csY3" fmla="*/ 1502690 h 1964653"/>
                <a:gd name="csX4" fmla="*/ 8023 w 173651"/>
                <a:gd name="csY4" fmla="*/ 1445540 h 1964653"/>
                <a:gd name="csX5" fmla="*/ 3260 w 173651"/>
                <a:gd name="csY5" fmla="*/ 1374103 h 1964653"/>
                <a:gd name="csX6" fmla="*/ 17548 w 173651"/>
                <a:gd name="csY6" fmla="*/ 1309809 h 1964653"/>
                <a:gd name="csX7" fmla="*/ 55648 w 173651"/>
                <a:gd name="csY7" fmla="*/ 1259803 h 1964653"/>
                <a:gd name="csX8" fmla="*/ 108035 w 173651"/>
                <a:gd name="csY8" fmla="*/ 1216940 h 1964653"/>
                <a:gd name="csX9" fmla="*/ 153279 w 173651"/>
                <a:gd name="csY9" fmla="*/ 1176459 h 1964653"/>
                <a:gd name="csX10" fmla="*/ 169948 w 173651"/>
                <a:gd name="csY10" fmla="*/ 1121690 h 1964653"/>
                <a:gd name="csX11" fmla="*/ 160423 w 173651"/>
                <a:gd name="csY11" fmla="*/ 1062159 h 1964653"/>
                <a:gd name="csX12" fmla="*/ 74698 w 173651"/>
                <a:gd name="csY12" fmla="*/ 978815 h 1964653"/>
                <a:gd name="csX13" fmla="*/ 12785 w 173651"/>
                <a:gd name="csY13" fmla="*/ 909759 h 1964653"/>
                <a:gd name="csX14" fmla="*/ 879 w 173651"/>
                <a:gd name="csY14" fmla="*/ 824034 h 1964653"/>
                <a:gd name="csX15" fmla="*/ 27073 w 173651"/>
                <a:gd name="csY15" fmla="*/ 731165 h 1964653"/>
                <a:gd name="csX16" fmla="*/ 100891 w 173651"/>
                <a:gd name="csY16" fmla="*/ 657346 h 1964653"/>
                <a:gd name="csX17" fmla="*/ 153279 w 173651"/>
                <a:gd name="csY17" fmla="*/ 612103 h 1964653"/>
                <a:gd name="csX18" fmla="*/ 169948 w 173651"/>
                <a:gd name="csY18" fmla="*/ 574003 h 1964653"/>
                <a:gd name="csX19" fmla="*/ 172329 w 173651"/>
                <a:gd name="csY19" fmla="*/ 521615 h 1964653"/>
                <a:gd name="csX20" fmla="*/ 153279 w 173651"/>
                <a:gd name="csY20" fmla="*/ 469228 h 1964653"/>
                <a:gd name="csX21" fmla="*/ 117560 w 173651"/>
                <a:gd name="csY21" fmla="*/ 404934 h 1964653"/>
                <a:gd name="csX22" fmla="*/ 96129 w 173651"/>
                <a:gd name="csY22" fmla="*/ 357309 h 1964653"/>
                <a:gd name="csX23" fmla="*/ 88985 w 173651"/>
                <a:gd name="csY23" fmla="*/ 259678 h 1964653"/>
                <a:gd name="csX24" fmla="*/ 95277 w 173651"/>
                <a:gd name="csY24" fmla="*/ 0 h 1964653"/>
                <a:gd name="csX0" fmla="*/ 129466 w 173651"/>
                <a:gd name="csY0" fmla="*/ 1583653 h 1583654"/>
                <a:gd name="csX1" fmla="*/ 74698 w 173651"/>
                <a:gd name="csY1" fmla="*/ 1543171 h 1583654"/>
                <a:gd name="csX2" fmla="*/ 36598 w 173651"/>
                <a:gd name="csY2" fmla="*/ 1502690 h 1583654"/>
                <a:gd name="csX3" fmla="*/ 8023 w 173651"/>
                <a:gd name="csY3" fmla="*/ 1445540 h 1583654"/>
                <a:gd name="csX4" fmla="*/ 3260 w 173651"/>
                <a:gd name="csY4" fmla="*/ 1374103 h 1583654"/>
                <a:gd name="csX5" fmla="*/ 17548 w 173651"/>
                <a:gd name="csY5" fmla="*/ 1309809 h 1583654"/>
                <a:gd name="csX6" fmla="*/ 55648 w 173651"/>
                <a:gd name="csY6" fmla="*/ 1259803 h 1583654"/>
                <a:gd name="csX7" fmla="*/ 108035 w 173651"/>
                <a:gd name="csY7" fmla="*/ 1216940 h 1583654"/>
                <a:gd name="csX8" fmla="*/ 153279 w 173651"/>
                <a:gd name="csY8" fmla="*/ 1176459 h 1583654"/>
                <a:gd name="csX9" fmla="*/ 169948 w 173651"/>
                <a:gd name="csY9" fmla="*/ 1121690 h 1583654"/>
                <a:gd name="csX10" fmla="*/ 160423 w 173651"/>
                <a:gd name="csY10" fmla="*/ 1062159 h 1583654"/>
                <a:gd name="csX11" fmla="*/ 74698 w 173651"/>
                <a:gd name="csY11" fmla="*/ 978815 h 1583654"/>
                <a:gd name="csX12" fmla="*/ 12785 w 173651"/>
                <a:gd name="csY12" fmla="*/ 909759 h 1583654"/>
                <a:gd name="csX13" fmla="*/ 879 w 173651"/>
                <a:gd name="csY13" fmla="*/ 824034 h 1583654"/>
                <a:gd name="csX14" fmla="*/ 27073 w 173651"/>
                <a:gd name="csY14" fmla="*/ 731165 h 1583654"/>
                <a:gd name="csX15" fmla="*/ 100891 w 173651"/>
                <a:gd name="csY15" fmla="*/ 657346 h 1583654"/>
                <a:gd name="csX16" fmla="*/ 153279 w 173651"/>
                <a:gd name="csY16" fmla="*/ 612103 h 1583654"/>
                <a:gd name="csX17" fmla="*/ 169948 w 173651"/>
                <a:gd name="csY17" fmla="*/ 574003 h 1583654"/>
                <a:gd name="csX18" fmla="*/ 172329 w 173651"/>
                <a:gd name="csY18" fmla="*/ 521615 h 1583654"/>
                <a:gd name="csX19" fmla="*/ 153279 w 173651"/>
                <a:gd name="csY19" fmla="*/ 469228 h 1583654"/>
                <a:gd name="csX20" fmla="*/ 117560 w 173651"/>
                <a:gd name="csY20" fmla="*/ 404934 h 1583654"/>
                <a:gd name="csX21" fmla="*/ 96129 w 173651"/>
                <a:gd name="csY21" fmla="*/ 357309 h 1583654"/>
                <a:gd name="csX22" fmla="*/ 88985 w 173651"/>
                <a:gd name="csY22" fmla="*/ 259678 h 1583654"/>
                <a:gd name="csX23" fmla="*/ 95277 w 173651"/>
                <a:gd name="csY23" fmla="*/ 0 h 1583654"/>
                <a:gd name="csX0" fmla="*/ 74698 w 173651"/>
                <a:gd name="csY0" fmla="*/ 1543171 h 1543170"/>
                <a:gd name="csX1" fmla="*/ 36598 w 173651"/>
                <a:gd name="csY1" fmla="*/ 1502690 h 1543170"/>
                <a:gd name="csX2" fmla="*/ 8023 w 173651"/>
                <a:gd name="csY2" fmla="*/ 1445540 h 1543170"/>
                <a:gd name="csX3" fmla="*/ 3260 w 173651"/>
                <a:gd name="csY3" fmla="*/ 1374103 h 1543170"/>
                <a:gd name="csX4" fmla="*/ 17548 w 173651"/>
                <a:gd name="csY4" fmla="*/ 1309809 h 1543170"/>
                <a:gd name="csX5" fmla="*/ 55648 w 173651"/>
                <a:gd name="csY5" fmla="*/ 1259803 h 1543170"/>
                <a:gd name="csX6" fmla="*/ 108035 w 173651"/>
                <a:gd name="csY6" fmla="*/ 1216940 h 1543170"/>
                <a:gd name="csX7" fmla="*/ 153279 w 173651"/>
                <a:gd name="csY7" fmla="*/ 1176459 h 1543170"/>
                <a:gd name="csX8" fmla="*/ 169948 w 173651"/>
                <a:gd name="csY8" fmla="*/ 1121690 h 1543170"/>
                <a:gd name="csX9" fmla="*/ 160423 w 173651"/>
                <a:gd name="csY9" fmla="*/ 1062159 h 1543170"/>
                <a:gd name="csX10" fmla="*/ 74698 w 173651"/>
                <a:gd name="csY10" fmla="*/ 978815 h 1543170"/>
                <a:gd name="csX11" fmla="*/ 12785 w 173651"/>
                <a:gd name="csY11" fmla="*/ 909759 h 1543170"/>
                <a:gd name="csX12" fmla="*/ 879 w 173651"/>
                <a:gd name="csY12" fmla="*/ 824034 h 1543170"/>
                <a:gd name="csX13" fmla="*/ 27073 w 173651"/>
                <a:gd name="csY13" fmla="*/ 731165 h 1543170"/>
                <a:gd name="csX14" fmla="*/ 100891 w 173651"/>
                <a:gd name="csY14" fmla="*/ 657346 h 1543170"/>
                <a:gd name="csX15" fmla="*/ 153279 w 173651"/>
                <a:gd name="csY15" fmla="*/ 612103 h 1543170"/>
                <a:gd name="csX16" fmla="*/ 169948 w 173651"/>
                <a:gd name="csY16" fmla="*/ 574003 h 1543170"/>
                <a:gd name="csX17" fmla="*/ 172329 w 173651"/>
                <a:gd name="csY17" fmla="*/ 521615 h 1543170"/>
                <a:gd name="csX18" fmla="*/ 153279 w 173651"/>
                <a:gd name="csY18" fmla="*/ 469228 h 1543170"/>
                <a:gd name="csX19" fmla="*/ 117560 w 173651"/>
                <a:gd name="csY19" fmla="*/ 404934 h 1543170"/>
                <a:gd name="csX20" fmla="*/ 96129 w 173651"/>
                <a:gd name="csY20" fmla="*/ 357309 h 1543170"/>
                <a:gd name="csX21" fmla="*/ 88985 w 173651"/>
                <a:gd name="csY21" fmla="*/ 259678 h 1543170"/>
                <a:gd name="csX22" fmla="*/ 95277 w 173651"/>
                <a:gd name="csY22" fmla="*/ 0 h 15431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173651" h="1543170">
                  <a:moveTo>
                    <a:pt x="74698" y="1543171"/>
                  </a:moveTo>
                  <a:cubicBezTo>
                    <a:pt x="59220" y="1529677"/>
                    <a:pt x="47710" y="1518962"/>
                    <a:pt x="36598" y="1502690"/>
                  </a:cubicBezTo>
                  <a:cubicBezTo>
                    <a:pt x="25486" y="1486418"/>
                    <a:pt x="13579" y="1466971"/>
                    <a:pt x="8023" y="1445540"/>
                  </a:cubicBezTo>
                  <a:cubicBezTo>
                    <a:pt x="2467" y="1424109"/>
                    <a:pt x="1673" y="1396725"/>
                    <a:pt x="3260" y="1374103"/>
                  </a:cubicBezTo>
                  <a:cubicBezTo>
                    <a:pt x="4847" y="1351481"/>
                    <a:pt x="8817" y="1328859"/>
                    <a:pt x="17548" y="1309809"/>
                  </a:cubicBezTo>
                  <a:cubicBezTo>
                    <a:pt x="26279" y="1290759"/>
                    <a:pt x="40567" y="1275281"/>
                    <a:pt x="55648" y="1259803"/>
                  </a:cubicBezTo>
                  <a:cubicBezTo>
                    <a:pt x="70729" y="1244325"/>
                    <a:pt x="91763" y="1230831"/>
                    <a:pt x="108035" y="1216940"/>
                  </a:cubicBezTo>
                  <a:cubicBezTo>
                    <a:pt x="124307" y="1203049"/>
                    <a:pt x="142960" y="1192334"/>
                    <a:pt x="153279" y="1176459"/>
                  </a:cubicBezTo>
                  <a:cubicBezTo>
                    <a:pt x="163598" y="1160584"/>
                    <a:pt x="168757" y="1140740"/>
                    <a:pt x="169948" y="1121690"/>
                  </a:cubicBezTo>
                  <a:cubicBezTo>
                    <a:pt x="171139" y="1102640"/>
                    <a:pt x="176298" y="1085971"/>
                    <a:pt x="160423" y="1062159"/>
                  </a:cubicBezTo>
                  <a:cubicBezTo>
                    <a:pt x="144548" y="1038346"/>
                    <a:pt x="99304" y="1004215"/>
                    <a:pt x="74698" y="978815"/>
                  </a:cubicBezTo>
                  <a:cubicBezTo>
                    <a:pt x="50092" y="953415"/>
                    <a:pt x="25088" y="935556"/>
                    <a:pt x="12785" y="909759"/>
                  </a:cubicBezTo>
                  <a:cubicBezTo>
                    <a:pt x="482" y="883962"/>
                    <a:pt x="-1502" y="853800"/>
                    <a:pt x="879" y="824034"/>
                  </a:cubicBezTo>
                  <a:cubicBezTo>
                    <a:pt x="3260" y="794268"/>
                    <a:pt x="10404" y="758946"/>
                    <a:pt x="27073" y="731165"/>
                  </a:cubicBezTo>
                  <a:cubicBezTo>
                    <a:pt x="43742" y="703384"/>
                    <a:pt x="79857" y="677190"/>
                    <a:pt x="100891" y="657346"/>
                  </a:cubicBezTo>
                  <a:cubicBezTo>
                    <a:pt x="121925" y="637502"/>
                    <a:pt x="141770" y="625993"/>
                    <a:pt x="153279" y="612103"/>
                  </a:cubicBezTo>
                  <a:cubicBezTo>
                    <a:pt x="164788" y="598213"/>
                    <a:pt x="166773" y="589084"/>
                    <a:pt x="169948" y="574003"/>
                  </a:cubicBezTo>
                  <a:cubicBezTo>
                    <a:pt x="173123" y="558922"/>
                    <a:pt x="175107" y="539077"/>
                    <a:pt x="172329" y="521615"/>
                  </a:cubicBezTo>
                  <a:cubicBezTo>
                    <a:pt x="169551" y="504153"/>
                    <a:pt x="162407" y="488675"/>
                    <a:pt x="153279" y="469228"/>
                  </a:cubicBezTo>
                  <a:cubicBezTo>
                    <a:pt x="144151" y="449781"/>
                    <a:pt x="127085" y="423587"/>
                    <a:pt x="117560" y="404934"/>
                  </a:cubicBezTo>
                  <a:cubicBezTo>
                    <a:pt x="108035" y="386281"/>
                    <a:pt x="100891" y="381518"/>
                    <a:pt x="96129" y="357309"/>
                  </a:cubicBezTo>
                  <a:cubicBezTo>
                    <a:pt x="91367" y="333100"/>
                    <a:pt x="89779" y="299365"/>
                    <a:pt x="88985" y="259678"/>
                  </a:cubicBezTo>
                  <a:cubicBezTo>
                    <a:pt x="88191" y="219991"/>
                    <a:pt x="93689" y="50403"/>
                    <a:pt x="95277" y="0"/>
                  </a:cubicBezTo>
                </a:path>
              </a:pathLst>
            </a:custGeom>
            <a:noFill/>
            <a:ln w="50800">
              <a:solidFill>
                <a:srgbClr val="2098F3"/>
              </a:solidFill>
              <a:tailEnd type="arrow"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TextBox 16">
            <a:extLst>
              <a:ext uri="{FF2B5EF4-FFF2-40B4-BE49-F238E27FC236}">
                <a16:creationId xmlns:a16="http://schemas.microsoft.com/office/drawing/2014/main" id="{2B6D4CEC-3E95-7509-6D68-A10468882051}"/>
              </a:ext>
            </a:extLst>
          </p:cNvPr>
          <p:cNvSpPr txBox="1"/>
          <p:nvPr/>
        </p:nvSpPr>
        <p:spPr>
          <a:xfrm flipH="1">
            <a:off x="2369092" y="3423923"/>
            <a:ext cx="478685" cy="297517"/>
          </a:xfrm>
          <a:prstGeom prst="rect">
            <a:avLst/>
          </a:prstGeom>
          <a:noFill/>
          <a:effectLst>
            <a:softEdge rad="31750"/>
          </a:effectLst>
        </p:spPr>
        <p:txBody>
          <a:bodyPr wrap="square" rtlCol="0">
            <a:spAutoFit/>
          </a:bodyPr>
          <a:lstStyle>
            <a:defPPr>
              <a:defRPr lang="en-US"/>
            </a:defPPr>
            <a:lvl1pPr>
              <a:lnSpc>
                <a:spcPts val="1500"/>
              </a:lnSpc>
              <a:defRPr sz="180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defRPr>
            </a:lvl1pPr>
          </a:lstStyle>
          <a:p>
            <a:r>
              <a:rPr lang="en-US" dirty="0">
                <a:solidFill>
                  <a:schemeClr val="tx1"/>
                </a:solidFill>
              </a:rPr>
              <a:t>⑩</a:t>
            </a:r>
          </a:p>
        </p:txBody>
      </p:sp>
      <p:sp>
        <p:nvSpPr>
          <p:cNvPr id="19" name="TextBox 18">
            <a:extLst>
              <a:ext uri="{FF2B5EF4-FFF2-40B4-BE49-F238E27FC236}">
                <a16:creationId xmlns:a16="http://schemas.microsoft.com/office/drawing/2014/main" id="{06198D31-7D56-74D7-1A06-949240EB2E22}"/>
              </a:ext>
            </a:extLst>
          </p:cNvPr>
          <p:cNvSpPr txBox="1"/>
          <p:nvPr/>
        </p:nvSpPr>
        <p:spPr>
          <a:xfrm flipH="1">
            <a:off x="74763" y="1471044"/>
            <a:ext cx="478685" cy="297517"/>
          </a:xfrm>
          <a:prstGeom prst="rect">
            <a:avLst/>
          </a:prstGeom>
          <a:solidFill>
            <a:srgbClr val="CAD7EE">
              <a:alpha val="0"/>
            </a:srgbClr>
          </a:solidFill>
          <a:effectLst/>
        </p:spPr>
        <p:txBody>
          <a:bodyPr wrap="square" rtlCol="0">
            <a:spAutoFit/>
          </a:bodyPr>
          <a:lstStyle/>
          <a:p>
            <a:pPr>
              <a:lnSpc>
                <a:spcPts val="1500"/>
              </a:lnSpc>
            </a:pPr>
            <a:r>
              <a:rPr lang="en-US" sz="18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⑧</a:t>
            </a:r>
          </a:p>
        </p:txBody>
      </p:sp>
      <p:sp>
        <p:nvSpPr>
          <p:cNvPr id="4" name="TextBox 3">
            <a:extLst>
              <a:ext uri="{FF2B5EF4-FFF2-40B4-BE49-F238E27FC236}">
                <a16:creationId xmlns:a16="http://schemas.microsoft.com/office/drawing/2014/main" id="{94A8B92D-A4AC-935C-99E1-F416F28FB643}"/>
              </a:ext>
            </a:extLst>
          </p:cNvPr>
          <p:cNvSpPr txBox="1"/>
          <p:nvPr/>
        </p:nvSpPr>
        <p:spPr>
          <a:xfrm>
            <a:off x="9013372" y="2032908"/>
            <a:ext cx="1710418" cy="276999"/>
          </a:xfrm>
          <a:prstGeom prst="rect">
            <a:avLst/>
          </a:prstGeom>
          <a:noFill/>
        </p:spPr>
        <p:txBody>
          <a:bodyPr wrap="square" rtlCol="0">
            <a:spAutoFit/>
          </a:bodyPr>
          <a:lstStyle/>
          <a:p>
            <a:r>
              <a:rPr lang="en-US" sz="1200" dirty="0"/>
              <a:t>(McCutcheon, 1989)</a:t>
            </a:r>
          </a:p>
        </p:txBody>
      </p:sp>
    </p:spTree>
    <p:extLst>
      <p:ext uri="{BB962C8B-B14F-4D97-AF65-F5344CB8AC3E}">
        <p14:creationId xmlns:p14="http://schemas.microsoft.com/office/powerpoint/2010/main" val="3688302107"/>
      </p:ext>
    </p:extLst>
  </p:cSld>
  <p:clrMapOvr>
    <a:masterClrMapping/>
  </p:clrMapOvr>
  <mc:AlternateContent xmlns:mc="http://schemas.openxmlformats.org/markup-compatibility/2006" xmlns:p14="http://schemas.microsoft.com/office/powerpoint/2010/main">
    <mc:Choice Requires="p14">
      <p:transition spd="slow" p14:dur="2000" advTm="29811"/>
    </mc:Choice>
    <mc:Fallback xmlns="">
      <p:transition spd="slow" advTm="29811"/>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BCCFD-BB48-1A5C-C704-EB1BAEFF13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2FD4CE-5228-C5CE-DF60-A2E651FF3888}"/>
              </a:ext>
            </a:extLst>
          </p:cNvPr>
          <p:cNvSpPr>
            <a:spLocks noGrp="1"/>
          </p:cNvSpPr>
          <p:nvPr>
            <p:ph type="title"/>
          </p:nvPr>
        </p:nvSpPr>
        <p:spPr>
          <a:xfrm>
            <a:off x="838200" y="94842"/>
            <a:ext cx="10515600" cy="1011151"/>
          </a:xfrm>
        </p:spPr>
        <p:txBody>
          <a:bodyPr/>
          <a:lstStyle/>
          <a:p>
            <a:pPr algn="ctr"/>
            <a:r>
              <a:rPr lang="en-US" dirty="0"/>
              <a:t>Atmospheric Boundary Condition (ABC) Utility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571D8D5-88F2-C39D-9BD5-74CB4B597D2E}"/>
                  </a:ext>
                </a:extLst>
              </p:cNvPr>
              <p:cNvSpPr>
                <a:spLocks noGrp="1"/>
              </p:cNvSpPr>
              <p:nvPr>
                <p:ph idx="1"/>
              </p:nvPr>
            </p:nvSpPr>
            <p:spPr>
              <a:xfrm>
                <a:off x="4973428" y="1146544"/>
                <a:ext cx="6824870" cy="5711456"/>
              </a:xfrm>
            </p:spPr>
            <p:txBody>
              <a:bodyPr>
                <a:normAutofit/>
              </a:bodyPr>
              <a:lstStyle/>
              <a:p>
                <a:r>
                  <a:rPr lang="en-US" dirty="0">
                    <a:latin typeface="Calibri" panose="020F0502020204030204" pitchFamily="34" charset="0"/>
                    <a:ea typeface="Calibri" panose="020F0502020204030204" pitchFamily="34" charset="0"/>
                    <a:cs typeface="Calibri" panose="020F0502020204030204" pitchFamily="34" charset="0"/>
                  </a:rPr>
                  <a:t>⑩</a:t>
                </a:r>
                <a:r>
                  <a:rPr lang="en-US" dirty="0"/>
                  <a:t>: Latent Heat Flux</a:t>
                </a:r>
              </a:p>
              <a:p>
                <a:pPr lvl="1"/>
                <a14:m>
                  <m:oMath xmlns:m="http://schemas.openxmlformats.org/officeDocument/2006/math">
                    <m:r>
                      <a:rPr lang="en-US" b="0" i="1" smtClean="0">
                        <a:latin typeface="Cambria Math" panose="02040503050406030204" pitchFamily="18" charset="0"/>
                      </a:rPr>
                      <m:t>𝐿𝐻𝐹</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𝑣</m:t>
                        </m:r>
                      </m:sub>
                    </m:sSub>
                    <m:r>
                      <a:rPr lang="en-US" b="0" i="1" smtClean="0">
                        <a:latin typeface="Cambria Math" panose="02040503050406030204" pitchFamily="18" charset="0"/>
                      </a:rPr>
                      <m:t>𝐿</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𝜌</m:t>
                        </m:r>
                      </m:e>
                      <m:sub>
                        <m:r>
                          <a:rPr lang="en-US" b="0" i="1" smtClean="0">
                            <a:latin typeface="Cambria Math" panose="02040503050406030204" pitchFamily="18" charset="0"/>
                          </a:rPr>
                          <m:t>𝑤</m:t>
                        </m:r>
                      </m:sub>
                    </m:sSub>
                  </m:oMath>
                </a14:m>
                <a:endParaRPr lang="en-US" dirty="0"/>
              </a:p>
              <a:p>
                <a:pPr lvl="2"/>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𝐸</m:t>
                        </m:r>
                      </m:e>
                      <m:sub>
                        <m:r>
                          <a:rPr lang="en-US" i="1" smtClean="0">
                            <a:latin typeface="Cambria Math" panose="02040503050406030204" pitchFamily="18" charset="0"/>
                          </a:rPr>
                          <m:t>𝑣</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𝑏𝑈</m:t>
                        </m:r>
                      </m:e>
                    </m:d>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𝑤</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𝑎</m:t>
                            </m:r>
                          </m:sub>
                        </m:sSub>
                      </m:e>
                    </m:d>
                  </m:oMath>
                </a14:m>
                <a:r>
                  <a:rPr lang="en-US" dirty="0"/>
                  <a:t> </a:t>
                </a:r>
              </a:p>
              <a:p>
                <a:pPr lvl="3"/>
                <a14:m>
                  <m:oMath xmlns:m="http://schemas.openxmlformats.org/officeDocument/2006/math">
                    <m:r>
                      <a:rPr lang="en-US" b="0" i="1" smtClean="0">
                        <a:latin typeface="Cambria Math" panose="02040503050406030204" pitchFamily="18" charset="0"/>
                      </a:rPr>
                      <m:t>𝑎</m:t>
                    </m:r>
                  </m:oMath>
                </a14:m>
                <a:r>
                  <a:rPr lang="en-US" dirty="0"/>
                  <a:t>, </a:t>
                </a:r>
                <a14:m>
                  <m:oMath xmlns:m="http://schemas.openxmlformats.org/officeDocument/2006/math">
                    <m:r>
                      <a:rPr lang="en-US" b="0" i="1" smtClean="0">
                        <a:latin typeface="Cambria Math" panose="02040503050406030204" pitchFamily="18" charset="0"/>
                      </a:rPr>
                      <m:t>𝑏</m:t>
                    </m:r>
                  </m:oMath>
                </a14:m>
                <a:r>
                  <a:rPr lang="en-US" dirty="0"/>
                  <a:t>: Site-specific empirical wind function coefficients</a:t>
                </a:r>
              </a:p>
              <a:p>
                <a:pPr lvl="3"/>
                <a14:m>
                  <m:oMath xmlns:m="http://schemas.openxmlformats.org/officeDocument/2006/math">
                    <m:r>
                      <a:rPr lang="en-US" b="0" i="1" smtClean="0">
                        <a:latin typeface="Cambria Math" panose="02040503050406030204" pitchFamily="18" charset="0"/>
                      </a:rPr>
                      <m:t>𝑈</m:t>
                    </m:r>
                  </m:oMath>
                </a14:m>
                <a:r>
                  <a:rPr lang="en-US" dirty="0"/>
                  <a:t>: Wind speed</a:t>
                </a:r>
              </a:p>
              <a:p>
                <a:pPr lvl="3"/>
                <a14:m>
                  <m:oMath xmlns:m="http://schemas.openxmlformats.org/officeDocument/2006/math">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i="1">
                                <a:latin typeface="Cambria Math" panose="02040503050406030204" pitchFamily="18" charset="0"/>
                              </a:rPr>
                              <m:t>𝑤</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i="1">
                                <a:latin typeface="Cambria Math" panose="02040503050406030204" pitchFamily="18" charset="0"/>
                              </a:rPr>
                              <m:t>𝑎</m:t>
                            </m:r>
                          </m:sub>
                        </m:sSub>
                      </m:e>
                    </m:d>
                  </m:oMath>
                </a14:m>
                <a:r>
                  <a:rPr lang="en-US" dirty="0"/>
                  <a:t>: Vapor pressure deficit</a:t>
                </a:r>
              </a:p>
              <a:p>
                <a:pPr lvl="4"/>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𝑤</m:t>
                        </m:r>
                      </m:sub>
                    </m:sSub>
                  </m:oMath>
                </a14:m>
                <a:r>
                  <a:rPr lang="en-US" dirty="0"/>
                  <a:t>: Saturation vapor pressure at water surface</a:t>
                </a:r>
              </a:p>
              <a:p>
                <a:pPr lvl="4"/>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𝑎</m:t>
                        </m:r>
                      </m:sub>
                    </m:sSub>
                  </m:oMath>
                </a14:m>
                <a:r>
                  <a:rPr lang="en-US" dirty="0"/>
                  <a:t>: Ambient vapor pressure of the atmosphere</a:t>
                </a:r>
              </a:p>
              <a:p>
                <a:pPr lvl="2"/>
                <a14:m>
                  <m:oMath xmlns:m="http://schemas.openxmlformats.org/officeDocument/2006/math">
                    <m:r>
                      <a:rPr lang="en-US" b="0" i="1" smtClean="0">
                        <a:latin typeface="Cambria Math" panose="02040503050406030204" pitchFamily="18" charset="0"/>
                      </a:rPr>
                      <m:t>𝐿</m:t>
                    </m:r>
                  </m:oMath>
                </a14:m>
                <a:r>
                  <a:rPr lang="en-US" dirty="0"/>
                  <a:t>: Latent heat of vaporization</a:t>
                </a:r>
              </a:p>
              <a:p>
                <a:pPr lvl="2"/>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𝜌</m:t>
                        </m:r>
                      </m:e>
                      <m:sub>
                        <m:r>
                          <a:rPr lang="en-US" b="0" i="1" smtClean="0">
                            <a:latin typeface="Cambria Math" panose="02040503050406030204" pitchFamily="18" charset="0"/>
                          </a:rPr>
                          <m:t>𝑤</m:t>
                        </m:r>
                      </m:sub>
                    </m:sSub>
                  </m:oMath>
                </a14:m>
                <a:r>
                  <a:rPr lang="en-US" dirty="0"/>
                  <a:t>: Density of water</a:t>
                </a:r>
              </a:p>
              <a:p>
                <a:r>
                  <a:rPr lang="en-US" dirty="0">
                    <a:latin typeface="Calibri" panose="020F0502020204030204" pitchFamily="34" charset="0"/>
                    <a:ea typeface="Calibri" panose="020F0502020204030204" pitchFamily="34" charset="0"/>
                    <a:cs typeface="Calibri" panose="020F0502020204030204" pitchFamily="34" charset="0"/>
                  </a:rPr>
                  <a:t>⑪: Sensible Heat Flux</a:t>
                </a:r>
              </a:p>
              <a:p>
                <a:pPr lvl="1"/>
                <a14:m>
                  <m:oMath xmlns:m="http://schemas.openxmlformats.org/officeDocument/2006/math">
                    <m:r>
                      <a:rPr lang="en-US" b="0" i="1" smtClean="0">
                        <a:latin typeface="Cambria Math" panose="02040503050406030204" pitchFamily="18" charset="0"/>
                      </a:rPr>
                      <m:t>𝑆𝐻𝐹</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𝑟</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𝐿𝐻𝐹</m:t>
                    </m:r>
                  </m:oMath>
                </a14:m>
                <a:endParaRPr lang="en-US" dirty="0"/>
              </a:p>
              <a:p>
                <a:pPr lvl="1"/>
                <a:r>
                  <a:rPr lang="en-US" dirty="0"/>
                  <a:t>Bowen Ratio: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𝑟</m:t>
                        </m:r>
                      </m:sub>
                    </m:sSub>
                    <m:r>
                      <a:rPr lang="en-US" b="0" i="1" smtClean="0">
                        <a:latin typeface="Cambria Math" panose="02040503050406030204" pitchFamily="18" charset="0"/>
                      </a:rPr>
                      <m:t>=0.00061</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𝑎</m:t>
                        </m:r>
                      </m:sub>
                    </m:sSub>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𝑤</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𝑎</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𝑤</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𝑎</m:t>
                                </m:r>
                              </m:sub>
                            </m:sSub>
                          </m:den>
                        </m:f>
                      </m:e>
                    </m:d>
                  </m:oMath>
                </a14:m>
                <a:endParaRPr lang="en-US" b="0" dirty="0"/>
              </a:p>
              <a:p>
                <a:pPr lvl="2"/>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𝑎</m:t>
                        </m:r>
                      </m:sub>
                    </m:sSub>
                  </m:oMath>
                </a14:m>
                <a:r>
                  <a:rPr lang="en-US" b="0" dirty="0"/>
                  <a:t>: Atmospheric pressure</a:t>
                </a:r>
              </a:p>
              <a:p>
                <a:pPr lvl="1"/>
                <a:endParaRPr lang="en-US" dirty="0"/>
              </a:p>
            </p:txBody>
          </p:sp>
        </mc:Choice>
        <mc:Fallback xmlns="">
          <p:sp>
            <p:nvSpPr>
              <p:cNvPr id="3" name="Content Placeholder 2">
                <a:extLst>
                  <a:ext uri="{FF2B5EF4-FFF2-40B4-BE49-F238E27FC236}">
                    <a16:creationId xmlns:a16="http://schemas.microsoft.com/office/drawing/2014/main" id="{6571D8D5-88F2-C39D-9BD5-74CB4B597D2E}"/>
                  </a:ext>
                </a:extLst>
              </p:cNvPr>
              <p:cNvSpPr>
                <a:spLocks noGrp="1" noRot="1" noChangeAspect="1" noMove="1" noResize="1" noEditPoints="1" noAdjustHandles="1" noChangeArrowheads="1" noChangeShapeType="1" noTextEdit="1"/>
              </p:cNvSpPr>
              <p:nvPr>
                <p:ph idx="1"/>
              </p:nvPr>
            </p:nvSpPr>
            <p:spPr>
              <a:xfrm>
                <a:off x="4973428" y="1146544"/>
                <a:ext cx="6824870" cy="5711456"/>
              </a:xfrm>
              <a:blipFill>
                <a:blip r:embed="rId5"/>
                <a:stretch>
                  <a:fillRect l="-1609" t="-1708"/>
                </a:stretch>
              </a:blipFill>
            </p:spPr>
            <p:txBody>
              <a:bodyPr/>
              <a:lstStyle/>
              <a:p>
                <a:r>
                  <a:rPr lang="en-US">
                    <a:noFill/>
                  </a:rPr>
                  <a:t> </a:t>
                </a:r>
              </a:p>
            </p:txBody>
          </p:sp>
        </mc:Fallback>
      </mc:AlternateContent>
      <p:cxnSp>
        <p:nvCxnSpPr>
          <p:cNvPr id="22" name="Straight Connector 21">
            <a:extLst>
              <a:ext uri="{FF2B5EF4-FFF2-40B4-BE49-F238E27FC236}">
                <a16:creationId xmlns:a16="http://schemas.microsoft.com/office/drawing/2014/main" id="{80CA3313-767A-8952-0057-19871EF6AACB}"/>
              </a:ext>
            </a:extLst>
          </p:cNvPr>
          <p:cNvCxnSpPr>
            <a:cxnSpLocks/>
          </p:cNvCxnSpPr>
          <p:nvPr/>
        </p:nvCxnSpPr>
        <p:spPr>
          <a:xfrm flipH="1" flipV="1">
            <a:off x="241267" y="4049823"/>
            <a:ext cx="331682" cy="50845"/>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8843DBB-6CDF-3E2B-B5A5-8E92344D9F2B}"/>
              </a:ext>
            </a:extLst>
          </p:cNvPr>
          <p:cNvCxnSpPr>
            <a:cxnSpLocks/>
          </p:cNvCxnSpPr>
          <p:nvPr/>
        </p:nvCxnSpPr>
        <p:spPr>
          <a:xfrm>
            <a:off x="792104" y="2411840"/>
            <a:ext cx="3629160" cy="414737"/>
          </a:xfrm>
          <a:prstGeom prst="line">
            <a:avLst/>
          </a:prstGeom>
        </p:spPr>
        <p:style>
          <a:lnRef idx="1">
            <a:schemeClr val="accent1"/>
          </a:lnRef>
          <a:fillRef idx="0">
            <a:schemeClr val="accent1"/>
          </a:fillRef>
          <a:effectRef idx="0">
            <a:schemeClr val="accent1"/>
          </a:effectRef>
          <a:fontRef idx="minor">
            <a:schemeClr val="tx1"/>
          </a:fontRef>
        </p:style>
      </p:cxnSp>
      <p:pic>
        <p:nvPicPr>
          <p:cNvPr id="29" name="Picture 28" descr="A group of trees&#10;&#10;Description automatically generated with low confidence">
            <a:extLst>
              <a:ext uri="{FF2B5EF4-FFF2-40B4-BE49-F238E27FC236}">
                <a16:creationId xmlns:a16="http://schemas.microsoft.com/office/drawing/2014/main" id="{CF8FA1BB-21CA-9CD8-72E2-01C44E90238D}"/>
              </a:ext>
            </a:extLst>
          </p:cNvPr>
          <p:cNvPicPr>
            <a:picLocks noChangeAspect="1"/>
          </p:cNvPicPr>
          <p:nvPr/>
        </p:nvPicPr>
        <p:blipFill rotWithShape="1">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rcRect l="1138" r="63816"/>
          <a:stretch/>
        </p:blipFill>
        <p:spPr>
          <a:xfrm flipH="1">
            <a:off x="1964052" y="1906648"/>
            <a:ext cx="560870" cy="1018366"/>
          </a:xfrm>
          <a:prstGeom prst="rect">
            <a:avLst/>
          </a:prstGeom>
        </p:spPr>
      </p:pic>
      <p:grpSp>
        <p:nvGrpSpPr>
          <p:cNvPr id="39" name="Group 38">
            <a:extLst>
              <a:ext uri="{FF2B5EF4-FFF2-40B4-BE49-F238E27FC236}">
                <a16:creationId xmlns:a16="http://schemas.microsoft.com/office/drawing/2014/main" id="{D34FE593-2027-363C-6203-FF99C16C33A7}"/>
              </a:ext>
            </a:extLst>
          </p:cNvPr>
          <p:cNvGrpSpPr/>
          <p:nvPr/>
        </p:nvGrpSpPr>
        <p:grpSpPr>
          <a:xfrm>
            <a:off x="499381" y="2671927"/>
            <a:ext cx="3592630" cy="1914662"/>
            <a:chOff x="3826130" y="2505592"/>
            <a:chExt cx="4582260" cy="2384258"/>
          </a:xfrm>
        </p:grpSpPr>
        <p:sp>
          <p:nvSpPr>
            <p:cNvPr id="40" name="Freeform: Shape 39">
              <a:extLst>
                <a:ext uri="{FF2B5EF4-FFF2-40B4-BE49-F238E27FC236}">
                  <a16:creationId xmlns:a16="http://schemas.microsoft.com/office/drawing/2014/main" id="{981C947B-70AC-F414-9371-F7E39E768B38}"/>
                </a:ext>
              </a:extLst>
            </p:cNvPr>
            <p:cNvSpPr/>
            <p:nvPr/>
          </p:nvSpPr>
          <p:spPr>
            <a:xfrm>
              <a:off x="3826130" y="2505592"/>
              <a:ext cx="4578889" cy="1957387"/>
            </a:xfrm>
            <a:custGeom>
              <a:avLst/>
              <a:gdLst>
                <a:gd name="connsiteX0" fmla="*/ 0 w 4164807"/>
                <a:gd name="connsiteY0" fmla="*/ 1690688 h 1933575"/>
                <a:gd name="connsiteX1" fmla="*/ 2886075 w 4164807"/>
                <a:gd name="connsiteY1" fmla="*/ 0 h 1933575"/>
                <a:gd name="connsiteX2" fmla="*/ 4164807 w 4164807"/>
                <a:gd name="connsiteY2" fmla="*/ 140494 h 1933575"/>
                <a:gd name="connsiteX3" fmla="*/ 1633538 w 4164807"/>
                <a:gd name="connsiteY3" fmla="*/ 1933575 h 1933575"/>
                <a:gd name="connsiteX4" fmla="*/ 0 w 4164807"/>
                <a:gd name="connsiteY4" fmla="*/ 1690688 h 1933575"/>
                <a:gd name="connsiteX0" fmla="*/ 0 w 4162511"/>
                <a:gd name="connsiteY0" fmla="*/ 1690688 h 1933575"/>
                <a:gd name="connsiteX1" fmla="*/ 2886075 w 4162511"/>
                <a:gd name="connsiteY1" fmla="*/ 0 h 1933575"/>
                <a:gd name="connsiteX2" fmla="*/ 4162511 w 4162511"/>
                <a:gd name="connsiteY2" fmla="*/ 142876 h 1933575"/>
                <a:gd name="connsiteX3" fmla="*/ 1633538 w 4162511"/>
                <a:gd name="connsiteY3" fmla="*/ 1933575 h 1933575"/>
                <a:gd name="connsiteX4" fmla="*/ 0 w 4162511"/>
                <a:gd name="connsiteY4" fmla="*/ 1690688 h 1933575"/>
                <a:gd name="connsiteX0" fmla="*/ 0 w 4162511"/>
                <a:gd name="connsiteY0" fmla="*/ 1690688 h 1947862"/>
                <a:gd name="connsiteX1" fmla="*/ 2886075 w 4162511"/>
                <a:gd name="connsiteY1" fmla="*/ 0 h 1947862"/>
                <a:gd name="connsiteX2" fmla="*/ 4162511 w 4162511"/>
                <a:gd name="connsiteY2" fmla="*/ 142876 h 1947862"/>
                <a:gd name="connsiteX3" fmla="*/ 1775918 w 4162511"/>
                <a:gd name="connsiteY3" fmla="*/ 1947862 h 1947862"/>
                <a:gd name="connsiteX4" fmla="*/ 0 w 4162511"/>
                <a:gd name="connsiteY4" fmla="*/ 1690688 h 1947862"/>
                <a:gd name="connsiteX0" fmla="*/ 0 w 4162511"/>
                <a:gd name="connsiteY0" fmla="*/ 1690688 h 1966912"/>
                <a:gd name="connsiteX1" fmla="*/ 2886075 w 4162511"/>
                <a:gd name="connsiteY1" fmla="*/ 0 h 1966912"/>
                <a:gd name="connsiteX2" fmla="*/ 4162511 w 4162511"/>
                <a:gd name="connsiteY2" fmla="*/ 142876 h 1966912"/>
                <a:gd name="connsiteX3" fmla="*/ 1803475 w 4162511"/>
                <a:gd name="connsiteY3" fmla="*/ 1966912 h 1966912"/>
                <a:gd name="connsiteX4" fmla="*/ 0 w 4162511"/>
                <a:gd name="connsiteY4" fmla="*/ 1690688 h 1966912"/>
                <a:gd name="connsiteX0" fmla="*/ 0 w 4162511"/>
                <a:gd name="connsiteY0" fmla="*/ 1690688 h 1962149"/>
                <a:gd name="connsiteX1" fmla="*/ 2886075 w 4162511"/>
                <a:gd name="connsiteY1" fmla="*/ 0 h 1962149"/>
                <a:gd name="connsiteX2" fmla="*/ 4162511 w 4162511"/>
                <a:gd name="connsiteY2" fmla="*/ 142876 h 1962149"/>
                <a:gd name="connsiteX3" fmla="*/ 1794290 w 4162511"/>
                <a:gd name="connsiteY3" fmla="*/ 1962149 h 1962149"/>
                <a:gd name="connsiteX4" fmla="*/ 0 w 4162511"/>
                <a:gd name="connsiteY4" fmla="*/ 1690688 h 1962149"/>
                <a:gd name="connsiteX0" fmla="*/ 0 w 4162511"/>
                <a:gd name="connsiteY0" fmla="*/ 1690688 h 1957387"/>
                <a:gd name="connsiteX1" fmla="*/ 2886075 w 4162511"/>
                <a:gd name="connsiteY1" fmla="*/ 0 h 1957387"/>
                <a:gd name="connsiteX2" fmla="*/ 4162511 w 4162511"/>
                <a:gd name="connsiteY2" fmla="*/ 142876 h 1957387"/>
                <a:gd name="connsiteX3" fmla="*/ 1922008 w 4162511"/>
                <a:gd name="connsiteY3" fmla="*/ 1957387 h 1957387"/>
                <a:gd name="connsiteX4" fmla="*/ 0 w 4162511"/>
                <a:gd name="connsiteY4" fmla="*/ 1690688 h 19573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62511" h="1957387">
                  <a:moveTo>
                    <a:pt x="0" y="1690688"/>
                  </a:moveTo>
                  <a:lnTo>
                    <a:pt x="2886075" y="0"/>
                  </a:lnTo>
                  <a:lnTo>
                    <a:pt x="4162511" y="142876"/>
                  </a:lnTo>
                  <a:lnTo>
                    <a:pt x="1922008" y="1957387"/>
                  </a:lnTo>
                  <a:lnTo>
                    <a:pt x="0" y="1690688"/>
                  </a:ln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41" name="Freeform: Shape 40">
              <a:extLst>
                <a:ext uri="{FF2B5EF4-FFF2-40B4-BE49-F238E27FC236}">
                  <a16:creationId xmlns:a16="http://schemas.microsoft.com/office/drawing/2014/main" id="{AFE0D099-E888-8A5F-0CDB-E5D42EA11691}"/>
                </a:ext>
              </a:extLst>
            </p:cNvPr>
            <p:cNvSpPr/>
            <p:nvPr/>
          </p:nvSpPr>
          <p:spPr>
            <a:xfrm>
              <a:off x="7005005" y="2507200"/>
              <a:ext cx="1403385" cy="403482"/>
            </a:xfrm>
            <a:custGeom>
              <a:avLst/>
              <a:gdLst>
                <a:gd name="connsiteX0" fmla="*/ 0 w 1645444"/>
                <a:gd name="connsiteY0" fmla="*/ 0 h 688181"/>
                <a:gd name="connsiteX1" fmla="*/ 235744 w 1645444"/>
                <a:gd name="connsiteY1" fmla="*/ 569118 h 688181"/>
                <a:gd name="connsiteX2" fmla="*/ 1059656 w 1645444"/>
                <a:gd name="connsiteY2" fmla="*/ 688181 h 688181"/>
                <a:gd name="connsiteX3" fmla="*/ 1645444 w 1645444"/>
                <a:gd name="connsiteY3" fmla="*/ 242887 h 688181"/>
                <a:gd name="connsiteX4" fmla="*/ 0 w 1645444"/>
                <a:gd name="connsiteY4" fmla="*/ 0 h 688181"/>
                <a:gd name="connsiteX0" fmla="*/ 0 w 1645444"/>
                <a:gd name="connsiteY0" fmla="*/ 0 h 692943"/>
                <a:gd name="connsiteX1" fmla="*/ 235744 w 1645444"/>
                <a:gd name="connsiteY1" fmla="*/ 569118 h 692943"/>
                <a:gd name="connsiteX2" fmla="*/ 1071562 w 1645444"/>
                <a:gd name="connsiteY2" fmla="*/ 692943 h 692943"/>
                <a:gd name="connsiteX3" fmla="*/ 1645444 w 1645444"/>
                <a:gd name="connsiteY3" fmla="*/ 242887 h 692943"/>
                <a:gd name="connsiteX4" fmla="*/ 0 w 1645444"/>
                <a:gd name="connsiteY4" fmla="*/ 0 h 692943"/>
                <a:gd name="connsiteX0" fmla="*/ 0 w 1740726"/>
                <a:gd name="connsiteY0" fmla="*/ 0 h 692943"/>
                <a:gd name="connsiteX1" fmla="*/ 235744 w 1740726"/>
                <a:gd name="connsiteY1" fmla="*/ 569118 h 692943"/>
                <a:gd name="connsiteX2" fmla="*/ 1071562 w 1740726"/>
                <a:gd name="connsiteY2" fmla="*/ 692943 h 692943"/>
                <a:gd name="connsiteX3" fmla="*/ 1740726 w 1740726"/>
                <a:gd name="connsiteY3" fmla="*/ 250972 h 692943"/>
                <a:gd name="connsiteX4" fmla="*/ 0 w 1740726"/>
                <a:gd name="connsiteY4" fmla="*/ 0 h 692943"/>
                <a:gd name="connsiteX0" fmla="*/ 0 w 1703843"/>
                <a:gd name="connsiteY0" fmla="*/ 0 h 676776"/>
                <a:gd name="connsiteX1" fmla="*/ 198861 w 1703843"/>
                <a:gd name="connsiteY1" fmla="*/ 552951 h 676776"/>
                <a:gd name="connsiteX2" fmla="*/ 1034679 w 1703843"/>
                <a:gd name="connsiteY2" fmla="*/ 676776 h 676776"/>
                <a:gd name="connsiteX3" fmla="*/ 1703843 w 1703843"/>
                <a:gd name="connsiteY3" fmla="*/ 234805 h 676776"/>
                <a:gd name="connsiteX4" fmla="*/ 0 w 1703843"/>
                <a:gd name="connsiteY4" fmla="*/ 0 h 676776"/>
                <a:gd name="connsiteX0" fmla="*/ 0 w 1694622"/>
                <a:gd name="connsiteY0" fmla="*/ 0 h 692944"/>
                <a:gd name="connsiteX1" fmla="*/ 189640 w 1694622"/>
                <a:gd name="connsiteY1" fmla="*/ 569119 h 692944"/>
                <a:gd name="connsiteX2" fmla="*/ 1025458 w 1694622"/>
                <a:gd name="connsiteY2" fmla="*/ 692944 h 692944"/>
                <a:gd name="connsiteX3" fmla="*/ 1694622 w 1694622"/>
                <a:gd name="connsiteY3" fmla="*/ 250973 h 692944"/>
                <a:gd name="connsiteX4" fmla="*/ 0 w 1694622"/>
                <a:gd name="connsiteY4" fmla="*/ 0 h 692944"/>
                <a:gd name="connsiteX0" fmla="*/ 0 w 1811418"/>
                <a:gd name="connsiteY0" fmla="*/ 0 h 684861"/>
                <a:gd name="connsiteX1" fmla="*/ 306436 w 1811418"/>
                <a:gd name="connsiteY1" fmla="*/ 561036 h 684861"/>
                <a:gd name="connsiteX2" fmla="*/ 1142254 w 1811418"/>
                <a:gd name="connsiteY2" fmla="*/ 684861 h 684861"/>
                <a:gd name="connsiteX3" fmla="*/ 1811418 w 1811418"/>
                <a:gd name="connsiteY3" fmla="*/ 242890 h 684861"/>
                <a:gd name="connsiteX4" fmla="*/ 0 w 1811418"/>
                <a:gd name="connsiteY4" fmla="*/ 0 h 6848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1418" h="684861">
                  <a:moveTo>
                    <a:pt x="0" y="0"/>
                  </a:moveTo>
                  <a:lnTo>
                    <a:pt x="306436" y="561036"/>
                  </a:lnTo>
                  <a:lnTo>
                    <a:pt x="1142254" y="684861"/>
                  </a:lnTo>
                  <a:lnTo>
                    <a:pt x="1811418" y="242890"/>
                  </a:lnTo>
                  <a:lnTo>
                    <a:pt x="0" y="0"/>
                  </a:ln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cxnSp>
          <p:nvCxnSpPr>
            <p:cNvPr id="45" name="Straight Connector 44">
              <a:extLst>
                <a:ext uri="{FF2B5EF4-FFF2-40B4-BE49-F238E27FC236}">
                  <a16:creationId xmlns:a16="http://schemas.microsoft.com/office/drawing/2014/main" id="{A54D2035-1C1C-EB1D-886E-F8ACB6354D04}"/>
                </a:ext>
              </a:extLst>
            </p:cNvPr>
            <p:cNvCxnSpPr>
              <a:cxnSpLocks/>
              <a:stCxn id="47" idx="1"/>
              <a:endCxn id="41" idx="1"/>
            </p:cNvCxnSpPr>
            <p:nvPr/>
          </p:nvCxnSpPr>
          <p:spPr>
            <a:xfrm flipV="1">
              <a:off x="4343744" y="2837731"/>
              <a:ext cx="2898670" cy="1928294"/>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B1DBF84-9235-44E9-B81D-550749B19F60}"/>
                </a:ext>
              </a:extLst>
            </p:cNvPr>
            <p:cNvCxnSpPr>
              <a:cxnSpLocks/>
              <a:stCxn id="47" idx="2"/>
              <a:endCxn id="41" idx="2"/>
            </p:cNvCxnSpPr>
            <p:nvPr/>
          </p:nvCxnSpPr>
          <p:spPr>
            <a:xfrm flipV="1">
              <a:off x="5276305" y="2910682"/>
              <a:ext cx="2613654" cy="1979168"/>
            </a:xfrm>
            <a:prstGeom prst="line">
              <a:avLst/>
            </a:prstGeom>
          </p:spPr>
          <p:style>
            <a:lnRef idx="1">
              <a:schemeClr val="accent1"/>
            </a:lnRef>
            <a:fillRef idx="0">
              <a:schemeClr val="accent1"/>
            </a:fillRef>
            <a:effectRef idx="0">
              <a:schemeClr val="accent1"/>
            </a:effectRef>
            <a:fontRef idx="minor">
              <a:schemeClr val="tx1"/>
            </a:fontRef>
          </p:style>
        </p:cxnSp>
        <p:sp>
          <p:nvSpPr>
            <p:cNvPr id="47" name="Freeform: Shape 46">
              <a:extLst>
                <a:ext uri="{FF2B5EF4-FFF2-40B4-BE49-F238E27FC236}">
                  <a16:creationId xmlns:a16="http://schemas.microsoft.com/office/drawing/2014/main" id="{67E11C62-CE89-DA4A-A091-C4C0F676F4BB}"/>
                </a:ext>
              </a:extLst>
            </p:cNvPr>
            <p:cNvSpPr/>
            <p:nvPr/>
          </p:nvSpPr>
          <p:spPr>
            <a:xfrm>
              <a:off x="3830682" y="4196907"/>
              <a:ext cx="2114505" cy="692943"/>
            </a:xfrm>
            <a:custGeom>
              <a:avLst/>
              <a:gdLst>
                <a:gd name="connsiteX0" fmla="*/ 0 w 1645444"/>
                <a:gd name="connsiteY0" fmla="*/ 0 h 688181"/>
                <a:gd name="connsiteX1" fmla="*/ 235744 w 1645444"/>
                <a:gd name="connsiteY1" fmla="*/ 569118 h 688181"/>
                <a:gd name="connsiteX2" fmla="*/ 1059656 w 1645444"/>
                <a:gd name="connsiteY2" fmla="*/ 688181 h 688181"/>
                <a:gd name="connsiteX3" fmla="*/ 1645444 w 1645444"/>
                <a:gd name="connsiteY3" fmla="*/ 242887 h 688181"/>
                <a:gd name="connsiteX4" fmla="*/ 0 w 1645444"/>
                <a:gd name="connsiteY4" fmla="*/ 0 h 688181"/>
                <a:gd name="connsiteX0" fmla="*/ 0 w 1645444"/>
                <a:gd name="connsiteY0" fmla="*/ 0 h 692943"/>
                <a:gd name="connsiteX1" fmla="*/ 235744 w 1645444"/>
                <a:gd name="connsiteY1" fmla="*/ 569118 h 692943"/>
                <a:gd name="connsiteX2" fmla="*/ 1071562 w 1645444"/>
                <a:gd name="connsiteY2" fmla="*/ 692943 h 692943"/>
                <a:gd name="connsiteX3" fmla="*/ 1645444 w 1645444"/>
                <a:gd name="connsiteY3" fmla="*/ 242887 h 692943"/>
                <a:gd name="connsiteX4" fmla="*/ 0 w 1645444"/>
                <a:gd name="connsiteY4" fmla="*/ 0 h 692943"/>
                <a:gd name="connsiteX0" fmla="*/ 0 w 1671055"/>
                <a:gd name="connsiteY0" fmla="*/ 0 h 692943"/>
                <a:gd name="connsiteX1" fmla="*/ 235744 w 1671055"/>
                <a:gd name="connsiteY1" fmla="*/ 569118 h 692943"/>
                <a:gd name="connsiteX2" fmla="*/ 1071562 w 1671055"/>
                <a:gd name="connsiteY2" fmla="*/ 692943 h 692943"/>
                <a:gd name="connsiteX3" fmla="*/ 1671055 w 1671055"/>
                <a:gd name="connsiteY3" fmla="*/ 266700 h 692943"/>
                <a:gd name="connsiteX4" fmla="*/ 0 w 1671055"/>
                <a:gd name="connsiteY4" fmla="*/ 0 h 692943"/>
                <a:gd name="connsiteX0" fmla="*/ 0 w 1895148"/>
                <a:gd name="connsiteY0" fmla="*/ 0 h 692943"/>
                <a:gd name="connsiteX1" fmla="*/ 459837 w 1895148"/>
                <a:gd name="connsiteY1" fmla="*/ 569118 h 692943"/>
                <a:gd name="connsiteX2" fmla="*/ 1295655 w 1895148"/>
                <a:gd name="connsiteY2" fmla="*/ 692943 h 692943"/>
                <a:gd name="connsiteX3" fmla="*/ 1895148 w 1895148"/>
                <a:gd name="connsiteY3" fmla="*/ 266700 h 692943"/>
                <a:gd name="connsiteX4" fmla="*/ 0 w 1895148"/>
                <a:gd name="connsiteY4" fmla="*/ 0 h 692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5148" h="692943">
                  <a:moveTo>
                    <a:pt x="0" y="0"/>
                  </a:moveTo>
                  <a:lnTo>
                    <a:pt x="459837" y="569118"/>
                  </a:lnTo>
                  <a:lnTo>
                    <a:pt x="1295655" y="692943"/>
                  </a:lnTo>
                  <a:lnTo>
                    <a:pt x="1895148" y="266700"/>
                  </a:lnTo>
                  <a:lnTo>
                    <a:pt x="0" y="0"/>
                  </a:ln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cxnSp>
        <p:nvCxnSpPr>
          <p:cNvPr id="48" name="Straight Arrow Connector 47">
            <a:extLst>
              <a:ext uri="{FF2B5EF4-FFF2-40B4-BE49-F238E27FC236}">
                <a16:creationId xmlns:a16="http://schemas.microsoft.com/office/drawing/2014/main" id="{A5A8EA10-FC3E-7AC3-A04E-05039E41F4C0}"/>
              </a:ext>
            </a:extLst>
          </p:cNvPr>
          <p:cNvCxnSpPr>
            <a:cxnSpLocks/>
          </p:cNvCxnSpPr>
          <p:nvPr/>
        </p:nvCxnSpPr>
        <p:spPr>
          <a:xfrm flipH="1">
            <a:off x="841609" y="4339971"/>
            <a:ext cx="512795" cy="362052"/>
          </a:xfrm>
          <a:prstGeom prst="straightConnector1">
            <a:avLst/>
          </a:prstGeom>
          <a:ln w="25400">
            <a:solidFill>
              <a:schemeClr val="accent1">
                <a:alpha val="39000"/>
              </a:schemeClr>
            </a:solidFill>
            <a:tailEnd type="stealth" w="lg" len="lg"/>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19934921-95B4-BB9E-F7AE-92627CD680AB}"/>
              </a:ext>
            </a:extLst>
          </p:cNvPr>
          <p:cNvSpPr txBox="1"/>
          <p:nvPr/>
        </p:nvSpPr>
        <p:spPr>
          <a:xfrm flipH="1">
            <a:off x="462096" y="4630325"/>
            <a:ext cx="412135" cy="369332"/>
          </a:xfrm>
          <a:prstGeom prst="rect">
            <a:avLst/>
          </a:prstGeom>
          <a:noFill/>
        </p:spPr>
        <p:txBody>
          <a:bodyPr wrap="square" rtlCol="0">
            <a:spAutoFit/>
          </a:bodyPr>
          <a:lstStyle/>
          <a:p>
            <a:r>
              <a:rPr lang="en-US" sz="18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⑥</a:t>
            </a:r>
            <a:endParaRPr lang="en-US" sz="1800" dirty="0">
              <a:solidFill>
                <a:schemeClr val="bg1">
                  <a:lumMod val="75000"/>
                </a:schemeClr>
              </a:solidFill>
              <a:latin typeface="Univers 57 Condensed" pitchFamily="50" charset="0"/>
            </a:endParaRPr>
          </a:p>
        </p:txBody>
      </p:sp>
      <p:sp>
        <p:nvSpPr>
          <p:cNvPr id="50" name="Freeform: Shape 49">
            <a:extLst>
              <a:ext uri="{FF2B5EF4-FFF2-40B4-BE49-F238E27FC236}">
                <a16:creationId xmlns:a16="http://schemas.microsoft.com/office/drawing/2014/main" id="{EE6A167C-F258-A8CD-08B6-7084B0815303}"/>
              </a:ext>
            </a:extLst>
          </p:cNvPr>
          <p:cNvSpPr/>
          <p:nvPr/>
        </p:nvSpPr>
        <p:spPr>
          <a:xfrm flipH="1">
            <a:off x="3037728" y="2734922"/>
            <a:ext cx="928266" cy="107086"/>
          </a:xfrm>
          <a:custGeom>
            <a:avLst/>
            <a:gdLst>
              <a:gd name="connsiteX0" fmla="*/ 0 w 1183967"/>
              <a:gd name="connsiteY0" fmla="*/ 128587 h 133350"/>
              <a:gd name="connsiteX1" fmla="*/ 40481 w 1183967"/>
              <a:gd name="connsiteY1" fmla="*/ 133350 h 133350"/>
              <a:gd name="connsiteX2" fmla="*/ 109537 w 1183967"/>
              <a:gd name="connsiteY2" fmla="*/ 128587 h 133350"/>
              <a:gd name="connsiteX3" fmla="*/ 157162 w 1183967"/>
              <a:gd name="connsiteY3" fmla="*/ 121443 h 133350"/>
              <a:gd name="connsiteX4" fmla="*/ 185737 w 1183967"/>
              <a:gd name="connsiteY4" fmla="*/ 116681 h 133350"/>
              <a:gd name="connsiteX5" fmla="*/ 195262 w 1183967"/>
              <a:gd name="connsiteY5" fmla="*/ 111918 h 133350"/>
              <a:gd name="connsiteX6" fmla="*/ 219075 w 1183967"/>
              <a:gd name="connsiteY6" fmla="*/ 104775 h 133350"/>
              <a:gd name="connsiteX7" fmla="*/ 273844 w 1183967"/>
              <a:gd name="connsiteY7" fmla="*/ 107156 h 133350"/>
              <a:gd name="connsiteX8" fmla="*/ 283369 w 1183967"/>
              <a:gd name="connsiteY8" fmla="*/ 109537 h 133350"/>
              <a:gd name="connsiteX9" fmla="*/ 369094 w 1183967"/>
              <a:gd name="connsiteY9" fmla="*/ 107156 h 133350"/>
              <a:gd name="connsiteX10" fmla="*/ 383381 w 1183967"/>
              <a:gd name="connsiteY10" fmla="*/ 104775 h 133350"/>
              <a:gd name="connsiteX11" fmla="*/ 426244 w 1183967"/>
              <a:gd name="connsiteY11" fmla="*/ 100012 h 133350"/>
              <a:gd name="connsiteX12" fmla="*/ 542925 w 1183967"/>
              <a:gd name="connsiteY12" fmla="*/ 92868 h 133350"/>
              <a:gd name="connsiteX13" fmla="*/ 554831 w 1183967"/>
              <a:gd name="connsiteY13" fmla="*/ 90487 h 133350"/>
              <a:gd name="connsiteX14" fmla="*/ 590550 w 1183967"/>
              <a:gd name="connsiteY14" fmla="*/ 85725 h 133350"/>
              <a:gd name="connsiteX15" fmla="*/ 633412 w 1183967"/>
              <a:gd name="connsiteY15" fmla="*/ 78581 h 133350"/>
              <a:gd name="connsiteX16" fmla="*/ 661987 w 1183967"/>
              <a:gd name="connsiteY16" fmla="*/ 71437 h 133350"/>
              <a:gd name="connsiteX17" fmla="*/ 676275 w 1183967"/>
              <a:gd name="connsiteY17" fmla="*/ 69056 h 133350"/>
              <a:gd name="connsiteX18" fmla="*/ 695325 w 1183967"/>
              <a:gd name="connsiteY18" fmla="*/ 64293 h 133350"/>
              <a:gd name="connsiteX19" fmla="*/ 778669 w 1183967"/>
              <a:gd name="connsiteY19" fmla="*/ 61912 h 133350"/>
              <a:gd name="connsiteX20" fmla="*/ 809625 w 1183967"/>
              <a:gd name="connsiteY20" fmla="*/ 54768 h 133350"/>
              <a:gd name="connsiteX21" fmla="*/ 840581 w 1183967"/>
              <a:gd name="connsiteY21" fmla="*/ 50006 h 133350"/>
              <a:gd name="connsiteX22" fmla="*/ 931069 w 1183967"/>
              <a:gd name="connsiteY22" fmla="*/ 47625 h 133350"/>
              <a:gd name="connsiteX23" fmla="*/ 957262 w 1183967"/>
              <a:gd name="connsiteY23" fmla="*/ 45243 h 133350"/>
              <a:gd name="connsiteX24" fmla="*/ 964406 w 1183967"/>
              <a:gd name="connsiteY24" fmla="*/ 42862 h 133350"/>
              <a:gd name="connsiteX25" fmla="*/ 981075 w 1183967"/>
              <a:gd name="connsiteY25" fmla="*/ 40481 h 133350"/>
              <a:gd name="connsiteX26" fmla="*/ 995362 w 1183967"/>
              <a:gd name="connsiteY26" fmla="*/ 38100 h 133350"/>
              <a:gd name="connsiteX27" fmla="*/ 1028700 w 1183967"/>
              <a:gd name="connsiteY27" fmla="*/ 33337 h 133350"/>
              <a:gd name="connsiteX28" fmla="*/ 1062037 w 1183967"/>
              <a:gd name="connsiteY28" fmla="*/ 26193 h 133350"/>
              <a:gd name="connsiteX29" fmla="*/ 1081087 w 1183967"/>
              <a:gd name="connsiteY29" fmla="*/ 21431 h 133350"/>
              <a:gd name="connsiteX30" fmla="*/ 1088231 w 1183967"/>
              <a:gd name="connsiteY30" fmla="*/ 19050 h 133350"/>
              <a:gd name="connsiteX31" fmla="*/ 1126331 w 1183967"/>
              <a:gd name="connsiteY31" fmla="*/ 14287 h 133350"/>
              <a:gd name="connsiteX32" fmla="*/ 1147762 w 1183967"/>
              <a:gd name="connsiteY32" fmla="*/ 9525 h 133350"/>
              <a:gd name="connsiteX33" fmla="*/ 1154906 w 1183967"/>
              <a:gd name="connsiteY33" fmla="*/ 7143 h 133350"/>
              <a:gd name="connsiteX34" fmla="*/ 1183481 w 1183967"/>
              <a:gd name="connsiteY34" fmla="*/ 4762 h 133350"/>
              <a:gd name="connsiteX35" fmla="*/ 1181100 w 1183967"/>
              <a:gd name="connsiteY35" fmla="*/ 0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183967" h="133350">
                <a:moveTo>
                  <a:pt x="0" y="128587"/>
                </a:moveTo>
                <a:cubicBezTo>
                  <a:pt x="15523" y="131691"/>
                  <a:pt x="21465" y="133350"/>
                  <a:pt x="40481" y="133350"/>
                </a:cubicBezTo>
                <a:cubicBezTo>
                  <a:pt x="55178" y="133350"/>
                  <a:pt x="92470" y="130009"/>
                  <a:pt x="109537" y="128587"/>
                </a:cubicBezTo>
                <a:cubicBezTo>
                  <a:pt x="136762" y="121782"/>
                  <a:pt x="95154" y="131777"/>
                  <a:pt x="157162" y="121443"/>
                </a:cubicBezTo>
                <a:lnTo>
                  <a:pt x="185737" y="116681"/>
                </a:lnTo>
                <a:cubicBezTo>
                  <a:pt x="188912" y="115093"/>
                  <a:pt x="191862" y="112938"/>
                  <a:pt x="195262" y="111918"/>
                </a:cubicBezTo>
                <a:cubicBezTo>
                  <a:pt x="224917" y="103021"/>
                  <a:pt x="196508" y="116057"/>
                  <a:pt x="219075" y="104775"/>
                </a:cubicBezTo>
                <a:cubicBezTo>
                  <a:pt x="237331" y="105569"/>
                  <a:pt x="255620" y="105806"/>
                  <a:pt x="273844" y="107156"/>
                </a:cubicBezTo>
                <a:cubicBezTo>
                  <a:pt x="277108" y="107398"/>
                  <a:pt x="280096" y="109537"/>
                  <a:pt x="283369" y="109537"/>
                </a:cubicBezTo>
                <a:cubicBezTo>
                  <a:pt x="311955" y="109537"/>
                  <a:pt x="340519" y="107950"/>
                  <a:pt x="369094" y="107156"/>
                </a:cubicBezTo>
                <a:cubicBezTo>
                  <a:pt x="373856" y="106362"/>
                  <a:pt x="378586" y="105339"/>
                  <a:pt x="383381" y="104775"/>
                </a:cubicBezTo>
                <a:cubicBezTo>
                  <a:pt x="448897" y="97066"/>
                  <a:pt x="379301" y="106717"/>
                  <a:pt x="426244" y="100012"/>
                </a:cubicBezTo>
                <a:cubicBezTo>
                  <a:pt x="464020" y="74828"/>
                  <a:pt x="427396" y="97399"/>
                  <a:pt x="542925" y="92868"/>
                </a:cubicBezTo>
                <a:cubicBezTo>
                  <a:pt x="546969" y="92709"/>
                  <a:pt x="550839" y="91152"/>
                  <a:pt x="554831" y="90487"/>
                </a:cubicBezTo>
                <a:cubicBezTo>
                  <a:pt x="564689" y="88844"/>
                  <a:pt x="580920" y="86929"/>
                  <a:pt x="590550" y="85725"/>
                </a:cubicBezTo>
                <a:cubicBezTo>
                  <a:pt x="647192" y="71563"/>
                  <a:pt x="566706" y="90710"/>
                  <a:pt x="633412" y="78581"/>
                </a:cubicBezTo>
                <a:cubicBezTo>
                  <a:pt x="643072" y="76825"/>
                  <a:pt x="652403" y="73567"/>
                  <a:pt x="661987" y="71437"/>
                </a:cubicBezTo>
                <a:cubicBezTo>
                  <a:pt x="666700" y="70390"/>
                  <a:pt x="671562" y="70103"/>
                  <a:pt x="676275" y="69056"/>
                </a:cubicBezTo>
                <a:cubicBezTo>
                  <a:pt x="686580" y="66766"/>
                  <a:pt x="682052" y="64957"/>
                  <a:pt x="695325" y="64293"/>
                </a:cubicBezTo>
                <a:cubicBezTo>
                  <a:pt x="723083" y="62905"/>
                  <a:pt x="750888" y="62706"/>
                  <a:pt x="778669" y="61912"/>
                </a:cubicBezTo>
                <a:cubicBezTo>
                  <a:pt x="793232" y="52204"/>
                  <a:pt x="780784" y="58889"/>
                  <a:pt x="809625" y="54768"/>
                </a:cubicBezTo>
                <a:cubicBezTo>
                  <a:pt x="836057" y="50992"/>
                  <a:pt x="794081" y="51985"/>
                  <a:pt x="840581" y="50006"/>
                </a:cubicBezTo>
                <a:cubicBezTo>
                  <a:pt x="870727" y="48723"/>
                  <a:pt x="900906" y="48419"/>
                  <a:pt x="931069" y="47625"/>
                </a:cubicBezTo>
                <a:cubicBezTo>
                  <a:pt x="939800" y="46831"/>
                  <a:pt x="948583" y="46483"/>
                  <a:pt x="957262" y="45243"/>
                </a:cubicBezTo>
                <a:cubicBezTo>
                  <a:pt x="959747" y="44888"/>
                  <a:pt x="961945" y="43354"/>
                  <a:pt x="964406" y="42862"/>
                </a:cubicBezTo>
                <a:cubicBezTo>
                  <a:pt x="969910" y="41761"/>
                  <a:pt x="975528" y="41334"/>
                  <a:pt x="981075" y="40481"/>
                </a:cubicBezTo>
                <a:cubicBezTo>
                  <a:pt x="985847" y="39747"/>
                  <a:pt x="990587" y="38816"/>
                  <a:pt x="995362" y="38100"/>
                </a:cubicBezTo>
                <a:lnTo>
                  <a:pt x="1028700" y="33337"/>
                </a:lnTo>
                <a:cubicBezTo>
                  <a:pt x="1057134" y="23860"/>
                  <a:pt x="1027710" y="32630"/>
                  <a:pt x="1062037" y="26193"/>
                </a:cubicBezTo>
                <a:cubicBezTo>
                  <a:pt x="1068470" y="24987"/>
                  <a:pt x="1074772" y="23153"/>
                  <a:pt x="1081087" y="21431"/>
                </a:cubicBezTo>
                <a:cubicBezTo>
                  <a:pt x="1083509" y="20771"/>
                  <a:pt x="1085770" y="19542"/>
                  <a:pt x="1088231" y="19050"/>
                </a:cubicBezTo>
                <a:cubicBezTo>
                  <a:pt x="1096737" y="17349"/>
                  <a:pt x="1118887" y="15114"/>
                  <a:pt x="1126331" y="14287"/>
                </a:cubicBezTo>
                <a:cubicBezTo>
                  <a:pt x="1142419" y="8925"/>
                  <a:pt x="1122606" y="15116"/>
                  <a:pt x="1147762" y="9525"/>
                </a:cubicBezTo>
                <a:cubicBezTo>
                  <a:pt x="1150212" y="8980"/>
                  <a:pt x="1152418" y="7475"/>
                  <a:pt x="1154906" y="7143"/>
                </a:cubicBezTo>
                <a:cubicBezTo>
                  <a:pt x="1164380" y="5880"/>
                  <a:pt x="1174260" y="7277"/>
                  <a:pt x="1183481" y="4762"/>
                </a:cubicBezTo>
                <a:cubicBezTo>
                  <a:pt x="1185193" y="4295"/>
                  <a:pt x="1181894" y="1587"/>
                  <a:pt x="1181100" y="0"/>
                </a:cubicBezTo>
              </a:path>
            </a:pathLst>
          </a:cu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1" name="Freeform: Shape 50">
            <a:extLst>
              <a:ext uri="{FF2B5EF4-FFF2-40B4-BE49-F238E27FC236}">
                <a16:creationId xmlns:a16="http://schemas.microsoft.com/office/drawing/2014/main" id="{F3027A1E-A8C1-D0E9-1705-7641EBF450D1}"/>
              </a:ext>
            </a:extLst>
          </p:cNvPr>
          <p:cNvSpPr/>
          <p:nvPr/>
        </p:nvSpPr>
        <p:spPr>
          <a:xfrm flipH="1">
            <a:off x="1980680" y="2835198"/>
            <a:ext cx="1993926" cy="1518323"/>
          </a:xfrm>
          <a:custGeom>
            <a:avLst/>
            <a:gdLst>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3994 w 2543175"/>
              <a:gd name="connsiteY112" fmla="*/ 1047750 h 1890712"/>
              <a:gd name="connsiteX113" fmla="*/ 1502569 w 2543175"/>
              <a:gd name="connsiteY113" fmla="*/ 1066800 h 1890712"/>
              <a:gd name="connsiteX114" fmla="*/ 1526382 w 2543175"/>
              <a:gd name="connsiteY114" fmla="*/ 1085850 h 1890712"/>
              <a:gd name="connsiteX115" fmla="*/ 1531144 w 2543175"/>
              <a:gd name="connsiteY115" fmla="*/ 1095375 h 1890712"/>
              <a:gd name="connsiteX116" fmla="*/ 1559719 w 2543175"/>
              <a:gd name="connsiteY116" fmla="*/ 1121569 h 1890712"/>
              <a:gd name="connsiteX117" fmla="*/ 1569244 w 2543175"/>
              <a:gd name="connsiteY117" fmla="*/ 1131094 h 1890712"/>
              <a:gd name="connsiteX118" fmla="*/ 1597819 w 2543175"/>
              <a:gd name="connsiteY118" fmla="*/ 1154906 h 1890712"/>
              <a:gd name="connsiteX119" fmla="*/ 1604963 w 2543175"/>
              <a:gd name="connsiteY119" fmla="*/ 1162050 h 1890712"/>
              <a:gd name="connsiteX120" fmla="*/ 1612107 w 2543175"/>
              <a:gd name="connsiteY120" fmla="*/ 1166812 h 1890712"/>
              <a:gd name="connsiteX121" fmla="*/ 1628775 w 2543175"/>
              <a:gd name="connsiteY121" fmla="*/ 1183481 h 1890712"/>
              <a:gd name="connsiteX122" fmla="*/ 1662113 w 2543175"/>
              <a:gd name="connsiteY122" fmla="*/ 1209675 h 1890712"/>
              <a:gd name="connsiteX123" fmla="*/ 1678782 w 2543175"/>
              <a:gd name="connsiteY123" fmla="*/ 1226344 h 1890712"/>
              <a:gd name="connsiteX124" fmla="*/ 1700213 w 2543175"/>
              <a:gd name="connsiteY124" fmla="*/ 1247775 h 1890712"/>
              <a:gd name="connsiteX125" fmla="*/ 1712119 w 2543175"/>
              <a:gd name="connsiteY125" fmla="*/ 1259681 h 1890712"/>
              <a:gd name="connsiteX126" fmla="*/ 1733550 w 2543175"/>
              <a:gd name="connsiteY126" fmla="*/ 1273969 h 1890712"/>
              <a:gd name="connsiteX127" fmla="*/ 1743075 w 2543175"/>
              <a:gd name="connsiteY127" fmla="*/ 1283494 h 1890712"/>
              <a:gd name="connsiteX128" fmla="*/ 1754982 w 2543175"/>
              <a:gd name="connsiteY128" fmla="*/ 1290637 h 1890712"/>
              <a:gd name="connsiteX129" fmla="*/ 1766888 w 2543175"/>
              <a:gd name="connsiteY129" fmla="*/ 1300162 h 1890712"/>
              <a:gd name="connsiteX130" fmla="*/ 1783557 w 2543175"/>
              <a:gd name="connsiteY130" fmla="*/ 1307306 h 1890712"/>
              <a:gd name="connsiteX131" fmla="*/ 1790700 w 2543175"/>
              <a:gd name="connsiteY131" fmla="*/ 1312069 h 1890712"/>
              <a:gd name="connsiteX132" fmla="*/ 1800225 w 2543175"/>
              <a:gd name="connsiteY132" fmla="*/ 1319212 h 1890712"/>
              <a:gd name="connsiteX133" fmla="*/ 1807369 w 2543175"/>
              <a:gd name="connsiteY133" fmla="*/ 1321594 h 1890712"/>
              <a:gd name="connsiteX134" fmla="*/ 1824038 w 2543175"/>
              <a:gd name="connsiteY134" fmla="*/ 1333500 h 1890712"/>
              <a:gd name="connsiteX135" fmla="*/ 1843088 w 2543175"/>
              <a:gd name="connsiteY135" fmla="*/ 1352550 h 1890712"/>
              <a:gd name="connsiteX136" fmla="*/ 1852613 w 2543175"/>
              <a:gd name="connsiteY136" fmla="*/ 1359694 h 1890712"/>
              <a:gd name="connsiteX137" fmla="*/ 1859757 w 2543175"/>
              <a:gd name="connsiteY137" fmla="*/ 1366837 h 1890712"/>
              <a:gd name="connsiteX138" fmla="*/ 1869282 w 2543175"/>
              <a:gd name="connsiteY138" fmla="*/ 1371600 h 1890712"/>
              <a:gd name="connsiteX139" fmla="*/ 1883569 w 2543175"/>
              <a:gd name="connsiteY139" fmla="*/ 1388269 h 1890712"/>
              <a:gd name="connsiteX140" fmla="*/ 1893094 w 2543175"/>
              <a:gd name="connsiteY140" fmla="*/ 1395412 h 1890712"/>
              <a:gd name="connsiteX141" fmla="*/ 1902619 w 2543175"/>
              <a:gd name="connsiteY141" fmla="*/ 1404937 h 1890712"/>
              <a:gd name="connsiteX142" fmla="*/ 1912144 w 2543175"/>
              <a:gd name="connsiteY142" fmla="*/ 1409700 h 1890712"/>
              <a:gd name="connsiteX143" fmla="*/ 1931194 w 2543175"/>
              <a:gd name="connsiteY143" fmla="*/ 1421606 h 1890712"/>
              <a:gd name="connsiteX144" fmla="*/ 1935957 w 2543175"/>
              <a:gd name="connsiteY144" fmla="*/ 1428750 h 1890712"/>
              <a:gd name="connsiteX145" fmla="*/ 1952625 w 2543175"/>
              <a:gd name="connsiteY145" fmla="*/ 1438275 h 1890712"/>
              <a:gd name="connsiteX146" fmla="*/ 1971675 w 2543175"/>
              <a:gd name="connsiteY146" fmla="*/ 1450181 h 1890712"/>
              <a:gd name="connsiteX147" fmla="*/ 1981200 w 2543175"/>
              <a:gd name="connsiteY147" fmla="*/ 1454944 h 1890712"/>
              <a:gd name="connsiteX148" fmla="*/ 1997869 w 2543175"/>
              <a:gd name="connsiteY148" fmla="*/ 1471612 h 1890712"/>
              <a:gd name="connsiteX149" fmla="*/ 2007394 w 2543175"/>
              <a:gd name="connsiteY149" fmla="*/ 1478756 h 1890712"/>
              <a:gd name="connsiteX150" fmla="*/ 2016919 w 2543175"/>
              <a:gd name="connsiteY150" fmla="*/ 1483519 h 1890712"/>
              <a:gd name="connsiteX151" fmla="*/ 2024063 w 2543175"/>
              <a:gd name="connsiteY151" fmla="*/ 1490662 h 1890712"/>
              <a:gd name="connsiteX152" fmla="*/ 2033588 w 2543175"/>
              <a:gd name="connsiteY152" fmla="*/ 1495425 h 1890712"/>
              <a:gd name="connsiteX153" fmla="*/ 2040732 w 2543175"/>
              <a:gd name="connsiteY153" fmla="*/ 1502569 h 1890712"/>
              <a:gd name="connsiteX154" fmla="*/ 2047875 w 2543175"/>
              <a:gd name="connsiteY154" fmla="*/ 1507331 h 1890712"/>
              <a:gd name="connsiteX155" fmla="*/ 2057400 w 2543175"/>
              <a:gd name="connsiteY155" fmla="*/ 1514475 h 1890712"/>
              <a:gd name="connsiteX156" fmla="*/ 2064544 w 2543175"/>
              <a:gd name="connsiteY156" fmla="*/ 1519237 h 1890712"/>
              <a:gd name="connsiteX157" fmla="*/ 2071688 w 2543175"/>
              <a:gd name="connsiteY157" fmla="*/ 1526381 h 1890712"/>
              <a:gd name="connsiteX158" fmla="*/ 2081213 w 2543175"/>
              <a:gd name="connsiteY158" fmla="*/ 1531144 h 1890712"/>
              <a:gd name="connsiteX159" fmla="*/ 2090738 w 2543175"/>
              <a:gd name="connsiteY159" fmla="*/ 1538287 h 1890712"/>
              <a:gd name="connsiteX160" fmla="*/ 2109788 w 2543175"/>
              <a:gd name="connsiteY160" fmla="*/ 1547812 h 1890712"/>
              <a:gd name="connsiteX161" fmla="*/ 2131219 w 2543175"/>
              <a:gd name="connsiteY161" fmla="*/ 1562100 h 1890712"/>
              <a:gd name="connsiteX162" fmla="*/ 2140744 w 2543175"/>
              <a:gd name="connsiteY162" fmla="*/ 1566862 h 1890712"/>
              <a:gd name="connsiteX163" fmla="*/ 2152650 w 2543175"/>
              <a:gd name="connsiteY163" fmla="*/ 1576387 h 1890712"/>
              <a:gd name="connsiteX164" fmla="*/ 2181225 w 2543175"/>
              <a:gd name="connsiteY164" fmla="*/ 1590675 h 1890712"/>
              <a:gd name="connsiteX165" fmla="*/ 2200275 w 2543175"/>
              <a:gd name="connsiteY165" fmla="*/ 1607344 h 1890712"/>
              <a:gd name="connsiteX166" fmla="*/ 2207419 w 2543175"/>
              <a:gd name="connsiteY166" fmla="*/ 1612106 h 1890712"/>
              <a:gd name="connsiteX167" fmla="*/ 2216944 w 2543175"/>
              <a:gd name="connsiteY167" fmla="*/ 1619250 h 1890712"/>
              <a:gd name="connsiteX168" fmla="*/ 2224088 w 2543175"/>
              <a:gd name="connsiteY168" fmla="*/ 1624012 h 1890712"/>
              <a:gd name="connsiteX169" fmla="*/ 2247900 w 2543175"/>
              <a:gd name="connsiteY169" fmla="*/ 1643062 h 1890712"/>
              <a:gd name="connsiteX170" fmla="*/ 2255044 w 2543175"/>
              <a:gd name="connsiteY170" fmla="*/ 1650206 h 1890712"/>
              <a:gd name="connsiteX171" fmla="*/ 2281238 w 2543175"/>
              <a:gd name="connsiteY171" fmla="*/ 1664494 h 1890712"/>
              <a:gd name="connsiteX172" fmla="*/ 2297907 w 2543175"/>
              <a:gd name="connsiteY172" fmla="*/ 1674019 h 1890712"/>
              <a:gd name="connsiteX173" fmla="*/ 2305050 w 2543175"/>
              <a:gd name="connsiteY173" fmla="*/ 1678781 h 1890712"/>
              <a:gd name="connsiteX174" fmla="*/ 2312194 w 2543175"/>
              <a:gd name="connsiteY174" fmla="*/ 1685925 h 1890712"/>
              <a:gd name="connsiteX175" fmla="*/ 2321719 w 2543175"/>
              <a:gd name="connsiteY175" fmla="*/ 1690687 h 1890712"/>
              <a:gd name="connsiteX176" fmla="*/ 2328863 w 2543175"/>
              <a:gd name="connsiteY176" fmla="*/ 1697831 h 1890712"/>
              <a:gd name="connsiteX177" fmla="*/ 2350294 w 2543175"/>
              <a:gd name="connsiteY177" fmla="*/ 1712119 h 1890712"/>
              <a:gd name="connsiteX178" fmla="*/ 2359819 w 2543175"/>
              <a:gd name="connsiteY178" fmla="*/ 1719262 h 1890712"/>
              <a:gd name="connsiteX179" fmla="*/ 2369344 w 2543175"/>
              <a:gd name="connsiteY179" fmla="*/ 1724025 h 1890712"/>
              <a:gd name="connsiteX180" fmla="*/ 2376488 w 2543175"/>
              <a:gd name="connsiteY180" fmla="*/ 1731169 h 1890712"/>
              <a:gd name="connsiteX181" fmla="*/ 2402682 w 2543175"/>
              <a:gd name="connsiteY181" fmla="*/ 1747837 h 1890712"/>
              <a:gd name="connsiteX182" fmla="*/ 2450307 w 2543175"/>
              <a:gd name="connsiteY182" fmla="*/ 1769269 h 1890712"/>
              <a:gd name="connsiteX183" fmla="*/ 2466975 w 2543175"/>
              <a:gd name="connsiteY183" fmla="*/ 1783556 h 1890712"/>
              <a:gd name="connsiteX184" fmla="*/ 2481263 w 2543175"/>
              <a:gd name="connsiteY184" fmla="*/ 1795462 h 1890712"/>
              <a:gd name="connsiteX185" fmla="*/ 2486025 w 2543175"/>
              <a:gd name="connsiteY185" fmla="*/ 1802606 h 1890712"/>
              <a:gd name="connsiteX186" fmla="*/ 2493169 w 2543175"/>
              <a:gd name="connsiteY186" fmla="*/ 1807369 h 1890712"/>
              <a:gd name="connsiteX187" fmla="*/ 2495550 w 2543175"/>
              <a:gd name="connsiteY187" fmla="*/ 1816894 h 1890712"/>
              <a:gd name="connsiteX188" fmla="*/ 2497932 w 2543175"/>
              <a:gd name="connsiteY188" fmla="*/ 1824037 h 1890712"/>
              <a:gd name="connsiteX189" fmla="*/ 2514600 w 2543175"/>
              <a:gd name="connsiteY189" fmla="*/ 1850231 h 1890712"/>
              <a:gd name="connsiteX190" fmla="*/ 2519363 w 2543175"/>
              <a:gd name="connsiteY190" fmla="*/ 1857375 h 1890712"/>
              <a:gd name="connsiteX191" fmla="*/ 2540794 w 2543175"/>
              <a:gd name="connsiteY191" fmla="*/ 1883569 h 1890712"/>
              <a:gd name="connsiteX192" fmla="*/ 2543175 w 2543175"/>
              <a:gd name="connsiteY19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502569 w 2543175"/>
              <a:gd name="connsiteY113" fmla="*/ 1066800 h 1890712"/>
              <a:gd name="connsiteX114" fmla="*/ 1526382 w 2543175"/>
              <a:gd name="connsiteY114" fmla="*/ 1085850 h 1890712"/>
              <a:gd name="connsiteX115" fmla="*/ 1531144 w 2543175"/>
              <a:gd name="connsiteY115" fmla="*/ 1095375 h 1890712"/>
              <a:gd name="connsiteX116" fmla="*/ 1559719 w 2543175"/>
              <a:gd name="connsiteY116" fmla="*/ 1121569 h 1890712"/>
              <a:gd name="connsiteX117" fmla="*/ 1569244 w 2543175"/>
              <a:gd name="connsiteY117" fmla="*/ 1131094 h 1890712"/>
              <a:gd name="connsiteX118" fmla="*/ 1597819 w 2543175"/>
              <a:gd name="connsiteY118" fmla="*/ 1154906 h 1890712"/>
              <a:gd name="connsiteX119" fmla="*/ 1604963 w 2543175"/>
              <a:gd name="connsiteY119" fmla="*/ 1162050 h 1890712"/>
              <a:gd name="connsiteX120" fmla="*/ 1612107 w 2543175"/>
              <a:gd name="connsiteY120" fmla="*/ 1166812 h 1890712"/>
              <a:gd name="connsiteX121" fmla="*/ 1628775 w 2543175"/>
              <a:gd name="connsiteY121" fmla="*/ 1183481 h 1890712"/>
              <a:gd name="connsiteX122" fmla="*/ 1662113 w 2543175"/>
              <a:gd name="connsiteY122" fmla="*/ 1209675 h 1890712"/>
              <a:gd name="connsiteX123" fmla="*/ 1678782 w 2543175"/>
              <a:gd name="connsiteY123" fmla="*/ 1226344 h 1890712"/>
              <a:gd name="connsiteX124" fmla="*/ 1700213 w 2543175"/>
              <a:gd name="connsiteY124" fmla="*/ 1247775 h 1890712"/>
              <a:gd name="connsiteX125" fmla="*/ 1712119 w 2543175"/>
              <a:gd name="connsiteY125" fmla="*/ 1259681 h 1890712"/>
              <a:gd name="connsiteX126" fmla="*/ 1733550 w 2543175"/>
              <a:gd name="connsiteY126" fmla="*/ 1273969 h 1890712"/>
              <a:gd name="connsiteX127" fmla="*/ 1743075 w 2543175"/>
              <a:gd name="connsiteY127" fmla="*/ 1283494 h 1890712"/>
              <a:gd name="connsiteX128" fmla="*/ 1754982 w 2543175"/>
              <a:gd name="connsiteY128" fmla="*/ 1290637 h 1890712"/>
              <a:gd name="connsiteX129" fmla="*/ 1766888 w 2543175"/>
              <a:gd name="connsiteY129" fmla="*/ 1300162 h 1890712"/>
              <a:gd name="connsiteX130" fmla="*/ 1783557 w 2543175"/>
              <a:gd name="connsiteY130" fmla="*/ 1307306 h 1890712"/>
              <a:gd name="connsiteX131" fmla="*/ 1790700 w 2543175"/>
              <a:gd name="connsiteY131" fmla="*/ 1312069 h 1890712"/>
              <a:gd name="connsiteX132" fmla="*/ 1800225 w 2543175"/>
              <a:gd name="connsiteY132" fmla="*/ 1319212 h 1890712"/>
              <a:gd name="connsiteX133" fmla="*/ 1807369 w 2543175"/>
              <a:gd name="connsiteY133" fmla="*/ 1321594 h 1890712"/>
              <a:gd name="connsiteX134" fmla="*/ 1824038 w 2543175"/>
              <a:gd name="connsiteY134" fmla="*/ 1333500 h 1890712"/>
              <a:gd name="connsiteX135" fmla="*/ 1843088 w 2543175"/>
              <a:gd name="connsiteY135" fmla="*/ 1352550 h 1890712"/>
              <a:gd name="connsiteX136" fmla="*/ 1852613 w 2543175"/>
              <a:gd name="connsiteY136" fmla="*/ 1359694 h 1890712"/>
              <a:gd name="connsiteX137" fmla="*/ 1859757 w 2543175"/>
              <a:gd name="connsiteY137" fmla="*/ 1366837 h 1890712"/>
              <a:gd name="connsiteX138" fmla="*/ 1869282 w 2543175"/>
              <a:gd name="connsiteY138" fmla="*/ 1371600 h 1890712"/>
              <a:gd name="connsiteX139" fmla="*/ 1883569 w 2543175"/>
              <a:gd name="connsiteY139" fmla="*/ 1388269 h 1890712"/>
              <a:gd name="connsiteX140" fmla="*/ 1893094 w 2543175"/>
              <a:gd name="connsiteY140" fmla="*/ 1395412 h 1890712"/>
              <a:gd name="connsiteX141" fmla="*/ 1902619 w 2543175"/>
              <a:gd name="connsiteY141" fmla="*/ 1404937 h 1890712"/>
              <a:gd name="connsiteX142" fmla="*/ 1912144 w 2543175"/>
              <a:gd name="connsiteY142" fmla="*/ 1409700 h 1890712"/>
              <a:gd name="connsiteX143" fmla="*/ 1931194 w 2543175"/>
              <a:gd name="connsiteY143" fmla="*/ 1421606 h 1890712"/>
              <a:gd name="connsiteX144" fmla="*/ 1935957 w 2543175"/>
              <a:gd name="connsiteY144" fmla="*/ 1428750 h 1890712"/>
              <a:gd name="connsiteX145" fmla="*/ 1952625 w 2543175"/>
              <a:gd name="connsiteY145" fmla="*/ 1438275 h 1890712"/>
              <a:gd name="connsiteX146" fmla="*/ 1971675 w 2543175"/>
              <a:gd name="connsiteY146" fmla="*/ 1450181 h 1890712"/>
              <a:gd name="connsiteX147" fmla="*/ 1981200 w 2543175"/>
              <a:gd name="connsiteY147" fmla="*/ 1454944 h 1890712"/>
              <a:gd name="connsiteX148" fmla="*/ 1997869 w 2543175"/>
              <a:gd name="connsiteY148" fmla="*/ 1471612 h 1890712"/>
              <a:gd name="connsiteX149" fmla="*/ 2007394 w 2543175"/>
              <a:gd name="connsiteY149" fmla="*/ 1478756 h 1890712"/>
              <a:gd name="connsiteX150" fmla="*/ 2016919 w 2543175"/>
              <a:gd name="connsiteY150" fmla="*/ 1483519 h 1890712"/>
              <a:gd name="connsiteX151" fmla="*/ 2024063 w 2543175"/>
              <a:gd name="connsiteY151" fmla="*/ 1490662 h 1890712"/>
              <a:gd name="connsiteX152" fmla="*/ 2033588 w 2543175"/>
              <a:gd name="connsiteY152" fmla="*/ 1495425 h 1890712"/>
              <a:gd name="connsiteX153" fmla="*/ 2040732 w 2543175"/>
              <a:gd name="connsiteY153" fmla="*/ 1502569 h 1890712"/>
              <a:gd name="connsiteX154" fmla="*/ 2047875 w 2543175"/>
              <a:gd name="connsiteY154" fmla="*/ 1507331 h 1890712"/>
              <a:gd name="connsiteX155" fmla="*/ 2057400 w 2543175"/>
              <a:gd name="connsiteY155" fmla="*/ 1514475 h 1890712"/>
              <a:gd name="connsiteX156" fmla="*/ 2064544 w 2543175"/>
              <a:gd name="connsiteY156" fmla="*/ 1519237 h 1890712"/>
              <a:gd name="connsiteX157" fmla="*/ 2071688 w 2543175"/>
              <a:gd name="connsiteY157" fmla="*/ 1526381 h 1890712"/>
              <a:gd name="connsiteX158" fmla="*/ 2081213 w 2543175"/>
              <a:gd name="connsiteY158" fmla="*/ 1531144 h 1890712"/>
              <a:gd name="connsiteX159" fmla="*/ 2090738 w 2543175"/>
              <a:gd name="connsiteY159" fmla="*/ 1538287 h 1890712"/>
              <a:gd name="connsiteX160" fmla="*/ 2109788 w 2543175"/>
              <a:gd name="connsiteY160" fmla="*/ 1547812 h 1890712"/>
              <a:gd name="connsiteX161" fmla="*/ 2131219 w 2543175"/>
              <a:gd name="connsiteY161" fmla="*/ 1562100 h 1890712"/>
              <a:gd name="connsiteX162" fmla="*/ 2140744 w 2543175"/>
              <a:gd name="connsiteY162" fmla="*/ 1566862 h 1890712"/>
              <a:gd name="connsiteX163" fmla="*/ 2152650 w 2543175"/>
              <a:gd name="connsiteY163" fmla="*/ 1576387 h 1890712"/>
              <a:gd name="connsiteX164" fmla="*/ 2181225 w 2543175"/>
              <a:gd name="connsiteY164" fmla="*/ 1590675 h 1890712"/>
              <a:gd name="connsiteX165" fmla="*/ 2200275 w 2543175"/>
              <a:gd name="connsiteY165" fmla="*/ 1607344 h 1890712"/>
              <a:gd name="connsiteX166" fmla="*/ 2207419 w 2543175"/>
              <a:gd name="connsiteY166" fmla="*/ 1612106 h 1890712"/>
              <a:gd name="connsiteX167" fmla="*/ 2216944 w 2543175"/>
              <a:gd name="connsiteY167" fmla="*/ 1619250 h 1890712"/>
              <a:gd name="connsiteX168" fmla="*/ 2224088 w 2543175"/>
              <a:gd name="connsiteY168" fmla="*/ 1624012 h 1890712"/>
              <a:gd name="connsiteX169" fmla="*/ 2247900 w 2543175"/>
              <a:gd name="connsiteY169" fmla="*/ 1643062 h 1890712"/>
              <a:gd name="connsiteX170" fmla="*/ 2255044 w 2543175"/>
              <a:gd name="connsiteY170" fmla="*/ 1650206 h 1890712"/>
              <a:gd name="connsiteX171" fmla="*/ 2281238 w 2543175"/>
              <a:gd name="connsiteY171" fmla="*/ 1664494 h 1890712"/>
              <a:gd name="connsiteX172" fmla="*/ 2297907 w 2543175"/>
              <a:gd name="connsiteY172" fmla="*/ 1674019 h 1890712"/>
              <a:gd name="connsiteX173" fmla="*/ 2305050 w 2543175"/>
              <a:gd name="connsiteY173" fmla="*/ 1678781 h 1890712"/>
              <a:gd name="connsiteX174" fmla="*/ 2312194 w 2543175"/>
              <a:gd name="connsiteY174" fmla="*/ 1685925 h 1890712"/>
              <a:gd name="connsiteX175" fmla="*/ 2321719 w 2543175"/>
              <a:gd name="connsiteY175" fmla="*/ 1690687 h 1890712"/>
              <a:gd name="connsiteX176" fmla="*/ 2328863 w 2543175"/>
              <a:gd name="connsiteY176" fmla="*/ 1697831 h 1890712"/>
              <a:gd name="connsiteX177" fmla="*/ 2350294 w 2543175"/>
              <a:gd name="connsiteY177" fmla="*/ 1712119 h 1890712"/>
              <a:gd name="connsiteX178" fmla="*/ 2359819 w 2543175"/>
              <a:gd name="connsiteY178" fmla="*/ 1719262 h 1890712"/>
              <a:gd name="connsiteX179" fmla="*/ 2369344 w 2543175"/>
              <a:gd name="connsiteY179" fmla="*/ 1724025 h 1890712"/>
              <a:gd name="connsiteX180" fmla="*/ 2376488 w 2543175"/>
              <a:gd name="connsiteY180" fmla="*/ 1731169 h 1890712"/>
              <a:gd name="connsiteX181" fmla="*/ 2402682 w 2543175"/>
              <a:gd name="connsiteY181" fmla="*/ 1747837 h 1890712"/>
              <a:gd name="connsiteX182" fmla="*/ 2450307 w 2543175"/>
              <a:gd name="connsiteY182" fmla="*/ 1769269 h 1890712"/>
              <a:gd name="connsiteX183" fmla="*/ 2466975 w 2543175"/>
              <a:gd name="connsiteY183" fmla="*/ 1783556 h 1890712"/>
              <a:gd name="connsiteX184" fmla="*/ 2481263 w 2543175"/>
              <a:gd name="connsiteY184" fmla="*/ 1795462 h 1890712"/>
              <a:gd name="connsiteX185" fmla="*/ 2486025 w 2543175"/>
              <a:gd name="connsiteY185" fmla="*/ 1802606 h 1890712"/>
              <a:gd name="connsiteX186" fmla="*/ 2493169 w 2543175"/>
              <a:gd name="connsiteY186" fmla="*/ 1807369 h 1890712"/>
              <a:gd name="connsiteX187" fmla="*/ 2495550 w 2543175"/>
              <a:gd name="connsiteY187" fmla="*/ 1816894 h 1890712"/>
              <a:gd name="connsiteX188" fmla="*/ 2497932 w 2543175"/>
              <a:gd name="connsiteY188" fmla="*/ 1824037 h 1890712"/>
              <a:gd name="connsiteX189" fmla="*/ 2514600 w 2543175"/>
              <a:gd name="connsiteY189" fmla="*/ 1850231 h 1890712"/>
              <a:gd name="connsiteX190" fmla="*/ 2519363 w 2543175"/>
              <a:gd name="connsiteY190" fmla="*/ 1857375 h 1890712"/>
              <a:gd name="connsiteX191" fmla="*/ 2540794 w 2543175"/>
              <a:gd name="connsiteY191" fmla="*/ 1883569 h 1890712"/>
              <a:gd name="connsiteX192" fmla="*/ 2543175 w 2543175"/>
              <a:gd name="connsiteY19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26382 w 2543175"/>
              <a:gd name="connsiteY114" fmla="*/ 1085850 h 1890712"/>
              <a:gd name="connsiteX115" fmla="*/ 1531144 w 2543175"/>
              <a:gd name="connsiteY115" fmla="*/ 1095375 h 1890712"/>
              <a:gd name="connsiteX116" fmla="*/ 1559719 w 2543175"/>
              <a:gd name="connsiteY116" fmla="*/ 1121569 h 1890712"/>
              <a:gd name="connsiteX117" fmla="*/ 1569244 w 2543175"/>
              <a:gd name="connsiteY117" fmla="*/ 1131094 h 1890712"/>
              <a:gd name="connsiteX118" fmla="*/ 1597819 w 2543175"/>
              <a:gd name="connsiteY118" fmla="*/ 1154906 h 1890712"/>
              <a:gd name="connsiteX119" fmla="*/ 1604963 w 2543175"/>
              <a:gd name="connsiteY119" fmla="*/ 1162050 h 1890712"/>
              <a:gd name="connsiteX120" fmla="*/ 1612107 w 2543175"/>
              <a:gd name="connsiteY120" fmla="*/ 1166812 h 1890712"/>
              <a:gd name="connsiteX121" fmla="*/ 1628775 w 2543175"/>
              <a:gd name="connsiteY121" fmla="*/ 1183481 h 1890712"/>
              <a:gd name="connsiteX122" fmla="*/ 1662113 w 2543175"/>
              <a:gd name="connsiteY122" fmla="*/ 1209675 h 1890712"/>
              <a:gd name="connsiteX123" fmla="*/ 1678782 w 2543175"/>
              <a:gd name="connsiteY123" fmla="*/ 1226344 h 1890712"/>
              <a:gd name="connsiteX124" fmla="*/ 1700213 w 2543175"/>
              <a:gd name="connsiteY124" fmla="*/ 1247775 h 1890712"/>
              <a:gd name="connsiteX125" fmla="*/ 1712119 w 2543175"/>
              <a:gd name="connsiteY125" fmla="*/ 1259681 h 1890712"/>
              <a:gd name="connsiteX126" fmla="*/ 1733550 w 2543175"/>
              <a:gd name="connsiteY126" fmla="*/ 1273969 h 1890712"/>
              <a:gd name="connsiteX127" fmla="*/ 1743075 w 2543175"/>
              <a:gd name="connsiteY127" fmla="*/ 1283494 h 1890712"/>
              <a:gd name="connsiteX128" fmla="*/ 1754982 w 2543175"/>
              <a:gd name="connsiteY128" fmla="*/ 1290637 h 1890712"/>
              <a:gd name="connsiteX129" fmla="*/ 1766888 w 2543175"/>
              <a:gd name="connsiteY129" fmla="*/ 1300162 h 1890712"/>
              <a:gd name="connsiteX130" fmla="*/ 1783557 w 2543175"/>
              <a:gd name="connsiteY130" fmla="*/ 1307306 h 1890712"/>
              <a:gd name="connsiteX131" fmla="*/ 1790700 w 2543175"/>
              <a:gd name="connsiteY131" fmla="*/ 1312069 h 1890712"/>
              <a:gd name="connsiteX132" fmla="*/ 1800225 w 2543175"/>
              <a:gd name="connsiteY132" fmla="*/ 1319212 h 1890712"/>
              <a:gd name="connsiteX133" fmla="*/ 1807369 w 2543175"/>
              <a:gd name="connsiteY133" fmla="*/ 1321594 h 1890712"/>
              <a:gd name="connsiteX134" fmla="*/ 1824038 w 2543175"/>
              <a:gd name="connsiteY134" fmla="*/ 1333500 h 1890712"/>
              <a:gd name="connsiteX135" fmla="*/ 1843088 w 2543175"/>
              <a:gd name="connsiteY135" fmla="*/ 1352550 h 1890712"/>
              <a:gd name="connsiteX136" fmla="*/ 1852613 w 2543175"/>
              <a:gd name="connsiteY136" fmla="*/ 1359694 h 1890712"/>
              <a:gd name="connsiteX137" fmla="*/ 1859757 w 2543175"/>
              <a:gd name="connsiteY137" fmla="*/ 1366837 h 1890712"/>
              <a:gd name="connsiteX138" fmla="*/ 1869282 w 2543175"/>
              <a:gd name="connsiteY138" fmla="*/ 1371600 h 1890712"/>
              <a:gd name="connsiteX139" fmla="*/ 1883569 w 2543175"/>
              <a:gd name="connsiteY139" fmla="*/ 1388269 h 1890712"/>
              <a:gd name="connsiteX140" fmla="*/ 1893094 w 2543175"/>
              <a:gd name="connsiteY140" fmla="*/ 1395412 h 1890712"/>
              <a:gd name="connsiteX141" fmla="*/ 1902619 w 2543175"/>
              <a:gd name="connsiteY141" fmla="*/ 1404937 h 1890712"/>
              <a:gd name="connsiteX142" fmla="*/ 1912144 w 2543175"/>
              <a:gd name="connsiteY142" fmla="*/ 1409700 h 1890712"/>
              <a:gd name="connsiteX143" fmla="*/ 1931194 w 2543175"/>
              <a:gd name="connsiteY143" fmla="*/ 1421606 h 1890712"/>
              <a:gd name="connsiteX144" fmla="*/ 1935957 w 2543175"/>
              <a:gd name="connsiteY144" fmla="*/ 1428750 h 1890712"/>
              <a:gd name="connsiteX145" fmla="*/ 1952625 w 2543175"/>
              <a:gd name="connsiteY145" fmla="*/ 1438275 h 1890712"/>
              <a:gd name="connsiteX146" fmla="*/ 1971675 w 2543175"/>
              <a:gd name="connsiteY146" fmla="*/ 1450181 h 1890712"/>
              <a:gd name="connsiteX147" fmla="*/ 1981200 w 2543175"/>
              <a:gd name="connsiteY147" fmla="*/ 1454944 h 1890712"/>
              <a:gd name="connsiteX148" fmla="*/ 1997869 w 2543175"/>
              <a:gd name="connsiteY148" fmla="*/ 1471612 h 1890712"/>
              <a:gd name="connsiteX149" fmla="*/ 2007394 w 2543175"/>
              <a:gd name="connsiteY149" fmla="*/ 1478756 h 1890712"/>
              <a:gd name="connsiteX150" fmla="*/ 2016919 w 2543175"/>
              <a:gd name="connsiteY150" fmla="*/ 1483519 h 1890712"/>
              <a:gd name="connsiteX151" fmla="*/ 2024063 w 2543175"/>
              <a:gd name="connsiteY151" fmla="*/ 1490662 h 1890712"/>
              <a:gd name="connsiteX152" fmla="*/ 2033588 w 2543175"/>
              <a:gd name="connsiteY152" fmla="*/ 1495425 h 1890712"/>
              <a:gd name="connsiteX153" fmla="*/ 2040732 w 2543175"/>
              <a:gd name="connsiteY153" fmla="*/ 1502569 h 1890712"/>
              <a:gd name="connsiteX154" fmla="*/ 2047875 w 2543175"/>
              <a:gd name="connsiteY154" fmla="*/ 1507331 h 1890712"/>
              <a:gd name="connsiteX155" fmla="*/ 2057400 w 2543175"/>
              <a:gd name="connsiteY155" fmla="*/ 1514475 h 1890712"/>
              <a:gd name="connsiteX156" fmla="*/ 2064544 w 2543175"/>
              <a:gd name="connsiteY156" fmla="*/ 1519237 h 1890712"/>
              <a:gd name="connsiteX157" fmla="*/ 2071688 w 2543175"/>
              <a:gd name="connsiteY157" fmla="*/ 1526381 h 1890712"/>
              <a:gd name="connsiteX158" fmla="*/ 2081213 w 2543175"/>
              <a:gd name="connsiteY158" fmla="*/ 1531144 h 1890712"/>
              <a:gd name="connsiteX159" fmla="*/ 2090738 w 2543175"/>
              <a:gd name="connsiteY159" fmla="*/ 1538287 h 1890712"/>
              <a:gd name="connsiteX160" fmla="*/ 2109788 w 2543175"/>
              <a:gd name="connsiteY160" fmla="*/ 1547812 h 1890712"/>
              <a:gd name="connsiteX161" fmla="*/ 2131219 w 2543175"/>
              <a:gd name="connsiteY161" fmla="*/ 1562100 h 1890712"/>
              <a:gd name="connsiteX162" fmla="*/ 2140744 w 2543175"/>
              <a:gd name="connsiteY162" fmla="*/ 1566862 h 1890712"/>
              <a:gd name="connsiteX163" fmla="*/ 2152650 w 2543175"/>
              <a:gd name="connsiteY163" fmla="*/ 1576387 h 1890712"/>
              <a:gd name="connsiteX164" fmla="*/ 2181225 w 2543175"/>
              <a:gd name="connsiteY164" fmla="*/ 1590675 h 1890712"/>
              <a:gd name="connsiteX165" fmla="*/ 2200275 w 2543175"/>
              <a:gd name="connsiteY165" fmla="*/ 1607344 h 1890712"/>
              <a:gd name="connsiteX166" fmla="*/ 2207419 w 2543175"/>
              <a:gd name="connsiteY166" fmla="*/ 1612106 h 1890712"/>
              <a:gd name="connsiteX167" fmla="*/ 2216944 w 2543175"/>
              <a:gd name="connsiteY167" fmla="*/ 1619250 h 1890712"/>
              <a:gd name="connsiteX168" fmla="*/ 2224088 w 2543175"/>
              <a:gd name="connsiteY168" fmla="*/ 1624012 h 1890712"/>
              <a:gd name="connsiteX169" fmla="*/ 2247900 w 2543175"/>
              <a:gd name="connsiteY169" fmla="*/ 1643062 h 1890712"/>
              <a:gd name="connsiteX170" fmla="*/ 2255044 w 2543175"/>
              <a:gd name="connsiteY170" fmla="*/ 1650206 h 1890712"/>
              <a:gd name="connsiteX171" fmla="*/ 2281238 w 2543175"/>
              <a:gd name="connsiteY171" fmla="*/ 1664494 h 1890712"/>
              <a:gd name="connsiteX172" fmla="*/ 2297907 w 2543175"/>
              <a:gd name="connsiteY172" fmla="*/ 1674019 h 1890712"/>
              <a:gd name="connsiteX173" fmla="*/ 2305050 w 2543175"/>
              <a:gd name="connsiteY173" fmla="*/ 1678781 h 1890712"/>
              <a:gd name="connsiteX174" fmla="*/ 2312194 w 2543175"/>
              <a:gd name="connsiteY174" fmla="*/ 1685925 h 1890712"/>
              <a:gd name="connsiteX175" fmla="*/ 2321719 w 2543175"/>
              <a:gd name="connsiteY175" fmla="*/ 1690687 h 1890712"/>
              <a:gd name="connsiteX176" fmla="*/ 2328863 w 2543175"/>
              <a:gd name="connsiteY176" fmla="*/ 1697831 h 1890712"/>
              <a:gd name="connsiteX177" fmla="*/ 2350294 w 2543175"/>
              <a:gd name="connsiteY177" fmla="*/ 1712119 h 1890712"/>
              <a:gd name="connsiteX178" fmla="*/ 2359819 w 2543175"/>
              <a:gd name="connsiteY178" fmla="*/ 1719262 h 1890712"/>
              <a:gd name="connsiteX179" fmla="*/ 2369344 w 2543175"/>
              <a:gd name="connsiteY179" fmla="*/ 1724025 h 1890712"/>
              <a:gd name="connsiteX180" fmla="*/ 2376488 w 2543175"/>
              <a:gd name="connsiteY180" fmla="*/ 1731169 h 1890712"/>
              <a:gd name="connsiteX181" fmla="*/ 2402682 w 2543175"/>
              <a:gd name="connsiteY181" fmla="*/ 1747837 h 1890712"/>
              <a:gd name="connsiteX182" fmla="*/ 2450307 w 2543175"/>
              <a:gd name="connsiteY182" fmla="*/ 1769269 h 1890712"/>
              <a:gd name="connsiteX183" fmla="*/ 2466975 w 2543175"/>
              <a:gd name="connsiteY183" fmla="*/ 1783556 h 1890712"/>
              <a:gd name="connsiteX184" fmla="*/ 2481263 w 2543175"/>
              <a:gd name="connsiteY184" fmla="*/ 1795462 h 1890712"/>
              <a:gd name="connsiteX185" fmla="*/ 2486025 w 2543175"/>
              <a:gd name="connsiteY185" fmla="*/ 1802606 h 1890712"/>
              <a:gd name="connsiteX186" fmla="*/ 2493169 w 2543175"/>
              <a:gd name="connsiteY186" fmla="*/ 1807369 h 1890712"/>
              <a:gd name="connsiteX187" fmla="*/ 2495550 w 2543175"/>
              <a:gd name="connsiteY187" fmla="*/ 1816894 h 1890712"/>
              <a:gd name="connsiteX188" fmla="*/ 2497932 w 2543175"/>
              <a:gd name="connsiteY188" fmla="*/ 1824037 h 1890712"/>
              <a:gd name="connsiteX189" fmla="*/ 2514600 w 2543175"/>
              <a:gd name="connsiteY189" fmla="*/ 1850231 h 1890712"/>
              <a:gd name="connsiteX190" fmla="*/ 2519363 w 2543175"/>
              <a:gd name="connsiteY190" fmla="*/ 1857375 h 1890712"/>
              <a:gd name="connsiteX191" fmla="*/ 2540794 w 2543175"/>
              <a:gd name="connsiteY191" fmla="*/ 1883569 h 1890712"/>
              <a:gd name="connsiteX192" fmla="*/ 2543175 w 2543175"/>
              <a:gd name="connsiteY19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26382 w 2543175"/>
              <a:gd name="connsiteY114" fmla="*/ 1085850 h 1890712"/>
              <a:gd name="connsiteX115" fmla="*/ 1559719 w 2543175"/>
              <a:gd name="connsiteY115" fmla="*/ 1121569 h 1890712"/>
              <a:gd name="connsiteX116" fmla="*/ 1569244 w 2543175"/>
              <a:gd name="connsiteY116" fmla="*/ 1131094 h 1890712"/>
              <a:gd name="connsiteX117" fmla="*/ 1597819 w 2543175"/>
              <a:gd name="connsiteY117" fmla="*/ 1154906 h 1890712"/>
              <a:gd name="connsiteX118" fmla="*/ 1604963 w 2543175"/>
              <a:gd name="connsiteY118" fmla="*/ 1162050 h 1890712"/>
              <a:gd name="connsiteX119" fmla="*/ 1612107 w 2543175"/>
              <a:gd name="connsiteY119" fmla="*/ 1166812 h 1890712"/>
              <a:gd name="connsiteX120" fmla="*/ 1628775 w 2543175"/>
              <a:gd name="connsiteY120" fmla="*/ 1183481 h 1890712"/>
              <a:gd name="connsiteX121" fmla="*/ 1662113 w 2543175"/>
              <a:gd name="connsiteY121" fmla="*/ 1209675 h 1890712"/>
              <a:gd name="connsiteX122" fmla="*/ 1678782 w 2543175"/>
              <a:gd name="connsiteY122" fmla="*/ 1226344 h 1890712"/>
              <a:gd name="connsiteX123" fmla="*/ 1700213 w 2543175"/>
              <a:gd name="connsiteY123" fmla="*/ 1247775 h 1890712"/>
              <a:gd name="connsiteX124" fmla="*/ 1712119 w 2543175"/>
              <a:gd name="connsiteY124" fmla="*/ 1259681 h 1890712"/>
              <a:gd name="connsiteX125" fmla="*/ 1733550 w 2543175"/>
              <a:gd name="connsiteY125" fmla="*/ 1273969 h 1890712"/>
              <a:gd name="connsiteX126" fmla="*/ 1743075 w 2543175"/>
              <a:gd name="connsiteY126" fmla="*/ 1283494 h 1890712"/>
              <a:gd name="connsiteX127" fmla="*/ 1754982 w 2543175"/>
              <a:gd name="connsiteY127" fmla="*/ 1290637 h 1890712"/>
              <a:gd name="connsiteX128" fmla="*/ 1766888 w 2543175"/>
              <a:gd name="connsiteY128" fmla="*/ 1300162 h 1890712"/>
              <a:gd name="connsiteX129" fmla="*/ 1783557 w 2543175"/>
              <a:gd name="connsiteY129" fmla="*/ 1307306 h 1890712"/>
              <a:gd name="connsiteX130" fmla="*/ 1790700 w 2543175"/>
              <a:gd name="connsiteY130" fmla="*/ 1312069 h 1890712"/>
              <a:gd name="connsiteX131" fmla="*/ 1800225 w 2543175"/>
              <a:gd name="connsiteY131" fmla="*/ 1319212 h 1890712"/>
              <a:gd name="connsiteX132" fmla="*/ 1807369 w 2543175"/>
              <a:gd name="connsiteY132" fmla="*/ 1321594 h 1890712"/>
              <a:gd name="connsiteX133" fmla="*/ 1824038 w 2543175"/>
              <a:gd name="connsiteY133" fmla="*/ 1333500 h 1890712"/>
              <a:gd name="connsiteX134" fmla="*/ 1843088 w 2543175"/>
              <a:gd name="connsiteY134" fmla="*/ 1352550 h 1890712"/>
              <a:gd name="connsiteX135" fmla="*/ 1852613 w 2543175"/>
              <a:gd name="connsiteY135" fmla="*/ 1359694 h 1890712"/>
              <a:gd name="connsiteX136" fmla="*/ 1859757 w 2543175"/>
              <a:gd name="connsiteY136" fmla="*/ 1366837 h 1890712"/>
              <a:gd name="connsiteX137" fmla="*/ 1869282 w 2543175"/>
              <a:gd name="connsiteY137" fmla="*/ 1371600 h 1890712"/>
              <a:gd name="connsiteX138" fmla="*/ 1883569 w 2543175"/>
              <a:gd name="connsiteY138" fmla="*/ 1388269 h 1890712"/>
              <a:gd name="connsiteX139" fmla="*/ 1893094 w 2543175"/>
              <a:gd name="connsiteY139" fmla="*/ 1395412 h 1890712"/>
              <a:gd name="connsiteX140" fmla="*/ 1902619 w 2543175"/>
              <a:gd name="connsiteY140" fmla="*/ 1404937 h 1890712"/>
              <a:gd name="connsiteX141" fmla="*/ 1912144 w 2543175"/>
              <a:gd name="connsiteY141" fmla="*/ 1409700 h 1890712"/>
              <a:gd name="connsiteX142" fmla="*/ 1931194 w 2543175"/>
              <a:gd name="connsiteY142" fmla="*/ 1421606 h 1890712"/>
              <a:gd name="connsiteX143" fmla="*/ 1935957 w 2543175"/>
              <a:gd name="connsiteY143" fmla="*/ 1428750 h 1890712"/>
              <a:gd name="connsiteX144" fmla="*/ 1952625 w 2543175"/>
              <a:gd name="connsiteY144" fmla="*/ 1438275 h 1890712"/>
              <a:gd name="connsiteX145" fmla="*/ 1971675 w 2543175"/>
              <a:gd name="connsiteY145" fmla="*/ 1450181 h 1890712"/>
              <a:gd name="connsiteX146" fmla="*/ 1981200 w 2543175"/>
              <a:gd name="connsiteY146" fmla="*/ 1454944 h 1890712"/>
              <a:gd name="connsiteX147" fmla="*/ 1997869 w 2543175"/>
              <a:gd name="connsiteY147" fmla="*/ 1471612 h 1890712"/>
              <a:gd name="connsiteX148" fmla="*/ 2007394 w 2543175"/>
              <a:gd name="connsiteY148" fmla="*/ 1478756 h 1890712"/>
              <a:gd name="connsiteX149" fmla="*/ 2016919 w 2543175"/>
              <a:gd name="connsiteY149" fmla="*/ 1483519 h 1890712"/>
              <a:gd name="connsiteX150" fmla="*/ 2024063 w 2543175"/>
              <a:gd name="connsiteY150" fmla="*/ 1490662 h 1890712"/>
              <a:gd name="connsiteX151" fmla="*/ 2033588 w 2543175"/>
              <a:gd name="connsiteY151" fmla="*/ 1495425 h 1890712"/>
              <a:gd name="connsiteX152" fmla="*/ 2040732 w 2543175"/>
              <a:gd name="connsiteY152" fmla="*/ 1502569 h 1890712"/>
              <a:gd name="connsiteX153" fmla="*/ 2047875 w 2543175"/>
              <a:gd name="connsiteY153" fmla="*/ 1507331 h 1890712"/>
              <a:gd name="connsiteX154" fmla="*/ 2057400 w 2543175"/>
              <a:gd name="connsiteY154" fmla="*/ 1514475 h 1890712"/>
              <a:gd name="connsiteX155" fmla="*/ 2064544 w 2543175"/>
              <a:gd name="connsiteY155" fmla="*/ 1519237 h 1890712"/>
              <a:gd name="connsiteX156" fmla="*/ 2071688 w 2543175"/>
              <a:gd name="connsiteY156" fmla="*/ 1526381 h 1890712"/>
              <a:gd name="connsiteX157" fmla="*/ 2081213 w 2543175"/>
              <a:gd name="connsiteY157" fmla="*/ 1531144 h 1890712"/>
              <a:gd name="connsiteX158" fmla="*/ 2090738 w 2543175"/>
              <a:gd name="connsiteY158" fmla="*/ 1538287 h 1890712"/>
              <a:gd name="connsiteX159" fmla="*/ 2109788 w 2543175"/>
              <a:gd name="connsiteY159" fmla="*/ 1547812 h 1890712"/>
              <a:gd name="connsiteX160" fmla="*/ 2131219 w 2543175"/>
              <a:gd name="connsiteY160" fmla="*/ 1562100 h 1890712"/>
              <a:gd name="connsiteX161" fmla="*/ 2140744 w 2543175"/>
              <a:gd name="connsiteY161" fmla="*/ 1566862 h 1890712"/>
              <a:gd name="connsiteX162" fmla="*/ 2152650 w 2543175"/>
              <a:gd name="connsiteY162" fmla="*/ 1576387 h 1890712"/>
              <a:gd name="connsiteX163" fmla="*/ 2181225 w 2543175"/>
              <a:gd name="connsiteY163" fmla="*/ 1590675 h 1890712"/>
              <a:gd name="connsiteX164" fmla="*/ 2200275 w 2543175"/>
              <a:gd name="connsiteY164" fmla="*/ 1607344 h 1890712"/>
              <a:gd name="connsiteX165" fmla="*/ 2207419 w 2543175"/>
              <a:gd name="connsiteY165" fmla="*/ 1612106 h 1890712"/>
              <a:gd name="connsiteX166" fmla="*/ 2216944 w 2543175"/>
              <a:gd name="connsiteY166" fmla="*/ 1619250 h 1890712"/>
              <a:gd name="connsiteX167" fmla="*/ 2224088 w 2543175"/>
              <a:gd name="connsiteY167" fmla="*/ 1624012 h 1890712"/>
              <a:gd name="connsiteX168" fmla="*/ 2247900 w 2543175"/>
              <a:gd name="connsiteY168" fmla="*/ 1643062 h 1890712"/>
              <a:gd name="connsiteX169" fmla="*/ 2255044 w 2543175"/>
              <a:gd name="connsiteY169" fmla="*/ 1650206 h 1890712"/>
              <a:gd name="connsiteX170" fmla="*/ 2281238 w 2543175"/>
              <a:gd name="connsiteY170" fmla="*/ 1664494 h 1890712"/>
              <a:gd name="connsiteX171" fmla="*/ 2297907 w 2543175"/>
              <a:gd name="connsiteY171" fmla="*/ 1674019 h 1890712"/>
              <a:gd name="connsiteX172" fmla="*/ 2305050 w 2543175"/>
              <a:gd name="connsiteY172" fmla="*/ 1678781 h 1890712"/>
              <a:gd name="connsiteX173" fmla="*/ 2312194 w 2543175"/>
              <a:gd name="connsiteY173" fmla="*/ 1685925 h 1890712"/>
              <a:gd name="connsiteX174" fmla="*/ 2321719 w 2543175"/>
              <a:gd name="connsiteY174" fmla="*/ 1690687 h 1890712"/>
              <a:gd name="connsiteX175" fmla="*/ 2328863 w 2543175"/>
              <a:gd name="connsiteY175" fmla="*/ 1697831 h 1890712"/>
              <a:gd name="connsiteX176" fmla="*/ 2350294 w 2543175"/>
              <a:gd name="connsiteY176" fmla="*/ 1712119 h 1890712"/>
              <a:gd name="connsiteX177" fmla="*/ 2359819 w 2543175"/>
              <a:gd name="connsiteY177" fmla="*/ 1719262 h 1890712"/>
              <a:gd name="connsiteX178" fmla="*/ 2369344 w 2543175"/>
              <a:gd name="connsiteY178" fmla="*/ 1724025 h 1890712"/>
              <a:gd name="connsiteX179" fmla="*/ 2376488 w 2543175"/>
              <a:gd name="connsiteY179" fmla="*/ 1731169 h 1890712"/>
              <a:gd name="connsiteX180" fmla="*/ 2402682 w 2543175"/>
              <a:gd name="connsiteY180" fmla="*/ 1747837 h 1890712"/>
              <a:gd name="connsiteX181" fmla="*/ 2450307 w 2543175"/>
              <a:gd name="connsiteY181" fmla="*/ 1769269 h 1890712"/>
              <a:gd name="connsiteX182" fmla="*/ 2466975 w 2543175"/>
              <a:gd name="connsiteY182" fmla="*/ 1783556 h 1890712"/>
              <a:gd name="connsiteX183" fmla="*/ 2481263 w 2543175"/>
              <a:gd name="connsiteY183" fmla="*/ 1795462 h 1890712"/>
              <a:gd name="connsiteX184" fmla="*/ 2486025 w 2543175"/>
              <a:gd name="connsiteY184" fmla="*/ 1802606 h 1890712"/>
              <a:gd name="connsiteX185" fmla="*/ 2493169 w 2543175"/>
              <a:gd name="connsiteY185" fmla="*/ 1807369 h 1890712"/>
              <a:gd name="connsiteX186" fmla="*/ 2495550 w 2543175"/>
              <a:gd name="connsiteY186" fmla="*/ 1816894 h 1890712"/>
              <a:gd name="connsiteX187" fmla="*/ 2497932 w 2543175"/>
              <a:gd name="connsiteY187" fmla="*/ 1824037 h 1890712"/>
              <a:gd name="connsiteX188" fmla="*/ 2514600 w 2543175"/>
              <a:gd name="connsiteY188" fmla="*/ 1850231 h 1890712"/>
              <a:gd name="connsiteX189" fmla="*/ 2519363 w 2543175"/>
              <a:gd name="connsiteY189" fmla="*/ 1857375 h 1890712"/>
              <a:gd name="connsiteX190" fmla="*/ 2540794 w 2543175"/>
              <a:gd name="connsiteY190" fmla="*/ 1883569 h 1890712"/>
              <a:gd name="connsiteX191" fmla="*/ 2543175 w 2543175"/>
              <a:gd name="connsiteY191"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59719 w 2543175"/>
              <a:gd name="connsiteY114" fmla="*/ 1121569 h 1890712"/>
              <a:gd name="connsiteX115" fmla="*/ 1569244 w 2543175"/>
              <a:gd name="connsiteY115" fmla="*/ 1131094 h 1890712"/>
              <a:gd name="connsiteX116" fmla="*/ 1597819 w 2543175"/>
              <a:gd name="connsiteY116" fmla="*/ 1154906 h 1890712"/>
              <a:gd name="connsiteX117" fmla="*/ 1604963 w 2543175"/>
              <a:gd name="connsiteY117" fmla="*/ 1162050 h 1890712"/>
              <a:gd name="connsiteX118" fmla="*/ 1612107 w 2543175"/>
              <a:gd name="connsiteY118" fmla="*/ 1166812 h 1890712"/>
              <a:gd name="connsiteX119" fmla="*/ 1628775 w 2543175"/>
              <a:gd name="connsiteY119" fmla="*/ 1183481 h 1890712"/>
              <a:gd name="connsiteX120" fmla="*/ 1662113 w 2543175"/>
              <a:gd name="connsiteY120" fmla="*/ 1209675 h 1890712"/>
              <a:gd name="connsiteX121" fmla="*/ 1678782 w 2543175"/>
              <a:gd name="connsiteY121" fmla="*/ 1226344 h 1890712"/>
              <a:gd name="connsiteX122" fmla="*/ 1700213 w 2543175"/>
              <a:gd name="connsiteY122" fmla="*/ 1247775 h 1890712"/>
              <a:gd name="connsiteX123" fmla="*/ 1712119 w 2543175"/>
              <a:gd name="connsiteY123" fmla="*/ 1259681 h 1890712"/>
              <a:gd name="connsiteX124" fmla="*/ 1733550 w 2543175"/>
              <a:gd name="connsiteY124" fmla="*/ 1273969 h 1890712"/>
              <a:gd name="connsiteX125" fmla="*/ 1743075 w 2543175"/>
              <a:gd name="connsiteY125" fmla="*/ 1283494 h 1890712"/>
              <a:gd name="connsiteX126" fmla="*/ 1754982 w 2543175"/>
              <a:gd name="connsiteY126" fmla="*/ 1290637 h 1890712"/>
              <a:gd name="connsiteX127" fmla="*/ 1766888 w 2543175"/>
              <a:gd name="connsiteY127" fmla="*/ 1300162 h 1890712"/>
              <a:gd name="connsiteX128" fmla="*/ 1783557 w 2543175"/>
              <a:gd name="connsiteY128" fmla="*/ 1307306 h 1890712"/>
              <a:gd name="connsiteX129" fmla="*/ 1790700 w 2543175"/>
              <a:gd name="connsiteY129" fmla="*/ 1312069 h 1890712"/>
              <a:gd name="connsiteX130" fmla="*/ 1800225 w 2543175"/>
              <a:gd name="connsiteY130" fmla="*/ 1319212 h 1890712"/>
              <a:gd name="connsiteX131" fmla="*/ 1807369 w 2543175"/>
              <a:gd name="connsiteY131" fmla="*/ 1321594 h 1890712"/>
              <a:gd name="connsiteX132" fmla="*/ 1824038 w 2543175"/>
              <a:gd name="connsiteY132" fmla="*/ 1333500 h 1890712"/>
              <a:gd name="connsiteX133" fmla="*/ 1843088 w 2543175"/>
              <a:gd name="connsiteY133" fmla="*/ 1352550 h 1890712"/>
              <a:gd name="connsiteX134" fmla="*/ 1852613 w 2543175"/>
              <a:gd name="connsiteY134" fmla="*/ 1359694 h 1890712"/>
              <a:gd name="connsiteX135" fmla="*/ 1859757 w 2543175"/>
              <a:gd name="connsiteY135" fmla="*/ 1366837 h 1890712"/>
              <a:gd name="connsiteX136" fmla="*/ 1869282 w 2543175"/>
              <a:gd name="connsiteY136" fmla="*/ 1371600 h 1890712"/>
              <a:gd name="connsiteX137" fmla="*/ 1883569 w 2543175"/>
              <a:gd name="connsiteY137" fmla="*/ 1388269 h 1890712"/>
              <a:gd name="connsiteX138" fmla="*/ 1893094 w 2543175"/>
              <a:gd name="connsiteY138" fmla="*/ 1395412 h 1890712"/>
              <a:gd name="connsiteX139" fmla="*/ 1902619 w 2543175"/>
              <a:gd name="connsiteY139" fmla="*/ 1404937 h 1890712"/>
              <a:gd name="connsiteX140" fmla="*/ 1912144 w 2543175"/>
              <a:gd name="connsiteY140" fmla="*/ 1409700 h 1890712"/>
              <a:gd name="connsiteX141" fmla="*/ 1931194 w 2543175"/>
              <a:gd name="connsiteY141" fmla="*/ 1421606 h 1890712"/>
              <a:gd name="connsiteX142" fmla="*/ 1935957 w 2543175"/>
              <a:gd name="connsiteY142" fmla="*/ 1428750 h 1890712"/>
              <a:gd name="connsiteX143" fmla="*/ 1952625 w 2543175"/>
              <a:gd name="connsiteY143" fmla="*/ 1438275 h 1890712"/>
              <a:gd name="connsiteX144" fmla="*/ 1971675 w 2543175"/>
              <a:gd name="connsiteY144" fmla="*/ 1450181 h 1890712"/>
              <a:gd name="connsiteX145" fmla="*/ 1981200 w 2543175"/>
              <a:gd name="connsiteY145" fmla="*/ 1454944 h 1890712"/>
              <a:gd name="connsiteX146" fmla="*/ 1997869 w 2543175"/>
              <a:gd name="connsiteY146" fmla="*/ 1471612 h 1890712"/>
              <a:gd name="connsiteX147" fmla="*/ 2007394 w 2543175"/>
              <a:gd name="connsiteY147" fmla="*/ 1478756 h 1890712"/>
              <a:gd name="connsiteX148" fmla="*/ 2016919 w 2543175"/>
              <a:gd name="connsiteY148" fmla="*/ 1483519 h 1890712"/>
              <a:gd name="connsiteX149" fmla="*/ 2024063 w 2543175"/>
              <a:gd name="connsiteY149" fmla="*/ 1490662 h 1890712"/>
              <a:gd name="connsiteX150" fmla="*/ 2033588 w 2543175"/>
              <a:gd name="connsiteY150" fmla="*/ 1495425 h 1890712"/>
              <a:gd name="connsiteX151" fmla="*/ 2040732 w 2543175"/>
              <a:gd name="connsiteY151" fmla="*/ 1502569 h 1890712"/>
              <a:gd name="connsiteX152" fmla="*/ 2047875 w 2543175"/>
              <a:gd name="connsiteY152" fmla="*/ 1507331 h 1890712"/>
              <a:gd name="connsiteX153" fmla="*/ 2057400 w 2543175"/>
              <a:gd name="connsiteY153" fmla="*/ 1514475 h 1890712"/>
              <a:gd name="connsiteX154" fmla="*/ 2064544 w 2543175"/>
              <a:gd name="connsiteY154" fmla="*/ 1519237 h 1890712"/>
              <a:gd name="connsiteX155" fmla="*/ 2071688 w 2543175"/>
              <a:gd name="connsiteY155" fmla="*/ 1526381 h 1890712"/>
              <a:gd name="connsiteX156" fmla="*/ 2081213 w 2543175"/>
              <a:gd name="connsiteY156" fmla="*/ 1531144 h 1890712"/>
              <a:gd name="connsiteX157" fmla="*/ 2090738 w 2543175"/>
              <a:gd name="connsiteY157" fmla="*/ 1538287 h 1890712"/>
              <a:gd name="connsiteX158" fmla="*/ 2109788 w 2543175"/>
              <a:gd name="connsiteY158" fmla="*/ 1547812 h 1890712"/>
              <a:gd name="connsiteX159" fmla="*/ 2131219 w 2543175"/>
              <a:gd name="connsiteY159" fmla="*/ 1562100 h 1890712"/>
              <a:gd name="connsiteX160" fmla="*/ 2140744 w 2543175"/>
              <a:gd name="connsiteY160" fmla="*/ 1566862 h 1890712"/>
              <a:gd name="connsiteX161" fmla="*/ 2152650 w 2543175"/>
              <a:gd name="connsiteY161" fmla="*/ 1576387 h 1890712"/>
              <a:gd name="connsiteX162" fmla="*/ 2181225 w 2543175"/>
              <a:gd name="connsiteY162" fmla="*/ 1590675 h 1890712"/>
              <a:gd name="connsiteX163" fmla="*/ 2200275 w 2543175"/>
              <a:gd name="connsiteY163" fmla="*/ 1607344 h 1890712"/>
              <a:gd name="connsiteX164" fmla="*/ 2207419 w 2543175"/>
              <a:gd name="connsiteY164" fmla="*/ 1612106 h 1890712"/>
              <a:gd name="connsiteX165" fmla="*/ 2216944 w 2543175"/>
              <a:gd name="connsiteY165" fmla="*/ 1619250 h 1890712"/>
              <a:gd name="connsiteX166" fmla="*/ 2224088 w 2543175"/>
              <a:gd name="connsiteY166" fmla="*/ 1624012 h 1890712"/>
              <a:gd name="connsiteX167" fmla="*/ 2247900 w 2543175"/>
              <a:gd name="connsiteY167" fmla="*/ 1643062 h 1890712"/>
              <a:gd name="connsiteX168" fmla="*/ 2255044 w 2543175"/>
              <a:gd name="connsiteY168" fmla="*/ 1650206 h 1890712"/>
              <a:gd name="connsiteX169" fmla="*/ 2281238 w 2543175"/>
              <a:gd name="connsiteY169" fmla="*/ 1664494 h 1890712"/>
              <a:gd name="connsiteX170" fmla="*/ 2297907 w 2543175"/>
              <a:gd name="connsiteY170" fmla="*/ 1674019 h 1890712"/>
              <a:gd name="connsiteX171" fmla="*/ 2305050 w 2543175"/>
              <a:gd name="connsiteY171" fmla="*/ 1678781 h 1890712"/>
              <a:gd name="connsiteX172" fmla="*/ 2312194 w 2543175"/>
              <a:gd name="connsiteY172" fmla="*/ 1685925 h 1890712"/>
              <a:gd name="connsiteX173" fmla="*/ 2321719 w 2543175"/>
              <a:gd name="connsiteY173" fmla="*/ 1690687 h 1890712"/>
              <a:gd name="connsiteX174" fmla="*/ 2328863 w 2543175"/>
              <a:gd name="connsiteY174" fmla="*/ 1697831 h 1890712"/>
              <a:gd name="connsiteX175" fmla="*/ 2350294 w 2543175"/>
              <a:gd name="connsiteY175" fmla="*/ 1712119 h 1890712"/>
              <a:gd name="connsiteX176" fmla="*/ 2359819 w 2543175"/>
              <a:gd name="connsiteY176" fmla="*/ 1719262 h 1890712"/>
              <a:gd name="connsiteX177" fmla="*/ 2369344 w 2543175"/>
              <a:gd name="connsiteY177" fmla="*/ 1724025 h 1890712"/>
              <a:gd name="connsiteX178" fmla="*/ 2376488 w 2543175"/>
              <a:gd name="connsiteY178" fmla="*/ 1731169 h 1890712"/>
              <a:gd name="connsiteX179" fmla="*/ 2402682 w 2543175"/>
              <a:gd name="connsiteY179" fmla="*/ 1747837 h 1890712"/>
              <a:gd name="connsiteX180" fmla="*/ 2450307 w 2543175"/>
              <a:gd name="connsiteY180" fmla="*/ 1769269 h 1890712"/>
              <a:gd name="connsiteX181" fmla="*/ 2466975 w 2543175"/>
              <a:gd name="connsiteY181" fmla="*/ 1783556 h 1890712"/>
              <a:gd name="connsiteX182" fmla="*/ 2481263 w 2543175"/>
              <a:gd name="connsiteY182" fmla="*/ 1795462 h 1890712"/>
              <a:gd name="connsiteX183" fmla="*/ 2486025 w 2543175"/>
              <a:gd name="connsiteY183" fmla="*/ 1802606 h 1890712"/>
              <a:gd name="connsiteX184" fmla="*/ 2493169 w 2543175"/>
              <a:gd name="connsiteY184" fmla="*/ 1807369 h 1890712"/>
              <a:gd name="connsiteX185" fmla="*/ 2495550 w 2543175"/>
              <a:gd name="connsiteY185" fmla="*/ 1816894 h 1890712"/>
              <a:gd name="connsiteX186" fmla="*/ 2497932 w 2543175"/>
              <a:gd name="connsiteY186" fmla="*/ 1824037 h 1890712"/>
              <a:gd name="connsiteX187" fmla="*/ 2514600 w 2543175"/>
              <a:gd name="connsiteY187" fmla="*/ 1850231 h 1890712"/>
              <a:gd name="connsiteX188" fmla="*/ 2519363 w 2543175"/>
              <a:gd name="connsiteY188" fmla="*/ 1857375 h 1890712"/>
              <a:gd name="connsiteX189" fmla="*/ 2540794 w 2543175"/>
              <a:gd name="connsiteY189" fmla="*/ 1883569 h 1890712"/>
              <a:gd name="connsiteX190" fmla="*/ 2543175 w 2543175"/>
              <a:gd name="connsiteY19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59719 w 2543175"/>
              <a:gd name="connsiteY114" fmla="*/ 1121569 h 1890712"/>
              <a:gd name="connsiteX115" fmla="*/ 1550194 w 2543175"/>
              <a:gd name="connsiteY115" fmla="*/ 1135856 h 1890712"/>
              <a:gd name="connsiteX116" fmla="*/ 1597819 w 2543175"/>
              <a:gd name="connsiteY116" fmla="*/ 1154906 h 1890712"/>
              <a:gd name="connsiteX117" fmla="*/ 1604963 w 2543175"/>
              <a:gd name="connsiteY117" fmla="*/ 1162050 h 1890712"/>
              <a:gd name="connsiteX118" fmla="*/ 1612107 w 2543175"/>
              <a:gd name="connsiteY118" fmla="*/ 1166812 h 1890712"/>
              <a:gd name="connsiteX119" fmla="*/ 1628775 w 2543175"/>
              <a:gd name="connsiteY119" fmla="*/ 1183481 h 1890712"/>
              <a:gd name="connsiteX120" fmla="*/ 1662113 w 2543175"/>
              <a:gd name="connsiteY120" fmla="*/ 1209675 h 1890712"/>
              <a:gd name="connsiteX121" fmla="*/ 1678782 w 2543175"/>
              <a:gd name="connsiteY121" fmla="*/ 1226344 h 1890712"/>
              <a:gd name="connsiteX122" fmla="*/ 1700213 w 2543175"/>
              <a:gd name="connsiteY122" fmla="*/ 1247775 h 1890712"/>
              <a:gd name="connsiteX123" fmla="*/ 1712119 w 2543175"/>
              <a:gd name="connsiteY123" fmla="*/ 1259681 h 1890712"/>
              <a:gd name="connsiteX124" fmla="*/ 1733550 w 2543175"/>
              <a:gd name="connsiteY124" fmla="*/ 1273969 h 1890712"/>
              <a:gd name="connsiteX125" fmla="*/ 1743075 w 2543175"/>
              <a:gd name="connsiteY125" fmla="*/ 1283494 h 1890712"/>
              <a:gd name="connsiteX126" fmla="*/ 1754982 w 2543175"/>
              <a:gd name="connsiteY126" fmla="*/ 1290637 h 1890712"/>
              <a:gd name="connsiteX127" fmla="*/ 1766888 w 2543175"/>
              <a:gd name="connsiteY127" fmla="*/ 1300162 h 1890712"/>
              <a:gd name="connsiteX128" fmla="*/ 1783557 w 2543175"/>
              <a:gd name="connsiteY128" fmla="*/ 1307306 h 1890712"/>
              <a:gd name="connsiteX129" fmla="*/ 1790700 w 2543175"/>
              <a:gd name="connsiteY129" fmla="*/ 1312069 h 1890712"/>
              <a:gd name="connsiteX130" fmla="*/ 1800225 w 2543175"/>
              <a:gd name="connsiteY130" fmla="*/ 1319212 h 1890712"/>
              <a:gd name="connsiteX131" fmla="*/ 1807369 w 2543175"/>
              <a:gd name="connsiteY131" fmla="*/ 1321594 h 1890712"/>
              <a:gd name="connsiteX132" fmla="*/ 1824038 w 2543175"/>
              <a:gd name="connsiteY132" fmla="*/ 1333500 h 1890712"/>
              <a:gd name="connsiteX133" fmla="*/ 1843088 w 2543175"/>
              <a:gd name="connsiteY133" fmla="*/ 1352550 h 1890712"/>
              <a:gd name="connsiteX134" fmla="*/ 1852613 w 2543175"/>
              <a:gd name="connsiteY134" fmla="*/ 1359694 h 1890712"/>
              <a:gd name="connsiteX135" fmla="*/ 1859757 w 2543175"/>
              <a:gd name="connsiteY135" fmla="*/ 1366837 h 1890712"/>
              <a:gd name="connsiteX136" fmla="*/ 1869282 w 2543175"/>
              <a:gd name="connsiteY136" fmla="*/ 1371600 h 1890712"/>
              <a:gd name="connsiteX137" fmla="*/ 1883569 w 2543175"/>
              <a:gd name="connsiteY137" fmla="*/ 1388269 h 1890712"/>
              <a:gd name="connsiteX138" fmla="*/ 1893094 w 2543175"/>
              <a:gd name="connsiteY138" fmla="*/ 1395412 h 1890712"/>
              <a:gd name="connsiteX139" fmla="*/ 1902619 w 2543175"/>
              <a:gd name="connsiteY139" fmla="*/ 1404937 h 1890712"/>
              <a:gd name="connsiteX140" fmla="*/ 1912144 w 2543175"/>
              <a:gd name="connsiteY140" fmla="*/ 1409700 h 1890712"/>
              <a:gd name="connsiteX141" fmla="*/ 1931194 w 2543175"/>
              <a:gd name="connsiteY141" fmla="*/ 1421606 h 1890712"/>
              <a:gd name="connsiteX142" fmla="*/ 1935957 w 2543175"/>
              <a:gd name="connsiteY142" fmla="*/ 1428750 h 1890712"/>
              <a:gd name="connsiteX143" fmla="*/ 1952625 w 2543175"/>
              <a:gd name="connsiteY143" fmla="*/ 1438275 h 1890712"/>
              <a:gd name="connsiteX144" fmla="*/ 1971675 w 2543175"/>
              <a:gd name="connsiteY144" fmla="*/ 1450181 h 1890712"/>
              <a:gd name="connsiteX145" fmla="*/ 1981200 w 2543175"/>
              <a:gd name="connsiteY145" fmla="*/ 1454944 h 1890712"/>
              <a:gd name="connsiteX146" fmla="*/ 1997869 w 2543175"/>
              <a:gd name="connsiteY146" fmla="*/ 1471612 h 1890712"/>
              <a:gd name="connsiteX147" fmla="*/ 2007394 w 2543175"/>
              <a:gd name="connsiteY147" fmla="*/ 1478756 h 1890712"/>
              <a:gd name="connsiteX148" fmla="*/ 2016919 w 2543175"/>
              <a:gd name="connsiteY148" fmla="*/ 1483519 h 1890712"/>
              <a:gd name="connsiteX149" fmla="*/ 2024063 w 2543175"/>
              <a:gd name="connsiteY149" fmla="*/ 1490662 h 1890712"/>
              <a:gd name="connsiteX150" fmla="*/ 2033588 w 2543175"/>
              <a:gd name="connsiteY150" fmla="*/ 1495425 h 1890712"/>
              <a:gd name="connsiteX151" fmla="*/ 2040732 w 2543175"/>
              <a:gd name="connsiteY151" fmla="*/ 1502569 h 1890712"/>
              <a:gd name="connsiteX152" fmla="*/ 2047875 w 2543175"/>
              <a:gd name="connsiteY152" fmla="*/ 1507331 h 1890712"/>
              <a:gd name="connsiteX153" fmla="*/ 2057400 w 2543175"/>
              <a:gd name="connsiteY153" fmla="*/ 1514475 h 1890712"/>
              <a:gd name="connsiteX154" fmla="*/ 2064544 w 2543175"/>
              <a:gd name="connsiteY154" fmla="*/ 1519237 h 1890712"/>
              <a:gd name="connsiteX155" fmla="*/ 2071688 w 2543175"/>
              <a:gd name="connsiteY155" fmla="*/ 1526381 h 1890712"/>
              <a:gd name="connsiteX156" fmla="*/ 2081213 w 2543175"/>
              <a:gd name="connsiteY156" fmla="*/ 1531144 h 1890712"/>
              <a:gd name="connsiteX157" fmla="*/ 2090738 w 2543175"/>
              <a:gd name="connsiteY157" fmla="*/ 1538287 h 1890712"/>
              <a:gd name="connsiteX158" fmla="*/ 2109788 w 2543175"/>
              <a:gd name="connsiteY158" fmla="*/ 1547812 h 1890712"/>
              <a:gd name="connsiteX159" fmla="*/ 2131219 w 2543175"/>
              <a:gd name="connsiteY159" fmla="*/ 1562100 h 1890712"/>
              <a:gd name="connsiteX160" fmla="*/ 2140744 w 2543175"/>
              <a:gd name="connsiteY160" fmla="*/ 1566862 h 1890712"/>
              <a:gd name="connsiteX161" fmla="*/ 2152650 w 2543175"/>
              <a:gd name="connsiteY161" fmla="*/ 1576387 h 1890712"/>
              <a:gd name="connsiteX162" fmla="*/ 2181225 w 2543175"/>
              <a:gd name="connsiteY162" fmla="*/ 1590675 h 1890712"/>
              <a:gd name="connsiteX163" fmla="*/ 2200275 w 2543175"/>
              <a:gd name="connsiteY163" fmla="*/ 1607344 h 1890712"/>
              <a:gd name="connsiteX164" fmla="*/ 2207419 w 2543175"/>
              <a:gd name="connsiteY164" fmla="*/ 1612106 h 1890712"/>
              <a:gd name="connsiteX165" fmla="*/ 2216944 w 2543175"/>
              <a:gd name="connsiteY165" fmla="*/ 1619250 h 1890712"/>
              <a:gd name="connsiteX166" fmla="*/ 2224088 w 2543175"/>
              <a:gd name="connsiteY166" fmla="*/ 1624012 h 1890712"/>
              <a:gd name="connsiteX167" fmla="*/ 2247900 w 2543175"/>
              <a:gd name="connsiteY167" fmla="*/ 1643062 h 1890712"/>
              <a:gd name="connsiteX168" fmla="*/ 2255044 w 2543175"/>
              <a:gd name="connsiteY168" fmla="*/ 1650206 h 1890712"/>
              <a:gd name="connsiteX169" fmla="*/ 2281238 w 2543175"/>
              <a:gd name="connsiteY169" fmla="*/ 1664494 h 1890712"/>
              <a:gd name="connsiteX170" fmla="*/ 2297907 w 2543175"/>
              <a:gd name="connsiteY170" fmla="*/ 1674019 h 1890712"/>
              <a:gd name="connsiteX171" fmla="*/ 2305050 w 2543175"/>
              <a:gd name="connsiteY171" fmla="*/ 1678781 h 1890712"/>
              <a:gd name="connsiteX172" fmla="*/ 2312194 w 2543175"/>
              <a:gd name="connsiteY172" fmla="*/ 1685925 h 1890712"/>
              <a:gd name="connsiteX173" fmla="*/ 2321719 w 2543175"/>
              <a:gd name="connsiteY173" fmla="*/ 1690687 h 1890712"/>
              <a:gd name="connsiteX174" fmla="*/ 2328863 w 2543175"/>
              <a:gd name="connsiteY174" fmla="*/ 1697831 h 1890712"/>
              <a:gd name="connsiteX175" fmla="*/ 2350294 w 2543175"/>
              <a:gd name="connsiteY175" fmla="*/ 1712119 h 1890712"/>
              <a:gd name="connsiteX176" fmla="*/ 2359819 w 2543175"/>
              <a:gd name="connsiteY176" fmla="*/ 1719262 h 1890712"/>
              <a:gd name="connsiteX177" fmla="*/ 2369344 w 2543175"/>
              <a:gd name="connsiteY177" fmla="*/ 1724025 h 1890712"/>
              <a:gd name="connsiteX178" fmla="*/ 2376488 w 2543175"/>
              <a:gd name="connsiteY178" fmla="*/ 1731169 h 1890712"/>
              <a:gd name="connsiteX179" fmla="*/ 2402682 w 2543175"/>
              <a:gd name="connsiteY179" fmla="*/ 1747837 h 1890712"/>
              <a:gd name="connsiteX180" fmla="*/ 2450307 w 2543175"/>
              <a:gd name="connsiteY180" fmla="*/ 1769269 h 1890712"/>
              <a:gd name="connsiteX181" fmla="*/ 2466975 w 2543175"/>
              <a:gd name="connsiteY181" fmla="*/ 1783556 h 1890712"/>
              <a:gd name="connsiteX182" fmla="*/ 2481263 w 2543175"/>
              <a:gd name="connsiteY182" fmla="*/ 1795462 h 1890712"/>
              <a:gd name="connsiteX183" fmla="*/ 2486025 w 2543175"/>
              <a:gd name="connsiteY183" fmla="*/ 1802606 h 1890712"/>
              <a:gd name="connsiteX184" fmla="*/ 2493169 w 2543175"/>
              <a:gd name="connsiteY184" fmla="*/ 1807369 h 1890712"/>
              <a:gd name="connsiteX185" fmla="*/ 2495550 w 2543175"/>
              <a:gd name="connsiteY185" fmla="*/ 1816894 h 1890712"/>
              <a:gd name="connsiteX186" fmla="*/ 2497932 w 2543175"/>
              <a:gd name="connsiteY186" fmla="*/ 1824037 h 1890712"/>
              <a:gd name="connsiteX187" fmla="*/ 2514600 w 2543175"/>
              <a:gd name="connsiteY187" fmla="*/ 1850231 h 1890712"/>
              <a:gd name="connsiteX188" fmla="*/ 2519363 w 2543175"/>
              <a:gd name="connsiteY188" fmla="*/ 1857375 h 1890712"/>
              <a:gd name="connsiteX189" fmla="*/ 2540794 w 2543175"/>
              <a:gd name="connsiteY189" fmla="*/ 1883569 h 1890712"/>
              <a:gd name="connsiteX190" fmla="*/ 2543175 w 2543175"/>
              <a:gd name="connsiteY19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59719 w 2543175"/>
              <a:gd name="connsiteY114" fmla="*/ 1121569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59819 w 2543175"/>
              <a:gd name="connsiteY175" fmla="*/ 1719262 h 1890712"/>
              <a:gd name="connsiteX176" fmla="*/ 2369344 w 2543175"/>
              <a:gd name="connsiteY176" fmla="*/ 1724025 h 1890712"/>
              <a:gd name="connsiteX177" fmla="*/ 2376488 w 2543175"/>
              <a:gd name="connsiteY177" fmla="*/ 1731169 h 1890712"/>
              <a:gd name="connsiteX178" fmla="*/ 2402682 w 2543175"/>
              <a:gd name="connsiteY178" fmla="*/ 1747837 h 1890712"/>
              <a:gd name="connsiteX179" fmla="*/ 2450307 w 2543175"/>
              <a:gd name="connsiteY179" fmla="*/ 1769269 h 1890712"/>
              <a:gd name="connsiteX180" fmla="*/ 2466975 w 2543175"/>
              <a:gd name="connsiteY180" fmla="*/ 1783556 h 1890712"/>
              <a:gd name="connsiteX181" fmla="*/ 2481263 w 2543175"/>
              <a:gd name="connsiteY181" fmla="*/ 1795462 h 1890712"/>
              <a:gd name="connsiteX182" fmla="*/ 2486025 w 2543175"/>
              <a:gd name="connsiteY182" fmla="*/ 1802606 h 1890712"/>
              <a:gd name="connsiteX183" fmla="*/ 2493169 w 2543175"/>
              <a:gd name="connsiteY183" fmla="*/ 1807369 h 1890712"/>
              <a:gd name="connsiteX184" fmla="*/ 2495550 w 2543175"/>
              <a:gd name="connsiteY184" fmla="*/ 1816894 h 1890712"/>
              <a:gd name="connsiteX185" fmla="*/ 2497932 w 2543175"/>
              <a:gd name="connsiteY185" fmla="*/ 1824037 h 1890712"/>
              <a:gd name="connsiteX186" fmla="*/ 2514600 w 2543175"/>
              <a:gd name="connsiteY186" fmla="*/ 1850231 h 1890712"/>
              <a:gd name="connsiteX187" fmla="*/ 2519363 w 2543175"/>
              <a:gd name="connsiteY187" fmla="*/ 1857375 h 1890712"/>
              <a:gd name="connsiteX188" fmla="*/ 2540794 w 2543175"/>
              <a:gd name="connsiteY188" fmla="*/ 1883569 h 1890712"/>
              <a:gd name="connsiteX189" fmla="*/ 2543175 w 2543175"/>
              <a:gd name="connsiteY18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59819 w 2543175"/>
              <a:gd name="connsiteY175" fmla="*/ 1719262 h 1890712"/>
              <a:gd name="connsiteX176" fmla="*/ 2369344 w 2543175"/>
              <a:gd name="connsiteY176" fmla="*/ 1724025 h 1890712"/>
              <a:gd name="connsiteX177" fmla="*/ 2376488 w 2543175"/>
              <a:gd name="connsiteY177" fmla="*/ 1731169 h 1890712"/>
              <a:gd name="connsiteX178" fmla="*/ 2402682 w 2543175"/>
              <a:gd name="connsiteY178" fmla="*/ 1747837 h 1890712"/>
              <a:gd name="connsiteX179" fmla="*/ 2450307 w 2543175"/>
              <a:gd name="connsiteY179" fmla="*/ 1769269 h 1890712"/>
              <a:gd name="connsiteX180" fmla="*/ 2466975 w 2543175"/>
              <a:gd name="connsiteY180" fmla="*/ 1783556 h 1890712"/>
              <a:gd name="connsiteX181" fmla="*/ 2481263 w 2543175"/>
              <a:gd name="connsiteY181" fmla="*/ 1795462 h 1890712"/>
              <a:gd name="connsiteX182" fmla="*/ 2486025 w 2543175"/>
              <a:gd name="connsiteY182" fmla="*/ 1802606 h 1890712"/>
              <a:gd name="connsiteX183" fmla="*/ 2493169 w 2543175"/>
              <a:gd name="connsiteY183" fmla="*/ 1807369 h 1890712"/>
              <a:gd name="connsiteX184" fmla="*/ 2495550 w 2543175"/>
              <a:gd name="connsiteY184" fmla="*/ 1816894 h 1890712"/>
              <a:gd name="connsiteX185" fmla="*/ 2497932 w 2543175"/>
              <a:gd name="connsiteY185" fmla="*/ 1824037 h 1890712"/>
              <a:gd name="connsiteX186" fmla="*/ 2514600 w 2543175"/>
              <a:gd name="connsiteY186" fmla="*/ 1850231 h 1890712"/>
              <a:gd name="connsiteX187" fmla="*/ 2519363 w 2543175"/>
              <a:gd name="connsiteY187" fmla="*/ 1857375 h 1890712"/>
              <a:gd name="connsiteX188" fmla="*/ 2540794 w 2543175"/>
              <a:gd name="connsiteY188" fmla="*/ 1883569 h 1890712"/>
              <a:gd name="connsiteX189" fmla="*/ 2543175 w 2543175"/>
              <a:gd name="connsiteY18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59819 w 2543175"/>
              <a:gd name="connsiteY175" fmla="*/ 1719262 h 1890712"/>
              <a:gd name="connsiteX176" fmla="*/ 2369344 w 2543175"/>
              <a:gd name="connsiteY176" fmla="*/ 1724025 h 1890712"/>
              <a:gd name="connsiteX177" fmla="*/ 2376488 w 2543175"/>
              <a:gd name="connsiteY177" fmla="*/ 1731169 h 1890712"/>
              <a:gd name="connsiteX178" fmla="*/ 2402682 w 2543175"/>
              <a:gd name="connsiteY178" fmla="*/ 1747837 h 1890712"/>
              <a:gd name="connsiteX179" fmla="*/ 2428876 w 2543175"/>
              <a:gd name="connsiteY179" fmla="*/ 1785938 h 1890712"/>
              <a:gd name="connsiteX180" fmla="*/ 2466975 w 2543175"/>
              <a:gd name="connsiteY180" fmla="*/ 1783556 h 1890712"/>
              <a:gd name="connsiteX181" fmla="*/ 2481263 w 2543175"/>
              <a:gd name="connsiteY181" fmla="*/ 1795462 h 1890712"/>
              <a:gd name="connsiteX182" fmla="*/ 2486025 w 2543175"/>
              <a:gd name="connsiteY182" fmla="*/ 1802606 h 1890712"/>
              <a:gd name="connsiteX183" fmla="*/ 2493169 w 2543175"/>
              <a:gd name="connsiteY183" fmla="*/ 1807369 h 1890712"/>
              <a:gd name="connsiteX184" fmla="*/ 2495550 w 2543175"/>
              <a:gd name="connsiteY184" fmla="*/ 1816894 h 1890712"/>
              <a:gd name="connsiteX185" fmla="*/ 2497932 w 2543175"/>
              <a:gd name="connsiteY185" fmla="*/ 1824037 h 1890712"/>
              <a:gd name="connsiteX186" fmla="*/ 2514600 w 2543175"/>
              <a:gd name="connsiteY186" fmla="*/ 1850231 h 1890712"/>
              <a:gd name="connsiteX187" fmla="*/ 2519363 w 2543175"/>
              <a:gd name="connsiteY187" fmla="*/ 1857375 h 1890712"/>
              <a:gd name="connsiteX188" fmla="*/ 2540794 w 2543175"/>
              <a:gd name="connsiteY188" fmla="*/ 1883569 h 1890712"/>
              <a:gd name="connsiteX189" fmla="*/ 2543175 w 2543175"/>
              <a:gd name="connsiteY18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59819 w 2543175"/>
              <a:gd name="connsiteY175" fmla="*/ 1719262 h 1890712"/>
              <a:gd name="connsiteX176" fmla="*/ 2369344 w 2543175"/>
              <a:gd name="connsiteY176" fmla="*/ 1724025 h 1890712"/>
              <a:gd name="connsiteX177" fmla="*/ 2376488 w 2543175"/>
              <a:gd name="connsiteY177" fmla="*/ 1731169 h 1890712"/>
              <a:gd name="connsiteX178" fmla="*/ 2428876 w 2543175"/>
              <a:gd name="connsiteY178" fmla="*/ 1785938 h 1890712"/>
              <a:gd name="connsiteX179" fmla="*/ 2466975 w 2543175"/>
              <a:gd name="connsiteY179" fmla="*/ 1783556 h 1890712"/>
              <a:gd name="connsiteX180" fmla="*/ 2481263 w 2543175"/>
              <a:gd name="connsiteY180" fmla="*/ 1795462 h 1890712"/>
              <a:gd name="connsiteX181" fmla="*/ 2486025 w 2543175"/>
              <a:gd name="connsiteY181" fmla="*/ 1802606 h 1890712"/>
              <a:gd name="connsiteX182" fmla="*/ 2493169 w 2543175"/>
              <a:gd name="connsiteY182" fmla="*/ 1807369 h 1890712"/>
              <a:gd name="connsiteX183" fmla="*/ 2495550 w 2543175"/>
              <a:gd name="connsiteY183" fmla="*/ 1816894 h 1890712"/>
              <a:gd name="connsiteX184" fmla="*/ 2497932 w 2543175"/>
              <a:gd name="connsiteY184" fmla="*/ 1824037 h 1890712"/>
              <a:gd name="connsiteX185" fmla="*/ 2514600 w 2543175"/>
              <a:gd name="connsiteY185" fmla="*/ 1850231 h 1890712"/>
              <a:gd name="connsiteX186" fmla="*/ 2519363 w 2543175"/>
              <a:gd name="connsiteY186" fmla="*/ 1857375 h 1890712"/>
              <a:gd name="connsiteX187" fmla="*/ 2540794 w 2543175"/>
              <a:gd name="connsiteY187" fmla="*/ 1883569 h 1890712"/>
              <a:gd name="connsiteX188" fmla="*/ 2543175 w 2543175"/>
              <a:gd name="connsiteY188"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59819 w 2543175"/>
              <a:gd name="connsiteY175" fmla="*/ 1719262 h 1890712"/>
              <a:gd name="connsiteX176" fmla="*/ 2369344 w 2543175"/>
              <a:gd name="connsiteY176" fmla="*/ 1724025 h 1890712"/>
              <a:gd name="connsiteX177" fmla="*/ 2428876 w 2543175"/>
              <a:gd name="connsiteY177" fmla="*/ 1785938 h 1890712"/>
              <a:gd name="connsiteX178" fmla="*/ 2466975 w 2543175"/>
              <a:gd name="connsiteY178" fmla="*/ 1783556 h 1890712"/>
              <a:gd name="connsiteX179" fmla="*/ 2481263 w 2543175"/>
              <a:gd name="connsiteY179" fmla="*/ 1795462 h 1890712"/>
              <a:gd name="connsiteX180" fmla="*/ 2486025 w 2543175"/>
              <a:gd name="connsiteY180" fmla="*/ 1802606 h 1890712"/>
              <a:gd name="connsiteX181" fmla="*/ 2493169 w 2543175"/>
              <a:gd name="connsiteY181" fmla="*/ 1807369 h 1890712"/>
              <a:gd name="connsiteX182" fmla="*/ 2495550 w 2543175"/>
              <a:gd name="connsiteY182" fmla="*/ 1816894 h 1890712"/>
              <a:gd name="connsiteX183" fmla="*/ 2497932 w 2543175"/>
              <a:gd name="connsiteY183" fmla="*/ 1824037 h 1890712"/>
              <a:gd name="connsiteX184" fmla="*/ 2514600 w 2543175"/>
              <a:gd name="connsiteY184" fmla="*/ 1850231 h 1890712"/>
              <a:gd name="connsiteX185" fmla="*/ 2519363 w 2543175"/>
              <a:gd name="connsiteY185" fmla="*/ 1857375 h 1890712"/>
              <a:gd name="connsiteX186" fmla="*/ 2540794 w 2543175"/>
              <a:gd name="connsiteY186" fmla="*/ 1883569 h 1890712"/>
              <a:gd name="connsiteX187" fmla="*/ 2543175 w 2543175"/>
              <a:gd name="connsiteY187"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69344 w 2543175"/>
              <a:gd name="connsiteY175" fmla="*/ 1724025 h 1890712"/>
              <a:gd name="connsiteX176" fmla="*/ 2428876 w 2543175"/>
              <a:gd name="connsiteY176" fmla="*/ 1785938 h 1890712"/>
              <a:gd name="connsiteX177" fmla="*/ 2466975 w 2543175"/>
              <a:gd name="connsiteY177" fmla="*/ 1783556 h 1890712"/>
              <a:gd name="connsiteX178" fmla="*/ 2481263 w 2543175"/>
              <a:gd name="connsiteY178" fmla="*/ 1795462 h 1890712"/>
              <a:gd name="connsiteX179" fmla="*/ 2486025 w 2543175"/>
              <a:gd name="connsiteY179" fmla="*/ 1802606 h 1890712"/>
              <a:gd name="connsiteX180" fmla="*/ 2493169 w 2543175"/>
              <a:gd name="connsiteY180" fmla="*/ 1807369 h 1890712"/>
              <a:gd name="connsiteX181" fmla="*/ 2495550 w 2543175"/>
              <a:gd name="connsiteY181" fmla="*/ 1816894 h 1890712"/>
              <a:gd name="connsiteX182" fmla="*/ 2497932 w 2543175"/>
              <a:gd name="connsiteY182" fmla="*/ 1824037 h 1890712"/>
              <a:gd name="connsiteX183" fmla="*/ 2514600 w 2543175"/>
              <a:gd name="connsiteY183" fmla="*/ 1850231 h 1890712"/>
              <a:gd name="connsiteX184" fmla="*/ 2519363 w 2543175"/>
              <a:gd name="connsiteY184" fmla="*/ 1857375 h 1890712"/>
              <a:gd name="connsiteX185" fmla="*/ 2540794 w 2543175"/>
              <a:gd name="connsiteY185" fmla="*/ 1883569 h 1890712"/>
              <a:gd name="connsiteX186" fmla="*/ 2543175 w 2543175"/>
              <a:gd name="connsiteY18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8863 w 2543175"/>
              <a:gd name="connsiteY172" fmla="*/ 1697831 h 1890712"/>
              <a:gd name="connsiteX173" fmla="*/ 2350294 w 2543175"/>
              <a:gd name="connsiteY173" fmla="*/ 1712119 h 1890712"/>
              <a:gd name="connsiteX174" fmla="*/ 2369344 w 2543175"/>
              <a:gd name="connsiteY174" fmla="*/ 1724025 h 1890712"/>
              <a:gd name="connsiteX175" fmla="*/ 2428876 w 2543175"/>
              <a:gd name="connsiteY175" fmla="*/ 1785938 h 1890712"/>
              <a:gd name="connsiteX176" fmla="*/ 2466975 w 2543175"/>
              <a:gd name="connsiteY176" fmla="*/ 1783556 h 1890712"/>
              <a:gd name="connsiteX177" fmla="*/ 2481263 w 2543175"/>
              <a:gd name="connsiteY177" fmla="*/ 1795462 h 1890712"/>
              <a:gd name="connsiteX178" fmla="*/ 2486025 w 2543175"/>
              <a:gd name="connsiteY178" fmla="*/ 1802606 h 1890712"/>
              <a:gd name="connsiteX179" fmla="*/ 2493169 w 2543175"/>
              <a:gd name="connsiteY179" fmla="*/ 1807369 h 1890712"/>
              <a:gd name="connsiteX180" fmla="*/ 2495550 w 2543175"/>
              <a:gd name="connsiteY180" fmla="*/ 1816894 h 1890712"/>
              <a:gd name="connsiteX181" fmla="*/ 2497932 w 2543175"/>
              <a:gd name="connsiteY181" fmla="*/ 1824037 h 1890712"/>
              <a:gd name="connsiteX182" fmla="*/ 2514600 w 2543175"/>
              <a:gd name="connsiteY182" fmla="*/ 1850231 h 1890712"/>
              <a:gd name="connsiteX183" fmla="*/ 2519363 w 2543175"/>
              <a:gd name="connsiteY183" fmla="*/ 1857375 h 1890712"/>
              <a:gd name="connsiteX184" fmla="*/ 2540794 w 2543175"/>
              <a:gd name="connsiteY184" fmla="*/ 1883569 h 1890712"/>
              <a:gd name="connsiteX185" fmla="*/ 2543175 w 2543175"/>
              <a:gd name="connsiteY185"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12194 w 2543175"/>
              <a:gd name="connsiteY170" fmla="*/ 1685925 h 1890712"/>
              <a:gd name="connsiteX171" fmla="*/ 2328863 w 2543175"/>
              <a:gd name="connsiteY171" fmla="*/ 1697831 h 1890712"/>
              <a:gd name="connsiteX172" fmla="*/ 2350294 w 2543175"/>
              <a:gd name="connsiteY172" fmla="*/ 1712119 h 1890712"/>
              <a:gd name="connsiteX173" fmla="*/ 2369344 w 2543175"/>
              <a:gd name="connsiteY173" fmla="*/ 1724025 h 1890712"/>
              <a:gd name="connsiteX174" fmla="*/ 2428876 w 2543175"/>
              <a:gd name="connsiteY174" fmla="*/ 1785938 h 1890712"/>
              <a:gd name="connsiteX175" fmla="*/ 2466975 w 2543175"/>
              <a:gd name="connsiteY175" fmla="*/ 1783556 h 1890712"/>
              <a:gd name="connsiteX176" fmla="*/ 2481263 w 2543175"/>
              <a:gd name="connsiteY176" fmla="*/ 1795462 h 1890712"/>
              <a:gd name="connsiteX177" fmla="*/ 2486025 w 2543175"/>
              <a:gd name="connsiteY177" fmla="*/ 1802606 h 1890712"/>
              <a:gd name="connsiteX178" fmla="*/ 2493169 w 2543175"/>
              <a:gd name="connsiteY178" fmla="*/ 1807369 h 1890712"/>
              <a:gd name="connsiteX179" fmla="*/ 2495550 w 2543175"/>
              <a:gd name="connsiteY179" fmla="*/ 1816894 h 1890712"/>
              <a:gd name="connsiteX180" fmla="*/ 2497932 w 2543175"/>
              <a:gd name="connsiteY180" fmla="*/ 1824037 h 1890712"/>
              <a:gd name="connsiteX181" fmla="*/ 2514600 w 2543175"/>
              <a:gd name="connsiteY181" fmla="*/ 1850231 h 1890712"/>
              <a:gd name="connsiteX182" fmla="*/ 2519363 w 2543175"/>
              <a:gd name="connsiteY182" fmla="*/ 1857375 h 1890712"/>
              <a:gd name="connsiteX183" fmla="*/ 2540794 w 2543175"/>
              <a:gd name="connsiteY183" fmla="*/ 1883569 h 1890712"/>
              <a:gd name="connsiteX184" fmla="*/ 2543175 w 2543175"/>
              <a:gd name="connsiteY18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12194 w 2543175"/>
              <a:gd name="connsiteY170" fmla="*/ 1685925 h 1890712"/>
              <a:gd name="connsiteX171" fmla="*/ 2328863 w 2543175"/>
              <a:gd name="connsiteY171" fmla="*/ 1697831 h 1890712"/>
              <a:gd name="connsiteX172" fmla="*/ 2350294 w 2543175"/>
              <a:gd name="connsiteY172" fmla="*/ 1712119 h 1890712"/>
              <a:gd name="connsiteX173" fmla="*/ 2369344 w 2543175"/>
              <a:gd name="connsiteY173" fmla="*/ 1724025 h 1890712"/>
              <a:gd name="connsiteX174" fmla="*/ 2428876 w 2543175"/>
              <a:gd name="connsiteY174" fmla="*/ 1785938 h 1890712"/>
              <a:gd name="connsiteX175" fmla="*/ 2466975 w 2543175"/>
              <a:gd name="connsiteY175" fmla="*/ 1783556 h 1890712"/>
              <a:gd name="connsiteX176" fmla="*/ 2481263 w 2543175"/>
              <a:gd name="connsiteY176" fmla="*/ 1795462 h 1890712"/>
              <a:gd name="connsiteX177" fmla="*/ 2486025 w 2543175"/>
              <a:gd name="connsiteY177" fmla="*/ 1802606 h 1890712"/>
              <a:gd name="connsiteX178" fmla="*/ 2495550 w 2543175"/>
              <a:gd name="connsiteY178" fmla="*/ 1816894 h 1890712"/>
              <a:gd name="connsiteX179" fmla="*/ 2497932 w 2543175"/>
              <a:gd name="connsiteY179" fmla="*/ 1824037 h 1890712"/>
              <a:gd name="connsiteX180" fmla="*/ 2514600 w 2543175"/>
              <a:gd name="connsiteY180" fmla="*/ 1850231 h 1890712"/>
              <a:gd name="connsiteX181" fmla="*/ 2519363 w 2543175"/>
              <a:gd name="connsiteY181" fmla="*/ 1857375 h 1890712"/>
              <a:gd name="connsiteX182" fmla="*/ 2540794 w 2543175"/>
              <a:gd name="connsiteY182" fmla="*/ 1883569 h 1890712"/>
              <a:gd name="connsiteX183" fmla="*/ 2543175 w 2543175"/>
              <a:gd name="connsiteY183"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12194 w 2543175"/>
              <a:gd name="connsiteY170" fmla="*/ 1685925 h 1890712"/>
              <a:gd name="connsiteX171" fmla="*/ 2328863 w 2543175"/>
              <a:gd name="connsiteY171" fmla="*/ 1697831 h 1890712"/>
              <a:gd name="connsiteX172" fmla="*/ 2350294 w 2543175"/>
              <a:gd name="connsiteY172" fmla="*/ 1712119 h 1890712"/>
              <a:gd name="connsiteX173" fmla="*/ 2369344 w 2543175"/>
              <a:gd name="connsiteY173" fmla="*/ 1724025 h 1890712"/>
              <a:gd name="connsiteX174" fmla="*/ 2428876 w 2543175"/>
              <a:gd name="connsiteY174" fmla="*/ 1785938 h 1890712"/>
              <a:gd name="connsiteX175" fmla="*/ 2466975 w 2543175"/>
              <a:gd name="connsiteY175" fmla="*/ 1783556 h 1890712"/>
              <a:gd name="connsiteX176" fmla="*/ 2481263 w 2543175"/>
              <a:gd name="connsiteY176" fmla="*/ 1795462 h 1890712"/>
              <a:gd name="connsiteX177" fmla="*/ 2486025 w 2543175"/>
              <a:gd name="connsiteY177" fmla="*/ 1802606 h 1890712"/>
              <a:gd name="connsiteX178" fmla="*/ 2497932 w 2543175"/>
              <a:gd name="connsiteY178" fmla="*/ 1824037 h 1890712"/>
              <a:gd name="connsiteX179" fmla="*/ 2514600 w 2543175"/>
              <a:gd name="connsiteY179" fmla="*/ 1850231 h 1890712"/>
              <a:gd name="connsiteX180" fmla="*/ 2519363 w 2543175"/>
              <a:gd name="connsiteY180" fmla="*/ 1857375 h 1890712"/>
              <a:gd name="connsiteX181" fmla="*/ 2540794 w 2543175"/>
              <a:gd name="connsiteY181" fmla="*/ 1883569 h 1890712"/>
              <a:gd name="connsiteX182" fmla="*/ 2543175 w 2543175"/>
              <a:gd name="connsiteY18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12194 w 2543175"/>
              <a:gd name="connsiteY170" fmla="*/ 1685925 h 1890712"/>
              <a:gd name="connsiteX171" fmla="*/ 2328863 w 2543175"/>
              <a:gd name="connsiteY171" fmla="*/ 1697831 h 1890712"/>
              <a:gd name="connsiteX172" fmla="*/ 2350294 w 2543175"/>
              <a:gd name="connsiteY172" fmla="*/ 1712119 h 1890712"/>
              <a:gd name="connsiteX173" fmla="*/ 2369344 w 2543175"/>
              <a:gd name="connsiteY173" fmla="*/ 1724025 h 1890712"/>
              <a:gd name="connsiteX174" fmla="*/ 2428876 w 2543175"/>
              <a:gd name="connsiteY174" fmla="*/ 1785938 h 1890712"/>
              <a:gd name="connsiteX175" fmla="*/ 2466975 w 2543175"/>
              <a:gd name="connsiteY175" fmla="*/ 1783556 h 1890712"/>
              <a:gd name="connsiteX176" fmla="*/ 2481263 w 2543175"/>
              <a:gd name="connsiteY176" fmla="*/ 1795462 h 1890712"/>
              <a:gd name="connsiteX177" fmla="*/ 2486025 w 2543175"/>
              <a:gd name="connsiteY177" fmla="*/ 1802606 h 1890712"/>
              <a:gd name="connsiteX178" fmla="*/ 2514600 w 2543175"/>
              <a:gd name="connsiteY178" fmla="*/ 1850231 h 1890712"/>
              <a:gd name="connsiteX179" fmla="*/ 2519363 w 2543175"/>
              <a:gd name="connsiteY179" fmla="*/ 1857375 h 1890712"/>
              <a:gd name="connsiteX180" fmla="*/ 2540794 w 2543175"/>
              <a:gd name="connsiteY180" fmla="*/ 1883569 h 1890712"/>
              <a:gd name="connsiteX181" fmla="*/ 2543175 w 2543175"/>
              <a:gd name="connsiteY181"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302419 w 2543175"/>
              <a:gd name="connsiteY26" fmla="*/ 204787 h 1890712"/>
              <a:gd name="connsiteX27" fmla="*/ 309563 w 2543175"/>
              <a:gd name="connsiteY27" fmla="*/ 209550 h 1890712"/>
              <a:gd name="connsiteX28" fmla="*/ 319088 w 2543175"/>
              <a:gd name="connsiteY28" fmla="*/ 219075 h 1890712"/>
              <a:gd name="connsiteX29" fmla="*/ 333375 w 2543175"/>
              <a:gd name="connsiteY29" fmla="*/ 228600 h 1890712"/>
              <a:gd name="connsiteX30" fmla="*/ 340519 w 2543175"/>
              <a:gd name="connsiteY30" fmla="*/ 233362 h 1890712"/>
              <a:gd name="connsiteX31" fmla="*/ 354807 w 2543175"/>
              <a:gd name="connsiteY31" fmla="*/ 247650 h 1890712"/>
              <a:gd name="connsiteX32" fmla="*/ 366713 w 2543175"/>
              <a:gd name="connsiteY32" fmla="*/ 264319 h 1890712"/>
              <a:gd name="connsiteX33" fmla="*/ 371475 w 2543175"/>
              <a:gd name="connsiteY33" fmla="*/ 271462 h 1890712"/>
              <a:gd name="connsiteX34" fmla="*/ 378619 w 2543175"/>
              <a:gd name="connsiteY34" fmla="*/ 276225 h 1890712"/>
              <a:gd name="connsiteX35" fmla="*/ 385763 w 2543175"/>
              <a:gd name="connsiteY35" fmla="*/ 283369 h 1890712"/>
              <a:gd name="connsiteX36" fmla="*/ 395288 w 2543175"/>
              <a:gd name="connsiteY36" fmla="*/ 288131 h 1890712"/>
              <a:gd name="connsiteX37" fmla="*/ 404813 w 2543175"/>
              <a:gd name="connsiteY37" fmla="*/ 295275 h 1890712"/>
              <a:gd name="connsiteX38" fmla="*/ 411957 w 2543175"/>
              <a:gd name="connsiteY38" fmla="*/ 297656 h 1890712"/>
              <a:gd name="connsiteX39" fmla="*/ 421482 w 2543175"/>
              <a:gd name="connsiteY39" fmla="*/ 302419 h 1890712"/>
              <a:gd name="connsiteX40" fmla="*/ 447675 w 2543175"/>
              <a:gd name="connsiteY40" fmla="*/ 307181 h 1890712"/>
              <a:gd name="connsiteX41" fmla="*/ 461963 w 2543175"/>
              <a:gd name="connsiteY41" fmla="*/ 321469 h 1890712"/>
              <a:gd name="connsiteX42" fmla="*/ 466725 w 2543175"/>
              <a:gd name="connsiteY42" fmla="*/ 328612 h 1890712"/>
              <a:gd name="connsiteX43" fmla="*/ 476250 w 2543175"/>
              <a:gd name="connsiteY43" fmla="*/ 335756 h 1890712"/>
              <a:gd name="connsiteX44" fmla="*/ 481013 w 2543175"/>
              <a:gd name="connsiteY44" fmla="*/ 342900 h 1890712"/>
              <a:gd name="connsiteX45" fmla="*/ 490538 w 2543175"/>
              <a:gd name="connsiteY45" fmla="*/ 352425 h 1890712"/>
              <a:gd name="connsiteX46" fmla="*/ 495300 w 2543175"/>
              <a:gd name="connsiteY46" fmla="*/ 359569 h 1890712"/>
              <a:gd name="connsiteX47" fmla="*/ 509588 w 2543175"/>
              <a:gd name="connsiteY47" fmla="*/ 376237 h 1890712"/>
              <a:gd name="connsiteX48" fmla="*/ 514350 w 2543175"/>
              <a:gd name="connsiteY48" fmla="*/ 383381 h 1890712"/>
              <a:gd name="connsiteX49" fmla="*/ 531019 w 2543175"/>
              <a:gd name="connsiteY49" fmla="*/ 397669 h 1890712"/>
              <a:gd name="connsiteX50" fmla="*/ 538163 w 2543175"/>
              <a:gd name="connsiteY50" fmla="*/ 407194 h 1890712"/>
              <a:gd name="connsiteX51" fmla="*/ 554832 w 2543175"/>
              <a:gd name="connsiteY51" fmla="*/ 421481 h 1890712"/>
              <a:gd name="connsiteX52" fmla="*/ 564357 w 2543175"/>
              <a:gd name="connsiteY52" fmla="*/ 431006 h 1890712"/>
              <a:gd name="connsiteX53" fmla="*/ 573882 w 2543175"/>
              <a:gd name="connsiteY53" fmla="*/ 438150 h 1890712"/>
              <a:gd name="connsiteX54" fmla="*/ 595313 w 2543175"/>
              <a:gd name="connsiteY54" fmla="*/ 454819 h 1890712"/>
              <a:gd name="connsiteX55" fmla="*/ 602457 w 2543175"/>
              <a:gd name="connsiteY55" fmla="*/ 457200 h 1890712"/>
              <a:gd name="connsiteX56" fmla="*/ 628650 w 2543175"/>
              <a:gd name="connsiteY56" fmla="*/ 469106 h 1890712"/>
              <a:gd name="connsiteX57" fmla="*/ 645319 w 2543175"/>
              <a:gd name="connsiteY57" fmla="*/ 483394 h 1890712"/>
              <a:gd name="connsiteX58" fmla="*/ 654844 w 2543175"/>
              <a:gd name="connsiteY58" fmla="*/ 488156 h 1890712"/>
              <a:gd name="connsiteX59" fmla="*/ 661988 w 2543175"/>
              <a:gd name="connsiteY59" fmla="*/ 497681 h 1890712"/>
              <a:gd name="connsiteX60" fmla="*/ 683419 w 2543175"/>
              <a:gd name="connsiteY60" fmla="*/ 514350 h 1890712"/>
              <a:gd name="connsiteX61" fmla="*/ 700088 w 2543175"/>
              <a:gd name="connsiteY61" fmla="*/ 526256 h 1890712"/>
              <a:gd name="connsiteX62" fmla="*/ 709613 w 2543175"/>
              <a:gd name="connsiteY62" fmla="*/ 535781 h 1890712"/>
              <a:gd name="connsiteX63" fmla="*/ 719138 w 2543175"/>
              <a:gd name="connsiteY63" fmla="*/ 542925 h 1890712"/>
              <a:gd name="connsiteX64" fmla="*/ 733425 w 2543175"/>
              <a:gd name="connsiteY64" fmla="*/ 557212 h 1890712"/>
              <a:gd name="connsiteX65" fmla="*/ 750094 w 2543175"/>
              <a:gd name="connsiteY65" fmla="*/ 569119 h 1890712"/>
              <a:gd name="connsiteX66" fmla="*/ 769144 w 2543175"/>
              <a:gd name="connsiteY66" fmla="*/ 581025 h 1890712"/>
              <a:gd name="connsiteX67" fmla="*/ 785813 w 2543175"/>
              <a:gd name="connsiteY67" fmla="*/ 590550 h 1890712"/>
              <a:gd name="connsiteX68" fmla="*/ 792957 w 2543175"/>
              <a:gd name="connsiteY68" fmla="*/ 600075 h 1890712"/>
              <a:gd name="connsiteX69" fmla="*/ 809625 w 2543175"/>
              <a:gd name="connsiteY69" fmla="*/ 611981 h 1890712"/>
              <a:gd name="connsiteX70" fmla="*/ 816769 w 2543175"/>
              <a:gd name="connsiteY70" fmla="*/ 619125 h 1890712"/>
              <a:gd name="connsiteX71" fmla="*/ 826294 w 2543175"/>
              <a:gd name="connsiteY71" fmla="*/ 626269 h 1890712"/>
              <a:gd name="connsiteX72" fmla="*/ 840582 w 2543175"/>
              <a:gd name="connsiteY72" fmla="*/ 638175 h 1890712"/>
              <a:gd name="connsiteX73" fmla="*/ 847725 w 2543175"/>
              <a:gd name="connsiteY73" fmla="*/ 645319 h 1890712"/>
              <a:gd name="connsiteX74" fmla="*/ 857250 w 2543175"/>
              <a:gd name="connsiteY74" fmla="*/ 652462 h 1890712"/>
              <a:gd name="connsiteX75" fmla="*/ 864394 w 2543175"/>
              <a:gd name="connsiteY75" fmla="*/ 657225 h 1890712"/>
              <a:gd name="connsiteX76" fmla="*/ 888207 w 2543175"/>
              <a:gd name="connsiteY76" fmla="*/ 676275 h 1890712"/>
              <a:gd name="connsiteX77" fmla="*/ 895350 w 2543175"/>
              <a:gd name="connsiteY77" fmla="*/ 681037 h 1890712"/>
              <a:gd name="connsiteX78" fmla="*/ 907257 w 2543175"/>
              <a:gd name="connsiteY78" fmla="*/ 683419 h 1890712"/>
              <a:gd name="connsiteX79" fmla="*/ 928688 w 2543175"/>
              <a:gd name="connsiteY79" fmla="*/ 695325 h 1890712"/>
              <a:gd name="connsiteX80" fmla="*/ 942975 w 2543175"/>
              <a:gd name="connsiteY80" fmla="*/ 700087 h 1890712"/>
              <a:gd name="connsiteX81" fmla="*/ 964407 w 2543175"/>
              <a:gd name="connsiteY81" fmla="*/ 716756 h 1890712"/>
              <a:gd name="connsiteX82" fmla="*/ 971550 w 2543175"/>
              <a:gd name="connsiteY82" fmla="*/ 723900 h 1890712"/>
              <a:gd name="connsiteX83" fmla="*/ 983457 w 2543175"/>
              <a:gd name="connsiteY83" fmla="*/ 733425 h 1890712"/>
              <a:gd name="connsiteX84" fmla="*/ 990600 w 2543175"/>
              <a:gd name="connsiteY84" fmla="*/ 738187 h 1890712"/>
              <a:gd name="connsiteX85" fmla="*/ 1007269 w 2543175"/>
              <a:gd name="connsiteY85" fmla="*/ 752475 h 1890712"/>
              <a:gd name="connsiteX86" fmla="*/ 1031082 w 2543175"/>
              <a:gd name="connsiteY86" fmla="*/ 766762 h 1890712"/>
              <a:gd name="connsiteX87" fmla="*/ 1042988 w 2543175"/>
              <a:gd name="connsiteY87" fmla="*/ 773906 h 1890712"/>
              <a:gd name="connsiteX88" fmla="*/ 1071563 w 2543175"/>
              <a:gd name="connsiteY88" fmla="*/ 785812 h 1890712"/>
              <a:gd name="connsiteX89" fmla="*/ 1097757 w 2543175"/>
              <a:gd name="connsiteY89" fmla="*/ 807244 h 1890712"/>
              <a:gd name="connsiteX90" fmla="*/ 1104900 w 2543175"/>
              <a:gd name="connsiteY90" fmla="*/ 814387 h 1890712"/>
              <a:gd name="connsiteX91" fmla="*/ 1121569 w 2543175"/>
              <a:gd name="connsiteY91" fmla="*/ 823912 h 1890712"/>
              <a:gd name="connsiteX92" fmla="*/ 1138238 w 2543175"/>
              <a:gd name="connsiteY92" fmla="*/ 835819 h 1890712"/>
              <a:gd name="connsiteX93" fmla="*/ 1147763 w 2543175"/>
              <a:gd name="connsiteY93" fmla="*/ 842962 h 1890712"/>
              <a:gd name="connsiteX94" fmla="*/ 1157288 w 2543175"/>
              <a:gd name="connsiteY94" fmla="*/ 847725 h 1890712"/>
              <a:gd name="connsiteX95" fmla="*/ 1178719 w 2543175"/>
              <a:gd name="connsiteY95" fmla="*/ 859631 h 1890712"/>
              <a:gd name="connsiteX96" fmla="*/ 1188244 w 2543175"/>
              <a:gd name="connsiteY96" fmla="*/ 866775 h 1890712"/>
              <a:gd name="connsiteX97" fmla="*/ 1195388 w 2543175"/>
              <a:gd name="connsiteY97" fmla="*/ 871537 h 1890712"/>
              <a:gd name="connsiteX98" fmla="*/ 1212057 w 2543175"/>
              <a:gd name="connsiteY98" fmla="*/ 883444 h 1890712"/>
              <a:gd name="connsiteX99" fmla="*/ 1226344 w 2543175"/>
              <a:gd name="connsiteY99" fmla="*/ 895350 h 1890712"/>
              <a:gd name="connsiteX100" fmla="*/ 1245394 w 2543175"/>
              <a:gd name="connsiteY100" fmla="*/ 907256 h 1890712"/>
              <a:gd name="connsiteX101" fmla="*/ 1254919 w 2543175"/>
              <a:gd name="connsiteY101" fmla="*/ 914400 h 1890712"/>
              <a:gd name="connsiteX102" fmla="*/ 1269207 w 2543175"/>
              <a:gd name="connsiteY102" fmla="*/ 921544 h 1890712"/>
              <a:gd name="connsiteX103" fmla="*/ 1290638 w 2543175"/>
              <a:gd name="connsiteY103" fmla="*/ 935831 h 1890712"/>
              <a:gd name="connsiteX104" fmla="*/ 1307307 w 2543175"/>
              <a:gd name="connsiteY104" fmla="*/ 952500 h 1890712"/>
              <a:gd name="connsiteX105" fmla="*/ 1333500 w 2543175"/>
              <a:gd name="connsiteY105" fmla="*/ 971550 h 1890712"/>
              <a:gd name="connsiteX106" fmla="*/ 1359694 w 2543175"/>
              <a:gd name="connsiteY106" fmla="*/ 990600 h 1890712"/>
              <a:gd name="connsiteX107" fmla="*/ 1373982 w 2543175"/>
              <a:gd name="connsiteY107" fmla="*/ 997744 h 1890712"/>
              <a:gd name="connsiteX108" fmla="*/ 1388269 w 2543175"/>
              <a:gd name="connsiteY108" fmla="*/ 1007269 h 1890712"/>
              <a:gd name="connsiteX109" fmla="*/ 1414463 w 2543175"/>
              <a:gd name="connsiteY109" fmla="*/ 1019175 h 1890712"/>
              <a:gd name="connsiteX110" fmla="*/ 1428750 w 2543175"/>
              <a:gd name="connsiteY110" fmla="*/ 1026319 h 1890712"/>
              <a:gd name="connsiteX111" fmla="*/ 1471613 w 2543175"/>
              <a:gd name="connsiteY111" fmla="*/ 1059656 h 1890712"/>
              <a:gd name="connsiteX112" fmla="*/ 1495425 w 2543175"/>
              <a:gd name="connsiteY112" fmla="*/ 1088231 h 1890712"/>
              <a:gd name="connsiteX113" fmla="*/ 1547812 w 2543175"/>
              <a:gd name="connsiteY113" fmla="*/ 1133475 h 1890712"/>
              <a:gd name="connsiteX114" fmla="*/ 1597819 w 2543175"/>
              <a:gd name="connsiteY114" fmla="*/ 1154906 h 1890712"/>
              <a:gd name="connsiteX115" fmla="*/ 1604963 w 2543175"/>
              <a:gd name="connsiteY115" fmla="*/ 1162050 h 1890712"/>
              <a:gd name="connsiteX116" fmla="*/ 1612107 w 2543175"/>
              <a:gd name="connsiteY116" fmla="*/ 1166812 h 1890712"/>
              <a:gd name="connsiteX117" fmla="*/ 1628775 w 2543175"/>
              <a:gd name="connsiteY117" fmla="*/ 1183481 h 1890712"/>
              <a:gd name="connsiteX118" fmla="*/ 1662113 w 2543175"/>
              <a:gd name="connsiteY118" fmla="*/ 1209675 h 1890712"/>
              <a:gd name="connsiteX119" fmla="*/ 1678782 w 2543175"/>
              <a:gd name="connsiteY119" fmla="*/ 1226344 h 1890712"/>
              <a:gd name="connsiteX120" fmla="*/ 1700213 w 2543175"/>
              <a:gd name="connsiteY120" fmla="*/ 1247775 h 1890712"/>
              <a:gd name="connsiteX121" fmla="*/ 1712119 w 2543175"/>
              <a:gd name="connsiteY121" fmla="*/ 1259681 h 1890712"/>
              <a:gd name="connsiteX122" fmla="*/ 1733550 w 2543175"/>
              <a:gd name="connsiteY122" fmla="*/ 1273969 h 1890712"/>
              <a:gd name="connsiteX123" fmla="*/ 1743075 w 2543175"/>
              <a:gd name="connsiteY123" fmla="*/ 1283494 h 1890712"/>
              <a:gd name="connsiteX124" fmla="*/ 1754982 w 2543175"/>
              <a:gd name="connsiteY124" fmla="*/ 1290637 h 1890712"/>
              <a:gd name="connsiteX125" fmla="*/ 1766888 w 2543175"/>
              <a:gd name="connsiteY125" fmla="*/ 1300162 h 1890712"/>
              <a:gd name="connsiteX126" fmla="*/ 1783557 w 2543175"/>
              <a:gd name="connsiteY126" fmla="*/ 1307306 h 1890712"/>
              <a:gd name="connsiteX127" fmla="*/ 1790700 w 2543175"/>
              <a:gd name="connsiteY127" fmla="*/ 1312069 h 1890712"/>
              <a:gd name="connsiteX128" fmla="*/ 1800225 w 2543175"/>
              <a:gd name="connsiteY128" fmla="*/ 1319212 h 1890712"/>
              <a:gd name="connsiteX129" fmla="*/ 1807369 w 2543175"/>
              <a:gd name="connsiteY129" fmla="*/ 1321594 h 1890712"/>
              <a:gd name="connsiteX130" fmla="*/ 1824038 w 2543175"/>
              <a:gd name="connsiteY130" fmla="*/ 1333500 h 1890712"/>
              <a:gd name="connsiteX131" fmla="*/ 1843088 w 2543175"/>
              <a:gd name="connsiteY131" fmla="*/ 1352550 h 1890712"/>
              <a:gd name="connsiteX132" fmla="*/ 1852613 w 2543175"/>
              <a:gd name="connsiteY132" fmla="*/ 1359694 h 1890712"/>
              <a:gd name="connsiteX133" fmla="*/ 1859757 w 2543175"/>
              <a:gd name="connsiteY133" fmla="*/ 1366837 h 1890712"/>
              <a:gd name="connsiteX134" fmla="*/ 1869282 w 2543175"/>
              <a:gd name="connsiteY134" fmla="*/ 1371600 h 1890712"/>
              <a:gd name="connsiteX135" fmla="*/ 1883569 w 2543175"/>
              <a:gd name="connsiteY135" fmla="*/ 1388269 h 1890712"/>
              <a:gd name="connsiteX136" fmla="*/ 1893094 w 2543175"/>
              <a:gd name="connsiteY136" fmla="*/ 1395412 h 1890712"/>
              <a:gd name="connsiteX137" fmla="*/ 1902619 w 2543175"/>
              <a:gd name="connsiteY137" fmla="*/ 1404937 h 1890712"/>
              <a:gd name="connsiteX138" fmla="*/ 1912144 w 2543175"/>
              <a:gd name="connsiteY138" fmla="*/ 1409700 h 1890712"/>
              <a:gd name="connsiteX139" fmla="*/ 1931194 w 2543175"/>
              <a:gd name="connsiteY139" fmla="*/ 1421606 h 1890712"/>
              <a:gd name="connsiteX140" fmla="*/ 1935957 w 2543175"/>
              <a:gd name="connsiteY140" fmla="*/ 1428750 h 1890712"/>
              <a:gd name="connsiteX141" fmla="*/ 1952625 w 2543175"/>
              <a:gd name="connsiteY141" fmla="*/ 1438275 h 1890712"/>
              <a:gd name="connsiteX142" fmla="*/ 1971675 w 2543175"/>
              <a:gd name="connsiteY142" fmla="*/ 1450181 h 1890712"/>
              <a:gd name="connsiteX143" fmla="*/ 1981200 w 2543175"/>
              <a:gd name="connsiteY143" fmla="*/ 1454944 h 1890712"/>
              <a:gd name="connsiteX144" fmla="*/ 1997869 w 2543175"/>
              <a:gd name="connsiteY144" fmla="*/ 1471612 h 1890712"/>
              <a:gd name="connsiteX145" fmla="*/ 2007394 w 2543175"/>
              <a:gd name="connsiteY145" fmla="*/ 1478756 h 1890712"/>
              <a:gd name="connsiteX146" fmla="*/ 2016919 w 2543175"/>
              <a:gd name="connsiteY146" fmla="*/ 1483519 h 1890712"/>
              <a:gd name="connsiteX147" fmla="*/ 2024063 w 2543175"/>
              <a:gd name="connsiteY147" fmla="*/ 1490662 h 1890712"/>
              <a:gd name="connsiteX148" fmla="*/ 2033588 w 2543175"/>
              <a:gd name="connsiteY148" fmla="*/ 1495425 h 1890712"/>
              <a:gd name="connsiteX149" fmla="*/ 2040732 w 2543175"/>
              <a:gd name="connsiteY149" fmla="*/ 1502569 h 1890712"/>
              <a:gd name="connsiteX150" fmla="*/ 2047875 w 2543175"/>
              <a:gd name="connsiteY150" fmla="*/ 1507331 h 1890712"/>
              <a:gd name="connsiteX151" fmla="*/ 2057400 w 2543175"/>
              <a:gd name="connsiteY151" fmla="*/ 1514475 h 1890712"/>
              <a:gd name="connsiteX152" fmla="*/ 2064544 w 2543175"/>
              <a:gd name="connsiteY152" fmla="*/ 1519237 h 1890712"/>
              <a:gd name="connsiteX153" fmla="*/ 2071688 w 2543175"/>
              <a:gd name="connsiteY153" fmla="*/ 1526381 h 1890712"/>
              <a:gd name="connsiteX154" fmla="*/ 2081213 w 2543175"/>
              <a:gd name="connsiteY154" fmla="*/ 1531144 h 1890712"/>
              <a:gd name="connsiteX155" fmla="*/ 2090738 w 2543175"/>
              <a:gd name="connsiteY155" fmla="*/ 1538287 h 1890712"/>
              <a:gd name="connsiteX156" fmla="*/ 2109788 w 2543175"/>
              <a:gd name="connsiteY156" fmla="*/ 1547812 h 1890712"/>
              <a:gd name="connsiteX157" fmla="*/ 2131219 w 2543175"/>
              <a:gd name="connsiteY157" fmla="*/ 1562100 h 1890712"/>
              <a:gd name="connsiteX158" fmla="*/ 2140744 w 2543175"/>
              <a:gd name="connsiteY158" fmla="*/ 1566862 h 1890712"/>
              <a:gd name="connsiteX159" fmla="*/ 2152650 w 2543175"/>
              <a:gd name="connsiteY159" fmla="*/ 1576387 h 1890712"/>
              <a:gd name="connsiteX160" fmla="*/ 2181225 w 2543175"/>
              <a:gd name="connsiteY160" fmla="*/ 1590675 h 1890712"/>
              <a:gd name="connsiteX161" fmla="*/ 2200275 w 2543175"/>
              <a:gd name="connsiteY161" fmla="*/ 1607344 h 1890712"/>
              <a:gd name="connsiteX162" fmla="*/ 2207419 w 2543175"/>
              <a:gd name="connsiteY162" fmla="*/ 1612106 h 1890712"/>
              <a:gd name="connsiteX163" fmla="*/ 2216944 w 2543175"/>
              <a:gd name="connsiteY163" fmla="*/ 1619250 h 1890712"/>
              <a:gd name="connsiteX164" fmla="*/ 2224088 w 2543175"/>
              <a:gd name="connsiteY164" fmla="*/ 1624012 h 1890712"/>
              <a:gd name="connsiteX165" fmla="*/ 2247900 w 2543175"/>
              <a:gd name="connsiteY165" fmla="*/ 1643062 h 1890712"/>
              <a:gd name="connsiteX166" fmla="*/ 2255044 w 2543175"/>
              <a:gd name="connsiteY166" fmla="*/ 1650206 h 1890712"/>
              <a:gd name="connsiteX167" fmla="*/ 2281238 w 2543175"/>
              <a:gd name="connsiteY167" fmla="*/ 1664494 h 1890712"/>
              <a:gd name="connsiteX168" fmla="*/ 2297907 w 2543175"/>
              <a:gd name="connsiteY168" fmla="*/ 1674019 h 1890712"/>
              <a:gd name="connsiteX169" fmla="*/ 2312194 w 2543175"/>
              <a:gd name="connsiteY169" fmla="*/ 1685925 h 1890712"/>
              <a:gd name="connsiteX170" fmla="*/ 2328863 w 2543175"/>
              <a:gd name="connsiteY170" fmla="*/ 1697831 h 1890712"/>
              <a:gd name="connsiteX171" fmla="*/ 2350294 w 2543175"/>
              <a:gd name="connsiteY171" fmla="*/ 1712119 h 1890712"/>
              <a:gd name="connsiteX172" fmla="*/ 2369344 w 2543175"/>
              <a:gd name="connsiteY172" fmla="*/ 1724025 h 1890712"/>
              <a:gd name="connsiteX173" fmla="*/ 2428876 w 2543175"/>
              <a:gd name="connsiteY173" fmla="*/ 1785938 h 1890712"/>
              <a:gd name="connsiteX174" fmla="*/ 2466975 w 2543175"/>
              <a:gd name="connsiteY174" fmla="*/ 1783556 h 1890712"/>
              <a:gd name="connsiteX175" fmla="*/ 2481263 w 2543175"/>
              <a:gd name="connsiteY175" fmla="*/ 1795462 h 1890712"/>
              <a:gd name="connsiteX176" fmla="*/ 2486025 w 2543175"/>
              <a:gd name="connsiteY176" fmla="*/ 1802606 h 1890712"/>
              <a:gd name="connsiteX177" fmla="*/ 2514600 w 2543175"/>
              <a:gd name="connsiteY177" fmla="*/ 1850231 h 1890712"/>
              <a:gd name="connsiteX178" fmla="*/ 2519363 w 2543175"/>
              <a:gd name="connsiteY178" fmla="*/ 1857375 h 1890712"/>
              <a:gd name="connsiteX179" fmla="*/ 2540794 w 2543175"/>
              <a:gd name="connsiteY179" fmla="*/ 1883569 h 1890712"/>
              <a:gd name="connsiteX180" fmla="*/ 2543175 w 2543175"/>
              <a:gd name="connsiteY18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302419 w 2543175"/>
              <a:gd name="connsiteY26" fmla="*/ 204787 h 1890712"/>
              <a:gd name="connsiteX27" fmla="*/ 309563 w 2543175"/>
              <a:gd name="connsiteY27" fmla="*/ 209550 h 1890712"/>
              <a:gd name="connsiteX28" fmla="*/ 333375 w 2543175"/>
              <a:gd name="connsiteY28" fmla="*/ 228600 h 1890712"/>
              <a:gd name="connsiteX29" fmla="*/ 340519 w 2543175"/>
              <a:gd name="connsiteY29" fmla="*/ 233362 h 1890712"/>
              <a:gd name="connsiteX30" fmla="*/ 354807 w 2543175"/>
              <a:gd name="connsiteY30" fmla="*/ 247650 h 1890712"/>
              <a:gd name="connsiteX31" fmla="*/ 366713 w 2543175"/>
              <a:gd name="connsiteY31" fmla="*/ 264319 h 1890712"/>
              <a:gd name="connsiteX32" fmla="*/ 371475 w 2543175"/>
              <a:gd name="connsiteY32" fmla="*/ 271462 h 1890712"/>
              <a:gd name="connsiteX33" fmla="*/ 378619 w 2543175"/>
              <a:gd name="connsiteY33" fmla="*/ 276225 h 1890712"/>
              <a:gd name="connsiteX34" fmla="*/ 385763 w 2543175"/>
              <a:gd name="connsiteY34" fmla="*/ 283369 h 1890712"/>
              <a:gd name="connsiteX35" fmla="*/ 395288 w 2543175"/>
              <a:gd name="connsiteY35" fmla="*/ 288131 h 1890712"/>
              <a:gd name="connsiteX36" fmla="*/ 404813 w 2543175"/>
              <a:gd name="connsiteY36" fmla="*/ 295275 h 1890712"/>
              <a:gd name="connsiteX37" fmla="*/ 411957 w 2543175"/>
              <a:gd name="connsiteY37" fmla="*/ 297656 h 1890712"/>
              <a:gd name="connsiteX38" fmla="*/ 421482 w 2543175"/>
              <a:gd name="connsiteY38" fmla="*/ 302419 h 1890712"/>
              <a:gd name="connsiteX39" fmla="*/ 447675 w 2543175"/>
              <a:gd name="connsiteY39" fmla="*/ 307181 h 1890712"/>
              <a:gd name="connsiteX40" fmla="*/ 461963 w 2543175"/>
              <a:gd name="connsiteY40" fmla="*/ 321469 h 1890712"/>
              <a:gd name="connsiteX41" fmla="*/ 466725 w 2543175"/>
              <a:gd name="connsiteY41" fmla="*/ 328612 h 1890712"/>
              <a:gd name="connsiteX42" fmla="*/ 476250 w 2543175"/>
              <a:gd name="connsiteY42" fmla="*/ 335756 h 1890712"/>
              <a:gd name="connsiteX43" fmla="*/ 481013 w 2543175"/>
              <a:gd name="connsiteY43" fmla="*/ 342900 h 1890712"/>
              <a:gd name="connsiteX44" fmla="*/ 490538 w 2543175"/>
              <a:gd name="connsiteY44" fmla="*/ 352425 h 1890712"/>
              <a:gd name="connsiteX45" fmla="*/ 495300 w 2543175"/>
              <a:gd name="connsiteY45" fmla="*/ 359569 h 1890712"/>
              <a:gd name="connsiteX46" fmla="*/ 509588 w 2543175"/>
              <a:gd name="connsiteY46" fmla="*/ 376237 h 1890712"/>
              <a:gd name="connsiteX47" fmla="*/ 514350 w 2543175"/>
              <a:gd name="connsiteY47" fmla="*/ 383381 h 1890712"/>
              <a:gd name="connsiteX48" fmla="*/ 531019 w 2543175"/>
              <a:gd name="connsiteY48" fmla="*/ 397669 h 1890712"/>
              <a:gd name="connsiteX49" fmla="*/ 538163 w 2543175"/>
              <a:gd name="connsiteY49" fmla="*/ 407194 h 1890712"/>
              <a:gd name="connsiteX50" fmla="*/ 554832 w 2543175"/>
              <a:gd name="connsiteY50" fmla="*/ 421481 h 1890712"/>
              <a:gd name="connsiteX51" fmla="*/ 564357 w 2543175"/>
              <a:gd name="connsiteY51" fmla="*/ 431006 h 1890712"/>
              <a:gd name="connsiteX52" fmla="*/ 573882 w 2543175"/>
              <a:gd name="connsiteY52" fmla="*/ 438150 h 1890712"/>
              <a:gd name="connsiteX53" fmla="*/ 595313 w 2543175"/>
              <a:gd name="connsiteY53" fmla="*/ 454819 h 1890712"/>
              <a:gd name="connsiteX54" fmla="*/ 602457 w 2543175"/>
              <a:gd name="connsiteY54" fmla="*/ 457200 h 1890712"/>
              <a:gd name="connsiteX55" fmla="*/ 628650 w 2543175"/>
              <a:gd name="connsiteY55" fmla="*/ 469106 h 1890712"/>
              <a:gd name="connsiteX56" fmla="*/ 645319 w 2543175"/>
              <a:gd name="connsiteY56" fmla="*/ 483394 h 1890712"/>
              <a:gd name="connsiteX57" fmla="*/ 654844 w 2543175"/>
              <a:gd name="connsiteY57" fmla="*/ 488156 h 1890712"/>
              <a:gd name="connsiteX58" fmla="*/ 661988 w 2543175"/>
              <a:gd name="connsiteY58" fmla="*/ 497681 h 1890712"/>
              <a:gd name="connsiteX59" fmla="*/ 683419 w 2543175"/>
              <a:gd name="connsiteY59" fmla="*/ 514350 h 1890712"/>
              <a:gd name="connsiteX60" fmla="*/ 700088 w 2543175"/>
              <a:gd name="connsiteY60" fmla="*/ 526256 h 1890712"/>
              <a:gd name="connsiteX61" fmla="*/ 709613 w 2543175"/>
              <a:gd name="connsiteY61" fmla="*/ 535781 h 1890712"/>
              <a:gd name="connsiteX62" fmla="*/ 719138 w 2543175"/>
              <a:gd name="connsiteY62" fmla="*/ 542925 h 1890712"/>
              <a:gd name="connsiteX63" fmla="*/ 733425 w 2543175"/>
              <a:gd name="connsiteY63" fmla="*/ 557212 h 1890712"/>
              <a:gd name="connsiteX64" fmla="*/ 750094 w 2543175"/>
              <a:gd name="connsiteY64" fmla="*/ 569119 h 1890712"/>
              <a:gd name="connsiteX65" fmla="*/ 769144 w 2543175"/>
              <a:gd name="connsiteY65" fmla="*/ 581025 h 1890712"/>
              <a:gd name="connsiteX66" fmla="*/ 785813 w 2543175"/>
              <a:gd name="connsiteY66" fmla="*/ 590550 h 1890712"/>
              <a:gd name="connsiteX67" fmla="*/ 792957 w 2543175"/>
              <a:gd name="connsiteY67" fmla="*/ 600075 h 1890712"/>
              <a:gd name="connsiteX68" fmla="*/ 809625 w 2543175"/>
              <a:gd name="connsiteY68" fmla="*/ 611981 h 1890712"/>
              <a:gd name="connsiteX69" fmla="*/ 816769 w 2543175"/>
              <a:gd name="connsiteY69" fmla="*/ 619125 h 1890712"/>
              <a:gd name="connsiteX70" fmla="*/ 826294 w 2543175"/>
              <a:gd name="connsiteY70" fmla="*/ 626269 h 1890712"/>
              <a:gd name="connsiteX71" fmla="*/ 840582 w 2543175"/>
              <a:gd name="connsiteY71" fmla="*/ 638175 h 1890712"/>
              <a:gd name="connsiteX72" fmla="*/ 847725 w 2543175"/>
              <a:gd name="connsiteY72" fmla="*/ 645319 h 1890712"/>
              <a:gd name="connsiteX73" fmla="*/ 857250 w 2543175"/>
              <a:gd name="connsiteY73" fmla="*/ 652462 h 1890712"/>
              <a:gd name="connsiteX74" fmla="*/ 864394 w 2543175"/>
              <a:gd name="connsiteY74" fmla="*/ 657225 h 1890712"/>
              <a:gd name="connsiteX75" fmla="*/ 888207 w 2543175"/>
              <a:gd name="connsiteY75" fmla="*/ 676275 h 1890712"/>
              <a:gd name="connsiteX76" fmla="*/ 895350 w 2543175"/>
              <a:gd name="connsiteY76" fmla="*/ 681037 h 1890712"/>
              <a:gd name="connsiteX77" fmla="*/ 907257 w 2543175"/>
              <a:gd name="connsiteY77" fmla="*/ 683419 h 1890712"/>
              <a:gd name="connsiteX78" fmla="*/ 928688 w 2543175"/>
              <a:gd name="connsiteY78" fmla="*/ 695325 h 1890712"/>
              <a:gd name="connsiteX79" fmla="*/ 942975 w 2543175"/>
              <a:gd name="connsiteY79" fmla="*/ 700087 h 1890712"/>
              <a:gd name="connsiteX80" fmla="*/ 964407 w 2543175"/>
              <a:gd name="connsiteY80" fmla="*/ 716756 h 1890712"/>
              <a:gd name="connsiteX81" fmla="*/ 971550 w 2543175"/>
              <a:gd name="connsiteY81" fmla="*/ 723900 h 1890712"/>
              <a:gd name="connsiteX82" fmla="*/ 983457 w 2543175"/>
              <a:gd name="connsiteY82" fmla="*/ 733425 h 1890712"/>
              <a:gd name="connsiteX83" fmla="*/ 990600 w 2543175"/>
              <a:gd name="connsiteY83" fmla="*/ 738187 h 1890712"/>
              <a:gd name="connsiteX84" fmla="*/ 1007269 w 2543175"/>
              <a:gd name="connsiteY84" fmla="*/ 752475 h 1890712"/>
              <a:gd name="connsiteX85" fmla="*/ 1031082 w 2543175"/>
              <a:gd name="connsiteY85" fmla="*/ 766762 h 1890712"/>
              <a:gd name="connsiteX86" fmla="*/ 1042988 w 2543175"/>
              <a:gd name="connsiteY86" fmla="*/ 773906 h 1890712"/>
              <a:gd name="connsiteX87" fmla="*/ 1071563 w 2543175"/>
              <a:gd name="connsiteY87" fmla="*/ 785812 h 1890712"/>
              <a:gd name="connsiteX88" fmla="*/ 1097757 w 2543175"/>
              <a:gd name="connsiteY88" fmla="*/ 807244 h 1890712"/>
              <a:gd name="connsiteX89" fmla="*/ 1104900 w 2543175"/>
              <a:gd name="connsiteY89" fmla="*/ 814387 h 1890712"/>
              <a:gd name="connsiteX90" fmla="*/ 1121569 w 2543175"/>
              <a:gd name="connsiteY90" fmla="*/ 823912 h 1890712"/>
              <a:gd name="connsiteX91" fmla="*/ 1138238 w 2543175"/>
              <a:gd name="connsiteY91" fmla="*/ 835819 h 1890712"/>
              <a:gd name="connsiteX92" fmla="*/ 1147763 w 2543175"/>
              <a:gd name="connsiteY92" fmla="*/ 842962 h 1890712"/>
              <a:gd name="connsiteX93" fmla="*/ 1157288 w 2543175"/>
              <a:gd name="connsiteY93" fmla="*/ 847725 h 1890712"/>
              <a:gd name="connsiteX94" fmla="*/ 1178719 w 2543175"/>
              <a:gd name="connsiteY94" fmla="*/ 859631 h 1890712"/>
              <a:gd name="connsiteX95" fmla="*/ 1188244 w 2543175"/>
              <a:gd name="connsiteY95" fmla="*/ 866775 h 1890712"/>
              <a:gd name="connsiteX96" fmla="*/ 1195388 w 2543175"/>
              <a:gd name="connsiteY96" fmla="*/ 871537 h 1890712"/>
              <a:gd name="connsiteX97" fmla="*/ 1212057 w 2543175"/>
              <a:gd name="connsiteY97" fmla="*/ 883444 h 1890712"/>
              <a:gd name="connsiteX98" fmla="*/ 1226344 w 2543175"/>
              <a:gd name="connsiteY98" fmla="*/ 895350 h 1890712"/>
              <a:gd name="connsiteX99" fmla="*/ 1245394 w 2543175"/>
              <a:gd name="connsiteY99" fmla="*/ 907256 h 1890712"/>
              <a:gd name="connsiteX100" fmla="*/ 1254919 w 2543175"/>
              <a:gd name="connsiteY100" fmla="*/ 914400 h 1890712"/>
              <a:gd name="connsiteX101" fmla="*/ 1269207 w 2543175"/>
              <a:gd name="connsiteY101" fmla="*/ 921544 h 1890712"/>
              <a:gd name="connsiteX102" fmla="*/ 1290638 w 2543175"/>
              <a:gd name="connsiteY102" fmla="*/ 935831 h 1890712"/>
              <a:gd name="connsiteX103" fmla="*/ 1307307 w 2543175"/>
              <a:gd name="connsiteY103" fmla="*/ 952500 h 1890712"/>
              <a:gd name="connsiteX104" fmla="*/ 1333500 w 2543175"/>
              <a:gd name="connsiteY104" fmla="*/ 971550 h 1890712"/>
              <a:gd name="connsiteX105" fmla="*/ 1359694 w 2543175"/>
              <a:gd name="connsiteY105" fmla="*/ 990600 h 1890712"/>
              <a:gd name="connsiteX106" fmla="*/ 1373982 w 2543175"/>
              <a:gd name="connsiteY106" fmla="*/ 997744 h 1890712"/>
              <a:gd name="connsiteX107" fmla="*/ 1388269 w 2543175"/>
              <a:gd name="connsiteY107" fmla="*/ 1007269 h 1890712"/>
              <a:gd name="connsiteX108" fmla="*/ 1414463 w 2543175"/>
              <a:gd name="connsiteY108" fmla="*/ 1019175 h 1890712"/>
              <a:gd name="connsiteX109" fmla="*/ 1428750 w 2543175"/>
              <a:gd name="connsiteY109" fmla="*/ 1026319 h 1890712"/>
              <a:gd name="connsiteX110" fmla="*/ 1471613 w 2543175"/>
              <a:gd name="connsiteY110" fmla="*/ 1059656 h 1890712"/>
              <a:gd name="connsiteX111" fmla="*/ 1495425 w 2543175"/>
              <a:gd name="connsiteY111" fmla="*/ 1088231 h 1890712"/>
              <a:gd name="connsiteX112" fmla="*/ 1547812 w 2543175"/>
              <a:gd name="connsiteY112" fmla="*/ 1133475 h 1890712"/>
              <a:gd name="connsiteX113" fmla="*/ 1597819 w 2543175"/>
              <a:gd name="connsiteY113" fmla="*/ 1154906 h 1890712"/>
              <a:gd name="connsiteX114" fmla="*/ 1604963 w 2543175"/>
              <a:gd name="connsiteY114" fmla="*/ 1162050 h 1890712"/>
              <a:gd name="connsiteX115" fmla="*/ 1612107 w 2543175"/>
              <a:gd name="connsiteY115" fmla="*/ 1166812 h 1890712"/>
              <a:gd name="connsiteX116" fmla="*/ 1628775 w 2543175"/>
              <a:gd name="connsiteY116" fmla="*/ 1183481 h 1890712"/>
              <a:gd name="connsiteX117" fmla="*/ 1662113 w 2543175"/>
              <a:gd name="connsiteY117" fmla="*/ 1209675 h 1890712"/>
              <a:gd name="connsiteX118" fmla="*/ 1678782 w 2543175"/>
              <a:gd name="connsiteY118" fmla="*/ 1226344 h 1890712"/>
              <a:gd name="connsiteX119" fmla="*/ 1700213 w 2543175"/>
              <a:gd name="connsiteY119" fmla="*/ 1247775 h 1890712"/>
              <a:gd name="connsiteX120" fmla="*/ 1712119 w 2543175"/>
              <a:gd name="connsiteY120" fmla="*/ 1259681 h 1890712"/>
              <a:gd name="connsiteX121" fmla="*/ 1733550 w 2543175"/>
              <a:gd name="connsiteY121" fmla="*/ 1273969 h 1890712"/>
              <a:gd name="connsiteX122" fmla="*/ 1743075 w 2543175"/>
              <a:gd name="connsiteY122" fmla="*/ 1283494 h 1890712"/>
              <a:gd name="connsiteX123" fmla="*/ 1754982 w 2543175"/>
              <a:gd name="connsiteY123" fmla="*/ 1290637 h 1890712"/>
              <a:gd name="connsiteX124" fmla="*/ 1766888 w 2543175"/>
              <a:gd name="connsiteY124" fmla="*/ 1300162 h 1890712"/>
              <a:gd name="connsiteX125" fmla="*/ 1783557 w 2543175"/>
              <a:gd name="connsiteY125" fmla="*/ 1307306 h 1890712"/>
              <a:gd name="connsiteX126" fmla="*/ 1790700 w 2543175"/>
              <a:gd name="connsiteY126" fmla="*/ 1312069 h 1890712"/>
              <a:gd name="connsiteX127" fmla="*/ 1800225 w 2543175"/>
              <a:gd name="connsiteY127" fmla="*/ 1319212 h 1890712"/>
              <a:gd name="connsiteX128" fmla="*/ 1807369 w 2543175"/>
              <a:gd name="connsiteY128" fmla="*/ 1321594 h 1890712"/>
              <a:gd name="connsiteX129" fmla="*/ 1824038 w 2543175"/>
              <a:gd name="connsiteY129" fmla="*/ 1333500 h 1890712"/>
              <a:gd name="connsiteX130" fmla="*/ 1843088 w 2543175"/>
              <a:gd name="connsiteY130" fmla="*/ 1352550 h 1890712"/>
              <a:gd name="connsiteX131" fmla="*/ 1852613 w 2543175"/>
              <a:gd name="connsiteY131" fmla="*/ 1359694 h 1890712"/>
              <a:gd name="connsiteX132" fmla="*/ 1859757 w 2543175"/>
              <a:gd name="connsiteY132" fmla="*/ 1366837 h 1890712"/>
              <a:gd name="connsiteX133" fmla="*/ 1869282 w 2543175"/>
              <a:gd name="connsiteY133" fmla="*/ 1371600 h 1890712"/>
              <a:gd name="connsiteX134" fmla="*/ 1883569 w 2543175"/>
              <a:gd name="connsiteY134" fmla="*/ 1388269 h 1890712"/>
              <a:gd name="connsiteX135" fmla="*/ 1893094 w 2543175"/>
              <a:gd name="connsiteY135" fmla="*/ 1395412 h 1890712"/>
              <a:gd name="connsiteX136" fmla="*/ 1902619 w 2543175"/>
              <a:gd name="connsiteY136" fmla="*/ 1404937 h 1890712"/>
              <a:gd name="connsiteX137" fmla="*/ 1912144 w 2543175"/>
              <a:gd name="connsiteY137" fmla="*/ 1409700 h 1890712"/>
              <a:gd name="connsiteX138" fmla="*/ 1931194 w 2543175"/>
              <a:gd name="connsiteY138" fmla="*/ 1421606 h 1890712"/>
              <a:gd name="connsiteX139" fmla="*/ 1935957 w 2543175"/>
              <a:gd name="connsiteY139" fmla="*/ 1428750 h 1890712"/>
              <a:gd name="connsiteX140" fmla="*/ 1952625 w 2543175"/>
              <a:gd name="connsiteY140" fmla="*/ 1438275 h 1890712"/>
              <a:gd name="connsiteX141" fmla="*/ 1971675 w 2543175"/>
              <a:gd name="connsiteY141" fmla="*/ 1450181 h 1890712"/>
              <a:gd name="connsiteX142" fmla="*/ 1981200 w 2543175"/>
              <a:gd name="connsiteY142" fmla="*/ 1454944 h 1890712"/>
              <a:gd name="connsiteX143" fmla="*/ 1997869 w 2543175"/>
              <a:gd name="connsiteY143" fmla="*/ 1471612 h 1890712"/>
              <a:gd name="connsiteX144" fmla="*/ 2007394 w 2543175"/>
              <a:gd name="connsiteY144" fmla="*/ 1478756 h 1890712"/>
              <a:gd name="connsiteX145" fmla="*/ 2016919 w 2543175"/>
              <a:gd name="connsiteY145" fmla="*/ 1483519 h 1890712"/>
              <a:gd name="connsiteX146" fmla="*/ 2024063 w 2543175"/>
              <a:gd name="connsiteY146" fmla="*/ 1490662 h 1890712"/>
              <a:gd name="connsiteX147" fmla="*/ 2033588 w 2543175"/>
              <a:gd name="connsiteY147" fmla="*/ 1495425 h 1890712"/>
              <a:gd name="connsiteX148" fmla="*/ 2040732 w 2543175"/>
              <a:gd name="connsiteY148" fmla="*/ 1502569 h 1890712"/>
              <a:gd name="connsiteX149" fmla="*/ 2047875 w 2543175"/>
              <a:gd name="connsiteY149" fmla="*/ 1507331 h 1890712"/>
              <a:gd name="connsiteX150" fmla="*/ 2057400 w 2543175"/>
              <a:gd name="connsiteY150" fmla="*/ 1514475 h 1890712"/>
              <a:gd name="connsiteX151" fmla="*/ 2064544 w 2543175"/>
              <a:gd name="connsiteY151" fmla="*/ 1519237 h 1890712"/>
              <a:gd name="connsiteX152" fmla="*/ 2071688 w 2543175"/>
              <a:gd name="connsiteY152" fmla="*/ 1526381 h 1890712"/>
              <a:gd name="connsiteX153" fmla="*/ 2081213 w 2543175"/>
              <a:gd name="connsiteY153" fmla="*/ 1531144 h 1890712"/>
              <a:gd name="connsiteX154" fmla="*/ 2090738 w 2543175"/>
              <a:gd name="connsiteY154" fmla="*/ 1538287 h 1890712"/>
              <a:gd name="connsiteX155" fmla="*/ 2109788 w 2543175"/>
              <a:gd name="connsiteY155" fmla="*/ 1547812 h 1890712"/>
              <a:gd name="connsiteX156" fmla="*/ 2131219 w 2543175"/>
              <a:gd name="connsiteY156" fmla="*/ 1562100 h 1890712"/>
              <a:gd name="connsiteX157" fmla="*/ 2140744 w 2543175"/>
              <a:gd name="connsiteY157" fmla="*/ 1566862 h 1890712"/>
              <a:gd name="connsiteX158" fmla="*/ 2152650 w 2543175"/>
              <a:gd name="connsiteY158" fmla="*/ 1576387 h 1890712"/>
              <a:gd name="connsiteX159" fmla="*/ 2181225 w 2543175"/>
              <a:gd name="connsiteY159" fmla="*/ 1590675 h 1890712"/>
              <a:gd name="connsiteX160" fmla="*/ 2200275 w 2543175"/>
              <a:gd name="connsiteY160" fmla="*/ 1607344 h 1890712"/>
              <a:gd name="connsiteX161" fmla="*/ 2207419 w 2543175"/>
              <a:gd name="connsiteY161" fmla="*/ 1612106 h 1890712"/>
              <a:gd name="connsiteX162" fmla="*/ 2216944 w 2543175"/>
              <a:gd name="connsiteY162" fmla="*/ 1619250 h 1890712"/>
              <a:gd name="connsiteX163" fmla="*/ 2224088 w 2543175"/>
              <a:gd name="connsiteY163" fmla="*/ 1624012 h 1890712"/>
              <a:gd name="connsiteX164" fmla="*/ 2247900 w 2543175"/>
              <a:gd name="connsiteY164" fmla="*/ 1643062 h 1890712"/>
              <a:gd name="connsiteX165" fmla="*/ 2255044 w 2543175"/>
              <a:gd name="connsiteY165" fmla="*/ 1650206 h 1890712"/>
              <a:gd name="connsiteX166" fmla="*/ 2281238 w 2543175"/>
              <a:gd name="connsiteY166" fmla="*/ 1664494 h 1890712"/>
              <a:gd name="connsiteX167" fmla="*/ 2297907 w 2543175"/>
              <a:gd name="connsiteY167" fmla="*/ 1674019 h 1890712"/>
              <a:gd name="connsiteX168" fmla="*/ 2312194 w 2543175"/>
              <a:gd name="connsiteY168" fmla="*/ 1685925 h 1890712"/>
              <a:gd name="connsiteX169" fmla="*/ 2328863 w 2543175"/>
              <a:gd name="connsiteY169" fmla="*/ 1697831 h 1890712"/>
              <a:gd name="connsiteX170" fmla="*/ 2350294 w 2543175"/>
              <a:gd name="connsiteY170" fmla="*/ 1712119 h 1890712"/>
              <a:gd name="connsiteX171" fmla="*/ 2369344 w 2543175"/>
              <a:gd name="connsiteY171" fmla="*/ 1724025 h 1890712"/>
              <a:gd name="connsiteX172" fmla="*/ 2428876 w 2543175"/>
              <a:gd name="connsiteY172" fmla="*/ 1785938 h 1890712"/>
              <a:gd name="connsiteX173" fmla="*/ 2466975 w 2543175"/>
              <a:gd name="connsiteY173" fmla="*/ 1783556 h 1890712"/>
              <a:gd name="connsiteX174" fmla="*/ 2481263 w 2543175"/>
              <a:gd name="connsiteY174" fmla="*/ 1795462 h 1890712"/>
              <a:gd name="connsiteX175" fmla="*/ 2486025 w 2543175"/>
              <a:gd name="connsiteY175" fmla="*/ 1802606 h 1890712"/>
              <a:gd name="connsiteX176" fmla="*/ 2514600 w 2543175"/>
              <a:gd name="connsiteY176" fmla="*/ 1850231 h 1890712"/>
              <a:gd name="connsiteX177" fmla="*/ 2519363 w 2543175"/>
              <a:gd name="connsiteY177" fmla="*/ 1857375 h 1890712"/>
              <a:gd name="connsiteX178" fmla="*/ 2540794 w 2543175"/>
              <a:gd name="connsiteY178" fmla="*/ 1883569 h 1890712"/>
              <a:gd name="connsiteX179" fmla="*/ 2543175 w 2543175"/>
              <a:gd name="connsiteY17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302419 w 2543175"/>
              <a:gd name="connsiteY25" fmla="*/ 204787 h 1890712"/>
              <a:gd name="connsiteX26" fmla="*/ 309563 w 2543175"/>
              <a:gd name="connsiteY26" fmla="*/ 209550 h 1890712"/>
              <a:gd name="connsiteX27" fmla="*/ 333375 w 2543175"/>
              <a:gd name="connsiteY27" fmla="*/ 228600 h 1890712"/>
              <a:gd name="connsiteX28" fmla="*/ 340519 w 2543175"/>
              <a:gd name="connsiteY28" fmla="*/ 233362 h 1890712"/>
              <a:gd name="connsiteX29" fmla="*/ 354807 w 2543175"/>
              <a:gd name="connsiteY29" fmla="*/ 247650 h 1890712"/>
              <a:gd name="connsiteX30" fmla="*/ 366713 w 2543175"/>
              <a:gd name="connsiteY30" fmla="*/ 264319 h 1890712"/>
              <a:gd name="connsiteX31" fmla="*/ 371475 w 2543175"/>
              <a:gd name="connsiteY31" fmla="*/ 271462 h 1890712"/>
              <a:gd name="connsiteX32" fmla="*/ 378619 w 2543175"/>
              <a:gd name="connsiteY32" fmla="*/ 276225 h 1890712"/>
              <a:gd name="connsiteX33" fmla="*/ 385763 w 2543175"/>
              <a:gd name="connsiteY33" fmla="*/ 283369 h 1890712"/>
              <a:gd name="connsiteX34" fmla="*/ 395288 w 2543175"/>
              <a:gd name="connsiteY34" fmla="*/ 288131 h 1890712"/>
              <a:gd name="connsiteX35" fmla="*/ 404813 w 2543175"/>
              <a:gd name="connsiteY35" fmla="*/ 295275 h 1890712"/>
              <a:gd name="connsiteX36" fmla="*/ 411957 w 2543175"/>
              <a:gd name="connsiteY36" fmla="*/ 297656 h 1890712"/>
              <a:gd name="connsiteX37" fmla="*/ 421482 w 2543175"/>
              <a:gd name="connsiteY37" fmla="*/ 302419 h 1890712"/>
              <a:gd name="connsiteX38" fmla="*/ 447675 w 2543175"/>
              <a:gd name="connsiteY38" fmla="*/ 307181 h 1890712"/>
              <a:gd name="connsiteX39" fmla="*/ 461963 w 2543175"/>
              <a:gd name="connsiteY39" fmla="*/ 321469 h 1890712"/>
              <a:gd name="connsiteX40" fmla="*/ 466725 w 2543175"/>
              <a:gd name="connsiteY40" fmla="*/ 328612 h 1890712"/>
              <a:gd name="connsiteX41" fmla="*/ 476250 w 2543175"/>
              <a:gd name="connsiteY41" fmla="*/ 335756 h 1890712"/>
              <a:gd name="connsiteX42" fmla="*/ 481013 w 2543175"/>
              <a:gd name="connsiteY42" fmla="*/ 342900 h 1890712"/>
              <a:gd name="connsiteX43" fmla="*/ 490538 w 2543175"/>
              <a:gd name="connsiteY43" fmla="*/ 352425 h 1890712"/>
              <a:gd name="connsiteX44" fmla="*/ 495300 w 2543175"/>
              <a:gd name="connsiteY44" fmla="*/ 359569 h 1890712"/>
              <a:gd name="connsiteX45" fmla="*/ 509588 w 2543175"/>
              <a:gd name="connsiteY45" fmla="*/ 376237 h 1890712"/>
              <a:gd name="connsiteX46" fmla="*/ 514350 w 2543175"/>
              <a:gd name="connsiteY46" fmla="*/ 383381 h 1890712"/>
              <a:gd name="connsiteX47" fmla="*/ 531019 w 2543175"/>
              <a:gd name="connsiteY47" fmla="*/ 397669 h 1890712"/>
              <a:gd name="connsiteX48" fmla="*/ 538163 w 2543175"/>
              <a:gd name="connsiteY48" fmla="*/ 407194 h 1890712"/>
              <a:gd name="connsiteX49" fmla="*/ 554832 w 2543175"/>
              <a:gd name="connsiteY49" fmla="*/ 421481 h 1890712"/>
              <a:gd name="connsiteX50" fmla="*/ 564357 w 2543175"/>
              <a:gd name="connsiteY50" fmla="*/ 431006 h 1890712"/>
              <a:gd name="connsiteX51" fmla="*/ 573882 w 2543175"/>
              <a:gd name="connsiteY51" fmla="*/ 438150 h 1890712"/>
              <a:gd name="connsiteX52" fmla="*/ 595313 w 2543175"/>
              <a:gd name="connsiteY52" fmla="*/ 454819 h 1890712"/>
              <a:gd name="connsiteX53" fmla="*/ 602457 w 2543175"/>
              <a:gd name="connsiteY53" fmla="*/ 457200 h 1890712"/>
              <a:gd name="connsiteX54" fmla="*/ 628650 w 2543175"/>
              <a:gd name="connsiteY54" fmla="*/ 469106 h 1890712"/>
              <a:gd name="connsiteX55" fmla="*/ 645319 w 2543175"/>
              <a:gd name="connsiteY55" fmla="*/ 483394 h 1890712"/>
              <a:gd name="connsiteX56" fmla="*/ 654844 w 2543175"/>
              <a:gd name="connsiteY56" fmla="*/ 488156 h 1890712"/>
              <a:gd name="connsiteX57" fmla="*/ 661988 w 2543175"/>
              <a:gd name="connsiteY57" fmla="*/ 497681 h 1890712"/>
              <a:gd name="connsiteX58" fmla="*/ 683419 w 2543175"/>
              <a:gd name="connsiteY58" fmla="*/ 514350 h 1890712"/>
              <a:gd name="connsiteX59" fmla="*/ 700088 w 2543175"/>
              <a:gd name="connsiteY59" fmla="*/ 526256 h 1890712"/>
              <a:gd name="connsiteX60" fmla="*/ 709613 w 2543175"/>
              <a:gd name="connsiteY60" fmla="*/ 535781 h 1890712"/>
              <a:gd name="connsiteX61" fmla="*/ 719138 w 2543175"/>
              <a:gd name="connsiteY61" fmla="*/ 542925 h 1890712"/>
              <a:gd name="connsiteX62" fmla="*/ 733425 w 2543175"/>
              <a:gd name="connsiteY62" fmla="*/ 557212 h 1890712"/>
              <a:gd name="connsiteX63" fmla="*/ 750094 w 2543175"/>
              <a:gd name="connsiteY63" fmla="*/ 569119 h 1890712"/>
              <a:gd name="connsiteX64" fmla="*/ 769144 w 2543175"/>
              <a:gd name="connsiteY64" fmla="*/ 581025 h 1890712"/>
              <a:gd name="connsiteX65" fmla="*/ 785813 w 2543175"/>
              <a:gd name="connsiteY65" fmla="*/ 590550 h 1890712"/>
              <a:gd name="connsiteX66" fmla="*/ 792957 w 2543175"/>
              <a:gd name="connsiteY66" fmla="*/ 600075 h 1890712"/>
              <a:gd name="connsiteX67" fmla="*/ 809625 w 2543175"/>
              <a:gd name="connsiteY67" fmla="*/ 611981 h 1890712"/>
              <a:gd name="connsiteX68" fmla="*/ 816769 w 2543175"/>
              <a:gd name="connsiteY68" fmla="*/ 619125 h 1890712"/>
              <a:gd name="connsiteX69" fmla="*/ 826294 w 2543175"/>
              <a:gd name="connsiteY69" fmla="*/ 626269 h 1890712"/>
              <a:gd name="connsiteX70" fmla="*/ 840582 w 2543175"/>
              <a:gd name="connsiteY70" fmla="*/ 638175 h 1890712"/>
              <a:gd name="connsiteX71" fmla="*/ 847725 w 2543175"/>
              <a:gd name="connsiteY71" fmla="*/ 645319 h 1890712"/>
              <a:gd name="connsiteX72" fmla="*/ 857250 w 2543175"/>
              <a:gd name="connsiteY72" fmla="*/ 652462 h 1890712"/>
              <a:gd name="connsiteX73" fmla="*/ 864394 w 2543175"/>
              <a:gd name="connsiteY73" fmla="*/ 657225 h 1890712"/>
              <a:gd name="connsiteX74" fmla="*/ 888207 w 2543175"/>
              <a:gd name="connsiteY74" fmla="*/ 676275 h 1890712"/>
              <a:gd name="connsiteX75" fmla="*/ 895350 w 2543175"/>
              <a:gd name="connsiteY75" fmla="*/ 681037 h 1890712"/>
              <a:gd name="connsiteX76" fmla="*/ 907257 w 2543175"/>
              <a:gd name="connsiteY76" fmla="*/ 683419 h 1890712"/>
              <a:gd name="connsiteX77" fmla="*/ 928688 w 2543175"/>
              <a:gd name="connsiteY77" fmla="*/ 695325 h 1890712"/>
              <a:gd name="connsiteX78" fmla="*/ 942975 w 2543175"/>
              <a:gd name="connsiteY78" fmla="*/ 700087 h 1890712"/>
              <a:gd name="connsiteX79" fmla="*/ 964407 w 2543175"/>
              <a:gd name="connsiteY79" fmla="*/ 716756 h 1890712"/>
              <a:gd name="connsiteX80" fmla="*/ 971550 w 2543175"/>
              <a:gd name="connsiteY80" fmla="*/ 723900 h 1890712"/>
              <a:gd name="connsiteX81" fmla="*/ 983457 w 2543175"/>
              <a:gd name="connsiteY81" fmla="*/ 733425 h 1890712"/>
              <a:gd name="connsiteX82" fmla="*/ 990600 w 2543175"/>
              <a:gd name="connsiteY82" fmla="*/ 738187 h 1890712"/>
              <a:gd name="connsiteX83" fmla="*/ 1007269 w 2543175"/>
              <a:gd name="connsiteY83" fmla="*/ 752475 h 1890712"/>
              <a:gd name="connsiteX84" fmla="*/ 1031082 w 2543175"/>
              <a:gd name="connsiteY84" fmla="*/ 766762 h 1890712"/>
              <a:gd name="connsiteX85" fmla="*/ 1042988 w 2543175"/>
              <a:gd name="connsiteY85" fmla="*/ 773906 h 1890712"/>
              <a:gd name="connsiteX86" fmla="*/ 1071563 w 2543175"/>
              <a:gd name="connsiteY86" fmla="*/ 785812 h 1890712"/>
              <a:gd name="connsiteX87" fmla="*/ 1097757 w 2543175"/>
              <a:gd name="connsiteY87" fmla="*/ 807244 h 1890712"/>
              <a:gd name="connsiteX88" fmla="*/ 1104900 w 2543175"/>
              <a:gd name="connsiteY88" fmla="*/ 814387 h 1890712"/>
              <a:gd name="connsiteX89" fmla="*/ 1121569 w 2543175"/>
              <a:gd name="connsiteY89" fmla="*/ 823912 h 1890712"/>
              <a:gd name="connsiteX90" fmla="*/ 1138238 w 2543175"/>
              <a:gd name="connsiteY90" fmla="*/ 835819 h 1890712"/>
              <a:gd name="connsiteX91" fmla="*/ 1147763 w 2543175"/>
              <a:gd name="connsiteY91" fmla="*/ 842962 h 1890712"/>
              <a:gd name="connsiteX92" fmla="*/ 1157288 w 2543175"/>
              <a:gd name="connsiteY92" fmla="*/ 847725 h 1890712"/>
              <a:gd name="connsiteX93" fmla="*/ 1178719 w 2543175"/>
              <a:gd name="connsiteY93" fmla="*/ 859631 h 1890712"/>
              <a:gd name="connsiteX94" fmla="*/ 1188244 w 2543175"/>
              <a:gd name="connsiteY94" fmla="*/ 866775 h 1890712"/>
              <a:gd name="connsiteX95" fmla="*/ 1195388 w 2543175"/>
              <a:gd name="connsiteY95" fmla="*/ 871537 h 1890712"/>
              <a:gd name="connsiteX96" fmla="*/ 1212057 w 2543175"/>
              <a:gd name="connsiteY96" fmla="*/ 883444 h 1890712"/>
              <a:gd name="connsiteX97" fmla="*/ 1226344 w 2543175"/>
              <a:gd name="connsiteY97" fmla="*/ 895350 h 1890712"/>
              <a:gd name="connsiteX98" fmla="*/ 1245394 w 2543175"/>
              <a:gd name="connsiteY98" fmla="*/ 907256 h 1890712"/>
              <a:gd name="connsiteX99" fmla="*/ 1254919 w 2543175"/>
              <a:gd name="connsiteY99" fmla="*/ 914400 h 1890712"/>
              <a:gd name="connsiteX100" fmla="*/ 1269207 w 2543175"/>
              <a:gd name="connsiteY100" fmla="*/ 921544 h 1890712"/>
              <a:gd name="connsiteX101" fmla="*/ 1290638 w 2543175"/>
              <a:gd name="connsiteY101" fmla="*/ 935831 h 1890712"/>
              <a:gd name="connsiteX102" fmla="*/ 1307307 w 2543175"/>
              <a:gd name="connsiteY102" fmla="*/ 952500 h 1890712"/>
              <a:gd name="connsiteX103" fmla="*/ 1333500 w 2543175"/>
              <a:gd name="connsiteY103" fmla="*/ 971550 h 1890712"/>
              <a:gd name="connsiteX104" fmla="*/ 1359694 w 2543175"/>
              <a:gd name="connsiteY104" fmla="*/ 990600 h 1890712"/>
              <a:gd name="connsiteX105" fmla="*/ 1373982 w 2543175"/>
              <a:gd name="connsiteY105" fmla="*/ 997744 h 1890712"/>
              <a:gd name="connsiteX106" fmla="*/ 1388269 w 2543175"/>
              <a:gd name="connsiteY106" fmla="*/ 1007269 h 1890712"/>
              <a:gd name="connsiteX107" fmla="*/ 1414463 w 2543175"/>
              <a:gd name="connsiteY107" fmla="*/ 1019175 h 1890712"/>
              <a:gd name="connsiteX108" fmla="*/ 1428750 w 2543175"/>
              <a:gd name="connsiteY108" fmla="*/ 1026319 h 1890712"/>
              <a:gd name="connsiteX109" fmla="*/ 1471613 w 2543175"/>
              <a:gd name="connsiteY109" fmla="*/ 1059656 h 1890712"/>
              <a:gd name="connsiteX110" fmla="*/ 1495425 w 2543175"/>
              <a:gd name="connsiteY110" fmla="*/ 1088231 h 1890712"/>
              <a:gd name="connsiteX111" fmla="*/ 1547812 w 2543175"/>
              <a:gd name="connsiteY111" fmla="*/ 1133475 h 1890712"/>
              <a:gd name="connsiteX112" fmla="*/ 1597819 w 2543175"/>
              <a:gd name="connsiteY112" fmla="*/ 1154906 h 1890712"/>
              <a:gd name="connsiteX113" fmla="*/ 1604963 w 2543175"/>
              <a:gd name="connsiteY113" fmla="*/ 1162050 h 1890712"/>
              <a:gd name="connsiteX114" fmla="*/ 1612107 w 2543175"/>
              <a:gd name="connsiteY114" fmla="*/ 1166812 h 1890712"/>
              <a:gd name="connsiteX115" fmla="*/ 1628775 w 2543175"/>
              <a:gd name="connsiteY115" fmla="*/ 1183481 h 1890712"/>
              <a:gd name="connsiteX116" fmla="*/ 1662113 w 2543175"/>
              <a:gd name="connsiteY116" fmla="*/ 1209675 h 1890712"/>
              <a:gd name="connsiteX117" fmla="*/ 1678782 w 2543175"/>
              <a:gd name="connsiteY117" fmla="*/ 1226344 h 1890712"/>
              <a:gd name="connsiteX118" fmla="*/ 1700213 w 2543175"/>
              <a:gd name="connsiteY118" fmla="*/ 1247775 h 1890712"/>
              <a:gd name="connsiteX119" fmla="*/ 1712119 w 2543175"/>
              <a:gd name="connsiteY119" fmla="*/ 1259681 h 1890712"/>
              <a:gd name="connsiteX120" fmla="*/ 1733550 w 2543175"/>
              <a:gd name="connsiteY120" fmla="*/ 1273969 h 1890712"/>
              <a:gd name="connsiteX121" fmla="*/ 1743075 w 2543175"/>
              <a:gd name="connsiteY121" fmla="*/ 1283494 h 1890712"/>
              <a:gd name="connsiteX122" fmla="*/ 1754982 w 2543175"/>
              <a:gd name="connsiteY122" fmla="*/ 1290637 h 1890712"/>
              <a:gd name="connsiteX123" fmla="*/ 1766888 w 2543175"/>
              <a:gd name="connsiteY123" fmla="*/ 1300162 h 1890712"/>
              <a:gd name="connsiteX124" fmla="*/ 1783557 w 2543175"/>
              <a:gd name="connsiteY124" fmla="*/ 1307306 h 1890712"/>
              <a:gd name="connsiteX125" fmla="*/ 1790700 w 2543175"/>
              <a:gd name="connsiteY125" fmla="*/ 1312069 h 1890712"/>
              <a:gd name="connsiteX126" fmla="*/ 1800225 w 2543175"/>
              <a:gd name="connsiteY126" fmla="*/ 1319212 h 1890712"/>
              <a:gd name="connsiteX127" fmla="*/ 1807369 w 2543175"/>
              <a:gd name="connsiteY127" fmla="*/ 1321594 h 1890712"/>
              <a:gd name="connsiteX128" fmla="*/ 1824038 w 2543175"/>
              <a:gd name="connsiteY128" fmla="*/ 1333500 h 1890712"/>
              <a:gd name="connsiteX129" fmla="*/ 1843088 w 2543175"/>
              <a:gd name="connsiteY129" fmla="*/ 1352550 h 1890712"/>
              <a:gd name="connsiteX130" fmla="*/ 1852613 w 2543175"/>
              <a:gd name="connsiteY130" fmla="*/ 1359694 h 1890712"/>
              <a:gd name="connsiteX131" fmla="*/ 1859757 w 2543175"/>
              <a:gd name="connsiteY131" fmla="*/ 1366837 h 1890712"/>
              <a:gd name="connsiteX132" fmla="*/ 1869282 w 2543175"/>
              <a:gd name="connsiteY132" fmla="*/ 1371600 h 1890712"/>
              <a:gd name="connsiteX133" fmla="*/ 1883569 w 2543175"/>
              <a:gd name="connsiteY133" fmla="*/ 1388269 h 1890712"/>
              <a:gd name="connsiteX134" fmla="*/ 1893094 w 2543175"/>
              <a:gd name="connsiteY134" fmla="*/ 1395412 h 1890712"/>
              <a:gd name="connsiteX135" fmla="*/ 1902619 w 2543175"/>
              <a:gd name="connsiteY135" fmla="*/ 1404937 h 1890712"/>
              <a:gd name="connsiteX136" fmla="*/ 1912144 w 2543175"/>
              <a:gd name="connsiteY136" fmla="*/ 1409700 h 1890712"/>
              <a:gd name="connsiteX137" fmla="*/ 1931194 w 2543175"/>
              <a:gd name="connsiteY137" fmla="*/ 1421606 h 1890712"/>
              <a:gd name="connsiteX138" fmla="*/ 1935957 w 2543175"/>
              <a:gd name="connsiteY138" fmla="*/ 1428750 h 1890712"/>
              <a:gd name="connsiteX139" fmla="*/ 1952625 w 2543175"/>
              <a:gd name="connsiteY139" fmla="*/ 1438275 h 1890712"/>
              <a:gd name="connsiteX140" fmla="*/ 1971675 w 2543175"/>
              <a:gd name="connsiteY140" fmla="*/ 1450181 h 1890712"/>
              <a:gd name="connsiteX141" fmla="*/ 1981200 w 2543175"/>
              <a:gd name="connsiteY141" fmla="*/ 1454944 h 1890712"/>
              <a:gd name="connsiteX142" fmla="*/ 1997869 w 2543175"/>
              <a:gd name="connsiteY142" fmla="*/ 1471612 h 1890712"/>
              <a:gd name="connsiteX143" fmla="*/ 2007394 w 2543175"/>
              <a:gd name="connsiteY143" fmla="*/ 1478756 h 1890712"/>
              <a:gd name="connsiteX144" fmla="*/ 2016919 w 2543175"/>
              <a:gd name="connsiteY144" fmla="*/ 1483519 h 1890712"/>
              <a:gd name="connsiteX145" fmla="*/ 2024063 w 2543175"/>
              <a:gd name="connsiteY145" fmla="*/ 1490662 h 1890712"/>
              <a:gd name="connsiteX146" fmla="*/ 2033588 w 2543175"/>
              <a:gd name="connsiteY146" fmla="*/ 1495425 h 1890712"/>
              <a:gd name="connsiteX147" fmla="*/ 2040732 w 2543175"/>
              <a:gd name="connsiteY147" fmla="*/ 1502569 h 1890712"/>
              <a:gd name="connsiteX148" fmla="*/ 2047875 w 2543175"/>
              <a:gd name="connsiteY148" fmla="*/ 1507331 h 1890712"/>
              <a:gd name="connsiteX149" fmla="*/ 2057400 w 2543175"/>
              <a:gd name="connsiteY149" fmla="*/ 1514475 h 1890712"/>
              <a:gd name="connsiteX150" fmla="*/ 2064544 w 2543175"/>
              <a:gd name="connsiteY150" fmla="*/ 1519237 h 1890712"/>
              <a:gd name="connsiteX151" fmla="*/ 2071688 w 2543175"/>
              <a:gd name="connsiteY151" fmla="*/ 1526381 h 1890712"/>
              <a:gd name="connsiteX152" fmla="*/ 2081213 w 2543175"/>
              <a:gd name="connsiteY152" fmla="*/ 1531144 h 1890712"/>
              <a:gd name="connsiteX153" fmla="*/ 2090738 w 2543175"/>
              <a:gd name="connsiteY153" fmla="*/ 1538287 h 1890712"/>
              <a:gd name="connsiteX154" fmla="*/ 2109788 w 2543175"/>
              <a:gd name="connsiteY154" fmla="*/ 1547812 h 1890712"/>
              <a:gd name="connsiteX155" fmla="*/ 2131219 w 2543175"/>
              <a:gd name="connsiteY155" fmla="*/ 1562100 h 1890712"/>
              <a:gd name="connsiteX156" fmla="*/ 2140744 w 2543175"/>
              <a:gd name="connsiteY156" fmla="*/ 1566862 h 1890712"/>
              <a:gd name="connsiteX157" fmla="*/ 2152650 w 2543175"/>
              <a:gd name="connsiteY157" fmla="*/ 1576387 h 1890712"/>
              <a:gd name="connsiteX158" fmla="*/ 2181225 w 2543175"/>
              <a:gd name="connsiteY158" fmla="*/ 1590675 h 1890712"/>
              <a:gd name="connsiteX159" fmla="*/ 2200275 w 2543175"/>
              <a:gd name="connsiteY159" fmla="*/ 1607344 h 1890712"/>
              <a:gd name="connsiteX160" fmla="*/ 2207419 w 2543175"/>
              <a:gd name="connsiteY160" fmla="*/ 1612106 h 1890712"/>
              <a:gd name="connsiteX161" fmla="*/ 2216944 w 2543175"/>
              <a:gd name="connsiteY161" fmla="*/ 1619250 h 1890712"/>
              <a:gd name="connsiteX162" fmla="*/ 2224088 w 2543175"/>
              <a:gd name="connsiteY162" fmla="*/ 1624012 h 1890712"/>
              <a:gd name="connsiteX163" fmla="*/ 2247900 w 2543175"/>
              <a:gd name="connsiteY163" fmla="*/ 1643062 h 1890712"/>
              <a:gd name="connsiteX164" fmla="*/ 2255044 w 2543175"/>
              <a:gd name="connsiteY164" fmla="*/ 1650206 h 1890712"/>
              <a:gd name="connsiteX165" fmla="*/ 2281238 w 2543175"/>
              <a:gd name="connsiteY165" fmla="*/ 1664494 h 1890712"/>
              <a:gd name="connsiteX166" fmla="*/ 2297907 w 2543175"/>
              <a:gd name="connsiteY166" fmla="*/ 1674019 h 1890712"/>
              <a:gd name="connsiteX167" fmla="*/ 2312194 w 2543175"/>
              <a:gd name="connsiteY167" fmla="*/ 1685925 h 1890712"/>
              <a:gd name="connsiteX168" fmla="*/ 2328863 w 2543175"/>
              <a:gd name="connsiteY168" fmla="*/ 1697831 h 1890712"/>
              <a:gd name="connsiteX169" fmla="*/ 2350294 w 2543175"/>
              <a:gd name="connsiteY169" fmla="*/ 1712119 h 1890712"/>
              <a:gd name="connsiteX170" fmla="*/ 2369344 w 2543175"/>
              <a:gd name="connsiteY170" fmla="*/ 1724025 h 1890712"/>
              <a:gd name="connsiteX171" fmla="*/ 2428876 w 2543175"/>
              <a:gd name="connsiteY171" fmla="*/ 1785938 h 1890712"/>
              <a:gd name="connsiteX172" fmla="*/ 2466975 w 2543175"/>
              <a:gd name="connsiteY172" fmla="*/ 1783556 h 1890712"/>
              <a:gd name="connsiteX173" fmla="*/ 2481263 w 2543175"/>
              <a:gd name="connsiteY173" fmla="*/ 1795462 h 1890712"/>
              <a:gd name="connsiteX174" fmla="*/ 2486025 w 2543175"/>
              <a:gd name="connsiteY174" fmla="*/ 1802606 h 1890712"/>
              <a:gd name="connsiteX175" fmla="*/ 2514600 w 2543175"/>
              <a:gd name="connsiteY175" fmla="*/ 1850231 h 1890712"/>
              <a:gd name="connsiteX176" fmla="*/ 2519363 w 2543175"/>
              <a:gd name="connsiteY176" fmla="*/ 1857375 h 1890712"/>
              <a:gd name="connsiteX177" fmla="*/ 2540794 w 2543175"/>
              <a:gd name="connsiteY177" fmla="*/ 1883569 h 1890712"/>
              <a:gd name="connsiteX178" fmla="*/ 2543175 w 2543175"/>
              <a:gd name="connsiteY178"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09563 w 2543175"/>
              <a:gd name="connsiteY25" fmla="*/ 209550 h 1890712"/>
              <a:gd name="connsiteX26" fmla="*/ 333375 w 2543175"/>
              <a:gd name="connsiteY26" fmla="*/ 228600 h 1890712"/>
              <a:gd name="connsiteX27" fmla="*/ 340519 w 2543175"/>
              <a:gd name="connsiteY27" fmla="*/ 233362 h 1890712"/>
              <a:gd name="connsiteX28" fmla="*/ 354807 w 2543175"/>
              <a:gd name="connsiteY28" fmla="*/ 247650 h 1890712"/>
              <a:gd name="connsiteX29" fmla="*/ 366713 w 2543175"/>
              <a:gd name="connsiteY29" fmla="*/ 264319 h 1890712"/>
              <a:gd name="connsiteX30" fmla="*/ 371475 w 2543175"/>
              <a:gd name="connsiteY30" fmla="*/ 271462 h 1890712"/>
              <a:gd name="connsiteX31" fmla="*/ 378619 w 2543175"/>
              <a:gd name="connsiteY31" fmla="*/ 276225 h 1890712"/>
              <a:gd name="connsiteX32" fmla="*/ 385763 w 2543175"/>
              <a:gd name="connsiteY32" fmla="*/ 283369 h 1890712"/>
              <a:gd name="connsiteX33" fmla="*/ 395288 w 2543175"/>
              <a:gd name="connsiteY33" fmla="*/ 288131 h 1890712"/>
              <a:gd name="connsiteX34" fmla="*/ 404813 w 2543175"/>
              <a:gd name="connsiteY34" fmla="*/ 295275 h 1890712"/>
              <a:gd name="connsiteX35" fmla="*/ 411957 w 2543175"/>
              <a:gd name="connsiteY35" fmla="*/ 297656 h 1890712"/>
              <a:gd name="connsiteX36" fmla="*/ 421482 w 2543175"/>
              <a:gd name="connsiteY36" fmla="*/ 302419 h 1890712"/>
              <a:gd name="connsiteX37" fmla="*/ 447675 w 2543175"/>
              <a:gd name="connsiteY37" fmla="*/ 307181 h 1890712"/>
              <a:gd name="connsiteX38" fmla="*/ 461963 w 2543175"/>
              <a:gd name="connsiteY38" fmla="*/ 321469 h 1890712"/>
              <a:gd name="connsiteX39" fmla="*/ 466725 w 2543175"/>
              <a:gd name="connsiteY39" fmla="*/ 328612 h 1890712"/>
              <a:gd name="connsiteX40" fmla="*/ 476250 w 2543175"/>
              <a:gd name="connsiteY40" fmla="*/ 335756 h 1890712"/>
              <a:gd name="connsiteX41" fmla="*/ 481013 w 2543175"/>
              <a:gd name="connsiteY41" fmla="*/ 342900 h 1890712"/>
              <a:gd name="connsiteX42" fmla="*/ 490538 w 2543175"/>
              <a:gd name="connsiteY42" fmla="*/ 352425 h 1890712"/>
              <a:gd name="connsiteX43" fmla="*/ 495300 w 2543175"/>
              <a:gd name="connsiteY43" fmla="*/ 359569 h 1890712"/>
              <a:gd name="connsiteX44" fmla="*/ 509588 w 2543175"/>
              <a:gd name="connsiteY44" fmla="*/ 376237 h 1890712"/>
              <a:gd name="connsiteX45" fmla="*/ 514350 w 2543175"/>
              <a:gd name="connsiteY45" fmla="*/ 383381 h 1890712"/>
              <a:gd name="connsiteX46" fmla="*/ 531019 w 2543175"/>
              <a:gd name="connsiteY46" fmla="*/ 397669 h 1890712"/>
              <a:gd name="connsiteX47" fmla="*/ 538163 w 2543175"/>
              <a:gd name="connsiteY47" fmla="*/ 407194 h 1890712"/>
              <a:gd name="connsiteX48" fmla="*/ 554832 w 2543175"/>
              <a:gd name="connsiteY48" fmla="*/ 421481 h 1890712"/>
              <a:gd name="connsiteX49" fmla="*/ 564357 w 2543175"/>
              <a:gd name="connsiteY49" fmla="*/ 431006 h 1890712"/>
              <a:gd name="connsiteX50" fmla="*/ 573882 w 2543175"/>
              <a:gd name="connsiteY50" fmla="*/ 438150 h 1890712"/>
              <a:gd name="connsiteX51" fmla="*/ 595313 w 2543175"/>
              <a:gd name="connsiteY51" fmla="*/ 454819 h 1890712"/>
              <a:gd name="connsiteX52" fmla="*/ 602457 w 2543175"/>
              <a:gd name="connsiteY52" fmla="*/ 457200 h 1890712"/>
              <a:gd name="connsiteX53" fmla="*/ 628650 w 2543175"/>
              <a:gd name="connsiteY53" fmla="*/ 469106 h 1890712"/>
              <a:gd name="connsiteX54" fmla="*/ 645319 w 2543175"/>
              <a:gd name="connsiteY54" fmla="*/ 483394 h 1890712"/>
              <a:gd name="connsiteX55" fmla="*/ 654844 w 2543175"/>
              <a:gd name="connsiteY55" fmla="*/ 488156 h 1890712"/>
              <a:gd name="connsiteX56" fmla="*/ 661988 w 2543175"/>
              <a:gd name="connsiteY56" fmla="*/ 497681 h 1890712"/>
              <a:gd name="connsiteX57" fmla="*/ 683419 w 2543175"/>
              <a:gd name="connsiteY57" fmla="*/ 514350 h 1890712"/>
              <a:gd name="connsiteX58" fmla="*/ 700088 w 2543175"/>
              <a:gd name="connsiteY58" fmla="*/ 526256 h 1890712"/>
              <a:gd name="connsiteX59" fmla="*/ 709613 w 2543175"/>
              <a:gd name="connsiteY59" fmla="*/ 535781 h 1890712"/>
              <a:gd name="connsiteX60" fmla="*/ 719138 w 2543175"/>
              <a:gd name="connsiteY60" fmla="*/ 542925 h 1890712"/>
              <a:gd name="connsiteX61" fmla="*/ 733425 w 2543175"/>
              <a:gd name="connsiteY61" fmla="*/ 557212 h 1890712"/>
              <a:gd name="connsiteX62" fmla="*/ 750094 w 2543175"/>
              <a:gd name="connsiteY62" fmla="*/ 569119 h 1890712"/>
              <a:gd name="connsiteX63" fmla="*/ 769144 w 2543175"/>
              <a:gd name="connsiteY63" fmla="*/ 581025 h 1890712"/>
              <a:gd name="connsiteX64" fmla="*/ 785813 w 2543175"/>
              <a:gd name="connsiteY64" fmla="*/ 590550 h 1890712"/>
              <a:gd name="connsiteX65" fmla="*/ 792957 w 2543175"/>
              <a:gd name="connsiteY65" fmla="*/ 600075 h 1890712"/>
              <a:gd name="connsiteX66" fmla="*/ 809625 w 2543175"/>
              <a:gd name="connsiteY66" fmla="*/ 611981 h 1890712"/>
              <a:gd name="connsiteX67" fmla="*/ 816769 w 2543175"/>
              <a:gd name="connsiteY67" fmla="*/ 619125 h 1890712"/>
              <a:gd name="connsiteX68" fmla="*/ 826294 w 2543175"/>
              <a:gd name="connsiteY68" fmla="*/ 626269 h 1890712"/>
              <a:gd name="connsiteX69" fmla="*/ 840582 w 2543175"/>
              <a:gd name="connsiteY69" fmla="*/ 638175 h 1890712"/>
              <a:gd name="connsiteX70" fmla="*/ 847725 w 2543175"/>
              <a:gd name="connsiteY70" fmla="*/ 645319 h 1890712"/>
              <a:gd name="connsiteX71" fmla="*/ 857250 w 2543175"/>
              <a:gd name="connsiteY71" fmla="*/ 652462 h 1890712"/>
              <a:gd name="connsiteX72" fmla="*/ 864394 w 2543175"/>
              <a:gd name="connsiteY72" fmla="*/ 657225 h 1890712"/>
              <a:gd name="connsiteX73" fmla="*/ 888207 w 2543175"/>
              <a:gd name="connsiteY73" fmla="*/ 676275 h 1890712"/>
              <a:gd name="connsiteX74" fmla="*/ 895350 w 2543175"/>
              <a:gd name="connsiteY74" fmla="*/ 681037 h 1890712"/>
              <a:gd name="connsiteX75" fmla="*/ 907257 w 2543175"/>
              <a:gd name="connsiteY75" fmla="*/ 683419 h 1890712"/>
              <a:gd name="connsiteX76" fmla="*/ 928688 w 2543175"/>
              <a:gd name="connsiteY76" fmla="*/ 695325 h 1890712"/>
              <a:gd name="connsiteX77" fmla="*/ 942975 w 2543175"/>
              <a:gd name="connsiteY77" fmla="*/ 700087 h 1890712"/>
              <a:gd name="connsiteX78" fmla="*/ 964407 w 2543175"/>
              <a:gd name="connsiteY78" fmla="*/ 716756 h 1890712"/>
              <a:gd name="connsiteX79" fmla="*/ 971550 w 2543175"/>
              <a:gd name="connsiteY79" fmla="*/ 723900 h 1890712"/>
              <a:gd name="connsiteX80" fmla="*/ 983457 w 2543175"/>
              <a:gd name="connsiteY80" fmla="*/ 733425 h 1890712"/>
              <a:gd name="connsiteX81" fmla="*/ 990600 w 2543175"/>
              <a:gd name="connsiteY81" fmla="*/ 738187 h 1890712"/>
              <a:gd name="connsiteX82" fmla="*/ 1007269 w 2543175"/>
              <a:gd name="connsiteY82" fmla="*/ 752475 h 1890712"/>
              <a:gd name="connsiteX83" fmla="*/ 1031082 w 2543175"/>
              <a:gd name="connsiteY83" fmla="*/ 766762 h 1890712"/>
              <a:gd name="connsiteX84" fmla="*/ 1042988 w 2543175"/>
              <a:gd name="connsiteY84" fmla="*/ 773906 h 1890712"/>
              <a:gd name="connsiteX85" fmla="*/ 1071563 w 2543175"/>
              <a:gd name="connsiteY85" fmla="*/ 785812 h 1890712"/>
              <a:gd name="connsiteX86" fmla="*/ 1097757 w 2543175"/>
              <a:gd name="connsiteY86" fmla="*/ 807244 h 1890712"/>
              <a:gd name="connsiteX87" fmla="*/ 1104900 w 2543175"/>
              <a:gd name="connsiteY87" fmla="*/ 814387 h 1890712"/>
              <a:gd name="connsiteX88" fmla="*/ 1121569 w 2543175"/>
              <a:gd name="connsiteY88" fmla="*/ 823912 h 1890712"/>
              <a:gd name="connsiteX89" fmla="*/ 1138238 w 2543175"/>
              <a:gd name="connsiteY89" fmla="*/ 835819 h 1890712"/>
              <a:gd name="connsiteX90" fmla="*/ 1147763 w 2543175"/>
              <a:gd name="connsiteY90" fmla="*/ 842962 h 1890712"/>
              <a:gd name="connsiteX91" fmla="*/ 1157288 w 2543175"/>
              <a:gd name="connsiteY91" fmla="*/ 847725 h 1890712"/>
              <a:gd name="connsiteX92" fmla="*/ 1178719 w 2543175"/>
              <a:gd name="connsiteY92" fmla="*/ 859631 h 1890712"/>
              <a:gd name="connsiteX93" fmla="*/ 1188244 w 2543175"/>
              <a:gd name="connsiteY93" fmla="*/ 866775 h 1890712"/>
              <a:gd name="connsiteX94" fmla="*/ 1195388 w 2543175"/>
              <a:gd name="connsiteY94" fmla="*/ 871537 h 1890712"/>
              <a:gd name="connsiteX95" fmla="*/ 1212057 w 2543175"/>
              <a:gd name="connsiteY95" fmla="*/ 883444 h 1890712"/>
              <a:gd name="connsiteX96" fmla="*/ 1226344 w 2543175"/>
              <a:gd name="connsiteY96" fmla="*/ 895350 h 1890712"/>
              <a:gd name="connsiteX97" fmla="*/ 1245394 w 2543175"/>
              <a:gd name="connsiteY97" fmla="*/ 907256 h 1890712"/>
              <a:gd name="connsiteX98" fmla="*/ 1254919 w 2543175"/>
              <a:gd name="connsiteY98" fmla="*/ 914400 h 1890712"/>
              <a:gd name="connsiteX99" fmla="*/ 1269207 w 2543175"/>
              <a:gd name="connsiteY99" fmla="*/ 921544 h 1890712"/>
              <a:gd name="connsiteX100" fmla="*/ 1290638 w 2543175"/>
              <a:gd name="connsiteY100" fmla="*/ 935831 h 1890712"/>
              <a:gd name="connsiteX101" fmla="*/ 1307307 w 2543175"/>
              <a:gd name="connsiteY101" fmla="*/ 952500 h 1890712"/>
              <a:gd name="connsiteX102" fmla="*/ 1333500 w 2543175"/>
              <a:gd name="connsiteY102" fmla="*/ 971550 h 1890712"/>
              <a:gd name="connsiteX103" fmla="*/ 1359694 w 2543175"/>
              <a:gd name="connsiteY103" fmla="*/ 990600 h 1890712"/>
              <a:gd name="connsiteX104" fmla="*/ 1373982 w 2543175"/>
              <a:gd name="connsiteY104" fmla="*/ 997744 h 1890712"/>
              <a:gd name="connsiteX105" fmla="*/ 1388269 w 2543175"/>
              <a:gd name="connsiteY105" fmla="*/ 1007269 h 1890712"/>
              <a:gd name="connsiteX106" fmla="*/ 1414463 w 2543175"/>
              <a:gd name="connsiteY106" fmla="*/ 1019175 h 1890712"/>
              <a:gd name="connsiteX107" fmla="*/ 1428750 w 2543175"/>
              <a:gd name="connsiteY107" fmla="*/ 1026319 h 1890712"/>
              <a:gd name="connsiteX108" fmla="*/ 1471613 w 2543175"/>
              <a:gd name="connsiteY108" fmla="*/ 1059656 h 1890712"/>
              <a:gd name="connsiteX109" fmla="*/ 1495425 w 2543175"/>
              <a:gd name="connsiteY109" fmla="*/ 1088231 h 1890712"/>
              <a:gd name="connsiteX110" fmla="*/ 1547812 w 2543175"/>
              <a:gd name="connsiteY110" fmla="*/ 1133475 h 1890712"/>
              <a:gd name="connsiteX111" fmla="*/ 1597819 w 2543175"/>
              <a:gd name="connsiteY111" fmla="*/ 1154906 h 1890712"/>
              <a:gd name="connsiteX112" fmla="*/ 1604963 w 2543175"/>
              <a:gd name="connsiteY112" fmla="*/ 1162050 h 1890712"/>
              <a:gd name="connsiteX113" fmla="*/ 1612107 w 2543175"/>
              <a:gd name="connsiteY113" fmla="*/ 1166812 h 1890712"/>
              <a:gd name="connsiteX114" fmla="*/ 1628775 w 2543175"/>
              <a:gd name="connsiteY114" fmla="*/ 1183481 h 1890712"/>
              <a:gd name="connsiteX115" fmla="*/ 1662113 w 2543175"/>
              <a:gd name="connsiteY115" fmla="*/ 1209675 h 1890712"/>
              <a:gd name="connsiteX116" fmla="*/ 1678782 w 2543175"/>
              <a:gd name="connsiteY116" fmla="*/ 1226344 h 1890712"/>
              <a:gd name="connsiteX117" fmla="*/ 1700213 w 2543175"/>
              <a:gd name="connsiteY117" fmla="*/ 1247775 h 1890712"/>
              <a:gd name="connsiteX118" fmla="*/ 1712119 w 2543175"/>
              <a:gd name="connsiteY118" fmla="*/ 1259681 h 1890712"/>
              <a:gd name="connsiteX119" fmla="*/ 1733550 w 2543175"/>
              <a:gd name="connsiteY119" fmla="*/ 1273969 h 1890712"/>
              <a:gd name="connsiteX120" fmla="*/ 1743075 w 2543175"/>
              <a:gd name="connsiteY120" fmla="*/ 1283494 h 1890712"/>
              <a:gd name="connsiteX121" fmla="*/ 1754982 w 2543175"/>
              <a:gd name="connsiteY121" fmla="*/ 1290637 h 1890712"/>
              <a:gd name="connsiteX122" fmla="*/ 1766888 w 2543175"/>
              <a:gd name="connsiteY122" fmla="*/ 1300162 h 1890712"/>
              <a:gd name="connsiteX123" fmla="*/ 1783557 w 2543175"/>
              <a:gd name="connsiteY123" fmla="*/ 1307306 h 1890712"/>
              <a:gd name="connsiteX124" fmla="*/ 1790700 w 2543175"/>
              <a:gd name="connsiteY124" fmla="*/ 1312069 h 1890712"/>
              <a:gd name="connsiteX125" fmla="*/ 1800225 w 2543175"/>
              <a:gd name="connsiteY125" fmla="*/ 1319212 h 1890712"/>
              <a:gd name="connsiteX126" fmla="*/ 1807369 w 2543175"/>
              <a:gd name="connsiteY126" fmla="*/ 1321594 h 1890712"/>
              <a:gd name="connsiteX127" fmla="*/ 1824038 w 2543175"/>
              <a:gd name="connsiteY127" fmla="*/ 1333500 h 1890712"/>
              <a:gd name="connsiteX128" fmla="*/ 1843088 w 2543175"/>
              <a:gd name="connsiteY128" fmla="*/ 1352550 h 1890712"/>
              <a:gd name="connsiteX129" fmla="*/ 1852613 w 2543175"/>
              <a:gd name="connsiteY129" fmla="*/ 1359694 h 1890712"/>
              <a:gd name="connsiteX130" fmla="*/ 1859757 w 2543175"/>
              <a:gd name="connsiteY130" fmla="*/ 1366837 h 1890712"/>
              <a:gd name="connsiteX131" fmla="*/ 1869282 w 2543175"/>
              <a:gd name="connsiteY131" fmla="*/ 1371600 h 1890712"/>
              <a:gd name="connsiteX132" fmla="*/ 1883569 w 2543175"/>
              <a:gd name="connsiteY132" fmla="*/ 1388269 h 1890712"/>
              <a:gd name="connsiteX133" fmla="*/ 1893094 w 2543175"/>
              <a:gd name="connsiteY133" fmla="*/ 1395412 h 1890712"/>
              <a:gd name="connsiteX134" fmla="*/ 1902619 w 2543175"/>
              <a:gd name="connsiteY134" fmla="*/ 1404937 h 1890712"/>
              <a:gd name="connsiteX135" fmla="*/ 1912144 w 2543175"/>
              <a:gd name="connsiteY135" fmla="*/ 1409700 h 1890712"/>
              <a:gd name="connsiteX136" fmla="*/ 1931194 w 2543175"/>
              <a:gd name="connsiteY136" fmla="*/ 1421606 h 1890712"/>
              <a:gd name="connsiteX137" fmla="*/ 1935957 w 2543175"/>
              <a:gd name="connsiteY137" fmla="*/ 1428750 h 1890712"/>
              <a:gd name="connsiteX138" fmla="*/ 1952625 w 2543175"/>
              <a:gd name="connsiteY138" fmla="*/ 1438275 h 1890712"/>
              <a:gd name="connsiteX139" fmla="*/ 1971675 w 2543175"/>
              <a:gd name="connsiteY139" fmla="*/ 1450181 h 1890712"/>
              <a:gd name="connsiteX140" fmla="*/ 1981200 w 2543175"/>
              <a:gd name="connsiteY140" fmla="*/ 1454944 h 1890712"/>
              <a:gd name="connsiteX141" fmla="*/ 1997869 w 2543175"/>
              <a:gd name="connsiteY141" fmla="*/ 1471612 h 1890712"/>
              <a:gd name="connsiteX142" fmla="*/ 2007394 w 2543175"/>
              <a:gd name="connsiteY142" fmla="*/ 1478756 h 1890712"/>
              <a:gd name="connsiteX143" fmla="*/ 2016919 w 2543175"/>
              <a:gd name="connsiteY143" fmla="*/ 1483519 h 1890712"/>
              <a:gd name="connsiteX144" fmla="*/ 2024063 w 2543175"/>
              <a:gd name="connsiteY144" fmla="*/ 1490662 h 1890712"/>
              <a:gd name="connsiteX145" fmla="*/ 2033588 w 2543175"/>
              <a:gd name="connsiteY145" fmla="*/ 1495425 h 1890712"/>
              <a:gd name="connsiteX146" fmla="*/ 2040732 w 2543175"/>
              <a:gd name="connsiteY146" fmla="*/ 1502569 h 1890712"/>
              <a:gd name="connsiteX147" fmla="*/ 2047875 w 2543175"/>
              <a:gd name="connsiteY147" fmla="*/ 1507331 h 1890712"/>
              <a:gd name="connsiteX148" fmla="*/ 2057400 w 2543175"/>
              <a:gd name="connsiteY148" fmla="*/ 1514475 h 1890712"/>
              <a:gd name="connsiteX149" fmla="*/ 2064544 w 2543175"/>
              <a:gd name="connsiteY149" fmla="*/ 1519237 h 1890712"/>
              <a:gd name="connsiteX150" fmla="*/ 2071688 w 2543175"/>
              <a:gd name="connsiteY150" fmla="*/ 1526381 h 1890712"/>
              <a:gd name="connsiteX151" fmla="*/ 2081213 w 2543175"/>
              <a:gd name="connsiteY151" fmla="*/ 1531144 h 1890712"/>
              <a:gd name="connsiteX152" fmla="*/ 2090738 w 2543175"/>
              <a:gd name="connsiteY152" fmla="*/ 1538287 h 1890712"/>
              <a:gd name="connsiteX153" fmla="*/ 2109788 w 2543175"/>
              <a:gd name="connsiteY153" fmla="*/ 1547812 h 1890712"/>
              <a:gd name="connsiteX154" fmla="*/ 2131219 w 2543175"/>
              <a:gd name="connsiteY154" fmla="*/ 1562100 h 1890712"/>
              <a:gd name="connsiteX155" fmla="*/ 2140744 w 2543175"/>
              <a:gd name="connsiteY155" fmla="*/ 1566862 h 1890712"/>
              <a:gd name="connsiteX156" fmla="*/ 2152650 w 2543175"/>
              <a:gd name="connsiteY156" fmla="*/ 1576387 h 1890712"/>
              <a:gd name="connsiteX157" fmla="*/ 2181225 w 2543175"/>
              <a:gd name="connsiteY157" fmla="*/ 1590675 h 1890712"/>
              <a:gd name="connsiteX158" fmla="*/ 2200275 w 2543175"/>
              <a:gd name="connsiteY158" fmla="*/ 1607344 h 1890712"/>
              <a:gd name="connsiteX159" fmla="*/ 2207419 w 2543175"/>
              <a:gd name="connsiteY159" fmla="*/ 1612106 h 1890712"/>
              <a:gd name="connsiteX160" fmla="*/ 2216944 w 2543175"/>
              <a:gd name="connsiteY160" fmla="*/ 1619250 h 1890712"/>
              <a:gd name="connsiteX161" fmla="*/ 2224088 w 2543175"/>
              <a:gd name="connsiteY161" fmla="*/ 1624012 h 1890712"/>
              <a:gd name="connsiteX162" fmla="*/ 2247900 w 2543175"/>
              <a:gd name="connsiteY162" fmla="*/ 1643062 h 1890712"/>
              <a:gd name="connsiteX163" fmla="*/ 2255044 w 2543175"/>
              <a:gd name="connsiteY163" fmla="*/ 1650206 h 1890712"/>
              <a:gd name="connsiteX164" fmla="*/ 2281238 w 2543175"/>
              <a:gd name="connsiteY164" fmla="*/ 1664494 h 1890712"/>
              <a:gd name="connsiteX165" fmla="*/ 2297907 w 2543175"/>
              <a:gd name="connsiteY165" fmla="*/ 1674019 h 1890712"/>
              <a:gd name="connsiteX166" fmla="*/ 2312194 w 2543175"/>
              <a:gd name="connsiteY166" fmla="*/ 1685925 h 1890712"/>
              <a:gd name="connsiteX167" fmla="*/ 2328863 w 2543175"/>
              <a:gd name="connsiteY167" fmla="*/ 1697831 h 1890712"/>
              <a:gd name="connsiteX168" fmla="*/ 2350294 w 2543175"/>
              <a:gd name="connsiteY168" fmla="*/ 1712119 h 1890712"/>
              <a:gd name="connsiteX169" fmla="*/ 2369344 w 2543175"/>
              <a:gd name="connsiteY169" fmla="*/ 1724025 h 1890712"/>
              <a:gd name="connsiteX170" fmla="*/ 2428876 w 2543175"/>
              <a:gd name="connsiteY170" fmla="*/ 1785938 h 1890712"/>
              <a:gd name="connsiteX171" fmla="*/ 2466975 w 2543175"/>
              <a:gd name="connsiteY171" fmla="*/ 1783556 h 1890712"/>
              <a:gd name="connsiteX172" fmla="*/ 2481263 w 2543175"/>
              <a:gd name="connsiteY172" fmla="*/ 1795462 h 1890712"/>
              <a:gd name="connsiteX173" fmla="*/ 2486025 w 2543175"/>
              <a:gd name="connsiteY173" fmla="*/ 1802606 h 1890712"/>
              <a:gd name="connsiteX174" fmla="*/ 2514600 w 2543175"/>
              <a:gd name="connsiteY174" fmla="*/ 1850231 h 1890712"/>
              <a:gd name="connsiteX175" fmla="*/ 2519363 w 2543175"/>
              <a:gd name="connsiteY175" fmla="*/ 1857375 h 1890712"/>
              <a:gd name="connsiteX176" fmla="*/ 2540794 w 2543175"/>
              <a:gd name="connsiteY176" fmla="*/ 1883569 h 1890712"/>
              <a:gd name="connsiteX177" fmla="*/ 2543175 w 2543175"/>
              <a:gd name="connsiteY177"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78619 w 2543175"/>
              <a:gd name="connsiteY30" fmla="*/ 276225 h 1890712"/>
              <a:gd name="connsiteX31" fmla="*/ 385763 w 2543175"/>
              <a:gd name="connsiteY31" fmla="*/ 283369 h 1890712"/>
              <a:gd name="connsiteX32" fmla="*/ 395288 w 2543175"/>
              <a:gd name="connsiteY32" fmla="*/ 288131 h 1890712"/>
              <a:gd name="connsiteX33" fmla="*/ 404813 w 2543175"/>
              <a:gd name="connsiteY33" fmla="*/ 295275 h 1890712"/>
              <a:gd name="connsiteX34" fmla="*/ 411957 w 2543175"/>
              <a:gd name="connsiteY34" fmla="*/ 297656 h 1890712"/>
              <a:gd name="connsiteX35" fmla="*/ 421482 w 2543175"/>
              <a:gd name="connsiteY35" fmla="*/ 302419 h 1890712"/>
              <a:gd name="connsiteX36" fmla="*/ 447675 w 2543175"/>
              <a:gd name="connsiteY36" fmla="*/ 307181 h 1890712"/>
              <a:gd name="connsiteX37" fmla="*/ 461963 w 2543175"/>
              <a:gd name="connsiteY37" fmla="*/ 321469 h 1890712"/>
              <a:gd name="connsiteX38" fmla="*/ 466725 w 2543175"/>
              <a:gd name="connsiteY38" fmla="*/ 328612 h 1890712"/>
              <a:gd name="connsiteX39" fmla="*/ 476250 w 2543175"/>
              <a:gd name="connsiteY39" fmla="*/ 335756 h 1890712"/>
              <a:gd name="connsiteX40" fmla="*/ 481013 w 2543175"/>
              <a:gd name="connsiteY40" fmla="*/ 342900 h 1890712"/>
              <a:gd name="connsiteX41" fmla="*/ 490538 w 2543175"/>
              <a:gd name="connsiteY41" fmla="*/ 352425 h 1890712"/>
              <a:gd name="connsiteX42" fmla="*/ 495300 w 2543175"/>
              <a:gd name="connsiteY42" fmla="*/ 359569 h 1890712"/>
              <a:gd name="connsiteX43" fmla="*/ 509588 w 2543175"/>
              <a:gd name="connsiteY43" fmla="*/ 376237 h 1890712"/>
              <a:gd name="connsiteX44" fmla="*/ 514350 w 2543175"/>
              <a:gd name="connsiteY44" fmla="*/ 383381 h 1890712"/>
              <a:gd name="connsiteX45" fmla="*/ 531019 w 2543175"/>
              <a:gd name="connsiteY45" fmla="*/ 397669 h 1890712"/>
              <a:gd name="connsiteX46" fmla="*/ 538163 w 2543175"/>
              <a:gd name="connsiteY46" fmla="*/ 407194 h 1890712"/>
              <a:gd name="connsiteX47" fmla="*/ 554832 w 2543175"/>
              <a:gd name="connsiteY47" fmla="*/ 421481 h 1890712"/>
              <a:gd name="connsiteX48" fmla="*/ 564357 w 2543175"/>
              <a:gd name="connsiteY48" fmla="*/ 431006 h 1890712"/>
              <a:gd name="connsiteX49" fmla="*/ 573882 w 2543175"/>
              <a:gd name="connsiteY49" fmla="*/ 438150 h 1890712"/>
              <a:gd name="connsiteX50" fmla="*/ 595313 w 2543175"/>
              <a:gd name="connsiteY50" fmla="*/ 454819 h 1890712"/>
              <a:gd name="connsiteX51" fmla="*/ 602457 w 2543175"/>
              <a:gd name="connsiteY51" fmla="*/ 457200 h 1890712"/>
              <a:gd name="connsiteX52" fmla="*/ 628650 w 2543175"/>
              <a:gd name="connsiteY52" fmla="*/ 469106 h 1890712"/>
              <a:gd name="connsiteX53" fmla="*/ 645319 w 2543175"/>
              <a:gd name="connsiteY53" fmla="*/ 483394 h 1890712"/>
              <a:gd name="connsiteX54" fmla="*/ 654844 w 2543175"/>
              <a:gd name="connsiteY54" fmla="*/ 488156 h 1890712"/>
              <a:gd name="connsiteX55" fmla="*/ 661988 w 2543175"/>
              <a:gd name="connsiteY55" fmla="*/ 497681 h 1890712"/>
              <a:gd name="connsiteX56" fmla="*/ 683419 w 2543175"/>
              <a:gd name="connsiteY56" fmla="*/ 514350 h 1890712"/>
              <a:gd name="connsiteX57" fmla="*/ 700088 w 2543175"/>
              <a:gd name="connsiteY57" fmla="*/ 526256 h 1890712"/>
              <a:gd name="connsiteX58" fmla="*/ 709613 w 2543175"/>
              <a:gd name="connsiteY58" fmla="*/ 535781 h 1890712"/>
              <a:gd name="connsiteX59" fmla="*/ 719138 w 2543175"/>
              <a:gd name="connsiteY59" fmla="*/ 542925 h 1890712"/>
              <a:gd name="connsiteX60" fmla="*/ 733425 w 2543175"/>
              <a:gd name="connsiteY60" fmla="*/ 557212 h 1890712"/>
              <a:gd name="connsiteX61" fmla="*/ 750094 w 2543175"/>
              <a:gd name="connsiteY61" fmla="*/ 569119 h 1890712"/>
              <a:gd name="connsiteX62" fmla="*/ 769144 w 2543175"/>
              <a:gd name="connsiteY62" fmla="*/ 581025 h 1890712"/>
              <a:gd name="connsiteX63" fmla="*/ 785813 w 2543175"/>
              <a:gd name="connsiteY63" fmla="*/ 590550 h 1890712"/>
              <a:gd name="connsiteX64" fmla="*/ 792957 w 2543175"/>
              <a:gd name="connsiteY64" fmla="*/ 600075 h 1890712"/>
              <a:gd name="connsiteX65" fmla="*/ 809625 w 2543175"/>
              <a:gd name="connsiteY65" fmla="*/ 611981 h 1890712"/>
              <a:gd name="connsiteX66" fmla="*/ 816769 w 2543175"/>
              <a:gd name="connsiteY66" fmla="*/ 619125 h 1890712"/>
              <a:gd name="connsiteX67" fmla="*/ 826294 w 2543175"/>
              <a:gd name="connsiteY67" fmla="*/ 626269 h 1890712"/>
              <a:gd name="connsiteX68" fmla="*/ 840582 w 2543175"/>
              <a:gd name="connsiteY68" fmla="*/ 638175 h 1890712"/>
              <a:gd name="connsiteX69" fmla="*/ 847725 w 2543175"/>
              <a:gd name="connsiteY69" fmla="*/ 645319 h 1890712"/>
              <a:gd name="connsiteX70" fmla="*/ 857250 w 2543175"/>
              <a:gd name="connsiteY70" fmla="*/ 652462 h 1890712"/>
              <a:gd name="connsiteX71" fmla="*/ 864394 w 2543175"/>
              <a:gd name="connsiteY71" fmla="*/ 657225 h 1890712"/>
              <a:gd name="connsiteX72" fmla="*/ 888207 w 2543175"/>
              <a:gd name="connsiteY72" fmla="*/ 676275 h 1890712"/>
              <a:gd name="connsiteX73" fmla="*/ 895350 w 2543175"/>
              <a:gd name="connsiteY73" fmla="*/ 681037 h 1890712"/>
              <a:gd name="connsiteX74" fmla="*/ 907257 w 2543175"/>
              <a:gd name="connsiteY74" fmla="*/ 683419 h 1890712"/>
              <a:gd name="connsiteX75" fmla="*/ 928688 w 2543175"/>
              <a:gd name="connsiteY75" fmla="*/ 695325 h 1890712"/>
              <a:gd name="connsiteX76" fmla="*/ 942975 w 2543175"/>
              <a:gd name="connsiteY76" fmla="*/ 700087 h 1890712"/>
              <a:gd name="connsiteX77" fmla="*/ 964407 w 2543175"/>
              <a:gd name="connsiteY77" fmla="*/ 716756 h 1890712"/>
              <a:gd name="connsiteX78" fmla="*/ 971550 w 2543175"/>
              <a:gd name="connsiteY78" fmla="*/ 723900 h 1890712"/>
              <a:gd name="connsiteX79" fmla="*/ 983457 w 2543175"/>
              <a:gd name="connsiteY79" fmla="*/ 733425 h 1890712"/>
              <a:gd name="connsiteX80" fmla="*/ 990600 w 2543175"/>
              <a:gd name="connsiteY80" fmla="*/ 738187 h 1890712"/>
              <a:gd name="connsiteX81" fmla="*/ 1007269 w 2543175"/>
              <a:gd name="connsiteY81" fmla="*/ 752475 h 1890712"/>
              <a:gd name="connsiteX82" fmla="*/ 1031082 w 2543175"/>
              <a:gd name="connsiteY82" fmla="*/ 766762 h 1890712"/>
              <a:gd name="connsiteX83" fmla="*/ 1042988 w 2543175"/>
              <a:gd name="connsiteY83" fmla="*/ 773906 h 1890712"/>
              <a:gd name="connsiteX84" fmla="*/ 1071563 w 2543175"/>
              <a:gd name="connsiteY84" fmla="*/ 785812 h 1890712"/>
              <a:gd name="connsiteX85" fmla="*/ 1097757 w 2543175"/>
              <a:gd name="connsiteY85" fmla="*/ 807244 h 1890712"/>
              <a:gd name="connsiteX86" fmla="*/ 1104900 w 2543175"/>
              <a:gd name="connsiteY86" fmla="*/ 814387 h 1890712"/>
              <a:gd name="connsiteX87" fmla="*/ 1121569 w 2543175"/>
              <a:gd name="connsiteY87" fmla="*/ 823912 h 1890712"/>
              <a:gd name="connsiteX88" fmla="*/ 1138238 w 2543175"/>
              <a:gd name="connsiteY88" fmla="*/ 835819 h 1890712"/>
              <a:gd name="connsiteX89" fmla="*/ 1147763 w 2543175"/>
              <a:gd name="connsiteY89" fmla="*/ 842962 h 1890712"/>
              <a:gd name="connsiteX90" fmla="*/ 1157288 w 2543175"/>
              <a:gd name="connsiteY90" fmla="*/ 847725 h 1890712"/>
              <a:gd name="connsiteX91" fmla="*/ 1178719 w 2543175"/>
              <a:gd name="connsiteY91" fmla="*/ 859631 h 1890712"/>
              <a:gd name="connsiteX92" fmla="*/ 1188244 w 2543175"/>
              <a:gd name="connsiteY92" fmla="*/ 866775 h 1890712"/>
              <a:gd name="connsiteX93" fmla="*/ 1195388 w 2543175"/>
              <a:gd name="connsiteY93" fmla="*/ 871537 h 1890712"/>
              <a:gd name="connsiteX94" fmla="*/ 1212057 w 2543175"/>
              <a:gd name="connsiteY94" fmla="*/ 883444 h 1890712"/>
              <a:gd name="connsiteX95" fmla="*/ 1226344 w 2543175"/>
              <a:gd name="connsiteY95" fmla="*/ 895350 h 1890712"/>
              <a:gd name="connsiteX96" fmla="*/ 1245394 w 2543175"/>
              <a:gd name="connsiteY96" fmla="*/ 907256 h 1890712"/>
              <a:gd name="connsiteX97" fmla="*/ 1254919 w 2543175"/>
              <a:gd name="connsiteY97" fmla="*/ 914400 h 1890712"/>
              <a:gd name="connsiteX98" fmla="*/ 1269207 w 2543175"/>
              <a:gd name="connsiteY98" fmla="*/ 921544 h 1890712"/>
              <a:gd name="connsiteX99" fmla="*/ 1290638 w 2543175"/>
              <a:gd name="connsiteY99" fmla="*/ 935831 h 1890712"/>
              <a:gd name="connsiteX100" fmla="*/ 1307307 w 2543175"/>
              <a:gd name="connsiteY100" fmla="*/ 952500 h 1890712"/>
              <a:gd name="connsiteX101" fmla="*/ 1333500 w 2543175"/>
              <a:gd name="connsiteY101" fmla="*/ 971550 h 1890712"/>
              <a:gd name="connsiteX102" fmla="*/ 1359694 w 2543175"/>
              <a:gd name="connsiteY102" fmla="*/ 990600 h 1890712"/>
              <a:gd name="connsiteX103" fmla="*/ 1373982 w 2543175"/>
              <a:gd name="connsiteY103" fmla="*/ 997744 h 1890712"/>
              <a:gd name="connsiteX104" fmla="*/ 1388269 w 2543175"/>
              <a:gd name="connsiteY104" fmla="*/ 1007269 h 1890712"/>
              <a:gd name="connsiteX105" fmla="*/ 1414463 w 2543175"/>
              <a:gd name="connsiteY105" fmla="*/ 1019175 h 1890712"/>
              <a:gd name="connsiteX106" fmla="*/ 1428750 w 2543175"/>
              <a:gd name="connsiteY106" fmla="*/ 1026319 h 1890712"/>
              <a:gd name="connsiteX107" fmla="*/ 1471613 w 2543175"/>
              <a:gd name="connsiteY107" fmla="*/ 1059656 h 1890712"/>
              <a:gd name="connsiteX108" fmla="*/ 1495425 w 2543175"/>
              <a:gd name="connsiteY108" fmla="*/ 1088231 h 1890712"/>
              <a:gd name="connsiteX109" fmla="*/ 1547812 w 2543175"/>
              <a:gd name="connsiteY109" fmla="*/ 1133475 h 1890712"/>
              <a:gd name="connsiteX110" fmla="*/ 1597819 w 2543175"/>
              <a:gd name="connsiteY110" fmla="*/ 1154906 h 1890712"/>
              <a:gd name="connsiteX111" fmla="*/ 1604963 w 2543175"/>
              <a:gd name="connsiteY111" fmla="*/ 1162050 h 1890712"/>
              <a:gd name="connsiteX112" fmla="*/ 1612107 w 2543175"/>
              <a:gd name="connsiteY112" fmla="*/ 1166812 h 1890712"/>
              <a:gd name="connsiteX113" fmla="*/ 1628775 w 2543175"/>
              <a:gd name="connsiteY113" fmla="*/ 1183481 h 1890712"/>
              <a:gd name="connsiteX114" fmla="*/ 1662113 w 2543175"/>
              <a:gd name="connsiteY114" fmla="*/ 1209675 h 1890712"/>
              <a:gd name="connsiteX115" fmla="*/ 1678782 w 2543175"/>
              <a:gd name="connsiteY115" fmla="*/ 1226344 h 1890712"/>
              <a:gd name="connsiteX116" fmla="*/ 1700213 w 2543175"/>
              <a:gd name="connsiteY116" fmla="*/ 1247775 h 1890712"/>
              <a:gd name="connsiteX117" fmla="*/ 1712119 w 2543175"/>
              <a:gd name="connsiteY117" fmla="*/ 1259681 h 1890712"/>
              <a:gd name="connsiteX118" fmla="*/ 1733550 w 2543175"/>
              <a:gd name="connsiteY118" fmla="*/ 1273969 h 1890712"/>
              <a:gd name="connsiteX119" fmla="*/ 1743075 w 2543175"/>
              <a:gd name="connsiteY119" fmla="*/ 1283494 h 1890712"/>
              <a:gd name="connsiteX120" fmla="*/ 1754982 w 2543175"/>
              <a:gd name="connsiteY120" fmla="*/ 1290637 h 1890712"/>
              <a:gd name="connsiteX121" fmla="*/ 1766888 w 2543175"/>
              <a:gd name="connsiteY121" fmla="*/ 1300162 h 1890712"/>
              <a:gd name="connsiteX122" fmla="*/ 1783557 w 2543175"/>
              <a:gd name="connsiteY122" fmla="*/ 1307306 h 1890712"/>
              <a:gd name="connsiteX123" fmla="*/ 1790700 w 2543175"/>
              <a:gd name="connsiteY123" fmla="*/ 1312069 h 1890712"/>
              <a:gd name="connsiteX124" fmla="*/ 1800225 w 2543175"/>
              <a:gd name="connsiteY124" fmla="*/ 1319212 h 1890712"/>
              <a:gd name="connsiteX125" fmla="*/ 1807369 w 2543175"/>
              <a:gd name="connsiteY125" fmla="*/ 1321594 h 1890712"/>
              <a:gd name="connsiteX126" fmla="*/ 1824038 w 2543175"/>
              <a:gd name="connsiteY126" fmla="*/ 1333500 h 1890712"/>
              <a:gd name="connsiteX127" fmla="*/ 1843088 w 2543175"/>
              <a:gd name="connsiteY127" fmla="*/ 1352550 h 1890712"/>
              <a:gd name="connsiteX128" fmla="*/ 1852613 w 2543175"/>
              <a:gd name="connsiteY128" fmla="*/ 1359694 h 1890712"/>
              <a:gd name="connsiteX129" fmla="*/ 1859757 w 2543175"/>
              <a:gd name="connsiteY129" fmla="*/ 1366837 h 1890712"/>
              <a:gd name="connsiteX130" fmla="*/ 1869282 w 2543175"/>
              <a:gd name="connsiteY130" fmla="*/ 1371600 h 1890712"/>
              <a:gd name="connsiteX131" fmla="*/ 1883569 w 2543175"/>
              <a:gd name="connsiteY131" fmla="*/ 1388269 h 1890712"/>
              <a:gd name="connsiteX132" fmla="*/ 1893094 w 2543175"/>
              <a:gd name="connsiteY132" fmla="*/ 1395412 h 1890712"/>
              <a:gd name="connsiteX133" fmla="*/ 1902619 w 2543175"/>
              <a:gd name="connsiteY133" fmla="*/ 1404937 h 1890712"/>
              <a:gd name="connsiteX134" fmla="*/ 1912144 w 2543175"/>
              <a:gd name="connsiteY134" fmla="*/ 1409700 h 1890712"/>
              <a:gd name="connsiteX135" fmla="*/ 1931194 w 2543175"/>
              <a:gd name="connsiteY135" fmla="*/ 1421606 h 1890712"/>
              <a:gd name="connsiteX136" fmla="*/ 1935957 w 2543175"/>
              <a:gd name="connsiteY136" fmla="*/ 1428750 h 1890712"/>
              <a:gd name="connsiteX137" fmla="*/ 1952625 w 2543175"/>
              <a:gd name="connsiteY137" fmla="*/ 1438275 h 1890712"/>
              <a:gd name="connsiteX138" fmla="*/ 1971675 w 2543175"/>
              <a:gd name="connsiteY138" fmla="*/ 1450181 h 1890712"/>
              <a:gd name="connsiteX139" fmla="*/ 1981200 w 2543175"/>
              <a:gd name="connsiteY139" fmla="*/ 1454944 h 1890712"/>
              <a:gd name="connsiteX140" fmla="*/ 1997869 w 2543175"/>
              <a:gd name="connsiteY140" fmla="*/ 1471612 h 1890712"/>
              <a:gd name="connsiteX141" fmla="*/ 2007394 w 2543175"/>
              <a:gd name="connsiteY141" fmla="*/ 1478756 h 1890712"/>
              <a:gd name="connsiteX142" fmla="*/ 2016919 w 2543175"/>
              <a:gd name="connsiteY142" fmla="*/ 1483519 h 1890712"/>
              <a:gd name="connsiteX143" fmla="*/ 2024063 w 2543175"/>
              <a:gd name="connsiteY143" fmla="*/ 1490662 h 1890712"/>
              <a:gd name="connsiteX144" fmla="*/ 2033588 w 2543175"/>
              <a:gd name="connsiteY144" fmla="*/ 1495425 h 1890712"/>
              <a:gd name="connsiteX145" fmla="*/ 2040732 w 2543175"/>
              <a:gd name="connsiteY145" fmla="*/ 1502569 h 1890712"/>
              <a:gd name="connsiteX146" fmla="*/ 2047875 w 2543175"/>
              <a:gd name="connsiteY146" fmla="*/ 1507331 h 1890712"/>
              <a:gd name="connsiteX147" fmla="*/ 2057400 w 2543175"/>
              <a:gd name="connsiteY147" fmla="*/ 1514475 h 1890712"/>
              <a:gd name="connsiteX148" fmla="*/ 2064544 w 2543175"/>
              <a:gd name="connsiteY148" fmla="*/ 1519237 h 1890712"/>
              <a:gd name="connsiteX149" fmla="*/ 2071688 w 2543175"/>
              <a:gd name="connsiteY149" fmla="*/ 1526381 h 1890712"/>
              <a:gd name="connsiteX150" fmla="*/ 2081213 w 2543175"/>
              <a:gd name="connsiteY150" fmla="*/ 1531144 h 1890712"/>
              <a:gd name="connsiteX151" fmla="*/ 2090738 w 2543175"/>
              <a:gd name="connsiteY151" fmla="*/ 1538287 h 1890712"/>
              <a:gd name="connsiteX152" fmla="*/ 2109788 w 2543175"/>
              <a:gd name="connsiteY152" fmla="*/ 1547812 h 1890712"/>
              <a:gd name="connsiteX153" fmla="*/ 2131219 w 2543175"/>
              <a:gd name="connsiteY153" fmla="*/ 1562100 h 1890712"/>
              <a:gd name="connsiteX154" fmla="*/ 2140744 w 2543175"/>
              <a:gd name="connsiteY154" fmla="*/ 1566862 h 1890712"/>
              <a:gd name="connsiteX155" fmla="*/ 2152650 w 2543175"/>
              <a:gd name="connsiteY155" fmla="*/ 1576387 h 1890712"/>
              <a:gd name="connsiteX156" fmla="*/ 2181225 w 2543175"/>
              <a:gd name="connsiteY156" fmla="*/ 1590675 h 1890712"/>
              <a:gd name="connsiteX157" fmla="*/ 2200275 w 2543175"/>
              <a:gd name="connsiteY157" fmla="*/ 1607344 h 1890712"/>
              <a:gd name="connsiteX158" fmla="*/ 2207419 w 2543175"/>
              <a:gd name="connsiteY158" fmla="*/ 1612106 h 1890712"/>
              <a:gd name="connsiteX159" fmla="*/ 2216944 w 2543175"/>
              <a:gd name="connsiteY159" fmla="*/ 1619250 h 1890712"/>
              <a:gd name="connsiteX160" fmla="*/ 2224088 w 2543175"/>
              <a:gd name="connsiteY160" fmla="*/ 1624012 h 1890712"/>
              <a:gd name="connsiteX161" fmla="*/ 2247900 w 2543175"/>
              <a:gd name="connsiteY161" fmla="*/ 1643062 h 1890712"/>
              <a:gd name="connsiteX162" fmla="*/ 2255044 w 2543175"/>
              <a:gd name="connsiteY162" fmla="*/ 1650206 h 1890712"/>
              <a:gd name="connsiteX163" fmla="*/ 2281238 w 2543175"/>
              <a:gd name="connsiteY163" fmla="*/ 1664494 h 1890712"/>
              <a:gd name="connsiteX164" fmla="*/ 2297907 w 2543175"/>
              <a:gd name="connsiteY164" fmla="*/ 1674019 h 1890712"/>
              <a:gd name="connsiteX165" fmla="*/ 2312194 w 2543175"/>
              <a:gd name="connsiteY165" fmla="*/ 1685925 h 1890712"/>
              <a:gd name="connsiteX166" fmla="*/ 2328863 w 2543175"/>
              <a:gd name="connsiteY166" fmla="*/ 1697831 h 1890712"/>
              <a:gd name="connsiteX167" fmla="*/ 2350294 w 2543175"/>
              <a:gd name="connsiteY167" fmla="*/ 1712119 h 1890712"/>
              <a:gd name="connsiteX168" fmla="*/ 2369344 w 2543175"/>
              <a:gd name="connsiteY168" fmla="*/ 1724025 h 1890712"/>
              <a:gd name="connsiteX169" fmla="*/ 2428876 w 2543175"/>
              <a:gd name="connsiteY169" fmla="*/ 1785938 h 1890712"/>
              <a:gd name="connsiteX170" fmla="*/ 2466975 w 2543175"/>
              <a:gd name="connsiteY170" fmla="*/ 1783556 h 1890712"/>
              <a:gd name="connsiteX171" fmla="*/ 2481263 w 2543175"/>
              <a:gd name="connsiteY171" fmla="*/ 1795462 h 1890712"/>
              <a:gd name="connsiteX172" fmla="*/ 2486025 w 2543175"/>
              <a:gd name="connsiteY172" fmla="*/ 1802606 h 1890712"/>
              <a:gd name="connsiteX173" fmla="*/ 2514600 w 2543175"/>
              <a:gd name="connsiteY173" fmla="*/ 1850231 h 1890712"/>
              <a:gd name="connsiteX174" fmla="*/ 2519363 w 2543175"/>
              <a:gd name="connsiteY174" fmla="*/ 1857375 h 1890712"/>
              <a:gd name="connsiteX175" fmla="*/ 2540794 w 2543175"/>
              <a:gd name="connsiteY175" fmla="*/ 1883569 h 1890712"/>
              <a:gd name="connsiteX176" fmla="*/ 2543175 w 2543175"/>
              <a:gd name="connsiteY17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78619 w 2543175"/>
              <a:gd name="connsiteY30" fmla="*/ 276225 h 1890712"/>
              <a:gd name="connsiteX31" fmla="*/ 385763 w 2543175"/>
              <a:gd name="connsiteY31" fmla="*/ 283369 h 1890712"/>
              <a:gd name="connsiteX32" fmla="*/ 395288 w 2543175"/>
              <a:gd name="connsiteY32" fmla="*/ 288131 h 1890712"/>
              <a:gd name="connsiteX33" fmla="*/ 404813 w 2543175"/>
              <a:gd name="connsiteY33" fmla="*/ 295275 h 1890712"/>
              <a:gd name="connsiteX34" fmla="*/ 411957 w 2543175"/>
              <a:gd name="connsiteY34" fmla="*/ 297656 h 1890712"/>
              <a:gd name="connsiteX35" fmla="*/ 421482 w 2543175"/>
              <a:gd name="connsiteY35" fmla="*/ 302419 h 1890712"/>
              <a:gd name="connsiteX36" fmla="*/ 447675 w 2543175"/>
              <a:gd name="connsiteY36" fmla="*/ 307181 h 1890712"/>
              <a:gd name="connsiteX37" fmla="*/ 466725 w 2543175"/>
              <a:gd name="connsiteY37" fmla="*/ 328612 h 1890712"/>
              <a:gd name="connsiteX38" fmla="*/ 476250 w 2543175"/>
              <a:gd name="connsiteY38" fmla="*/ 335756 h 1890712"/>
              <a:gd name="connsiteX39" fmla="*/ 481013 w 2543175"/>
              <a:gd name="connsiteY39" fmla="*/ 342900 h 1890712"/>
              <a:gd name="connsiteX40" fmla="*/ 490538 w 2543175"/>
              <a:gd name="connsiteY40" fmla="*/ 352425 h 1890712"/>
              <a:gd name="connsiteX41" fmla="*/ 495300 w 2543175"/>
              <a:gd name="connsiteY41" fmla="*/ 359569 h 1890712"/>
              <a:gd name="connsiteX42" fmla="*/ 509588 w 2543175"/>
              <a:gd name="connsiteY42" fmla="*/ 376237 h 1890712"/>
              <a:gd name="connsiteX43" fmla="*/ 514350 w 2543175"/>
              <a:gd name="connsiteY43" fmla="*/ 383381 h 1890712"/>
              <a:gd name="connsiteX44" fmla="*/ 531019 w 2543175"/>
              <a:gd name="connsiteY44" fmla="*/ 397669 h 1890712"/>
              <a:gd name="connsiteX45" fmla="*/ 538163 w 2543175"/>
              <a:gd name="connsiteY45" fmla="*/ 407194 h 1890712"/>
              <a:gd name="connsiteX46" fmla="*/ 554832 w 2543175"/>
              <a:gd name="connsiteY46" fmla="*/ 421481 h 1890712"/>
              <a:gd name="connsiteX47" fmla="*/ 564357 w 2543175"/>
              <a:gd name="connsiteY47" fmla="*/ 431006 h 1890712"/>
              <a:gd name="connsiteX48" fmla="*/ 573882 w 2543175"/>
              <a:gd name="connsiteY48" fmla="*/ 438150 h 1890712"/>
              <a:gd name="connsiteX49" fmla="*/ 595313 w 2543175"/>
              <a:gd name="connsiteY49" fmla="*/ 454819 h 1890712"/>
              <a:gd name="connsiteX50" fmla="*/ 602457 w 2543175"/>
              <a:gd name="connsiteY50" fmla="*/ 457200 h 1890712"/>
              <a:gd name="connsiteX51" fmla="*/ 628650 w 2543175"/>
              <a:gd name="connsiteY51" fmla="*/ 469106 h 1890712"/>
              <a:gd name="connsiteX52" fmla="*/ 645319 w 2543175"/>
              <a:gd name="connsiteY52" fmla="*/ 483394 h 1890712"/>
              <a:gd name="connsiteX53" fmla="*/ 654844 w 2543175"/>
              <a:gd name="connsiteY53" fmla="*/ 488156 h 1890712"/>
              <a:gd name="connsiteX54" fmla="*/ 661988 w 2543175"/>
              <a:gd name="connsiteY54" fmla="*/ 497681 h 1890712"/>
              <a:gd name="connsiteX55" fmla="*/ 683419 w 2543175"/>
              <a:gd name="connsiteY55" fmla="*/ 514350 h 1890712"/>
              <a:gd name="connsiteX56" fmla="*/ 700088 w 2543175"/>
              <a:gd name="connsiteY56" fmla="*/ 526256 h 1890712"/>
              <a:gd name="connsiteX57" fmla="*/ 709613 w 2543175"/>
              <a:gd name="connsiteY57" fmla="*/ 535781 h 1890712"/>
              <a:gd name="connsiteX58" fmla="*/ 719138 w 2543175"/>
              <a:gd name="connsiteY58" fmla="*/ 542925 h 1890712"/>
              <a:gd name="connsiteX59" fmla="*/ 733425 w 2543175"/>
              <a:gd name="connsiteY59" fmla="*/ 557212 h 1890712"/>
              <a:gd name="connsiteX60" fmla="*/ 750094 w 2543175"/>
              <a:gd name="connsiteY60" fmla="*/ 569119 h 1890712"/>
              <a:gd name="connsiteX61" fmla="*/ 769144 w 2543175"/>
              <a:gd name="connsiteY61" fmla="*/ 581025 h 1890712"/>
              <a:gd name="connsiteX62" fmla="*/ 785813 w 2543175"/>
              <a:gd name="connsiteY62" fmla="*/ 590550 h 1890712"/>
              <a:gd name="connsiteX63" fmla="*/ 792957 w 2543175"/>
              <a:gd name="connsiteY63" fmla="*/ 600075 h 1890712"/>
              <a:gd name="connsiteX64" fmla="*/ 809625 w 2543175"/>
              <a:gd name="connsiteY64" fmla="*/ 611981 h 1890712"/>
              <a:gd name="connsiteX65" fmla="*/ 816769 w 2543175"/>
              <a:gd name="connsiteY65" fmla="*/ 619125 h 1890712"/>
              <a:gd name="connsiteX66" fmla="*/ 826294 w 2543175"/>
              <a:gd name="connsiteY66" fmla="*/ 626269 h 1890712"/>
              <a:gd name="connsiteX67" fmla="*/ 840582 w 2543175"/>
              <a:gd name="connsiteY67" fmla="*/ 638175 h 1890712"/>
              <a:gd name="connsiteX68" fmla="*/ 847725 w 2543175"/>
              <a:gd name="connsiteY68" fmla="*/ 645319 h 1890712"/>
              <a:gd name="connsiteX69" fmla="*/ 857250 w 2543175"/>
              <a:gd name="connsiteY69" fmla="*/ 652462 h 1890712"/>
              <a:gd name="connsiteX70" fmla="*/ 864394 w 2543175"/>
              <a:gd name="connsiteY70" fmla="*/ 657225 h 1890712"/>
              <a:gd name="connsiteX71" fmla="*/ 888207 w 2543175"/>
              <a:gd name="connsiteY71" fmla="*/ 676275 h 1890712"/>
              <a:gd name="connsiteX72" fmla="*/ 895350 w 2543175"/>
              <a:gd name="connsiteY72" fmla="*/ 681037 h 1890712"/>
              <a:gd name="connsiteX73" fmla="*/ 907257 w 2543175"/>
              <a:gd name="connsiteY73" fmla="*/ 683419 h 1890712"/>
              <a:gd name="connsiteX74" fmla="*/ 928688 w 2543175"/>
              <a:gd name="connsiteY74" fmla="*/ 695325 h 1890712"/>
              <a:gd name="connsiteX75" fmla="*/ 942975 w 2543175"/>
              <a:gd name="connsiteY75" fmla="*/ 700087 h 1890712"/>
              <a:gd name="connsiteX76" fmla="*/ 964407 w 2543175"/>
              <a:gd name="connsiteY76" fmla="*/ 716756 h 1890712"/>
              <a:gd name="connsiteX77" fmla="*/ 971550 w 2543175"/>
              <a:gd name="connsiteY77" fmla="*/ 723900 h 1890712"/>
              <a:gd name="connsiteX78" fmla="*/ 983457 w 2543175"/>
              <a:gd name="connsiteY78" fmla="*/ 733425 h 1890712"/>
              <a:gd name="connsiteX79" fmla="*/ 990600 w 2543175"/>
              <a:gd name="connsiteY79" fmla="*/ 738187 h 1890712"/>
              <a:gd name="connsiteX80" fmla="*/ 1007269 w 2543175"/>
              <a:gd name="connsiteY80" fmla="*/ 752475 h 1890712"/>
              <a:gd name="connsiteX81" fmla="*/ 1031082 w 2543175"/>
              <a:gd name="connsiteY81" fmla="*/ 766762 h 1890712"/>
              <a:gd name="connsiteX82" fmla="*/ 1042988 w 2543175"/>
              <a:gd name="connsiteY82" fmla="*/ 773906 h 1890712"/>
              <a:gd name="connsiteX83" fmla="*/ 1071563 w 2543175"/>
              <a:gd name="connsiteY83" fmla="*/ 785812 h 1890712"/>
              <a:gd name="connsiteX84" fmla="*/ 1097757 w 2543175"/>
              <a:gd name="connsiteY84" fmla="*/ 807244 h 1890712"/>
              <a:gd name="connsiteX85" fmla="*/ 1104900 w 2543175"/>
              <a:gd name="connsiteY85" fmla="*/ 814387 h 1890712"/>
              <a:gd name="connsiteX86" fmla="*/ 1121569 w 2543175"/>
              <a:gd name="connsiteY86" fmla="*/ 823912 h 1890712"/>
              <a:gd name="connsiteX87" fmla="*/ 1138238 w 2543175"/>
              <a:gd name="connsiteY87" fmla="*/ 835819 h 1890712"/>
              <a:gd name="connsiteX88" fmla="*/ 1147763 w 2543175"/>
              <a:gd name="connsiteY88" fmla="*/ 842962 h 1890712"/>
              <a:gd name="connsiteX89" fmla="*/ 1157288 w 2543175"/>
              <a:gd name="connsiteY89" fmla="*/ 847725 h 1890712"/>
              <a:gd name="connsiteX90" fmla="*/ 1178719 w 2543175"/>
              <a:gd name="connsiteY90" fmla="*/ 859631 h 1890712"/>
              <a:gd name="connsiteX91" fmla="*/ 1188244 w 2543175"/>
              <a:gd name="connsiteY91" fmla="*/ 866775 h 1890712"/>
              <a:gd name="connsiteX92" fmla="*/ 1195388 w 2543175"/>
              <a:gd name="connsiteY92" fmla="*/ 871537 h 1890712"/>
              <a:gd name="connsiteX93" fmla="*/ 1212057 w 2543175"/>
              <a:gd name="connsiteY93" fmla="*/ 883444 h 1890712"/>
              <a:gd name="connsiteX94" fmla="*/ 1226344 w 2543175"/>
              <a:gd name="connsiteY94" fmla="*/ 895350 h 1890712"/>
              <a:gd name="connsiteX95" fmla="*/ 1245394 w 2543175"/>
              <a:gd name="connsiteY95" fmla="*/ 907256 h 1890712"/>
              <a:gd name="connsiteX96" fmla="*/ 1254919 w 2543175"/>
              <a:gd name="connsiteY96" fmla="*/ 914400 h 1890712"/>
              <a:gd name="connsiteX97" fmla="*/ 1269207 w 2543175"/>
              <a:gd name="connsiteY97" fmla="*/ 921544 h 1890712"/>
              <a:gd name="connsiteX98" fmla="*/ 1290638 w 2543175"/>
              <a:gd name="connsiteY98" fmla="*/ 935831 h 1890712"/>
              <a:gd name="connsiteX99" fmla="*/ 1307307 w 2543175"/>
              <a:gd name="connsiteY99" fmla="*/ 952500 h 1890712"/>
              <a:gd name="connsiteX100" fmla="*/ 1333500 w 2543175"/>
              <a:gd name="connsiteY100" fmla="*/ 971550 h 1890712"/>
              <a:gd name="connsiteX101" fmla="*/ 1359694 w 2543175"/>
              <a:gd name="connsiteY101" fmla="*/ 990600 h 1890712"/>
              <a:gd name="connsiteX102" fmla="*/ 1373982 w 2543175"/>
              <a:gd name="connsiteY102" fmla="*/ 997744 h 1890712"/>
              <a:gd name="connsiteX103" fmla="*/ 1388269 w 2543175"/>
              <a:gd name="connsiteY103" fmla="*/ 1007269 h 1890712"/>
              <a:gd name="connsiteX104" fmla="*/ 1414463 w 2543175"/>
              <a:gd name="connsiteY104" fmla="*/ 1019175 h 1890712"/>
              <a:gd name="connsiteX105" fmla="*/ 1428750 w 2543175"/>
              <a:gd name="connsiteY105" fmla="*/ 1026319 h 1890712"/>
              <a:gd name="connsiteX106" fmla="*/ 1471613 w 2543175"/>
              <a:gd name="connsiteY106" fmla="*/ 1059656 h 1890712"/>
              <a:gd name="connsiteX107" fmla="*/ 1495425 w 2543175"/>
              <a:gd name="connsiteY107" fmla="*/ 1088231 h 1890712"/>
              <a:gd name="connsiteX108" fmla="*/ 1547812 w 2543175"/>
              <a:gd name="connsiteY108" fmla="*/ 1133475 h 1890712"/>
              <a:gd name="connsiteX109" fmla="*/ 1597819 w 2543175"/>
              <a:gd name="connsiteY109" fmla="*/ 1154906 h 1890712"/>
              <a:gd name="connsiteX110" fmla="*/ 1604963 w 2543175"/>
              <a:gd name="connsiteY110" fmla="*/ 1162050 h 1890712"/>
              <a:gd name="connsiteX111" fmla="*/ 1612107 w 2543175"/>
              <a:gd name="connsiteY111" fmla="*/ 1166812 h 1890712"/>
              <a:gd name="connsiteX112" fmla="*/ 1628775 w 2543175"/>
              <a:gd name="connsiteY112" fmla="*/ 1183481 h 1890712"/>
              <a:gd name="connsiteX113" fmla="*/ 1662113 w 2543175"/>
              <a:gd name="connsiteY113" fmla="*/ 1209675 h 1890712"/>
              <a:gd name="connsiteX114" fmla="*/ 1678782 w 2543175"/>
              <a:gd name="connsiteY114" fmla="*/ 1226344 h 1890712"/>
              <a:gd name="connsiteX115" fmla="*/ 1700213 w 2543175"/>
              <a:gd name="connsiteY115" fmla="*/ 1247775 h 1890712"/>
              <a:gd name="connsiteX116" fmla="*/ 1712119 w 2543175"/>
              <a:gd name="connsiteY116" fmla="*/ 1259681 h 1890712"/>
              <a:gd name="connsiteX117" fmla="*/ 1733550 w 2543175"/>
              <a:gd name="connsiteY117" fmla="*/ 1273969 h 1890712"/>
              <a:gd name="connsiteX118" fmla="*/ 1743075 w 2543175"/>
              <a:gd name="connsiteY118" fmla="*/ 1283494 h 1890712"/>
              <a:gd name="connsiteX119" fmla="*/ 1754982 w 2543175"/>
              <a:gd name="connsiteY119" fmla="*/ 1290637 h 1890712"/>
              <a:gd name="connsiteX120" fmla="*/ 1766888 w 2543175"/>
              <a:gd name="connsiteY120" fmla="*/ 1300162 h 1890712"/>
              <a:gd name="connsiteX121" fmla="*/ 1783557 w 2543175"/>
              <a:gd name="connsiteY121" fmla="*/ 1307306 h 1890712"/>
              <a:gd name="connsiteX122" fmla="*/ 1790700 w 2543175"/>
              <a:gd name="connsiteY122" fmla="*/ 1312069 h 1890712"/>
              <a:gd name="connsiteX123" fmla="*/ 1800225 w 2543175"/>
              <a:gd name="connsiteY123" fmla="*/ 1319212 h 1890712"/>
              <a:gd name="connsiteX124" fmla="*/ 1807369 w 2543175"/>
              <a:gd name="connsiteY124" fmla="*/ 1321594 h 1890712"/>
              <a:gd name="connsiteX125" fmla="*/ 1824038 w 2543175"/>
              <a:gd name="connsiteY125" fmla="*/ 1333500 h 1890712"/>
              <a:gd name="connsiteX126" fmla="*/ 1843088 w 2543175"/>
              <a:gd name="connsiteY126" fmla="*/ 1352550 h 1890712"/>
              <a:gd name="connsiteX127" fmla="*/ 1852613 w 2543175"/>
              <a:gd name="connsiteY127" fmla="*/ 1359694 h 1890712"/>
              <a:gd name="connsiteX128" fmla="*/ 1859757 w 2543175"/>
              <a:gd name="connsiteY128" fmla="*/ 1366837 h 1890712"/>
              <a:gd name="connsiteX129" fmla="*/ 1869282 w 2543175"/>
              <a:gd name="connsiteY129" fmla="*/ 1371600 h 1890712"/>
              <a:gd name="connsiteX130" fmla="*/ 1883569 w 2543175"/>
              <a:gd name="connsiteY130" fmla="*/ 1388269 h 1890712"/>
              <a:gd name="connsiteX131" fmla="*/ 1893094 w 2543175"/>
              <a:gd name="connsiteY131" fmla="*/ 1395412 h 1890712"/>
              <a:gd name="connsiteX132" fmla="*/ 1902619 w 2543175"/>
              <a:gd name="connsiteY132" fmla="*/ 1404937 h 1890712"/>
              <a:gd name="connsiteX133" fmla="*/ 1912144 w 2543175"/>
              <a:gd name="connsiteY133" fmla="*/ 1409700 h 1890712"/>
              <a:gd name="connsiteX134" fmla="*/ 1931194 w 2543175"/>
              <a:gd name="connsiteY134" fmla="*/ 1421606 h 1890712"/>
              <a:gd name="connsiteX135" fmla="*/ 1935957 w 2543175"/>
              <a:gd name="connsiteY135" fmla="*/ 1428750 h 1890712"/>
              <a:gd name="connsiteX136" fmla="*/ 1952625 w 2543175"/>
              <a:gd name="connsiteY136" fmla="*/ 1438275 h 1890712"/>
              <a:gd name="connsiteX137" fmla="*/ 1971675 w 2543175"/>
              <a:gd name="connsiteY137" fmla="*/ 1450181 h 1890712"/>
              <a:gd name="connsiteX138" fmla="*/ 1981200 w 2543175"/>
              <a:gd name="connsiteY138" fmla="*/ 1454944 h 1890712"/>
              <a:gd name="connsiteX139" fmla="*/ 1997869 w 2543175"/>
              <a:gd name="connsiteY139" fmla="*/ 1471612 h 1890712"/>
              <a:gd name="connsiteX140" fmla="*/ 2007394 w 2543175"/>
              <a:gd name="connsiteY140" fmla="*/ 1478756 h 1890712"/>
              <a:gd name="connsiteX141" fmla="*/ 2016919 w 2543175"/>
              <a:gd name="connsiteY141" fmla="*/ 1483519 h 1890712"/>
              <a:gd name="connsiteX142" fmla="*/ 2024063 w 2543175"/>
              <a:gd name="connsiteY142" fmla="*/ 1490662 h 1890712"/>
              <a:gd name="connsiteX143" fmla="*/ 2033588 w 2543175"/>
              <a:gd name="connsiteY143" fmla="*/ 1495425 h 1890712"/>
              <a:gd name="connsiteX144" fmla="*/ 2040732 w 2543175"/>
              <a:gd name="connsiteY144" fmla="*/ 1502569 h 1890712"/>
              <a:gd name="connsiteX145" fmla="*/ 2047875 w 2543175"/>
              <a:gd name="connsiteY145" fmla="*/ 1507331 h 1890712"/>
              <a:gd name="connsiteX146" fmla="*/ 2057400 w 2543175"/>
              <a:gd name="connsiteY146" fmla="*/ 1514475 h 1890712"/>
              <a:gd name="connsiteX147" fmla="*/ 2064544 w 2543175"/>
              <a:gd name="connsiteY147" fmla="*/ 1519237 h 1890712"/>
              <a:gd name="connsiteX148" fmla="*/ 2071688 w 2543175"/>
              <a:gd name="connsiteY148" fmla="*/ 1526381 h 1890712"/>
              <a:gd name="connsiteX149" fmla="*/ 2081213 w 2543175"/>
              <a:gd name="connsiteY149" fmla="*/ 1531144 h 1890712"/>
              <a:gd name="connsiteX150" fmla="*/ 2090738 w 2543175"/>
              <a:gd name="connsiteY150" fmla="*/ 1538287 h 1890712"/>
              <a:gd name="connsiteX151" fmla="*/ 2109788 w 2543175"/>
              <a:gd name="connsiteY151" fmla="*/ 1547812 h 1890712"/>
              <a:gd name="connsiteX152" fmla="*/ 2131219 w 2543175"/>
              <a:gd name="connsiteY152" fmla="*/ 1562100 h 1890712"/>
              <a:gd name="connsiteX153" fmla="*/ 2140744 w 2543175"/>
              <a:gd name="connsiteY153" fmla="*/ 1566862 h 1890712"/>
              <a:gd name="connsiteX154" fmla="*/ 2152650 w 2543175"/>
              <a:gd name="connsiteY154" fmla="*/ 1576387 h 1890712"/>
              <a:gd name="connsiteX155" fmla="*/ 2181225 w 2543175"/>
              <a:gd name="connsiteY155" fmla="*/ 1590675 h 1890712"/>
              <a:gd name="connsiteX156" fmla="*/ 2200275 w 2543175"/>
              <a:gd name="connsiteY156" fmla="*/ 1607344 h 1890712"/>
              <a:gd name="connsiteX157" fmla="*/ 2207419 w 2543175"/>
              <a:gd name="connsiteY157" fmla="*/ 1612106 h 1890712"/>
              <a:gd name="connsiteX158" fmla="*/ 2216944 w 2543175"/>
              <a:gd name="connsiteY158" fmla="*/ 1619250 h 1890712"/>
              <a:gd name="connsiteX159" fmla="*/ 2224088 w 2543175"/>
              <a:gd name="connsiteY159" fmla="*/ 1624012 h 1890712"/>
              <a:gd name="connsiteX160" fmla="*/ 2247900 w 2543175"/>
              <a:gd name="connsiteY160" fmla="*/ 1643062 h 1890712"/>
              <a:gd name="connsiteX161" fmla="*/ 2255044 w 2543175"/>
              <a:gd name="connsiteY161" fmla="*/ 1650206 h 1890712"/>
              <a:gd name="connsiteX162" fmla="*/ 2281238 w 2543175"/>
              <a:gd name="connsiteY162" fmla="*/ 1664494 h 1890712"/>
              <a:gd name="connsiteX163" fmla="*/ 2297907 w 2543175"/>
              <a:gd name="connsiteY163" fmla="*/ 1674019 h 1890712"/>
              <a:gd name="connsiteX164" fmla="*/ 2312194 w 2543175"/>
              <a:gd name="connsiteY164" fmla="*/ 1685925 h 1890712"/>
              <a:gd name="connsiteX165" fmla="*/ 2328863 w 2543175"/>
              <a:gd name="connsiteY165" fmla="*/ 1697831 h 1890712"/>
              <a:gd name="connsiteX166" fmla="*/ 2350294 w 2543175"/>
              <a:gd name="connsiteY166" fmla="*/ 1712119 h 1890712"/>
              <a:gd name="connsiteX167" fmla="*/ 2369344 w 2543175"/>
              <a:gd name="connsiteY167" fmla="*/ 1724025 h 1890712"/>
              <a:gd name="connsiteX168" fmla="*/ 2428876 w 2543175"/>
              <a:gd name="connsiteY168" fmla="*/ 1785938 h 1890712"/>
              <a:gd name="connsiteX169" fmla="*/ 2466975 w 2543175"/>
              <a:gd name="connsiteY169" fmla="*/ 1783556 h 1890712"/>
              <a:gd name="connsiteX170" fmla="*/ 2481263 w 2543175"/>
              <a:gd name="connsiteY170" fmla="*/ 1795462 h 1890712"/>
              <a:gd name="connsiteX171" fmla="*/ 2486025 w 2543175"/>
              <a:gd name="connsiteY171" fmla="*/ 1802606 h 1890712"/>
              <a:gd name="connsiteX172" fmla="*/ 2514600 w 2543175"/>
              <a:gd name="connsiteY172" fmla="*/ 1850231 h 1890712"/>
              <a:gd name="connsiteX173" fmla="*/ 2519363 w 2543175"/>
              <a:gd name="connsiteY173" fmla="*/ 1857375 h 1890712"/>
              <a:gd name="connsiteX174" fmla="*/ 2540794 w 2543175"/>
              <a:gd name="connsiteY174" fmla="*/ 1883569 h 1890712"/>
              <a:gd name="connsiteX175" fmla="*/ 2543175 w 2543175"/>
              <a:gd name="connsiteY175"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78619 w 2543175"/>
              <a:gd name="connsiteY30" fmla="*/ 276225 h 1890712"/>
              <a:gd name="connsiteX31" fmla="*/ 385763 w 2543175"/>
              <a:gd name="connsiteY31" fmla="*/ 283369 h 1890712"/>
              <a:gd name="connsiteX32" fmla="*/ 395288 w 2543175"/>
              <a:gd name="connsiteY32" fmla="*/ 288131 h 1890712"/>
              <a:gd name="connsiteX33" fmla="*/ 404813 w 2543175"/>
              <a:gd name="connsiteY33" fmla="*/ 295275 h 1890712"/>
              <a:gd name="connsiteX34" fmla="*/ 411957 w 2543175"/>
              <a:gd name="connsiteY34" fmla="*/ 297656 h 1890712"/>
              <a:gd name="connsiteX35" fmla="*/ 421482 w 2543175"/>
              <a:gd name="connsiteY35" fmla="*/ 302419 h 1890712"/>
              <a:gd name="connsiteX36" fmla="*/ 466725 w 2543175"/>
              <a:gd name="connsiteY36" fmla="*/ 328612 h 1890712"/>
              <a:gd name="connsiteX37" fmla="*/ 476250 w 2543175"/>
              <a:gd name="connsiteY37" fmla="*/ 335756 h 1890712"/>
              <a:gd name="connsiteX38" fmla="*/ 481013 w 2543175"/>
              <a:gd name="connsiteY38" fmla="*/ 342900 h 1890712"/>
              <a:gd name="connsiteX39" fmla="*/ 490538 w 2543175"/>
              <a:gd name="connsiteY39" fmla="*/ 352425 h 1890712"/>
              <a:gd name="connsiteX40" fmla="*/ 495300 w 2543175"/>
              <a:gd name="connsiteY40" fmla="*/ 359569 h 1890712"/>
              <a:gd name="connsiteX41" fmla="*/ 509588 w 2543175"/>
              <a:gd name="connsiteY41" fmla="*/ 376237 h 1890712"/>
              <a:gd name="connsiteX42" fmla="*/ 514350 w 2543175"/>
              <a:gd name="connsiteY42" fmla="*/ 383381 h 1890712"/>
              <a:gd name="connsiteX43" fmla="*/ 531019 w 2543175"/>
              <a:gd name="connsiteY43" fmla="*/ 397669 h 1890712"/>
              <a:gd name="connsiteX44" fmla="*/ 538163 w 2543175"/>
              <a:gd name="connsiteY44" fmla="*/ 407194 h 1890712"/>
              <a:gd name="connsiteX45" fmla="*/ 554832 w 2543175"/>
              <a:gd name="connsiteY45" fmla="*/ 421481 h 1890712"/>
              <a:gd name="connsiteX46" fmla="*/ 564357 w 2543175"/>
              <a:gd name="connsiteY46" fmla="*/ 431006 h 1890712"/>
              <a:gd name="connsiteX47" fmla="*/ 573882 w 2543175"/>
              <a:gd name="connsiteY47" fmla="*/ 438150 h 1890712"/>
              <a:gd name="connsiteX48" fmla="*/ 595313 w 2543175"/>
              <a:gd name="connsiteY48" fmla="*/ 454819 h 1890712"/>
              <a:gd name="connsiteX49" fmla="*/ 602457 w 2543175"/>
              <a:gd name="connsiteY49" fmla="*/ 457200 h 1890712"/>
              <a:gd name="connsiteX50" fmla="*/ 628650 w 2543175"/>
              <a:gd name="connsiteY50" fmla="*/ 469106 h 1890712"/>
              <a:gd name="connsiteX51" fmla="*/ 645319 w 2543175"/>
              <a:gd name="connsiteY51" fmla="*/ 483394 h 1890712"/>
              <a:gd name="connsiteX52" fmla="*/ 654844 w 2543175"/>
              <a:gd name="connsiteY52" fmla="*/ 488156 h 1890712"/>
              <a:gd name="connsiteX53" fmla="*/ 661988 w 2543175"/>
              <a:gd name="connsiteY53" fmla="*/ 497681 h 1890712"/>
              <a:gd name="connsiteX54" fmla="*/ 683419 w 2543175"/>
              <a:gd name="connsiteY54" fmla="*/ 514350 h 1890712"/>
              <a:gd name="connsiteX55" fmla="*/ 700088 w 2543175"/>
              <a:gd name="connsiteY55" fmla="*/ 526256 h 1890712"/>
              <a:gd name="connsiteX56" fmla="*/ 709613 w 2543175"/>
              <a:gd name="connsiteY56" fmla="*/ 535781 h 1890712"/>
              <a:gd name="connsiteX57" fmla="*/ 719138 w 2543175"/>
              <a:gd name="connsiteY57" fmla="*/ 542925 h 1890712"/>
              <a:gd name="connsiteX58" fmla="*/ 733425 w 2543175"/>
              <a:gd name="connsiteY58" fmla="*/ 557212 h 1890712"/>
              <a:gd name="connsiteX59" fmla="*/ 750094 w 2543175"/>
              <a:gd name="connsiteY59" fmla="*/ 569119 h 1890712"/>
              <a:gd name="connsiteX60" fmla="*/ 769144 w 2543175"/>
              <a:gd name="connsiteY60" fmla="*/ 581025 h 1890712"/>
              <a:gd name="connsiteX61" fmla="*/ 785813 w 2543175"/>
              <a:gd name="connsiteY61" fmla="*/ 590550 h 1890712"/>
              <a:gd name="connsiteX62" fmla="*/ 792957 w 2543175"/>
              <a:gd name="connsiteY62" fmla="*/ 600075 h 1890712"/>
              <a:gd name="connsiteX63" fmla="*/ 809625 w 2543175"/>
              <a:gd name="connsiteY63" fmla="*/ 611981 h 1890712"/>
              <a:gd name="connsiteX64" fmla="*/ 816769 w 2543175"/>
              <a:gd name="connsiteY64" fmla="*/ 619125 h 1890712"/>
              <a:gd name="connsiteX65" fmla="*/ 826294 w 2543175"/>
              <a:gd name="connsiteY65" fmla="*/ 626269 h 1890712"/>
              <a:gd name="connsiteX66" fmla="*/ 840582 w 2543175"/>
              <a:gd name="connsiteY66" fmla="*/ 638175 h 1890712"/>
              <a:gd name="connsiteX67" fmla="*/ 847725 w 2543175"/>
              <a:gd name="connsiteY67" fmla="*/ 645319 h 1890712"/>
              <a:gd name="connsiteX68" fmla="*/ 857250 w 2543175"/>
              <a:gd name="connsiteY68" fmla="*/ 652462 h 1890712"/>
              <a:gd name="connsiteX69" fmla="*/ 864394 w 2543175"/>
              <a:gd name="connsiteY69" fmla="*/ 657225 h 1890712"/>
              <a:gd name="connsiteX70" fmla="*/ 888207 w 2543175"/>
              <a:gd name="connsiteY70" fmla="*/ 676275 h 1890712"/>
              <a:gd name="connsiteX71" fmla="*/ 895350 w 2543175"/>
              <a:gd name="connsiteY71" fmla="*/ 681037 h 1890712"/>
              <a:gd name="connsiteX72" fmla="*/ 907257 w 2543175"/>
              <a:gd name="connsiteY72" fmla="*/ 683419 h 1890712"/>
              <a:gd name="connsiteX73" fmla="*/ 928688 w 2543175"/>
              <a:gd name="connsiteY73" fmla="*/ 695325 h 1890712"/>
              <a:gd name="connsiteX74" fmla="*/ 942975 w 2543175"/>
              <a:gd name="connsiteY74" fmla="*/ 700087 h 1890712"/>
              <a:gd name="connsiteX75" fmla="*/ 964407 w 2543175"/>
              <a:gd name="connsiteY75" fmla="*/ 716756 h 1890712"/>
              <a:gd name="connsiteX76" fmla="*/ 971550 w 2543175"/>
              <a:gd name="connsiteY76" fmla="*/ 723900 h 1890712"/>
              <a:gd name="connsiteX77" fmla="*/ 983457 w 2543175"/>
              <a:gd name="connsiteY77" fmla="*/ 733425 h 1890712"/>
              <a:gd name="connsiteX78" fmla="*/ 990600 w 2543175"/>
              <a:gd name="connsiteY78" fmla="*/ 738187 h 1890712"/>
              <a:gd name="connsiteX79" fmla="*/ 1007269 w 2543175"/>
              <a:gd name="connsiteY79" fmla="*/ 752475 h 1890712"/>
              <a:gd name="connsiteX80" fmla="*/ 1031082 w 2543175"/>
              <a:gd name="connsiteY80" fmla="*/ 766762 h 1890712"/>
              <a:gd name="connsiteX81" fmla="*/ 1042988 w 2543175"/>
              <a:gd name="connsiteY81" fmla="*/ 773906 h 1890712"/>
              <a:gd name="connsiteX82" fmla="*/ 1071563 w 2543175"/>
              <a:gd name="connsiteY82" fmla="*/ 785812 h 1890712"/>
              <a:gd name="connsiteX83" fmla="*/ 1097757 w 2543175"/>
              <a:gd name="connsiteY83" fmla="*/ 807244 h 1890712"/>
              <a:gd name="connsiteX84" fmla="*/ 1104900 w 2543175"/>
              <a:gd name="connsiteY84" fmla="*/ 814387 h 1890712"/>
              <a:gd name="connsiteX85" fmla="*/ 1121569 w 2543175"/>
              <a:gd name="connsiteY85" fmla="*/ 823912 h 1890712"/>
              <a:gd name="connsiteX86" fmla="*/ 1138238 w 2543175"/>
              <a:gd name="connsiteY86" fmla="*/ 835819 h 1890712"/>
              <a:gd name="connsiteX87" fmla="*/ 1147763 w 2543175"/>
              <a:gd name="connsiteY87" fmla="*/ 842962 h 1890712"/>
              <a:gd name="connsiteX88" fmla="*/ 1157288 w 2543175"/>
              <a:gd name="connsiteY88" fmla="*/ 847725 h 1890712"/>
              <a:gd name="connsiteX89" fmla="*/ 1178719 w 2543175"/>
              <a:gd name="connsiteY89" fmla="*/ 859631 h 1890712"/>
              <a:gd name="connsiteX90" fmla="*/ 1188244 w 2543175"/>
              <a:gd name="connsiteY90" fmla="*/ 866775 h 1890712"/>
              <a:gd name="connsiteX91" fmla="*/ 1195388 w 2543175"/>
              <a:gd name="connsiteY91" fmla="*/ 871537 h 1890712"/>
              <a:gd name="connsiteX92" fmla="*/ 1212057 w 2543175"/>
              <a:gd name="connsiteY92" fmla="*/ 883444 h 1890712"/>
              <a:gd name="connsiteX93" fmla="*/ 1226344 w 2543175"/>
              <a:gd name="connsiteY93" fmla="*/ 895350 h 1890712"/>
              <a:gd name="connsiteX94" fmla="*/ 1245394 w 2543175"/>
              <a:gd name="connsiteY94" fmla="*/ 907256 h 1890712"/>
              <a:gd name="connsiteX95" fmla="*/ 1254919 w 2543175"/>
              <a:gd name="connsiteY95" fmla="*/ 914400 h 1890712"/>
              <a:gd name="connsiteX96" fmla="*/ 1269207 w 2543175"/>
              <a:gd name="connsiteY96" fmla="*/ 921544 h 1890712"/>
              <a:gd name="connsiteX97" fmla="*/ 1290638 w 2543175"/>
              <a:gd name="connsiteY97" fmla="*/ 935831 h 1890712"/>
              <a:gd name="connsiteX98" fmla="*/ 1307307 w 2543175"/>
              <a:gd name="connsiteY98" fmla="*/ 952500 h 1890712"/>
              <a:gd name="connsiteX99" fmla="*/ 1333500 w 2543175"/>
              <a:gd name="connsiteY99" fmla="*/ 971550 h 1890712"/>
              <a:gd name="connsiteX100" fmla="*/ 1359694 w 2543175"/>
              <a:gd name="connsiteY100" fmla="*/ 990600 h 1890712"/>
              <a:gd name="connsiteX101" fmla="*/ 1373982 w 2543175"/>
              <a:gd name="connsiteY101" fmla="*/ 997744 h 1890712"/>
              <a:gd name="connsiteX102" fmla="*/ 1388269 w 2543175"/>
              <a:gd name="connsiteY102" fmla="*/ 1007269 h 1890712"/>
              <a:gd name="connsiteX103" fmla="*/ 1414463 w 2543175"/>
              <a:gd name="connsiteY103" fmla="*/ 1019175 h 1890712"/>
              <a:gd name="connsiteX104" fmla="*/ 1428750 w 2543175"/>
              <a:gd name="connsiteY104" fmla="*/ 1026319 h 1890712"/>
              <a:gd name="connsiteX105" fmla="*/ 1471613 w 2543175"/>
              <a:gd name="connsiteY105" fmla="*/ 1059656 h 1890712"/>
              <a:gd name="connsiteX106" fmla="*/ 1495425 w 2543175"/>
              <a:gd name="connsiteY106" fmla="*/ 1088231 h 1890712"/>
              <a:gd name="connsiteX107" fmla="*/ 1547812 w 2543175"/>
              <a:gd name="connsiteY107" fmla="*/ 1133475 h 1890712"/>
              <a:gd name="connsiteX108" fmla="*/ 1597819 w 2543175"/>
              <a:gd name="connsiteY108" fmla="*/ 1154906 h 1890712"/>
              <a:gd name="connsiteX109" fmla="*/ 1604963 w 2543175"/>
              <a:gd name="connsiteY109" fmla="*/ 1162050 h 1890712"/>
              <a:gd name="connsiteX110" fmla="*/ 1612107 w 2543175"/>
              <a:gd name="connsiteY110" fmla="*/ 1166812 h 1890712"/>
              <a:gd name="connsiteX111" fmla="*/ 1628775 w 2543175"/>
              <a:gd name="connsiteY111" fmla="*/ 1183481 h 1890712"/>
              <a:gd name="connsiteX112" fmla="*/ 1662113 w 2543175"/>
              <a:gd name="connsiteY112" fmla="*/ 1209675 h 1890712"/>
              <a:gd name="connsiteX113" fmla="*/ 1678782 w 2543175"/>
              <a:gd name="connsiteY113" fmla="*/ 1226344 h 1890712"/>
              <a:gd name="connsiteX114" fmla="*/ 1700213 w 2543175"/>
              <a:gd name="connsiteY114" fmla="*/ 1247775 h 1890712"/>
              <a:gd name="connsiteX115" fmla="*/ 1712119 w 2543175"/>
              <a:gd name="connsiteY115" fmla="*/ 1259681 h 1890712"/>
              <a:gd name="connsiteX116" fmla="*/ 1733550 w 2543175"/>
              <a:gd name="connsiteY116" fmla="*/ 1273969 h 1890712"/>
              <a:gd name="connsiteX117" fmla="*/ 1743075 w 2543175"/>
              <a:gd name="connsiteY117" fmla="*/ 1283494 h 1890712"/>
              <a:gd name="connsiteX118" fmla="*/ 1754982 w 2543175"/>
              <a:gd name="connsiteY118" fmla="*/ 1290637 h 1890712"/>
              <a:gd name="connsiteX119" fmla="*/ 1766888 w 2543175"/>
              <a:gd name="connsiteY119" fmla="*/ 1300162 h 1890712"/>
              <a:gd name="connsiteX120" fmla="*/ 1783557 w 2543175"/>
              <a:gd name="connsiteY120" fmla="*/ 1307306 h 1890712"/>
              <a:gd name="connsiteX121" fmla="*/ 1790700 w 2543175"/>
              <a:gd name="connsiteY121" fmla="*/ 1312069 h 1890712"/>
              <a:gd name="connsiteX122" fmla="*/ 1800225 w 2543175"/>
              <a:gd name="connsiteY122" fmla="*/ 1319212 h 1890712"/>
              <a:gd name="connsiteX123" fmla="*/ 1807369 w 2543175"/>
              <a:gd name="connsiteY123" fmla="*/ 1321594 h 1890712"/>
              <a:gd name="connsiteX124" fmla="*/ 1824038 w 2543175"/>
              <a:gd name="connsiteY124" fmla="*/ 1333500 h 1890712"/>
              <a:gd name="connsiteX125" fmla="*/ 1843088 w 2543175"/>
              <a:gd name="connsiteY125" fmla="*/ 1352550 h 1890712"/>
              <a:gd name="connsiteX126" fmla="*/ 1852613 w 2543175"/>
              <a:gd name="connsiteY126" fmla="*/ 1359694 h 1890712"/>
              <a:gd name="connsiteX127" fmla="*/ 1859757 w 2543175"/>
              <a:gd name="connsiteY127" fmla="*/ 1366837 h 1890712"/>
              <a:gd name="connsiteX128" fmla="*/ 1869282 w 2543175"/>
              <a:gd name="connsiteY128" fmla="*/ 1371600 h 1890712"/>
              <a:gd name="connsiteX129" fmla="*/ 1883569 w 2543175"/>
              <a:gd name="connsiteY129" fmla="*/ 1388269 h 1890712"/>
              <a:gd name="connsiteX130" fmla="*/ 1893094 w 2543175"/>
              <a:gd name="connsiteY130" fmla="*/ 1395412 h 1890712"/>
              <a:gd name="connsiteX131" fmla="*/ 1902619 w 2543175"/>
              <a:gd name="connsiteY131" fmla="*/ 1404937 h 1890712"/>
              <a:gd name="connsiteX132" fmla="*/ 1912144 w 2543175"/>
              <a:gd name="connsiteY132" fmla="*/ 1409700 h 1890712"/>
              <a:gd name="connsiteX133" fmla="*/ 1931194 w 2543175"/>
              <a:gd name="connsiteY133" fmla="*/ 1421606 h 1890712"/>
              <a:gd name="connsiteX134" fmla="*/ 1935957 w 2543175"/>
              <a:gd name="connsiteY134" fmla="*/ 1428750 h 1890712"/>
              <a:gd name="connsiteX135" fmla="*/ 1952625 w 2543175"/>
              <a:gd name="connsiteY135" fmla="*/ 1438275 h 1890712"/>
              <a:gd name="connsiteX136" fmla="*/ 1971675 w 2543175"/>
              <a:gd name="connsiteY136" fmla="*/ 1450181 h 1890712"/>
              <a:gd name="connsiteX137" fmla="*/ 1981200 w 2543175"/>
              <a:gd name="connsiteY137" fmla="*/ 1454944 h 1890712"/>
              <a:gd name="connsiteX138" fmla="*/ 1997869 w 2543175"/>
              <a:gd name="connsiteY138" fmla="*/ 1471612 h 1890712"/>
              <a:gd name="connsiteX139" fmla="*/ 2007394 w 2543175"/>
              <a:gd name="connsiteY139" fmla="*/ 1478756 h 1890712"/>
              <a:gd name="connsiteX140" fmla="*/ 2016919 w 2543175"/>
              <a:gd name="connsiteY140" fmla="*/ 1483519 h 1890712"/>
              <a:gd name="connsiteX141" fmla="*/ 2024063 w 2543175"/>
              <a:gd name="connsiteY141" fmla="*/ 1490662 h 1890712"/>
              <a:gd name="connsiteX142" fmla="*/ 2033588 w 2543175"/>
              <a:gd name="connsiteY142" fmla="*/ 1495425 h 1890712"/>
              <a:gd name="connsiteX143" fmla="*/ 2040732 w 2543175"/>
              <a:gd name="connsiteY143" fmla="*/ 1502569 h 1890712"/>
              <a:gd name="connsiteX144" fmla="*/ 2047875 w 2543175"/>
              <a:gd name="connsiteY144" fmla="*/ 1507331 h 1890712"/>
              <a:gd name="connsiteX145" fmla="*/ 2057400 w 2543175"/>
              <a:gd name="connsiteY145" fmla="*/ 1514475 h 1890712"/>
              <a:gd name="connsiteX146" fmla="*/ 2064544 w 2543175"/>
              <a:gd name="connsiteY146" fmla="*/ 1519237 h 1890712"/>
              <a:gd name="connsiteX147" fmla="*/ 2071688 w 2543175"/>
              <a:gd name="connsiteY147" fmla="*/ 1526381 h 1890712"/>
              <a:gd name="connsiteX148" fmla="*/ 2081213 w 2543175"/>
              <a:gd name="connsiteY148" fmla="*/ 1531144 h 1890712"/>
              <a:gd name="connsiteX149" fmla="*/ 2090738 w 2543175"/>
              <a:gd name="connsiteY149" fmla="*/ 1538287 h 1890712"/>
              <a:gd name="connsiteX150" fmla="*/ 2109788 w 2543175"/>
              <a:gd name="connsiteY150" fmla="*/ 1547812 h 1890712"/>
              <a:gd name="connsiteX151" fmla="*/ 2131219 w 2543175"/>
              <a:gd name="connsiteY151" fmla="*/ 1562100 h 1890712"/>
              <a:gd name="connsiteX152" fmla="*/ 2140744 w 2543175"/>
              <a:gd name="connsiteY152" fmla="*/ 1566862 h 1890712"/>
              <a:gd name="connsiteX153" fmla="*/ 2152650 w 2543175"/>
              <a:gd name="connsiteY153" fmla="*/ 1576387 h 1890712"/>
              <a:gd name="connsiteX154" fmla="*/ 2181225 w 2543175"/>
              <a:gd name="connsiteY154" fmla="*/ 1590675 h 1890712"/>
              <a:gd name="connsiteX155" fmla="*/ 2200275 w 2543175"/>
              <a:gd name="connsiteY155" fmla="*/ 1607344 h 1890712"/>
              <a:gd name="connsiteX156" fmla="*/ 2207419 w 2543175"/>
              <a:gd name="connsiteY156" fmla="*/ 1612106 h 1890712"/>
              <a:gd name="connsiteX157" fmla="*/ 2216944 w 2543175"/>
              <a:gd name="connsiteY157" fmla="*/ 1619250 h 1890712"/>
              <a:gd name="connsiteX158" fmla="*/ 2224088 w 2543175"/>
              <a:gd name="connsiteY158" fmla="*/ 1624012 h 1890712"/>
              <a:gd name="connsiteX159" fmla="*/ 2247900 w 2543175"/>
              <a:gd name="connsiteY159" fmla="*/ 1643062 h 1890712"/>
              <a:gd name="connsiteX160" fmla="*/ 2255044 w 2543175"/>
              <a:gd name="connsiteY160" fmla="*/ 1650206 h 1890712"/>
              <a:gd name="connsiteX161" fmla="*/ 2281238 w 2543175"/>
              <a:gd name="connsiteY161" fmla="*/ 1664494 h 1890712"/>
              <a:gd name="connsiteX162" fmla="*/ 2297907 w 2543175"/>
              <a:gd name="connsiteY162" fmla="*/ 1674019 h 1890712"/>
              <a:gd name="connsiteX163" fmla="*/ 2312194 w 2543175"/>
              <a:gd name="connsiteY163" fmla="*/ 1685925 h 1890712"/>
              <a:gd name="connsiteX164" fmla="*/ 2328863 w 2543175"/>
              <a:gd name="connsiteY164" fmla="*/ 1697831 h 1890712"/>
              <a:gd name="connsiteX165" fmla="*/ 2350294 w 2543175"/>
              <a:gd name="connsiteY165" fmla="*/ 1712119 h 1890712"/>
              <a:gd name="connsiteX166" fmla="*/ 2369344 w 2543175"/>
              <a:gd name="connsiteY166" fmla="*/ 1724025 h 1890712"/>
              <a:gd name="connsiteX167" fmla="*/ 2428876 w 2543175"/>
              <a:gd name="connsiteY167" fmla="*/ 1785938 h 1890712"/>
              <a:gd name="connsiteX168" fmla="*/ 2466975 w 2543175"/>
              <a:gd name="connsiteY168" fmla="*/ 1783556 h 1890712"/>
              <a:gd name="connsiteX169" fmla="*/ 2481263 w 2543175"/>
              <a:gd name="connsiteY169" fmla="*/ 1795462 h 1890712"/>
              <a:gd name="connsiteX170" fmla="*/ 2486025 w 2543175"/>
              <a:gd name="connsiteY170" fmla="*/ 1802606 h 1890712"/>
              <a:gd name="connsiteX171" fmla="*/ 2514600 w 2543175"/>
              <a:gd name="connsiteY171" fmla="*/ 1850231 h 1890712"/>
              <a:gd name="connsiteX172" fmla="*/ 2519363 w 2543175"/>
              <a:gd name="connsiteY172" fmla="*/ 1857375 h 1890712"/>
              <a:gd name="connsiteX173" fmla="*/ 2540794 w 2543175"/>
              <a:gd name="connsiteY173" fmla="*/ 1883569 h 1890712"/>
              <a:gd name="connsiteX174" fmla="*/ 2543175 w 2543175"/>
              <a:gd name="connsiteY17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78619 w 2543175"/>
              <a:gd name="connsiteY30" fmla="*/ 276225 h 1890712"/>
              <a:gd name="connsiteX31" fmla="*/ 385763 w 2543175"/>
              <a:gd name="connsiteY31" fmla="*/ 283369 h 1890712"/>
              <a:gd name="connsiteX32" fmla="*/ 395288 w 2543175"/>
              <a:gd name="connsiteY32" fmla="*/ 288131 h 1890712"/>
              <a:gd name="connsiteX33" fmla="*/ 404813 w 2543175"/>
              <a:gd name="connsiteY33" fmla="*/ 295275 h 1890712"/>
              <a:gd name="connsiteX34" fmla="*/ 411957 w 2543175"/>
              <a:gd name="connsiteY34" fmla="*/ 297656 h 1890712"/>
              <a:gd name="connsiteX35" fmla="*/ 466725 w 2543175"/>
              <a:gd name="connsiteY35" fmla="*/ 328612 h 1890712"/>
              <a:gd name="connsiteX36" fmla="*/ 476250 w 2543175"/>
              <a:gd name="connsiteY36" fmla="*/ 335756 h 1890712"/>
              <a:gd name="connsiteX37" fmla="*/ 481013 w 2543175"/>
              <a:gd name="connsiteY37" fmla="*/ 342900 h 1890712"/>
              <a:gd name="connsiteX38" fmla="*/ 490538 w 2543175"/>
              <a:gd name="connsiteY38" fmla="*/ 352425 h 1890712"/>
              <a:gd name="connsiteX39" fmla="*/ 495300 w 2543175"/>
              <a:gd name="connsiteY39" fmla="*/ 359569 h 1890712"/>
              <a:gd name="connsiteX40" fmla="*/ 509588 w 2543175"/>
              <a:gd name="connsiteY40" fmla="*/ 376237 h 1890712"/>
              <a:gd name="connsiteX41" fmla="*/ 514350 w 2543175"/>
              <a:gd name="connsiteY41" fmla="*/ 383381 h 1890712"/>
              <a:gd name="connsiteX42" fmla="*/ 531019 w 2543175"/>
              <a:gd name="connsiteY42" fmla="*/ 397669 h 1890712"/>
              <a:gd name="connsiteX43" fmla="*/ 538163 w 2543175"/>
              <a:gd name="connsiteY43" fmla="*/ 407194 h 1890712"/>
              <a:gd name="connsiteX44" fmla="*/ 554832 w 2543175"/>
              <a:gd name="connsiteY44" fmla="*/ 421481 h 1890712"/>
              <a:gd name="connsiteX45" fmla="*/ 564357 w 2543175"/>
              <a:gd name="connsiteY45" fmla="*/ 431006 h 1890712"/>
              <a:gd name="connsiteX46" fmla="*/ 573882 w 2543175"/>
              <a:gd name="connsiteY46" fmla="*/ 438150 h 1890712"/>
              <a:gd name="connsiteX47" fmla="*/ 595313 w 2543175"/>
              <a:gd name="connsiteY47" fmla="*/ 454819 h 1890712"/>
              <a:gd name="connsiteX48" fmla="*/ 602457 w 2543175"/>
              <a:gd name="connsiteY48" fmla="*/ 457200 h 1890712"/>
              <a:gd name="connsiteX49" fmla="*/ 628650 w 2543175"/>
              <a:gd name="connsiteY49" fmla="*/ 469106 h 1890712"/>
              <a:gd name="connsiteX50" fmla="*/ 645319 w 2543175"/>
              <a:gd name="connsiteY50" fmla="*/ 483394 h 1890712"/>
              <a:gd name="connsiteX51" fmla="*/ 654844 w 2543175"/>
              <a:gd name="connsiteY51" fmla="*/ 488156 h 1890712"/>
              <a:gd name="connsiteX52" fmla="*/ 661988 w 2543175"/>
              <a:gd name="connsiteY52" fmla="*/ 497681 h 1890712"/>
              <a:gd name="connsiteX53" fmla="*/ 683419 w 2543175"/>
              <a:gd name="connsiteY53" fmla="*/ 514350 h 1890712"/>
              <a:gd name="connsiteX54" fmla="*/ 700088 w 2543175"/>
              <a:gd name="connsiteY54" fmla="*/ 526256 h 1890712"/>
              <a:gd name="connsiteX55" fmla="*/ 709613 w 2543175"/>
              <a:gd name="connsiteY55" fmla="*/ 535781 h 1890712"/>
              <a:gd name="connsiteX56" fmla="*/ 719138 w 2543175"/>
              <a:gd name="connsiteY56" fmla="*/ 542925 h 1890712"/>
              <a:gd name="connsiteX57" fmla="*/ 733425 w 2543175"/>
              <a:gd name="connsiteY57" fmla="*/ 557212 h 1890712"/>
              <a:gd name="connsiteX58" fmla="*/ 750094 w 2543175"/>
              <a:gd name="connsiteY58" fmla="*/ 569119 h 1890712"/>
              <a:gd name="connsiteX59" fmla="*/ 769144 w 2543175"/>
              <a:gd name="connsiteY59" fmla="*/ 581025 h 1890712"/>
              <a:gd name="connsiteX60" fmla="*/ 785813 w 2543175"/>
              <a:gd name="connsiteY60" fmla="*/ 590550 h 1890712"/>
              <a:gd name="connsiteX61" fmla="*/ 792957 w 2543175"/>
              <a:gd name="connsiteY61" fmla="*/ 600075 h 1890712"/>
              <a:gd name="connsiteX62" fmla="*/ 809625 w 2543175"/>
              <a:gd name="connsiteY62" fmla="*/ 611981 h 1890712"/>
              <a:gd name="connsiteX63" fmla="*/ 816769 w 2543175"/>
              <a:gd name="connsiteY63" fmla="*/ 619125 h 1890712"/>
              <a:gd name="connsiteX64" fmla="*/ 826294 w 2543175"/>
              <a:gd name="connsiteY64" fmla="*/ 626269 h 1890712"/>
              <a:gd name="connsiteX65" fmla="*/ 840582 w 2543175"/>
              <a:gd name="connsiteY65" fmla="*/ 638175 h 1890712"/>
              <a:gd name="connsiteX66" fmla="*/ 847725 w 2543175"/>
              <a:gd name="connsiteY66" fmla="*/ 645319 h 1890712"/>
              <a:gd name="connsiteX67" fmla="*/ 857250 w 2543175"/>
              <a:gd name="connsiteY67" fmla="*/ 652462 h 1890712"/>
              <a:gd name="connsiteX68" fmla="*/ 864394 w 2543175"/>
              <a:gd name="connsiteY68" fmla="*/ 657225 h 1890712"/>
              <a:gd name="connsiteX69" fmla="*/ 888207 w 2543175"/>
              <a:gd name="connsiteY69" fmla="*/ 676275 h 1890712"/>
              <a:gd name="connsiteX70" fmla="*/ 895350 w 2543175"/>
              <a:gd name="connsiteY70" fmla="*/ 681037 h 1890712"/>
              <a:gd name="connsiteX71" fmla="*/ 907257 w 2543175"/>
              <a:gd name="connsiteY71" fmla="*/ 683419 h 1890712"/>
              <a:gd name="connsiteX72" fmla="*/ 928688 w 2543175"/>
              <a:gd name="connsiteY72" fmla="*/ 695325 h 1890712"/>
              <a:gd name="connsiteX73" fmla="*/ 942975 w 2543175"/>
              <a:gd name="connsiteY73" fmla="*/ 700087 h 1890712"/>
              <a:gd name="connsiteX74" fmla="*/ 964407 w 2543175"/>
              <a:gd name="connsiteY74" fmla="*/ 716756 h 1890712"/>
              <a:gd name="connsiteX75" fmla="*/ 971550 w 2543175"/>
              <a:gd name="connsiteY75" fmla="*/ 723900 h 1890712"/>
              <a:gd name="connsiteX76" fmla="*/ 983457 w 2543175"/>
              <a:gd name="connsiteY76" fmla="*/ 733425 h 1890712"/>
              <a:gd name="connsiteX77" fmla="*/ 990600 w 2543175"/>
              <a:gd name="connsiteY77" fmla="*/ 738187 h 1890712"/>
              <a:gd name="connsiteX78" fmla="*/ 1007269 w 2543175"/>
              <a:gd name="connsiteY78" fmla="*/ 752475 h 1890712"/>
              <a:gd name="connsiteX79" fmla="*/ 1031082 w 2543175"/>
              <a:gd name="connsiteY79" fmla="*/ 766762 h 1890712"/>
              <a:gd name="connsiteX80" fmla="*/ 1042988 w 2543175"/>
              <a:gd name="connsiteY80" fmla="*/ 773906 h 1890712"/>
              <a:gd name="connsiteX81" fmla="*/ 1071563 w 2543175"/>
              <a:gd name="connsiteY81" fmla="*/ 785812 h 1890712"/>
              <a:gd name="connsiteX82" fmla="*/ 1097757 w 2543175"/>
              <a:gd name="connsiteY82" fmla="*/ 807244 h 1890712"/>
              <a:gd name="connsiteX83" fmla="*/ 1104900 w 2543175"/>
              <a:gd name="connsiteY83" fmla="*/ 814387 h 1890712"/>
              <a:gd name="connsiteX84" fmla="*/ 1121569 w 2543175"/>
              <a:gd name="connsiteY84" fmla="*/ 823912 h 1890712"/>
              <a:gd name="connsiteX85" fmla="*/ 1138238 w 2543175"/>
              <a:gd name="connsiteY85" fmla="*/ 835819 h 1890712"/>
              <a:gd name="connsiteX86" fmla="*/ 1147763 w 2543175"/>
              <a:gd name="connsiteY86" fmla="*/ 842962 h 1890712"/>
              <a:gd name="connsiteX87" fmla="*/ 1157288 w 2543175"/>
              <a:gd name="connsiteY87" fmla="*/ 847725 h 1890712"/>
              <a:gd name="connsiteX88" fmla="*/ 1178719 w 2543175"/>
              <a:gd name="connsiteY88" fmla="*/ 859631 h 1890712"/>
              <a:gd name="connsiteX89" fmla="*/ 1188244 w 2543175"/>
              <a:gd name="connsiteY89" fmla="*/ 866775 h 1890712"/>
              <a:gd name="connsiteX90" fmla="*/ 1195388 w 2543175"/>
              <a:gd name="connsiteY90" fmla="*/ 871537 h 1890712"/>
              <a:gd name="connsiteX91" fmla="*/ 1212057 w 2543175"/>
              <a:gd name="connsiteY91" fmla="*/ 883444 h 1890712"/>
              <a:gd name="connsiteX92" fmla="*/ 1226344 w 2543175"/>
              <a:gd name="connsiteY92" fmla="*/ 895350 h 1890712"/>
              <a:gd name="connsiteX93" fmla="*/ 1245394 w 2543175"/>
              <a:gd name="connsiteY93" fmla="*/ 907256 h 1890712"/>
              <a:gd name="connsiteX94" fmla="*/ 1254919 w 2543175"/>
              <a:gd name="connsiteY94" fmla="*/ 914400 h 1890712"/>
              <a:gd name="connsiteX95" fmla="*/ 1269207 w 2543175"/>
              <a:gd name="connsiteY95" fmla="*/ 921544 h 1890712"/>
              <a:gd name="connsiteX96" fmla="*/ 1290638 w 2543175"/>
              <a:gd name="connsiteY96" fmla="*/ 935831 h 1890712"/>
              <a:gd name="connsiteX97" fmla="*/ 1307307 w 2543175"/>
              <a:gd name="connsiteY97" fmla="*/ 952500 h 1890712"/>
              <a:gd name="connsiteX98" fmla="*/ 1333500 w 2543175"/>
              <a:gd name="connsiteY98" fmla="*/ 971550 h 1890712"/>
              <a:gd name="connsiteX99" fmla="*/ 1359694 w 2543175"/>
              <a:gd name="connsiteY99" fmla="*/ 990600 h 1890712"/>
              <a:gd name="connsiteX100" fmla="*/ 1373982 w 2543175"/>
              <a:gd name="connsiteY100" fmla="*/ 997744 h 1890712"/>
              <a:gd name="connsiteX101" fmla="*/ 1388269 w 2543175"/>
              <a:gd name="connsiteY101" fmla="*/ 1007269 h 1890712"/>
              <a:gd name="connsiteX102" fmla="*/ 1414463 w 2543175"/>
              <a:gd name="connsiteY102" fmla="*/ 1019175 h 1890712"/>
              <a:gd name="connsiteX103" fmla="*/ 1428750 w 2543175"/>
              <a:gd name="connsiteY103" fmla="*/ 1026319 h 1890712"/>
              <a:gd name="connsiteX104" fmla="*/ 1471613 w 2543175"/>
              <a:gd name="connsiteY104" fmla="*/ 1059656 h 1890712"/>
              <a:gd name="connsiteX105" fmla="*/ 1495425 w 2543175"/>
              <a:gd name="connsiteY105" fmla="*/ 1088231 h 1890712"/>
              <a:gd name="connsiteX106" fmla="*/ 1547812 w 2543175"/>
              <a:gd name="connsiteY106" fmla="*/ 1133475 h 1890712"/>
              <a:gd name="connsiteX107" fmla="*/ 1597819 w 2543175"/>
              <a:gd name="connsiteY107" fmla="*/ 1154906 h 1890712"/>
              <a:gd name="connsiteX108" fmla="*/ 1604963 w 2543175"/>
              <a:gd name="connsiteY108" fmla="*/ 1162050 h 1890712"/>
              <a:gd name="connsiteX109" fmla="*/ 1612107 w 2543175"/>
              <a:gd name="connsiteY109" fmla="*/ 1166812 h 1890712"/>
              <a:gd name="connsiteX110" fmla="*/ 1628775 w 2543175"/>
              <a:gd name="connsiteY110" fmla="*/ 1183481 h 1890712"/>
              <a:gd name="connsiteX111" fmla="*/ 1662113 w 2543175"/>
              <a:gd name="connsiteY111" fmla="*/ 1209675 h 1890712"/>
              <a:gd name="connsiteX112" fmla="*/ 1678782 w 2543175"/>
              <a:gd name="connsiteY112" fmla="*/ 1226344 h 1890712"/>
              <a:gd name="connsiteX113" fmla="*/ 1700213 w 2543175"/>
              <a:gd name="connsiteY113" fmla="*/ 1247775 h 1890712"/>
              <a:gd name="connsiteX114" fmla="*/ 1712119 w 2543175"/>
              <a:gd name="connsiteY114" fmla="*/ 1259681 h 1890712"/>
              <a:gd name="connsiteX115" fmla="*/ 1733550 w 2543175"/>
              <a:gd name="connsiteY115" fmla="*/ 1273969 h 1890712"/>
              <a:gd name="connsiteX116" fmla="*/ 1743075 w 2543175"/>
              <a:gd name="connsiteY116" fmla="*/ 1283494 h 1890712"/>
              <a:gd name="connsiteX117" fmla="*/ 1754982 w 2543175"/>
              <a:gd name="connsiteY117" fmla="*/ 1290637 h 1890712"/>
              <a:gd name="connsiteX118" fmla="*/ 1766888 w 2543175"/>
              <a:gd name="connsiteY118" fmla="*/ 1300162 h 1890712"/>
              <a:gd name="connsiteX119" fmla="*/ 1783557 w 2543175"/>
              <a:gd name="connsiteY119" fmla="*/ 1307306 h 1890712"/>
              <a:gd name="connsiteX120" fmla="*/ 1790700 w 2543175"/>
              <a:gd name="connsiteY120" fmla="*/ 1312069 h 1890712"/>
              <a:gd name="connsiteX121" fmla="*/ 1800225 w 2543175"/>
              <a:gd name="connsiteY121" fmla="*/ 1319212 h 1890712"/>
              <a:gd name="connsiteX122" fmla="*/ 1807369 w 2543175"/>
              <a:gd name="connsiteY122" fmla="*/ 1321594 h 1890712"/>
              <a:gd name="connsiteX123" fmla="*/ 1824038 w 2543175"/>
              <a:gd name="connsiteY123" fmla="*/ 1333500 h 1890712"/>
              <a:gd name="connsiteX124" fmla="*/ 1843088 w 2543175"/>
              <a:gd name="connsiteY124" fmla="*/ 1352550 h 1890712"/>
              <a:gd name="connsiteX125" fmla="*/ 1852613 w 2543175"/>
              <a:gd name="connsiteY125" fmla="*/ 1359694 h 1890712"/>
              <a:gd name="connsiteX126" fmla="*/ 1859757 w 2543175"/>
              <a:gd name="connsiteY126" fmla="*/ 1366837 h 1890712"/>
              <a:gd name="connsiteX127" fmla="*/ 1869282 w 2543175"/>
              <a:gd name="connsiteY127" fmla="*/ 1371600 h 1890712"/>
              <a:gd name="connsiteX128" fmla="*/ 1883569 w 2543175"/>
              <a:gd name="connsiteY128" fmla="*/ 1388269 h 1890712"/>
              <a:gd name="connsiteX129" fmla="*/ 1893094 w 2543175"/>
              <a:gd name="connsiteY129" fmla="*/ 1395412 h 1890712"/>
              <a:gd name="connsiteX130" fmla="*/ 1902619 w 2543175"/>
              <a:gd name="connsiteY130" fmla="*/ 1404937 h 1890712"/>
              <a:gd name="connsiteX131" fmla="*/ 1912144 w 2543175"/>
              <a:gd name="connsiteY131" fmla="*/ 1409700 h 1890712"/>
              <a:gd name="connsiteX132" fmla="*/ 1931194 w 2543175"/>
              <a:gd name="connsiteY132" fmla="*/ 1421606 h 1890712"/>
              <a:gd name="connsiteX133" fmla="*/ 1935957 w 2543175"/>
              <a:gd name="connsiteY133" fmla="*/ 1428750 h 1890712"/>
              <a:gd name="connsiteX134" fmla="*/ 1952625 w 2543175"/>
              <a:gd name="connsiteY134" fmla="*/ 1438275 h 1890712"/>
              <a:gd name="connsiteX135" fmla="*/ 1971675 w 2543175"/>
              <a:gd name="connsiteY135" fmla="*/ 1450181 h 1890712"/>
              <a:gd name="connsiteX136" fmla="*/ 1981200 w 2543175"/>
              <a:gd name="connsiteY136" fmla="*/ 1454944 h 1890712"/>
              <a:gd name="connsiteX137" fmla="*/ 1997869 w 2543175"/>
              <a:gd name="connsiteY137" fmla="*/ 1471612 h 1890712"/>
              <a:gd name="connsiteX138" fmla="*/ 2007394 w 2543175"/>
              <a:gd name="connsiteY138" fmla="*/ 1478756 h 1890712"/>
              <a:gd name="connsiteX139" fmla="*/ 2016919 w 2543175"/>
              <a:gd name="connsiteY139" fmla="*/ 1483519 h 1890712"/>
              <a:gd name="connsiteX140" fmla="*/ 2024063 w 2543175"/>
              <a:gd name="connsiteY140" fmla="*/ 1490662 h 1890712"/>
              <a:gd name="connsiteX141" fmla="*/ 2033588 w 2543175"/>
              <a:gd name="connsiteY141" fmla="*/ 1495425 h 1890712"/>
              <a:gd name="connsiteX142" fmla="*/ 2040732 w 2543175"/>
              <a:gd name="connsiteY142" fmla="*/ 1502569 h 1890712"/>
              <a:gd name="connsiteX143" fmla="*/ 2047875 w 2543175"/>
              <a:gd name="connsiteY143" fmla="*/ 1507331 h 1890712"/>
              <a:gd name="connsiteX144" fmla="*/ 2057400 w 2543175"/>
              <a:gd name="connsiteY144" fmla="*/ 1514475 h 1890712"/>
              <a:gd name="connsiteX145" fmla="*/ 2064544 w 2543175"/>
              <a:gd name="connsiteY145" fmla="*/ 1519237 h 1890712"/>
              <a:gd name="connsiteX146" fmla="*/ 2071688 w 2543175"/>
              <a:gd name="connsiteY146" fmla="*/ 1526381 h 1890712"/>
              <a:gd name="connsiteX147" fmla="*/ 2081213 w 2543175"/>
              <a:gd name="connsiteY147" fmla="*/ 1531144 h 1890712"/>
              <a:gd name="connsiteX148" fmla="*/ 2090738 w 2543175"/>
              <a:gd name="connsiteY148" fmla="*/ 1538287 h 1890712"/>
              <a:gd name="connsiteX149" fmla="*/ 2109788 w 2543175"/>
              <a:gd name="connsiteY149" fmla="*/ 1547812 h 1890712"/>
              <a:gd name="connsiteX150" fmla="*/ 2131219 w 2543175"/>
              <a:gd name="connsiteY150" fmla="*/ 1562100 h 1890712"/>
              <a:gd name="connsiteX151" fmla="*/ 2140744 w 2543175"/>
              <a:gd name="connsiteY151" fmla="*/ 1566862 h 1890712"/>
              <a:gd name="connsiteX152" fmla="*/ 2152650 w 2543175"/>
              <a:gd name="connsiteY152" fmla="*/ 1576387 h 1890712"/>
              <a:gd name="connsiteX153" fmla="*/ 2181225 w 2543175"/>
              <a:gd name="connsiteY153" fmla="*/ 1590675 h 1890712"/>
              <a:gd name="connsiteX154" fmla="*/ 2200275 w 2543175"/>
              <a:gd name="connsiteY154" fmla="*/ 1607344 h 1890712"/>
              <a:gd name="connsiteX155" fmla="*/ 2207419 w 2543175"/>
              <a:gd name="connsiteY155" fmla="*/ 1612106 h 1890712"/>
              <a:gd name="connsiteX156" fmla="*/ 2216944 w 2543175"/>
              <a:gd name="connsiteY156" fmla="*/ 1619250 h 1890712"/>
              <a:gd name="connsiteX157" fmla="*/ 2224088 w 2543175"/>
              <a:gd name="connsiteY157" fmla="*/ 1624012 h 1890712"/>
              <a:gd name="connsiteX158" fmla="*/ 2247900 w 2543175"/>
              <a:gd name="connsiteY158" fmla="*/ 1643062 h 1890712"/>
              <a:gd name="connsiteX159" fmla="*/ 2255044 w 2543175"/>
              <a:gd name="connsiteY159" fmla="*/ 1650206 h 1890712"/>
              <a:gd name="connsiteX160" fmla="*/ 2281238 w 2543175"/>
              <a:gd name="connsiteY160" fmla="*/ 1664494 h 1890712"/>
              <a:gd name="connsiteX161" fmla="*/ 2297907 w 2543175"/>
              <a:gd name="connsiteY161" fmla="*/ 1674019 h 1890712"/>
              <a:gd name="connsiteX162" fmla="*/ 2312194 w 2543175"/>
              <a:gd name="connsiteY162" fmla="*/ 1685925 h 1890712"/>
              <a:gd name="connsiteX163" fmla="*/ 2328863 w 2543175"/>
              <a:gd name="connsiteY163" fmla="*/ 1697831 h 1890712"/>
              <a:gd name="connsiteX164" fmla="*/ 2350294 w 2543175"/>
              <a:gd name="connsiteY164" fmla="*/ 1712119 h 1890712"/>
              <a:gd name="connsiteX165" fmla="*/ 2369344 w 2543175"/>
              <a:gd name="connsiteY165" fmla="*/ 1724025 h 1890712"/>
              <a:gd name="connsiteX166" fmla="*/ 2428876 w 2543175"/>
              <a:gd name="connsiteY166" fmla="*/ 1785938 h 1890712"/>
              <a:gd name="connsiteX167" fmla="*/ 2466975 w 2543175"/>
              <a:gd name="connsiteY167" fmla="*/ 1783556 h 1890712"/>
              <a:gd name="connsiteX168" fmla="*/ 2481263 w 2543175"/>
              <a:gd name="connsiteY168" fmla="*/ 1795462 h 1890712"/>
              <a:gd name="connsiteX169" fmla="*/ 2486025 w 2543175"/>
              <a:gd name="connsiteY169" fmla="*/ 1802606 h 1890712"/>
              <a:gd name="connsiteX170" fmla="*/ 2514600 w 2543175"/>
              <a:gd name="connsiteY170" fmla="*/ 1850231 h 1890712"/>
              <a:gd name="connsiteX171" fmla="*/ 2519363 w 2543175"/>
              <a:gd name="connsiteY171" fmla="*/ 1857375 h 1890712"/>
              <a:gd name="connsiteX172" fmla="*/ 2540794 w 2543175"/>
              <a:gd name="connsiteY172" fmla="*/ 1883569 h 1890712"/>
              <a:gd name="connsiteX173" fmla="*/ 2543175 w 2543175"/>
              <a:gd name="connsiteY173"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78619 w 2543175"/>
              <a:gd name="connsiteY30" fmla="*/ 276225 h 1890712"/>
              <a:gd name="connsiteX31" fmla="*/ 385763 w 2543175"/>
              <a:gd name="connsiteY31" fmla="*/ 283369 h 1890712"/>
              <a:gd name="connsiteX32" fmla="*/ 404813 w 2543175"/>
              <a:gd name="connsiteY32" fmla="*/ 295275 h 1890712"/>
              <a:gd name="connsiteX33" fmla="*/ 411957 w 2543175"/>
              <a:gd name="connsiteY33" fmla="*/ 297656 h 1890712"/>
              <a:gd name="connsiteX34" fmla="*/ 466725 w 2543175"/>
              <a:gd name="connsiteY34" fmla="*/ 328612 h 1890712"/>
              <a:gd name="connsiteX35" fmla="*/ 476250 w 2543175"/>
              <a:gd name="connsiteY35" fmla="*/ 335756 h 1890712"/>
              <a:gd name="connsiteX36" fmla="*/ 481013 w 2543175"/>
              <a:gd name="connsiteY36" fmla="*/ 342900 h 1890712"/>
              <a:gd name="connsiteX37" fmla="*/ 490538 w 2543175"/>
              <a:gd name="connsiteY37" fmla="*/ 352425 h 1890712"/>
              <a:gd name="connsiteX38" fmla="*/ 495300 w 2543175"/>
              <a:gd name="connsiteY38" fmla="*/ 359569 h 1890712"/>
              <a:gd name="connsiteX39" fmla="*/ 509588 w 2543175"/>
              <a:gd name="connsiteY39" fmla="*/ 376237 h 1890712"/>
              <a:gd name="connsiteX40" fmla="*/ 514350 w 2543175"/>
              <a:gd name="connsiteY40" fmla="*/ 383381 h 1890712"/>
              <a:gd name="connsiteX41" fmla="*/ 531019 w 2543175"/>
              <a:gd name="connsiteY41" fmla="*/ 397669 h 1890712"/>
              <a:gd name="connsiteX42" fmla="*/ 538163 w 2543175"/>
              <a:gd name="connsiteY42" fmla="*/ 407194 h 1890712"/>
              <a:gd name="connsiteX43" fmla="*/ 554832 w 2543175"/>
              <a:gd name="connsiteY43" fmla="*/ 421481 h 1890712"/>
              <a:gd name="connsiteX44" fmla="*/ 564357 w 2543175"/>
              <a:gd name="connsiteY44" fmla="*/ 431006 h 1890712"/>
              <a:gd name="connsiteX45" fmla="*/ 573882 w 2543175"/>
              <a:gd name="connsiteY45" fmla="*/ 438150 h 1890712"/>
              <a:gd name="connsiteX46" fmla="*/ 595313 w 2543175"/>
              <a:gd name="connsiteY46" fmla="*/ 454819 h 1890712"/>
              <a:gd name="connsiteX47" fmla="*/ 602457 w 2543175"/>
              <a:gd name="connsiteY47" fmla="*/ 457200 h 1890712"/>
              <a:gd name="connsiteX48" fmla="*/ 628650 w 2543175"/>
              <a:gd name="connsiteY48" fmla="*/ 469106 h 1890712"/>
              <a:gd name="connsiteX49" fmla="*/ 645319 w 2543175"/>
              <a:gd name="connsiteY49" fmla="*/ 483394 h 1890712"/>
              <a:gd name="connsiteX50" fmla="*/ 654844 w 2543175"/>
              <a:gd name="connsiteY50" fmla="*/ 488156 h 1890712"/>
              <a:gd name="connsiteX51" fmla="*/ 661988 w 2543175"/>
              <a:gd name="connsiteY51" fmla="*/ 497681 h 1890712"/>
              <a:gd name="connsiteX52" fmla="*/ 683419 w 2543175"/>
              <a:gd name="connsiteY52" fmla="*/ 514350 h 1890712"/>
              <a:gd name="connsiteX53" fmla="*/ 700088 w 2543175"/>
              <a:gd name="connsiteY53" fmla="*/ 526256 h 1890712"/>
              <a:gd name="connsiteX54" fmla="*/ 709613 w 2543175"/>
              <a:gd name="connsiteY54" fmla="*/ 535781 h 1890712"/>
              <a:gd name="connsiteX55" fmla="*/ 719138 w 2543175"/>
              <a:gd name="connsiteY55" fmla="*/ 542925 h 1890712"/>
              <a:gd name="connsiteX56" fmla="*/ 733425 w 2543175"/>
              <a:gd name="connsiteY56" fmla="*/ 557212 h 1890712"/>
              <a:gd name="connsiteX57" fmla="*/ 750094 w 2543175"/>
              <a:gd name="connsiteY57" fmla="*/ 569119 h 1890712"/>
              <a:gd name="connsiteX58" fmla="*/ 769144 w 2543175"/>
              <a:gd name="connsiteY58" fmla="*/ 581025 h 1890712"/>
              <a:gd name="connsiteX59" fmla="*/ 785813 w 2543175"/>
              <a:gd name="connsiteY59" fmla="*/ 590550 h 1890712"/>
              <a:gd name="connsiteX60" fmla="*/ 792957 w 2543175"/>
              <a:gd name="connsiteY60" fmla="*/ 600075 h 1890712"/>
              <a:gd name="connsiteX61" fmla="*/ 809625 w 2543175"/>
              <a:gd name="connsiteY61" fmla="*/ 611981 h 1890712"/>
              <a:gd name="connsiteX62" fmla="*/ 816769 w 2543175"/>
              <a:gd name="connsiteY62" fmla="*/ 619125 h 1890712"/>
              <a:gd name="connsiteX63" fmla="*/ 826294 w 2543175"/>
              <a:gd name="connsiteY63" fmla="*/ 626269 h 1890712"/>
              <a:gd name="connsiteX64" fmla="*/ 840582 w 2543175"/>
              <a:gd name="connsiteY64" fmla="*/ 638175 h 1890712"/>
              <a:gd name="connsiteX65" fmla="*/ 847725 w 2543175"/>
              <a:gd name="connsiteY65" fmla="*/ 645319 h 1890712"/>
              <a:gd name="connsiteX66" fmla="*/ 857250 w 2543175"/>
              <a:gd name="connsiteY66" fmla="*/ 652462 h 1890712"/>
              <a:gd name="connsiteX67" fmla="*/ 864394 w 2543175"/>
              <a:gd name="connsiteY67" fmla="*/ 657225 h 1890712"/>
              <a:gd name="connsiteX68" fmla="*/ 888207 w 2543175"/>
              <a:gd name="connsiteY68" fmla="*/ 676275 h 1890712"/>
              <a:gd name="connsiteX69" fmla="*/ 895350 w 2543175"/>
              <a:gd name="connsiteY69" fmla="*/ 681037 h 1890712"/>
              <a:gd name="connsiteX70" fmla="*/ 907257 w 2543175"/>
              <a:gd name="connsiteY70" fmla="*/ 683419 h 1890712"/>
              <a:gd name="connsiteX71" fmla="*/ 928688 w 2543175"/>
              <a:gd name="connsiteY71" fmla="*/ 695325 h 1890712"/>
              <a:gd name="connsiteX72" fmla="*/ 942975 w 2543175"/>
              <a:gd name="connsiteY72" fmla="*/ 700087 h 1890712"/>
              <a:gd name="connsiteX73" fmla="*/ 964407 w 2543175"/>
              <a:gd name="connsiteY73" fmla="*/ 716756 h 1890712"/>
              <a:gd name="connsiteX74" fmla="*/ 971550 w 2543175"/>
              <a:gd name="connsiteY74" fmla="*/ 723900 h 1890712"/>
              <a:gd name="connsiteX75" fmla="*/ 983457 w 2543175"/>
              <a:gd name="connsiteY75" fmla="*/ 733425 h 1890712"/>
              <a:gd name="connsiteX76" fmla="*/ 990600 w 2543175"/>
              <a:gd name="connsiteY76" fmla="*/ 738187 h 1890712"/>
              <a:gd name="connsiteX77" fmla="*/ 1007269 w 2543175"/>
              <a:gd name="connsiteY77" fmla="*/ 752475 h 1890712"/>
              <a:gd name="connsiteX78" fmla="*/ 1031082 w 2543175"/>
              <a:gd name="connsiteY78" fmla="*/ 766762 h 1890712"/>
              <a:gd name="connsiteX79" fmla="*/ 1042988 w 2543175"/>
              <a:gd name="connsiteY79" fmla="*/ 773906 h 1890712"/>
              <a:gd name="connsiteX80" fmla="*/ 1071563 w 2543175"/>
              <a:gd name="connsiteY80" fmla="*/ 785812 h 1890712"/>
              <a:gd name="connsiteX81" fmla="*/ 1097757 w 2543175"/>
              <a:gd name="connsiteY81" fmla="*/ 807244 h 1890712"/>
              <a:gd name="connsiteX82" fmla="*/ 1104900 w 2543175"/>
              <a:gd name="connsiteY82" fmla="*/ 814387 h 1890712"/>
              <a:gd name="connsiteX83" fmla="*/ 1121569 w 2543175"/>
              <a:gd name="connsiteY83" fmla="*/ 823912 h 1890712"/>
              <a:gd name="connsiteX84" fmla="*/ 1138238 w 2543175"/>
              <a:gd name="connsiteY84" fmla="*/ 835819 h 1890712"/>
              <a:gd name="connsiteX85" fmla="*/ 1147763 w 2543175"/>
              <a:gd name="connsiteY85" fmla="*/ 842962 h 1890712"/>
              <a:gd name="connsiteX86" fmla="*/ 1157288 w 2543175"/>
              <a:gd name="connsiteY86" fmla="*/ 847725 h 1890712"/>
              <a:gd name="connsiteX87" fmla="*/ 1178719 w 2543175"/>
              <a:gd name="connsiteY87" fmla="*/ 859631 h 1890712"/>
              <a:gd name="connsiteX88" fmla="*/ 1188244 w 2543175"/>
              <a:gd name="connsiteY88" fmla="*/ 866775 h 1890712"/>
              <a:gd name="connsiteX89" fmla="*/ 1195388 w 2543175"/>
              <a:gd name="connsiteY89" fmla="*/ 871537 h 1890712"/>
              <a:gd name="connsiteX90" fmla="*/ 1212057 w 2543175"/>
              <a:gd name="connsiteY90" fmla="*/ 883444 h 1890712"/>
              <a:gd name="connsiteX91" fmla="*/ 1226344 w 2543175"/>
              <a:gd name="connsiteY91" fmla="*/ 895350 h 1890712"/>
              <a:gd name="connsiteX92" fmla="*/ 1245394 w 2543175"/>
              <a:gd name="connsiteY92" fmla="*/ 907256 h 1890712"/>
              <a:gd name="connsiteX93" fmla="*/ 1254919 w 2543175"/>
              <a:gd name="connsiteY93" fmla="*/ 914400 h 1890712"/>
              <a:gd name="connsiteX94" fmla="*/ 1269207 w 2543175"/>
              <a:gd name="connsiteY94" fmla="*/ 921544 h 1890712"/>
              <a:gd name="connsiteX95" fmla="*/ 1290638 w 2543175"/>
              <a:gd name="connsiteY95" fmla="*/ 935831 h 1890712"/>
              <a:gd name="connsiteX96" fmla="*/ 1307307 w 2543175"/>
              <a:gd name="connsiteY96" fmla="*/ 952500 h 1890712"/>
              <a:gd name="connsiteX97" fmla="*/ 1333500 w 2543175"/>
              <a:gd name="connsiteY97" fmla="*/ 971550 h 1890712"/>
              <a:gd name="connsiteX98" fmla="*/ 1359694 w 2543175"/>
              <a:gd name="connsiteY98" fmla="*/ 990600 h 1890712"/>
              <a:gd name="connsiteX99" fmla="*/ 1373982 w 2543175"/>
              <a:gd name="connsiteY99" fmla="*/ 997744 h 1890712"/>
              <a:gd name="connsiteX100" fmla="*/ 1388269 w 2543175"/>
              <a:gd name="connsiteY100" fmla="*/ 1007269 h 1890712"/>
              <a:gd name="connsiteX101" fmla="*/ 1414463 w 2543175"/>
              <a:gd name="connsiteY101" fmla="*/ 1019175 h 1890712"/>
              <a:gd name="connsiteX102" fmla="*/ 1428750 w 2543175"/>
              <a:gd name="connsiteY102" fmla="*/ 1026319 h 1890712"/>
              <a:gd name="connsiteX103" fmla="*/ 1471613 w 2543175"/>
              <a:gd name="connsiteY103" fmla="*/ 1059656 h 1890712"/>
              <a:gd name="connsiteX104" fmla="*/ 1495425 w 2543175"/>
              <a:gd name="connsiteY104" fmla="*/ 1088231 h 1890712"/>
              <a:gd name="connsiteX105" fmla="*/ 1547812 w 2543175"/>
              <a:gd name="connsiteY105" fmla="*/ 1133475 h 1890712"/>
              <a:gd name="connsiteX106" fmla="*/ 1597819 w 2543175"/>
              <a:gd name="connsiteY106" fmla="*/ 1154906 h 1890712"/>
              <a:gd name="connsiteX107" fmla="*/ 1604963 w 2543175"/>
              <a:gd name="connsiteY107" fmla="*/ 1162050 h 1890712"/>
              <a:gd name="connsiteX108" fmla="*/ 1612107 w 2543175"/>
              <a:gd name="connsiteY108" fmla="*/ 1166812 h 1890712"/>
              <a:gd name="connsiteX109" fmla="*/ 1628775 w 2543175"/>
              <a:gd name="connsiteY109" fmla="*/ 1183481 h 1890712"/>
              <a:gd name="connsiteX110" fmla="*/ 1662113 w 2543175"/>
              <a:gd name="connsiteY110" fmla="*/ 1209675 h 1890712"/>
              <a:gd name="connsiteX111" fmla="*/ 1678782 w 2543175"/>
              <a:gd name="connsiteY111" fmla="*/ 1226344 h 1890712"/>
              <a:gd name="connsiteX112" fmla="*/ 1700213 w 2543175"/>
              <a:gd name="connsiteY112" fmla="*/ 1247775 h 1890712"/>
              <a:gd name="connsiteX113" fmla="*/ 1712119 w 2543175"/>
              <a:gd name="connsiteY113" fmla="*/ 1259681 h 1890712"/>
              <a:gd name="connsiteX114" fmla="*/ 1733550 w 2543175"/>
              <a:gd name="connsiteY114" fmla="*/ 1273969 h 1890712"/>
              <a:gd name="connsiteX115" fmla="*/ 1743075 w 2543175"/>
              <a:gd name="connsiteY115" fmla="*/ 1283494 h 1890712"/>
              <a:gd name="connsiteX116" fmla="*/ 1754982 w 2543175"/>
              <a:gd name="connsiteY116" fmla="*/ 1290637 h 1890712"/>
              <a:gd name="connsiteX117" fmla="*/ 1766888 w 2543175"/>
              <a:gd name="connsiteY117" fmla="*/ 1300162 h 1890712"/>
              <a:gd name="connsiteX118" fmla="*/ 1783557 w 2543175"/>
              <a:gd name="connsiteY118" fmla="*/ 1307306 h 1890712"/>
              <a:gd name="connsiteX119" fmla="*/ 1790700 w 2543175"/>
              <a:gd name="connsiteY119" fmla="*/ 1312069 h 1890712"/>
              <a:gd name="connsiteX120" fmla="*/ 1800225 w 2543175"/>
              <a:gd name="connsiteY120" fmla="*/ 1319212 h 1890712"/>
              <a:gd name="connsiteX121" fmla="*/ 1807369 w 2543175"/>
              <a:gd name="connsiteY121" fmla="*/ 1321594 h 1890712"/>
              <a:gd name="connsiteX122" fmla="*/ 1824038 w 2543175"/>
              <a:gd name="connsiteY122" fmla="*/ 1333500 h 1890712"/>
              <a:gd name="connsiteX123" fmla="*/ 1843088 w 2543175"/>
              <a:gd name="connsiteY123" fmla="*/ 1352550 h 1890712"/>
              <a:gd name="connsiteX124" fmla="*/ 1852613 w 2543175"/>
              <a:gd name="connsiteY124" fmla="*/ 1359694 h 1890712"/>
              <a:gd name="connsiteX125" fmla="*/ 1859757 w 2543175"/>
              <a:gd name="connsiteY125" fmla="*/ 1366837 h 1890712"/>
              <a:gd name="connsiteX126" fmla="*/ 1869282 w 2543175"/>
              <a:gd name="connsiteY126" fmla="*/ 1371600 h 1890712"/>
              <a:gd name="connsiteX127" fmla="*/ 1883569 w 2543175"/>
              <a:gd name="connsiteY127" fmla="*/ 1388269 h 1890712"/>
              <a:gd name="connsiteX128" fmla="*/ 1893094 w 2543175"/>
              <a:gd name="connsiteY128" fmla="*/ 1395412 h 1890712"/>
              <a:gd name="connsiteX129" fmla="*/ 1902619 w 2543175"/>
              <a:gd name="connsiteY129" fmla="*/ 1404937 h 1890712"/>
              <a:gd name="connsiteX130" fmla="*/ 1912144 w 2543175"/>
              <a:gd name="connsiteY130" fmla="*/ 1409700 h 1890712"/>
              <a:gd name="connsiteX131" fmla="*/ 1931194 w 2543175"/>
              <a:gd name="connsiteY131" fmla="*/ 1421606 h 1890712"/>
              <a:gd name="connsiteX132" fmla="*/ 1935957 w 2543175"/>
              <a:gd name="connsiteY132" fmla="*/ 1428750 h 1890712"/>
              <a:gd name="connsiteX133" fmla="*/ 1952625 w 2543175"/>
              <a:gd name="connsiteY133" fmla="*/ 1438275 h 1890712"/>
              <a:gd name="connsiteX134" fmla="*/ 1971675 w 2543175"/>
              <a:gd name="connsiteY134" fmla="*/ 1450181 h 1890712"/>
              <a:gd name="connsiteX135" fmla="*/ 1981200 w 2543175"/>
              <a:gd name="connsiteY135" fmla="*/ 1454944 h 1890712"/>
              <a:gd name="connsiteX136" fmla="*/ 1997869 w 2543175"/>
              <a:gd name="connsiteY136" fmla="*/ 1471612 h 1890712"/>
              <a:gd name="connsiteX137" fmla="*/ 2007394 w 2543175"/>
              <a:gd name="connsiteY137" fmla="*/ 1478756 h 1890712"/>
              <a:gd name="connsiteX138" fmla="*/ 2016919 w 2543175"/>
              <a:gd name="connsiteY138" fmla="*/ 1483519 h 1890712"/>
              <a:gd name="connsiteX139" fmla="*/ 2024063 w 2543175"/>
              <a:gd name="connsiteY139" fmla="*/ 1490662 h 1890712"/>
              <a:gd name="connsiteX140" fmla="*/ 2033588 w 2543175"/>
              <a:gd name="connsiteY140" fmla="*/ 1495425 h 1890712"/>
              <a:gd name="connsiteX141" fmla="*/ 2040732 w 2543175"/>
              <a:gd name="connsiteY141" fmla="*/ 1502569 h 1890712"/>
              <a:gd name="connsiteX142" fmla="*/ 2047875 w 2543175"/>
              <a:gd name="connsiteY142" fmla="*/ 1507331 h 1890712"/>
              <a:gd name="connsiteX143" fmla="*/ 2057400 w 2543175"/>
              <a:gd name="connsiteY143" fmla="*/ 1514475 h 1890712"/>
              <a:gd name="connsiteX144" fmla="*/ 2064544 w 2543175"/>
              <a:gd name="connsiteY144" fmla="*/ 1519237 h 1890712"/>
              <a:gd name="connsiteX145" fmla="*/ 2071688 w 2543175"/>
              <a:gd name="connsiteY145" fmla="*/ 1526381 h 1890712"/>
              <a:gd name="connsiteX146" fmla="*/ 2081213 w 2543175"/>
              <a:gd name="connsiteY146" fmla="*/ 1531144 h 1890712"/>
              <a:gd name="connsiteX147" fmla="*/ 2090738 w 2543175"/>
              <a:gd name="connsiteY147" fmla="*/ 1538287 h 1890712"/>
              <a:gd name="connsiteX148" fmla="*/ 2109788 w 2543175"/>
              <a:gd name="connsiteY148" fmla="*/ 1547812 h 1890712"/>
              <a:gd name="connsiteX149" fmla="*/ 2131219 w 2543175"/>
              <a:gd name="connsiteY149" fmla="*/ 1562100 h 1890712"/>
              <a:gd name="connsiteX150" fmla="*/ 2140744 w 2543175"/>
              <a:gd name="connsiteY150" fmla="*/ 1566862 h 1890712"/>
              <a:gd name="connsiteX151" fmla="*/ 2152650 w 2543175"/>
              <a:gd name="connsiteY151" fmla="*/ 1576387 h 1890712"/>
              <a:gd name="connsiteX152" fmla="*/ 2181225 w 2543175"/>
              <a:gd name="connsiteY152" fmla="*/ 1590675 h 1890712"/>
              <a:gd name="connsiteX153" fmla="*/ 2200275 w 2543175"/>
              <a:gd name="connsiteY153" fmla="*/ 1607344 h 1890712"/>
              <a:gd name="connsiteX154" fmla="*/ 2207419 w 2543175"/>
              <a:gd name="connsiteY154" fmla="*/ 1612106 h 1890712"/>
              <a:gd name="connsiteX155" fmla="*/ 2216944 w 2543175"/>
              <a:gd name="connsiteY155" fmla="*/ 1619250 h 1890712"/>
              <a:gd name="connsiteX156" fmla="*/ 2224088 w 2543175"/>
              <a:gd name="connsiteY156" fmla="*/ 1624012 h 1890712"/>
              <a:gd name="connsiteX157" fmla="*/ 2247900 w 2543175"/>
              <a:gd name="connsiteY157" fmla="*/ 1643062 h 1890712"/>
              <a:gd name="connsiteX158" fmla="*/ 2255044 w 2543175"/>
              <a:gd name="connsiteY158" fmla="*/ 1650206 h 1890712"/>
              <a:gd name="connsiteX159" fmla="*/ 2281238 w 2543175"/>
              <a:gd name="connsiteY159" fmla="*/ 1664494 h 1890712"/>
              <a:gd name="connsiteX160" fmla="*/ 2297907 w 2543175"/>
              <a:gd name="connsiteY160" fmla="*/ 1674019 h 1890712"/>
              <a:gd name="connsiteX161" fmla="*/ 2312194 w 2543175"/>
              <a:gd name="connsiteY161" fmla="*/ 1685925 h 1890712"/>
              <a:gd name="connsiteX162" fmla="*/ 2328863 w 2543175"/>
              <a:gd name="connsiteY162" fmla="*/ 1697831 h 1890712"/>
              <a:gd name="connsiteX163" fmla="*/ 2350294 w 2543175"/>
              <a:gd name="connsiteY163" fmla="*/ 1712119 h 1890712"/>
              <a:gd name="connsiteX164" fmla="*/ 2369344 w 2543175"/>
              <a:gd name="connsiteY164" fmla="*/ 1724025 h 1890712"/>
              <a:gd name="connsiteX165" fmla="*/ 2428876 w 2543175"/>
              <a:gd name="connsiteY165" fmla="*/ 1785938 h 1890712"/>
              <a:gd name="connsiteX166" fmla="*/ 2466975 w 2543175"/>
              <a:gd name="connsiteY166" fmla="*/ 1783556 h 1890712"/>
              <a:gd name="connsiteX167" fmla="*/ 2481263 w 2543175"/>
              <a:gd name="connsiteY167" fmla="*/ 1795462 h 1890712"/>
              <a:gd name="connsiteX168" fmla="*/ 2486025 w 2543175"/>
              <a:gd name="connsiteY168" fmla="*/ 1802606 h 1890712"/>
              <a:gd name="connsiteX169" fmla="*/ 2514600 w 2543175"/>
              <a:gd name="connsiteY169" fmla="*/ 1850231 h 1890712"/>
              <a:gd name="connsiteX170" fmla="*/ 2519363 w 2543175"/>
              <a:gd name="connsiteY170" fmla="*/ 1857375 h 1890712"/>
              <a:gd name="connsiteX171" fmla="*/ 2540794 w 2543175"/>
              <a:gd name="connsiteY171" fmla="*/ 1883569 h 1890712"/>
              <a:gd name="connsiteX172" fmla="*/ 2543175 w 2543175"/>
              <a:gd name="connsiteY17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85763 w 2543175"/>
              <a:gd name="connsiteY30" fmla="*/ 283369 h 1890712"/>
              <a:gd name="connsiteX31" fmla="*/ 404813 w 2543175"/>
              <a:gd name="connsiteY31" fmla="*/ 295275 h 1890712"/>
              <a:gd name="connsiteX32" fmla="*/ 411957 w 2543175"/>
              <a:gd name="connsiteY32" fmla="*/ 297656 h 1890712"/>
              <a:gd name="connsiteX33" fmla="*/ 466725 w 2543175"/>
              <a:gd name="connsiteY33" fmla="*/ 328612 h 1890712"/>
              <a:gd name="connsiteX34" fmla="*/ 476250 w 2543175"/>
              <a:gd name="connsiteY34" fmla="*/ 335756 h 1890712"/>
              <a:gd name="connsiteX35" fmla="*/ 481013 w 2543175"/>
              <a:gd name="connsiteY35" fmla="*/ 342900 h 1890712"/>
              <a:gd name="connsiteX36" fmla="*/ 490538 w 2543175"/>
              <a:gd name="connsiteY36" fmla="*/ 352425 h 1890712"/>
              <a:gd name="connsiteX37" fmla="*/ 495300 w 2543175"/>
              <a:gd name="connsiteY37" fmla="*/ 359569 h 1890712"/>
              <a:gd name="connsiteX38" fmla="*/ 509588 w 2543175"/>
              <a:gd name="connsiteY38" fmla="*/ 376237 h 1890712"/>
              <a:gd name="connsiteX39" fmla="*/ 514350 w 2543175"/>
              <a:gd name="connsiteY39" fmla="*/ 383381 h 1890712"/>
              <a:gd name="connsiteX40" fmla="*/ 531019 w 2543175"/>
              <a:gd name="connsiteY40" fmla="*/ 397669 h 1890712"/>
              <a:gd name="connsiteX41" fmla="*/ 538163 w 2543175"/>
              <a:gd name="connsiteY41" fmla="*/ 407194 h 1890712"/>
              <a:gd name="connsiteX42" fmla="*/ 554832 w 2543175"/>
              <a:gd name="connsiteY42" fmla="*/ 421481 h 1890712"/>
              <a:gd name="connsiteX43" fmla="*/ 564357 w 2543175"/>
              <a:gd name="connsiteY43" fmla="*/ 431006 h 1890712"/>
              <a:gd name="connsiteX44" fmla="*/ 573882 w 2543175"/>
              <a:gd name="connsiteY44" fmla="*/ 438150 h 1890712"/>
              <a:gd name="connsiteX45" fmla="*/ 595313 w 2543175"/>
              <a:gd name="connsiteY45" fmla="*/ 454819 h 1890712"/>
              <a:gd name="connsiteX46" fmla="*/ 602457 w 2543175"/>
              <a:gd name="connsiteY46" fmla="*/ 457200 h 1890712"/>
              <a:gd name="connsiteX47" fmla="*/ 628650 w 2543175"/>
              <a:gd name="connsiteY47" fmla="*/ 469106 h 1890712"/>
              <a:gd name="connsiteX48" fmla="*/ 645319 w 2543175"/>
              <a:gd name="connsiteY48" fmla="*/ 483394 h 1890712"/>
              <a:gd name="connsiteX49" fmla="*/ 654844 w 2543175"/>
              <a:gd name="connsiteY49" fmla="*/ 488156 h 1890712"/>
              <a:gd name="connsiteX50" fmla="*/ 661988 w 2543175"/>
              <a:gd name="connsiteY50" fmla="*/ 497681 h 1890712"/>
              <a:gd name="connsiteX51" fmla="*/ 683419 w 2543175"/>
              <a:gd name="connsiteY51" fmla="*/ 514350 h 1890712"/>
              <a:gd name="connsiteX52" fmla="*/ 700088 w 2543175"/>
              <a:gd name="connsiteY52" fmla="*/ 526256 h 1890712"/>
              <a:gd name="connsiteX53" fmla="*/ 709613 w 2543175"/>
              <a:gd name="connsiteY53" fmla="*/ 535781 h 1890712"/>
              <a:gd name="connsiteX54" fmla="*/ 719138 w 2543175"/>
              <a:gd name="connsiteY54" fmla="*/ 542925 h 1890712"/>
              <a:gd name="connsiteX55" fmla="*/ 733425 w 2543175"/>
              <a:gd name="connsiteY55" fmla="*/ 557212 h 1890712"/>
              <a:gd name="connsiteX56" fmla="*/ 750094 w 2543175"/>
              <a:gd name="connsiteY56" fmla="*/ 569119 h 1890712"/>
              <a:gd name="connsiteX57" fmla="*/ 769144 w 2543175"/>
              <a:gd name="connsiteY57" fmla="*/ 581025 h 1890712"/>
              <a:gd name="connsiteX58" fmla="*/ 785813 w 2543175"/>
              <a:gd name="connsiteY58" fmla="*/ 590550 h 1890712"/>
              <a:gd name="connsiteX59" fmla="*/ 792957 w 2543175"/>
              <a:gd name="connsiteY59" fmla="*/ 600075 h 1890712"/>
              <a:gd name="connsiteX60" fmla="*/ 809625 w 2543175"/>
              <a:gd name="connsiteY60" fmla="*/ 611981 h 1890712"/>
              <a:gd name="connsiteX61" fmla="*/ 816769 w 2543175"/>
              <a:gd name="connsiteY61" fmla="*/ 619125 h 1890712"/>
              <a:gd name="connsiteX62" fmla="*/ 826294 w 2543175"/>
              <a:gd name="connsiteY62" fmla="*/ 626269 h 1890712"/>
              <a:gd name="connsiteX63" fmla="*/ 840582 w 2543175"/>
              <a:gd name="connsiteY63" fmla="*/ 638175 h 1890712"/>
              <a:gd name="connsiteX64" fmla="*/ 847725 w 2543175"/>
              <a:gd name="connsiteY64" fmla="*/ 645319 h 1890712"/>
              <a:gd name="connsiteX65" fmla="*/ 857250 w 2543175"/>
              <a:gd name="connsiteY65" fmla="*/ 652462 h 1890712"/>
              <a:gd name="connsiteX66" fmla="*/ 864394 w 2543175"/>
              <a:gd name="connsiteY66" fmla="*/ 657225 h 1890712"/>
              <a:gd name="connsiteX67" fmla="*/ 888207 w 2543175"/>
              <a:gd name="connsiteY67" fmla="*/ 676275 h 1890712"/>
              <a:gd name="connsiteX68" fmla="*/ 895350 w 2543175"/>
              <a:gd name="connsiteY68" fmla="*/ 681037 h 1890712"/>
              <a:gd name="connsiteX69" fmla="*/ 907257 w 2543175"/>
              <a:gd name="connsiteY69" fmla="*/ 683419 h 1890712"/>
              <a:gd name="connsiteX70" fmla="*/ 928688 w 2543175"/>
              <a:gd name="connsiteY70" fmla="*/ 695325 h 1890712"/>
              <a:gd name="connsiteX71" fmla="*/ 942975 w 2543175"/>
              <a:gd name="connsiteY71" fmla="*/ 700087 h 1890712"/>
              <a:gd name="connsiteX72" fmla="*/ 964407 w 2543175"/>
              <a:gd name="connsiteY72" fmla="*/ 716756 h 1890712"/>
              <a:gd name="connsiteX73" fmla="*/ 971550 w 2543175"/>
              <a:gd name="connsiteY73" fmla="*/ 723900 h 1890712"/>
              <a:gd name="connsiteX74" fmla="*/ 983457 w 2543175"/>
              <a:gd name="connsiteY74" fmla="*/ 733425 h 1890712"/>
              <a:gd name="connsiteX75" fmla="*/ 990600 w 2543175"/>
              <a:gd name="connsiteY75" fmla="*/ 738187 h 1890712"/>
              <a:gd name="connsiteX76" fmla="*/ 1007269 w 2543175"/>
              <a:gd name="connsiteY76" fmla="*/ 752475 h 1890712"/>
              <a:gd name="connsiteX77" fmla="*/ 1031082 w 2543175"/>
              <a:gd name="connsiteY77" fmla="*/ 766762 h 1890712"/>
              <a:gd name="connsiteX78" fmla="*/ 1042988 w 2543175"/>
              <a:gd name="connsiteY78" fmla="*/ 773906 h 1890712"/>
              <a:gd name="connsiteX79" fmla="*/ 1071563 w 2543175"/>
              <a:gd name="connsiteY79" fmla="*/ 785812 h 1890712"/>
              <a:gd name="connsiteX80" fmla="*/ 1097757 w 2543175"/>
              <a:gd name="connsiteY80" fmla="*/ 807244 h 1890712"/>
              <a:gd name="connsiteX81" fmla="*/ 1104900 w 2543175"/>
              <a:gd name="connsiteY81" fmla="*/ 814387 h 1890712"/>
              <a:gd name="connsiteX82" fmla="*/ 1121569 w 2543175"/>
              <a:gd name="connsiteY82" fmla="*/ 823912 h 1890712"/>
              <a:gd name="connsiteX83" fmla="*/ 1138238 w 2543175"/>
              <a:gd name="connsiteY83" fmla="*/ 835819 h 1890712"/>
              <a:gd name="connsiteX84" fmla="*/ 1147763 w 2543175"/>
              <a:gd name="connsiteY84" fmla="*/ 842962 h 1890712"/>
              <a:gd name="connsiteX85" fmla="*/ 1157288 w 2543175"/>
              <a:gd name="connsiteY85" fmla="*/ 847725 h 1890712"/>
              <a:gd name="connsiteX86" fmla="*/ 1178719 w 2543175"/>
              <a:gd name="connsiteY86" fmla="*/ 859631 h 1890712"/>
              <a:gd name="connsiteX87" fmla="*/ 1188244 w 2543175"/>
              <a:gd name="connsiteY87" fmla="*/ 866775 h 1890712"/>
              <a:gd name="connsiteX88" fmla="*/ 1195388 w 2543175"/>
              <a:gd name="connsiteY88" fmla="*/ 871537 h 1890712"/>
              <a:gd name="connsiteX89" fmla="*/ 1212057 w 2543175"/>
              <a:gd name="connsiteY89" fmla="*/ 883444 h 1890712"/>
              <a:gd name="connsiteX90" fmla="*/ 1226344 w 2543175"/>
              <a:gd name="connsiteY90" fmla="*/ 895350 h 1890712"/>
              <a:gd name="connsiteX91" fmla="*/ 1245394 w 2543175"/>
              <a:gd name="connsiteY91" fmla="*/ 907256 h 1890712"/>
              <a:gd name="connsiteX92" fmla="*/ 1254919 w 2543175"/>
              <a:gd name="connsiteY92" fmla="*/ 914400 h 1890712"/>
              <a:gd name="connsiteX93" fmla="*/ 1269207 w 2543175"/>
              <a:gd name="connsiteY93" fmla="*/ 921544 h 1890712"/>
              <a:gd name="connsiteX94" fmla="*/ 1290638 w 2543175"/>
              <a:gd name="connsiteY94" fmla="*/ 935831 h 1890712"/>
              <a:gd name="connsiteX95" fmla="*/ 1307307 w 2543175"/>
              <a:gd name="connsiteY95" fmla="*/ 952500 h 1890712"/>
              <a:gd name="connsiteX96" fmla="*/ 1333500 w 2543175"/>
              <a:gd name="connsiteY96" fmla="*/ 971550 h 1890712"/>
              <a:gd name="connsiteX97" fmla="*/ 1359694 w 2543175"/>
              <a:gd name="connsiteY97" fmla="*/ 990600 h 1890712"/>
              <a:gd name="connsiteX98" fmla="*/ 1373982 w 2543175"/>
              <a:gd name="connsiteY98" fmla="*/ 997744 h 1890712"/>
              <a:gd name="connsiteX99" fmla="*/ 1388269 w 2543175"/>
              <a:gd name="connsiteY99" fmla="*/ 1007269 h 1890712"/>
              <a:gd name="connsiteX100" fmla="*/ 1414463 w 2543175"/>
              <a:gd name="connsiteY100" fmla="*/ 1019175 h 1890712"/>
              <a:gd name="connsiteX101" fmla="*/ 1428750 w 2543175"/>
              <a:gd name="connsiteY101" fmla="*/ 1026319 h 1890712"/>
              <a:gd name="connsiteX102" fmla="*/ 1471613 w 2543175"/>
              <a:gd name="connsiteY102" fmla="*/ 1059656 h 1890712"/>
              <a:gd name="connsiteX103" fmla="*/ 1495425 w 2543175"/>
              <a:gd name="connsiteY103" fmla="*/ 1088231 h 1890712"/>
              <a:gd name="connsiteX104" fmla="*/ 1547812 w 2543175"/>
              <a:gd name="connsiteY104" fmla="*/ 1133475 h 1890712"/>
              <a:gd name="connsiteX105" fmla="*/ 1597819 w 2543175"/>
              <a:gd name="connsiteY105" fmla="*/ 1154906 h 1890712"/>
              <a:gd name="connsiteX106" fmla="*/ 1604963 w 2543175"/>
              <a:gd name="connsiteY106" fmla="*/ 1162050 h 1890712"/>
              <a:gd name="connsiteX107" fmla="*/ 1612107 w 2543175"/>
              <a:gd name="connsiteY107" fmla="*/ 1166812 h 1890712"/>
              <a:gd name="connsiteX108" fmla="*/ 1628775 w 2543175"/>
              <a:gd name="connsiteY108" fmla="*/ 1183481 h 1890712"/>
              <a:gd name="connsiteX109" fmla="*/ 1662113 w 2543175"/>
              <a:gd name="connsiteY109" fmla="*/ 1209675 h 1890712"/>
              <a:gd name="connsiteX110" fmla="*/ 1678782 w 2543175"/>
              <a:gd name="connsiteY110" fmla="*/ 1226344 h 1890712"/>
              <a:gd name="connsiteX111" fmla="*/ 1700213 w 2543175"/>
              <a:gd name="connsiteY111" fmla="*/ 1247775 h 1890712"/>
              <a:gd name="connsiteX112" fmla="*/ 1712119 w 2543175"/>
              <a:gd name="connsiteY112" fmla="*/ 1259681 h 1890712"/>
              <a:gd name="connsiteX113" fmla="*/ 1733550 w 2543175"/>
              <a:gd name="connsiteY113" fmla="*/ 1273969 h 1890712"/>
              <a:gd name="connsiteX114" fmla="*/ 1743075 w 2543175"/>
              <a:gd name="connsiteY114" fmla="*/ 1283494 h 1890712"/>
              <a:gd name="connsiteX115" fmla="*/ 1754982 w 2543175"/>
              <a:gd name="connsiteY115" fmla="*/ 1290637 h 1890712"/>
              <a:gd name="connsiteX116" fmla="*/ 1766888 w 2543175"/>
              <a:gd name="connsiteY116" fmla="*/ 1300162 h 1890712"/>
              <a:gd name="connsiteX117" fmla="*/ 1783557 w 2543175"/>
              <a:gd name="connsiteY117" fmla="*/ 1307306 h 1890712"/>
              <a:gd name="connsiteX118" fmla="*/ 1790700 w 2543175"/>
              <a:gd name="connsiteY118" fmla="*/ 1312069 h 1890712"/>
              <a:gd name="connsiteX119" fmla="*/ 1800225 w 2543175"/>
              <a:gd name="connsiteY119" fmla="*/ 1319212 h 1890712"/>
              <a:gd name="connsiteX120" fmla="*/ 1807369 w 2543175"/>
              <a:gd name="connsiteY120" fmla="*/ 1321594 h 1890712"/>
              <a:gd name="connsiteX121" fmla="*/ 1824038 w 2543175"/>
              <a:gd name="connsiteY121" fmla="*/ 1333500 h 1890712"/>
              <a:gd name="connsiteX122" fmla="*/ 1843088 w 2543175"/>
              <a:gd name="connsiteY122" fmla="*/ 1352550 h 1890712"/>
              <a:gd name="connsiteX123" fmla="*/ 1852613 w 2543175"/>
              <a:gd name="connsiteY123" fmla="*/ 1359694 h 1890712"/>
              <a:gd name="connsiteX124" fmla="*/ 1859757 w 2543175"/>
              <a:gd name="connsiteY124" fmla="*/ 1366837 h 1890712"/>
              <a:gd name="connsiteX125" fmla="*/ 1869282 w 2543175"/>
              <a:gd name="connsiteY125" fmla="*/ 1371600 h 1890712"/>
              <a:gd name="connsiteX126" fmla="*/ 1883569 w 2543175"/>
              <a:gd name="connsiteY126" fmla="*/ 1388269 h 1890712"/>
              <a:gd name="connsiteX127" fmla="*/ 1893094 w 2543175"/>
              <a:gd name="connsiteY127" fmla="*/ 1395412 h 1890712"/>
              <a:gd name="connsiteX128" fmla="*/ 1902619 w 2543175"/>
              <a:gd name="connsiteY128" fmla="*/ 1404937 h 1890712"/>
              <a:gd name="connsiteX129" fmla="*/ 1912144 w 2543175"/>
              <a:gd name="connsiteY129" fmla="*/ 1409700 h 1890712"/>
              <a:gd name="connsiteX130" fmla="*/ 1931194 w 2543175"/>
              <a:gd name="connsiteY130" fmla="*/ 1421606 h 1890712"/>
              <a:gd name="connsiteX131" fmla="*/ 1935957 w 2543175"/>
              <a:gd name="connsiteY131" fmla="*/ 1428750 h 1890712"/>
              <a:gd name="connsiteX132" fmla="*/ 1952625 w 2543175"/>
              <a:gd name="connsiteY132" fmla="*/ 1438275 h 1890712"/>
              <a:gd name="connsiteX133" fmla="*/ 1971675 w 2543175"/>
              <a:gd name="connsiteY133" fmla="*/ 1450181 h 1890712"/>
              <a:gd name="connsiteX134" fmla="*/ 1981200 w 2543175"/>
              <a:gd name="connsiteY134" fmla="*/ 1454944 h 1890712"/>
              <a:gd name="connsiteX135" fmla="*/ 1997869 w 2543175"/>
              <a:gd name="connsiteY135" fmla="*/ 1471612 h 1890712"/>
              <a:gd name="connsiteX136" fmla="*/ 2007394 w 2543175"/>
              <a:gd name="connsiteY136" fmla="*/ 1478756 h 1890712"/>
              <a:gd name="connsiteX137" fmla="*/ 2016919 w 2543175"/>
              <a:gd name="connsiteY137" fmla="*/ 1483519 h 1890712"/>
              <a:gd name="connsiteX138" fmla="*/ 2024063 w 2543175"/>
              <a:gd name="connsiteY138" fmla="*/ 1490662 h 1890712"/>
              <a:gd name="connsiteX139" fmla="*/ 2033588 w 2543175"/>
              <a:gd name="connsiteY139" fmla="*/ 1495425 h 1890712"/>
              <a:gd name="connsiteX140" fmla="*/ 2040732 w 2543175"/>
              <a:gd name="connsiteY140" fmla="*/ 1502569 h 1890712"/>
              <a:gd name="connsiteX141" fmla="*/ 2047875 w 2543175"/>
              <a:gd name="connsiteY141" fmla="*/ 1507331 h 1890712"/>
              <a:gd name="connsiteX142" fmla="*/ 2057400 w 2543175"/>
              <a:gd name="connsiteY142" fmla="*/ 1514475 h 1890712"/>
              <a:gd name="connsiteX143" fmla="*/ 2064544 w 2543175"/>
              <a:gd name="connsiteY143" fmla="*/ 1519237 h 1890712"/>
              <a:gd name="connsiteX144" fmla="*/ 2071688 w 2543175"/>
              <a:gd name="connsiteY144" fmla="*/ 1526381 h 1890712"/>
              <a:gd name="connsiteX145" fmla="*/ 2081213 w 2543175"/>
              <a:gd name="connsiteY145" fmla="*/ 1531144 h 1890712"/>
              <a:gd name="connsiteX146" fmla="*/ 2090738 w 2543175"/>
              <a:gd name="connsiteY146" fmla="*/ 1538287 h 1890712"/>
              <a:gd name="connsiteX147" fmla="*/ 2109788 w 2543175"/>
              <a:gd name="connsiteY147" fmla="*/ 1547812 h 1890712"/>
              <a:gd name="connsiteX148" fmla="*/ 2131219 w 2543175"/>
              <a:gd name="connsiteY148" fmla="*/ 1562100 h 1890712"/>
              <a:gd name="connsiteX149" fmla="*/ 2140744 w 2543175"/>
              <a:gd name="connsiteY149" fmla="*/ 1566862 h 1890712"/>
              <a:gd name="connsiteX150" fmla="*/ 2152650 w 2543175"/>
              <a:gd name="connsiteY150" fmla="*/ 1576387 h 1890712"/>
              <a:gd name="connsiteX151" fmla="*/ 2181225 w 2543175"/>
              <a:gd name="connsiteY151" fmla="*/ 1590675 h 1890712"/>
              <a:gd name="connsiteX152" fmla="*/ 2200275 w 2543175"/>
              <a:gd name="connsiteY152" fmla="*/ 1607344 h 1890712"/>
              <a:gd name="connsiteX153" fmla="*/ 2207419 w 2543175"/>
              <a:gd name="connsiteY153" fmla="*/ 1612106 h 1890712"/>
              <a:gd name="connsiteX154" fmla="*/ 2216944 w 2543175"/>
              <a:gd name="connsiteY154" fmla="*/ 1619250 h 1890712"/>
              <a:gd name="connsiteX155" fmla="*/ 2224088 w 2543175"/>
              <a:gd name="connsiteY155" fmla="*/ 1624012 h 1890712"/>
              <a:gd name="connsiteX156" fmla="*/ 2247900 w 2543175"/>
              <a:gd name="connsiteY156" fmla="*/ 1643062 h 1890712"/>
              <a:gd name="connsiteX157" fmla="*/ 2255044 w 2543175"/>
              <a:gd name="connsiteY157" fmla="*/ 1650206 h 1890712"/>
              <a:gd name="connsiteX158" fmla="*/ 2281238 w 2543175"/>
              <a:gd name="connsiteY158" fmla="*/ 1664494 h 1890712"/>
              <a:gd name="connsiteX159" fmla="*/ 2297907 w 2543175"/>
              <a:gd name="connsiteY159" fmla="*/ 1674019 h 1890712"/>
              <a:gd name="connsiteX160" fmla="*/ 2312194 w 2543175"/>
              <a:gd name="connsiteY160" fmla="*/ 1685925 h 1890712"/>
              <a:gd name="connsiteX161" fmla="*/ 2328863 w 2543175"/>
              <a:gd name="connsiteY161" fmla="*/ 1697831 h 1890712"/>
              <a:gd name="connsiteX162" fmla="*/ 2350294 w 2543175"/>
              <a:gd name="connsiteY162" fmla="*/ 1712119 h 1890712"/>
              <a:gd name="connsiteX163" fmla="*/ 2369344 w 2543175"/>
              <a:gd name="connsiteY163" fmla="*/ 1724025 h 1890712"/>
              <a:gd name="connsiteX164" fmla="*/ 2428876 w 2543175"/>
              <a:gd name="connsiteY164" fmla="*/ 1785938 h 1890712"/>
              <a:gd name="connsiteX165" fmla="*/ 2466975 w 2543175"/>
              <a:gd name="connsiteY165" fmla="*/ 1783556 h 1890712"/>
              <a:gd name="connsiteX166" fmla="*/ 2481263 w 2543175"/>
              <a:gd name="connsiteY166" fmla="*/ 1795462 h 1890712"/>
              <a:gd name="connsiteX167" fmla="*/ 2486025 w 2543175"/>
              <a:gd name="connsiteY167" fmla="*/ 1802606 h 1890712"/>
              <a:gd name="connsiteX168" fmla="*/ 2514600 w 2543175"/>
              <a:gd name="connsiteY168" fmla="*/ 1850231 h 1890712"/>
              <a:gd name="connsiteX169" fmla="*/ 2519363 w 2543175"/>
              <a:gd name="connsiteY169" fmla="*/ 1857375 h 1890712"/>
              <a:gd name="connsiteX170" fmla="*/ 2540794 w 2543175"/>
              <a:gd name="connsiteY170" fmla="*/ 1883569 h 1890712"/>
              <a:gd name="connsiteX171" fmla="*/ 2543175 w 2543175"/>
              <a:gd name="connsiteY171"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54807 w 2543175"/>
              <a:gd name="connsiteY26" fmla="*/ 247650 h 1890712"/>
              <a:gd name="connsiteX27" fmla="*/ 366713 w 2543175"/>
              <a:gd name="connsiteY27" fmla="*/ 264319 h 1890712"/>
              <a:gd name="connsiteX28" fmla="*/ 371475 w 2543175"/>
              <a:gd name="connsiteY28" fmla="*/ 271462 h 1890712"/>
              <a:gd name="connsiteX29" fmla="*/ 385763 w 2543175"/>
              <a:gd name="connsiteY29" fmla="*/ 283369 h 1890712"/>
              <a:gd name="connsiteX30" fmla="*/ 404813 w 2543175"/>
              <a:gd name="connsiteY30" fmla="*/ 295275 h 1890712"/>
              <a:gd name="connsiteX31" fmla="*/ 411957 w 2543175"/>
              <a:gd name="connsiteY31" fmla="*/ 297656 h 1890712"/>
              <a:gd name="connsiteX32" fmla="*/ 466725 w 2543175"/>
              <a:gd name="connsiteY32" fmla="*/ 328612 h 1890712"/>
              <a:gd name="connsiteX33" fmla="*/ 476250 w 2543175"/>
              <a:gd name="connsiteY33" fmla="*/ 335756 h 1890712"/>
              <a:gd name="connsiteX34" fmla="*/ 481013 w 2543175"/>
              <a:gd name="connsiteY34" fmla="*/ 342900 h 1890712"/>
              <a:gd name="connsiteX35" fmla="*/ 490538 w 2543175"/>
              <a:gd name="connsiteY35" fmla="*/ 352425 h 1890712"/>
              <a:gd name="connsiteX36" fmla="*/ 495300 w 2543175"/>
              <a:gd name="connsiteY36" fmla="*/ 359569 h 1890712"/>
              <a:gd name="connsiteX37" fmla="*/ 509588 w 2543175"/>
              <a:gd name="connsiteY37" fmla="*/ 376237 h 1890712"/>
              <a:gd name="connsiteX38" fmla="*/ 514350 w 2543175"/>
              <a:gd name="connsiteY38" fmla="*/ 383381 h 1890712"/>
              <a:gd name="connsiteX39" fmla="*/ 531019 w 2543175"/>
              <a:gd name="connsiteY39" fmla="*/ 397669 h 1890712"/>
              <a:gd name="connsiteX40" fmla="*/ 538163 w 2543175"/>
              <a:gd name="connsiteY40" fmla="*/ 407194 h 1890712"/>
              <a:gd name="connsiteX41" fmla="*/ 554832 w 2543175"/>
              <a:gd name="connsiteY41" fmla="*/ 421481 h 1890712"/>
              <a:gd name="connsiteX42" fmla="*/ 564357 w 2543175"/>
              <a:gd name="connsiteY42" fmla="*/ 431006 h 1890712"/>
              <a:gd name="connsiteX43" fmla="*/ 573882 w 2543175"/>
              <a:gd name="connsiteY43" fmla="*/ 438150 h 1890712"/>
              <a:gd name="connsiteX44" fmla="*/ 595313 w 2543175"/>
              <a:gd name="connsiteY44" fmla="*/ 454819 h 1890712"/>
              <a:gd name="connsiteX45" fmla="*/ 602457 w 2543175"/>
              <a:gd name="connsiteY45" fmla="*/ 457200 h 1890712"/>
              <a:gd name="connsiteX46" fmla="*/ 628650 w 2543175"/>
              <a:gd name="connsiteY46" fmla="*/ 469106 h 1890712"/>
              <a:gd name="connsiteX47" fmla="*/ 645319 w 2543175"/>
              <a:gd name="connsiteY47" fmla="*/ 483394 h 1890712"/>
              <a:gd name="connsiteX48" fmla="*/ 654844 w 2543175"/>
              <a:gd name="connsiteY48" fmla="*/ 488156 h 1890712"/>
              <a:gd name="connsiteX49" fmla="*/ 661988 w 2543175"/>
              <a:gd name="connsiteY49" fmla="*/ 497681 h 1890712"/>
              <a:gd name="connsiteX50" fmla="*/ 683419 w 2543175"/>
              <a:gd name="connsiteY50" fmla="*/ 514350 h 1890712"/>
              <a:gd name="connsiteX51" fmla="*/ 700088 w 2543175"/>
              <a:gd name="connsiteY51" fmla="*/ 526256 h 1890712"/>
              <a:gd name="connsiteX52" fmla="*/ 709613 w 2543175"/>
              <a:gd name="connsiteY52" fmla="*/ 535781 h 1890712"/>
              <a:gd name="connsiteX53" fmla="*/ 719138 w 2543175"/>
              <a:gd name="connsiteY53" fmla="*/ 542925 h 1890712"/>
              <a:gd name="connsiteX54" fmla="*/ 733425 w 2543175"/>
              <a:gd name="connsiteY54" fmla="*/ 557212 h 1890712"/>
              <a:gd name="connsiteX55" fmla="*/ 750094 w 2543175"/>
              <a:gd name="connsiteY55" fmla="*/ 569119 h 1890712"/>
              <a:gd name="connsiteX56" fmla="*/ 769144 w 2543175"/>
              <a:gd name="connsiteY56" fmla="*/ 581025 h 1890712"/>
              <a:gd name="connsiteX57" fmla="*/ 785813 w 2543175"/>
              <a:gd name="connsiteY57" fmla="*/ 590550 h 1890712"/>
              <a:gd name="connsiteX58" fmla="*/ 792957 w 2543175"/>
              <a:gd name="connsiteY58" fmla="*/ 600075 h 1890712"/>
              <a:gd name="connsiteX59" fmla="*/ 809625 w 2543175"/>
              <a:gd name="connsiteY59" fmla="*/ 611981 h 1890712"/>
              <a:gd name="connsiteX60" fmla="*/ 816769 w 2543175"/>
              <a:gd name="connsiteY60" fmla="*/ 619125 h 1890712"/>
              <a:gd name="connsiteX61" fmla="*/ 826294 w 2543175"/>
              <a:gd name="connsiteY61" fmla="*/ 626269 h 1890712"/>
              <a:gd name="connsiteX62" fmla="*/ 840582 w 2543175"/>
              <a:gd name="connsiteY62" fmla="*/ 638175 h 1890712"/>
              <a:gd name="connsiteX63" fmla="*/ 847725 w 2543175"/>
              <a:gd name="connsiteY63" fmla="*/ 645319 h 1890712"/>
              <a:gd name="connsiteX64" fmla="*/ 857250 w 2543175"/>
              <a:gd name="connsiteY64" fmla="*/ 652462 h 1890712"/>
              <a:gd name="connsiteX65" fmla="*/ 864394 w 2543175"/>
              <a:gd name="connsiteY65" fmla="*/ 657225 h 1890712"/>
              <a:gd name="connsiteX66" fmla="*/ 888207 w 2543175"/>
              <a:gd name="connsiteY66" fmla="*/ 676275 h 1890712"/>
              <a:gd name="connsiteX67" fmla="*/ 895350 w 2543175"/>
              <a:gd name="connsiteY67" fmla="*/ 681037 h 1890712"/>
              <a:gd name="connsiteX68" fmla="*/ 907257 w 2543175"/>
              <a:gd name="connsiteY68" fmla="*/ 683419 h 1890712"/>
              <a:gd name="connsiteX69" fmla="*/ 928688 w 2543175"/>
              <a:gd name="connsiteY69" fmla="*/ 695325 h 1890712"/>
              <a:gd name="connsiteX70" fmla="*/ 942975 w 2543175"/>
              <a:gd name="connsiteY70" fmla="*/ 700087 h 1890712"/>
              <a:gd name="connsiteX71" fmla="*/ 964407 w 2543175"/>
              <a:gd name="connsiteY71" fmla="*/ 716756 h 1890712"/>
              <a:gd name="connsiteX72" fmla="*/ 971550 w 2543175"/>
              <a:gd name="connsiteY72" fmla="*/ 723900 h 1890712"/>
              <a:gd name="connsiteX73" fmla="*/ 983457 w 2543175"/>
              <a:gd name="connsiteY73" fmla="*/ 733425 h 1890712"/>
              <a:gd name="connsiteX74" fmla="*/ 990600 w 2543175"/>
              <a:gd name="connsiteY74" fmla="*/ 738187 h 1890712"/>
              <a:gd name="connsiteX75" fmla="*/ 1007269 w 2543175"/>
              <a:gd name="connsiteY75" fmla="*/ 752475 h 1890712"/>
              <a:gd name="connsiteX76" fmla="*/ 1031082 w 2543175"/>
              <a:gd name="connsiteY76" fmla="*/ 766762 h 1890712"/>
              <a:gd name="connsiteX77" fmla="*/ 1042988 w 2543175"/>
              <a:gd name="connsiteY77" fmla="*/ 773906 h 1890712"/>
              <a:gd name="connsiteX78" fmla="*/ 1071563 w 2543175"/>
              <a:gd name="connsiteY78" fmla="*/ 785812 h 1890712"/>
              <a:gd name="connsiteX79" fmla="*/ 1097757 w 2543175"/>
              <a:gd name="connsiteY79" fmla="*/ 807244 h 1890712"/>
              <a:gd name="connsiteX80" fmla="*/ 1104900 w 2543175"/>
              <a:gd name="connsiteY80" fmla="*/ 814387 h 1890712"/>
              <a:gd name="connsiteX81" fmla="*/ 1121569 w 2543175"/>
              <a:gd name="connsiteY81" fmla="*/ 823912 h 1890712"/>
              <a:gd name="connsiteX82" fmla="*/ 1138238 w 2543175"/>
              <a:gd name="connsiteY82" fmla="*/ 835819 h 1890712"/>
              <a:gd name="connsiteX83" fmla="*/ 1147763 w 2543175"/>
              <a:gd name="connsiteY83" fmla="*/ 842962 h 1890712"/>
              <a:gd name="connsiteX84" fmla="*/ 1157288 w 2543175"/>
              <a:gd name="connsiteY84" fmla="*/ 847725 h 1890712"/>
              <a:gd name="connsiteX85" fmla="*/ 1178719 w 2543175"/>
              <a:gd name="connsiteY85" fmla="*/ 859631 h 1890712"/>
              <a:gd name="connsiteX86" fmla="*/ 1188244 w 2543175"/>
              <a:gd name="connsiteY86" fmla="*/ 866775 h 1890712"/>
              <a:gd name="connsiteX87" fmla="*/ 1195388 w 2543175"/>
              <a:gd name="connsiteY87" fmla="*/ 871537 h 1890712"/>
              <a:gd name="connsiteX88" fmla="*/ 1212057 w 2543175"/>
              <a:gd name="connsiteY88" fmla="*/ 883444 h 1890712"/>
              <a:gd name="connsiteX89" fmla="*/ 1226344 w 2543175"/>
              <a:gd name="connsiteY89" fmla="*/ 895350 h 1890712"/>
              <a:gd name="connsiteX90" fmla="*/ 1245394 w 2543175"/>
              <a:gd name="connsiteY90" fmla="*/ 907256 h 1890712"/>
              <a:gd name="connsiteX91" fmla="*/ 1254919 w 2543175"/>
              <a:gd name="connsiteY91" fmla="*/ 914400 h 1890712"/>
              <a:gd name="connsiteX92" fmla="*/ 1269207 w 2543175"/>
              <a:gd name="connsiteY92" fmla="*/ 921544 h 1890712"/>
              <a:gd name="connsiteX93" fmla="*/ 1290638 w 2543175"/>
              <a:gd name="connsiteY93" fmla="*/ 935831 h 1890712"/>
              <a:gd name="connsiteX94" fmla="*/ 1307307 w 2543175"/>
              <a:gd name="connsiteY94" fmla="*/ 952500 h 1890712"/>
              <a:gd name="connsiteX95" fmla="*/ 1333500 w 2543175"/>
              <a:gd name="connsiteY95" fmla="*/ 971550 h 1890712"/>
              <a:gd name="connsiteX96" fmla="*/ 1359694 w 2543175"/>
              <a:gd name="connsiteY96" fmla="*/ 990600 h 1890712"/>
              <a:gd name="connsiteX97" fmla="*/ 1373982 w 2543175"/>
              <a:gd name="connsiteY97" fmla="*/ 997744 h 1890712"/>
              <a:gd name="connsiteX98" fmla="*/ 1388269 w 2543175"/>
              <a:gd name="connsiteY98" fmla="*/ 1007269 h 1890712"/>
              <a:gd name="connsiteX99" fmla="*/ 1414463 w 2543175"/>
              <a:gd name="connsiteY99" fmla="*/ 1019175 h 1890712"/>
              <a:gd name="connsiteX100" fmla="*/ 1428750 w 2543175"/>
              <a:gd name="connsiteY100" fmla="*/ 1026319 h 1890712"/>
              <a:gd name="connsiteX101" fmla="*/ 1471613 w 2543175"/>
              <a:gd name="connsiteY101" fmla="*/ 1059656 h 1890712"/>
              <a:gd name="connsiteX102" fmla="*/ 1495425 w 2543175"/>
              <a:gd name="connsiteY102" fmla="*/ 1088231 h 1890712"/>
              <a:gd name="connsiteX103" fmla="*/ 1547812 w 2543175"/>
              <a:gd name="connsiteY103" fmla="*/ 1133475 h 1890712"/>
              <a:gd name="connsiteX104" fmla="*/ 1597819 w 2543175"/>
              <a:gd name="connsiteY104" fmla="*/ 1154906 h 1890712"/>
              <a:gd name="connsiteX105" fmla="*/ 1604963 w 2543175"/>
              <a:gd name="connsiteY105" fmla="*/ 1162050 h 1890712"/>
              <a:gd name="connsiteX106" fmla="*/ 1612107 w 2543175"/>
              <a:gd name="connsiteY106" fmla="*/ 1166812 h 1890712"/>
              <a:gd name="connsiteX107" fmla="*/ 1628775 w 2543175"/>
              <a:gd name="connsiteY107" fmla="*/ 1183481 h 1890712"/>
              <a:gd name="connsiteX108" fmla="*/ 1662113 w 2543175"/>
              <a:gd name="connsiteY108" fmla="*/ 1209675 h 1890712"/>
              <a:gd name="connsiteX109" fmla="*/ 1678782 w 2543175"/>
              <a:gd name="connsiteY109" fmla="*/ 1226344 h 1890712"/>
              <a:gd name="connsiteX110" fmla="*/ 1700213 w 2543175"/>
              <a:gd name="connsiteY110" fmla="*/ 1247775 h 1890712"/>
              <a:gd name="connsiteX111" fmla="*/ 1712119 w 2543175"/>
              <a:gd name="connsiteY111" fmla="*/ 1259681 h 1890712"/>
              <a:gd name="connsiteX112" fmla="*/ 1733550 w 2543175"/>
              <a:gd name="connsiteY112" fmla="*/ 1273969 h 1890712"/>
              <a:gd name="connsiteX113" fmla="*/ 1743075 w 2543175"/>
              <a:gd name="connsiteY113" fmla="*/ 1283494 h 1890712"/>
              <a:gd name="connsiteX114" fmla="*/ 1754982 w 2543175"/>
              <a:gd name="connsiteY114" fmla="*/ 1290637 h 1890712"/>
              <a:gd name="connsiteX115" fmla="*/ 1766888 w 2543175"/>
              <a:gd name="connsiteY115" fmla="*/ 1300162 h 1890712"/>
              <a:gd name="connsiteX116" fmla="*/ 1783557 w 2543175"/>
              <a:gd name="connsiteY116" fmla="*/ 1307306 h 1890712"/>
              <a:gd name="connsiteX117" fmla="*/ 1790700 w 2543175"/>
              <a:gd name="connsiteY117" fmla="*/ 1312069 h 1890712"/>
              <a:gd name="connsiteX118" fmla="*/ 1800225 w 2543175"/>
              <a:gd name="connsiteY118" fmla="*/ 1319212 h 1890712"/>
              <a:gd name="connsiteX119" fmla="*/ 1807369 w 2543175"/>
              <a:gd name="connsiteY119" fmla="*/ 1321594 h 1890712"/>
              <a:gd name="connsiteX120" fmla="*/ 1824038 w 2543175"/>
              <a:gd name="connsiteY120" fmla="*/ 1333500 h 1890712"/>
              <a:gd name="connsiteX121" fmla="*/ 1843088 w 2543175"/>
              <a:gd name="connsiteY121" fmla="*/ 1352550 h 1890712"/>
              <a:gd name="connsiteX122" fmla="*/ 1852613 w 2543175"/>
              <a:gd name="connsiteY122" fmla="*/ 1359694 h 1890712"/>
              <a:gd name="connsiteX123" fmla="*/ 1859757 w 2543175"/>
              <a:gd name="connsiteY123" fmla="*/ 1366837 h 1890712"/>
              <a:gd name="connsiteX124" fmla="*/ 1869282 w 2543175"/>
              <a:gd name="connsiteY124" fmla="*/ 1371600 h 1890712"/>
              <a:gd name="connsiteX125" fmla="*/ 1883569 w 2543175"/>
              <a:gd name="connsiteY125" fmla="*/ 1388269 h 1890712"/>
              <a:gd name="connsiteX126" fmla="*/ 1893094 w 2543175"/>
              <a:gd name="connsiteY126" fmla="*/ 1395412 h 1890712"/>
              <a:gd name="connsiteX127" fmla="*/ 1902619 w 2543175"/>
              <a:gd name="connsiteY127" fmla="*/ 1404937 h 1890712"/>
              <a:gd name="connsiteX128" fmla="*/ 1912144 w 2543175"/>
              <a:gd name="connsiteY128" fmla="*/ 1409700 h 1890712"/>
              <a:gd name="connsiteX129" fmla="*/ 1931194 w 2543175"/>
              <a:gd name="connsiteY129" fmla="*/ 1421606 h 1890712"/>
              <a:gd name="connsiteX130" fmla="*/ 1935957 w 2543175"/>
              <a:gd name="connsiteY130" fmla="*/ 1428750 h 1890712"/>
              <a:gd name="connsiteX131" fmla="*/ 1952625 w 2543175"/>
              <a:gd name="connsiteY131" fmla="*/ 1438275 h 1890712"/>
              <a:gd name="connsiteX132" fmla="*/ 1971675 w 2543175"/>
              <a:gd name="connsiteY132" fmla="*/ 1450181 h 1890712"/>
              <a:gd name="connsiteX133" fmla="*/ 1981200 w 2543175"/>
              <a:gd name="connsiteY133" fmla="*/ 1454944 h 1890712"/>
              <a:gd name="connsiteX134" fmla="*/ 1997869 w 2543175"/>
              <a:gd name="connsiteY134" fmla="*/ 1471612 h 1890712"/>
              <a:gd name="connsiteX135" fmla="*/ 2007394 w 2543175"/>
              <a:gd name="connsiteY135" fmla="*/ 1478756 h 1890712"/>
              <a:gd name="connsiteX136" fmla="*/ 2016919 w 2543175"/>
              <a:gd name="connsiteY136" fmla="*/ 1483519 h 1890712"/>
              <a:gd name="connsiteX137" fmla="*/ 2024063 w 2543175"/>
              <a:gd name="connsiteY137" fmla="*/ 1490662 h 1890712"/>
              <a:gd name="connsiteX138" fmla="*/ 2033588 w 2543175"/>
              <a:gd name="connsiteY138" fmla="*/ 1495425 h 1890712"/>
              <a:gd name="connsiteX139" fmla="*/ 2040732 w 2543175"/>
              <a:gd name="connsiteY139" fmla="*/ 1502569 h 1890712"/>
              <a:gd name="connsiteX140" fmla="*/ 2047875 w 2543175"/>
              <a:gd name="connsiteY140" fmla="*/ 1507331 h 1890712"/>
              <a:gd name="connsiteX141" fmla="*/ 2057400 w 2543175"/>
              <a:gd name="connsiteY141" fmla="*/ 1514475 h 1890712"/>
              <a:gd name="connsiteX142" fmla="*/ 2064544 w 2543175"/>
              <a:gd name="connsiteY142" fmla="*/ 1519237 h 1890712"/>
              <a:gd name="connsiteX143" fmla="*/ 2071688 w 2543175"/>
              <a:gd name="connsiteY143" fmla="*/ 1526381 h 1890712"/>
              <a:gd name="connsiteX144" fmla="*/ 2081213 w 2543175"/>
              <a:gd name="connsiteY144" fmla="*/ 1531144 h 1890712"/>
              <a:gd name="connsiteX145" fmla="*/ 2090738 w 2543175"/>
              <a:gd name="connsiteY145" fmla="*/ 1538287 h 1890712"/>
              <a:gd name="connsiteX146" fmla="*/ 2109788 w 2543175"/>
              <a:gd name="connsiteY146" fmla="*/ 1547812 h 1890712"/>
              <a:gd name="connsiteX147" fmla="*/ 2131219 w 2543175"/>
              <a:gd name="connsiteY147" fmla="*/ 1562100 h 1890712"/>
              <a:gd name="connsiteX148" fmla="*/ 2140744 w 2543175"/>
              <a:gd name="connsiteY148" fmla="*/ 1566862 h 1890712"/>
              <a:gd name="connsiteX149" fmla="*/ 2152650 w 2543175"/>
              <a:gd name="connsiteY149" fmla="*/ 1576387 h 1890712"/>
              <a:gd name="connsiteX150" fmla="*/ 2181225 w 2543175"/>
              <a:gd name="connsiteY150" fmla="*/ 1590675 h 1890712"/>
              <a:gd name="connsiteX151" fmla="*/ 2200275 w 2543175"/>
              <a:gd name="connsiteY151" fmla="*/ 1607344 h 1890712"/>
              <a:gd name="connsiteX152" fmla="*/ 2207419 w 2543175"/>
              <a:gd name="connsiteY152" fmla="*/ 1612106 h 1890712"/>
              <a:gd name="connsiteX153" fmla="*/ 2216944 w 2543175"/>
              <a:gd name="connsiteY153" fmla="*/ 1619250 h 1890712"/>
              <a:gd name="connsiteX154" fmla="*/ 2224088 w 2543175"/>
              <a:gd name="connsiteY154" fmla="*/ 1624012 h 1890712"/>
              <a:gd name="connsiteX155" fmla="*/ 2247900 w 2543175"/>
              <a:gd name="connsiteY155" fmla="*/ 1643062 h 1890712"/>
              <a:gd name="connsiteX156" fmla="*/ 2255044 w 2543175"/>
              <a:gd name="connsiteY156" fmla="*/ 1650206 h 1890712"/>
              <a:gd name="connsiteX157" fmla="*/ 2281238 w 2543175"/>
              <a:gd name="connsiteY157" fmla="*/ 1664494 h 1890712"/>
              <a:gd name="connsiteX158" fmla="*/ 2297907 w 2543175"/>
              <a:gd name="connsiteY158" fmla="*/ 1674019 h 1890712"/>
              <a:gd name="connsiteX159" fmla="*/ 2312194 w 2543175"/>
              <a:gd name="connsiteY159" fmla="*/ 1685925 h 1890712"/>
              <a:gd name="connsiteX160" fmla="*/ 2328863 w 2543175"/>
              <a:gd name="connsiteY160" fmla="*/ 1697831 h 1890712"/>
              <a:gd name="connsiteX161" fmla="*/ 2350294 w 2543175"/>
              <a:gd name="connsiteY161" fmla="*/ 1712119 h 1890712"/>
              <a:gd name="connsiteX162" fmla="*/ 2369344 w 2543175"/>
              <a:gd name="connsiteY162" fmla="*/ 1724025 h 1890712"/>
              <a:gd name="connsiteX163" fmla="*/ 2428876 w 2543175"/>
              <a:gd name="connsiteY163" fmla="*/ 1785938 h 1890712"/>
              <a:gd name="connsiteX164" fmla="*/ 2466975 w 2543175"/>
              <a:gd name="connsiteY164" fmla="*/ 1783556 h 1890712"/>
              <a:gd name="connsiteX165" fmla="*/ 2481263 w 2543175"/>
              <a:gd name="connsiteY165" fmla="*/ 1795462 h 1890712"/>
              <a:gd name="connsiteX166" fmla="*/ 2486025 w 2543175"/>
              <a:gd name="connsiteY166" fmla="*/ 1802606 h 1890712"/>
              <a:gd name="connsiteX167" fmla="*/ 2514600 w 2543175"/>
              <a:gd name="connsiteY167" fmla="*/ 1850231 h 1890712"/>
              <a:gd name="connsiteX168" fmla="*/ 2519363 w 2543175"/>
              <a:gd name="connsiteY168" fmla="*/ 1857375 h 1890712"/>
              <a:gd name="connsiteX169" fmla="*/ 2540794 w 2543175"/>
              <a:gd name="connsiteY169" fmla="*/ 1883569 h 1890712"/>
              <a:gd name="connsiteX170" fmla="*/ 2543175 w 2543175"/>
              <a:gd name="connsiteY17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33375 w 2543175"/>
              <a:gd name="connsiteY25" fmla="*/ 228600 h 1890712"/>
              <a:gd name="connsiteX26" fmla="*/ 354807 w 2543175"/>
              <a:gd name="connsiteY26" fmla="*/ 247650 h 1890712"/>
              <a:gd name="connsiteX27" fmla="*/ 366713 w 2543175"/>
              <a:gd name="connsiteY27" fmla="*/ 264319 h 1890712"/>
              <a:gd name="connsiteX28" fmla="*/ 371475 w 2543175"/>
              <a:gd name="connsiteY28" fmla="*/ 271462 h 1890712"/>
              <a:gd name="connsiteX29" fmla="*/ 385763 w 2543175"/>
              <a:gd name="connsiteY29" fmla="*/ 283369 h 1890712"/>
              <a:gd name="connsiteX30" fmla="*/ 404813 w 2543175"/>
              <a:gd name="connsiteY30" fmla="*/ 295275 h 1890712"/>
              <a:gd name="connsiteX31" fmla="*/ 411957 w 2543175"/>
              <a:gd name="connsiteY31" fmla="*/ 297656 h 1890712"/>
              <a:gd name="connsiteX32" fmla="*/ 466725 w 2543175"/>
              <a:gd name="connsiteY32" fmla="*/ 328612 h 1890712"/>
              <a:gd name="connsiteX33" fmla="*/ 476250 w 2543175"/>
              <a:gd name="connsiteY33" fmla="*/ 335756 h 1890712"/>
              <a:gd name="connsiteX34" fmla="*/ 481013 w 2543175"/>
              <a:gd name="connsiteY34" fmla="*/ 342900 h 1890712"/>
              <a:gd name="connsiteX35" fmla="*/ 490538 w 2543175"/>
              <a:gd name="connsiteY35" fmla="*/ 352425 h 1890712"/>
              <a:gd name="connsiteX36" fmla="*/ 495300 w 2543175"/>
              <a:gd name="connsiteY36" fmla="*/ 359569 h 1890712"/>
              <a:gd name="connsiteX37" fmla="*/ 509588 w 2543175"/>
              <a:gd name="connsiteY37" fmla="*/ 376237 h 1890712"/>
              <a:gd name="connsiteX38" fmla="*/ 514350 w 2543175"/>
              <a:gd name="connsiteY38" fmla="*/ 383381 h 1890712"/>
              <a:gd name="connsiteX39" fmla="*/ 531019 w 2543175"/>
              <a:gd name="connsiteY39" fmla="*/ 397669 h 1890712"/>
              <a:gd name="connsiteX40" fmla="*/ 538163 w 2543175"/>
              <a:gd name="connsiteY40" fmla="*/ 407194 h 1890712"/>
              <a:gd name="connsiteX41" fmla="*/ 554832 w 2543175"/>
              <a:gd name="connsiteY41" fmla="*/ 421481 h 1890712"/>
              <a:gd name="connsiteX42" fmla="*/ 564357 w 2543175"/>
              <a:gd name="connsiteY42" fmla="*/ 431006 h 1890712"/>
              <a:gd name="connsiteX43" fmla="*/ 573882 w 2543175"/>
              <a:gd name="connsiteY43" fmla="*/ 438150 h 1890712"/>
              <a:gd name="connsiteX44" fmla="*/ 595313 w 2543175"/>
              <a:gd name="connsiteY44" fmla="*/ 454819 h 1890712"/>
              <a:gd name="connsiteX45" fmla="*/ 602457 w 2543175"/>
              <a:gd name="connsiteY45" fmla="*/ 457200 h 1890712"/>
              <a:gd name="connsiteX46" fmla="*/ 628650 w 2543175"/>
              <a:gd name="connsiteY46" fmla="*/ 469106 h 1890712"/>
              <a:gd name="connsiteX47" fmla="*/ 645319 w 2543175"/>
              <a:gd name="connsiteY47" fmla="*/ 483394 h 1890712"/>
              <a:gd name="connsiteX48" fmla="*/ 654844 w 2543175"/>
              <a:gd name="connsiteY48" fmla="*/ 488156 h 1890712"/>
              <a:gd name="connsiteX49" fmla="*/ 661988 w 2543175"/>
              <a:gd name="connsiteY49" fmla="*/ 497681 h 1890712"/>
              <a:gd name="connsiteX50" fmla="*/ 683419 w 2543175"/>
              <a:gd name="connsiteY50" fmla="*/ 514350 h 1890712"/>
              <a:gd name="connsiteX51" fmla="*/ 700088 w 2543175"/>
              <a:gd name="connsiteY51" fmla="*/ 526256 h 1890712"/>
              <a:gd name="connsiteX52" fmla="*/ 709613 w 2543175"/>
              <a:gd name="connsiteY52" fmla="*/ 535781 h 1890712"/>
              <a:gd name="connsiteX53" fmla="*/ 719138 w 2543175"/>
              <a:gd name="connsiteY53" fmla="*/ 542925 h 1890712"/>
              <a:gd name="connsiteX54" fmla="*/ 733425 w 2543175"/>
              <a:gd name="connsiteY54" fmla="*/ 557212 h 1890712"/>
              <a:gd name="connsiteX55" fmla="*/ 750094 w 2543175"/>
              <a:gd name="connsiteY55" fmla="*/ 569119 h 1890712"/>
              <a:gd name="connsiteX56" fmla="*/ 769144 w 2543175"/>
              <a:gd name="connsiteY56" fmla="*/ 581025 h 1890712"/>
              <a:gd name="connsiteX57" fmla="*/ 785813 w 2543175"/>
              <a:gd name="connsiteY57" fmla="*/ 590550 h 1890712"/>
              <a:gd name="connsiteX58" fmla="*/ 792957 w 2543175"/>
              <a:gd name="connsiteY58" fmla="*/ 600075 h 1890712"/>
              <a:gd name="connsiteX59" fmla="*/ 809625 w 2543175"/>
              <a:gd name="connsiteY59" fmla="*/ 611981 h 1890712"/>
              <a:gd name="connsiteX60" fmla="*/ 816769 w 2543175"/>
              <a:gd name="connsiteY60" fmla="*/ 619125 h 1890712"/>
              <a:gd name="connsiteX61" fmla="*/ 826294 w 2543175"/>
              <a:gd name="connsiteY61" fmla="*/ 626269 h 1890712"/>
              <a:gd name="connsiteX62" fmla="*/ 840582 w 2543175"/>
              <a:gd name="connsiteY62" fmla="*/ 638175 h 1890712"/>
              <a:gd name="connsiteX63" fmla="*/ 847725 w 2543175"/>
              <a:gd name="connsiteY63" fmla="*/ 645319 h 1890712"/>
              <a:gd name="connsiteX64" fmla="*/ 857250 w 2543175"/>
              <a:gd name="connsiteY64" fmla="*/ 652462 h 1890712"/>
              <a:gd name="connsiteX65" fmla="*/ 864394 w 2543175"/>
              <a:gd name="connsiteY65" fmla="*/ 657225 h 1890712"/>
              <a:gd name="connsiteX66" fmla="*/ 888207 w 2543175"/>
              <a:gd name="connsiteY66" fmla="*/ 676275 h 1890712"/>
              <a:gd name="connsiteX67" fmla="*/ 895350 w 2543175"/>
              <a:gd name="connsiteY67" fmla="*/ 681037 h 1890712"/>
              <a:gd name="connsiteX68" fmla="*/ 907257 w 2543175"/>
              <a:gd name="connsiteY68" fmla="*/ 683419 h 1890712"/>
              <a:gd name="connsiteX69" fmla="*/ 928688 w 2543175"/>
              <a:gd name="connsiteY69" fmla="*/ 695325 h 1890712"/>
              <a:gd name="connsiteX70" fmla="*/ 942975 w 2543175"/>
              <a:gd name="connsiteY70" fmla="*/ 700087 h 1890712"/>
              <a:gd name="connsiteX71" fmla="*/ 964407 w 2543175"/>
              <a:gd name="connsiteY71" fmla="*/ 716756 h 1890712"/>
              <a:gd name="connsiteX72" fmla="*/ 971550 w 2543175"/>
              <a:gd name="connsiteY72" fmla="*/ 723900 h 1890712"/>
              <a:gd name="connsiteX73" fmla="*/ 983457 w 2543175"/>
              <a:gd name="connsiteY73" fmla="*/ 733425 h 1890712"/>
              <a:gd name="connsiteX74" fmla="*/ 990600 w 2543175"/>
              <a:gd name="connsiteY74" fmla="*/ 738187 h 1890712"/>
              <a:gd name="connsiteX75" fmla="*/ 1007269 w 2543175"/>
              <a:gd name="connsiteY75" fmla="*/ 752475 h 1890712"/>
              <a:gd name="connsiteX76" fmla="*/ 1031082 w 2543175"/>
              <a:gd name="connsiteY76" fmla="*/ 766762 h 1890712"/>
              <a:gd name="connsiteX77" fmla="*/ 1042988 w 2543175"/>
              <a:gd name="connsiteY77" fmla="*/ 773906 h 1890712"/>
              <a:gd name="connsiteX78" fmla="*/ 1071563 w 2543175"/>
              <a:gd name="connsiteY78" fmla="*/ 785812 h 1890712"/>
              <a:gd name="connsiteX79" fmla="*/ 1097757 w 2543175"/>
              <a:gd name="connsiteY79" fmla="*/ 807244 h 1890712"/>
              <a:gd name="connsiteX80" fmla="*/ 1104900 w 2543175"/>
              <a:gd name="connsiteY80" fmla="*/ 814387 h 1890712"/>
              <a:gd name="connsiteX81" fmla="*/ 1121569 w 2543175"/>
              <a:gd name="connsiteY81" fmla="*/ 823912 h 1890712"/>
              <a:gd name="connsiteX82" fmla="*/ 1138238 w 2543175"/>
              <a:gd name="connsiteY82" fmla="*/ 835819 h 1890712"/>
              <a:gd name="connsiteX83" fmla="*/ 1147763 w 2543175"/>
              <a:gd name="connsiteY83" fmla="*/ 842962 h 1890712"/>
              <a:gd name="connsiteX84" fmla="*/ 1157288 w 2543175"/>
              <a:gd name="connsiteY84" fmla="*/ 847725 h 1890712"/>
              <a:gd name="connsiteX85" fmla="*/ 1178719 w 2543175"/>
              <a:gd name="connsiteY85" fmla="*/ 859631 h 1890712"/>
              <a:gd name="connsiteX86" fmla="*/ 1188244 w 2543175"/>
              <a:gd name="connsiteY86" fmla="*/ 866775 h 1890712"/>
              <a:gd name="connsiteX87" fmla="*/ 1195388 w 2543175"/>
              <a:gd name="connsiteY87" fmla="*/ 871537 h 1890712"/>
              <a:gd name="connsiteX88" fmla="*/ 1212057 w 2543175"/>
              <a:gd name="connsiteY88" fmla="*/ 883444 h 1890712"/>
              <a:gd name="connsiteX89" fmla="*/ 1226344 w 2543175"/>
              <a:gd name="connsiteY89" fmla="*/ 895350 h 1890712"/>
              <a:gd name="connsiteX90" fmla="*/ 1245394 w 2543175"/>
              <a:gd name="connsiteY90" fmla="*/ 907256 h 1890712"/>
              <a:gd name="connsiteX91" fmla="*/ 1254919 w 2543175"/>
              <a:gd name="connsiteY91" fmla="*/ 914400 h 1890712"/>
              <a:gd name="connsiteX92" fmla="*/ 1269207 w 2543175"/>
              <a:gd name="connsiteY92" fmla="*/ 921544 h 1890712"/>
              <a:gd name="connsiteX93" fmla="*/ 1290638 w 2543175"/>
              <a:gd name="connsiteY93" fmla="*/ 935831 h 1890712"/>
              <a:gd name="connsiteX94" fmla="*/ 1307307 w 2543175"/>
              <a:gd name="connsiteY94" fmla="*/ 952500 h 1890712"/>
              <a:gd name="connsiteX95" fmla="*/ 1333500 w 2543175"/>
              <a:gd name="connsiteY95" fmla="*/ 971550 h 1890712"/>
              <a:gd name="connsiteX96" fmla="*/ 1359694 w 2543175"/>
              <a:gd name="connsiteY96" fmla="*/ 990600 h 1890712"/>
              <a:gd name="connsiteX97" fmla="*/ 1373982 w 2543175"/>
              <a:gd name="connsiteY97" fmla="*/ 997744 h 1890712"/>
              <a:gd name="connsiteX98" fmla="*/ 1388269 w 2543175"/>
              <a:gd name="connsiteY98" fmla="*/ 1007269 h 1890712"/>
              <a:gd name="connsiteX99" fmla="*/ 1414463 w 2543175"/>
              <a:gd name="connsiteY99" fmla="*/ 1019175 h 1890712"/>
              <a:gd name="connsiteX100" fmla="*/ 1428750 w 2543175"/>
              <a:gd name="connsiteY100" fmla="*/ 1026319 h 1890712"/>
              <a:gd name="connsiteX101" fmla="*/ 1471613 w 2543175"/>
              <a:gd name="connsiteY101" fmla="*/ 1059656 h 1890712"/>
              <a:gd name="connsiteX102" fmla="*/ 1495425 w 2543175"/>
              <a:gd name="connsiteY102" fmla="*/ 1088231 h 1890712"/>
              <a:gd name="connsiteX103" fmla="*/ 1547812 w 2543175"/>
              <a:gd name="connsiteY103" fmla="*/ 1133475 h 1890712"/>
              <a:gd name="connsiteX104" fmla="*/ 1597819 w 2543175"/>
              <a:gd name="connsiteY104" fmla="*/ 1154906 h 1890712"/>
              <a:gd name="connsiteX105" fmla="*/ 1604963 w 2543175"/>
              <a:gd name="connsiteY105" fmla="*/ 1162050 h 1890712"/>
              <a:gd name="connsiteX106" fmla="*/ 1612107 w 2543175"/>
              <a:gd name="connsiteY106" fmla="*/ 1166812 h 1890712"/>
              <a:gd name="connsiteX107" fmla="*/ 1628775 w 2543175"/>
              <a:gd name="connsiteY107" fmla="*/ 1183481 h 1890712"/>
              <a:gd name="connsiteX108" fmla="*/ 1662113 w 2543175"/>
              <a:gd name="connsiteY108" fmla="*/ 1209675 h 1890712"/>
              <a:gd name="connsiteX109" fmla="*/ 1678782 w 2543175"/>
              <a:gd name="connsiteY109" fmla="*/ 1226344 h 1890712"/>
              <a:gd name="connsiteX110" fmla="*/ 1700213 w 2543175"/>
              <a:gd name="connsiteY110" fmla="*/ 1247775 h 1890712"/>
              <a:gd name="connsiteX111" fmla="*/ 1712119 w 2543175"/>
              <a:gd name="connsiteY111" fmla="*/ 1259681 h 1890712"/>
              <a:gd name="connsiteX112" fmla="*/ 1733550 w 2543175"/>
              <a:gd name="connsiteY112" fmla="*/ 1273969 h 1890712"/>
              <a:gd name="connsiteX113" fmla="*/ 1743075 w 2543175"/>
              <a:gd name="connsiteY113" fmla="*/ 1283494 h 1890712"/>
              <a:gd name="connsiteX114" fmla="*/ 1754982 w 2543175"/>
              <a:gd name="connsiteY114" fmla="*/ 1290637 h 1890712"/>
              <a:gd name="connsiteX115" fmla="*/ 1766888 w 2543175"/>
              <a:gd name="connsiteY115" fmla="*/ 1300162 h 1890712"/>
              <a:gd name="connsiteX116" fmla="*/ 1783557 w 2543175"/>
              <a:gd name="connsiteY116" fmla="*/ 1307306 h 1890712"/>
              <a:gd name="connsiteX117" fmla="*/ 1790700 w 2543175"/>
              <a:gd name="connsiteY117" fmla="*/ 1312069 h 1890712"/>
              <a:gd name="connsiteX118" fmla="*/ 1800225 w 2543175"/>
              <a:gd name="connsiteY118" fmla="*/ 1319212 h 1890712"/>
              <a:gd name="connsiteX119" fmla="*/ 1807369 w 2543175"/>
              <a:gd name="connsiteY119" fmla="*/ 1321594 h 1890712"/>
              <a:gd name="connsiteX120" fmla="*/ 1824038 w 2543175"/>
              <a:gd name="connsiteY120" fmla="*/ 1333500 h 1890712"/>
              <a:gd name="connsiteX121" fmla="*/ 1843088 w 2543175"/>
              <a:gd name="connsiteY121" fmla="*/ 1352550 h 1890712"/>
              <a:gd name="connsiteX122" fmla="*/ 1852613 w 2543175"/>
              <a:gd name="connsiteY122" fmla="*/ 1359694 h 1890712"/>
              <a:gd name="connsiteX123" fmla="*/ 1859757 w 2543175"/>
              <a:gd name="connsiteY123" fmla="*/ 1366837 h 1890712"/>
              <a:gd name="connsiteX124" fmla="*/ 1869282 w 2543175"/>
              <a:gd name="connsiteY124" fmla="*/ 1371600 h 1890712"/>
              <a:gd name="connsiteX125" fmla="*/ 1883569 w 2543175"/>
              <a:gd name="connsiteY125" fmla="*/ 1388269 h 1890712"/>
              <a:gd name="connsiteX126" fmla="*/ 1893094 w 2543175"/>
              <a:gd name="connsiteY126" fmla="*/ 1395412 h 1890712"/>
              <a:gd name="connsiteX127" fmla="*/ 1902619 w 2543175"/>
              <a:gd name="connsiteY127" fmla="*/ 1404937 h 1890712"/>
              <a:gd name="connsiteX128" fmla="*/ 1912144 w 2543175"/>
              <a:gd name="connsiteY128" fmla="*/ 1409700 h 1890712"/>
              <a:gd name="connsiteX129" fmla="*/ 1931194 w 2543175"/>
              <a:gd name="connsiteY129" fmla="*/ 1421606 h 1890712"/>
              <a:gd name="connsiteX130" fmla="*/ 1935957 w 2543175"/>
              <a:gd name="connsiteY130" fmla="*/ 1428750 h 1890712"/>
              <a:gd name="connsiteX131" fmla="*/ 1952625 w 2543175"/>
              <a:gd name="connsiteY131" fmla="*/ 1438275 h 1890712"/>
              <a:gd name="connsiteX132" fmla="*/ 1971675 w 2543175"/>
              <a:gd name="connsiteY132" fmla="*/ 1450181 h 1890712"/>
              <a:gd name="connsiteX133" fmla="*/ 1981200 w 2543175"/>
              <a:gd name="connsiteY133" fmla="*/ 1454944 h 1890712"/>
              <a:gd name="connsiteX134" fmla="*/ 1997869 w 2543175"/>
              <a:gd name="connsiteY134" fmla="*/ 1471612 h 1890712"/>
              <a:gd name="connsiteX135" fmla="*/ 2007394 w 2543175"/>
              <a:gd name="connsiteY135" fmla="*/ 1478756 h 1890712"/>
              <a:gd name="connsiteX136" fmla="*/ 2016919 w 2543175"/>
              <a:gd name="connsiteY136" fmla="*/ 1483519 h 1890712"/>
              <a:gd name="connsiteX137" fmla="*/ 2024063 w 2543175"/>
              <a:gd name="connsiteY137" fmla="*/ 1490662 h 1890712"/>
              <a:gd name="connsiteX138" fmla="*/ 2033588 w 2543175"/>
              <a:gd name="connsiteY138" fmla="*/ 1495425 h 1890712"/>
              <a:gd name="connsiteX139" fmla="*/ 2040732 w 2543175"/>
              <a:gd name="connsiteY139" fmla="*/ 1502569 h 1890712"/>
              <a:gd name="connsiteX140" fmla="*/ 2047875 w 2543175"/>
              <a:gd name="connsiteY140" fmla="*/ 1507331 h 1890712"/>
              <a:gd name="connsiteX141" fmla="*/ 2057400 w 2543175"/>
              <a:gd name="connsiteY141" fmla="*/ 1514475 h 1890712"/>
              <a:gd name="connsiteX142" fmla="*/ 2064544 w 2543175"/>
              <a:gd name="connsiteY142" fmla="*/ 1519237 h 1890712"/>
              <a:gd name="connsiteX143" fmla="*/ 2071688 w 2543175"/>
              <a:gd name="connsiteY143" fmla="*/ 1526381 h 1890712"/>
              <a:gd name="connsiteX144" fmla="*/ 2081213 w 2543175"/>
              <a:gd name="connsiteY144" fmla="*/ 1531144 h 1890712"/>
              <a:gd name="connsiteX145" fmla="*/ 2090738 w 2543175"/>
              <a:gd name="connsiteY145" fmla="*/ 1538287 h 1890712"/>
              <a:gd name="connsiteX146" fmla="*/ 2109788 w 2543175"/>
              <a:gd name="connsiteY146" fmla="*/ 1547812 h 1890712"/>
              <a:gd name="connsiteX147" fmla="*/ 2131219 w 2543175"/>
              <a:gd name="connsiteY147" fmla="*/ 1562100 h 1890712"/>
              <a:gd name="connsiteX148" fmla="*/ 2140744 w 2543175"/>
              <a:gd name="connsiteY148" fmla="*/ 1566862 h 1890712"/>
              <a:gd name="connsiteX149" fmla="*/ 2152650 w 2543175"/>
              <a:gd name="connsiteY149" fmla="*/ 1576387 h 1890712"/>
              <a:gd name="connsiteX150" fmla="*/ 2181225 w 2543175"/>
              <a:gd name="connsiteY150" fmla="*/ 1590675 h 1890712"/>
              <a:gd name="connsiteX151" fmla="*/ 2200275 w 2543175"/>
              <a:gd name="connsiteY151" fmla="*/ 1607344 h 1890712"/>
              <a:gd name="connsiteX152" fmla="*/ 2207419 w 2543175"/>
              <a:gd name="connsiteY152" fmla="*/ 1612106 h 1890712"/>
              <a:gd name="connsiteX153" fmla="*/ 2216944 w 2543175"/>
              <a:gd name="connsiteY153" fmla="*/ 1619250 h 1890712"/>
              <a:gd name="connsiteX154" fmla="*/ 2224088 w 2543175"/>
              <a:gd name="connsiteY154" fmla="*/ 1624012 h 1890712"/>
              <a:gd name="connsiteX155" fmla="*/ 2247900 w 2543175"/>
              <a:gd name="connsiteY155" fmla="*/ 1643062 h 1890712"/>
              <a:gd name="connsiteX156" fmla="*/ 2255044 w 2543175"/>
              <a:gd name="connsiteY156" fmla="*/ 1650206 h 1890712"/>
              <a:gd name="connsiteX157" fmla="*/ 2281238 w 2543175"/>
              <a:gd name="connsiteY157" fmla="*/ 1664494 h 1890712"/>
              <a:gd name="connsiteX158" fmla="*/ 2297907 w 2543175"/>
              <a:gd name="connsiteY158" fmla="*/ 1674019 h 1890712"/>
              <a:gd name="connsiteX159" fmla="*/ 2312194 w 2543175"/>
              <a:gd name="connsiteY159" fmla="*/ 1685925 h 1890712"/>
              <a:gd name="connsiteX160" fmla="*/ 2328863 w 2543175"/>
              <a:gd name="connsiteY160" fmla="*/ 1697831 h 1890712"/>
              <a:gd name="connsiteX161" fmla="*/ 2350294 w 2543175"/>
              <a:gd name="connsiteY161" fmla="*/ 1712119 h 1890712"/>
              <a:gd name="connsiteX162" fmla="*/ 2369344 w 2543175"/>
              <a:gd name="connsiteY162" fmla="*/ 1724025 h 1890712"/>
              <a:gd name="connsiteX163" fmla="*/ 2428876 w 2543175"/>
              <a:gd name="connsiteY163" fmla="*/ 1785938 h 1890712"/>
              <a:gd name="connsiteX164" fmla="*/ 2466975 w 2543175"/>
              <a:gd name="connsiteY164" fmla="*/ 1783556 h 1890712"/>
              <a:gd name="connsiteX165" fmla="*/ 2481263 w 2543175"/>
              <a:gd name="connsiteY165" fmla="*/ 1795462 h 1890712"/>
              <a:gd name="connsiteX166" fmla="*/ 2486025 w 2543175"/>
              <a:gd name="connsiteY166" fmla="*/ 1802606 h 1890712"/>
              <a:gd name="connsiteX167" fmla="*/ 2514600 w 2543175"/>
              <a:gd name="connsiteY167" fmla="*/ 1850231 h 1890712"/>
              <a:gd name="connsiteX168" fmla="*/ 2519363 w 2543175"/>
              <a:gd name="connsiteY168" fmla="*/ 1857375 h 1890712"/>
              <a:gd name="connsiteX169" fmla="*/ 2540794 w 2543175"/>
              <a:gd name="connsiteY169" fmla="*/ 1883569 h 1890712"/>
              <a:gd name="connsiteX170" fmla="*/ 2543175 w 2543175"/>
              <a:gd name="connsiteY17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54807 w 2543175"/>
              <a:gd name="connsiteY25" fmla="*/ 247650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73982 w 2543175"/>
              <a:gd name="connsiteY96" fmla="*/ 997744 h 1890712"/>
              <a:gd name="connsiteX97" fmla="*/ 1388269 w 2543175"/>
              <a:gd name="connsiteY97" fmla="*/ 1007269 h 1890712"/>
              <a:gd name="connsiteX98" fmla="*/ 1414463 w 2543175"/>
              <a:gd name="connsiteY98" fmla="*/ 1019175 h 1890712"/>
              <a:gd name="connsiteX99" fmla="*/ 1428750 w 2543175"/>
              <a:gd name="connsiteY99" fmla="*/ 1026319 h 1890712"/>
              <a:gd name="connsiteX100" fmla="*/ 1471613 w 2543175"/>
              <a:gd name="connsiteY100" fmla="*/ 1059656 h 1890712"/>
              <a:gd name="connsiteX101" fmla="*/ 1495425 w 2543175"/>
              <a:gd name="connsiteY101" fmla="*/ 1088231 h 1890712"/>
              <a:gd name="connsiteX102" fmla="*/ 1547812 w 2543175"/>
              <a:gd name="connsiteY102" fmla="*/ 1133475 h 1890712"/>
              <a:gd name="connsiteX103" fmla="*/ 1597819 w 2543175"/>
              <a:gd name="connsiteY103" fmla="*/ 1154906 h 1890712"/>
              <a:gd name="connsiteX104" fmla="*/ 1604963 w 2543175"/>
              <a:gd name="connsiteY104" fmla="*/ 1162050 h 1890712"/>
              <a:gd name="connsiteX105" fmla="*/ 1612107 w 2543175"/>
              <a:gd name="connsiteY105" fmla="*/ 1166812 h 1890712"/>
              <a:gd name="connsiteX106" fmla="*/ 1628775 w 2543175"/>
              <a:gd name="connsiteY106" fmla="*/ 1183481 h 1890712"/>
              <a:gd name="connsiteX107" fmla="*/ 1662113 w 2543175"/>
              <a:gd name="connsiteY107" fmla="*/ 1209675 h 1890712"/>
              <a:gd name="connsiteX108" fmla="*/ 1678782 w 2543175"/>
              <a:gd name="connsiteY108" fmla="*/ 1226344 h 1890712"/>
              <a:gd name="connsiteX109" fmla="*/ 1700213 w 2543175"/>
              <a:gd name="connsiteY109" fmla="*/ 1247775 h 1890712"/>
              <a:gd name="connsiteX110" fmla="*/ 1712119 w 2543175"/>
              <a:gd name="connsiteY110" fmla="*/ 1259681 h 1890712"/>
              <a:gd name="connsiteX111" fmla="*/ 1733550 w 2543175"/>
              <a:gd name="connsiteY111" fmla="*/ 1273969 h 1890712"/>
              <a:gd name="connsiteX112" fmla="*/ 1743075 w 2543175"/>
              <a:gd name="connsiteY112" fmla="*/ 1283494 h 1890712"/>
              <a:gd name="connsiteX113" fmla="*/ 1754982 w 2543175"/>
              <a:gd name="connsiteY113" fmla="*/ 1290637 h 1890712"/>
              <a:gd name="connsiteX114" fmla="*/ 1766888 w 2543175"/>
              <a:gd name="connsiteY114" fmla="*/ 1300162 h 1890712"/>
              <a:gd name="connsiteX115" fmla="*/ 1783557 w 2543175"/>
              <a:gd name="connsiteY115" fmla="*/ 1307306 h 1890712"/>
              <a:gd name="connsiteX116" fmla="*/ 1790700 w 2543175"/>
              <a:gd name="connsiteY116" fmla="*/ 1312069 h 1890712"/>
              <a:gd name="connsiteX117" fmla="*/ 1800225 w 2543175"/>
              <a:gd name="connsiteY117" fmla="*/ 1319212 h 1890712"/>
              <a:gd name="connsiteX118" fmla="*/ 1807369 w 2543175"/>
              <a:gd name="connsiteY118" fmla="*/ 1321594 h 1890712"/>
              <a:gd name="connsiteX119" fmla="*/ 1824038 w 2543175"/>
              <a:gd name="connsiteY119" fmla="*/ 1333500 h 1890712"/>
              <a:gd name="connsiteX120" fmla="*/ 1843088 w 2543175"/>
              <a:gd name="connsiteY120" fmla="*/ 1352550 h 1890712"/>
              <a:gd name="connsiteX121" fmla="*/ 1852613 w 2543175"/>
              <a:gd name="connsiteY121" fmla="*/ 1359694 h 1890712"/>
              <a:gd name="connsiteX122" fmla="*/ 1859757 w 2543175"/>
              <a:gd name="connsiteY122" fmla="*/ 1366837 h 1890712"/>
              <a:gd name="connsiteX123" fmla="*/ 1869282 w 2543175"/>
              <a:gd name="connsiteY123" fmla="*/ 1371600 h 1890712"/>
              <a:gd name="connsiteX124" fmla="*/ 1883569 w 2543175"/>
              <a:gd name="connsiteY124" fmla="*/ 1388269 h 1890712"/>
              <a:gd name="connsiteX125" fmla="*/ 1893094 w 2543175"/>
              <a:gd name="connsiteY125" fmla="*/ 1395412 h 1890712"/>
              <a:gd name="connsiteX126" fmla="*/ 1902619 w 2543175"/>
              <a:gd name="connsiteY126" fmla="*/ 1404937 h 1890712"/>
              <a:gd name="connsiteX127" fmla="*/ 1912144 w 2543175"/>
              <a:gd name="connsiteY127" fmla="*/ 1409700 h 1890712"/>
              <a:gd name="connsiteX128" fmla="*/ 1931194 w 2543175"/>
              <a:gd name="connsiteY128" fmla="*/ 1421606 h 1890712"/>
              <a:gd name="connsiteX129" fmla="*/ 1935957 w 2543175"/>
              <a:gd name="connsiteY129" fmla="*/ 1428750 h 1890712"/>
              <a:gd name="connsiteX130" fmla="*/ 1952625 w 2543175"/>
              <a:gd name="connsiteY130" fmla="*/ 1438275 h 1890712"/>
              <a:gd name="connsiteX131" fmla="*/ 1971675 w 2543175"/>
              <a:gd name="connsiteY131" fmla="*/ 1450181 h 1890712"/>
              <a:gd name="connsiteX132" fmla="*/ 1981200 w 2543175"/>
              <a:gd name="connsiteY132" fmla="*/ 1454944 h 1890712"/>
              <a:gd name="connsiteX133" fmla="*/ 1997869 w 2543175"/>
              <a:gd name="connsiteY133" fmla="*/ 1471612 h 1890712"/>
              <a:gd name="connsiteX134" fmla="*/ 2007394 w 2543175"/>
              <a:gd name="connsiteY134" fmla="*/ 1478756 h 1890712"/>
              <a:gd name="connsiteX135" fmla="*/ 2016919 w 2543175"/>
              <a:gd name="connsiteY135" fmla="*/ 1483519 h 1890712"/>
              <a:gd name="connsiteX136" fmla="*/ 2024063 w 2543175"/>
              <a:gd name="connsiteY136" fmla="*/ 1490662 h 1890712"/>
              <a:gd name="connsiteX137" fmla="*/ 2033588 w 2543175"/>
              <a:gd name="connsiteY137" fmla="*/ 1495425 h 1890712"/>
              <a:gd name="connsiteX138" fmla="*/ 2040732 w 2543175"/>
              <a:gd name="connsiteY138" fmla="*/ 1502569 h 1890712"/>
              <a:gd name="connsiteX139" fmla="*/ 2047875 w 2543175"/>
              <a:gd name="connsiteY139" fmla="*/ 1507331 h 1890712"/>
              <a:gd name="connsiteX140" fmla="*/ 2057400 w 2543175"/>
              <a:gd name="connsiteY140" fmla="*/ 1514475 h 1890712"/>
              <a:gd name="connsiteX141" fmla="*/ 2064544 w 2543175"/>
              <a:gd name="connsiteY141" fmla="*/ 1519237 h 1890712"/>
              <a:gd name="connsiteX142" fmla="*/ 2071688 w 2543175"/>
              <a:gd name="connsiteY142" fmla="*/ 1526381 h 1890712"/>
              <a:gd name="connsiteX143" fmla="*/ 2081213 w 2543175"/>
              <a:gd name="connsiteY143" fmla="*/ 1531144 h 1890712"/>
              <a:gd name="connsiteX144" fmla="*/ 2090738 w 2543175"/>
              <a:gd name="connsiteY144" fmla="*/ 1538287 h 1890712"/>
              <a:gd name="connsiteX145" fmla="*/ 2109788 w 2543175"/>
              <a:gd name="connsiteY145" fmla="*/ 1547812 h 1890712"/>
              <a:gd name="connsiteX146" fmla="*/ 2131219 w 2543175"/>
              <a:gd name="connsiteY146" fmla="*/ 1562100 h 1890712"/>
              <a:gd name="connsiteX147" fmla="*/ 2140744 w 2543175"/>
              <a:gd name="connsiteY147" fmla="*/ 1566862 h 1890712"/>
              <a:gd name="connsiteX148" fmla="*/ 2152650 w 2543175"/>
              <a:gd name="connsiteY148" fmla="*/ 1576387 h 1890712"/>
              <a:gd name="connsiteX149" fmla="*/ 2181225 w 2543175"/>
              <a:gd name="connsiteY149" fmla="*/ 1590675 h 1890712"/>
              <a:gd name="connsiteX150" fmla="*/ 2200275 w 2543175"/>
              <a:gd name="connsiteY150" fmla="*/ 1607344 h 1890712"/>
              <a:gd name="connsiteX151" fmla="*/ 2207419 w 2543175"/>
              <a:gd name="connsiteY151" fmla="*/ 1612106 h 1890712"/>
              <a:gd name="connsiteX152" fmla="*/ 2216944 w 2543175"/>
              <a:gd name="connsiteY152" fmla="*/ 1619250 h 1890712"/>
              <a:gd name="connsiteX153" fmla="*/ 2224088 w 2543175"/>
              <a:gd name="connsiteY153" fmla="*/ 1624012 h 1890712"/>
              <a:gd name="connsiteX154" fmla="*/ 2247900 w 2543175"/>
              <a:gd name="connsiteY154" fmla="*/ 1643062 h 1890712"/>
              <a:gd name="connsiteX155" fmla="*/ 2255044 w 2543175"/>
              <a:gd name="connsiteY155" fmla="*/ 1650206 h 1890712"/>
              <a:gd name="connsiteX156" fmla="*/ 2281238 w 2543175"/>
              <a:gd name="connsiteY156" fmla="*/ 1664494 h 1890712"/>
              <a:gd name="connsiteX157" fmla="*/ 2297907 w 2543175"/>
              <a:gd name="connsiteY157" fmla="*/ 1674019 h 1890712"/>
              <a:gd name="connsiteX158" fmla="*/ 2312194 w 2543175"/>
              <a:gd name="connsiteY158" fmla="*/ 1685925 h 1890712"/>
              <a:gd name="connsiteX159" fmla="*/ 2328863 w 2543175"/>
              <a:gd name="connsiteY159" fmla="*/ 1697831 h 1890712"/>
              <a:gd name="connsiteX160" fmla="*/ 2350294 w 2543175"/>
              <a:gd name="connsiteY160" fmla="*/ 1712119 h 1890712"/>
              <a:gd name="connsiteX161" fmla="*/ 2369344 w 2543175"/>
              <a:gd name="connsiteY161" fmla="*/ 1724025 h 1890712"/>
              <a:gd name="connsiteX162" fmla="*/ 2428876 w 2543175"/>
              <a:gd name="connsiteY162" fmla="*/ 1785938 h 1890712"/>
              <a:gd name="connsiteX163" fmla="*/ 2466975 w 2543175"/>
              <a:gd name="connsiteY163" fmla="*/ 1783556 h 1890712"/>
              <a:gd name="connsiteX164" fmla="*/ 2481263 w 2543175"/>
              <a:gd name="connsiteY164" fmla="*/ 1795462 h 1890712"/>
              <a:gd name="connsiteX165" fmla="*/ 2486025 w 2543175"/>
              <a:gd name="connsiteY165" fmla="*/ 1802606 h 1890712"/>
              <a:gd name="connsiteX166" fmla="*/ 2514600 w 2543175"/>
              <a:gd name="connsiteY166" fmla="*/ 1850231 h 1890712"/>
              <a:gd name="connsiteX167" fmla="*/ 2519363 w 2543175"/>
              <a:gd name="connsiteY167" fmla="*/ 1857375 h 1890712"/>
              <a:gd name="connsiteX168" fmla="*/ 2540794 w 2543175"/>
              <a:gd name="connsiteY168" fmla="*/ 1883569 h 1890712"/>
              <a:gd name="connsiteX169" fmla="*/ 2543175 w 2543175"/>
              <a:gd name="connsiteY16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73982 w 2543175"/>
              <a:gd name="connsiteY96" fmla="*/ 997744 h 1890712"/>
              <a:gd name="connsiteX97" fmla="*/ 1388269 w 2543175"/>
              <a:gd name="connsiteY97" fmla="*/ 1007269 h 1890712"/>
              <a:gd name="connsiteX98" fmla="*/ 1414463 w 2543175"/>
              <a:gd name="connsiteY98" fmla="*/ 1019175 h 1890712"/>
              <a:gd name="connsiteX99" fmla="*/ 1428750 w 2543175"/>
              <a:gd name="connsiteY99" fmla="*/ 1026319 h 1890712"/>
              <a:gd name="connsiteX100" fmla="*/ 1471613 w 2543175"/>
              <a:gd name="connsiteY100" fmla="*/ 1059656 h 1890712"/>
              <a:gd name="connsiteX101" fmla="*/ 1495425 w 2543175"/>
              <a:gd name="connsiteY101" fmla="*/ 1088231 h 1890712"/>
              <a:gd name="connsiteX102" fmla="*/ 1547812 w 2543175"/>
              <a:gd name="connsiteY102" fmla="*/ 1133475 h 1890712"/>
              <a:gd name="connsiteX103" fmla="*/ 1597819 w 2543175"/>
              <a:gd name="connsiteY103" fmla="*/ 1154906 h 1890712"/>
              <a:gd name="connsiteX104" fmla="*/ 1604963 w 2543175"/>
              <a:gd name="connsiteY104" fmla="*/ 1162050 h 1890712"/>
              <a:gd name="connsiteX105" fmla="*/ 1612107 w 2543175"/>
              <a:gd name="connsiteY105" fmla="*/ 1166812 h 1890712"/>
              <a:gd name="connsiteX106" fmla="*/ 1628775 w 2543175"/>
              <a:gd name="connsiteY106" fmla="*/ 1183481 h 1890712"/>
              <a:gd name="connsiteX107" fmla="*/ 1662113 w 2543175"/>
              <a:gd name="connsiteY107" fmla="*/ 1209675 h 1890712"/>
              <a:gd name="connsiteX108" fmla="*/ 1678782 w 2543175"/>
              <a:gd name="connsiteY108" fmla="*/ 1226344 h 1890712"/>
              <a:gd name="connsiteX109" fmla="*/ 1700213 w 2543175"/>
              <a:gd name="connsiteY109" fmla="*/ 1247775 h 1890712"/>
              <a:gd name="connsiteX110" fmla="*/ 1712119 w 2543175"/>
              <a:gd name="connsiteY110" fmla="*/ 1259681 h 1890712"/>
              <a:gd name="connsiteX111" fmla="*/ 1733550 w 2543175"/>
              <a:gd name="connsiteY111" fmla="*/ 1273969 h 1890712"/>
              <a:gd name="connsiteX112" fmla="*/ 1743075 w 2543175"/>
              <a:gd name="connsiteY112" fmla="*/ 1283494 h 1890712"/>
              <a:gd name="connsiteX113" fmla="*/ 1754982 w 2543175"/>
              <a:gd name="connsiteY113" fmla="*/ 1290637 h 1890712"/>
              <a:gd name="connsiteX114" fmla="*/ 1766888 w 2543175"/>
              <a:gd name="connsiteY114" fmla="*/ 1300162 h 1890712"/>
              <a:gd name="connsiteX115" fmla="*/ 1783557 w 2543175"/>
              <a:gd name="connsiteY115" fmla="*/ 1307306 h 1890712"/>
              <a:gd name="connsiteX116" fmla="*/ 1790700 w 2543175"/>
              <a:gd name="connsiteY116" fmla="*/ 1312069 h 1890712"/>
              <a:gd name="connsiteX117" fmla="*/ 1800225 w 2543175"/>
              <a:gd name="connsiteY117" fmla="*/ 1319212 h 1890712"/>
              <a:gd name="connsiteX118" fmla="*/ 1807369 w 2543175"/>
              <a:gd name="connsiteY118" fmla="*/ 1321594 h 1890712"/>
              <a:gd name="connsiteX119" fmla="*/ 1824038 w 2543175"/>
              <a:gd name="connsiteY119" fmla="*/ 1333500 h 1890712"/>
              <a:gd name="connsiteX120" fmla="*/ 1843088 w 2543175"/>
              <a:gd name="connsiteY120" fmla="*/ 1352550 h 1890712"/>
              <a:gd name="connsiteX121" fmla="*/ 1852613 w 2543175"/>
              <a:gd name="connsiteY121" fmla="*/ 1359694 h 1890712"/>
              <a:gd name="connsiteX122" fmla="*/ 1859757 w 2543175"/>
              <a:gd name="connsiteY122" fmla="*/ 1366837 h 1890712"/>
              <a:gd name="connsiteX123" fmla="*/ 1869282 w 2543175"/>
              <a:gd name="connsiteY123" fmla="*/ 1371600 h 1890712"/>
              <a:gd name="connsiteX124" fmla="*/ 1883569 w 2543175"/>
              <a:gd name="connsiteY124" fmla="*/ 1388269 h 1890712"/>
              <a:gd name="connsiteX125" fmla="*/ 1893094 w 2543175"/>
              <a:gd name="connsiteY125" fmla="*/ 1395412 h 1890712"/>
              <a:gd name="connsiteX126" fmla="*/ 1902619 w 2543175"/>
              <a:gd name="connsiteY126" fmla="*/ 1404937 h 1890712"/>
              <a:gd name="connsiteX127" fmla="*/ 1912144 w 2543175"/>
              <a:gd name="connsiteY127" fmla="*/ 1409700 h 1890712"/>
              <a:gd name="connsiteX128" fmla="*/ 1931194 w 2543175"/>
              <a:gd name="connsiteY128" fmla="*/ 1421606 h 1890712"/>
              <a:gd name="connsiteX129" fmla="*/ 1935957 w 2543175"/>
              <a:gd name="connsiteY129" fmla="*/ 1428750 h 1890712"/>
              <a:gd name="connsiteX130" fmla="*/ 1952625 w 2543175"/>
              <a:gd name="connsiteY130" fmla="*/ 1438275 h 1890712"/>
              <a:gd name="connsiteX131" fmla="*/ 1971675 w 2543175"/>
              <a:gd name="connsiteY131" fmla="*/ 1450181 h 1890712"/>
              <a:gd name="connsiteX132" fmla="*/ 1981200 w 2543175"/>
              <a:gd name="connsiteY132" fmla="*/ 1454944 h 1890712"/>
              <a:gd name="connsiteX133" fmla="*/ 1997869 w 2543175"/>
              <a:gd name="connsiteY133" fmla="*/ 1471612 h 1890712"/>
              <a:gd name="connsiteX134" fmla="*/ 2007394 w 2543175"/>
              <a:gd name="connsiteY134" fmla="*/ 1478756 h 1890712"/>
              <a:gd name="connsiteX135" fmla="*/ 2016919 w 2543175"/>
              <a:gd name="connsiteY135" fmla="*/ 1483519 h 1890712"/>
              <a:gd name="connsiteX136" fmla="*/ 2024063 w 2543175"/>
              <a:gd name="connsiteY136" fmla="*/ 1490662 h 1890712"/>
              <a:gd name="connsiteX137" fmla="*/ 2033588 w 2543175"/>
              <a:gd name="connsiteY137" fmla="*/ 1495425 h 1890712"/>
              <a:gd name="connsiteX138" fmla="*/ 2040732 w 2543175"/>
              <a:gd name="connsiteY138" fmla="*/ 1502569 h 1890712"/>
              <a:gd name="connsiteX139" fmla="*/ 2047875 w 2543175"/>
              <a:gd name="connsiteY139" fmla="*/ 1507331 h 1890712"/>
              <a:gd name="connsiteX140" fmla="*/ 2057400 w 2543175"/>
              <a:gd name="connsiteY140" fmla="*/ 1514475 h 1890712"/>
              <a:gd name="connsiteX141" fmla="*/ 2064544 w 2543175"/>
              <a:gd name="connsiteY141" fmla="*/ 1519237 h 1890712"/>
              <a:gd name="connsiteX142" fmla="*/ 2071688 w 2543175"/>
              <a:gd name="connsiteY142" fmla="*/ 1526381 h 1890712"/>
              <a:gd name="connsiteX143" fmla="*/ 2081213 w 2543175"/>
              <a:gd name="connsiteY143" fmla="*/ 1531144 h 1890712"/>
              <a:gd name="connsiteX144" fmla="*/ 2090738 w 2543175"/>
              <a:gd name="connsiteY144" fmla="*/ 1538287 h 1890712"/>
              <a:gd name="connsiteX145" fmla="*/ 2109788 w 2543175"/>
              <a:gd name="connsiteY145" fmla="*/ 1547812 h 1890712"/>
              <a:gd name="connsiteX146" fmla="*/ 2131219 w 2543175"/>
              <a:gd name="connsiteY146" fmla="*/ 1562100 h 1890712"/>
              <a:gd name="connsiteX147" fmla="*/ 2140744 w 2543175"/>
              <a:gd name="connsiteY147" fmla="*/ 1566862 h 1890712"/>
              <a:gd name="connsiteX148" fmla="*/ 2152650 w 2543175"/>
              <a:gd name="connsiteY148" fmla="*/ 1576387 h 1890712"/>
              <a:gd name="connsiteX149" fmla="*/ 2181225 w 2543175"/>
              <a:gd name="connsiteY149" fmla="*/ 1590675 h 1890712"/>
              <a:gd name="connsiteX150" fmla="*/ 2200275 w 2543175"/>
              <a:gd name="connsiteY150" fmla="*/ 1607344 h 1890712"/>
              <a:gd name="connsiteX151" fmla="*/ 2207419 w 2543175"/>
              <a:gd name="connsiteY151" fmla="*/ 1612106 h 1890712"/>
              <a:gd name="connsiteX152" fmla="*/ 2216944 w 2543175"/>
              <a:gd name="connsiteY152" fmla="*/ 1619250 h 1890712"/>
              <a:gd name="connsiteX153" fmla="*/ 2224088 w 2543175"/>
              <a:gd name="connsiteY153" fmla="*/ 1624012 h 1890712"/>
              <a:gd name="connsiteX154" fmla="*/ 2247900 w 2543175"/>
              <a:gd name="connsiteY154" fmla="*/ 1643062 h 1890712"/>
              <a:gd name="connsiteX155" fmla="*/ 2255044 w 2543175"/>
              <a:gd name="connsiteY155" fmla="*/ 1650206 h 1890712"/>
              <a:gd name="connsiteX156" fmla="*/ 2281238 w 2543175"/>
              <a:gd name="connsiteY156" fmla="*/ 1664494 h 1890712"/>
              <a:gd name="connsiteX157" fmla="*/ 2297907 w 2543175"/>
              <a:gd name="connsiteY157" fmla="*/ 1674019 h 1890712"/>
              <a:gd name="connsiteX158" fmla="*/ 2312194 w 2543175"/>
              <a:gd name="connsiteY158" fmla="*/ 1685925 h 1890712"/>
              <a:gd name="connsiteX159" fmla="*/ 2328863 w 2543175"/>
              <a:gd name="connsiteY159" fmla="*/ 1697831 h 1890712"/>
              <a:gd name="connsiteX160" fmla="*/ 2350294 w 2543175"/>
              <a:gd name="connsiteY160" fmla="*/ 1712119 h 1890712"/>
              <a:gd name="connsiteX161" fmla="*/ 2369344 w 2543175"/>
              <a:gd name="connsiteY161" fmla="*/ 1724025 h 1890712"/>
              <a:gd name="connsiteX162" fmla="*/ 2428876 w 2543175"/>
              <a:gd name="connsiteY162" fmla="*/ 1785938 h 1890712"/>
              <a:gd name="connsiteX163" fmla="*/ 2466975 w 2543175"/>
              <a:gd name="connsiteY163" fmla="*/ 1783556 h 1890712"/>
              <a:gd name="connsiteX164" fmla="*/ 2481263 w 2543175"/>
              <a:gd name="connsiteY164" fmla="*/ 1795462 h 1890712"/>
              <a:gd name="connsiteX165" fmla="*/ 2486025 w 2543175"/>
              <a:gd name="connsiteY165" fmla="*/ 1802606 h 1890712"/>
              <a:gd name="connsiteX166" fmla="*/ 2514600 w 2543175"/>
              <a:gd name="connsiteY166" fmla="*/ 1850231 h 1890712"/>
              <a:gd name="connsiteX167" fmla="*/ 2519363 w 2543175"/>
              <a:gd name="connsiteY167" fmla="*/ 1857375 h 1890712"/>
              <a:gd name="connsiteX168" fmla="*/ 2540794 w 2543175"/>
              <a:gd name="connsiteY168" fmla="*/ 1883569 h 1890712"/>
              <a:gd name="connsiteX169" fmla="*/ 2543175 w 2543175"/>
              <a:gd name="connsiteY16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73982 w 2543175"/>
              <a:gd name="connsiteY96" fmla="*/ 997744 h 1890712"/>
              <a:gd name="connsiteX97" fmla="*/ 1388269 w 2543175"/>
              <a:gd name="connsiteY97" fmla="*/ 1007269 h 1890712"/>
              <a:gd name="connsiteX98" fmla="*/ 1414463 w 2543175"/>
              <a:gd name="connsiteY98" fmla="*/ 1019175 h 1890712"/>
              <a:gd name="connsiteX99" fmla="*/ 1435894 w 2543175"/>
              <a:gd name="connsiteY99" fmla="*/ 1054894 h 1890712"/>
              <a:gd name="connsiteX100" fmla="*/ 1471613 w 2543175"/>
              <a:gd name="connsiteY100" fmla="*/ 1059656 h 1890712"/>
              <a:gd name="connsiteX101" fmla="*/ 1495425 w 2543175"/>
              <a:gd name="connsiteY101" fmla="*/ 1088231 h 1890712"/>
              <a:gd name="connsiteX102" fmla="*/ 1547812 w 2543175"/>
              <a:gd name="connsiteY102" fmla="*/ 1133475 h 1890712"/>
              <a:gd name="connsiteX103" fmla="*/ 1597819 w 2543175"/>
              <a:gd name="connsiteY103" fmla="*/ 1154906 h 1890712"/>
              <a:gd name="connsiteX104" fmla="*/ 1604963 w 2543175"/>
              <a:gd name="connsiteY104" fmla="*/ 1162050 h 1890712"/>
              <a:gd name="connsiteX105" fmla="*/ 1612107 w 2543175"/>
              <a:gd name="connsiteY105" fmla="*/ 1166812 h 1890712"/>
              <a:gd name="connsiteX106" fmla="*/ 1628775 w 2543175"/>
              <a:gd name="connsiteY106" fmla="*/ 1183481 h 1890712"/>
              <a:gd name="connsiteX107" fmla="*/ 1662113 w 2543175"/>
              <a:gd name="connsiteY107" fmla="*/ 1209675 h 1890712"/>
              <a:gd name="connsiteX108" fmla="*/ 1678782 w 2543175"/>
              <a:gd name="connsiteY108" fmla="*/ 1226344 h 1890712"/>
              <a:gd name="connsiteX109" fmla="*/ 1700213 w 2543175"/>
              <a:gd name="connsiteY109" fmla="*/ 1247775 h 1890712"/>
              <a:gd name="connsiteX110" fmla="*/ 1712119 w 2543175"/>
              <a:gd name="connsiteY110" fmla="*/ 1259681 h 1890712"/>
              <a:gd name="connsiteX111" fmla="*/ 1733550 w 2543175"/>
              <a:gd name="connsiteY111" fmla="*/ 1273969 h 1890712"/>
              <a:gd name="connsiteX112" fmla="*/ 1743075 w 2543175"/>
              <a:gd name="connsiteY112" fmla="*/ 1283494 h 1890712"/>
              <a:gd name="connsiteX113" fmla="*/ 1754982 w 2543175"/>
              <a:gd name="connsiteY113" fmla="*/ 1290637 h 1890712"/>
              <a:gd name="connsiteX114" fmla="*/ 1766888 w 2543175"/>
              <a:gd name="connsiteY114" fmla="*/ 1300162 h 1890712"/>
              <a:gd name="connsiteX115" fmla="*/ 1783557 w 2543175"/>
              <a:gd name="connsiteY115" fmla="*/ 1307306 h 1890712"/>
              <a:gd name="connsiteX116" fmla="*/ 1790700 w 2543175"/>
              <a:gd name="connsiteY116" fmla="*/ 1312069 h 1890712"/>
              <a:gd name="connsiteX117" fmla="*/ 1800225 w 2543175"/>
              <a:gd name="connsiteY117" fmla="*/ 1319212 h 1890712"/>
              <a:gd name="connsiteX118" fmla="*/ 1807369 w 2543175"/>
              <a:gd name="connsiteY118" fmla="*/ 1321594 h 1890712"/>
              <a:gd name="connsiteX119" fmla="*/ 1824038 w 2543175"/>
              <a:gd name="connsiteY119" fmla="*/ 1333500 h 1890712"/>
              <a:gd name="connsiteX120" fmla="*/ 1843088 w 2543175"/>
              <a:gd name="connsiteY120" fmla="*/ 1352550 h 1890712"/>
              <a:gd name="connsiteX121" fmla="*/ 1852613 w 2543175"/>
              <a:gd name="connsiteY121" fmla="*/ 1359694 h 1890712"/>
              <a:gd name="connsiteX122" fmla="*/ 1859757 w 2543175"/>
              <a:gd name="connsiteY122" fmla="*/ 1366837 h 1890712"/>
              <a:gd name="connsiteX123" fmla="*/ 1869282 w 2543175"/>
              <a:gd name="connsiteY123" fmla="*/ 1371600 h 1890712"/>
              <a:gd name="connsiteX124" fmla="*/ 1883569 w 2543175"/>
              <a:gd name="connsiteY124" fmla="*/ 1388269 h 1890712"/>
              <a:gd name="connsiteX125" fmla="*/ 1893094 w 2543175"/>
              <a:gd name="connsiteY125" fmla="*/ 1395412 h 1890712"/>
              <a:gd name="connsiteX126" fmla="*/ 1902619 w 2543175"/>
              <a:gd name="connsiteY126" fmla="*/ 1404937 h 1890712"/>
              <a:gd name="connsiteX127" fmla="*/ 1912144 w 2543175"/>
              <a:gd name="connsiteY127" fmla="*/ 1409700 h 1890712"/>
              <a:gd name="connsiteX128" fmla="*/ 1931194 w 2543175"/>
              <a:gd name="connsiteY128" fmla="*/ 1421606 h 1890712"/>
              <a:gd name="connsiteX129" fmla="*/ 1935957 w 2543175"/>
              <a:gd name="connsiteY129" fmla="*/ 1428750 h 1890712"/>
              <a:gd name="connsiteX130" fmla="*/ 1952625 w 2543175"/>
              <a:gd name="connsiteY130" fmla="*/ 1438275 h 1890712"/>
              <a:gd name="connsiteX131" fmla="*/ 1971675 w 2543175"/>
              <a:gd name="connsiteY131" fmla="*/ 1450181 h 1890712"/>
              <a:gd name="connsiteX132" fmla="*/ 1981200 w 2543175"/>
              <a:gd name="connsiteY132" fmla="*/ 1454944 h 1890712"/>
              <a:gd name="connsiteX133" fmla="*/ 1997869 w 2543175"/>
              <a:gd name="connsiteY133" fmla="*/ 1471612 h 1890712"/>
              <a:gd name="connsiteX134" fmla="*/ 2007394 w 2543175"/>
              <a:gd name="connsiteY134" fmla="*/ 1478756 h 1890712"/>
              <a:gd name="connsiteX135" fmla="*/ 2016919 w 2543175"/>
              <a:gd name="connsiteY135" fmla="*/ 1483519 h 1890712"/>
              <a:gd name="connsiteX136" fmla="*/ 2024063 w 2543175"/>
              <a:gd name="connsiteY136" fmla="*/ 1490662 h 1890712"/>
              <a:gd name="connsiteX137" fmla="*/ 2033588 w 2543175"/>
              <a:gd name="connsiteY137" fmla="*/ 1495425 h 1890712"/>
              <a:gd name="connsiteX138" fmla="*/ 2040732 w 2543175"/>
              <a:gd name="connsiteY138" fmla="*/ 1502569 h 1890712"/>
              <a:gd name="connsiteX139" fmla="*/ 2047875 w 2543175"/>
              <a:gd name="connsiteY139" fmla="*/ 1507331 h 1890712"/>
              <a:gd name="connsiteX140" fmla="*/ 2057400 w 2543175"/>
              <a:gd name="connsiteY140" fmla="*/ 1514475 h 1890712"/>
              <a:gd name="connsiteX141" fmla="*/ 2064544 w 2543175"/>
              <a:gd name="connsiteY141" fmla="*/ 1519237 h 1890712"/>
              <a:gd name="connsiteX142" fmla="*/ 2071688 w 2543175"/>
              <a:gd name="connsiteY142" fmla="*/ 1526381 h 1890712"/>
              <a:gd name="connsiteX143" fmla="*/ 2081213 w 2543175"/>
              <a:gd name="connsiteY143" fmla="*/ 1531144 h 1890712"/>
              <a:gd name="connsiteX144" fmla="*/ 2090738 w 2543175"/>
              <a:gd name="connsiteY144" fmla="*/ 1538287 h 1890712"/>
              <a:gd name="connsiteX145" fmla="*/ 2109788 w 2543175"/>
              <a:gd name="connsiteY145" fmla="*/ 1547812 h 1890712"/>
              <a:gd name="connsiteX146" fmla="*/ 2131219 w 2543175"/>
              <a:gd name="connsiteY146" fmla="*/ 1562100 h 1890712"/>
              <a:gd name="connsiteX147" fmla="*/ 2140744 w 2543175"/>
              <a:gd name="connsiteY147" fmla="*/ 1566862 h 1890712"/>
              <a:gd name="connsiteX148" fmla="*/ 2152650 w 2543175"/>
              <a:gd name="connsiteY148" fmla="*/ 1576387 h 1890712"/>
              <a:gd name="connsiteX149" fmla="*/ 2181225 w 2543175"/>
              <a:gd name="connsiteY149" fmla="*/ 1590675 h 1890712"/>
              <a:gd name="connsiteX150" fmla="*/ 2200275 w 2543175"/>
              <a:gd name="connsiteY150" fmla="*/ 1607344 h 1890712"/>
              <a:gd name="connsiteX151" fmla="*/ 2207419 w 2543175"/>
              <a:gd name="connsiteY151" fmla="*/ 1612106 h 1890712"/>
              <a:gd name="connsiteX152" fmla="*/ 2216944 w 2543175"/>
              <a:gd name="connsiteY152" fmla="*/ 1619250 h 1890712"/>
              <a:gd name="connsiteX153" fmla="*/ 2224088 w 2543175"/>
              <a:gd name="connsiteY153" fmla="*/ 1624012 h 1890712"/>
              <a:gd name="connsiteX154" fmla="*/ 2247900 w 2543175"/>
              <a:gd name="connsiteY154" fmla="*/ 1643062 h 1890712"/>
              <a:gd name="connsiteX155" fmla="*/ 2255044 w 2543175"/>
              <a:gd name="connsiteY155" fmla="*/ 1650206 h 1890712"/>
              <a:gd name="connsiteX156" fmla="*/ 2281238 w 2543175"/>
              <a:gd name="connsiteY156" fmla="*/ 1664494 h 1890712"/>
              <a:gd name="connsiteX157" fmla="*/ 2297907 w 2543175"/>
              <a:gd name="connsiteY157" fmla="*/ 1674019 h 1890712"/>
              <a:gd name="connsiteX158" fmla="*/ 2312194 w 2543175"/>
              <a:gd name="connsiteY158" fmla="*/ 1685925 h 1890712"/>
              <a:gd name="connsiteX159" fmla="*/ 2328863 w 2543175"/>
              <a:gd name="connsiteY159" fmla="*/ 1697831 h 1890712"/>
              <a:gd name="connsiteX160" fmla="*/ 2350294 w 2543175"/>
              <a:gd name="connsiteY160" fmla="*/ 1712119 h 1890712"/>
              <a:gd name="connsiteX161" fmla="*/ 2369344 w 2543175"/>
              <a:gd name="connsiteY161" fmla="*/ 1724025 h 1890712"/>
              <a:gd name="connsiteX162" fmla="*/ 2428876 w 2543175"/>
              <a:gd name="connsiteY162" fmla="*/ 1785938 h 1890712"/>
              <a:gd name="connsiteX163" fmla="*/ 2466975 w 2543175"/>
              <a:gd name="connsiteY163" fmla="*/ 1783556 h 1890712"/>
              <a:gd name="connsiteX164" fmla="*/ 2481263 w 2543175"/>
              <a:gd name="connsiteY164" fmla="*/ 1795462 h 1890712"/>
              <a:gd name="connsiteX165" fmla="*/ 2486025 w 2543175"/>
              <a:gd name="connsiteY165" fmla="*/ 1802606 h 1890712"/>
              <a:gd name="connsiteX166" fmla="*/ 2514600 w 2543175"/>
              <a:gd name="connsiteY166" fmla="*/ 1850231 h 1890712"/>
              <a:gd name="connsiteX167" fmla="*/ 2519363 w 2543175"/>
              <a:gd name="connsiteY167" fmla="*/ 1857375 h 1890712"/>
              <a:gd name="connsiteX168" fmla="*/ 2540794 w 2543175"/>
              <a:gd name="connsiteY168" fmla="*/ 1883569 h 1890712"/>
              <a:gd name="connsiteX169" fmla="*/ 2543175 w 2543175"/>
              <a:gd name="connsiteY16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73982 w 2543175"/>
              <a:gd name="connsiteY96" fmla="*/ 997744 h 1890712"/>
              <a:gd name="connsiteX97" fmla="*/ 1388269 w 2543175"/>
              <a:gd name="connsiteY97" fmla="*/ 1007269 h 1890712"/>
              <a:gd name="connsiteX98" fmla="*/ 1435894 w 2543175"/>
              <a:gd name="connsiteY98" fmla="*/ 1054894 h 1890712"/>
              <a:gd name="connsiteX99" fmla="*/ 1471613 w 2543175"/>
              <a:gd name="connsiteY99" fmla="*/ 1059656 h 1890712"/>
              <a:gd name="connsiteX100" fmla="*/ 1495425 w 2543175"/>
              <a:gd name="connsiteY100" fmla="*/ 1088231 h 1890712"/>
              <a:gd name="connsiteX101" fmla="*/ 1547812 w 2543175"/>
              <a:gd name="connsiteY101" fmla="*/ 1133475 h 1890712"/>
              <a:gd name="connsiteX102" fmla="*/ 1597819 w 2543175"/>
              <a:gd name="connsiteY102" fmla="*/ 1154906 h 1890712"/>
              <a:gd name="connsiteX103" fmla="*/ 1604963 w 2543175"/>
              <a:gd name="connsiteY103" fmla="*/ 1162050 h 1890712"/>
              <a:gd name="connsiteX104" fmla="*/ 1612107 w 2543175"/>
              <a:gd name="connsiteY104" fmla="*/ 1166812 h 1890712"/>
              <a:gd name="connsiteX105" fmla="*/ 1628775 w 2543175"/>
              <a:gd name="connsiteY105" fmla="*/ 1183481 h 1890712"/>
              <a:gd name="connsiteX106" fmla="*/ 1662113 w 2543175"/>
              <a:gd name="connsiteY106" fmla="*/ 1209675 h 1890712"/>
              <a:gd name="connsiteX107" fmla="*/ 1678782 w 2543175"/>
              <a:gd name="connsiteY107" fmla="*/ 1226344 h 1890712"/>
              <a:gd name="connsiteX108" fmla="*/ 1700213 w 2543175"/>
              <a:gd name="connsiteY108" fmla="*/ 1247775 h 1890712"/>
              <a:gd name="connsiteX109" fmla="*/ 1712119 w 2543175"/>
              <a:gd name="connsiteY109" fmla="*/ 1259681 h 1890712"/>
              <a:gd name="connsiteX110" fmla="*/ 1733550 w 2543175"/>
              <a:gd name="connsiteY110" fmla="*/ 1273969 h 1890712"/>
              <a:gd name="connsiteX111" fmla="*/ 1743075 w 2543175"/>
              <a:gd name="connsiteY111" fmla="*/ 1283494 h 1890712"/>
              <a:gd name="connsiteX112" fmla="*/ 1754982 w 2543175"/>
              <a:gd name="connsiteY112" fmla="*/ 1290637 h 1890712"/>
              <a:gd name="connsiteX113" fmla="*/ 1766888 w 2543175"/>
              <a:gd name="connsiteY113" fmla="*/ 1300162 h 1890712"/>
              <a:gd name="connsiteX114" fmla="*/ 1783557 w 2543175"/>
              <a:gd name="connsiteY114" fmla="*/ 1307306 h 1890712"/>
              <a:gd name="connsiteX115" fmla="*/ 1790700 w 2543175"/>
              <a:gd name="connsiteY115" fmla="*/ 1312069 h 1890712"/>
              <a:gd name="connsiteX116" fmla="*/ 1800225 w 2543175"/>
              <a:gd name="connsiteY116" fmla="*/ 1319212 h 1890712"/>
              <a:gd name="connsiteX117" fmla="*/ 1807369 w 2543175"/>
              <a:gd name="connsiteY117" fmla="*/ 1321594 h 1890712"/>
              <a:gd name="connsiteX118" fmla="*/ 1824038 w 2543175"/>
              <a:gd name="connsiteY118" fmla="*/ 1333500 h 1890712"/>
              <a:gd name="connsiteX119" fmla="*/ 1843088 w 2543175"/>
              <a:gd name="connsiteY119" fmla="*/ 1352550 h 1890712"/>
              <a:gd name="connsiteX120" fmla="*/ 1852613 w 2543175"/>
              <a:gd name="connsiteY120" fmla="*/ 1359694 h 1890712"/>
              <a:gd name="connsiteX121" fmla="*/ 1859757 w 2543175"/>
              <a:gd name="connsiteY121" fmla="*/ 1366837 h 1890712"/>
              <a:gd name="connsiteX122" fmla="*/ 1869282 w 2543175"/>
              <a:gd name="connsiteY122" fmla="*/ 1371600 h 1890712"/>
              <a:gd name="connsiteX123" fmla="*/ 1883569 w 2543175"/>
              <a:gd name="connsiteY123" fmla="*/ 1388269 h 1890712"/>
              <a:gd name="connsiteX124" fmla="*/ 1893094 w 2543175"/>
              <a:gd name="connsiteY124" fmla="*/ 1395412 h 1890712"/>
              <a:gd name="connsiteX125" fmla="*/ 1902619 w 2543175"/>
              <a:gd name="connsiteY125" fmla="*/ 1404937 h 1890712"/>
              <a:gd name="connsiteX126" fmla="*/ 1912144 w 2543175"/>
              <a:gd name="connsiteY126" fmla="*/ 1409700 h 1890712"/>
              <a:gd name="connsiteX127" fmla="*/ 1931194 w 2543175"/>
              <a:gd name="connsiteY127" fmla="*/ 1421606 h 1890712"/>
              <a:gd name="connsiteX128" fmla="*/ 1935957 w 2543175"/>
              <a:gd name="connsiteY128" fmla="*/ 1428750 h 1890712"/>
              <a:gd name="connsiteX129" fmla="*/ 1952625 w 2543175"/>
              <a:gd name="connsiteY129" fmla="*/ 1438275 h 1890712"/>
              <a:gd name="connsiteX130" fmla="*/ 1971675 w 2543175"/>
              <a:gd name="connsiteY130" fmla="*/ 1450181 h 1890712"/>
              <a:gd name="connsiteX131" fmla="*/ 1981200 w 2543175"/>
              <a:gd name="connsiteY131" fmla="*/ 1454944 h 1890712"/>
              <a:gd name="connsiteX132" fmla="*/ 1997869 w 2543175"/>
              <a:gd name="connsiteY132" fmla="*/ 1471612 h 1890712"/>
              <a:gd name="connsiteX133" fmla="*/ 2007394 w 2543175"/>
              <a:gd name="connsiteY133" fmla="*/ 1478756 h 1890712"/>
              <a:gd name="connsiteX134" fmla="*/ 2016919 w 2543175"/>
              <a:gd name="connsiteY134" fmla="*/ 1483519 h 1890712"/>
              <a:gd name="connsiteX135" fmla="*/ 2024063 w 2543175"/>
              <a:gd name="connsiteY135" fmla="*/ 1490662 h 1890712"/>
              <a:gd name="connsiteX136" fmla="*/ 2033588 w 2543175"/>
              <a:gd name="connsiteY136" fmla="*/ 1495425 h 1890712"/>
              <a:gd name="connsiteX137" fmla="*/ 2040732 w 2543175"/>
              <a:gd name="connsiteY137" fmla="*/ 1502569 h 1890712"/>
              <a:gd name="connsiteX138" fmla="*/ 2047875 w 2543175"/>
              <a:gd name="connsiteY138" fmla="*/ 1507331 h 1890712"/>
              <a:gd name="connsiteX139" fmla="*/ 2057400 w 2543175"/>
              <a:gd name="connsiteY139" fmla="*/ 1514475 h 1890712"/>
              <a:gd name="connsiteX140" fmla="*/ 2064544 w 2543175"/>
              <a:gd name="connsiteY140" fmla="*/ 1519237 h 1890712"/>
              <a:gd name="connsiteX141" fmla="*/ 2071688 w 2543175"/>
              <a:gd name="connsiteY141" fmla="*/ 1526381 h 1890712"/>
              <a:gd name="connsiteX142" fmla="*/ 2081213 w 2543175"/>
              <a:gd name="connsiteY142" fmla="*/ 1531144 h 1890712"/>
              <a:gd name="connsiteX143" fmla="*/ 2090738 w 2543175"/>
              <a:gd name="connsiteY143" fmla="*/ 1538287 h 1890712"/>
              <a:gd name="connsiteX144" fmla="*/ 2109788 w 2543175"/>
              <a:gd name="connsiteY144" fmla="*/ 1547812 h 1890712"/>
              <a:gd name="connsiteX145" fmla="*/ 2131219 w 2543175"/>
              <a:gd name="connsiteY145" fmla="*/ 1562100 h 1890712"/>
              <a:gd name="connsiteX146" fmla="*/ 2140744 w 2543175"/>
              <a:gd name="connsiteY146" fmla="*/ 1566862 h 1890712"/>
              <a:gd name="connsiteX147" fmla="*/ 2152650 w 2543175"/>
              <a:gd name="connsiteY147" fmla="*/ 1576387 h 1890712"/>
              <a:gd name="connsiteX148" fmla="*/ 2181225 w 2543175"/>
              <a:gd name="connsiteY148" fmla="*/ 1590675 h 1890712"/>
              <a:gd name="connsiteX149" fmla="*/ 2200275 w 2543175"/>
              <a:gd name="connsiteY149" fmla="*/ 1607344 h 1890712"/>
              <a:gd name="connsiteX150" fmla="*/ 2207419 w 2543175"/>
              <a:gd name="connsiteY150" fmla="*/ 1612106 h 1890712"/>
              <a:gd name="connsiteX151" fmla="*/ 2216944 w 2543175"/>
              <a:gd name="connsiteY151" fmla="*/ 1619250 h 1890712"/>
              <a:gd name="connsiteX152" fmla="*/ 2224088 w 2543175"/>
              <a:gd name="connsiteY152" fmla="*/ 1624012 h 1890712"/>
              <a:gd name="connsiteX153" fmla="*/ 2247900 w 2543175"/>
              <a:gd name="connsiteY153" fmla="*/ 1643062 h 1890712"/>
              <a:gd name="connsiteX154" fmla="*/ 2255044 w 2543175"/>
              <a:gd name="connsiteY154" fmla="*/ 1650206 h 1890712"/>
              <a:gd name="connsiteX155" fmla="*/ 2281238 w 2543175"/>
              <a:gd name="connsiteY155" fmla="*/ 1664494 h 1890712"/>
              <a:gd name="connsiteX156" fmla="*/ 2297907 w 2543175"/>
              <a:gd name="connsiteY156" fmla="*/ 1674019 h 1890712"/>
              <a:gd name="connsiteX157" fmla="*/ 2312194 w 2543175"/>
              <a:gd name="connsiteY157" fmla="*/ 1685925 h 1890712"/>
              <a:gd name="connsiteX158" fmla="*/ 2328863 w 2543175"/>
              <a:gd name="connsiteY158" fmla="*/ 1697831 h 1890712"/>
              <a:gd name="connsiteX159" fmla="*/ 2350294 w 2543175"/>
              <a:gd name="connsiteY159" fmla="*/ 1712119 h 1890712"/>
              <a:gd name="connsiteX160" fmla="*/ 2369344 w 2543175"/>
              <a:gd name="connsiteY160" fmla="*/ 1724025 h 1890712"/>
              <a:gd name="connsiteX161" fmla="*/ 2428876 w 2543175"/>
              <a:gd name="connsiteY161" fmla="*/ 1785938 h 1890712"/>
              <a:gd name="connsiteX162" fmla="*/ 2466975 w 2543175"/>
              <a:gd name="connsiteY162" fmla="*/ 1783556 h 1890712"/>
              <a:gd name="connsiteX163" fmla="*/ 2481263 w 2543175"/>
              <a:gd name="connsiteY163" fmla="*/ 1795462 h 1890712"/>
              <a:gd name="connsiteX164" fmla="*/ 2486025 w 2543175"/>
              <a:gd name="connsiteY164" fmla="*/ 1802606 h 1890712"/>
              <a:gd name="connsiteX165" fmla="*/ 2514600 w 2543175"/>
              <a:gd name="connsiteY165" fmla="*/ 1850231 h 1890712"/>
              <a:gd name="connsiteX166" fmla="*/ 2519363 w 2543175"/>
              <a:gd name="connsiteY166" fmla="*/ 1857375 h 1890712"/>
              <a:gd name="connsiteX167" fmla="*/ 2540794 w 2543175"/>
              <a:gd name="connsiteY167" fmla="*/ 1883569 h 1890712"/>
              <a:gd name="connsiteX168" fmla="*/ 2543175 w 2543175"/>
              <a:gd name="connsiteY168"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73982 w 2543175"/>
              <a:gd name="connsiteY96" fmla="*/ 997744 h 1890712"/>
              <a:gd name="connsiteX97" fmla="*/ 1435894 w 2543175"/>
              <a:gd name="connsiteY97" fmla="*/ 1054894 h 1890712"/>
              <a:gd name="connsiteX98" fmla="*/ 1471613 w 2543175"/>
              <a:gd name="connsiteY98" fmla="*/ 1059656 h 1890712"/>
              <a:gd name="connsiteX99" fmla="*/ 1495425 w 2543175"/>
              <a:gd name="connsiteY99" fmla="*/ 1088231 h 1890712"/>
              <a:gd name="connsiteX100" fmla="*/ 1547812 w 2543175"/>
              <a:gd name="connsiteY100" fmla="*/ 1133475 h 1890712"/>
              <a:gd name="connsiteX101" fmla="*/ 1597819 w 2543175"/>
              <a:gd name="connsiteY101" fmla="*/ 1154906 h 1890712"/>
              <a:gd name="connsiteX102" fmla="*/ 1604963 w 2543175"/>
              <a:gd name="connsiteY102" fmla="*/ 1162050 h 1890712"/>
              <a:gd name="connsiteX103" fmla="*/ 1612107 w 2543175"/>
              <a:gd name="connsiteY103" fmla="*/ 1166812 h 1890712"/>
              <a:gd name="connsiteX104" fmla="*/ 1628775 w 2543175"/>
              <a:gd name="connsiteY104" fmla="*/ 1183481 h 1890712"/>
              <a:gd name="connsiteX105" fmla="*/ 1662113 w 2543175"/>
              <a:gd name="connsiteY105" fmla="*/ 1209675 h 1890712"/>
              <a:gd name="connsiteX106" fmla="*/ 1678782 w 2543175"/>
              <a:gd name="connsiteY106" fmla="*/ 1226344 h 1890712"/>
              <a:gd name="connsiteX107" fmla="*/ 1700213 w 2543175"/>
              <a:gd name="connsiteY107" fmla="*/ 1247775 h 1890712"/>
              <a:gd name="connsiteX108" fmla="*/ 1712119 w 2543175"/>
              <a:gd name="connsiteY108" fmla="*/ 1259681 h 1890712"/>
              <a:gd name="connsiteX109" fmla="*/ 1733550 w 2543175"/>
              <a:gd name="connsiteY109" fmla="*/ 1273969 h 1890712"/>
              <a:gd name="connsiteX110" fmla="*/ 1743075 w 2543175"/>
              <a:gd name="connsiteY110" fmla="*/ 1283494 h 1890712"/>
              <a:gd name="connsiteX111" fmla="*/ 1754982 w 2543175"/>
              <a:gd name="connsiteY111" fmla="*/ 1290637 h 1890712"/>
              <a:gd name="connsiteX112" fmla="*/ 1766888 w 2543175"/>
              <a:gd name="connsiteY112" fmla="*/ 1300162 h 1890712"/>
              <a:gd name="connsiteX113" fmla="*/ 1783557 w 2543175"/>
              <a:gd name="connsiteY113" fmla="*/ 1307306 h 1890712"/>
              <a:gd name="connsiteX114" fmla="*/ 1790700 w 2543175"/>
              <a:gd name="connsiteY114" fmla="*/ 1312069 h 1890712"/>
              <a:gd name="connsiteX115" fmla="*/ 1800225 w 2543175"/>
              <a:gd name="connsiteY115" fmla="*/ 1319212 h 1890712"/>
              <a:gd name="connsiteX116" fmla="*/ 1807369 w 2543175"/>
              <a:gd name="connsiteY116" fmla="*/ 1321594 h 1890712"/>
              <a:gd name="connsiteX117" fmla="*/ 1824038 w 2543175"/>
              <a:gd name="connsiteY117" fmla="*/ 1333500 h 1890712"/>
              <a:gd name="connsiteX118" fmla="*/ 1843088 w 2543175"/>
              <a:gd name="connsiteY118" fmla="*/ 1352550 h 1890712"/>
              <a:gd name="connsiteX119" fmla="*/ 1852613 w 2543175"/>
              <a:gd name="connsiteY119" fmla="*/ 1359694 h 1890712"/>
              <a:gd name="connsiteX120" fmla="*/ 1859757 w 2543175"/>
              <a:gd name="connsiteY120" fmla="*/ 1366837 h 1890712"/>
              <a:gd name="connsiteX121" fmla="*/ 1869282 w 2543175"/>
              <a:gd name="connsiteY121" fmla="*/ 1371600 h 1890712"/>
              <a:gd name="connsiteX122" fmla="*/ 1883569 w 2543175"/>
              <a:gd name="connsiteY122" fmla="*/ 1388269 h 1890712"/>
              <a:gd name="connsiteX123" fmla="*/ 1893094 w 2543175"/>
              <a:gd name="connsiteY123" fmla="*/ 1395412 h 1890712"/>
              <a:gd name="connsiteX124" fmla="*/ 1902619 w 2543175"/>
              <a:gd name="connsiteY124" fmla="*/ 1404937 h 1890712"/>
              <a:gd name="connsiteX125" fmla="*/ 1912144 w 2543175"/>
              <a:gd name="connsiteY125" fmla="*/ 1409700 h 1890712"/>
              <a:gd name="connsiteX126" fmla="*/ 1931194 w 2543175"/>
              <a:gd name="connsiteY126" fmla="*/ 1421606 h 1890712"/>
              <a:gd name="connsiteX127" fmla="*/ 1935957 w 2543175"/>
              <a:gd name="connsiteY127" fmla="*/ 1428750 h 1890712"/>
              <a:gd name="connsiteX128" fmla="*/ 1952625 w 2543175"/>
              <a:gd name="connsiteY128" fmla="*/ 1438275 h 1890712"/>
              <a:gd name="connsiteX129" fmla="*/ 1971675 w 2543175"/>
              <a:gd name="connsiteY129" fmla="*/ 1450181 h 1890712"/>
              <a:gd name="connsiteX130" fmla="*/ 1981200 w 2543175"/>
              <a:gd name="connsiteY130" fmla="*/ 1454944 h 1890712"/>
              <a:gd name="connsiteX131" fmla="*/ 1997869 w 2543175"/>
              <a:gd name="connsiteY131" fmla="*/ 1471612 h 1890712"/>
              <a:gd name="connsiteX132" fmla="*/ 2007394 w 2543175"/>
              <a:gd name="connsiteY132" fmla="*/ 1478756 h 1890712"/>
              <a:gd name="connsiteX133" fmla="*/ 2016919 w 2543175"/>
              <a:gd name="connsiteY133" fmla="*/ 1483519 h 1890712"/>
              <a:gd name="connsiteX134" fmla="*/ 2024063 w 2543175"/>
              <a:gd name="connsiteY134" fmla="*/ 1490662 h 1890712"/>
              <a:gd name="connsiteX135" fmla="*/ 2033588 w 2543175"/>
              <a:gd name="connsiteY135" fmla="*/ 1495425 h 1890712"/>
              <a:gd name="connsiteX136" fmla="*/ 2040732 w 2543175"/>
              <a:gd name="connsiteY136" fmla="*/ 1502569 h 1890712"/>
              <a:gd name="connsiteX137" fmla="*/ 2047875 w 2543175"/>
              <a:gd name="connsiteY137" fmla="*/ 1507331 h 1890712"/>
              <a:gd name="connsiteX138" fmla="*/ 2057400 w 2543175"/>
              <a:gd name="connsiteY138" fmla="*/ 1514475 h 1890712"/>
              <a:gd name="connsiteX139" fmla="*/ 2064544 w 2543175"/>
              <a:gd name="connsiteY139" fmla="*/ 1519237 h 1890712"/>
              <a:gd name="connsiteX140" fmla="*/ 2071688 w 2543175"/>
              <a:gd name="connsiteY140" fmla="*/ 1526381 h 1890712"/>
              <a:gd name="connsiteX141" fmla="*/ 2081213 w 2543175"/>
              <a:gd name="connsiteY141" fmla="*/ 1531144 h 1890712"/>
              <a:gd name="connsiteX142" fmla="*/ 2090738 w 2543175"/>
              <a:gd name="connsiteY142" fmla="*/ 1538287 h 1890712"/>
              <a:gd name="connsiteX143" fmla="*/ 2109788 w 2543175"/>
              <a:gd name="connsiteY143" fmla="*/ 1547812 h 1890712"/>
              <a:gd name="connsiteX144" fmla="*/ 2131219 w 2543175"/>
              <a:gd name="connsiteY144" fmla="*/ 1562100 h 1890712"/>
              <a:gd name="connsiteX145" fmla="*/ 2140744 w 2543175"/>
              <a:gd name="connsiteY145" fmla="*/ 1566862 h 1890712"/>
              <a:gd name="connsiteX146" fmla="*/ 2152650 w 2543175"/>
              <a:gd name="connsiteY146" fmla="*/ 1576387 h 1890712"/>
              <a:gd name="connsiteX147" fmla="*/ 2181225 w 2543175"/>
              <a:gd name="connsiteY147" fmla="*/ 1590675 h 1890712"/>
              <a:gd name="connsiteX148" fmla="*/ 2200275 w 2543175"/>
              <a:gd name="connsiteY148" fmla="*/ 1607344 h 1890712"/>
              <a:gd name="connsiteX149" fmla="*/ 2207419 w 2543175"/>
              <a:gd name="connsiteY149" fmla="*/ 1612106 h 1890712"/>
              <a:gd name="connsiteX150" fmla="*/ 2216944 w 2543175"/>
              <a:gd name="connsiteY150" fmla="*/ 1619250 h 1890712"/>
              <a:gd name="connsiteX151" fmla="*/ 2224088 w 2543175"/>
              <a:gd name="connsiteY151" fmla="*/ 1624012 h 1890712"/>
              <a:gd name="connsiteX152" fmla="*/ 2247900 w 2543175"/>
              <a:gd name="connsiteY152" fmla="*/ 1643062 h 1890712"/>
              <a:gd name="connsiteX153" fmla="*/ 2255044 w 2543175"/>
              <a:gd name="connsiteY153" fmla="*/ 1650206 h 1890712"/>
              <a:gd name="connsiteX154" fmla="*/ 2281238 w 2543175"/>
              <a:gd name="connsiteY154" fmla="*/ 1664494 h 1890712"/>
              <a:gd name="connsiteX155" fmla="*/ 2297907 w 2543175"/>
              <a:gd name="connsiteY155" fmla="*/ 1674019 h 1890712"/>
              <a:gd name="connsiteX156" fmla="*/ 2312194 w 2543175"/>
              <a:gd name="connsiteY156" fmla="*/ 1685925 h 1890712"/>
              <a:gd name="connsiteX157" fmla="*/ 2328863 w 2543175"/>
              <a:gd name="connsiteY157" fmla="*/ 1697831 h 1890712"/>
              <a:gd name="connsiteX158" fmla="*/ 2350294 w 2543175"/>
              <a:gd name="connsiteY158" fmla="*/ 1712119 h 1890712"/>
              <a:gd name="connsiteX159" fmla="*/ 2369344 w 2543175"/>
              <a:gd name="connsiteY159" fmla="*/ 1724025 h 1890712"/>
              <a:gd name="connsiteX160" fmla="*/ 2428876 w 2543175"/>
              <a:gd name="connsiteY160" fmla="*/ 1785938 h 1890712"/>
              <a:gd name="connsiteX161" fmla="*/ 2466975 w 2543175"/>
              <a:gd name="connsiteY161" fmla="*/ 1783556 h 1890712"/>
              <a:gd name="connsiteX162" fmla="*/ 2481263 w 2543175"/>
              <a:gd name="connsiteY162" fmla="*/ 1795462 h 1890712"/>
              <a:gd name="connsiteX163" fmla="*/ 2486025 w 2543175"/>
              <a:gd name="connsiteY163" fmla="*/ 1802606 h 1890712"/>
              <a:gd name="connsiteX164" fmla="*/ 2514600 w 2543175"/>
              <a:gd name="connsiteY164" fmla="*/ 1850231 h 1890712"/>
              <a:gd name="connsiteX165" fmla="*/ 2519363 w 2543175"/>
              <a:gd name="connsiteY165" fmla="*/ 1857375 h 1890712"/>
              <a:gd name="connsiteX166" fmla="*/ 2540794 w 2543175"/>
              <a:gd name="connsiteY166" fmla="*/ 1883569 h 1890712"/>
              <a:gd name="connsiteX167" fmla="*/ 2543175 w 2543175"/>
              <a:gd name="connsiteY167"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71613 w 2543175"/>
              <a:gd name="connsiteY98" fmla="*/ 1059656 h 1890712"/>
              <a:gd name="connsiteX99" fmla="*/ 1495425 w 2543175"/>
              <a:gd name="connsiteY99" fmla="*/ 1088231 h 1890712"/>
              <a:gd name="connsiteX100" fmla="*/ 1547812 w 2543175"/>
              <a:gd name="connsiteY100" fmla="*/ 1133475 h 1890712"/>
              <a:gd name="connsiteX101" fmla="*/ 1597819 w 2543175"/>
              <a:gd name="connsiteY101" fmla="*/ 1154906 h 1890712"/>
              <a:gd name="connsiteX102" fmla="*/ 1604963 w 2543175"/>
              <a:gd name="connsiteY102" fmla="*/ 1162050 h 1890712"/>
              <a:gd name="connsiteX103" fmla="*/ 1612107 w 2543175"/>
              <a:gd name="connsiteY103" fmla="*/ 1166812 h 1890712"/>
              <a:gd name="connsiteX104" fmla="*/ 1628775 w 2543175"/>
              <a:gd name="connsiteY104" fmla="*/ 1183481 h 1890712"/>
              <a:gd name="connsiteX105" fmla="*/ 1662113 w 2543175"/>
              <a:gd name="connsiteY105" fmla="*/ 1209675 h 1890712"/>
              <a:gd name="connsiteX106" fmla="*/ 1678782 w 2543175"/>
              <a:gd name="connsiteY106" fmla="*/ 1226344 h 1890712"/>
              <a:gd name="connsiteX107" fmla="*/ 1700213 w 2543175"/>
              <a:gd name="connsiteY107" fmla="*/ 1247775 h 1890712"/>
              <a:gd name="connsiteX108" fmla="*/ 1712119 w 2543175"/>
              <a:gd name="connsiteY108" fmla="*/ 1259681 h 1890712"/>
              <a:gd name="connsiteX109" fmla="*/ 1733550 w 2543175"/>
              <a:gd name="connsiteY109" fmla="*/ 1273969 h 1890712"/>
              <a:gd name="connsiteX110" fmla="*/ 1743075 w 2543175"/>
              <a:gd name="connsiteY110" fmla="*/ 1283494 h 1890712"/>
              <a:gd name="connsiteX111" fmla="*/ 1754982 w 2543175"/>
              <a:gd name="connsiteY111" fmla="*/ 1290637 h 1890712"/>
              <a:gd name="connsiteX112" fmla="*/ 1766888 w 2543175"/>
              <a:gd name="connsiteY112" fmla="*/ 1300162 h 1890712"/>
              <a:gd name="connsiteX113" fmla="*/ 1783557 w 2543175"/>
              <a:gd name="connsiteY113" fmla="*/ 1307306 h 1890712"/>
              <a:gd name="connsiteX114" fmla="*/ 1790700 w 2543175"/>
              <a:gd name="connsiteY114" fmla="*/ 1312069 h 1890712"/>
              <a:gd name="connsiteX115" fmla="*/ 1800225 w 2543175"/>
              <a:gd name="connsiteY115" fmla="*/ 1319212 h 1890712"/>
              <a:gd name="connsiteX116" fmla="*/ 1807369 w 2543175"/>
              <a:gd name="connsiteY116" fmla="*/ 1321594 h 1890712"/>
              <a:gd name="connsiteX117" fmla="*/ 1824038 w 2543175"/>
              <a:gd name="connsiteY117" fmla="*/ 1333500 h 1890712"/>
              <a:gd name="connsiteX118" fmla="*/ 1843088 w 2543175"/>
              <a:gd name="connsiteY118" fmla="*/ 1352550 h 1890712"/>
              <a:gd name="connsiteX119" fmla="*/ 1852613 w 2543175"/>
              <a:gd name="connsiteY119" fmla="*/ 1359694 h 1890712"/>
              <a:gd name="connsiteX120" fmla="*/ 1859757 w 2543175"/>
              <a:gd name="connsiteY120" fmla="*/ 1366837 h 1890712"/>
              <a:gd name="connsiteX121" fmla="*/ 1869282 w 2543175"/>
              <a:gd name="connsiteY121" fmla="*/ 1371600 h 1890712"/>
              <a:gd name="connsiteX122" fmla="*/ 1883569 w 2543175"/>
              <a:gd name="connsiteY122" fmla="*/ 1388269 h 1890712"/>
              <a:gd name="connsiteX123" fmla="*/ 1893094 w 2543175"/>
              <a:gd name="connsiteY123" fmla="*/ 1395412 h 1890712"/>
              <a:gd name="connsiteX124" fmla="*/ 1902619 w 2543175"/>
              <a:gd name="connsiteY124" fmla="*/ 1404937 h 1890712"/>
              <a:gd name="connsiteX125" fmla="*/ 1912144 w 2543175"/>
              <a:gd name="connsiteY125" fmla="*/ 1409700 h 1890712"/>
              <a:gd name="connsiteX126" fmla="*/ 1931194 w 2543175"/>
              <a:gd name="connsiteY126" fmla="*/ 1421606 h 1890712"/>
              <a:gd name="connsiteX127" fmla="*/ 1935957 w 2543175"/>
              <a:gd name="connsiteY127" fmla="*/ 1428750 h 1890712"/>
              <a:gd name="connsiteX128" fmla="*/ 1952625 w 2543175"/>
              <a:gd name="connsiteY128" fmla="*/ 1438275 h 1890712"/>
              <a:gd name="connsiteX129" fmla="*/ 1971675 w 2543175"/>
              <a:gd name="connsiteY129" fmla="*/ 1450181 h 1890712"/>
              <a:gd name="connsiteX130" fmla="*/ 1981200 w 2543175"/>
              <a:gd name="connsiteY130" fmla="*/ 1454944 h 1890712"/>
              <a:gd name="connsiteX131" fmla="*/ 1997869 w 2543175"/>
              <a:gd name="connsiteY131" fmla="*/ 1471612 h 1890712"/>
              <a:gd name="connsiteX132" fmla="*/ 2007394 w 2543175"/>
              <a:gd name="connsiteY132" fmla="*/ 1478756 h 1890712"/>
              <a:gd name="connsiteX133" fmla="*/ 2016919 w 2543175"/>
              <a:gd name="connsiteY133" fmla="*/ 1483519 h 1890712"/>
              <a:gd name="connsiteX134" fmla="*/ 2024063 w 2543175"/>
              <a:gd name="connsiteY134" fmla="*/ 1490662 h 1890712"/>
              <a:gd name="connsiteX135" fmla="*/ 2033588 w 2543175"/>
              <a:gd name="connsiteY135" fmla="*/ 1495425 h 1890712"/>
              <a:gd name="connsiteX136" fmla="*/ 2040732 w 2543175"/>
              <a:gd name="connsiteY136" fmla="*/ 1502569 h 1890712"/>
              <a:gd name="connsiteX137" fmla="*/ 2047875 w 2543175"/>
              <a:gd name="connsiteY137" fmla="*/ 1507331 h 1890712"/>
              <a:gd name="connsiteX138" fmla="*/ 2057400 w 2543175"/>
              <a:gd name="connsiteY138" fmla="*/ 1514475 h 1890712"/>
              <a:gd name="connsiteX139" fmla="*/ 2064544 w 2543175"/>
              <a:gd name="connsiteY139" fmla="*/ 1519237 h 1890712"/>
              <a:gd name="connsiteX140" fmla="*/ 2071688 w 2543175"/>
              <a:gd name="connsiteY140" fmla="*/ 1526381 h 1890712"/>
              <a:gd name="connsiteX141" fmla="*/ 2081213 w 2543175"/>
              <a:gd name="connsiteY141" fmla="*/ 1531144 h 1890712"/>
              <a:gd name="connsiteX142" fmla="*/ 2090738 w 2543175"/>
              <a:gd name="connsiteY142" fmla="*/ 1538287 h 1890712"/>
              <a:gd name="connsiteX143" fmla="*/ 2109788 w 2543175"/>
              <a:gd name="connsiteY143" fmla="*/ 1547812 h 1890712"/>
              <a:gd name="connsiteX144" fmla="*/ 2131219 w 2543175"/>
              <a:gd name="connsiteY144" fmla="*/ 1562100 h 1890712"/>
              <a:gd name="connsiteX145" fmla="*/ 2140744 w 2543175"/>
              <a:gd name="connsiteY145" fmla="*/ 1566862 h 1890712"/>
              <a:gd name="connsiteX146" fmla="*/ 2152650 w 2543175"/>
              <a:gd name="connsiteY146" fmla="*/ 1576387 h 1890712"/>
              <a:gd name="connsiteX147" fmla="*/ 2181225 w 2543175"/>
              <a:gd name="connsiteY147" fmla="*/ 1590675 h 1890712"/>
              <a:gd name="connsiteX148" fmla="*/ 2200275 w 2543175"/>
              <a:gd name="connsiteY148" fmla="*/ 1607344 h 1890712"/>
              <a:gd name="connsiteX149" fmla="*/ 2207419 w 2543175"/>
              <a:gd name="connsiteY149" fmla="*/ 1612106 h 1890712"/>
              <a:gd name="connsiteX150" fmla="*/ 2216944 w 2543175"/>
              <a:gd name="connsiteY150" fmla="*/ 1619250 h 1890712"/>
              <a:gd name="connsiteX151" fmla="*/ 2224088 w 2543175"/>
              <a:gd name="connsiteY151" fmla="*/ 1624012 h 1890712"/>
              <a:gd name="connsiteX152" fmla="*/ 2247900 w 2543175"/>
              <a:gd name="connsiteY152" fmla="*/ 1643062 h 1890712"/>
              <a:gd name="connsiteX153" fmla="*/ 2255044 w 2543175"/>
              <a:gd name="connsiteY153" fmla="*/ 1650206 h 1890712"/>
              <a:gd name="connsiteX154" fmla="*/ 2281238 w 2543175"/>
              <a:gd name="connsiteY154" fmla="*/ 1664494 h 1890712"/>
              <a:gd name="connsiteX155" fmla="*/ 2297907 w 2543175"/>
              <a:gd name="connsiteY155" fmla="*/ 1674019 h 1890712"/>
              <a:gd name="connsiteX156" fmla="*/ 2312194 w 2543175"/>
              <a:gd name="connsiteY156" fmla="*/ 1685925 h 1890712"/>
              <a:gd name="connsiteX157" fmla="*/ 2328863 w 2543175"/>
              <a:gd name="connsiteY157" fmla="*/ 1697831 h 1890712"/>
              <a:gd name="connsiteX158" fmla="*/ 2350294 w 2543175"/>
              <a:gd name="connsiteY158" fmla="*/ 1712119 h 1890712"/>
              <a:gd name="connsiteX159" fmla="*/ 2369344 w 2543175"/>
              <a:gd name="connsiteY159" fmla="*/ 1724025 h 1890712"/>
              <a:gd name="connsiteX160" fmla="*/ 2428876 w 2543175"/>
              <a:gd name="connsiteY160" fmla="*/ 1785938 h 1890712"/>
              <a:gd name="connsiteX161" fmla="*/ 2466975 w 2543175"/>
              <a:gd name="connsiteY161" fmla="*/ 1783556 h 1890712"/>
              <a:gd name="connsiteX162" fmla="*/ 2481263 w 2543175"/>
              <a:gd name="connsiteY162" fmla="*/ 1795462 h 1890712"/>
              <a:gd name="connsiteX163" fmla="*/ 2486025 w 2543175"/>
              <a:gd name="connsiteY163" fmla="*/ 1802606 h 1890712"/>
              <a:gd name="connsiteX164" fmla="*/ 2514600 w 2543175"/>
              <a:gd name="connsiteY164" fmla="*/ 1850231 h 1890712"/>
              <a:gd name="connsiteX165" fmla="*/ 2519363 w 2543175"/>
              <a:gd name="connsiteY165" fmla="*/ 1857375 h 1890712"/>
              <a:gd name="connsiteX166" fmla="*/ 2540794 w 2543175"/>
              <a:gd name="connsiteY166" fmla="*/ 1883569 h 1890712"/>
              <a:gd name="connsiteX167" fmla="*/ 2543175 w 2543175"/>
              <a:gd name="connsiteY167"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5425 w 2543175"/>
              <a:gd name="connsiteY98" fmla="*/ 1088231 h 1890712"/>
              <a:gd name="connsiteX99" fmla="*/ 1547812 w 2543175"/>
              <a:gd name="connsiteY99" fmla="*/ 1133475 h 1890712"/>
              <a:gd name="connsiteX100" fmla="*/ 1597819 w 2543175"/>
              <a:gd name="connsiteY100" fmla="*/ 1154906 h 1890712"/>
              <a:gd name="connsiteX101" fmla="*/ 1604963 w 2543175"/>
              <a:gd name="connsiteY101" fmla="*/ 1162050 h 1890712"/>
              <a:gd name="connsiteX102" fmla="*/ 1612107 w 2543175"/>
              <a:gd name="connsiteY102" fmla="*/ 1166812 h 1890712"/>
              <a:gd name="connsiteX103" fmla="*/ 1628775 w 2543175"/>
              <a:gd name="connsiteY103" fmla="*/ 1183481 h 1890712"/>
              <a:gd name="connsiteX104" fmla="*/ 1662113 w 2543175"/>
              <a:gd name="connsiteY104" fmla="*/ 1209675 h 1890712"/>
              <a:gd name="connsiteX105" fmla="*/ 1678782 w 2543175"/>
              <a:gd name="connsiteY105" fmla="*/ 1226344 h 1890712"/>
              <a:gd name="connsiteX106" fmla="*/ 1700213 w 2543175"/>
              <a:gd name="connsiteY106" fmla="*/ 1247775 h 1890712"/>
              <a:gd name="connsiteX107" fmla="*/ 1712119 w 2543175"/>
              <a:gd name="connsiteY107" fmla="*/ 1259681 h 1890712"/>
              <a:gd name="connsiteX108" fmla="*/ 1733550 w 2543175"/>
              <a:gd name="connsiteY108" fmla="*/ 1273969 h 1890712"/>
              <a:gd name="connsiteX109" fmla="*/ 1743075 w 2543175"/>
              <a:gd name="connsiteY109" fmla="*/ 1283494 h 1890712"/>
              <a:gd name="connsiteX110" fmla="*/ 1754982 w 2543175"/>
              <a:gd name="connsiteY110" fmla="*/ 1290637 h 1890712"/>
              <a:gd name="connsiteX111" fmla="*/ 1766888 w 2543175"/>
              <a:gd name="connsiteY111" fmla="*/ 1300162 h 1890712"/>
              <a:gd name="connsiteX112" fmla="*/ 1783557 w 2543175"/>
              <a:gd name="connsiteY112" fmla="*/ 1307306 h 1890712"/>
              <a:gd name="connsiteX113" fmla="*/ 1790700 w 2543175"/>
              <a:gd name="connsiteY113" fmla="*/ 1312069 h 1890712"/>
              <a:gd name="connsiteX114" fmla="*/ 1800225 w 2543175"/>
              <a:gd name="connsiteY114" fmla="*/ 1319212 h 1890712"/>
              <a:gd name="connsiteX115" fmla="*/ 1807369 w 2543175"/>
              <a:gd name="connsiteY115" fmla="*/ 1321594 h 1890712"/>
              <a:gd name="connsiteX116" fmla="*/ 1824038 w 2543175"/>
              <a:gd name="connsiteY116" fmla="*/ 1333500 h 1890712"/>
              <a:gd name="connsiteX117" fmla="*/ 1843088 w 2543175"/>
              <a:gd name="connsiteY117" fmla="*/ 1352550 h 1890712"/>
              <a:gd name="connsiteX118" fmla="*/ 1852613 w 2543175"/>
              <a:gd name="connsiteY118" fmla="*/ 1359694 h 1890712"/>
              <a:gd name="connsiteX119" fmla="*/ 1859757 w 2543175"/>
              <a:gd name="connsiteY119" fmla="*/ 1366837 h 1890712"/>
              <a:gd name="connsiteX120" fmla="*/ 1869282 w 2543175"/>
              <a:gd name="connsiteY120" fmla="*/ 1371600 h 1890712"/>
              <a:gd name="connsiteX121" fmla="*/ 1883569 w 2543175"/>
              <a:gd name="connsiteY121" fmla="*/ 1388269 h 1890712"/>
              <a:gd name="connsiteX122" fmla="*/ 1893094 w 2543175"/>
              <a:gd name="connsiteY122" fmla="*/ 1395412 h 1890712"/>
              <a:gd name="connsiteX123" fmla="*/ 1902619 w 2543175"/>
              <a:gd name="connsiteY123" fmla="*/ 1404937 h 1890712"/>
              <a:gd name="connsiteX124" fmla="*/ 1912144 w 2543175"/>
              <a:gd name="connsiteY124" fmla="*/ 1409700 h 1890712"/>
              <a:gd name="connsiteX125" fmla="*/ 1931194 w 2543175"/>
              <a:gd name="connsiteY125" fmla="*/ 1421606 h 1890712"/>
              <a:gd name="connsiteX126" fmla="*/ 1935957 w 2543175"/>
              <a:gd name="connsiteY126" fmla="*/ 1428750 h 1890712"/>
              <a:gd name="connsiteX127" fmla="*/ 1952625 w 2543175"/>
              <a:gd name="connsiteY127" fmla="*/ 1438275 h 1890712"/>
              <a:gd name="connsiteX128" fmla="*/ 1971675 w 2543175"/>
              <a:gd name="connsiteY128" fmla="*/ 1450181 h 1890712"/>
              <a:gd name="connsiteX129" fmla="*/ 1981200 w 2543175"/>
              <a:gd name="connsiteY129" fmla="*/ 1454944 h 1890712"/>
              <a:gd name="connsiteX130" fmla="*/ 1997869 w 2543175"/>
              <a:gd name="connsiteY130" fmla="*/ 1471612 h 1890712"/>
              <a:gd name="connsiteX131" fmla="*/ 2007394 w 2543175"/>
              <a:gd name="connsiteY131" fmla="*/ 1478756 h 1890712"/>
              <a:gd name="connsiteX132" fmla="*/ 2016919 w 2543175"/>
              <a:gd name="connsiteY132" fmla="*/ 1483519 h 1890712"/>
              <a:gd name="connsiteX133" fmla="*/ 2024063 w 2543175"/>
              <a:gd name="connsiteY133" fmla="*/ 1490662 h 1890712"/>
              <a:gd name="connsiteX134" fmla="*/ 2033588 w 2543175"/>
              <a:gd name="connsiteY134" fmla="*/ 1495425 h 1890712"/>
              <a:gd name="connsiteX135" fmla="*/ 2040732 w 2543175"/>
              <a:gd name="connsiteY135" fmla="*/ 1502569 h 1890712"/>
              <a:gd name="connsiteX136" fmla="*/ 2047875 w 2543175"/>
              <a:gd name="connsiteY136" fmla="*/ 1507331 h 1890712"/>
              <a:gd name="connsiteX137" fmla="*/ 2057400 w 2543175"/>
              <a:gd name="connsiteY137" fmla="*/ 1514475 h 1890712"/>
              <a:gd name="connsiteX138" fmla="*/ 2064544 w 2543175"/>
              <a:gd name="connsiteY138" fmla="*/ 1519237 h 1890712"/>
              <a:gd name="connsiteX139" fmla="*/ 2071688 w 2543175"/>
              <a:gd name="connsiteY139" fmla="*/ 1526381 h 1890712"/>
              <a:gd name="connsiteX140" fmla="*/ 2081213 w 2543175"/>
              <a:gd name="connsiteY140" fmla="*/ 1531144 h 1890712"/>
              <a:gd name="connsiteX141" fmla="*/ 2090738 w 2543175"/>
              <a:gd name="connsiteY141" fmla="*/ 1538287 h 1890712"/>
              <a:gd name="connsiteX142" fmla="*/ 2109788 w 2543175"/>
              <a:gd name="connsiteY142" fmla="*/ 1547812 h 1890712"/>
              <a:gd name="connsiteX143" fmla="*/ 2131219 w 2543175"/>
              <a:gd name="connsiteY143" fmla="*/ 1562100 h 1890712"/>
              <a:gd name="connsiteX144" fmla="*/ 2140744 w 2543175"/>
              <a:gd name="connsiteY144" fmla="*/ 1566862 h 1890712"/>
              <a:gd name="connsiteX145" fmla="*/ 2152650 w 2543175"/>
              <a:gd name="connsiteY145" fmla="*/ 1576387 h 1890712"/>
              <a:gd name="connsiteX146" fmla="*/ 2181225 w 2543175"/>
              <a:gd name="connsiteY146" fmla="*/ 1590675 h 1890712"/>
              <a:gd name="connsiteX147" fmla="*/ 2200275 w 2543175"/>
              <a:gd name="connsiteY147" fmla="*/ 1607344 h 1890712"/>
              <a:gd name="connsiteX148" fmla="*/ 2207419 w 2543175"/>
              <a:gd name="connsiteY148" fmla="*/ 1612106 h 1890712"/>
              <a:gd name="connsiteX149" fmla="*/ 2216944 w 2543175"/>
              <a:gd name="connsiteY149" fmla="*/ 1619250 h 1890712"/>
              <a:gd name="connsiteX150" fmla="*/ 2224088 w 2543175"/>
              <a:gd name="connsiteY150" fmla="*/ 1624012 h 1890712"/>
              <a:gd name="connsiteX151" fmla="*/ 2247900 w 2543175"/>
              <a:gd name="connsiteY151" fmla="*/ 1643062 h 1890712"/>
              <a:gd name="connsiteX152" fmla="*/ 2255044 w 2543175"/>
              <a:gd name="connsiteY152" fmla="*/ 1650206 h 1890712"/>
              <a:gd name="connsiteX153" fmla="*/ 2281238 w 2543175"/>
              <a:gd name="connsiteY153" fmla="*/ 1664494 h 1890712"/>
              <a:gd name="connsiteX154" fmla="*/ 2297907 w 2543175"/>
              <a:gd name="connsiteY154" fmla="*/ 1674019 h 1890712"/>
              <a:gd name="connsiteX155" fmla="*/ 2312194 w 2543175"/>
              <a:gd name="connsiteY155" fmla="*/ 1685925 h 1890712"/>
              <a:gd name="connsiteX156" fmla="*/ 2328863 w 2543175"/>
              <a:gd name="connsiteY156" fmla="*/ 1697831 h 1890712"/>
              <a:gd name="connsiteX157" fmla="*/ 2350294 w 2543175"/>
              <a:gd name="connsiteY157" fmla="*/ 1712119 h 1890712"/>
              <a:gd name="connsiteX158" fmla="*/ 2369344 w 2543175"/>
              <a:gd name="connsiteY158" fmla="*/ 1724025 h 1890712"/>
              <a:gd name="connsiteX159" fmla="*/ 2428876 w 2543175"/>
              <a:gd name="connsiteY159" fmla="*/ 1785938 h 1890712"/>
              <a:gd name="connsiteX160" fmla="*/ 2466975 w 2543175"/>
              <a:gd name="connsiteY160" fmla="*/ 1783556 h 1890712"/>
              <a:gd name="connsiteX161" fmla="*/ 2481263 w 2543175"/>
              <a:gd name="connsiteY161" fmla="*/ 1795462 h 1890712"/>
              <a:gd name="connsiteX162" fmla="*/ 2486025 w 2543175"/>
              <a:gd name="connsiteY162" fmla="*/ 1802606 h 1890712"/>
              <a:gd name="connsiteX163" fmla="*/ 2514600 w 2543175"/>
              <a:gd name="connsiteY163" fmla="*/ 1850231 h 1890712"/>
              <a:gd name="connsiteX164" fmla="*/ 2519363 w 2543175"/>
              <a:gd name="connsiteY164" fmla="*/ 1857375 h 1890712"/>
              <a:gd name="connsiteX165" fmla="*/ 2540794 w 2543175"/>
              <a:gd name="connsiteY165" fmla="*/ 1883569 h 1890712"/>
              <a:gd name="connsiteX166" fmla="*/ 2543175 w 2543175"/>
              <a:gd name="connsiteY16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47812 w 2543175"/>
              <a:gd name="connsiteY99" fmla="*/ 1133475 h 1890712"/>
              <a:gd name="connsiteX100" fmla="*/ 1597819 w 2543175"/>
              <a:gd name="connsiteY100" fmla="*/ 1154906 h 1890712"/>
              <a:gd name="connsiteX101" fmla="*/ 1604963 w 2543175"/>
              <a:gd name="connsiteY101" fmla="*/ 1162050 h 1890712"/>
              <a:gd name="connsiteX102" fmla="*/ 1612107 w 2543175"/>
              <a:gd name="connsiteY102" fmla="*/ 1166812 h 1890712"/>
              <a:gd name="connsiteX103" fmla="*/ 1628775 w 2543175"/>
              <a:gd name="connsiteY103" fmla="*/ 1183481 h 1890712"/>
              <a:gd name="connsiteX104" fmla="*/ 1662113 w 2543175"/>
              <a:gd name="connsiteY104" fmla="*/ 1209675 h 1890712"/>
              <a:gd name="connsiteX105" fmla="*/ 1678782 w 2543175"/>
              <a:gd name="connsiteY105" fmla="*/ 1226344 h 1890712"/>
              <a:gd name="connsiteX106" fmla="*/ 1700213 w 2543175"/>
              <a:gd name="connsiteY106" fmla="*/ 1247775 h 1890712"/>
              <a:gd name="connsiteX107" fmla="*/ 1712119 w 2543175"/>
              <a:gd name="connsiteY107" fmla="*/ 1259681 h 1890712"/>
              <a:gd name="connsiteX108" fmla="*/ 1733550 w 2543175"/>
              <a:gd name="connsiteY108" fmla="*/ 1273969 h 1890712"/>
              <a:gd name="connsiteX109" fmla="*/ 1743075 w 2543175"/>
              <a:gd name="connsiteY109" fmla="*/ 1283494 h 1890712"/>
              <a:gd name="connsiteX110" fmla="*/ 1754982 w 2543175"/>
              <a:gd name="connsiteY110" fmla="*/ 1290637 h 1890712"/>
              <a:gd name="connsiteX111" fmla="*/ 1766888 w 2543175"/>
              <a:gd name="connsiteY111" fmla="*/ 1300162 h 1890712"/>
              <a:gd name="connsiteX112" fmla="*/ 1783557 w 2543175"/>
              <a:gd name="connsiteY112" fmla="*/ 1307306 h 1890712"/>
              <a:gd name="connsiteX113" fmla="*/ 1790700 w 2543175"/>
              <a:gd name="connsiteY113" fmla="*/ 1312069 h 1890712"/>
              <a:gd name="connsiteX114" fmla="*/ 1800225 w 2543175"/>
              <a:gd name="connsiteY114" fmla="*/ 1319212 h 1890712"/>
              <a:gd name="connsiteX115" fmla="*/ 1807369 w 2543175"/>
              <a:gd name="connsiteY115" fmla="*/ 1321594 h 1890712"/>
              <a:gd name="connsiteX116" fmla="*/ 1824038 w 2543175"/>
              <a:gd name="connsiteY116" fmla="*/ 1333500 h 1890712"/>
              <a:gd name="connsiteX117" fmla="*/ 1843088 w 2543175"/>
              <a:gd name="connsiteY117" fmla="*/ 1352550 h 1890712"/>
              <a:gd name="connsiteX118" fmla="*/ 1852613 w 2543175"/>
              <a:gd name="connsiteY118" fmla="*/ 1359694 h 1890712"/>
              <a:gd name="connsiteX119" fmla="*/ 1859757 w 2543175"/>
              <a:gd name="connsiteY119" fmla="*/ 1366837 h 1890712"/>
              <a:gd name="connsiteX120" fmla="*/ 1869282 w 2543175"/>
              <a:gd name="connsiteY120" fmla="*/ 1371600 h 1890712"/>
              <a:gd name="connsiteX121" fmla="*/ 1883569 w 2543175"/>
              <a:gd name="connsiteY121" fmla="*/ 1388269 h 1890712"/>
              <a:gd name="connsiteX122" fmla="*/ 1893094 w 2543175"/>
              <a:gd name="connsiteY122" fmla="*/ 1395412 h 1890712"/>
              <a:gd name="connsiteX123" fmla="*/ 1902619 w 2543175"/>
              <a:gd name="connsiteY123" fmla="*/ 1404937 h 1890712"/>
              <a:gd name="connsiteX124" fmla="*/ 1912144 w 2543175"/>
              <a:gd name="connsiteY124" fmla="*/ 1409700 h 1890712"/>
              <a:gd name="connsiteX125" fmla="*/ 1931194 w 2543175"/>
              <a:gd name="connsiteY125" fmla="*/ 1421606 h 1890712"/>
              <a:gd name="connsiteX126" fmla="*/ 1935957 w 2543175"/>
              <a:gd name="connsiteY126" fmla="*/ 1428750 h 1890712"/>
              <a:gd name="connsiteX127" fmla="*/ 1952625 w 2543175"/>
              <a:gd name="connsiteY127" fmla="*/ 1438275 h 1890712"/>
              <a:gd name="connsiteX128" fmla="*/ 1971675 w 2543175"/>
              <a:gd name="connsiteY128" fmla="*/ 1450181 h 1890712"/>
              <a:gd name="connsiteX129" fmla="*/ 1981200 w 2543175"/>
              <a:gd name="connsiteY129" fmla="*/ 1454944 h 1890712"/>
              <a:gd name="connsiteX130" fmla="*/ 1997869 w 2543175"/>
              <a:gd name="connsiteY130" fmla="*/ 1471612 h 1890712"/>
              <a:gd name="connsiteX131" fmla="*/ 2007394 w 2543175"/>
              <a:gd name="connsiteY131" fmla="*/ 1478756 h 1890712"/>
              <a:gd name="connsiteX132" fmla="*/ 2016919 w 2543175"/>
              <a:gd name="connsiteY132" fmla="*/ 1483519 h 1890712"/>
              <a:gd name="connsiteX133" fmla="*/ 2024063 w 2543175"/>
              <a:gd name="connsiteY133" fmla="*/ 1490662 h 1890712"/>
              <a:gd name="connsiteX134" fmla="*/ 2033588 w 2543175"/>
              <a:gd name="connsiteY134" fmla="*/ 1495425 h 1890712"/>
              <a:gd name="connsiteX135" fmla="*/ 2040732 w 2543175"/>
              <a:gd name="connsiteY135" fmla="*/ 1502569 h 1890712"/>
              <a:gd name="connsiteX136" fmla="*/ 2047875 w 2543175"/>
              <a:gd name="connsiteY136" fmla="*/ 1507331 h 1890712"/>
              <a:gd name="connsiteX137" fmla="*/ 2057400 w 2543175"/>
              <a:gd name="connsiteY137" fmla="*/ 1514475 h 1890712"/>
              <a:gd name="connsiteX138" fmla="*/ 2064544 w 2543175"/>
              <a:gd name="connsiteY138" fmla="*/ 1519237 h 1890712"/>
              <a:gd name="connsiteX139" fmla="*/ 2071688 w 2543175"/>
              <a:gd name="connsiteY139" fmla="*/ 1526381 h 1890712"/>
              <a:gd name="connsiteX140" fmla="*/ 2081213 w 2543175"/>
              <a:gd name="connsiteY140" fmla="*/ 1531144 h 1890712"/>
              <a:gd name="connsiteX141" fmla="*/ 2090738 w 2543175"/>
              <a:gd name="connsiteY141" fmla="*/ 1538287 h 1890712"/>
              <a:gd name="connsiteX142" fmla="*/ 2109788 w 2543175"/>
              <a:gd name="connsiteY142" fmla="*/ 1547812 h 1890712"/>
              <a:gd name="connsiteX143" fmla="*/ 2131219 w 2543175"/>
              <a:gd name="connsiteY143" fmla="*/ 1562100 h 1890712"/>
              <a:gd name="connsiteX144" fmla="*/ 2140744 w 2543175"/>
              <a:gd name="connsiteY144" fmla="*/ 1566862 h 1890712"/>
              <a:gd name="connsiteX145" fmla="*/ 2152650 w 2543175"/>
              <a:gd name="connsiteY145" fmla="*/ 1576387 h 1890712"/>
              <a:gd name="connsiteX146" fmla="*/ 2181225 w 2543175"/>
              <a:gd name="connsiteY146" fmla="*/ 1590675 h 1890712"/>
              <a:gd name="connsiteX147" fmla="*/ 2200275 w 2543175"/>
              <a:gd name="connsiteY147" fmla="*/ 1607344 h 1890712"/>
              <a:gd name="connsiteX148" fmla="*/ 2207419 w 2543175"/>
              <a:gd name="connsiteY148" fmla="*/ 1612106 h 1890712"/>
              <a:gd name="connsiteX149" fmla="*/ 2216944 w 2543175"/>
              <a:gd name="connsiteY149" fmla="*/ 1619250 h 1890712"/>
              <a:gd name="connsiteX150" fmla="*/ 2224088 w 2543175"/>
              <a:gd name="connsiteY150" fmla="*/ 1624012 h 1890712"/>
              <a:gd name="connsiteX151" fmla="*/ 2247900 w 2543175"/>
              <a:gd name="connsiteY151" fmla="*/ 1643062 h 1890712"/>
              <a:gd name="connsiteX152" fmla="*/ 2255044 w 2543175"/>
              <a:gd name="connsiteY152" fmla="*/ 1650206 h 1890712"/>
              <a:gd name="connsiteX153" fmla="*/ 2281238 w 2543175"/>
              <a:gd name="connsiteY153" fmla="*/ 1664494 h 1890712"/>
              <a:gd name="connsiteX154" fmla="*/ 2297907 w 2543175"/>
              <a:gd name="connsiteY154" fmla="*/ 1674019 h 1890712"/>
              <a:gd name="connsiteX155" fmla="*/ 2312194 w 2543175"/>
              <a:gd name="connsiteY155" fmla="*/ 1685925 h 1890712"/>
              <a:gd name="connsiteX156" fmla="*/ 2328863 w 2543175"/>
              <a:gd name="connsiteY156" fmla="*/ 1697831 h 1890712"/>
              <a:gd name="connsiteX157" fmla="*/ 2350294 w 2543175"/>
              <a:gd name="connsiteY157" fmla="*/ 1712119 h 1890712"/>
              <a:gd name="connsiteX158" fmla="*/ 2369344 w 2543175"/>
              <a:gd name="connsiteY158" fmla="*/ 1724025 h 1890712"/>
              <a:gd name="connsiteX159" fmla="*/ 2428876 w 2543175"/>
              <a:gd name="connsiteY159" fmla="*/ 1785938 h 1890712"/>
              <a:gd name="connsiteX160" fmla="*/ 2466975 w 2543175"/>
              <a:gd name="connsiteY160" fmla="*/ 1783556 h 1890712"/>
              <a:gd name="connsiteX161" fmla="*/ 2481263 w 2543175"/>
              <a:gd name="connsiteY161" fmla="*/ 1795462 h 1890712"/>
              <a:gd name="connsiteX162" fmla="*/ 2486025 w 2543175"/>
              <a:gd name="connsiteY162" fmla="*/ 1802606 h 1890712"/>
              <a:gd name="connsiteX163" fmla="*/ 2514600 w 2543175"/>
              <a:gd name="connsiteY163" fmla="*/ 1850231 h 1890712"/>
              <a:gd name="connsiteX164" fmla="*/ 2519363 w 2543175"/>
              <a:gd name="connsiteY164" fmla="*/ 1857375 h 1890712"/>
              <a:gd name="connsiteX165" fmla="*/ 2540794 w 2543175"/>
              <a:gd name="connsiteY165" fmla="*/ 1883569 h 1890712"/>
              <a:gd name="connsiteX166" fmla="*/ 2543175 w 2543175"/>
              <a:gd name="connsiteY16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7819 w 2543175"/>
              <a:gd name="connsiteY100" fmla="*/ 1154906 h 1890712"/>
              <a:gd name="connsiteX101" fmla="*/ 1604963 w 2543175"/>
              <a:gd name="connsiteY101" fmla="*/ 1162050 h 1890712"/>
              <a:gd name="connsiteX102" fmla="*/ 1612107 w 2543175"/>
              <a:gd name="connsiteY102" fmla="*/ 1166812 h 1890712"/>
              <a:gd name="connsiteX103" fmla="*/ 1628775 w 2543175"/>
              <a:gd name="connsiteY103" fmla="*/ 1183481 h 1890712"/>
              <a:gd name="connsiteX104" fmla="*/ 1662113 w 2543175"/>
              <a:gd name="connsiteY104" fmla="*/ 1209675 h 1890712"/>
              <a:gd name="connsiteX105" fmla="*/ 1678782 w 2543175"/>
              <a:gd name="connsiteY105" fmla="*/ 1226344 h 1890712"/>
              <a:gd name="connsiteX106" fmla="*/ 1700213 w 2543175"/>
              <a:gd name="connsiteY106" fmla="*/ 1247775 h 1890712"/>
              <a:gd name="connsiteX107" fmla="*/ 1712119 w 2543175"/>
              <a:gd name="connsiteY107" fmla="*/ 1259681 h 1890712"/>
              <a:gd name="connsiteX108" fmla="*/ 1733550 w 2543175"/>
              <a:gd name="connsiteY108" fmla="*/ 1273969 h 1890712"/>
              <a:gd name="connsiteX109" fmla="*/ 1743075 w 2543175"/>
              <a:gd name="connsiteY109" fmla="*/ 1283494 h 1890712"/>
              <a:gd name="connsiteX110" fmla="*/ 1754982 w 2543175"/>
              <a:gd name="connsiteY110" fmla="*/ 1290637 h 1890712"/>
              <a:gd name="connsiteX111" fmla="*/ 1766888 w 2543175"/>
              <a:gd name="connsiteY111" fmla="*/ 1300162 h 1890712"/>
              <a:gd name="connsiteX112" fmla="*/ 1783557 w 2543175"/>
              <a:gd name="connsiteY112" fmla="*/ 1307306 h 1890712"/>
              <a:gd name="connsiteX113" fmla="*/ 1790700 w 2543175"/>
              <a:gd name="connsiteY113" fmla="*/ 1312069 h 1890712"/>
              <a:gd name="connsiteX114" fmla="*/ 1800225 w 2543175"/>
              <a:gd name="connsiteY114" fmla="*/ 1319212 h 1890712"/>
              <a:gd name="connsiteX115" fmla="*/ 1807369 w 2543175"/>
              <a:gd name="connsiteY115" fmla="*/ 1321594 h 1890712"/>
              <a:gd name="connsiteX116" fmla="*/ 1824038 w 2543175"/>
              <a:gd name="connsiteY116" fmla="*/ 1333500 h 1890712"/>
              <a:gd name="connsiteX117" fmla="*/ 1843088 w 2543175"/>
              <a:gd name="connsiteY117" fmla="*/ 1352550 h 1890712"/>
              <a:gd name="connsiteX118" fmla="*/ 1852613 w 2543175"/>
              <a:gd name="connsiteY118" fmla="*/ 1359694 h 1890712"/>
              <a:gd name="connsiteX119" fmla="*/ 1859757 w 2543175"/>
              <a:gd name="connsiteY119" fmla="*/ 1366837 h 1890712"/>
              <a:gd name="connsiteX120" fmla="*/ 1869282 w 2543175"/>
              <a:gd name="connsiteY120" fmla="*/ 1371600 h 1890712"/>
              <a:gd name="connsiteX121" fmla="*/ 1883569 w 2543175"/>
              <a:gd name="connsiteY121" fmla="*/ 1388269 h 1890712"/>
              <a:gd name="connsiteX122" fmla="*/ 1893094 w 2543175"/>
              <a:gd name="connsiteY122" fmla="*/ 1395412 h 1890712"/>
              <a:gd name="connsiteX123" fmla="*/ 1902619 w 2543175"/>
              <a:gd name="connsiteY123" fmla="*/ 1404937 h 1890712"/>
              <a:gd name="connsiteX124" fmla="*/ 1912144 w 2543175"/>
              <a:gd name="connsiteY124" fmla="*/ 1409700 h 1890712"/>
              <a:gd name="connsiteX125" fmla="*/ 1931194 w 2543175"/>
              <a:gd name="connsiteY125" fmla="*/ 1421606 h 1890712"/>
              <a:gd name="connsiteX126" fmla="*/ 1935957 w 2543175"/>
              <a:gd name="connsiteY126" fmla="*/ 1428750 h 1890712"/>
              <a:gd name="connsiteX127" fmla="*/ 1952625 w 2543175"/>
              <a:gd name="connsiteY127" fmla="*/ 1438275 h 1890712"/>
              <a:gd name="connsiteX128" fmla="*/ 1971675 w 2543175"/>
              <a:gd name="connsiteY128" fmla="*/ 1450181 h 1890712"/>
              <a:gd name="connsiteX129" fmla="*/ 1981200 w 2543175"/>
              <a:gd name="connsiteY129" fmla="*/ 1454944 h 1890712"/>
              <a:gd name="connsiteX130" fmla="*/ 1997869 w 2543175"/>
              <a:gd name="connsiteY130" fmla="*/ 1471612 h 1890712"/>
              <a:gd name="connsiteX131" fmla="*/ 2007394 w 2543175"/>
              <a:gd name="connsiteY131" fmla="*/ 1478756 h 1890712"/>
              <a:gd name="connsiteX132" fmla="*/ 2016919 w 2543175"/>
              <a:gd name="connsiteY132" fmla="*/ 1483519 h 1890712"/>
              <a:gd name="connsiteX133" fmla="*/ 2024063 w 2543175"/>
              <a:gd name="connsiteY133" fmla="*/ 1490662 h 1890712"/>
              <a:gd name="connsiteX134" fmla="*/ 2033588 w 2543175"/>
              <a:gd name="connsiteY134" fmla="*/ 1495425 h 1890712"/>
              <a:gd name="connsiteX135" fmla="*/ 2040732 w 2543175"/>
              <a:gd name="connsiteY135" fmla="*/ 1502569 h 1890712"/>
              <a:gd name="connsiteX136" fmla="*/ 2047875 w 2543175"/>
              <a:gd name="connsiteY136" fmla="*/ 1507331 h 1890712"/>
              <a:gd name="connsiteX137" fmla="*/ 2057400 w 2543175"/>
              <a:gd name="connsiteY137" fmla="*/ 1514475 h 1890712"/>
              <a:gd name="connsiteX138" fmla="*/ 2064544 w 2543175"/>
              <a:gd name="connsiteY138" fmla="*/ 1519237 h 1890712"/>
              <a:gd name="connsiteX139" fmla="*/ 2071688 w 2543175"/>
              <a:gd name="connsiteY139" fmla="*/ 1526381 h 1890712"/>
              <a:gd name="connsiteX140" fmla="*/ 2081213 w 2543175"/>
              <a:gd name="connsiteY140" fmla="*/ 1531144 h 1890712"/>
              <a:gd name="connsiteX141" fmla="*/ 2090738 w 2543175"/>
              <a:gd name="connsiteY141" fmla="*/ 1538287 h 1890712"/>
              <a:gd name="connsiteX142" fmla="*/ 2109788 w 2543175"/>
              <a:gd name="connsiteY142" fmla="*/ 1547812 h 1890712"/>
              <a:gd name="connsiteX143" fmla="*/ 2131219 w 2543175"/>
              <a:gd name="connsiteY143" fmla="*/ 1562100 h 1890712"/>
              <a:gd name="connsiteX144" fmla="*/ 2140744 w 2543175"/>
              <a:gd name="connsiteY144" fmla="*/ 1566862 h 1890712"/>
              <a:gd name="connsiteX145" fmla="*/ 2152650 w 2543175"/>
              <a:gd name="connsiteY145" fmla="*/ 1576387 h 1890712"/>
              <a:gd name="connsiteX146" fmla="*/ 2181225 w 2543175"/>
              <a:gd name="connsiteY146" fmla="*/ 1590675 h 1890712"/>
              <a:gd name="connsiteX147" fmla="*/ 2200275 w 2543175"/>
              <a:gd name="connsiteY147" fmla="*/ 1607344 h 1890712"/>
              <a:gd name="connsiteX148" fmla="*/ 2207419 w 2543175"/>
              <a:gd name="connsiteY148" fmla="*/ 1612106 h 1890712"/>
              <a:gd name="connsiteX149" fmla="*/ 2216944 w 2543175"/>
              <a:gd name="connsiteY149" fmla="*/ 1619250 h 1890712"/>
              <a:gd name="connsiteX150" fmla="*/ 2224088 w 2543175"/>
              <a:gd name="connsiteY150" fmla="*/ 1624012 h 1890712"/>
              <a:gd name="connsiteX151" fmla="*/ 2247900 w 2543175"/>
              <a:gd name="connsiteY151" fmla="*/ 1643062 h 1890712"/>
              <a:gd name="connsiteX152" fmla="*/ 2255044 w 2543175"/>
              <a:gd name="connsiteY152" fmla="*/ 1650206 h 1890712"/>
              <a:gd name="connsiteX153" fmla="*/ 2281238 w 2543175"/>
              <a:gd name="connsiteY153" fmla="*/ 1664494 h 1890712"/>
              <a:gd name="connsiteX154" fmla="*/ 2297907 w 2543175"/>
              <a:gd name="connsiteY154" fmla="*/ 1674019 h 1890712"/>
              <a:gd name="connsiteX155" fmla="*/ 2312194 w 2543175"/>
              <a:gd name="connsiteY155" fmla="*/ 1685925 h 1890712"/>
              <a:gd name="connsiteX156" fmla="*/ 2328863 w 2543175"/>
              <a:gd name="connsiteY156" fmla="*/ 1697831 h 1890712"/>
              <a:gd name="connsiteX157" fmla="*/ 2350294 w 2543175"/>
              <a:gd name="connsiteY157" fmla="*/ 1712119 h 1890712"/>
              <a:gd name="connsiteX158" fmla="*/ 2369344 w 2543175"/>
              <a:gd name="connsiteY158" fmla="*/ 1724025 h 1890712"/>
              <a:gd name="connsiteX159" fmla="*/ 2428876 w 2543175"/>
              <a:gd name="connsiteY159" fmla="*/ 1785938 h 1890712"/>
              <a:gd name="connsiteX160" fmla="*/ 2466975 w 2543175"/>
              <a:gd name="connsiteY160" fmla="*/ 1783556 h 1890712"/>
              <a:gd name="connsiteX161" fmla="*/ 2481263 w 2543175"/>
              <a:gd name="connsiteY161" fmla="*/ 1795462 h 1890712"/>
              <a:gd name="connsiteX162" fmla="*/ 2486025 w 2543175"/>
              <a:gd name="connsiteY162" fmla="*/ 1802606 h 1890712"/>
              <a:gd name="connsiteX163" fmla="*/ 2514600 w 2543175"/>
              <a:gd name="connsiteY163" fmla="*/ 1850231 h 1890712"/>
              <a:gd name="connsiteX164" fmla="*/ 2519363 w 2543175"/>
              <a:gd name="connsiteY164" fmla="*/ 1857375 h 1890712"/>
              <a:gd name="connsiteX165" fmla="*/ 2540794 w 2543175"/>
              <a:gd name="connsiteY165" fmla="*/ 1883569 h 1890712"/>
              <a:gd name="connsiteX166" fmla="*/ 2543175 w 2543175"/>
              <a:gd name="connsiteY16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7819 w 2543175"/>
              <a:gd name="connsiteY100" fmla="*/ 1154906 h 1890712"/>
              <a:gd name="connsiteX101" fmla="*/ 1604963 w 2543175"/>
              <a:gd name="connsiteY101" fmla="*/ 1162050 h 1890712"/>
              <a:gd name="connsiteX102" fmla="*/ 1628775 w 2543175"/>
              <a:gd name="connsiteY102" fmla="*/ 1183481 h 1890712"/>
              <a:gd name="connsiteX103" fmla="*/ 1662113 w 2543175"/>
              <a:gd name="connsiteY103" fmla="*/ 1209675 h 1890712"/>
              <a:gd name="connsiteX104" fmla="*/ 1678782 w 2543175"/>
              <a:gd name="connsiteY104" fmla="*/ 1226344 h 1890712"/>
              <a:gd name="connsiteX105" fmla="*/ 1700213 w 2543175"/>
              <a:gd name="connsiteY105" fmla="*/ 1247775 h 1890712"/>
              <a:gd name="connsiteX106" fmla="*/ 1712119 w 2543175"/>
              <a:gd name="connsiteY106" fmla="*/ 1259681 h 1890712"/>
              <a:gd name="connsiteX107" fmla="*/ 1733550 w 2543175"/>
              <a:gd name="connsiteY107" fmla="*/ 1273969 h 1890712"/>
              <a:gd name="connsiteX108" fmla="*/ 1743075 w 2543175"/>
              <a:gd name="connsiteY108" fmla="*/ 1283494 h 1890712"/>
              <a:gd name="connsiteX109" fmla="*/ 1754982 w 2543175"/>
              <a:gd name="connsiteY109" fmla="*/ 1290637 h 1890712"/>
              <a:gd name="connsiteX110" fmla="*/ 1766888 w 2543175"/>
              <a:gd name="connsiteY110" fmla="*/ 1300162 h 1890712"/>
              <a:gd name="connsiteX111" fmla="*/ 1783557 w 2543175"/>
              <a:gd name="connsiteY111" fmla="*/ 1307306 h 1890712"/>
              <a:gd name="connsiteX112" fmla="*/ 1790700 w 2543175"/>
              <a:gd name="connsiteY112" fmla="*/ 1312069 h 1890712"/>
              <a:gd name="connsiteX113" fmla="*/ 1800225 w 2543175"/>
              <a:gd name="connsiteY113" fmla="*/ 1319212 h 1890712"/>
              <a:gd name="connsiteX114" fmla="*/ 1807369 w 2543175"/>
              <a:gd name="connsiteY114" fmla="*/ 1321594 h 1890712"/>
              <a:gd name="connsiteX115" fmla="*/ 1824038 w 2543175"/>
              <a:gd name="connsiteY115" fmla="*/ 1333500 h 1890712"/>
              <a:gd name="connsiteX116" fmla="*/ 1843088 w 2543175"/>
              <a:gd name="connsiteY116" fmla="*/ 1352550 h 1890712"/>
              <a:gd name="connsiteX117" fmla="*/ 1852613 w 2543175"/>
              <a:gd name="connsiteY117" fmla="*/ 1359694 h 1890712"/>
              <a:gd name="connsiteX118" fmla="*/ 1859757 w 2543175"/>
              <a:gd name="connsiteY118" fmla="*/ 1366837 h 1890712"/>
              <a:gd name="connsiteX119" fmla="*/ 1869282 w 2543175"/>
              <a:gd name="connsiteY119" fmla="*/ 1371600 h 1890712"/>
              <a:gd name="connsiteX120" fmla="*/ 1883569 w 2543175"/>
              <a:gd name="connsiteY120" fmla="*/ 1388269 h 1890712"/>
              <a:gd name="connsiteX121" fmla="*/ 1893094 w 2543175"/>
              <a:gd name="connsiteY121" fmla="*/ 1395412 h 1890712"/>
              <a:gd name="connsiteX122" fmla="*/ 1902619 w 2543175"/>
              <a:gd name="connsiteY122" fmla="*/ 1404937 h 1890712"/>
              <a:gd name="connsiteX123" fmla="*/ 1912144 w 2543175"/>
              <a:gd name="connsiteY123" fmla="*/ 1409700 h 1890712"/>
              <a:gd name="connsiteX124" fmla="*/ 1931194 w 2543175"/>
              <a:gd name="connsiteY124" fmla="*/ 1421606 h 1890712"/>
              <a:gd name="connsiteX125" fmla="*/ 1935957 w 2543175"/>
              <a:gd name="connsiteY125" fmla="*/ 1428750 h 1890712"/>
              <a:gd name="connsiteX126" fmla="*/ 1952625 w 2543175"/>
              <a:gd name="connsiteY126" fmla="*/ 1438275 h 1890712"/>
              <a:gd name="connsiteX127" fmla="*/ 1971675 w 2543175"/>
              <a:gd name="connsiteY127" fmla="*/ 1450181 h 1890712"/>
              <a:gd name="connsiteX128" fmla="*/ 1981200 w 2543175"/>
              <a:gd name="connsiteY128" fmla="*/ 1454944 h 1890712"/>
              <a:gd name="connsiteX129" fmla="*/ 1997869 w 2543175"/>
              <a:gd name="connsiteY129" fmla="*/ 1471612 h 1890712"/>
              <a:gd name="connsiteX130" fmla="*/ 2007394 w 2543175"/>
              <a:gd name="connsiteY130" fmla="*/ 1478756 h 1890712"/>
              <a:gd name="connsiteX131" fmla="*/ 2016919 w 2543175"/>
              <a:gd name="connsiteY131" fmla="*/ 1483519 h 1890712"/>
              <a:gd name="connsiteX132" fmla="*/ 2024063 w 2543175"/>
              <a:gd name="connsiteY132" fmla="*/ 1490662 h 1890712"/>
              <a:gd name="connsiteX133" fmla="*/ 2033588 w 2543175"/>
              <a:gd name="connsiteY133" fmla="*/ 1495425 h 1890712"/>
              <a:gd name="connsiteX134" fmla="*/ 2040732 w 2543175"/>
              <a:gd name="connsiteY134" fmla="*/ 1502569 h 1890712"/>
              <a:gd name="connsiteX135" fmla="*/ 2047875 w 2543175"/>
              <a:gd name="connsiteY135" fmla="*/ 1507331 h 1890712"/>
              <a:gd name="connsiteX136" fmla="*/ 2057400 w 2543175"/>
              <a:gd name="connsiteY136" fmla="*/ 1514475 h 1890712"/>
              <a:gd name="connsiteX137" fmla="*/ 2064544 w 2543175"/>
              <a:gd name="connsiteY137" fmla="*/ 1519237 h 1890712"/>
              <a:gd name="connsiteX138" fmla="*/ 2071688 w 2543175"/>
              <a:gd name="connsiteY138" fmla="*/ 1526381 h 1890712"/>
              <a:gd name="connsiteX139" fmla="*/ 2081213 w 2543175"/>
              <a:gd name="connsiteY139" fmla="*/ 1531144 h 1890712"/>
              <a:gd name="connsiteX140" fmla="*/ 2090738 w 2543175"/>
              <a:gd name="connsiteY140" fmla="*/ 1538287 h 1890712"/>
              <a:gd name="connsiteX141" fmla="*/ 2109788 w 2543175"/>
              <a:gd name="connsiteY141" fmla="*/ 1547812 h 1890712"/>
              <a:gd name="connsiteX142" fmla="*/ 2131219 w 2543175"/>
              <a:gd name="connsiteY142" fmla="*/ 1562100 h 1890712"/>
              <a:gd name="connsiteX143" fmla="*/ 2140744 w 2543175"/>
              <a:gd name="connsiteY143" fmla="*/ 1566862 h 1890712"/>
              <a:gd name="connsiteX144" fmla="*/ 2152650 w 2543175"/>
              <a:gd name="connsiteY144" fmla="*/ 1576387 h 1890712"/>
              <a:gd name="connsiteX145" fmla="*/ 2181225 w 2543175"/>
              <a:gd name="connsiteY145" fmla="*/ 1590675 h 1890712"/>
              <a:gd name="connsiteX146" fmla="*/ 2200275 w 2543175"/>
              <a:gd name="connsiteY146" fmla="*/ 1607344 h 1890712"/>
              <a:gd name="connsiteX147" fmla="*/ 2207419 w 2543175"/>
              <a:gd name="connsiteY147" fmla="*/ 1612106 h 1890712"/>
              <a:gd name="connsiteX148" fmla="*/ 2216944 w 2543175"/>
              <a:gd name="connsiteY148" fmla="*/ 1619250 h 1890712"/>
              <a:gd name="connsiteX149" fmla="*/ 2224088 w 2543175"/>
              <a:gd name="connsiteY149" fmla="*/ 1624012 h 1890712"/>
              <a:gd name="connsiteX150" fmla="*/ 2247900 w 2543175"/>
              <a:gd name="connsiteY150" fmla="*/ 1643062 h 1890712"/>
              <a:gd name="connsiteX151" fmla="*/ 2255044 w 2543175"/>
              <a:gd name="connsiteY151" fmla="*/ 1650206 h 1890712"/>
              <a:gd name="connsiteX152" fmla="*/ 2281238 w 2543175"/>
              <a:gd name="connsiteY152" fmla="*/ 1664494 h 1890712"/>
              <a:gd name="connsiteX153" fmla="*/ 2297907 w 2543175"/>
              <a:gd name="connsiteY153" fmla="*/ 1674019 h 1890712"/>
              <a:gd name="connsiteX154" fmla="*/ 2312194 w 2543175"/>
              <a:gd name="connsiteY154" fmla="*/ 1685925 h 1890712"/>
              <a:gd name="connsiteX155" fmla="*/ 2328863 w 2543175"/>
              <a:gd name="connsiteY155" fmla="*/ 1697831 h 1890712"/>
              <a:gd name="connsiteX156" fmla="*/ 2350294 w 2543175"/>
              <a:gd name="connsiteY156" fmla="*/ 1712119 h 1890712"/>
              <a:gd name="connsiteX157" fmla="*/ 2369344 w 2543175"/>
              <a:gd name="connsiteY157" fmla="*/ 1724025 h 1890712"/>
              <a:gd name="connsiteX158" fmla="*/ 2428876 w 2543175"/>
              <a:gd name="connsiteY158" fmla="*/ 1785938 h 1890712"/>
              <a:gd name="connsiteX159" fmla="*/ 2466975 w 2543175"/>
              <a:gd name="connsiteY159" fmla="*/ 1783556 h 1890712"/>
              <a:gd name="connsiteX160" fmla="*/ 2481263 w 2543175"/>
              <a:gd name="connsiteY160" fmla="*/ 1795462 h 1890712"/>
              <a:gd name="connsiteX161" fmla="*/ 2486025 w 2543175"/>
              <a:gd name="connsiteY161" fmla="*/ 1802606 h 1890712"/>
              <a:gd name="connsiteX162" fmla="*/ 2514600 w 2543175"/>
              <a:gd name="connsiteY162" fmla="*/ 1850231 h 1890712"/>
              <a:gd name="connsiteX163" fmla="*/ 2519363 w 2543175"/>
              <a:gd name="connsiteY163" fmla="*/ 1857375 h 1890712"/>
              <a:gd name="connsiteX164" fmla="*/ 2540794 w 2543175"/>
              <a:gd name="connsiteY164" fmla="*/ 1883569 h 1890712"/>
              <a:gd name="connsiteX165" fmla="*/ 2543175 w 2543175"/>
              <a:gd name="connsiteY165"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7819 w 2543175"/>
              <a:gd name="connsiteY100" fmla="*/ 1154906 h 1890712"/>
              <a:gd name="connsiteX101" fmla="*/ 1628775 w 2543175"/>
              <a:gd name="connsiteY101" fmla="*/ 1183481 h 1890712"/>
              <a:gd name="connsiteX102" fmla="*/ 1662113 w 2543175"/>
              <a:gd name="connsiteY102" fmla="*/ 1209675 h 1890712"/>
              <a:gd name="connsiteX103" fmla="*/ 1678782 w 2543175"/>
              <a:gd name="connsiteY103" fmla="*/ 1226344 h 1890712"/>
              <a:gd name="connsiteX104" fmla="*/ 1700213 w 2543175"/>
              <a:gd name="connsiteY104" fmla="*/ 1247775 h 1890712"/>
              <a:gd name="connsiteX105" fmla="*/ 1712119 w 2543175"/>
              <a:gd name="connsiteY105" fmla="*/ 1259681 h 1890712"/>
              <a:gd name="connsiteX106" fmla="*/ 1733550 w 2543175"/>
              <a:gd name="connsiteY106" fmla="*/ 1273969 h 1890712"/>
              <a:gd name="connsiteX107" fmla="*/ 1743075 w 2543175"/>
              <a:gd name="connsiteY107" fmla="*/ 1283494 h 1890712"/>
              <a:gd name="connsiteX108" fmla="*/ 1754982 w 2543175"/>
              <a:gd name="connsiteY108" fmla="*/ 1290637 h 1890712"/>
              <a:gd name="connsiteX109" fmla="*/ 1766888 w 2543175"/>
              <a:gd name="connsiteY109" fmla="*/ 1300162 h 1890712"/>
              <a:gd name="connsiteX110" fmla="*/ 1783557 w 2543175"/>
              <a:gd name="connsiteY110" fmla="*/ 1307306 h 1890712"/>
              <a:gd name="connsiteX111" fmla="*/ 1790700 w 2543175"/>
              <a:gd name="connsiteY111" fmla="*/ 1312069 h 1890712"/>
              <a:gd name="connsiteX112" fmla="*/ 1800225 w 2543175"/>
              <a:gd name="connsiteY112" fmla="*/ 1319212 h 1890712"/>
              <a:gd name="connsiteX113" fmla="*/ 1807369 w 2543175"/>
              <a:gd name="connsiteY113" fmla="*/ 1321594 h 1890712"/>
              <a:gd name="connsiteX114" fmla="*/ 1824038 w 2543175"/>
              <a:gd name="connsiteY114" fmla="*/ 1333500 h 1890712"/>
              <a:gd name="connsiteX115" fmla="*/ 1843088 w 2543175"/>
              <a:gd name="connsiteY115" fmla="*/ 1352550 h 1890712"/>
              <a:gd name="connsiteX116" fmla="*/ 1852613 w 2543175"/>
              <a:gd name="connsiteY116" fmla="*/ 1359694 h 1890712"/>
              <a:gd name="connsiteX117" fmla="*/ 1859757 w 2543175"/>
              <a:gd name="connsiteY117" fmla="*/ 1366837 h 1890712"/>
              <a:gd name="connsiteX118" fmla="*/ 1869282 w 2543175"/>
              <a:gd name="connsiteY118" fmla="*/ 1371600 h 1890712"/>
              <a:gd name="connsiteX119" fmla="*/ 1883569 w 2543175"/>
              <a:gd name="connsiteY119" fmla="*/ 1388269 h 1890712"/>
              <a:gd name="connsiteX120" fmla="*/ 1893094 w 2543175"/>
              <a:gd name="connsiteY120" fmla="*/ 1395412 h 1890712"/>
              <a:gd name="connsiteX121" fmla="*/ 1902619 w 2543175"/>
              <a:gd name="connsiteY121" fmla="*/ 1404937 h 1890712"/>
              <a:gd name="connsiteX122" fmla="*/ 1912144 w 2543175"/>
              <a:gd name="connsiteY122" fmla="*/ 1409700 h 1890712"/>
              <a:gd name="connsiteX123" fmla="*/ 1931194 w 2543175"/>
              <a:gd name="connsiteY123" fmla="*/ 1421606 h 1890712"/>
              <a:gd name="connsiteX124" fmla="*/ 1935957 w 2543175"/>
              <a:gd name="connsiteY124" fmla="*/ 1428750 h 1890712"/>
              <a:gd name="connsiteX125" fmla="*/ 1952625 w 2543175"/>
              <a:gd name="connsiteY125" fmla="*/ 1438275 h 1890712"/>
              <a:gd name="connsiteX126" fmla="*/ 1971675 w 2543175"/>
              <a:gd name="connsiteY126" fmla="*/ 1450181 h 1890712"/>
              <a:gd name="connsiteX127" fmla="*/ 1981200 w 2543175"/>
              <a:gd name="connsiteY127" fmla="*/ 1454944 h 1890712"/>
              <a:gd name="connsiteX128" fmla="*/ 1997869 w 2543175"/>
              <a:gd name="connsiteY128" fmla="*/ 1471612 h 1890712"/>
              <a:gd name="connsiteX129" fmla="*/ 2007394 w 2543175"/>
              <a:gd name="connsiteY129" fmla="*/ 1478756 h 1890712"/>
              <a:gd name="connsiteX130" fmla="*/ 2016919 w 2543175"/>
              <a:gd name="connsiteY130" fmla="*/ 1483519 h 1890712"/>
              <a:gd name="connsiteX131" fmla="*/ 2024063 w 2543175"/>
              <a:gd name="connsiteY131" fmla="*/ 1490662 h 1890712"/>
              <a:gd name="connsiteX132" fmla="*/ 2033588 w 2543175"/>
              <a:gd name="connsiteY132" fmla="*/ 1495425 h 1890712"/>
              <a:gd name="connsiteX133" fmla="*/ 2040732 w 2543175"/>
              <a:gd name="connsiteY133" fmla="*/ 1502569 h 1890712"/>
              <a:gd name="connsiteX134" fmla="*/ 2047875 w 2543175"/>
              <a:gd name="connsiteY134" fmla="*/ 1507331 h 1890712"/>
              <a:gd name="connsiteX135" fmla="*/ 2057400 w 2543175"/>
              <a:gd name="connsiteY135" fmla="*/ 1514475 h 1890712"/>
              <a:gd name="connsiteX136" fmla="*/ 2064544 w 2543175"/>
              <a:gd name="connsiteY136" fmla="*/ 1519237 h 1890712"/>
              <a:gd name="connsiteX137" fmla="*/ 2071688 w 2543175"/>
              <a:gd name="connsiteY137" fmla="*/ 1526381 h 1890712"/>
              <a:gd name="connsiteX138" fmla="*/ 2081213 w 2543175"/>
              <a:gd name="connsiteY138" fmla="*/ 1531144 h 1890712"/>
              <a:gd name="connsiteX139" fmla="*/ 2090738 w 2543175"/>
              <a:gd name="connsiteY139" fmla="*/ 1538287 h 1890712"/>
              <a:gd name="connsiteX140" fmla="*/ 2109788 w 2543175"/>
              <a:gd name="connsiteY140" fmla="*/ 1547812 h 1890712"/>
              <a:gd name="connsiteX141" fmla="*/ 2131219 w 2543175"/>
              <a:gd name="connsiteY141" fmla="*/ 1562100 h 1890712"/>
              <a:gd name="connsiteX142" fmla="*/ 2140744 w 2543175"/>
              <a:gd name="connsiteY142" fmla="*/ 1566862 h 1890712"/>
              <a:gd name="connsiteX143" fmla="*/ 2152650 w 2543175"/>
              <a:gd name="connsiteY143" fmla="*/ 1576387 h 1890712"/>
              <a:gd name="connsiteX144" fmla="*/ 2181225 w 2543175"/>
              <a:gd name="connsiteY144" fmla="*/ 1590675 h 1890712"/>
              <a:gd name="connsiteX145" fmla="*/ 2200275 w 2543175"/>
              <a:gd name="connsiteY145" fmla="*/ 1607344 h 1890712"/>
              <a:gd name="connsiteX146" fmla="*/ 2207419 w 2543175"/>
              <a:gd name="connsiteY146" fmla="*/ 1612106 h 1890712"/>
              <a:gd name="connsiteX147" fmla="*/ 2216944 w 2543175"/>
              <a:gd name="connsiteY147" fmla="*/ 1619250 h 1890712"/>
              <a:gd name="connsiteX148" fmla="*/ 2224088 w 2543175"/>
              <a:gd name="connsiteY148" fmla="*/ 1624012 h 1890712"/>
              <a:gd name="connsiteX149" fmla="*/ 2247900 w 2543175"/>
              <a:gd name="connsiteY149" fmla="*/ 1643062 h 1890712"/>
              <a:gd name="connsiteX150" fmla="*/ 2255044 w 2543175"/>
              <a:gd name="connsiteY150" fmla="*/ 1650206 h 1890712"/>
              <a:gd name="connsiteX151" fmla="*/ 2281238 w 2543175"/>
              <a:gd name="connsiteY151" fmla="*/ 1664494 h 1890712"/>
              <a:gd name="connsiteX152" fmla="*/ 2297907 w 2543175"/>
              <a:gd name="connsiteY152" fmla="*/ 1674019 h 1890712"/>
              <a:gd name="connsiteX153" fmla="*/ 2312194 w 2543175"/>
              <a:gd name="connsiteY153" fmla="*/ 1685925 h 1890712"/>
              <a:gd name="connsiteX154" fmla="*/ 2328863 w 2543175"/>
              <a:gd name="connsiteY154" fmla="*/ 1697831 h 1890712"/>
              <a:gd name="connsiteX155" fmla="*/ 2350294 w 2543175"/>
              <a:gd name="connsiteY155" fmla="*/ 1712119 h 1890712"/>
              <a:gd name="connsiteX156" fmla="*/ 2369344 w 2543175"/>
              <a:gd name="connsiteY156" fmla="*/ 1724025 h 1890712"/>
              <a:gd name="connsiteX157" fmla="*/ 2428876 w 2543175"/>
              <a:gd name="connsiteY157" fmla="*/ 1785938 h 1890712"/>
              <a:gd name="connsiteX158" fmla="*/ 2466975 w 2543175"/>
              <a:gd name="connsiteY158" fmla="*/ 1783556 h 1890712"/>
              <a:gd name="connsiteX159" fmla="*/ 2481263 w 2543175"/>
              <a:gd name="connsiteY159" fmla="*/ 1795462 h 1890712"/>
              <a:gd name="connsiteX160" fmla="*/ 2486025 w 2543175"/>
              <a:gd name="connsiteY160" fmla="*/ 1802606 h 1890712"/>
              <a:gd name="connsiteX161" fmla="*/ 2514600 w 2543175"/>
              <a:gd name="connsiteY161" fmla="*/ 1850231 h 1890712"/>
              <a:gd name="connsiteX162" fmla="*/ 2519363 w 2543175"/>
              <a:gd name="connsiteY162" fmla="*/ 1857375 h 1890712"/>
              <a:gd name="connsiteX163" fmla="*/ 2540794 w 2543175"/>
              <a:gd name="connsiteY163" fmla="*/ 1883569 h 1890712"/>
              <a:gd name="connsiteX164" fmla="*/ 2543175 w 2543175"/>
              <a:gd name="connsiteY16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183481 h 1890712"/>
              <a:gd name="connsiteX102" fmla="*/ 1662113 w 2543175"/>
              <a:gd name="connsiteY102" fmla="*/ 1209675 h 1890712"/>
              <a:gd name="connsiteX103" fmla="*/ 1678782 w 2543175"/>
              <a:gd name="connsiteY103" fmla="*/ 1226344 h 1890712"/>
              <a:gd name="connsiteX104" fmla="*/ 1700213 w 2543175"/>
              <a:gd name="connsiteY104" fmla="*/ 1247775 h 1890712"/>
              <a:gd name="connsiteX105" fmla="*/ 1712119 w 2543175"/>
              <a:gd name="connsiteY105" fmla="*/ 1259681 h 1890712"/>
              <a:gd name="connsiteX106" fmla="*/ 1733550 w 2543175"/>
              <a:gd name="connsiteY106" fmla="*/ 1273969 h 1890712"/>
              <a:gd name="connsiteX107" fmla="*/ 1743075 w 2543175"/>
              <a:gd name="connsiteY107" fmla="*/ 1283494 h 1890712"/>
              <a:gd name="connsiteX108" fmla="*/ 1754982 w 2543175"/>
              <a:gd name="connsiteY108" fmla="*/ 1290637 h 1890712"/>
              <a:gd name="connsiteX109" fmla="*/ 1766888 w 2543175"/>
              <a:gd name="connsiteY109" fmla="*/ 1300162 h 1890712"/>
              <a:gd name="connsiteX110" fmla="*/ 1783557 w 2543175"/>
              <a:gd name="connsiteY110" fmla="*/ 1307306 h 1890712"/>
              <a:gd name="connsiteX111" fmla="*/ 1790700 w 2543175"/>
              <a:gd name="connsiteY111" fmla="*/ 1312069 h 1890712"/>
              <a:gd name="connsiteX112" fmla="*/ 1800225 w 2543175"/>
              <a:gd name="connsiteY112" fmla="*/ 1319212 h 1890712"/>
              <a:gd name="connsiteX113" fmla="*/ 1807369 w 2543175"/>
              <a:gd name="connsiteY113" fmla="*/ 1321594 h 1890712"/>
              <a:gd name="connsiteX114" fmla="*/ 1824038 w 2543175"/>
              <a:gd name="connsiteY114" fmla="*/ 1333500 h 1890712"/>
              <a:gd name="connsiteX115" fmla="*/ 1843088 w 2543175"/>
              <a:gd name="connsiteY115" fmla="*/ 1352550 h 1890712"/>
              <a:gd name="connsiteX116" fmla="*/ 1852613 w 2543175"/>
              <a:gd name="connsiteY116" fmla="*/ 1359694 h 1890712"/>
              <a:gd name="connsiteX117" fmla="*/ 1859757 w 2543175"/>
              <a:gd name="connsiteY117" fmla="*/ 1366837 h 1890712"/>
              <a:gd name="connsiteX118" fmla="*/ 1869282 w 2543175"/>
              <a:gd name="connsiteY118" fmla="*/ 1371600 h 1890712"/>
              <a:gd name="connsiteX119" fmla="*/ 1883569 w 2543175"/>
              <a:gd name="connsiteY119" fmla="*/ 1388269 h 1890712"/>
              <a:gd name="connsiteX120" fmla="*/ 1893094 w 2543175"/>
              <a:gd name="connsiteY120" fmla="*/ 1395412 h 1890712"/>
              <a:gd name="connsiteX121" fmla="*/ 1902619 w 2543175"/>
              <a:gd name="connsiteY121" fmla="*/ 1404937 h 1890712"/>
              <a:gd name="connsiteX122" fmla="*/ 1912144 w 2543175"/>
              <a:gd name="connsiteY122" fmla="*/ 1409700 h 1890712"/>
              <a:gd name="connsiteX123" fmla="*/ 1931194 w 2543175"/>
              <a:gd name="connsiteY123" fmla="*/ 1421606 h 1890712"/>
              <a:gd name="connsiteX124" fmla="*/ 1935957 w 2543175"/>
              <a:gd name="connsiteY124" fmla="*/ 1428750 h 1890712"/>
              <a:gd name="connsiteX125" fmla="*/ 1952625 w 2543175"/>
              <a:gd name="connsiteY125" fmla="*/ 1438275 h 1890712"/>
              <a:gd name="connsiteX126" fmla="*/ 1971675 w 2543175"/>
              <a:gd name="connsiteY126" fmla="*/ 1450181 h 1890712"/>
              <a:gd name="connsiteX127" fmla="*/ 1981200 w 2543175"/>
              <a:gd name="connsiteY127" fmla="*/ 1454944 h 1890712"/>
              <a:gd name="connsiteX128" fmla="*/ 1997869 w 2543175"/>
              <a:gd name="connsiteY128" fmla="*/ 1471612 h 1890712"/>
              <a:gd name="connsiteX129" fmla="*/ 2007394 w 2543175"/>
              <a:gd name="connsiteY129" fmla="*/ 1478756 h 1890712"/>
              <a:gd name="connsiteX130" fmla="*/ 2016919 w 2543175"/>
              <a:gd name="connsiteY130" fmla="*/ 1483519 h 1890712"/>
              <a:gd name="connsiteX131" fmla="*/ 2024063 w 2543175"/>
              <a:gd name="connsiteY131" fmla="*/ 1490662 h 1890712"/>
              <a:gd name="connsiteX132" fmla="*/ 2033588 w 2543175"/>
              <a:gd name="connsiteY132" fmla="*/ 1495425 h 1890712"/>
              <a:gd name="connsiteX133" fmla="*/ 2040732 w 2543175"/>
              <a:gd name="connsiteY133" fmla="*/ 1502569 h 1890712"/>
              <a:gd name="connsiteX134" fmla="*/ 2047875 w 2543175"/>
              <a:gd name="connsiteY134" fmla="*/ 1507331 h 1890712"/>
              <a:gd name="connsiteX135" fmla="*/ 2057400 w 2543175"/>
              <a:gd name="connsiteY135" fmla="*/ 1514475 h 1890712"/>
              <a:gd name="connsiteX136" fmla="*/ 2064544 w 2543175"/>
              <a:gd name="connsiteY136" fmla="*/ 1519237 h 1890712"/>
              <a:gd name="connsiteX137" fmla="*/ 2071688 w 2543175"/>
              <a:gd name="connsiteY137" fmla="*/ 1526381 h 1890712"/>
              <a:gd name="connsiteX138" fmla="*/ 2081213 w 2543175"/>
              <a:gd name="connsiteY138" fmla="*/ 1531144 h 1890712"/>
              <a:gd name="connsiteX139" fmla="*/ 2090738 w 2543175"/>
              <a:gd name="connsiteY139" fmla="*/ 1538287 h 1890712"/>
              <a:gd name="connsiteX140" fmla="*/ 2109788 w 2543175"/>
              <a:gd name="connsiteY140" fmla="*/ 1547812 h 1890712"/>
              <a:gd name="connsiteX141" fmla="*/ 2131219 w 2543175"/>
              <a:gd name="connsiteY141" fmla="*/ 1562100 h 1890712"/>
              <a:gd name="connsiteX142" fmla="*/ 2140744 w 2543175"/>
              <a:gd name="connsiteY142" fmla="*/ 1566862 h 1890712"/>
              <a:gd name="connsiteX143" fmla="*/ 2152650 w 2543175"/>
              <a:gd name="connsiteY143" fmla="*/ 1576387 h 1890712"/>
              <a:gd name="connsiteX144" fmla="*/ 2181225 w 2543175"/>
              <a:gd name="connsiteY144" fmla="*/ 1590675 h 1890712"/>
              <a:gd name="connsiteX145" fmla="*/ 2200275 w 2543175"/>
              <a:gd name="connsiteY145" fmla="*/ 1607344 h 1890712"/>
              <a:gd name="connsiteX146" fmla="*/ 2207419 w 2543175"/>
              <a:gd name="connsiteY146" fmla="*/ 1612106 h 1890712"/>
              <a:gd name="connsiteX147" fmla="*/ 2216944 w 2543175"/>
              <a:gd name="connsiteY147" fmla="*/ 1619250 h 1890712"/>
              <a:gd name="connsiteX148" fmla="*/ 2224088 w 2543175"/>
              <a:gd name="connsiteY148" fmla="*/ 1624012 h 1890712"/>
              <a:gd name="connsiteX149" fmla="*/ 2247900 w 2543175"/>
              <a:gd name="connsiteY149" fmla="*/ 1643062 h 1890712"/>
              <a:gd name="connsiteX150" fmla="*/ 2255044 w 2543175"/>
              <a:gd name="connsiteY150" fmla="*/ 1650206 h 1890712"/>
              <a:gd name="connsiteX151" fmla="*/ 2281238 w 2543175"/>
              <a:gd name="connsiteY151" fmla="*/ 1664494 h 1890712"/>
              <a:gd name="connsiteX152" fmla="*/ 2297907 w 2543175"/>
              <a:gd name="connsiteY152" fmla="*/ 1674019 h 1890712"/>
              <a:gd name="connsiteX153" fmla="*/ 2312194 w 2543175"/>
              <a:gd name="connsiteY153" fmla="*/ 1685925 h 1890712"/>
              <a:gd name="connsiteX154" fmla="*/ 2328863 w 2543175"/>
              <a:gd name="connsiteY154" fmla="*/ 1697831 h 1890712"/>
              <a:gd name="connsiteX155" fmla="*/ 2350294 w 2543175"/>
              <a:gd name="connsiteY155" fmla="*/ 1712119 h 1890712"/>
              <a:gd name="connsiteX156" fmla="*/ 2369344 w 2543175"/>
              <a:gd name="connsiteY156" fmla="*/ 1724025 h 1890712"/>
              <a:gd name="connsiteX157" fmla="*/ 2428876 w 2543175"/>
              <a:gd name="connsiteY157" fmla="*/ 1785938 h 1890712"/>
              <a:gd name="connsiteX158" fmla="*/ 2466975 w 2543175"/>
              <a:gd name="connsiteY158" fmla="*/ 1783556 h 1890712"/>
              <a:gd name="connsiteX159" fmla="*/ 2481263 w 2543175"/>
              <a:gd name="connsiteY159" fmla="*/ 1795462 h 1890712"/>
              <a:gd name="connsiteX160" fmla="*/ 2486025 w 2543175"/>
              <a:gd name="connsiteY160" fmla="*/ 1802606 h 1890712"/>
              <a:gd name="connsiteX161" fmla="*/ 2514600 w 2543175"/>
              <a:gd name="connsiteY161" fmla="*/ 1850231 h 1890712"/>
              <a:gd name="connsiteX162" fmla="*/ 2519363 w 2543175"/>
              <a:gd name="connsiteY162" fmla="*/ 1857375 h 1890712"/>
              <a:gd name="connsiteX163" fmla="*/ 2540794 w 2543175"/>
              <a:gd name="connsiteY163" fmla="*/ 1883569 h 1890712"/>
              <a:gd name="connsiteX164" fmla="*/ 2543175 w 2543175"/>
              <a:gd name="connsiteY16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09675 h 1890712"/>
              <a:gd name="connsiteX103" fmla="*/ 1678782 w 2543175"/>
              <a:gd name="connsiteY103" fmla="*/ 1226344 h 1890712"/>
              <a:gd name="connsiteX104" fmla="*/ 1700213 w 2543175"/>
              <a:gd name="connsiteY104" fmla="*/ 1247775 h 1890712"/>
              <a:gd name="connsiteX105" fmla="*/ 1712119 w 2543175"/>
              <a:gd name="connsiteY105" fmla="*/ 1259681 h 1890712"/>
              <a:gd name="connsiteX106" fmla="*/ 1733550 w 2543175"/>
              <a:gd name="connsiteY106" fmla="*/ 1273969 h 1890712"/>
              <a:gd name="connsiteX107" fmla="*/ 1743075 w 2543175"/>
              <a:gd name="connsiteY107" fmla="*/ 1283494 h 1890712"/>
              <a:gd name="connsiteX108" fmla="*/ 1754982 w 2543175"/>
              <a:gd name="connsiteY108" fmla="*/ 1290637 h 1890712"/>
              <a:gd name="connsiteX109" fmla="*/ 1766888 w 2543175"/>
              <a:gd name="connsiteY109" fmla="*/ 1300162 h 1890712"/>
              <a:gd name="connsiteX110" fmla="*/ 1783557 w 2543175"/>
              <a:gd name="connsiteY110" fmla="*/ 1307306 h 1890712"/>
              <a:gd name="connsiteX111" fmla="*/ 1790700 w 2543175"/>
              <a:gd name="connsiteY111" fmla="*/ 1312069 h 1890712"/>
              <a:gd name="connsiteX112" fmla="*/ 1800225 w 2543175"/>
              <a:gd name="connsiteY112" fmla="*/ 1319212 h 1890712"/>
              <a:gd name="connsiteX113" fmla="*/ 1807369 w 2543175"/>
              <a:gd name="connsiteY113" fmla="*/ 1321594 h 1890712"/>
              <a:gd name="connsiteX114" fmla="*/ 1824038 w 2543175"/>
              <a:gd name="connsiteY114" fmla="*/ 1333500 h 1890712"/>
              <a:gd name="connsiteX115" fmla="*/ 1843088 w 2543175"/>
              <a:gd name="connsiteY115" fmla="*/ 1352550 h 1890712"/>
              <a:gd name="connsiteX116" fmla="*/ 1852613 w 2543175"/>
              <a:gd name="connsiteY116" fmla="*/ 1359694 h 1890712"/>
              <a:gd name="connsiteX117" fmla="*/ 1859757 w 2543175"/>
              <a:gd name="connsiteY117" fmla="*/ 1366837 h 1890712"/>
              <a:gd name="connsiteX118" fmla="*/ 1869282 w 2543175"/>
              <a:gd name="connsiteY118" fmla="*/ 1371600 h 1890712"/>
              <a:gd name="connsiteX119" fmla="*/ 1883569 w 2543175"/>
              <a:gd name="connsiteY119" fmla="*/ 1388269 h 1890712"/>
              <a:gd name="connsiteX120" fmla="*/ 1893094 w 2543175"/>
              <a:gd name="connsiteY120" fmla="*/ 1395412 h 1890712"/>
              <a:gd name="connsiteX121" fmla="*/ 1902619 w 2543175"/>
              <a:gd name="connsiteY121" fmla="*/ 1404937 h 1890712"/>
              <a:gd name="connsiteX122" fmla="*/ 1912144 w 2543175"/>
              <a:gd name="connsiteY122" fmla="*/ 1409700 h 1890712"/>
              <a:gd name="connsiteX123" fmla="*/ 1931194 w 2543175"/>
              <a:gd name="connsiteY123" fmla="*/ 1421606 h 1890712"/>
              <a:gd name="connsiteX124" fmla="*/ 1935957 w 2543175"/>
              <a:gd name="connsiteY124" fmla="*/ 1428750 h 1890712"/>
              <a:gd name="connsiteX125" fmla="*/ 1952625 w 2543175"/>
              <a:gd name="connsiteY125" fmla="*/ 1438275 h 1890712"/>
              <a:gd name="connsiteX126" fmla="*/ 1971675 w 2543175"/>
              <a:gd name="connsiteY126" fmla="*/ 1450181 h 1890712"/>
              <a:gd name="connsiteX127" fmla="*/ 1981200 w 2543175"/>
              <a:gd name="connsiteY127" fmla="*/ 1454944 h 1890712"/>
              <a:gd name="connsiteX128" fmla="*/ 1997869 w 2543175"/>
              <a:gd name="connsiteY128" fmla="*/ 1471612 h 1890712"/>
              <a:gd name="connsiteX129" fmla="*/ 2007394 w 2543175"/>
              <a:gd name="connsiteY129" fmla="*/ 1478756 h 1890712"/>
              <a:gd name="connsiteX130" fmla="*/ 2016919 w 2543175"/>
              <a:gd name="connsiteY130" fmla="*/ 1483519 h 1890712"/>
              <a:gd name="connsiteX131" fmla="*/ 2024063 w 2543175"/>
              <a:gd name="connsiteY131" fmla="*/ 1490662 h 1890712"/>
              <a:gd name="connsiteX132" fmla="*/ 2033588 w 2543175"/>
              <a:gd name="connsiteY132" fmla="*/ 1495425 h 1890712"/>
              <a:gd name="connsiteX133" fmla="*/ 2040732 w 2543175"/>
              <a:gd name="connsiteY133" fmla="*/ 1502569 h 1890712"/>
              <a:gd name="connsiteX134" fmla="*/ 2047875 w 2543175"/>
              <a:gd name="connsiteY134" fmla="*/ 1507331 h 1890712"/>
              <a:gd name="connsiteX135" fmla="*/ 2057400 w 2543175"/>
              <a:gd name="connsiteY135" fmla="*/ 1514475 h 1890712"/>
              <a:gd name="connsiteX136" fmla="*/ 2064544 w 2543175"/>
              <a:gd name="connsiteY136" fmla="*/ 1519237 h 1890712"/>
              <a:gd name="connsiteX137" fmla="*/ 2071688 w 2543175"/>
              <a:gd name="connsiteY137" fmla="*/ 1526381 h 1890712"/>
              <a:gd name="connsiteX138" fmla="*/ 2081213 w 2543175"/>
              <a:gd name="connsiteY138" fmla="*/ 1531144 h 1890712"/>
              <a:gd name="connsiteX139" fmla="*/ 2090738 w 2543175"/>
              <a:gd name="connsiteY139" fmla="*/ 1538287 h 1890712"/>
              <a:gd name="connsiteX140" fmla="*/ 2109788 w 2543175"/>
              <a:gd name="connsiteY140" fmla="*/ 1547812 h 1890712"/>
              <a:gd name="connsiteX141" fmla="*/ 2131219 w 2543175"/>
              <a:gd name="connsiteY141" fmla="*/ 1562100 h 1890712"/>
              <a:gd name="connsiteX142" fmla="*/ 2140744 w 2543175"/>
              <a:gd name="connsiteY142" fmla="*/ 1566862 h 1890712"/>
              <a:gd name="connsiteX143" fmla="*/ 2152650 w 2543175"/>
              <a:gd name="connsiteY143" fmla="*/ 1576387 h 1890712"/>
              <a:gd name="connsiteX144" fmla="*/ 2181225 w 2543175"/>
              <a:gd name="connsiteY144" fmla="*/ 1590675 h 1890712"/>
              <a:gd name="connsiteX145" fmla="*/ 2200275 w 2543175"/>
              <a:gd name="connsiteY145" fmla="*/ 1607344 h 1890712"/>
              <a:gd name="connsiteX146" fmla="*/ 2207419 w 2543175"/>
              <a:gd name="connsiteY146" fmla="*/ 1612106 h 1890712"/>
              <a:gd name="connsiteX147" fmla="*/ 2216944 w 2543175"/>
              <a:gd name="connsiteY147" fmla="*/ 1619250 h 1890712"/>
              <a:gd name="connsiteX148" fmla="*/ 2224088 w 2543175"/>
              <a:gd name="connsiteY148" fmla="*/ 1624012 h 1890712"/>
              <a:gd name="connsiteX149" fmla="*/ 2247900 w 2543175"/>
              <a:gd name="connsiteY149" fmla="*/ 1643062 h 1890712"/>
              <a:gd name="connsiteX150" fmla="*/ 2255044 w 2543175"/>
              <a:gd name="connsiteY150" fmla="*/ 1650206 h 1890712"/>
              <a:gd name="connsiteX151" fmla="*/ 2281238 w 2543175"/>
              <a:gd name="connsiteY151" fmla="*/ 1664494 h 1890712"/>
              <a:gd name="connsiteX152" fmla="*/ 2297907 w 2543175"/>
              <a:gd name="connsiteY152" fmla="*/ 1674019 h 1890712"/>
              <a:gd name="connsiteX153" fmla="*/ 2312194 w 2543175"/>
              <a:gd name="connsiteY153" fmla="*/ 1685925 h 1890712"/>
              <a:gd name="connsiteX154" fmla="*/ 2328863 w 2543175"/>
              <a:gd name="connsiteY154" fmla="*/ 1697831 h 1890712"/>
              <a:gd name="connsiteX155" fmla="*/ 2350294 w 2543175"/>
              <a:gd name="connsiteY155" fmla="*/ 1712119 h 1890712"/>
              <a:gd name="connsiteX156" fmla="*/ 2369344 w 2543175"/>
              <a:gd name="connsiteY156" fmla="*/ 1724025 h 1890712"/>
              <a:gd name="connsiteX157" fmla="*/ 2428876 w 2543175"/>
              <a:gd name="connsiteY157" fmla="*/ 1785938 h 1890712"/>
              <a:gd name="connsiteX158" fmla="*/ 2466975 w 2543175"/>
              <a:gd name="connsiteY158" fmla="*/ 1783556 h 1890712"/>
              <a:gd name="connsiteX159" fmla="*/ 2481263 w 2543175"/>
              <a:gd name="connsiteY159" fmla="*/ 1795462 h 1890712"/>
              <a:gd name="connsiteX160" fmla="*/ 2486025 w 2543175"/>
              <a:gd name="connsiteY160" fmla="*/ 1802606 h 1890712"/>
              <a:gd name="connsiteX161" fmla="*/ 2514600 w 2543175"/>
              <a:gd name="connsiteY161" fmla="*/ 1850231 h 1890712"/>
              <a:gd name="connsiteX162" fmla="*/ 2519363 w 2543175"/>
              <a:gd name="connsiteY162" fmla="*/ 1857375 h 1890712"/>
              <a:gd name="connsiteX163" fmla="*/ 2540794 w 2543175"/>
              <a:gd name="connsiteY163" fmla="*/ 1883569 h 1890712"/>
              <a:gd name="connsiteX164" fmla="*/ 2543175 w 2543175"/>
              <a:gd name="connsiteY16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678782 w 2543175"/>
              <a:gd name="connsiteY103" fmla="*/ 1226344 h 1890712"/>
              <a:gd name="connsiteX104" fmla="*/ 1700213 w 2543175"/>
              <a:gd name="connsiteY104" fmla="*/ 1247775 h 1890712"/>
              <a:gd name="connsiteX105" fmla="*/ 1712119 w 2543175"/>
              <a:gd name="connsiteY105" fmla="*/ 1259681 h 1890712"/>
              <a:gd name="connsiteX106" fmla="*/ 1733550 w 2543175"/>
              <a:gd name="connsiteY106" fmla="*/ 1273969 h 1890712"/>
              <a:gd name="connsiteX107" fmla="*/ 1743075 w 2543175"/>
              <a:gd name="connsiteY107" fmla="*/ 1283494 h 1890712"/>
              <a:gd name="connsiteX108" fmla="*/ 1754982 w 2543175"/>
              <a:gd name="connsiteY108" fmla="*/ 1290637 h 1890712"/>
              <a:gd name="connsiteX109" fmla="*/ 1766888 w 2543175"/>
              <a:gd name="connsiteY109" fmla="*/ 1300162 h 1890712"/>
              <a:gd name="connsiteX110" fmla="*/ 1783557 w 2543175"/>
              <a:gd name="connsiteY110" fmla="*/ 1307306 h 1890712"/>
              <a:gd name="connsiteX111" fmla="*/ 1790700 w 2543175"/>
              <a:gd name="connsiteY111" fmla="*/ 1312069 h 1890712"/>
              <a:gd name="connsiteX112" fmla="*/ 1800225 w 2543175"/>
              <a:gd name="connsiteY112" fmla="*/ 1319212 h 1890712"/>
              <a:gd name="connsiteX113" fmla="*/ 1807369 w 2543175"/>
              <a:gd name="connsiteY113" fmla="*/ 1321594 h 1890712"/>
              <a:gd name="connsiteX114" fmla="*/ 1824038 w 2543175"/>
              <a:gd name="connsiteY114" fmla="*/ 1333500 h 1890712"/>
              <a:gd name="connsiteX115" fmla="*/ 1843088 w 2543175"/>
              <a:gd name="connsiteY115" fmla="*/ 1352550 h 1890712"/>
              <a:gd name="connsiteX116" fmla="*/ 1852613 w 2543175"/>
              <a:gd name="connsiteY116" fmla="*/ 1359694 h 1890712"/>
              <a:gd name="connsiteX117" fmla="*/ 1859757 w 2543175"/>
              <a:gd name="connsiteY117" fmla="*/ 1366837 h 1890712"/>
              <a:gd name="connsiteX118" fmla="*/ 1869282 w 2543175"/>
              <a:gd name="connsiteY118" fmla="*/ 1371600 h 1890712"/>
              <a:gd name="connsiteX119" fmla="*/ 1883569 w 2543175"/>
              <a:gd name="connsiteY119" fmla="*/ 1388269 h 1890712"/>
              <a:gd name="connsiteX120" fmla="*/ 1893094 w 2543175"/>
              <a:gd name="connsiteY120" fmla="*/ 1395412 h 1890712"/>
              <a:gd name="connsiteX121" fmla="*/ 1902619 w 2543175"/>
              <a:gd name="connsiteY121" fmla="*/ 1404937 h 1890712"/>
              <a:gd name="connsiteX122" fmla="*/ 1912144 w 2543175"/>
              <a:gd name="connsiteY122" fmla="*/ 1409700 h 1890712"/>
              <a:gd name="connsiteX123" fmla="*/ 1931194 w 2543175"/>
              <a:gd name="connsiteY123" fmla="*/ 1421606 h 1890712"/>
              <a:gd name="connsiteX124" fmla="*/ 1935957 w 2543175"/>
              <a:gd name="connsiteY124" fmla="*/ 1428750 h 1890712"/>
              <a:gd name="connsiteX125" fmla="*/ 1952625 w 2543175"/>
              <a:gd name="connsiteY125" fmla="*/ 1438275 h 1890712"/>
              <a:gd name="connsiteX126" fmla="*/ 1971675 w 2543175"/>
              <a:gd name="connsiteY126" fmla="*/ 1450181 h 1890712"/>
              <a:gd name="connsiteX127" fmla="*/ 1981200 w 2543175"/>
              <a:gd name="connsiteY127" fmla="*/ 1454944 h 1890712"/>
              <a:gd name="connsiteX128" fmla="*/ 1997869 w 2543175"/>
              <a:gd name="connsiteY128" fmla="*/ 1471612 h 1890712"/>
              <a:gd name="connsiteX129" fmla="*/ 2007394 w 2543175"/>
              <a:gd name="connsiteY129" fmla="*/ 1478756 h 1890712"/>
              <a:gd name="connsiteX130" fmla="*/ 2016919 w 2543175"/>
              <a:gd name="connsiteY130" fmla="*/ 1483519 h 1890712"/>
              <a:gd name="connsiteX131" fmla="*/ 2024063 w 2543175"/>
              <a:gd name="connsiteY131" fmla="*/ 1490662 h 1890712"/>
              <a:gd name="connsiteX132" fmla="*/ 2033588 w 2543175"/>
              <a:gd name="connsiteY132" fmla="*/ 1495425 h 1890712"/>
              <a:gd name="connsiteX133" fmla="*/ 2040732 w 2543175"/>
              <a:gd name="connsiteY133" fmla="*/ 1502569 h 1890712"/>
              <a:gd name="connsiteX134" fmla="*/ 2047875 w 2543175"/>
              <a:gd name="connsiteY134" fmla="*/ 1507331 h 1890712"/>
              <a:gd name="connsiteX135" fmla="*/ 2057400 w 2543175"/>
              <a:gd name="connsiteY135" fmla="*/ 1514475 h 1890712"/>
              <a:gd name="connsiteX136" fmla="*/ 2064544 w 2543175"/>
              <a:gd name="connsiteY136" fmla="*/ 1519237 h 1890712"/>
              <a:gd name="connsiteX137" fmla="*/ 2071688 w 2543175"/>
              <a:gd name="connsiteY137" fmla="*/ 1526381 h 1890712"/>
              <a:gd name="connsiteX138" fmla="*/ 2081213 w 2543175"/>
              <a:gd name="connsiteY138" fmla="*/ 1531144 h 1890712"/>
              <a:gd name="connsiteX139" fmla="*/ 2090738 w 2543175"/>
              <a:gd name="connsiteY139" fmla="*/ 1538287 h 1890712"/>
              <a:gd name="connsiteX140" fmla="*/ 2109788 w 2543175"/>
              <a:gd name="connsiteY140" fmla="*/ 1547812 h 1890712"/>
              <a:gd name="connsiteX141" fmla="*/ 2131219 w 2543175"/>
              <a:gd name="connsiteY141" fmla="*/ 1562100 h 1890712"/>
              <a:gd name="connsiteX142" fmla="*/ 2140744 w 2543175"/>
              <a:gd name="connsiteY142" fmla="*/ 1566862 h 1890712"/>
              <a:gd name="connsiteX143" fmla="*/ 2152650 w 2543175"/>
              <a:gd name="connsiteY143" fmla="*/ 1576387 h 1890712"/>
              <a:gd name="connsiteX144" fmla="*/ 2181225 w 2543175"/>
              <a:gd name="connsiteY144" fmla="*/ 1590675 h 1890712"/>
              <a:gd name="connsiteX145" fmla="*/ 2200275 w 2543175"/>
              <a:gd name="connsiteY145" fmla="*/ 1607344 h 1890712"/>
              <a:gd name="connsiteX146" fmla="*/ 2207419 w 2543175"/>
              <a:gd name="connsiteY146" fmla="*/ 1612106 h 1890712"/>
              <a:gd name="connsiteX147" fmla="*/ 2216944 w 2543175"/>
              <a:gd name="connsiteY147" fmla="*/ 1619250 h 1890712"/>
              <a:gd name="connsiteX148" fmla="*/ 2224088 w 2543175"/>
              <a:gd name="connsiteY148" fmla="*/ 1624012 h 1890712"/>
              <a:gd name="connsiteX149" fmla="*/ 2247900 w 2543175"/>
              <a:gd name="connsiteY149" fmla="*/ 1643062 h 1890712"/>
              <a:gd name="connsiteX150" fmla="*/ 2255044 w 2543175"/>
              <a:gd name="connsiteY150" fmla="*/ 1650206 h 1890712"/>
              <a:gd name="connsiteX151" fmla="*/ 2281238 w 2543175"/>
              <a:gd name="connsiteY151" fmla="*/ 1664494 h 1890712"/>
              <a:gd name="connsiteX152" fmla="*/ 2297907 w 2543175"/>
              <a:gd name="connsiteY152" fmla="*/ 1674019 h 1890712"/>
              <a:gd name="connsiteX153" fmla="*/ 2312194 w 2543175"/>
              <a:gd name="connsiteY153" fmla="*/ 1685925 h 1890712"/>
              <a:gd name="connsiteX154" fmla="*/ 2328863 w 2543175"/>
              <a:gd name="connsiteY154" fmla="*/ 1697831 h 1890712"/>
              <a:gd name="connsiteX155" fmla="*/ 2350294 w 2543175"/>
              <a:gd name="connsiteY155" fmla="*/ 1712119 h 1890712"/>
              <a:gd name="connsiteX156" fmla="*/ 2369344 w 2543175"/>
              <a:gd name="connsiteY156" fmla="*/ 1724025 h 1890712"/>
              <a:gd name="connsiteX157" fmla="*/ 2428876 w 2543175"/>
              <a:gd name="connsiteY157" fmla="*/ 1785938 h 1890712"/>
              <a:gd name="connsiteX158" fmla="*/ 2466975 w 2543175"/>
              <a:gd name="connsiteY158" fmla="*/ 1783556 h 1890712"/>
              <a:gd name="connsiteX159" fmla="*/ 2481263 w 2543175"/>
              <a:gd name="connsiteY159" fmla="*/ 1795462 h 1890712"/>
              <a:gd name="connsiteX160" fmla="*/ 2486025 w 2543175"/>
              <a:gd name="connsiteY160" fmla="*/ 1802606 h 1890712"/>
              <a:gd name="connsiteX161" fmla="*/ 2514600 w 2543175"/>
              <a:gd name="connsiteY161" fmla="*/ 1850231 h 1890712"/>
              <a:gd name="connsiteX162" fmla="*/ 2519363 w 2543175"/>
              <a:gd name="connsiteY162" fmla="*/ 1857375 h 1890712"/>
              <a:gd name="connsiteX163" fmla="*/ 2540794 w 2543175"/>
              <a:gd name="connsiteY163" fmla="*/ 1883569 h 1890712"/>
              <a:gd name="connsiteX164" fmla="*/ 2543175 w 2543175"/>
              <a:gd name="connsiteY16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24088 w 2543175"/>
              <a:gd name="connsiteY147" fmla="*/ 1624012 h 1890712"/>
              <a:gd name="connsiteX148" fmla="*/ 2247900 w 2543175"/>
              <a:gd name="connsiteY148" fmla="*/ 1643062 h 1890712"/>
              <a:gd name="connsiteX149" fmla="*/ 2255044 w 2543175"/>
              <a:gd name="connsiteY149" fmla="*/ 1650206 h 1890712"/>
              <a:gd name="connsiteX150" fmla="*/ 2281238 w 2543175"/>
              <a:gd name="connsiteY150" fmla="*/ 1664494 h 1890712"/>
              <a:gd name="connsiteX151" fmla="*/ 2297907 w 2543175"/>
              <a:gd name="connsiteY151" fmla="*/ 1674019 h 1890712"/>
              <a:gd name="connsiteX152" fmla="*/ 2312194 w 2543175"/>
              <a:gd name="connsiteY152" fmla="*/ 1685925 h 1890712"/>
              <a:gd name="connsiteX153" fmla="*/ 2328863 w 2543175"/>
              <a:gd name="connsiteY153" fmla="*/ 1697831 h 1890712"/>
              <a:gd name="connsiteX154" fmla="*/ 2350294 w 2543175"/>
              <a:gd name="connsiteY154" fmla="*/ 1712119 h 1890712"/>
              <a:gd name="connsiteX155" fmla="*/ 2369344 w 2543175"/>
              <a:gd name="connsiteY155" fmla="*/ 1724025 h 1890712"/>
              <a:gd name="connsiteX156" fmla="*/ 2428876 w 2543175"/>
              <a:gd name="connsiteY156" fmla="*/ 1785938 h 1890712"/>
              <a:gd name="connsiteX157" fmla="*/ 2466975 w 2543175"/>
              <a:gd name="connsiteY157" fmla="*/ 1783556 h 1890712"/>
              <a:gd name="connsiteX158" fmla="*/ 2481263 w 2543175"/>
              <a:gd name="connsiteY158" fmla="*/ 1795462 h 1890712"/>
              <a:gd name="connsiteX159" fmla="*/ 2486025 w 2543175"/>
              <a:gd name="connsiteY159" fmla="*/ 1802606 h 1890712"/>
              <a:gd name="connsiteX160" fmla="*/ 2514600 w 2543175"/>
              <a:gd name="connsiteY160" fmla="*/ 1850231 h 1890712"/>
              <a:gd name="connsiteX161" fmla="*/ 2519363 w 2543175"/>
              <a:gd name="connsiteY161" fmla="*/ 1857375 h 1890712"/>
              <a:gd name="connsiteX162" fmla="*/ 2540794 w 2543175"/>
              <a:gd name="connsiteY162" fmla="*/ 1883569 h 1890712"/>
              <a:gd name="connsiteX163" fmla="*/ 2543175 w 2543175"/>
              <a:gd name="connsiteY163"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24088 w 2543175"/>
              <a:gd name="connsiteY147" fmla="*/ 1624012 h 1890712"/>
              <a:gd name="connsiteX148" fmla="*/ 2247900 w 2543175"/>
              <a:gd name="connsiteY148" fmla="*/ 1643062 h 1890712"/>
              <a:gd name="connsiteX149" fmla="*/ 2255044 w 2543175"/>
              <a:gd name="connsiteY149" fmla="*/ 1650206 h 1890712"/>
              <a:gd name="connsiteX150" fmla="*/ 2281238 w 2543175"/>
              <a:gd name="connsiteY150" fmla="*/ 1664494 h 1890712"/>
              <a:gd name="connsiteX151" fmla="*/ 2297907 w 2543175"/>
              <a:gd name="connsiteY151" fmla="*/ 1674019 h 1890712"/>
              <a:gd name="connsiteX152" fmla="*/ 2312194 w 2543175"/>
              <a:gd name="connsiteY152" fmla="*/ 1685925 h 1890712"/>
              <a:gd name="connsiteX153" fmla="*/ 2328863 w 2543175"/>
              <a:gd name="connsiteY153" fmla="*/ 1697831 h 1890712"/>
              <a:gd name="connsiteX154" fmla="*/ 2350294 w 2543175"/>
              <a:gd name="connsiteY154" fmla="*/ 1712119 h 1890712"/>
              <a:gd name="connsiteX155" fmla="*/ 2428876 w 2543175"/>
              <a:gd name="connsiteY155" fmla="*/ 1785938 h 1890712"/>
              <a:gd name="connsiteX156" fmla="*/ 2466975 w 2543175"/>
              <a:gd name="connsiteY156" fmla="*/ 1783556 h 1890712"/>
              <a:gd name="connsiteX157" fmla="*/ 2481263 w 2543175"/>
              <a:gd name="connsiteY157" fmla="*/ 1795462 h 1890712"/>
              <a:gd name="connsiteX158" fmla="*/ 2486025 w 2543175"/>
              <a:gd name="connsiteY158" fmla="*/ 1802606 h 1890712"/>
              <a:gd name="connsiteX159" fmla="*/ 2514600 w 2543175"/>
              <a:gd name="connsiteY159" fmla="*/ 1850231 h 1890712"/>
              <a:gd name="connsiteX160" fmla="*/ 2519363 w 2543175"/>
              <a:gd name="connsiteY160" fmla="*/ 1857375 h 1890712"/>
              <a:gd name="connsiteX161" fmla="*/ 2540794 w 2543175"/>
              <a:gd name="connsiteY161" fmla="*/ 1883569 h 1890712"/>
              <a:gd name="connsiteX162" fmla="*/ 2543175 w 2543175"/>
              <a:gd name="connsiteY16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297907 w 2543175"/>
              <a:gd name="connsiteY150" fmla="*/ 1674019 h 1890712"/>
              <a:gd name="connsiteX151" fmla="*/ 2312194 w 2543175"/>
              <a:gd name="connsiteY151" fmla="*/ 1685925 h 1890712"/>
              <a:gd name="connsiteX152" fmla="*/ 2328863 w 2543175"/>
              <a:gd name="connsiteY152" fmla="*/ 1697831 h 1890712"/>
              <a:gd name="connsiteX153" fmla="*/ 2350294 w 2543175"/>
              <a:gd name="connsiteY153" fmla="*/ 1712119 h 1890712"/>
              <a:gd name="connsiteX154" fmla="*/ 2428876 w 2543175"/>
              <a:gd name="connsiteY154" fmla="*/ 1785938 h 1890712"/>
              <a:gd name="connsiteX155" fmla="*/ 2466975 w 2543175"/>
              <a:gd name="connsiteY155" fmla="*/ 1783556 h 1890712"/>
              <a:gd name="connsiteX156" fmla="*/ 2481263 w 2543175"/>
              <a:gd name="connsiteY156" fmla="*/ 1795462 h 1890712"/>
              <a:gd name="connsiteX157" fmla="*/ 2486025 w 2543175"/>
              <a:gd name="connsiteY157" fmla="*/ 1802606 h 1890712"/>
              <a:gd name="connsiteX158" fmla="*/ 2514600 w 2543175"/>
              <a:gd name="connsiteY158" fmla="*/ 1850231 h 1890712"/>
              <a:gd name="connsiteX159" fmla="*/ 2519363 w 2543175"/>
              <a:gd name="connsiteY159" fmla="*/ 1857375 h 1890712"/>
              <a:gd name="connsiteX160" fmla="*/ 2540794 w 2543175"/>
              <a:gd name="connsiteY160" fmla="*/ 1883569 h 1890712"/>
              <a:gd name="connsiteX161" fmla="*/ 2543175 w 2543175"/>
              <a:gd name="connsiteY161"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297907 w 2543175"/>
              <a:gd name="connsiteY150" fmla="*/ 1674019 h 1890712"/>
              <a:gd name="connsiteX151" fmla="*/ 2312194 w 2543175"/>
              <a:gd name="connsiteY151" fmla="*/ 1685925 h 1890712"/>
              <a:gd name="connsiteX152" fmla="*/ 2328863 w 2543175"/>
              <a:gd name="connsiteY152" fmla="*/ 1697831 h 1890712"/>
              <a:gd name="connsiteX153" fmla="*/ 2350294 w 2543175"/>
              <a:gd name="connsiteY153" fmla="*/ 1712119 h 1890712"/>
              <a:gd name="connsiteX154" fmla="*/ 2428876 w 2543175"/>
              <a:gd name="connsiteY154" fmla="*/ 1785938 h 1890712"/>
              <a:gd name="connsiteX155" fmla="*/ 2481263 w 2543175"/>
              <a:gd name="connsiteY155" fmla="*/ 1795462 h 1890712"/>
              <a:gd name="connsiteX156" fmla="*/ 2486025 w 2543175"/>
              <a:gd name="connsiteY156" fmla="*/ 1802606 h 1890712"/>
              <a:gd name="connsiteX157" fmla="*/ 2514600 w 2543175"/>
              <a:gd name="connsiteY157" fmla="*/ 1850231 h 1890712"/>
              <a:gd name="connsiteX158" fmla="*/ 2519363 w 2543175"/>
              <a:gd name="connsiteY158" fmla="*/ 1857375 h 1890712"/>
              <a:gd name="connsiteX159" fmla="*/ 2540794 w 2543175"/>
              <a:gd name="connsiteY159" fmla="*/ 1883569 h 1890712"/>
              <a:gd name="connsiteX160" fmla="*/ 2543175 w 2543175"/>
              <a:gd name="connsiteY16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297907 w 2543175"/>
              <a:gd name="connsiteY150" fmla="*/ 1674019 h 1890712"/>
              <a:gd name="connsiteX151" fmla="*/ 2312194 w 2543175"/>
              <a:gd name="connsiteY151" fmla="*/ 1685925 h 1890712"/>
              <a:gd name="connsiteX152" fmla="*/ 2328863 w 2543175"/>
              <a:gd name="connsiteY152" fmla="*/ 1697831 h 1890712"/>
              <a:gd name="connsiteX153" fmla="*/ 2350294 w 2543175"/>
              <a:gd name="connsiteY153" fmla="*/ 1712119 h 1890712"/>
              <a:gd name="connsiteX154" fmla="*/ 2428876 w 2543175"/>
              <a:gd name="connsiteY154" fmla="*/ 1785938 h 1890712"/>
              <a:gd name="connsiteX155" fmla="*/ 2481263 w 2543175"/>
              <a:gd name="connsiteY155" fmla="*/ 1795462 h 1890712"/>
              <a:gd name="connsiteX156" fmla="*/ 2514600 w 2543175"/>
              <a:gd name="connsiteY156" fmla="*/ 1850231 h 1890712"/>
              <a:gd name="connsiteX157" fmla="*/ 2519363 w 2543175"/>
              <a:gd name="connsiteY157" fmla="*/ 1857375 h 1890712"/>
              <a:gd name="connsiteX158" fmla="*/ 2540794 w 2543175"/>
              <a:gd name="connsiteY158" fmla="*/ 1883569 h 1890712"/>
              <a:gd name="connsiteX159" fmla="*/ 2543175 w 2543175"/>
              <a:gd name="connsiteY15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297907 w 2543175"/>
              <a:gd name="connsiteY150" fmla="*/ 1674019 h 1890712"/>
              <a:gd name="connsiteX151" fmla="*/ 2312194 w 2543175"/>
              <a:gd name="connsiteY151" fmla="*/ 1685925 h 1890712"/>
              <a:gd name="connsiteX152" fmla="*/ 2328863 w 2543175"/>
              <a:gd name="connsiteY152" fmla="*/ 1697831 h 1890712"/>
              <a:gd name="connsiteX153" fmla="*/ 2350294 w 2543175"/>
              <a:gd name="connsiteY153" fmla="*/ 1712119 h 1890712"/>
              <a:gd name="connsiteX154" fmla="*/ 2428876 w 2543175"/>
              <a:gd name="connsiteY154" fmla="*/ 1785938 h 1890712"/>
              <a:gd name="connsiteX155" fmla="*/ 2469356 w 2543175"/>
              <a:gd name="connsiteY155" fmla="*/ 1816894 h 1890712"/>
              <a:gd name="connsiteX156" fmla="*/ 2514600 w 2543175"/>
              <a:gd name="connsiteY156" fmla="*/ 1850231 h 1890712"/>
              <a:gd name="connsiteX157" fmla="*/ 2519363 w 2543175"/>
              <a:gd name="connsiteY157" fmla="*/ 1857375 h 1890712"/>
              <a:gd name="connsiteX158" fmla="*/ 2540794 w 2543175"/>
              <a:gd name="connsiteY158" fmla="*/ 1883569 h 1890712"/>
              <a:gd name="connsiteX159" fmla="*/ 2543175 w 2543175"/>
              <a:gd name="connsiteY15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297907 w 2543175"/>
              <a:gd name="connsiteY150" fmla="*/ 1674019 h 1890712"/>
              <a:gd name="connsiteX151" fmla="*/ 2312194 w 2543175"/>
              <a:gd name="connsiteY151" fmla="*/ 1685925 h 1890712"/>
              <a:gd name="connsiteX152" fmla="*/ 2350294 w 2543175"/>
              <a:gd name="connsiteY152" fmla="*/ 1712119 h 1890712"/>
              <a:gd name="connsiteX153" fmla="*/ 2428876 w 2543175"/>
              <a:gd name="connsiteY153" fmla="*/ 1785938 h 1890712"/>
              <a:gd name="connsiteX154" fmla="*/ 2469356 w 2543175"/>
              <a:gd name="connsiteY154" fmla="*/ 1816894 h 1890712"/>
              <a:gd name="connsiteX155" fmla="*/ 2514600 w 2543175"/>
              <a:gd name="connsiteY155" fmla="*/ 1850231 h 1890712"/>
              <a:gd name="connsiteX156" fmla="*/ 2519363 w 2543175"/>
              <a:gd name="connsiteY156" fmla="*/ 1857375 h 1890712"/>
              <a:gd name="connsiteX157" fmla="*/ 2540794 w 2543175"/>
              <a:gd name="connsiteY157" fmla="*/ 1883569 h 1890712"/>
              <a:gd name="connsiteX158" fmla="*/ 2543175 w 2543175"/>
              <a:gd name="connsiteY158"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312194 w 2543175"/>
              <a:gd name="connsiteY150" fmla="*/ 1685925 h 1890712"/>
              <a:gd name="connsiteX151" fmla="*/ 2350294 w 2543175"/>
              <a:gd name="connsiteY151" fmla="*/ 1712119 h 1890712"/>
              <a:gd name="connsiteX152" fmla="*/ 2428876 w 2543175"/>
              <a:gd name="connsiteY152" fmla="*/ 1785938 h 1890712"/>
              <a:gd name="connsiteX153" fmla="*/ 2469356 w 2543175"/>
              <a:gd name="connsiteY153" fmla="*/ 1816894 h 1890712"/>
              <a:gd name="connsiteX154" fmla="*/ 2514600 w 2543175"/>
              <a:gd name="connsiteY154" fmla="*/ 1850231 h 1890712"/>
              <a:gd name="connsiteX155" fmla="*/ 2519363 w 2543175"/>
              <a:gd name="connsiteY155" fmla="*/ 1857375 h 1890712"/>
              <a:gd name="connsiteX156" fmla="*/ 2540794 w 2543175"/>
              <a:gd name="connsiteY156" fmla="*/ 1883569 h 1890712"/>
              <a:gd name="connsiteX157" fmla="*/ 2543175 w 2543175"/>
              <a:gd name="connsiteY157"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81238 w 2543175"/>
              <a:gd name="connsiteY148" fmla="*/ 1664494 h 1890712"/>
              <a:gd name="connsiteX149" fmla="*/ 2312194 w 2543175"/>
              <a:gd name="connsiteY149" fmla="*/ 1685925 h 1890712"/>
              <a:gd name="connsiteX150" fmla="*/ 2350294 w 2543175"/>
              <a:gd name="connsiteY150" fmla="*/ 1712119 h 1890712"/>
              <a:gd name="connsiteX151" fmla="*/ 2428876 w 2543175"/>
              <a:gd name="connsiteY151" fmla="*/ 1785938 h 1890712"/>
              <a:gd name="connsiteX152" fmla="*/ 2469356 w 2543175"/>
              <a:gd name="connsiteY152" fmla="*/ 1816894 h 1890712"/>
              <a:gd name="connsiteX153" fmla="*/ 2514600 w 2543175"/>
              <a:gd name="connsiteY153" fmla="*/ 1850231 h 1890712"/>
              <a:gd name="connsiteX154" fmla="*/ 2519363 w 2543175"/>
              <a:gd name="connsiteY154" fmla="*/ 1857375 h 1890712"/>
              <a:gd name="connsiteX155" fmla="*/ 2540794 w 2543175"/>
              <a:gd name="connsiteY155" fmla="*/ 1883569 h 1890712"/>
              <a:gd name="connsiteX156" fmla="*/ 2543175 w 2543175"/>
              <a:gd name="connsiteY15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81238 w 2543175"/>
              <a:gd name="connsiteY148" fmla="*/ 1674019 h 1890712"/>
              <a:gd name="connsiteX149" fmla="*/ 2312194 w 2543175"/>
              <a:gd name="connsiteY149" fmla="*/ 1685925 h 1890712"/>
              <a:gd name="connsiteX150" fmla="*/ 2350294 w 2543175"/>
              <a:gd name="connsiteY150" fmla="*/ 1712119 h 1890712"/>
              <a:gd name="connsiteX151" fmla="*/ 2428876 w 2543175"/>
              <a:gd name="connsiteY151" fmla="*/ 1785938 h 1890712"/>
              <a:gd name="connsiteX152" fmla="*/ 2469356 w 2543175"/>
              <a:gd name="connsiteY152" fmla="*/ 1816894 h 1890712"/>
              <a:gd name="connsiteX153" fmla="*/ 2514600 w 2543175"/>
              <a:gd name="connsiteY153" fmla="*/ 1850231 h 1890712"/>
              <a:gd name="connsiteX154" fmla="*/ 2519363 w 2543175"/>
              <a:gd name="connsiteY154" fmla="*/ 1857375 h 1890712"/>
              <a:gd name="connsiteX155" fmla="*/ 2540794 w 2543175"/>
              <a:gd name="connsiteY155" fmla="*/ 1883569 h 1890712"/>
              <a:gd name="connsiteX156" fmla="*/ 2543175 w 2543175"/>
              <a:gd name="connsiteY15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81238 w 2543175"/>
              <a:gd name="connsiteY148" fmla="*/ 1674019 h 1890712"/>
              <a:gd name="connsiteX149" fmla="*/ 2312194 w 2543175"/>
              <a:gd name="connsiteY149" fmla="*/ 1702594 h 1890712"/>
              <a:gd name="connsiteX150" fmla="*/ 2350294 w 2543175"/>
              <a:gd name="connsiteY150" fmla="*/ 1712119 h 1890712"/>
              <a:gd name="connsiteX151" fmla="*/ 2428876 w 2543175"/>
              <a:gd name="connsiteY151" fmla="*/ 1785938 h 1890712"/>
              <a:gd name="connsiteX152" fmla="*/ 2469356 w 2543175"/>
              <a:gd name="connsiteY152" fmla="*/ 1816894 h 1890712"/>
              <a:gd name="connsiteX153" fmla="*/ 2514600 w 2543175"/>
              <a:gd name="connsiteY153" fmla="*/ 1850231 h 1890712"/>
              <a:gd name="connsiteX154" fmla="*/ 2519363 w 2543175"/>
              <a:gd name="connsiteY154" fmla="*/ 1857375 h 1890712"/>
              <a:gd name="connsiteX155" fmla="*/ 2540794 w 2543175"/>
              <a:gd name="connsiteY155" fmla="*/ 1883569 h 1890712"/>
              <a:gd name="connsiteX156" fmla="*/ 2543175 w 2543175"/>
              <a:gd name="connsiteY15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81238 w 2543175"/>
              <a:gd name="connsiteY148" fmla="*/ 1674019 h 1890712"/>
              <a:gd name="connsiteX149" fmla="*/ 2312194 w 2543175"/>
              <a:gd name="connsiteY149" fmla="*/ 1702594 h 1890712"/>
              <a:gd name="connsiteX150" fmla="*/ 2369344 w 2543175"/>
              <a:gd name="connsiteY150" fmla="*/ 1757363 h 1890712"/>
              <a:gd name="connsiteX151" fmla="*/ 2428876 w 2543175"/>
              <a:gd name="connsiteY151" fmla="*/ 1785938 h 1890712"/>
              <a:gd name="connsiteX152" fmla="*/ 2469356 w 2543175"/>
              <a:gd name="connsiteY152" fmla="*/ 1816894 h 1890712"/>
              <a:gd name="connsiteX153" fmla="*/ 2514600 w 2543175"/>
              <a:gd name="connsiteY153" fmla="*/ 1850231 h 1890712"/>
              <a:gd name="connsiteX154" fmla="*/ 2519363 w 2543175"/>
              <a:gd name="connsiteY154" fmla="*/ 1857375 h 1890712"/>
              <a:gd name="connsiteX155" fmla="*/ 2540794 w 2543175"/>
              <a:gd name="connsiteY155" fmla="*/ 1883569 h 1890712"/>
              <a:gd name="connsiteX156" fmla="*/ 2543175 w 2543175"/>
              <a:gd name="connsiteY15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907257 w 2543175"/>
              <a:gd name="connsiteY66" fmla="*/ 683419 h 1890712"/>
              <a:gd name="connsiteX67" fmla="*/ 928688 w 2543175"/>
              <a:gd name="connsiteY67" fmla="*/ 695325 h 1890712"/>
              <a:gd name="connsiteX68" fmla="*/ 942975 w 2543175"/>
              <a:gd name="connsiteY68" fmla="*/ 700087 h 1890712"/>
              <a:gd name="connsiteX69" fmla="*/ 964407 w 2543175"/>
              <a:gd name="connsiteY69" fmla="*/ 716756 h 1890712"/>
              <a:gd name="connsiteX70" fmla="*/ 971550 w 2543175"/>
              <a:gd name="connsiteY70" fmla="*/ 723900 h 1890712"/>
              <a:gd name="connsiteX71" fmla="*/ 983457 w 2543175"/>
              <a:gd name="connsiteY71" fmla="*/ 733425 h 1890712"/>
              <a:gd name="connsiteX72" fmla="*/ 990600 w 2543175"/>
              <a:gd name="connsiteY72" fmla="*/ 738187 h 1890712"/>
              <a:gd name="connsiteX73" fmla="*/ 1007269 w 2543175"/>
              <a:gd name="connsiteY73" fmla="*/ 752475 h 1890712"/>
              <a:gd name="connsiteX74" fmla="*/ 1031082 w 2543175"/>
              <a:gd name="connsiteY74" fmla="*/ 766762 h 1890712"/>
              <a:gd name="connsiteX75" fmla="*/ 1042988 w 2543175"/>
              <a:gd name="connsiteY75" fmla="*/ 773906 h 1890712"/>
              <a:gd name="connsiteX76" fmla="*/ 1071563 w 2543175"/>
              <a:gd name="connsiteY76" fmla="*/ 785812 h 1890712"/>
              <a:gd name="connsiteX77" fmla="*/ 1097757 w 2543175"/>
              <a:gd name="connsiteY77" fmla="*/ 807244 h 1890712"/>
              <a:gd name="connsiteX78" fmla="*/ 1104900 w 2543175"/>
              <a:gd name="connsiteY78" fmla="*/ 814387 h 1890712"/>
              <a:gd name="connsiteX79" fmla="*/ 1121569 w 2543175"/>
              <a:gd name="connsiteY79" fmla="*/ 823912 h 1890712"/>
              <a:gd name="connsiteX80" fmla="*/ 1138238 w 2543175"/>
              <a:gd name="connsiteY80" fmla="*/ 835819 h 1890712"/>
              <a:gd name="connsiteX81" fmla="*/ 1147763 w 2543175"/>
              <a:gd name="connsiteY81" fmla="*/ 842962 h 1890712"/>
              <a:gd name="connsiteX82" fmla="*/ 1157288 w 2543175"/>
              <a:gd name="connsiteY82" fmla="*/ 847725 h 1890712"/>
              <a:gd name="connsiteX83" fmla="*/ 1178719 w 2543175"/>
              <a:gd name="connsiteY83" fmla="*/ 859631 h 1890712"/>
              <a:gd name="connsiteX84" fmla="*/ 1188244 w 2543175"/>
              <a:gd name="connsiteY84" fmla="*/ 866775 h 1890712"/>
              <a:gd name="connsiteX85" fmla="*/ 1195388 w 2543175"/>
              <a:gd name="connsiteY85" fmla="*/ 871537 h 1890712"/>
              <a:gd name="connsiteX86" fmla="*/ 1212057 w 2543175"/>
              <a:gd name="connsiteY86" fmla="*/ 883444 h 1890712"/>
              <a:gd name="connsiteX87" fmla="*/ 1226344 w 2543175"/>
              <a:gd name="connsiteY87" fmla="*/ 895350 h 1890712"/>
              <a:gd name="connsiteX88" fmla="*/ 1245394 w 2543175"/>
              <a:gd name="connsiteY88" fmla="*/ 907256 h 1890712"/>
              <a:gd name="connsiteX89" fmla="*/ 1254919 w 2543175"/>
              <a:gd name="connsiteY89" fmla="*/ 914400 h 1890712"/>
              <a:gd name="connsiteX90" fmla="*/ 1269207 w 2543175"/>
              <a:gd name="connsiteY90" fmla="*/ 921544 h 1890712"/>
              <a:gd name="connsiteX91" fmla="*/ 1290638 w 2543175"/>
              <a:gd name="connsiteY91" fmla="*/ 935831 h 1890712"/>
              <a:gd name="connsiteX92" fmla="*/ 1307307 w 2543175"/>
              <a:gd name="connsiteY92" fmla="*/ 952500 h 1890712"/>
              <a:gd name="connsiteX93" fmla="*/ 1333500 w 2543175"/>
              <a:gd name="connsiteY93" fmla="*/ 971550 h 1890712"/>
              <a:gd name="connsiteX94" fmla="*/ 1359694 w 2543175"/>
              <a:gd name="connsiteY94" fmla="*/ 990600 h 1890712"/>
              <a:gd name="connsiteX95" fmla="*/ 1385888 w 2543175"/>
              <a:gd name="connsiteY95" fmla="*/ 1021557 h 1890712"/>
              <a:gd name="connsiteX96" fmla="*/ 1435894 w 2543175"/>
              <a:gd name="connsiteY96" fmla="*/ 1054894 h 1890712"/>
              <a:gd name="connsiteX97" fmla="*/ 1497806 w 2543175"/>
              <a:gd name="connsiteY97" fmla="*/ 1104900 h 1890712"/>
              <a:gd name="connsiteX98" fmla="*/ 1559718 w 2543175"/>
              <a:gd name="connsiteY98" fmla="*/ 1154906 h 1890712"/>
              <a:gd name="connsiteX99" fmla="*/ 1595438 w 2543175"/>
              <a:gd name="connsiteY99" fmla="*/ 1181100 h 1890712"/>
              <a:gd name="connsiteX100" fmla="*/ 1628775 w 2543175"/>
              <a:gd name="connsiteY100" fmla="*/ 1207294 h 1890712"/>
              <a:gd name="connsiteX101" fmla="*/ 1662113 w 2543175"/>
              <a:gd name="connsiteY101" fmla="*/ 1231107 h 1890712"/>
              <a:gd name="connsiteX102" fmla="*/ 1700213 w 2543175"/>
              <a:gd name="connsiteY102" fmla="*/ 1247775 h 1890712"/>
              <a:gd name="connsiteX103" fmla="*/ 1712119 w 2543175"/>
              <a:gd name="connsiteY103" fmla="*/ 1259681 h 1890712"/>
              <a:gd name="connsiteX104" fmla="*/ 1733550 w 2543175"/>
              <a:gd name="connsiteY104" fmla="*/ 1273969 h 1890712"/>
              <a:gd name="connsiteX105" fmla="*/ 1743075 w 2543175"/>
              <a:gd name="connsiteY105" fmla="*/ 1283494 h 1890712"/>
              <a:gd name="connsiteX106" fmla="*/ 1754982 w 2543175"/>
              <a:gd name="connsiteY106" fmla="*/ 1290637 h 1890712"/>
              <a:gd name="connsiteX107" fmla="*/ 1766888 w 2543175"/>
              <a:gd name="connsiteY107" fmla="*/ 1300162 h 1890712"/>
              <a:gd name="connsiteX108" fmla="*/ 1783557 w 2543175"/>
              <a:gd name="connsiteY108" fmla="*/ 1307306 h 1890712"/>
              <a:gd name="connsiteX109" fmla="*/ 1790700 w 2543175"/>
              <a:gd name="connsiteY109" fmla="*/ 1312069 h 1890712"/>
              <a:gd name="connsiteX110" fmla="*/ 1800225 w 2543175"/>
              <a:gd name="connsiteY110" fmla="*/ 1319212 h 1890712"/>
              <a:gd name="connsiteX111" fmla="*/ 1807369 w 2543175"/>
              <a:gd name="connsiteY111" fmla="*/ 1321594 h 1890712"/>
              <a:gd name="connsiteX112" fmla="*/ 1824038 w 2543175"/>
              <a:gd name="connsiteY112" fmla="*/ 1333500 h 1890712"/>
              <a:gd name="connsiteX113" fmla="*/ 1843088 w 2543175"/>
              <a:gd name="connsiteY113" fmla="*/ 1352550 h 1890712"/>
              <a:gd name="connsiteX114" fmla="*/ 1852613 w 2543175"/>
              <a:gd name="connsiteY114" fmla="*/ 1359694 h 1890712"/>
              <a:gd name="connsiteX115" fmla="*/ 1859757 w 2543175"/>
              <a:gd name="connsiteY115" fmla="*/ 1366837 h 1890712"/>
              <a:gd name="connsiteX116" fmla="*/ 1869282 w 2543175"/>
              <a:gd name="connsiteY116" fmla="*/ 1371600 h 1890712"/>
              <a:gd name="connsiteX117" fmla="*/ 1883569 w 2543175"/>
              <a:gd name="connsiteY117" fmla="*/ 1388269 h 1890712"/>
              <a:gd name="connsiteX118" fmla="*/ 1893094 w 2543175"/>
              <a:gd name="connsiteY118" fmla="*/ 1395412 h 1890712"/>
              <a:gd name="connsiteX119" fmla="*/ 1902619 w 2543175"/>
              <a:gd name="connsiteY119" fmla="*/ 1404937 h 1890712"/>
              <a:gd name="connsiteX120" fmla="*/ 1912144 w 2543175"/>
              <a:gd name="connsiteY120" fmla="*/ 1409700 h 1890712"/>
              <a:gd name="connsiteX121" fmla="*/ 1931194 w 2543175"/>
              <a:gd name="connsiteY121" fmla="*/ 1421606 h 1890712"/>
              <a:gd name="connsiteX122" fmla="*/ 1935957 w 2543175"/>
              <a:gd name="connsiteY122" fmla="*/ 1428750 h 1890712"/>
              <a:gd name="connsiteX123" fmla="*/ 1952625 w 2543175"/>
              <a:gd name="connsiteY123" fmla="*/ 1438275 h 1890712"/>
              <a:gd name="connsiteX124" fmla="*/ 1971675 w 2543175"/>
              <a:gd name="connsiteY124" fmla="*/ 1450181 h 1890712"/>
              <a:gd name="connsiteX125" fmla="*/ 1981200 w 2543175"/>
              <a:gd name="connsiteY125" fmla="*/ 1454944 h 1890712"/>
              <a:gd name="connsiteX126" fmla="*/ 1997869 w 2543175"/>
              <a:gd name="connsiteY126" fmla="*/ 1471612 h 1890712"/>
              <a:gd name="connsiteX127" fmla="*/ 2007394 w 2543175"/>
              <a:gd name="connsiteY127" fmla="*/ 1478756 h 1890712"/>
              <a:gd name="connsiteX128" fmla="*/ 2016919 w 2543175"/>
              <a:gd name="connsiteY128" fmla="*/ 1483519 h 1890712"/>
              <a:gd name="connsiteX129" fmla="*/ 2024063 w 2543175"/>
              <a:gd name="connsiteY129" fmla="*/ 1490662 h 1890712"/>
              <a:gd name="connsiteX130" fmla="*/ 2033588 w 2543175"/>
              <a:gd name="connsiteY130" fmla="*/ 1495425 h 1890712"/>
              <a:gd name="connsiteX131" fmla="*/ 2040732 w 2543175"/>
              <a:gd name="connsiteY131" fmla="*/ 1502569 h 1890712"/>
              <a:gd name="connsiteX132" fmla="*/ 2047875 w 2543175"/>
              <a:gd name="connsiteY132" fmla="*/ 1507331 h 1890712"/>
              <a:gd name="connsiteX133" fmla="*/ 2057400 w 2543175"/>
              <a:gd name="connsiteY133" fmla="*/ 1514475 h 1890712"/>
              <a:gd name="connsiteX134" fmla="*/ 2064544 w 2543175"/>
              <a:gd name="connsiteY134" fmla="*/ 1519237 h 1890712"/>
              <a:gd name="connsiteX135" fmla="*/ 2071688 w 2543175"/>
              <a:gd name="connsiteY135" fmla="*/ 1526381 h 1890712"/>
              <a:gd name="connsiteX136" fmla="*/ 2081213 w 2543175"/>
              <a:gd name="connsiteY136" fmla="*/ 1531144 h 1890712"/>
              <a:gd name="connsiteX137" fmla="*/ 2090738 w 2543175"/>
              <a:gd name="connsiteY137" fmla="*/ 1538287 h 1890712"/>
              <a:gd name="connsiteX138" fmla="*/ 2109788 w 2543175"/>
              <a:gd name="connsiteY138" fmla="*/ 1547812 h 1890712"/>
              <a:gd name="connsiteX139" fmla="*/ 2131219 w 2543175"/>
              <a:gd name="connsiteY139" fmla="*/ 1562100 h 1890712"/>
              <a:gd name="connsiteX140" fmla="*/ 2140744 w 2543175"/>
              <a:gd name="connsiteY140" fmla="*/ 1566862 h 1890712"/>
              <a:gd name="connsiteX141" fmla="*/ 2152650 w 2543175"/>
              <a:gd name="connsiteY141" fmla="*/ 1576387 h 1890712"/>
              <a:gd name="connsiteX142" fmla="*/ 2181225 w 2543175"/>
              <a:gd name="connsiteY142" fmla="*/ 1590675 h 1890712"/>
              <a:gd name="connsiteX143" fmla="*/ 2200275 w 2543175"/>
              <a:gd name="connsiteY143" fmla="*/ 1607344 h 1890712"/>
              <a:gd name="connsiteX144" fmla="*/ 2207419 w 2543175"/>
              <a:gd name="connsiteY144" fmla="*/ 1612106 h 1890712"/>
              <a:gd name="connsiteX145" fmla="*/ 2216944 w 2543175"/>
              <a:gd name="connsiteY145" fmla="*/ 1619250 h 1890712"/>
              <a:gd name="connsiteX146" fmla="*/ 2247900 w 2543175"/>
              <a:gd name="connsiteY146" fmla="*/ 1643062 h 1890712"/>
              <a:gd name="connsiteX147" fmla="*/ 2281238 w 2543175"/>
              <a:gd name="connsiteY147" fmla="*/ 1674019 h 1890712"/>
              <a:gd name="connsiteX148" fmla="*/ 2312194 w 2543175"/>
              <a:gd name="connsiteY148" fmla="*/ 1702594 h 1890712"/>
              <a:gd name="connsiteX149" fmla="*/ 2369344 w 2543175"/>
              <a:gd name="connsiteY149" fmla="*/ 1757363 h 1890712"/>
              <a:gd name="connsiteX150" fmla="*/ 2428876 w 2543175"/>
              <a:gd name="connsiteY150" fmla="*/ 1785938 h 1890712"/>
              <a:gd name="connsiteX151" fmla="*/ 2469356 w 2543175"/>
              <a:gd name="connsiteY151" fmla="*/ 1816894 h 1890712"/>
              <a:gd name="connsiteX152" fmla="*/ 2514600 w 2543175"/>
              <a:gd name="connsiteY152" fmla="*/ 1850231 h 1890712"/>
              <a:gd name="connsiteX153" fmla="*/ 2519363 w 2543175"/>
              <a:gd name="connsiteY153" fmla="*/ 1857375 h 1890712"/>
              <a:gd name="connsiteX154" fmla="*/ 2540794 w 2543175"/>
              <a:gd name="connsiteY154" fmla="*/ 1883569 h 1890712"/>
              <a:gd name="connsiteX155" fmla="*/ 2543175 w 2543175"/>
              <a:gd name="connsiteY155"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88207 w 2543175"/>
              <a:gd name="connsiteY64" fmla="*/ 676275 h 1890712"/>
              <a:gd name="connsiteX65" fmla="*/ 907257 w 2543175"/>
              <a:gd name="connsiteY65" fmla="*/ 683419 h 1890712"/>
              <a:gd name="connsiteX66" fmla="*/ 928688 w 2543175"/>
              <a:gd name="connsiteY66" fmla="*/ 695325 h 1890712"/>
              <a:gd name="connsiteX67" fmla="*/ 942975 w 2543175"/>
              <a:gd name="connsiteY67" fmla="*/ 700087 h 1890712"/>
              <a:gd name="connsiteX68" fmla="*/ 964407 w 2543175"/>
              <a:gd name="connsiteY68" fmla="*/ 716756 h 1890712"/>
              <a:gd name="connsiteX69" fmla="*/ 971550 w 2543175"/>
              <a:gd name="connsiteY69" fmla="*/ 723900 h 1890712"/>
              <a:gd name="connsiteX70" fmla="*/ 983457 w 2543175"/>
              <a:gd name="connsiteY70" fmla="*/ 733425 h 1890712"/>
              <a:gd name="connsiteX71" fmla="*/ 990600 w 2543175"/>
              <a:gd name="connsiteY71" fmla="*/ 738187 h 1890712"/>
              <a:gd name="connsiteX72" fmla="*/ 1007269 w 2543175"/>
              <a:gd name="connsiteY72" fmla="*/ 752475 h 1890712"/>
              <a:gd name="connsiteX73" fmla="*/ 1031082 w 2543175"/>
              <a:gd name="connsiteY73" fmla="*/ 766762 h 1890712"/>
              <a:gd name="connsiteX74" fmla="*/ 1042988 w 2543175"/>
              <a:gd name="connsiteY74" fmla="*/ 773906 h 1890712"/>
              <a:gd name="connsiteX75" fmla="*/ 1071563 w 2543175"/>
              <a:gd name="connsiteY75" fmla="*/ 785812 h 1890712"/>
              <a:gd name="connsiteX76" fmla="*/ 1097757 w 2543175"/>
              <a:gd name="connsiteY76" fmla="*/ 807244 h 1890712"/>
              <a:gd name="connsiteX77" fmla="*/ 1104900 w 2543175"/>
              <a:gd name="connsiteY77" fmla="*/ 814387 h 1890712"/>
              <a:gd name="connsiteX78" fmla="*/ 1121569 w 2543175"/>
              <a:gd name="connsiteY78" fmla="*/ 823912 h 1890712"/>
              <a:gd name="connsiteX79" fmla="*/ 1138238 w 2543175"/>
              <a:gd name="connsiteY79" fmla="*/ 835819 h 1890712"/>
              <a:gd name="connsiteX80" fmla="*/ 1147763 w 2543175"/>
              <a:gd name="connsiteY80" fmla="*/ 842962 h 1890712"/>
              <a:gd name="connsiteX81" fmla="*/ 1157288 w 2543175"/>
              <a:gd name="connsiteY81" fmla="*/ 847725 h 1890712"/>
              <a:gd name="connsiteX82" fmla="*/ 1178719 w 2543175"/>
              <a:gd name="connsiteY82" fmla="*/ 859631 h 1890712"/>
              <a:gd name="connsiteX83" fmla="*/ 1188244 w 2543175"/>
              <a:gd name="connsiteY83" fmla="*/ 866775 h 1890712"/>
              <a:gd name="connsiteX84" fmla="*/ 1195388 w 2543175"/>
              <a:gd name="connsiteY84" fmla="*/ 871537 h 1890712"/>
              <a:gd name="connsiteX85" fmla="*/ 1212057 w 2543175"/>
              <a:gd name="connsiteY85" fmla="*/ 883444 h 1890712"/>
              <a:gd name="connsiteX86" fmla="*/ 1226344 w 2543175"/>
              <a:gd name="connsiteY86" fmla="*/ 895350 h 1890712"/>
              <a:gd name="connsiteX87" fmla="*/ 1245394 w 2543175"/>
              <a:gd name="connsiteY87" fmla="*/ 907256 h 1890712"/>
              <a:gd name="connsiteX88" fmla="*/ 1254919 w 2543175"/>
              <a:gd name="connsiteY88" fmla="*/ 914400 h 1890712"/>
              <a:gd name="connsiteX89" fmla="*/ 1269207 w 2543175"/>
              <a:gd name="connsiteY89" fmla="*/ 921544 h 1890712"/>
              <a:gd name="connsiteX90" fmla="*/ 1290638 w 2543175"/>
              <a:gd name="connsiteY90" fmla="*/ 935831 h 1890712"/>
              <a:gd name="connsiteX91" fmla="*/ 1307307 w 2543175"/>
              <a:gd name="connsiteY91" fmla="*/ 952500 h 1890712"/>
              <a:gd name="connsiteX92" fmla="*/ 1333500 w 2543175"/>
              <a:gd name="connsiteY92" fmla="*/ 971550 h 1890712"/>
              <a:gd name="connsiteX93" fmla="*/ 1359694 w 2543175"/>
              <a:gd name="connsiteY93" fmla="*/ 990600 h 1890712"/>
              <a:gd name="connsiteX94" fmla="*/ 1385888 w 2543175"/>
              <a:gd name="connsiteY94" fmla="*/ 1021557 h 1890712"/>
              <a:gd name="connsiteX95" fmla="*/ 1435894 w 2543175"/>
              <a:gd name="connsiteY95" fmla="*/ 1054894 h 1890712"/>
              <a:gd name="connsiteX96" fmla="*/ 1497806 w 2543175"/>
              <a:gd name="connsiteY96" fmla="*/ 1104900 h 1890712"/>
              <a:gd name="connsiteX97" fmla="*/ 1559718 w 2543175"/>
              <a:gd name="connsiteY97" fmla="*/ 1154906 h 1890712"/>
              <a:gd name="connsiteX98" fmla="*/ 1595438 w 2543175"/>
              <a:gd name="connsiteY98" fmla="*/ 1181100 h 1890712"/>
              <a:gd name="connsiteX99" fmla="*/ 1628775 w 2543175"/>
              <a:gd name="connsiteY99" fmla="*/ 1207294 h 1890712"/>
              <a:gd name="connsiteX100" fmla="*/ 1662113 w 2543175"/>
              <a:gd name="connsiteY100" fmla="*/ 1231107 h 1890712"/>
              <a:gd name="connsiteX101" fmla="*/ 1700213 w 2543175"/>
              <a:gd name="connsiteY101" fmla="*/ 1247775 h 1890712"/>
              <a:gd name="connsiteX102" fmla="*/ 1712119 w 2543175"/>
              <a:gd name="connsiteY102" fmla="*/ 1259681 h 1890712"/>
              <a:gd name="connsiteX103" fmla="*/ 1733550 w 2543175"/>
              <a:gd name="connsiteY103" fmla="*/ 1273969 h 1890712"/>
              <a:gd name="connsiteX104" fmla="*/ 1743075 w 2543175"/>
              <a:gd name="connsiteY104" fmla="*/ 1283494 h 1890712"/>
              <a:gd name="connsiteX105" fmla="*/ 1754982 w 2543175"/>
              <a:gd name="connsiteY105" fmla="*/ 1290637 h 1890712"/>
              <a:gd name="connsiteX106" fmla="*/ 1766888 w 2543175"/>
              <a:gd name="connsiteY106" fmla="*/ 1300162 h 1890712"/>
              <a:gd name="connsiteX107" fmla="*/ 1783557 w 2543175"/>
              <a:gd name="connsiteY107" fmla="*/ 1307306 h 1890712"/>
              <a:gd name="connsiteX108" fmla="*/ 1790700 w 2543175"/>
              <a:gd name="connsiteY108" fmla="*/ 1312069 h 1890712"/>
              <a:gd name="connsiteX109" fmla="*/ 1800225 w 2543175"/>
              <a:gd name="connsiteY109" fmla="*/ 1319212 h 1890712"/>
              <a:gd name="connsiteX110" fmla="*/ 1807369 w 2543175"/>
              <a:gd name="connsiteY110" fmla="*/ 1321594 h 1890712"/>
              <a:gd name="connsiteX111" fmla="*/ 1824038 w 2543175"/>
              <a:gd name="connsiteY111" fmla="*/ 1333500 h 1890712"/>
              <a:gd name="connsiteX112" fmla="*/ 1843088 w 2543175"/>
              <a:gd name="connsiteY112" fmla="*/ 1352550 h 1890712"/>
              <a:gd name="connsiteX113" fmla="*/ 1852613 w 2543175"/>
              <a:gd name="connsiteY113" fmla="*/ 1359694 h 1890712"/>
              <a:gd name="connsiteX114" fmla="*/ 1859757 w 2543175"/>
              <a:gd name="connsiteY114" fmla="*/ 1366837 h 1890712"/>
              <a:gd name="connsiteX115" fmla="*/ 1869282 w 2543175"/>
              <a:gd name="connsiteY115" fmla="*/ 1371600 h 1890712"/>
              <a:gd name="connsiteX116" fmla="*/ 1883569 w 2543175"/>
              <a:gd name="connsiteY116" fmla="*/ 1388269 h 1890712"/>
              <a:gd name="connsiteX117" fmla="*/ 1893094 w 2543175"/>
              <a:gd name="connsiteY117" fmla="*/ 1395412 h 1890712"/>
              <a:gd name="connsiteX118" fmla="*/ 1902619 w 2543175"/>
              <a:gd name="connsiteY118" fmla="*/ 1404937 h 1890712"/>
              <a:gd name="connsiteX119" fmla="*/ 1912144 w 2543175"/>
              <a:gd name="connsiteY119" fmla="*/ 1409700 h 1890712"/>
              <a:gd name="connsiteX120" fmla="*/ 1931194 w 2543175"/>
              <a:gd name="connsiteY120" fmla="*/ 1421606 h 1890712"/>
              <a:gd name="connsiteX121" fmla="*/ 1935957 w 2543175"/>
              <a:gd name="connsiteY121" fmla="*/ 1428750 h 1890712"/>
              <a:gd name="connsiteX122" fmla="*/ 1952625 w 2543175"/>
              <a:gd name="connsiteY122" fmla="*/ 1438275 h 1890712"/>
              <a:gd name="connsiteX123" fmla="*/ 1971675 w 2543175"/>
              <a:gd name="connsiteY123" fmla="*/ 1450181 h 1890712"/>
              <a:gd name="connsiteX124" fmla="*/ 1981200 w 2543175"/>
              <a:gd name="connsiteY124" fmla="*/ 1454944 h 1890712"/>
              <a:gd name="connsiteX125" fmla="*/ 1997869 w 2543175"/>
              <a:gd name="connsiteY125" fmla="*/ 1471612 h 1890712"/>
              <a:gd name="connsiteX126" fmla="*/ 2007394 w 2543175"/>
              <a:gd name="connsiteY126" fmla="*/ 1478756 h 1890712"/>
              <a:gd name="connsiteX127" fmla="*/ 2016919 w 2543175"/>
              <a:gd name="connsiteY127" fmla="*/ 1483519 h 1890712"/>
              <a:gd name="connsiteX128" fmla="*/ 2024063 w 2543175"/>
              <a:gd name="connsiteY128" fmla="*/ 1490662 h 1890712"/>
              <a:gd name="connsiteX129" fmla="*/ 2033588 w 2543175"/>
              <a:gd name="connsiteY129" fmla="*/ 1495425 h 1890712"/>
              <a:gd name="connsiteX130" fmla="*/ 2040732 w 2543175"/>
              <a:gd name="connsiteY130" fmla="*/ 1502569 h 1890712"/>
              <a:gd name="connsiteX131" fmla="*/ 2047875 w 2543175"/>
              <a:gd name="connsiteY131" fmla="*/ 1507331 h 1890712"/>
              <a:gd name="connsiteX132" fmla="*/ 2057400 w 2543175"/>
              <a:gd name="connsiteY132" fmla="*/ 1514475 h 1890712"/>
              <a:gd name="connsiteX133" fmla="*/ 2064544 w 2543175"/>
              <a:gd name="connsiteY133" fmla="*/ 1519237 h 1890712"/>
              <a:gd name="connsiteX134" fmla="*/ 2071688 w 2543175"/>
              <a:gd name="connsiteY134" fmla="*/ 1526381 h 1890712"/>
              <a:gd name="connsiteX135" fmla="*/ 2081213 w 2543175"/>
              <a:gd name="connsiteY135" fmla="*/ 1531144 h 1890712"/>
              <a:gd name="connsiteX136" fmla="*/ 2090738 w 2543175"/>
              <a:gd name="connsiteY136" fmla="*/ 1538287 h 1890712"/>
              <a:gd name="connsiteX137" fmla="*/ 2109788 w 2543175"/>
              <a:gd name="connsiteY137" fmla="*/ 1547812 h 1890712"/>
              <a:gd name="connsiteX138" fmla="*/ 2131219 w 2543175"/>
              <a:gd name="connsiteY138" fmla="*/ 1562100 h 1890712"/>
              <a:gd name="connsiteX139" fmla="*/ 2140744 w 2543175"/>
              <a:gd name="connsiteY139" fmla="*/ 1566862 h 1890712"/>
              <a:gd name="connsiteX140" fmla="*/ 2152650 w 2543175"/>
              <a:gd name="connsiteY140" fmla="*/ 1576387 h 1890712"/>
              <a:gd name="connsiteX141" fmla="*/ 2181225 w 2543175"/>
              <a:gd name="connsiteY141" fmla="*/ 1590675 h 1890712"/>
              <a:gd name="connsiteX142" fmla="*/ 2200275 w 2543175"/>
              <a:gd name="connsiteY142" fmla="*/ 1607344 h 1890712"/>
              <a:gd name="connsiteX143" fmla="*/ 2207419 w 2543175"/>
              <a:gd name="connsiteY143" fmla="*/ 1612106 h 1890712"/>
              <a:gd name="connsiteX144" fmla="*/ 2216944 w 2543175"/>
              <a:gd name="connsiteY144" fmla="*/ 1619250 h 1890712"/>
              <a:gd name="connsiteX145" fmla="*/ 2247900 w 2543175"/>
              <a:gd name="connsiteY145" fmla="*/ 1643062 h 1890712"/>
              <a:gd name="connsiteX146" fmla="*/ 2281238 w 2543175"/>
              <a:gd name="connsiteY146" fmla="*/ 1674019 h 1890712"/>
              <a:gd name="connsiteX147" fmla="*/ 2312194 w 2543175"/>
              <a:gd name="connsiteY147" fmla="*/ 1702594 h 1890712"/>
              <a:gd name="connsiteX148" fmla="*/ 2369344 w 2543175"/>
              <a:gd name="connsiteY148" fmla="*/ 1757363 h 1890712"/>
              <a:gd name="connsiteX149" fmla="*/ 2428876 w 2543175"/>
              <a:gd name="connsiteY149" fmla="*/ 1785938 h 1890712"/>
              <a:gd name="connsiteX150" fmla="*/ 2469356 w 2543175"/>
              <a:gd name="connsiteY150" fmla="*/ 1816894 h 1890712"/>
              <a:gd name="connsiteX151" fmla="*/ 2514600 w 2543175"/>
              <a:gd name="connsiteY151" fmla="*/ 1850231 h 1890712"/>
              <a:gd name="connsiteX152" fmla="*/ 2519363 w 2543175"/>
              <a:gd name="connsiteY152" fmla="*/ 1857375 h 1890712"/>
              <a:gd name="connsiteX153" fmla="*/ 2540794 w 2543175"/>
              <a:gd name="connsiteY153" fmla="*/ 1883569 h 1890712"/>
              <a:gd name="connsiteX154" fmla="*/ 2543175 w 2543175"/>
              <a:gd name="connsiteY154" fmla="*/ 1890712 h 1890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2543175" h="1890712">
                <a:moveTo>
                  <a:pt x="0" y="0"/>
                </a:moveTo>
                <a:cubicBezTo>
                  <a:pt x="3969" y="3969"/>
                  <a:pt x="7477" y="8460"/>
                  <a:pt x="11907" y="11906"/>
                </a:cubicBezTo>
                <a:cubicBezTo>
                  <a:pt x="14709" y="14085"/>
                  <a:pt x="18922" y="14159"/>
                  <a:pt x="21432" y="16669"/>
                </a:cubicBezTo>
                <a:cubicBezTo>
                  <a:pt x="23207" y="18444"/>
                  <a:pt x="22354" y="21770"/>
                  <a:pt x="23813" y="23812"/>
                </a:cubicBezTo>
                <a:cubicBezTo>
                  <a:pt x="26423" y="27466"/>
                  <a:pt x="30381" y="29958"/>
                  <a:pt x="33338" y="33337"/>
                </a:cubicBezTo>
                <a:cubicBezTo>
                  <a:pt x="35951" y="36324"/>
                  <a:pt x="37676" y="40056"/>
                  <a:pt x="40482" y="42862"/>
                </a:cubicBezTo>
                <a:cubicBezTo>
                  <a:pt x="42506" y="44886"/>
                  <a:pt x="45296" y="45961"/>
                  <a:pt x="47625" y="47625"/>
                </a:cubicBezTo>
                <a:cubicBezTo>
                  <a:pt x="50854" y="49932"/>
                  <a:pt x="53920" y="52462"/>
                  <a:pt x="57150" y="54769"/>
                </a:cubicBezTo>
                <a:cubicBezTo>
                  <a:pt x="59479" y="56432"/>
                  <a:pt x="62004" y="57814"/>
                  <a:pt x="64294" y="59531"/>
                </a:cubicBezTo>
                <a:cubicBezTo>
                  <a:pt x="70526" y="64205"/>
                  <a:pt x="76425" y="69975"/>
                  <a:pt x="83344" y="73819"/>
                </a:cubicBezTo>
                <a:cubicBezTo>
                  <a:pt x="87999" y="76405"/>
                  <a:pt x="92977" y="78376"/>
                  <a:pt x="97632" y="80962"/>
                </a:cubicBezTo>
                <a:cubicBezTo>
                  <a:pt x="100134" y="82352"/>
                  <a:pt x="102602" y="83862"/>
                  <a:pt x="104775" y="85725"/>
                </a:cubicBezTo>
                <a:cubicBezTo>
                  <a:pt x="108184" y="88647"/>
                  <a:pt x="110492" y="92870"/>
                  <a:pt x="114300" y="95250"/>
                </a:cubicBezTo>
                <a:cubicBezTo>
                  <a:pt x="117075" y="96984"/>
                  <a:pt x="120650" y="96837"/>
                  <a:pt x="123825" y="97631"/>
                </a:cubicBezTo>
                <a:cubicBezTo>
                  <a:pt x="126206" y="100012"/>
                  <a:pt x="128412" y="102583"/>
                  <a:pt x="130969" y="104775"/>
                </a:cubicBezTo>
                <a:cubicBezTo>
                  <a:pt x="133982" y="107358"/>
                  <a:pt x="137264" y="109612"/>
                  <a:pt x="140494" y="111919"/>
                </a:cubicBezTo>
                <a:cubicBezTo>
                  <a:pt x="142823" y="113582"/>
                  <a:pt x="145439" y="114849"/>
                  <a:pt x="147638" y="116681"/>
                </a:cubicBezTo>
                <a:cubicBezTo>
                  <a:pt x="162120" y="128749"/>
                  <a:pt x="146681" y="119775"/>
                  <a:pt x="164307" y="128587"/>
                </a:cubicBezTo>
                <a:cubicBezTo>
                  <a:pt x="175940" y="140221"/>
                  <a:pt x="166351" y="132138"/>
                  <a:pt x="180975" y="140494"/>
                </a:cubicBezTo>
                <a:cubicBezTo>
                  <a:pt x="186596" y="143706"/>
                  <a:pt x="192522" y="148741"/>
                  <a:pt x="197644" y="152400"/>
                </a:cubicBezTo>
                <a:cubicBezTo>
                  <a:pt x="199973" y="154063"/>
                  <a:pt x="202459" y="155499"/>
                  <a:pt x="204788" y="157162"/>
                </a:cubicBezTo>
                <a:cubicBezTo>
                  <a:pt x="208018" y="159469"/>
                  <a:pt x="211507" y="161500"/>
                  <a:pt x="214313" y="164306"/>
                </a:cubicBezTo>
                <a:cubicBezTo>
                  <a:pt x="225954" y="175947"/>
                  <a:pt x="216166" y="172508"/>
                  <a:pt x="230982" y="180975"/>
                </a:cubicBezTo>
                <a:cubicBezTo>
                  <a:pt x="233514" y="182422"/>
                  <a:pt x="236141" y="179387"/>
                  <a:pt x="247650" y="185737"/>
                </a:cubicBezTo>
                <a:cubicBezTo>
                  <a:pt x="259159" y="192087"/>
                  <a:pt x="284163" y="207566"/>
                  <a:pt x="300038" y="219075"/>
                </a:cubicBezTo>
                <a:cubicBezTo>
                  <a:pt x="315913" y="230584"/>
                  <a:pt x="331788" y="247253"/>
                  <a:pt x="342900" y="254794"/>
                </a:cubicBezTo>
                <a:cubicBezTo>
                  <a:pt x="351711" y="272418"/>
                  <a:pt x="361951" y="261541"/>
                  <a:pt x="366713" y="264319"/>
                </a:cubicBezTo>
                <a:cubicBezTo>
                  <a:pt x="371475" y="267097"/>
                  <a:pt x="368300" y="268287"/>
                  <a:pt x="371475" y="271462"/>
                </a:cubicBezTo>
                <a:cubicBezTo>
                  <a:pt x="374650" y="274637"/>
                  <a:pt x="380207" y="279400"/>
                  <a:pt x="385763" y="283369"/>
                </a:cubicBezTo>
                <a:cubicBezTo>
                  <a:pt x="391319" y="287338"/>
                  <a:pt x="400447" y="292894"/>
                  <a:pt x="404813" y="295275"/>
                </a:cubicBezTo>
                <a:cubicBezTo>
                  <a:pt x="409179" y="297656"/>
                  <a:pt x="401638" y="292100"/>
                  <a:pt x="411957" y="297656"/>
                </a:cubicBezTo>
                <a:cubicBezTo>
                  <a:pt x="422276" y="303212"/>
                  <a:pt x="456010" y="322262"/>
                  <a:pt x="466725" y="328612"/>
                </a:cubicBezTo>
                <a:cubicBezTo>
                  <a:pt x="477440" y="334962"/>
                  <a:pt x="473444" y="332950"/>
                  <a:pt x="476250" y="335756"/>
                </a:cubicBezTo>
                <a:cubicBezTo>
                  <a:pt x="478274" y="337780"/>
                  <a:pt x="479150" y="340727"/>
                  <a:pt x="481013" y="342900"/>
                </a:cubicBezTo>
                <a:cubicBezTo>
                  <a:pt x="483935" y="346309"/>
                  <a:pt x="487616" y="349016"/>
                  <a:pt x="490538" y="352425"/>
                </a:cubicBezTo>
                <a:cubicBezTo>
                  <a:pt x="492400" y="354598"/>
                  <a:pt x="493637" y="357240"/>
                  <a:pt x="495300" y="359569"/>
                </a:cubicBezTo>
                <a:cubicBezTo>
                  <a:pt x="513137" y="384542"/>
                  <a:pt x="492279" y="355466"/>
                  <a:pt x="509588" y="376237"/>
                </a:cubicBezTo>
                <a:cubicBezTo>
                  <a:pt x="511420" y="378436"/>
                  <a:pt x="512518" y="381182"/>
                  <a:pt x="514350" y="383381"/>
                </a:cubicBezTo>
                <a:cubicBezTo>
                  <a:pt x="527305" y="398928"/>
                  <a:pt x="515259" y="381909"/>
                  <a:pt x="531019" y="397669"/>
                </a:cubicBezTo>
                <a:cubicBezTo>
                  <a:pt x="533825" y="400475"/>
                  <a:pt x="535550" y="404207"/>
                  <a:pt x="538163" y="407194"/>
                </a:cubicBezTo>
                <a:cubicBezTo>
                  <a:pt x="555321" y="426803"/>
                  <a:pt x="540377" y="409091"/>
                  <a:pt x="554832" y="421481"/>
                </a:cubicBezTo>
                <a:cubicBezTo>
                  <a:pt x="558241" y="424403"/>
                  <a:pt x="560978" y="428049"/>
                  <a:pt x="564357" y="431006"/>
                </a:cubicBezTo>
                <a:cubicBezTo>
                  <a:pt x="567344" y="433619"/>
                  <a:pt x="570783" y="435671"/>
                  <a:pt x="573882" y="438150"/>
                </a:cubicBezTo>
                <a:cubicBezTo>
                  <a:pt x="577392" y="440958"/>
                  <a:pt x="589001" y="451663"/>
                  <a:pt x="595313" y="454819"/>
                </a:cubicBezTo>
                <a:cubicBezTo>
                  <a:pt x="597558" y="455942"/>
                  <a:pt x="600212" y="456077"/>
                  <a:pt x="602457" y="457200"/>
                </a:cubicBezTo>
                <a:cubicBezTo>
                  <a:pt x="627542" y="469743"/>
                  <a:pt x="610065" y="464460"/>
                  <a:pt x="628650" y="469106"/>
                </a:cubicBezTo>
                <a:cubicBezTo>
                  <a:pt x="634206" y="473869"/>
                  <a:pt x="639401" y="479090"/>
                  <a:pt x="645319" y="483394"/>
                </a:cubicBezTo>
                <a:cubicBezTo>
                  <a:pt x="648190" y="485482"/>
                  <a:pt x="652149" y="485846"/>
                  <a:pt x="654844" y="488156"/>
                </a:cubicBezTo>
                <a:cubicBezTo>
                  <a:pt x="657857" y="490739"/>
                  <a:pt x="659062" y="494999"/>
                  <a:pt x="661988" y="497681"/>
                </a:cubicBezTo>
                <a:cubicBezTo>
                  <a:pt x="668659" y="503796"/>
                  <a:pt x="675889" y="509330"/>
                  <a:pt x="683419" y="514350"/>
                </a:cubicBezTo>
                <a:cubicBezTo>
                  <a:pt x="688757" y="517908"/>
                  <a:pt x="695358" y="522117"/>
                  <a:pt x="700088" y="526256"/>
                </a:cubicBezTo>
                <a:cubicBezTo>
                  <a:pt x="703467" y="529213"/>
                  <a:pt x="706234" y="532824"/>
                  <a:pt x="709613" y="535781"/>
                </a:cubicBezTo>
                <a:cubicBezTo>
                  <a:pt x="712600" y="538394"/>
                  <a:pt x="716188" y="540270"/>
                  <a:pt x="719138" y="542925"/>
                </a:cubicBezTo>
                <a:cubicBezTo>
                  <a:pt x="724144" y="547430"/>
                  <a:pt x="727401" y="554200"/>
                  <a:pt x="733425" y="557212"/>
                </a:cubicBezTo>
                <a:cubicBezTo>
                  <a:pt x="758177" y="569589"/>
                  <a:pt x="728852" y="553670"/>
                  <a:pt x="750094" y="569119"/>
                </a:cubicBezTo>
                <a:cubicBezTo>
                  <a:pt x="756150" y="573523"/>
                  <a:pt x="762723" y="577172"/>
                  <a:pt x="769144" y="581025"/>
                </a:cubicBezTo>
                <a:cubicBezTo>
                  <a:pt x="774632" y="584317"/>
                  <a:pt x="785813" y="590550"/>
                  <a:pt x="785813" y="590550"/>
                </a:cubicBezTo>
                <a:cubicBezTo>
                  <a:pt x="788194" y="593725"/>
                  <a:pt x="790151" y="597269"/>
                  <a:pt x="792957" y="600075"/>
                </a:cubicBezTo>
                <a:cubicBezTo>
                  <a:pt x="801539" y="608657"/>
                  <a:pt x="801510" y="605219"/>
                  <a:pt x="809625" y="611981"/>
                </a:cubicBezTo>
                <a:cubicBezTo>
                  <a:pt x="812212" y="614137"/>
                  <a:pt x="814212" y="616933"/>
                  <a:pt x="816769" y="619125"/>
                </a:cubicBezTo>
                <a:cubicBezTo>
                  <a:pt x="819782" y="621708"/>
                  <a:pt x="823195" y="623790"/>
                  <a:pt x="826294" y="626269"/>
                </a:cubicBezTo>
                <a:cubicBezTo>
                  <a:pt x="831135" y="630142"/>
                  <a:pt x="835948" y="634056"/>
                  <a:pt x="840582" y="638175"/>
                </a:cubicBezTo>
                <a:cubicBezTo>
                  <a:pt x="843099" y="640412"/>
                  <a:pt x="845168" y="643127"/>
                  <a:pt x="847725" y="645319"/>
                </a:cubicBezTo>
                <a:cubicBezTo>
                  <a:pt x="850738" y="647902"/>
                  <a:pt x="850503" y="647303"/>
                  <a:pt x="857250" y="652462"/>
                </a:cubicBezTo>
                <a:cubicBezTo>
                  <a:pt x="863997" y="657621"/>
                  <a:pt x="879873" y="671116"/>
                  <a:pt x="888207" y="676275"/>
                </a:cubicBezTo>
                <a:cubicBezTo>
                  <a:pt x="896541" y="681434"/>
                  <a:pt x="900510" y="680244"/>
                  <a:pt x="907257" y="683419"/>
                </a:cubicBezTo>
                <a:cubicBezTo>
                  <a:pt x="913293" y="687040"/>
                  <a:pt x="921861" y="692594"/>
                  <a:pt x="928688" y="695325"/>
                </a:cubicBezTo>
                <a:cubicBezTo>
                  <a:pt x="933349" y="697189"/>
                  <a:pt x="938213" y="698500"/>
                  <a:pt x="942975" y="700087"/>
                </a:cubicBezTo>
                <a:cubicBezTo>
                  <a:pt x="950119" y="705643"/>
                  <a:pt x="958008" y="710356"/>
                  <a:pt x="964407" y="716756"/>
                </a:cubicBezTo>
                <a:cubicBezTo>
                  <a:pt x="966788" y="719137"/>
                  <a:pt x="969016" y="721682"/>
                  <a:pt x="971550" y="723900"/>
                </a:cubicBezTo>
                <a:cubicBezTo>
                  <a:pt x="975375" y="727247"/>
                  <a:pt x="979391" y="730375"/>
                  <a:pt x="983457" y="733425"/>
                </a:cubicBezTo>
                <a:cubicBezTo>
                  <a:pt x="985746" y="735142"/>
                  <a:pt x="988402" y="736355"/>
                  <a:pt x="990600" y="738187"/>
                </a:cubicBezTo>
                <a:cubicBezTo>
                  <a:pt x="1003421" y="748872"/>
                  <a:pt x="991667" y="742445"/>
                  <a:pt x="1007269" y="752475"/>
                </a:cubicBezTo>
                <a:cubicBezTo>
                  <a:pt x="1015056" y="757481"/>
                  <a:pt x="1023144" y="762000"/>
                  <a:pt x="1031082" y="766762"/>
                </a:cubicBezTo>
                <a:cubicBezTo>
                  <a:pt x="1035051" y="769143"/>
                  <a:pt x="1038597" y="772442"/>
                  <a:pt x="1042988" y="773906"/>
                </a:cubicBezTo>
                <a:cubicBezTo>
                  <a:pt x="1062326" y="780353"/>
                  <a:pt x="1052785" y="776424"/>
                  <a:pt x="1071563" y="785812"/>
                </a:cubicBezTo>
                <a:cubicBezTo>
                  <a:pt x="1104554" y="818805"/>
                  <a:pt x="1069470" y="786029"/>
                  <a:pt x="1097757" y="807244"/>
                </a:cubicBezTo>
                <a:cubicBezTo>
                  <a:pt x="1100451" y="809264"/>
                  <a:pt x="1102343" y="812196"/>
                  <a:pt x="1104900" y="814387"/>
                </a:cubicBezTo>
                <a:cubicBezTo>
                  <a:pt x="1114075" y="822251"/>
                  <a:pt x="1112151" y="820773"/>
                  <a:pt x="1121569" y="823912"/>
                </a:cubicBezTo>
                <a:cubicBezTo>
                  <a:pt x="1135186" y="837529"/>
                  <a:pt x="1121524" y="825373"/>
                  <a:pt x="1138238" y="835819"/>
                </a:cubicBezTo>
                <a:cubicBezTo>
                  <a:pt x="1141603" y="837922"/>
                  <a:pt x="1144398" y="840859"/>
                  <a:pt x="1147763" y="842962"/>
                </a:cubicBezTo>
                <a:cubicBezTo>
                  <a:pt x="1150773" y="844843"/>
                  <a:pt x="1154334" y="845756"/>
                  <a:pt x="1157288" y="847725"/>
                </a:cubicBezTo>
                <a:cubicBezTo>
                  <a:pt x="1176376" y="860451"/>
                  <a:pt x="1161284" y="855273"/>
                  <a:pt x="1178719" y="859631"/>
                </a:cubicBezTo>
                <a:cubicBezTo>
                  <a:pt x="1181894" y="862012"/>
                  <a:pt x="1185014" y="864468"/>
                  <a:pt x="1188244" y="866775"/>
                </a:cubicBezTo>
                <a:cubicBezTo>
                  <a:pt x="1190573" y="868438"/>
                  <a:pt x="1193364" y="869513"/>
                  <a:pt x="1195388" y="871537"/>
                </a:cubicBezTo>
                <a:cubicBezTo>
                  <a:pt x="1208545" y="884693"/>
                  <a:pt x="1195343" y="879264"/>
                  <a:pt x="1212057" y="883444"/>
                </a:cubicBezTo>
                <a:cubicBezTo>
                  <a:pt x="1227843" y="893968"/>
                  <a:pt x="1210302" y="881600"/>
                  <a:pt x="1226344" y="895350"/>
                </a:cubicBezTo>
                <a:cubicBezTo>
                  <a:pt x="1240876" y="907806"/>
                  <a:pt x="1230381" y="897873"/>
                  <a:pt x="1245394" y="907256"/>
                </a:cubicBezTo>
                <a:cubicBezTo>
                  <a:pt x="1248760" y="909359"/>
                  <a:pt x="1251516" y="912358"/>
                  <a:pt x="1254919" y="914400"/>
                </a:cubicBezTo>
                <a:cubicBezTo>
                  <a:pt x="1259485" y="917140"/>
                  <a:pt x="1264532" y="918994"/>
                  <a:pt x="1269207" y="921544"/>
                </a:cubicBezTo>
                <a:cubicBezTo>
                  <a:pt x="1275474" y="924962"/>
                  <a:pt x="1285165" y="930855"/>
                  <a:pt x="1290638" y="935831"/>
                </a:cubicBezTo>
                <a:cubicBezTo>
                  <a:pt x="1296452" y="941117"/>
                  <a:pt x="1300769" y="948141"/>
                  <a:pt x="1307307" y="952500"/>
                </a:cubicBezTo>
                <a:cubicBezTo>
                  <a:pt x="1319614" y="960705"/>
                  <a:pt x="1316156" y="958208"/>
                  <a:pt x="1333500" y="971550"/>
                </a:cubicBezTo>
                <a:cubicBezTo>
                  <a:pt x="1345211" y="980558"/>
                  <a:pt x="1350963" y="982266"/>
                  <a:pt x="1359694" y="990600"/>
                </a:cubicBezTo>
                <a:cubicBezTo>
                  <a:pt x="1368425" y="998934"/>
                  <a:pt x="1373188" y="1010841"/>
                  <a:pt x="1385888" y="1021557"/>
                </a:cubicBezTo>
                <a:cubicBezTo>
                  <a:pt x="1398588" y="1032273"/>
                  <a:pt x="1417241" y="1041004"/>
                  <a:pt x="1435894" y="1054894"/>
                </a:cubicBezTo>
                <a:cubicBezTo>
                  <a:pt x="1454547" y="1068784"/>
                  <a:pt x="1477169" y="1088231"/>
                  <a:pt x="1497806" y="1104900"/>
                </a:cubicBezTo>
                <a:lnTo>
                  <a:pt x="1559718" y="1154906"/>
                </a:lnTo>
                <a:cubicBezTo>
                  <a:pt x="1575990" y="1167606"/>
                  <a:pt x="1583929" y="1172369"/>
                  <a:pt x="1595438" y="1181100"/>
                </a:cubicBezTo>
                <a:cubicBezTo>
                  <a:pt x="1606947" y="1189831"/>
                  <a:pt x="1617663" y="1198960"/>
                  <a:pt x="1628775" y="1207294"/>
                </a:cubicBezTo>
                <a:cubicBezTo>
                  <a:pt x="1639887" y="1215628"/>
                  <a:pt x="1650207" y="1224360"/>
                  <a:pt x="1662113" y="1231107"/>
                </a:cubicBezTo>
                <a:cubicBezTo>
                  <a:pt x="1674019" y="1237854"/>
                  <a:pt x="1691879" y="1243013"/>
                  <a:pt x="1700213" y="1247775"/>
                </a:cubicBezTo>
                <a:cubicBezTo>
                  <a:pt x="1704182" y="1251744"/>
                  <a:pt x="1707306" y="1256793"/>
                  <a:pt x="1712119" y="1259681"/>
                </a:cubicBezTo>
                <a:cubicBezTo>
                  <a:pt x="1720417" y="1264660"/>
                  <a:pt x="1726335" y="1267656"/>
                  <a:pt x="1733550" y="1273969"/>
                </a:cubicBezTo>
                <a:cubicBezTo>
                  <a:pt x="1736929" y="1276926"/>
                  <a:pt x="1739531" y="1280737"/>
                  <a:pt x="1743075" y="1283494"/>
                </a:cubicBezTo>
                <a:cubicBezTo>
                  <a:pt x="1746729" y="1286335"/>
                  <a:pt x="1751190" y="1287983"/>
                  <a:pt x="1754982" y="1290637"/>
                </a:cubicBezTo>
                <a:cubicBezTo>
                  <a:pt x="1759146" y="1293551"/>
                  <a:pt x="1762659" y="1297343"/>
                  <a:pt x="1766888" y="1300162"/>
                </a:cubicBezTo>
                <a:cubicBezTo>
                  <a:pt x="1772775" y="1304087"/>
                  <a:pt x="1777205" y="1305189"/>
                  <a:pt x="1783557" y="1307306"/>
                </a:cubicBezTo>
                <a:cubicBezTo>
                  <a:pt x="1785938" y="1308894"/>
                  <a:pt x="1788371" y="1310406"/>
                  <a:pt x="1790700" y="1312069"/>
                </a:cubicBezTo>
                <a:cubicBezTo>
                  <a:pt x="1793929" y="1314376"/>
                  <a:pt x="1796779" y="1317243"/>
                  <a:pt x="1800225" y="1319212"/>
                </a:cubicBezTo>
                <a:cubicBezTo>
                  <a:pt x="1802404" y="1320457"/>
                  <a:pt x="1804988" y="1320800"/>
                  <a:pt x="1807369" y="1321594"/>
                </a:cubicBezTo>
                <a:cubicBezTo>
                  <a:pt x="1812925" y="1325563"/>
                  <a:pt x="1818878" y="1329028"/>
                  <a:pt x="1824038" y="1333500"/>
                </a:cubicBezTo>
                <a:cubicBezTo>
                  <a:pt x="1830824" y="1339381"/>
                  <a:pt x="1835904" y="1347162"/>
                  <a:pt x="1843088" y="1352550"/>
                </a:cubicBezTo>
                <a:cubicBezTo>
                  <a:pt x="1846263" y="1354931"/>
                  <a:pt x="1849600" y="1357111"/>
                  <a:pt x="1852613" y="1359694"/>
                </a:cubicBezTo>
                <a:cubicBezTo>
                  <a:pt x="1855170" y="1361885"/>
                  <a:pt x="1857017" y="1364880"/>
                  <a:pt x="1859757" y="1366837"/>
                </a:cubicBezTo>
                <a:cubicBezTo>
                  <a:pt x="1862646" y="1368900"/>
                  <a:pt x="1866107" y="1370012"/>
                  <a:pt x="1869282" y="1371600"/>
                </a:cubicBezTo>
                <a:cubicBezTo>
                  <a:pt x="1874928" y="1379129"/>
                  <a:pt x="1876604" y="1382299"/>
                  <a:pt x="1883569" y="1388269"/>
                </a:cubicBezTo>
                <a:cubicBezTo>
                  <a:pt x="1886582" y="1390852"/>
                  <a:pt x="1890107" y="1392799"/>
                  <a:pt x="1893094" y="1395412"/>
                </a:cubicBezTo>
                <a:cubicBezTo>
                  <a:pt x="1896473" y="1398369"/>
                  <a:pt x="1899027" y="1402243"/>
                  <a:pt x="1902619" y="1404937"/>
                </a:cubicBezTo>
                <a:cubicBezTo>
                  <a:pt x="1905459" y="1407067"/>
                  <a:pt x="1909078" y="1407911"/>
                  <a:pt x="1912144" y="1409700"/>
                </a:cubicBezTo>
                <a:cubicBezTo>
                  <a:pt x="1918612" y="1413473"/>
                  <a:pt x="1931194" y="1421606"/>
                  <a:pt x="1931194" y="1421606"/>
                </a:cubicBezTo>
                <a:cubicBezTo>
                  <a:pt x="1932782" y="1423987"/>
                  <a:pt x="1933933" y="1426726"/>
                  <a:pt x="1935957" y="1428750"/>
                </a:cubicBezTo>
                <a:cubicBezTo>
                  <a:pt x="1939923" y="1432716"/>
                  <a:pt x="1948145" y="1435662"/>
                  <a:pt x="1952625" y="1438275"/>
                </a:cubicBezTo>
                <a:cubicBezTo>
                  <a:pt x="1959093" y="1442048"/>
                  <a:pt x="1964978" y="1446832"/>
                  <a:pt x="1971675" y="1450181"/>
                </a:cubicBezTo>
                <a:cubicBezTo>
                  <a:pt x="1974850" y="1451769"/>
                  <a:pt x="1978453" y="1452696"/>
                  <a:pt x="1981200" y="1454944"/>
                </a:cubicBezTo>
                <a:cubicBezTo>
                  <a:pt x="1987282" y="1459920"/>
                  <a:pt x="1991583" y="1466897"/>
                  <a:pt x="1997869" y="1471612"/>
                </a:cubicBezTo>
                <a:cubicBezTo>
                  <a:pt x="2001044" y="1473993"/>
                  <a:pt x="2004029" y="1476652"/>
                  <a:pt x="2007394" y="1478756"/>
                </a:cubicBezTo>
                <a:cubicBezTo>
                  <a:pt x="2010404" y="1480637"/>
                  <a:pt x="2014030" y="1481456"/>
                  <a:pt x="2016919" y="1483519"/>
                </a:cubicBezTo>
                <a:cubicBezTo>
                  <a:pt x="2019659" y="1485476"/>
                  <a:pt x="2021323" y="1488705"/>
                  <a:pt x="2024063" y="1490662"/>
                </a:cubicBezTo>
                <a:cubicBezTo>
                  <a:pt x="2026952" y="1492725"/>
                  <a:pt x="2030699" y="1493362"/>
                  <a:pt x="2033588" y="1495425"/>
                </a:cubicBezTo>
                <a:cubicBezTo>
                  <a:pt x="2036328" y="1497383"/>
                  <a:pt x="2038145" y="1500413"/>
                  <a:pt x="2040732" y="1502569"/>
                </a:cubicBezTo>
                <a:cubicBezTo>
                  <a:pt x="2042930" y="1504401"/>
                  <a:pt x="2045546" y="1505668"/>
                  <a:pt x="2047875" y="1507331"/>
                </a:cubicBezTo>
                <a:cubicBezTo>
                  <a:pt x="2051105" y="1509638"/>
                  <a:pt x="2054170" y="1512168"/>
                  <a:pt x="2057400" y="1514475"/>
                </a:cubicBezTo>
                <a:cubicBezTo>
                  <a:pt x="2059729" y="1516138"/>
                  <a:pt x="2062345" y="1517405"/>
                  <a:pt x="2064544" y="1519237"/>
                </a:cubicBezTo>
                <a:cubicBezTo>
                  <a:pt x="2067131" y="1521393"/>
                  <a:pt x="2068948" y="1524423"/>
                  <a:pt x="2071688" y="1526381"/>
                </a:cubicBezTo>
                <a:cubicBezTo>
                  <a:pt x="2074577" y="1528444"/>
                  <a:pt x="2078203" y="1529263"/>
                  <a:pt x="2081213" y="1531144"/>
                </a:cubicBezTo>
                <a:cubicBezTo>
                  <a:pt x="2084578" y="1533247"/>
                  <a:pt x="2087310" y="1536287"/>
                  <a:pt x="2090738" y="1538287"/>
                </a:cubicBezTo>
                <a:cubicBezTo>
                  <a:pt x="2096870" y="1541864"/>
                  <a:pt x="2103537" y="1544446"/>
                  <a:pt x="2109788" y="1547812"/>
                </a:cubicBezTo>
                <a:cubicBezTo>
                  <a:pt x="2136499" y="1562195"/>
                  <a:pt x="2108214" y="1547722"/>
                  <a:pt x="2131219" y="1562100"/>
                </a:cubicBezTo>
                <a:cubicBezTo>
                  <a:pt x="2134229" y="1563981"/>
                  <a:pt x="2137790" y="1564893"/>
                  <a:pt x="2140744" y="1566862"/>
                </a:cubicBezTo>
                <a:cubicBezTo>
                  <a:pt x="2144973" y="1569681"/>
                  <a:pt x="2148188" y="1573953"/>
                  <a:pt x="2152650" y="1576387"/>
                </a:cubicBezTo>
                <a:cubicBezTo>
                  <a:pt x="2180316" y="1591478"/>
                  <a:pt x="2153699" y="1568654"/>
                  <a:pt x="2181225" y="1590675"/>
                </a:cubicBezTo>
                <a:cubicBezTo>
                  <a:pt x="2216124" y="1618594"/>
                  <a:pt x="2167211" y="1583728"/>
                  <a:pt x="2200275" y="1607344"/>
                </a:cubicBezTo>
                <a:cubicBezTo>
                  <a:pt x="2202604" y="1609007"/>
                  <a:pt x="2205090" y="1610443"/>
                  <a:pt x="2207419" y="1612106"/>
                </a:cubicBezTo>
                <a:cubicBezTo>
                  <a:pt x="2210649" y="1614413"/>
                  <a:pt x="2210197" y="1614091"/>
                  <a:pt x="2216944" y="1619250"/>
                </a:cubicBezTo>
                <a:cubicBezTo>
                  <a:pt x="2223691" y="1624409"/>
                  <a:pt x="2241550" y="1637903"/>
                  <a:pt x="2247900" y="1643062"/>
                </a:cubicBezTo>
                <a:cubicBezTo>
                  <a:pt x="2258616" y="1650603"/>
                  <a:pt x="2270522" y="1664097"/>
                  <a:pt x="2281238" y="1674019"/>
                </a:cubicBezTo>
                <a:cubicBezTo>
                  <a:pt x="2291954" y="1683941"/>
                  <a:pt x="2297510" y="1688703"/>
                  <a:pt x="2312194" y="1702594"/>
                </a:cubicBezTo>
                <a:cubicBezTo>
                  <a:pt x="2326878" y="1716485"/>
                  <a:pt x="2349897" y="1743472"/>
                  <a:pt x="2369344" y="1757363"/>
                </a:cubicBezTo>
                <a:cubicBezTo>
                  <a:pt x="2388791" y="1771254"/>
                  <a:pt x="2412207" y="1776016"/>
                  <a:pt x="2428876" y="1785938"/>
                </a:cubicBezTo>
                <a:cubicBezTo>
                  <a:pt x="2445545" y="1795860"/>
                  <a:pt x="2459831" y="1814116"/>
                  <a:pt x="2469356" y="1816894"/>
                </a:cubicBezTo>
                <a:cubicBezTo>
                  <a:pt x="2484437" y="1828006"/>
                  <a:pt x="2506266" y="1843484"/>
                  <a:pt x="2514600" y="1850231"/>
                </a:cubicBezTo>
                <a:cubicBezTo>
                  <a:pt x="2522934" y="1856978"/>
                  <a:pt x="2517478" y="1855221"/>
                  <a:pt x="2519363" y="1857375"/>
                </a:cubicBezTo>
                <a:cubicBezTo>
                  <a:pt x="2526535" y="1865571"/>
                  <a:pt x="2537112" y="1872522"/>
                  <a:pt x="2540794" y="1883569"/>
                </a:cubicBezTo>
                <a:lnTo>
                  <a:pt x="2543175" y="1890712"/>
                </a:lnTo>
              </a:path>
            </a:pathLst>
          </a:cu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2" name="Freeform: Shape 51">
            <a:extLst>
              <a:ext uri="{FF2B5EF4-FFF2-40B4-BE49-F238E27FC236}">
                <a16:creationId xmlns:a16="http://schemas.microsoft.com/office/drawing/2014/main" id="{128720C4-0DB1-C2A8-035F-175F6643EA7B}"/>
              </a:ext>
            </a:extLst>
          </p:cNvPr>
          <p:cNvSpPr/>
          <p:nvPr/>
        </p:nvSpPr>
        <p:spPr>
          <a:xfrm rot="267086" flipH="1">
            <a:off x="682458" y="2645605"/>
            <a:ext cx="2310408" cy="1598126"/>
          </a:xfrm>
          <a:custGeom>
            <a:avLst/>
            <a:gdLst>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3994 w 2543175"/>
              <a:gd name="connsiteY112" fmla="*/ 1047750 h 1890712"/>
              <a:gd name="connsiteX113" fmla="*/ 1502569 w 2543175"/>
              <a:gd name="connsiteY113" fmla="*/ 1066800 h 1890712"/>
              <a:gd name="connsiteX114" fmla="*/ 1526382 w 2543175"/>
              <a:gd name="connsiteY114" fmla="*/ 1085850 h 1890712"/>
              <a:gd name="connsiteX115" fmla="*/ 1531144 w 2543175"/>
              <a:gd name="connsiteY115" fmla="*/ 1095375 h 1890712"/>
              <a:gd name="connsiteX116" fmla="*/ 1559719 w 2543175"/>
              <a:gd name="connsiteY116" fmla="*/ 1121569 h 1890712"/>
              <a:gd name="connsiteX117" fmla="*/ 1569244 w 2543175"/>
              <a:gd name="connsiteY117" fmla="*/ 1131094 h 1890712"/>
              <a:gd name="connsiteX118" fmla="*/ 1597819 w 2543175"/>
              <a:gd name="connsiteY118" fmla="*/ 1154906 h 1890712"/>
              <a:gd name="connsiteX119" fmla="*/ 1604963 w 2543175"/>
              <a:gd name="connsiteY119" fmla="*/ 1162050 h 1890712"/>
              <a:gd name="connsiteX120" fmla="*/ 1612107 w 2543175"/>
              <a:gd name="connsiteY120" fmla="*/ 1166812 h 1890712"/>
              <a:gd name="connsiteX121" fmla="*/ 1628775 w 2543175"/>
              <a:gd name="connsiteY121" fmla="*/ 1183481 h 1890712"/>
              <a:gd name="connsiteX122" fmla="*/ 1662113 w 2543175"/>
              <a:gd name="connsiteY122" fmla="*/ 1209675 h 1890712"/>
              <a:gd name="connsiteX123" fmla="*/ 1678782 w 2543175"/>
              <a:gd name="connsiteY123" fmla="*/ 1226344 h 1890712"/>
              <a:gd name="connsiteX124" fmla="*/ 1700213 w 2543175"/>
              <a:gd name="connsiteY124" fmla="*/ 1247775 h 1890712"/>
              <a:gd name="connsiteX125" fmla="*/ 1712119 w 2543175"/>
              <a:gd name="connsiteY125" fmla="*/ 1259681 h 1890712"/>
              <a:gd name="connsiteX126" fmla="*/ 1733550 w 2543175"/>
              <a:gd name="connsiteY126" fmla="*/ 1273969 h 1890712"/>
              <a:gd name="connsiteX127" fmla="*/ 1743075 w 2543175"/>
              <a:gd name="connsiteY127" fmla="*/ 1283494 h 1890712"/>
              <a:gd name="connsiteX128" fmla="*/ 1754982 w 2543175"/>
              <a:gd name="connsiteY128" fmla="*/ 1290637 h 1890712"/>
              <a:gd name="connsiteX129" fmla="*/ 1766888 w 2543175"/>
              <a:gd name="connsiteY129" fmla="*/ 1300162 h 1890712"/>
              <a:gd name="connsiteX130" fmla="*/ 1783557 w 2543175"/>
              <a:gd name="connsiteY130" fmla="*/ 1307306 h 1890712"/>
              <a:gd name="connsiteX131" fmla="*/ 1790700 w 2543175"/>
              <a:gd name="connsiteY131" fmla="*/ 1312069 h 1890712"/>
              <a:gd name="connsiteX132" fmla="*/ 1800225 w 2543175"/>
              <a:gd name="connsiteY132" fmla="*/ 1319212 h 1890712"/>
              <a:gd name="connsiteX133" fmla="*/ 1807369 w 2543175"/>
              <a:gd name="connsiteY133" fmla="*/ 1321594 h 1890712"/>
              <a:gd name="connsiteX134" fmla="*/ 1824038 w 2543175"/>
              <a:gd name="connsiteY134" fmla="*/ 1333500 h 1890712"/>
              <a:gd name="connsiteX135" fmla="*/ 1843088 w 2543175"/>
              <a:gd name="connsiteY135" fmla="*/ 1352550 h 1890712"/>
              <a:gd name="connsiteX136" fmla="*/ 1852613 w 2543175"/>
              <a:gd name="connsiteY136" fmla="*/ 1359694 h 1890712"/>
              <a:gd name="connsiteX137" fmla="*/ 1859757 w 2543175"/>
              <a:gd name="connsiteY137" fmla="*/ 1366837 h 1890712"/>
              <a:gd name="connsiteX138" fmla="*/ 1869282 w 2543175"/>
              <a:gd name="connsiteY138" fmla="*/ 1371600 h 1890712"/>
              <a:gd name="connsiteX139" fmla="*/ 1883569 w 2543175"/>
              <a:gd name="connsiteY139" fmla="*/ 1388269 h 1890712"/>
              <a:gd name="connsiteX140" fmla="*/ 1893094 w 2543175"/>
              <a:gd name="connsiteY140" fmla="*/ 1395412 h 1890712"/>
              <a:gd name="connsiteX141" fmla="*/ 1902619 w 2543175"/>
              <a:gd name="connsiteY141" fmla="*/ 1404937 h 1890712"/>
              <a:gd name="connsiteX142" fmla="*/ 1912144 w 2543175"/>
              <a:gd name="connsiteY142" fmla="*/ 1409700 h 1890712"/>
              <a:gd name="connsiteX143" fmla="*/ 1931194 w 2543175"/>
              <a:gd name="connsiteY143" fmla="*/ 1421606 h 1890712"/>
              <a:gd name="connsiteX144" fmla="*/ 1935957 w 2543175"/>
              <a:gd name="connsiteY144" fmla="*/ 1428750 h 1890712"/>
              <a:gd name="connsiteX145" fmla="*/ 1952625 w 2543175"/>
              <a:gd name="connsiteY145" fmla="*/ 1438275 h 1890712"/>
              <a:gd name="connsiteX146" fmla="*/ 1971675 w 2543175"/>
              <a:gd name="connsiteY146" fmla="*/ 1450181 h 1890712"/>
              <a:gd name="connsiteX147" fmla="*/ 1981200 w 2543175"/>
              <a:gd name="connsiteY147" fmla="*/ 1454944 h 1890712"/>
              <a:gd name="connsiteX148" fmla="*/ 1997869 w 2543175"/>
              <a:gd name="connsiteY148" fmla="*/ 1471612 h 1890712"/>
              <a:gd name="connsiteX149" fmla="*/ 2007394 w 2543175"/>
              <a:gd name="connsiteY149" fmla="*/ 1478756 h 1890712"/>
              <a:gd name="connsiteX150" fmla="*/ 2016919 w 2543175"/>
              <a:gd name="connsiteY150" fmla="*/ 1483519 h 1890712"/>
              <a:gd name="connsiteX151" fmla="*/ 2024063 w 2543175"/>
              <a:gd name="connsiteY151" fmla="*/ 1490662 h 1890712"/>
              <a:gd name="connsiteX152" fmla="*/ 2033588 w 2543175"/>
              <a:gd name="connsiteY152" fmla="*/ 1495425 h 1890712"/>
              <a:gd name="connsiteX153" fmla="*/ 2040732 w 2543175"/>
              <a:gd name="connsiteY153" fmla="*/ 1502569 h 1890712"/>
              <a:gd name="connsiteX154" fmla="*/ 2047875 w 2543175"/>
              <a:gd name="connsiteY154" fmla="*/ 1507331 h 1890712"/>
              <a:gd name="connsiteX155" fmla="*/ 2057400 w 2543175"/>
              <a:gd name="connsiteY155" fmla="*/ 1514475 h 1890712"/>
              <a:gd name="connsiteX156" fmla="*/ 2064544 w 2543175"/>
              <a:gd name="connsiteY156" fmla="*/ 1519237 h 1890712"/>
              <a:gd name="connsiteX157" fmla="*/ 2071688 w 2543175"/>
              <a:gd name="connsiteY157" fmla="*/ 1526381 h 1890712"/>
              <a:gd name="connsiteX158" fmla="*/ 2081213 w 2543175"/>
              <a:gd name="connsiteY158" fmla="*/ 1531144 h 1890712"/>
              <a:gd name="connsiteX159" fmla="*/ 2090738 w 2543175"/>
              <a:gd name="connsiteY159" fmla="*/ 1538287 h 1890712"/>
              <a:gd name="connsiteX160" fmla="*/ 2109788 w 2543175"/>
              <a:gd name="connsiteY160" fmla="*/ 1547812 h 1890712"/>
              <a:gd name="connsiteX161" fmla="*/ 2131219 w 2543175"/>
              <a:gd name="connsiteY161" fmla="*/ 1562100 h 1890712"/>
              <a:gd name="connsiteX162" fmla="*/ 2140744 w 2543175"/>
              <a:gd name="connsiteY162" fmla="*/ 1566862 h 1890712"/>
              <a:gd name="connsiteX163" fmla="*/ 2152650 w 2543175"/>
              <a:gd name="connsiteY163" fmla="*/ 1576387 h 1890712"/>
              <a:gd name="connsiteX164" fmla="*/ 2181225 w 2543175"/>
              <a:gd name="connsiteY164" fmla="*/ 1590675 h 1890712"/>
              <a:gd name="connsiteX165" fmla="*/ 2200275 w 2543175"/>
              <a:gd name="connsiteY165" fmla="*/ 1607344 h 1890712"/>
              <a:gd name="connsiteX166" fmla="*/ 2207419 w 2543175"/>
              <a:gd name="connsiteY166" fmla="*/ 1612106 h 1890712"/>
              <a:gd name="connsiteX167" fmla="*/ 2216944 w 2543175"/>
              <a:gd name="connsiteY167" fmla="*/ 1619250 h 1890712"/>
              <a:gd name="connsiteX168" fmla="*/ 2224088 w 2543175"/>
              <a:gd name="connsiteY168" fmla="*/ 1624012 h 1890712"/>
              <a:gd name="connsiteX169" fmla="*/ 2247900 w 2543175"/>
              <a:gd name="connsiteY169" fmla="*/ 1643062 h 1890712"/>
              <a:gd name="connsiteX170" fmla="*/ 2255044 w 2543175"/>
              <a:gd name="connsiteY170" fmla="*/ 1650206 h 1890712"/>
              <a:gd name="connsiteX171" fmla="*/ 2281238 w 2543175"/>
              <a:gd name="connsiteY171" fmla="*/ 1664494 h 1890712"/>
              <a:gd name="connsiteX172" fmla="*/ 2297907 w 2543175"/>
              <a:gd name="connsiteY172" fmla="*/ 1674019 h 1890712"/>
              <a:gd name="connsiteX173" fmla="*/ 2305050 w 2543175"/>
              <a:gd name="connsiteY173" fmla="*/ 1678781 h 1890712"/>
              <a:gd name="connsiteX174" fmla="*/ 2312194 w 2543175"/>
              <a:gd name="connsiteY174" fmla="*/ 1685925 h 1890712"/>
              <a:gd name="connsiteX175" fmla="*/ 2321719 w 2543175"/>
              <a:gd name="connsiteY175" fmla="*/ 1690687 h 1890712"/>
              <a:gd name="connsiteX176" fmla="*/ 2328863 w 2543175"/>
              <a:gd name="connsiteY176" fmla="*/ 1697831 h 1890712"/>
              <a:gd name="connsiteX177" fmla="*/ 2350294 w 2543175"/>
              <a:gd name="connsiteY177" fmla="*/ 1712119 h 1890712"/>
              <a:gd name="connsiteX178" fmla="*/ 2359819 w 2543175"/>
              <a:gd name="connsiteY178" fmla="*/ 1719262 h 1890712"/>
              <a:gd name="connsiteX179" fmla="*/ 2369344 w 2543175"/>
              <a:gd name="connsiteY179" fmla="*/ 1724025 h 1890712"/>
              <a:gd name="connsiteX180" fmla="*/ 2376488 w 2543175"/>
              <a:gd name="connsiteY180" fmla="*/ 1731169 h 1890712"/>
              <a:gd name="connsiteX181" fmla="*/ 2402682 w 2543175"/>
              <a:gd name="connsiteY181" fmla="*/ 1747837 h 1890712"/>
              <a:gd name="connsiteX182" fmla="*/ 2450307 w 2543175"/>
              <a:gd name="connsiteY182" fmla="*/ 1769269 h 1890712"/>
              <a:gd name="connsiteX183" fmla="*/ 2466975 w 2543175"/>
              <a:gd name="connsiteY183" fmla="*/ 1783556 h 1890712"/>
              <a:gd name="connsiteX184" fmla="*/ 2481263 w 2543175"/>
              <a:gd name="connsiteY184" fmla="*/ 1795462 h 1890712"/>
              <a:gd name="connsiteX185" fmla="*/ 2486025 w 2543175"/>
              <a:gd name="connsiteY185" fmla="*/ 1802606 h 1890712"/>
              <a:gd name="connsiteX186" fmla="*/ 2493169 w 2543175"/>
              <a:gd name="connsiteY186" fmla="*/ 1807369 h 1890712"/>
              <a:gd name="connsiteX187" fmla="*/ 2495550 w 2543175"/>
              <a:gd name="connsiteY187" fmla="*/ 1816894 h 1890712"/>
              <a:gd name="connsiteX188" fmla="*/ 2497932 w 2543175"/>
              <a:gd name="connsiteY188" fmla="*/ 1824037 h 1890712"/>
              <a:gd name="connsiteX189" fmla="*/ 2514600 w 2543175"/>
              <a:gd name="connsiteY189" fmla="*/ 1850231 h 1890712"/>
              <a:gd name="connsiteX190" fmla="*/ 2519363 w 2543175"/>
              <a:gd name="connsiteY190" fmla="*/ 1857375 h 1890712"/>
              <a:gd name="connsiteX191" fmla="*/ 2540794 w 2543175"/>
              <a:gd name="connsiteY191" fmla="*/ 1883569 h 1890712"/>
              <a:gd name="connsiteX192" fmla="*/ 2543175 w 2543175"/>
              <a:gd name="connsiteY19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502569 w 2543175"/>
              <a:gd name="connsiteY113" fmla="*/ 1066800 h 1890712"/>
              <a:gd name="connsiteX114" fmla="*/ 1526382 w 2543175"/>
              <a:gd name="connsiteY114" fmla="*/ 1085850 h 1890712"/>
              <a:gd name="connsiteX115" fmla="*/ 1531144 w 2543175"/>
              <a:gd name="connsiteY115" fmla="*/ 1095375 h 1890712"/>
              <a:gd name="connsiteX116" fmla="*/ 1559719 w 2543175"/>
              <a:gd name="connsiteY116" fmla="*/ 1121569 h 1890712"/>
              <a:gd name="connsiteX117" fmla="*/ 1569244 w 2543175"/>
              <a:gd name="connsiteY117" fmla="*/ 1131094 h 1890712"/>
              <a:gd name="connsiteX118" fmla="*/ 1597819 w 2543175"/>
              <a:gd name="connsiteY118" fmla="*/ 1154906 h 1890712"/>
              <a:gd name="connsiteX119" fmla="*/ 1604963 w 2543175"/>
              <a:gd name="connsiteY119" fmla="*/ 1162050 h 1890712"/>
              <a:gd name="connsiteX120" fmla="*/ 1612107 w 2543175"/>
              <a:gd name="connsiteY120" fmla="*/ 1166812 h 1890712"/>
              <a:gd name="connsiteX121" fmla="*/ 1628775 w 2543175"/>
              <a:gd name="connsiteY121" fmla="*/ 1183481 h 1890712"/>
              <a:gd name="connsiteX122" fmla="*/ 1662113 w 2543175"/>
              <a:gd name="connsiteY122" fmla="*/ 1209675 h 1890712"/>
              <a:gd name="connsiteX123" fmla="*/ 1678782 w 2543175"/>
              <a:gd name="connsiteY123" fmla="*/ 1226344 h 1890712"/>
              <a:gd name="connsiteX124" fmla="*/ 1700213 w 2543175"/>
              <a:gd name="connsiteY124" fmla="*/ 1247775 h 1890712"/>
              <a:gd name="connsiteX125" fmla="*/ 1712119 w 2543175"/>
              <a:gd name="connsiteY125" fmla="*/ 1259681 h 1890712"/>
              <a:gd name="connsiteX126" fmla="*/ 1733550 w 2543175"/>
              <a:gd name="connsiteY126" fmla="*/ 1273969 h 1890712"/>
              <a:gd name="connsiteX127" fmla="*/ 1743075 w 2543175"/>
              <a:gd name="connsiteY127" fmla="*/ 1283494 h 1890712"/>
              <a:gd name="connsiteX128" fmla="*/ 1754982 w 2543175"/>
              <a:gd name="connsiteY128" fmla="*/ 1290637 h 1890712"/>
              <a:gd name="connsiteX129" fmla="*/ 1766888 w 2543175"/>
              <a:gd name="connsiteY129" fmla="*/ 1300162 h 1890712"/>
              <a:gd name="connsiteX130" fmla="*/ 1783557 w 2543175"/>
              <a:gd name="connsiteY130" fmla="*/ 1307306 h 1890712"/>
              <a:gd name="connsiteX131" fmla="*/ 1790700 w 2543175"/>
              <a:gd name="connsiteY131" fmla="*/ 1312069 h 1890712"/>
              <a:gd name="connsiteX132" fmla="*/ 1800225 w 2543175"/>
              <a:gd name="connsiteY132" fmla="*/ 1319212 h 1890712"/>
              <a:gd name="connsiteX133" fmla="*/ 1807369 w 2543175"/>
              <a:gd name="connsiteY133" fmla="*/ 1321594 h 1890712"/>
              <a:gd name="connsiteX134" fmla="*/ 1824038 w 2543175"/>
              <a:gd name="connsiteY134" fmla="*/ 1333500 h 1890712"/>
              <a:gd name="connsiteX135" fmla="*/ 1843088 w 2543175"/>
              <a:gd name="connsiteY135" fmla="*/ 1352550 h 1890712"/>
              <a:gd name="connsiteX136" fmla="*/ 1852613 w 2543175"/>
              <a:gd name="connsiteY136" fmla="*/ 1359694 h 1890712"/>
              <a:gd name="connsiteX137" fmla="*/ 1859757 w 2543175"/>
              <a:gd name="connsiteY137" fmla="*/ 1366837 h 1890712"/>
              <a:gd name="connsiteX138" fmla="*/ 1869282 w 2543175"/>
              <a:gd name="connsiteY138" fmla="*/ 1371600 h 1890712"/>
              <a:gd name="connsiteX139" fmla="*/ 1883569 w 2543175"/>
              <a:gd name="connsiteY139" fmla="*/ 1388269 h 1890712"/>
              <a:gd name="connsiteX140" fmla="*/ 1893094 w 2543175"/>
              <a:gd name="connsiteY140" fmla="*/ 1395412 h 1890712"/>
              <a:gd name="connsiteX141" fmla="*/ 1902619 w 2543175"/>
              <a:gd name="connsiteY141" fmla="*/ 1404937 h 1890712"/>
              <a:gd name="connsiteX142" fmla="*/ 1912144 w 2543175"/>
              <a:gd name="connsiteY142" fmla="*/ 1409700 h 1890712"/>
              <a:gd name="connsiteX143" fmla="*/ 1931194 w 2543175"/>
              <a:gd name="connsiteY143" fmla="*/ 1421606 h 1890712"/>
              <a:gd name="connsiteX144" fmla="*/ 1935957 w 2543175"/>
              <a:gd name="connsiteY144" fmla="*/ 1428750 h 1890712"/>
              <a:gd name="connsiteX145" fmla="*/ 1952625 w 2543175"/>
              <a:gd name="connsiteY145" fmla="*/ 1438275 h 1890712"/>
              <a:gd name="connsiteX146" fmla="*/ 1971675 w 2543175"/>
              <a:gd name="connsiteY146" fmla="*/ 1450181 h 1890712"/>
              <a:gd name="connsiteX147" fmla="*/ 1981200 w 2543175"/>
              <a:gd name="connsiteY147" fmla="*/ 1454944 h 1890712"/>
              <a:gd name="connsiteX148" fmla="*/ 1997869 w 2543175"/>
              <a:gd name="connsiteY148" fmla="*/ 1471612 h 1890712"/>
              <a:gd name="connsiteX149" fmla="*/ 2007394 w 2543175"/>
              <a:gd name="connsiteY149" fmla="*/ 1478756 h 1890712"/>
              <a:gd name="connsiteX150" fmla="*/ 2016919 w 2543175"/>
              <a:gd name="connsiteY150" fmla="*/ 1483519 h 1890712"/>
              <a:gd name="connsiteX151" fmla="*/ 2024063 w 2543175"/>
              <a:gd name="connsiteY151" fmla="*/ 1490662 h 1890712"/>
              <a:gd name="connsiteX152" fmla="*/ 2033588 w 2543175"/>
              <a:gd name="connsiteY152" fmla="*/ 1495425 h 1890712"/>
              <a:gd name="connsiteX153" fmla="*/ 2040732 w 2543175"/>
              <a:gd name="connsiteY153" fmla="*/ 1502569 h 1890712"/>
              <a:gd name="connsiteX154" fmla="*/ 2047875 w 2543175"/>
              <a:gd name="connsiteY154" fmla="*/ 1507331 h 1890712"/>
              <a:gd name="connsiteX155" fmla="*/ 2057400 w 2543175"/>
              <a:gd name="connsiteY155" fmla="*/ 1514475 h 1890712"/>
              <a:gd name="connsiteX156" fmla="*/ 2064544 w 2543175"/>
              <a:gd name="connsiteY156" fmla="*/ 1519237 h 1890712"/>
              <a:gd name="connsiteX157" fmla="*/ 2071688 w 2543175"/>
              <a:gd name="connsiteY157" fmla="*/ 1526381 h 1890712"/>
              <a:gd name="connsiteX158" fmla="*/ 2081213 w 2543175"/>
              <a:gd name="connsiteY158" fmla="*/ 1531144 h 1890712"/>
              <a:gd name="connsiteX159" fmla="*/ 2090738 w 2543175"/>
              <a:gd name="connsiteY159" fmla="*/ 1538287 h 1890712"/>
              <a:gd name="connsiteX160" fmla="*/ 2109788 w 2543175"/>
              <a:gd name="connsiteY160" fmla="*/ 1547812 h 1890712"/>
              <a:gd name="connsiteX161" fmla="*/ 2131219 w 2543175"/>
              <a:gd name="connsiteY161" fmla="*/ 1562100 h 1890712"/>
              <a:gd name="connsiteX162" fmla="*/ 2140744 w 2543175"/>
              <a:gd name="connsiteY162" fmla="*/ 1566862 h 1890712"/>
              <a:gd name="connsiteX163" fmla="*/ 2152650 w 2543175"/>
              <a:gd name="connsiteY163" fmla="*/ 1576387 h 1890712"/>
              <a:gd name="connsiteX164" fmla="*/ 2181225 w 2543175"/>
              <a:gd name="connsiteY164" fmla="*/ 1590675 h 1890712"/>
              <a:gd name="connsiteX165" fmla="*/ 2200275 w 2543175"/>
              <a:gd name="connsiteY165" fmla="*/ 1607344 h 1890712"/>
              <a:gd name="connsiteX166" fmla="*/ 2207419 w 2543175"/>
              <a:gd name="connsiteY166" fmla="*/ 1612106 h 1890712"/>
              <a:gd name="connsiteX167" fmla="*/ 2216944 w 2543175"/>
              <a:gd name="connsiteY167" fmla="*/ 1619250 h 1890712"/>
              <a:gd name="connsiteX168" fmla="*/ 2224088 w 2543175"/>
              <a:gd name="connsiteY168" fmla="*/ 1624012 h 1890712"/>
              <a:gd name="connsiteX169" fmla="*/ 2247900 w 2543175"/>
              <a:gd name="connsiteY169" fmla="*/ 1643062 h 1890712"/>
              <a:gd name="connsiteX170" fmla="*/ 2255044 w 2543175"/>
              <a:gd name="connsiteY170" fmla="*/ 1650206 h 1890712"/>
              <a:gd name="connsiteX171" fmla="*/ 2281238 w 2543175"/>
              <a:gd name="connsiteY171" fmla="*/ 1664494 h 1890712"/>
              <a:gd name="connsiteX172" fmla="*/ 2297907 w 2543175"/>
              <a:gd name="connsiteY172" fmla="*/ 1674019 h 1890712"/>
              <a:gd name="connsiteX173" fmla="*/ 2305050 w 2543175"/>
              <a:gd name="connsiteY173" fmla="*/ 1678781 h 1890712"/>
              <a:gd name="connsiteX174" fmla="*/ 2312194 w 2543175"/>
              <a:gd name="connsiteY174" fmla="*/ 1685925 h 1890712"/>
              <a:gd name="connsiteX175" fmla="*/ 2321719 w 2543175"/>
              <a:gd name="connsiteY175" fmla="*/ 1690687 h 1890712"/>
              <a:gd name="connsiteX176" fmla="*/ 2328863 w 2543175"/>
              <a:gd name="connsiteY176" fmla="*/ 1697831 h 1890712"/>
              <a:gd name="connsiteX177" fmla="*/ 2350294 w 2543175"/>
              <a:gd name="connsiteY177" fmla="*/ 1712119 h 1890712"/>
              <a:gd name="connsiteX178" fmla="*/ 2359819 w 2543175"/>
              <a:gd name="connsiteY178" fmla="*/ 1719262 h 1890712"/>
              <a:gd name="connsiteX179" fmla="*/ 2369344 w 2543175"/>
              <a:gd name="connsiteY179" fmla="*/ 1724025 h 1890712"/>
              <a:gd name="connsiteX180" fmla="*/ 2376488 w 2543175"/>
              <a:gd name="connsiteY180" fmla="*/ 1731169 h 1890712"/>
              <a:gd name="connsiteX181" fmla="*/ 2402682 w 2543175"/>
              <a:gd name="connsiteY181" fmla="*/ 1747837 h 1890712"/>
              <a:gd name="connsiteX182" fmla="*/ 2450307 w 2543175"/>
              <a:gd name="connsiteY182" fmla="*/ 1769269 h 1890712"/>
              <a:gd name="connsiteX183" fmla="*/ 2466975 w 2543175"/>
              <a:gd name="connsiteY183" fmla="*/ 1783556 h 1890712"/>
              <a:gd name="connsiteX184" fmla="*/ 2481263 w 2543175"/>
              <a:gd name="connsiteY184" fmla="*/ 1795462 h 1890712"/>
              <a:gd name="connsiteX185" fmla="*/ 2486025 w 2543175"/>
              <a:gd name="connsiteY185" fmla="*/ 1802606 h 1890712"/>
              <a:gd name="connsiteX186" fmla="*/ 2493169 w 2543175"/>
              <a:gd name="connsiteY186" fmla="*/ 1807369 h 1890712"/>
              <a:gd name="connsiteX187" fmla="*/ 2495550 w 2543175"/>
              <a:gd name="connsiteY187" fmla="*/ 1816894 h 1890712"/>
              <a:gd name="connsiteX188" fmla="*/ 2497932 w 2543175"/>
              <a:gd name="connsiteY188" fmla="*/ 1824037 h 1890712"/>
              <a:gd name="connsiteX189" fmla="*/ 2514600 w 2543175"/>
              <a:gd name="connsiteY189" fmla="*/ 1850231 h 1890712"/>
              <a:gd name="connsiteX190" fmla="*/ 2519363 w 2543175"/>
              <a:gd name="connsiteY190" fmla="*/ 1857375 h 1890712"/>
              <a:gd name="connsiteX191" fmla="*/ 2540794 w 2543175"/>
              <a:gd name="connsiteY191" fmla="*/ 1883569 h 1890712"/>
              <a:gd name="connsiteX192" fmla="*/ 2543175 w 2543175"/>
              <a:gd name="connsiteY19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26382 w 2543175"/>
              <a:gd name="connsiteY114" fmla="*/ 1085850 h 1890712"/>
              <a:gd name="connsiteX115" fmla="*/ 1531144 w 2543175"/>
              <a:gd name="connsiteY115" fmla="*/ 1095375 h 1890712"/>
              <a:gd name="connsiteX116" fmla="*/ 1559719 w 2543175"/>
              <a:gd name="connsiteY116" fmla="*/ 1121569 h 1890712"/>
              <a:gd name="connsiteX117" fmla="*/ 1569244 w 2543175"/>
              <a:gd name="connsiteY117" fmla="*/ 1131094 h 1890712"/>
              <a:gd name="connsiteX118" fmla="*/ 1597819 w 2543175"/>
              <a:gd name="connsiteY118" fmla="*/ 1154906 h 1890712"/>
              <a:gd name="connsiteX119" fmla="*/ 1604963 w 2543175"/>
              <a:gd name="connsiteY119" fmla="*/ 1162050 h 1890712"/>
              <a:gd name="connsiteX120" fmla="*/ 1612107 w 2543175"/>
              <a:gd name="connsiteY120" fmla="*/ 1166812 h 1890712"/>
              <a:gd name="connsiteX121" fmla="*/ 1628775 w 2543175"/>
              <a:gd name="connsiteY121" fmla="*/ 1183481 h 1890712"/>
              <a:gd name="connsiteX122" fmla="*/ 1662113 w 2543175"/>
              <a:gd name="connsiteY122" fmla="*/ 1209675 h 1890712"/>
              <a:gd name="connsiteX123" fmla="*/ 1678782 w 2543175"/>
              <a:gd name="connsiteY123" fmla="*/ 1226344 h 1890712"/>
              <a:gd name="connsiteX124" fmla="*/ 1700213 w 2543175"/>
              <a:gd name="connsiteY124" fmla="*/ 1247775 h 1890712"/>
              <a:gd name="connsiteX125" fmla="*/ 1712119 w 2543175"/>
              <a:gd name="connsiteY125" fmla="*/ 1259681 h 1890712"/>
              <a:gd name="connsiteX126" fmla="*/ 1733550 w 2543175"/>
              <a:gd name="connsiteY126" fmla="*/ 1273969 h 1890712"/>
              <a:gd name="connsiteX127" fmla="*/ 1743075 w 2543175"/>
              <a:gd name="connsiteY127" fmla="*/ 1283494 h 1890712"/>
              <a:gd name="connsiteX128" fmla="*/ 1754982 w 2543175"/>
              <a:gd name="connsiteY128" fmla="*/ 1290637 h 1890712"/>
              <a:gd name="connsiteX129" fmla="*/ 1766888 w 2543175"/>
              <a:gd name="connsiteY129" fmla="*/ 1300162 h 1890712"/>
              <a:gd name="connsiteX130" fmla="*/ 1783557 w 2543175"/>
              <a:gd name="connsiteY130" fmla="*/ 1307306 h 1890712"/>
              <a:gd name="connsiteX131" fmla="*/ 1790700 w 2543175"/>
              <a:gd name="connsiteY131" fmla="*/ 1312069 h 1890712"/>
              <a:gd name="connsiteX132" fmla="*/ 1800225 w 2543175"/>
              <a:gd name="connsiteY132" fmla="*/ 1319212 h 1890712"/>
              <a:gd name="connsiteX133" fmla="*/ 1807369 w 2543175"/>
              <a:gd name="connsiteY133" fmla="*/ 1321594 h 1890712"/>
              <a:gd name="connsiteX134" fmla="*/ 1824038 w 2543175"/>
              <a:gd name="connsiteY134" fmla="*/ 1333500 h 1890712"/>
              <a:gd name="connsiteX135" fmla="*/ 1843088 w 2543175"/>
              <a:gd name="connsiteY135" fmla="*/ 1352550 h 1890712"/>
              <a:gd name="connsiteX136" fmla="*/ 1852613 w 2543175"/>
              <a:gd name="connsiteY136" fmla="*/ 1359694 h 1890712"/>
              <a:gd name="connsiteX137" fmla="*/ 1859757 w 2543175"/>
              <a:gd name="connsiteY137" fmla="*/ 1366837 h 1890712"/>
              <a:gd name="connsiteX138" fmla="*/ 1869282 w 2543175"/>
              <a:gd name="connsiteY138" fmla="*/ 1371600 h 1890712"/>
              <a:gd name="connsiteX139" fmla="*/ 1883569 w 2543175"/>
              <a:gd name="connsiteY139" fmla="*/ 1388269 h 1890712"/>
              <a:gd name="connsiteX140" fmla="*/ 1893094 w 2543175"/>
              <a:gd name="connsiteY140" fmla="*/ 1395412 h 1890712"/>
              <a:gd name="connsiteX141" fmla="*/ 1902619 w 2543175"/>
              <a:gd name="connsiteY141" fmla="*/ 1404937 h 1890712"/>
              <a:gd name="connsiteX142" fmla="*/ 1912144 w 2543175"/>
              <a:gd name="connsiteY142" fmla="*/ 1409700 h 1890712"/>
              <a:gd name="connsiteX143" fmla="*/ 1931194 w 2543175"/>
              <a:gd name="connsiteY143" fmla="*/ 1421606 h 1890712"/>
              <a:gd name="connsiteX144" fmla="*/ 1935957 w 2543175"/>
              <a:gd name="connsiteY144" fmla="*/ 1428750 h 1890712"/>
              <a:gd name="connsiteX145" fmla="*/ 1952625 w 2543175"/>
              <a:gd name="connsiteY145" fmla="*/ 1438275 h 1890712"/>
              <a:gd name="connsiteX146" fmla="*/ 1971675 w 2543175"/>
              <a:gd name="connsiteY146" fmla="*/ 1450181 h 1890712"/>
              <a:gd name="connsiteX147" fmla="*/ 1981200 w 2543175"/>
              <a:gd name="connsiteY147" fmla="*/ 1454944 h 1890712"/>
              <a:gd name="connsiteX148" fmla="*/ 1997869 w 2543175"/>
              <a:gd name="connsiteY148" fmla="*/ 1471612 h 1890712"/>
              <a:gd name="connsiteX149" fmla="*/ 2007394 w 2543175"/>
              <a:gd name="connsiteY149" fmla="*/ 1478756 h 1890712"/>
              <a:gd name="connsiteX150" fmla="*/ 2016919 w 2543175"/>
              <a:gd name="connsiteY150" fmla="*/ 1483519 h 1890712"/>
              <a:gd name="connsiteX151" fmla="*/ 2024063 w 2543175"/>
              <a:gd name="connsiteY151" fmla="*/ 1490662 h 1890712"/>
              <a:gd name="connsiteX152" fmla="*/ 2033588 w 2543175"/>
              <a:gd name="connsiteY152" fmla="*/ 1495425 h 1890712"/>
              <a:gd name="connsiteX153" fmla="*/ 2040732 w 2543175"/>
              <a:gd name="connsiteY153" fmla="*/ 1502569 h 1890712"/>
              <a:gd name="connsiteX154" fmla="*/ 2047875 w 2543175"/>
              <a:gd name="connsiteY154" fmla="*/ 1507331 h 1890712"/>
              <a:gd name="connsiteX155" fmla="*/ 2057400 w 2543175"/>
              <a:gd name="connsiteY155" fmla="*/ 1514475 h 1890712"/>
              <a:gd name="connsiteX156" fmla="*/ 2064544 w 2543175"/>
              <a:gd name="connsiteY156" fmla="*/ 1519237 h 1890712"/>
              <a:gd name="connsiteX157" fmla="*/ 2071688 w 2543175"/>
              <a:gd name="connsiteY157" fmla="*/ 1526381 h 1890712"/>
              <a:gd name="connsiteX158" fmla="*/ 2081213 w 2543175"/>
              <a:gd name="connsiteY158" fmla="*/ 1531144 h 1890712"/>
              <a:gd name="connsiteX159" fmla="*/ 2090738 w 2543175"/>
              <a:gd name="connsiteY159" fmla="*/ 1538287 h 1890712"/>
              <a:gd name="connsiteX160" fmla="*/ 2109788 w 2543175"/>
              <a:gd name="connsiteY160" fmla="*/ 1547812 h 1890712"/>
              <a:gd name="connsiteX161" fmla="*/ 2131219 w 2543175"/>
              <a:gd name="connsiteY161" fmla="*/ 1562100 h 1890712"/>
              <a:gd name="connsiteX162" fmla="*/ 2140744 w 2543175"/>
              <a:gd name="connsiteY162" fmla="*/ 1566862 h 1890712"/>
              <a:gd name="connsiteX163" fmla="*/ 2152650 w 2543175"/>
              <a:gd name="connsiteY163" fmla="*/ 1576387 h 1890712"/>
              <a:gd name="connsiteX164" fmla="*/ 2181225 w 2543175"/>
              <a:gd name="connsiteY164" fmla="*/ 1590675 h 1890712"/>
              <a:gd name="connsiteX165" fmla="*/ 2200275 w 2543175"/>
              <a:gd name="connsiteY165" fmla="*/ 1607344 h 1890712"/>
              <a:gd name="connsiteX166" fmla="*/ 2207419 w 2543175"/>
              <a:gd name="connsiteY166" fmla="*/ 1612106 h 1890712"/>
              <a:gd name="connsiteX167" fmla="*/ 2216944 w 2543175"/>
              <a:gd name="connsiteY167" fmla="*/ 1619250 h 1890712"/>
              <a:gd name="connsiteX168" fmla="*/ 2224088 w 2543175"/>
              <a:gd name="connsiteY168" fmla="*/ 1624012 h 1890712"/>
              <a:gd name="connsiteX169" fmla="*/ 2247900 w 2543175"/>
              <a:gd name="connsiteY169" fmla="*/ 1643062 h 1890712"/>
              <a:gd name="connsiteX170" fmla="*/ 2255044 w 2543175"/>
              <a:gd name="connsiteY170" fmla="*/ 1650206 h 1890712"/>
              <a:gd name="connsiteX171" fmla="*/ 2281238 w 2543175"/>
              <a:gd name="connsiteY171" fmla="*/ 1664494 h 1890712"/>
              <a:gd name="connsiteX172" fmla="*/ 2297907 w 2543175"/>
              <a:gd name="connsiteY172" fmla="*/ 1674019 h 1890712"/>
              <a:gd name="connsiteX173" fmla="*/ 2305050 w 2543175"/>
              <a:gd name="connsiteY173" fmla="*/ 1678781 h 1890712"/>
              <a:gd name="connsiteX174" fmla="*/ 2312194 w 2543175"/>
              <a:gd name="connsiteY174" fmla="*/ 1685925 h 1890712"/>
              <a:gd name="connsiteX175" fmla="*/ 2321719 w 2543175"/>
              <a:gd name="connsiteY175" fmla="*/ 1690687 h 1890712"/>
              <a:gd name="connsiteX176" fmla="*/ 2328863 w 2543175"/>
              <a:gd name="connsiteY176" fmla="*/ 1697831 h 1890712"/>
              <a:gd name="connsiteX177" fmla="*/ 2350294 w 2543175"/>
              <a:gd name="connsiteY177" fmla="*/ 1712119 h 1890712"/>
              <a:gd name="connsiteX178" fmla="*/ 2359819 w 2543175"/>
              <a:gd name="connsiteY178" fmla="*/ 1719262 h 1890712"/>
              <a:gd name="connsiteX179" fmla="*/ 2369344 w 2543175"/>
              <a:gd name="connsiteY179" fmla="*/ 1724025 h 1890712"/>
              <a:gd name="connsiteX180" fmla="*/ 2376488 w 2543175"/>
              <a:gd name="connsiteY180" fmla="*/ 1731169 h 1890712"/>
              <a:gd name="connsiteX181" fmla="*/ 2402682 w 2543175"/>
              <a:gd name="connsiteY181" fmla="*/ 1747837 h 1890712"/>
              <a:gd name="connsiteX182" fmla="*/ 2450307 w 2543175"/>
              <a:gd name="connsiteY182" fmla="*/ 1769269 h 1890712"/>
              <a:gd name="connsiteX183" fmla="*/ 2466975 w 2543175"/>
              <a:gd name="connsiteY183" fmla="*/ 1783556 h 1890712"/>
              <a:gd name="connsiteX184" fmla="*/ 2481263 w 2543175"/>
              <a:gd name="connsiteY184" fmla="*/ 1795462 h 1890712"/>
              <a:gd name="connsiteX185" fmla="*/ 2486025 w 2543175"/>
              <a:gd name="connsiteY185" fmla="*/ 1802606 h 1890712"/>
              <a:gd name="connsiteX186" fmla="*/ 2493169 w 2543175"/>
              <a:gd name="connsiteY186" fmla="*/ 1807369 h 1890712"/>
              <a:gd name="connsiteX187" fmla="*/ 2495550 w 2543175"/>
              <a:gd name="connsiteY187" fmla="*/ 1816894 h 1890712"/>
              <a:gd name="connsiteX188" fmla="*/ 2497932 w 2543175"/>
              <a:gd name="connsiteY188" fmla="*/ 1824037 h 1890712"/>
              <a:gd name="connsiteX189" fmla="*/ 2514600 w 2543175"/>
              <a:gd name="connsiteY189" fmla="*/ 1850231 h 1890712"/>
              <a:gd name="connsiteX190" fmla="*/ 2519363 w 2543175"/>
              <a:gd name="connsiteY190" fmla="*/ 1857375 h 1890712"/>
              <a:gd name="connsiteX191" fmla="*/ 2540794 w 2543175"/>
              <a:gd name="connsiteY191" fmla="*/ 1883569 h 1890712"/>
              <a:gd name="connsiteX192" fmla="*/ 2543175 w 2543175"/>
              <a:gd name="connsiteY19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26382 w 2543175"/>
              <a:gd name="connsiteY114" fmla="*/ 1085850 h 1890712"/>
              <a:gd name="connsiteX115" fmla="*/ 1559719 w 2543175"/>
              <a:gd name="connsiteY115" fmla="*/ 1121569 h 1890712"/>
              <a:gd name="connsiteX116" fmla="*/ 1569244 w 2543175"/>
              <a:gd name="connsiteY116" fmla="*/ 1131094 h 1890712"/>
              <a:gd name="connsiteX117" fmla="*/ 1597819 w 2543175"/>
              <a:gd name="connsiteY117" fmla="*/ 1154906 h 1890712"/>
              <a:gd name="connsiteX118" fmla="*/ 1604963 w 2543175"/>
              <a:gd name="connsiteY118" fmla="*/ 1162050 h 1890712"/>
              <a:gd name="connsiteX119" fmla="*/ 1612107 w 2543175"/>
              <a:gd name="connsiteY119" fmla="*/ 1166812 h 1890712"/>
              <a:gd name="connsiteX120" fmla="*/ 1628775 w 2543175"/>
              <a:gd name="connsiteY120" fmla="*/ 1183481 h 1890712"/>
              <a:gd name="connsiteX121" fmla="*/ 1662113 w 2543175"/>
              <a:gd name="connsiteY121" fmla="*/ 1209675 h 1890712"/>
              <a:gd name="connsiteX122" fmla="*/ 1678782 w 2543175"/>
              <a:gd name="connsiteY122" fmla="*/ 1226344 h 1890712"/>
              <a:gd name="connsiteX123" fmla="*/ 1700213 w 2543175"/>
              <a:gd name="connsiteY123" fmla="*/ 1247775 h 1890712"/>
              <a:gd name="connsiteX124" fmla="*/ 1712119 w 2543175"/>
              <a:gd name="connsiteY124" fmla="*/ 1259681 h 1890712"/>
              <a:gd name="connsiteX125" fmla="*/ 1733550 w 2543175"/>
              <a:gd name="connsiteY125" fmla="*/ 1273969 h 1890712"/>
              <a:gd name="connsiteX126" fmla="*/ 1743075 w 2543175"/>
              <a:gd name="connsiteY126" fmla="*/ 1283494 h 1890712"/>
              <a:gd name="connsiteX127" fmla="*/ 1754982 w 2543175"/>
              <a:gd name="connsiteY127" fmla="*/ 1290637 h 1890712"/>
              <a:gd name="connsiteX128" fmla="*/ 1766888 w 2543175"/>
              <a:gd name="connsiteY128" fmla="*/ 1300162 h 1890712"/>
              <a:gd name="connsiteX129" fmla="*/ 1783557 w 2543175"/>
              <a:gd name="connsiteY129" fmla="*/ 1307306 h 1890712"/>
              <a:gd name="connsiteX130" fmla="*/ 1790700 w 2543175"/>
              <a:gd name="connsiteY130" fmla="*/ 1312069 h 1890712"/>
              <a:gd name="connsiteX131" fmla="*/ 1800225 w 2543175"/>
              <a:gd name="connsiteY131" fmla="*/ 1319212 h 1890712"/>
              <a:gd name="connsiteX132" fmla="*/ 1807369 w 2543175"/>
              <a:gd name="connsiteY132" fmla="*/ 1321594 h 1890712"/>
              <a:gd name="connsiteX133" fmla="*/ 1824038 w 2543175"/>
              <a:gd name="connsiteY133" fmla="*/ 1333500 h 1890712"/>
              <a:gd name="connsiteX134" fmla="*/ 1843088 w 2543175"/>
              <a:gd name="connsiteY134" fmla="*/ 1352550 h 1890712"/>
              <a:gd name="connsiteX135" fmla="*/ 1852613 w 2543175"/>
              <a:gd name="connsiteY135" fmla="*/ 1359694 h 1890712"/>
              <a:gd name="connsiteX136" fmla="*/ 1859757 w 2543175"/>
              <a:gd name="connsiteY136" fmla="*/ 1366837 h 1890712"/>
              <a:gd name="connsiteX137" fmla="*/ 1869282 w 2543175"/>
              <a:gd name="connsiteY137" fmla="*/ 1371600 h 1890712"/>
              <a:gd name="connsiteX138" fmla="*/ 1883569 w 2543175"/>
              <a:gd name="connsiteY138" fmla="*/ 1388269 h 1890712"/>
              <a:gd name="connsiteX139" fmla="*/ 1893094 w 2543175"/>
              <a:gd name="connsiteY139" fmla="*/ 1395412 h 1890712"/>
              <a:gd name="connsiteX140" fmla="*/ 1902619 w 2543175"/>
              <a:gd name="connsiteY140" fmla="*/ 1404937 h 1890712"/>
              <a:gd name="connsiteX141" fmla="*/ 1912144 w 2543175"/>
              <a:gd name="connsiteY141" fmla="*/ 1409700 h 1890712"/>
              <a:gd name="connsiteX142" fmla="*/ 1931194 w 2543175"/>
              <a:gd name="connsiteY142" fmla="*/ 1421606 h 1890712"/>
              <a:gd name="connsiteX143" fmla="*/ 1935957 w 2543175"/>
              <a:gd name="connsiteY143" fmla="*/ 1428750 h 1890712"/>
              <a:gd name="connsiteX144" fmla="*/ 1952625 w 2543175"/>
              <a:gd name="connsiteY144" fmla="*/ 1438275 h 1890712"/>
              <a:gd name="connsiteX145" fmla="*/ 1971675 w 2543175"/>
              <a:gd name="connsiteY145" fmla="*/ 1450181 h 1890712"/>
              <a:gd name="connsiteX146" fmla="*/ 1981200 w 2543175"/>
              <a:gd name="connsiteY146" fmla="*/ 1454944 h 1890712"/>
              <a:gd name="connsiteX147" fmla="*/ 1997869 w 2543175"/>
              <a:gd name="connsiteY147" fmla="*/ 1471612 h 1890712"/>
              <a:gd name="connsiteX148" fmla="*/ 2007394 w 2543175"/>
              <a:gd name="connsiteY148" fmla="*/ 1478756 h 1890712"/>
              <a:gd name="connsiteX149" fmla="*/ 2016919 w 2543175"/>
              <a:gd name="connsiteY149" fmla="*/ 1483519 h 1890712"/>
              <a:gd name="connsiteX150" fmla="*/ 2024063 w 2543175"/>
              <a:gd name="connsiteY150" fmla="*/ 1490662 h 1890712"/>
              <a:gd name="connsiteX151" fmla="*/ 2033588 w 2543175"/>
              <a:gd name="connsiteY151" fmla="*/ 1495425 h 1890712"/>
              <a:gd name="connsiteX152" fmla="*/ 2040732 w 2543175"/>
              <a:gd name="connsiteY152" fmla="*/ 1502569 h 1890712"/>
              <a:gd name="connsiteX153" fmla="*/ 2047875 w 2543175"/>
              <a:gd name="connsiteY153" fmla="*/ 1507331 h 1890712"/>
              <a:gd name="connsiteX154" fmla="*/ 2057400 w 2543175"/>
              <a:gd name="connsiteY154" fmla="*/ 1514475 h 1890712"/>
              <a:gd name="connsiteX155" fmla="*/ 2064544 w 2543175"/>
              <a:gd name="connsiteY155" fmla="*/ 1519237 h 1890712"/>
              <a:gd name="connsiteX156" fmla="*/ 2071688 w 2543175"/>
              <a:gd name="connsiteY156" fmla="*/ 1526381 h 1890712"/>
              <a:gd name="connsiteX157" fmla="*/ 2081213 w 2543175"/>
              <a:gd name="connsiteY157" fmla="*/ 1531144 h 1890712"/>
              <a:gd name="connsiteX158" fmla="*/ 2090738 w 2543175"/>
              <a:gd name="connsiteY158" fmla="*/ 1538287 h 1890712"/>
              <a:gd name="connsiteX159" fmla="*/ 2109788 w 2543175"/>
              <a:gd name="connsiteY159" fmla="*/ 1547812 h 1890712"/>
              <a:gd name="connsiteX160" fmla="*/ 2131219 w 2543175"/>
              <a:gd name="connsiteY160" fmla="*/ 1562100 h 1890712"/>
              <a:gd name="connsiteX161" fmla="*/ 2140744 w 2543175"/>
              <a:gd name="connsiteY161" fmla="*/ 1566862 h 1890712"/>
              <a:gd name="connsiteX162" fmla="*/ 2152650 w 2543175"/>
              <a:gd name="connsiteY162" fmla="*/ 1576387 h 1890712"/>
              <a:gd name="connsiteX163" fmla="*/ 2181225 w 2543175"/>
              <a:gd name="connsiteY163" fmla="*/ 1590675 h 1890712"/>
              <a:gd name="connsiteX164" fmla="*/ 2200275 w 2543175"/>
              <a:gd name="connsiteY164" fmla="*/ 1607344 h 1890712"/>
              <a:gd name="connsiteX165" fmla="*/ 2207419 w 2543175"/>
              <a:gd name="connsiteY165" fmla="*/ 1612106 h 1890712"/>
              <a:gd name="connsiteX166" fmla="*/ 2216944 w 2543175"/>
              <a:gd name="connsiteY166" fmla="*/ 1619250 h 1890712"/>
              <a:gd name="connsiteX167" fmla="*/ 2224088 w 2543175"/>
              <a:gd name="connsiteY167" fmla="*/ 1624012 h 1890712"/>
              <a:gd name="connsiteX168" fmla="*/ 2247900 w 2543175"/>
              <a:gd name="connsiteY168" fmla="*/ 1643062 h 1890712"/>
              <a:gd name="connsiteX169" fmla="*/ 2255044 w 2543175"/>
              <a:gd name="connsiteY169" fmla="*/ 1650206 h 1890712"/>
              <a:gd name="connsiteX170" fmla="*/ 2281238 w 2543175"/>
              <a:gd name="connsiteY170" fmla="*/ 1664494 h 1890712"/>
              <a:gd name="connsiteX171" fmla="*/ 2297907 w 2543175"/>
              <a:gd name="connsiteY171" fmla="*/ 1674019 h 1890712"/>
              <a:gd name="connsiteX172" fmla="*/ 2305050 w 2543175"/>
              <a:gd name="connsiteY172" fmla="*/ 1678781 h 1890712"/>
              <a:gd name="connsiteX173" fmla="*/ 2312194 w 2543175"/>
              <a:gd name="connsiteY173" fmla="*/ 1685925 h 1890712"/>
              <a:gd name="connsiteX174" fmla="*/ 2321719 w 2543175"/>
              <a:gd name="connsiteY174" fmla="*/ 1690687 h 1890712"/>
              <a:gd name="connsiteX175" fmla="*/ 2328863 w 2543175"/>
              <a:gd name="connsiteY175" fmla="*/ 1697831 h 1890712"/>
              <a:gd name="connsiteX176" fmla="*/ 2350294 w 2543175"/>
              <a:gd name="connsiteY176" fmla="*/ 1712119 h 1890712"/>
              <a:gd name="connsiteX177" fmla="*/ 2359819 w 2543175"/>
              <a:gd name="connsiteY177" fmla="*/ 1719262 h 1890712"/>
              <a:gd name="connsiteX178" fmla="*/ 2369344 w 2543175"/>
              <a:gd name="connsiteY178" fmla="*/ 1724025 h 1890712"/>
              <a:gd name="connsiteX179" fmla="*/ 2376488 w 2543175"/>
              <a:gd name="connsiteY179" fmla="*/ 1731169 h 1890712"/>
              <a:gd name="connsiteX180" fmla="*/ 2402682 w 2543175"/>
              <a:gd name="connsiteY180" fmla="*/ 1747837 h 1890712"/>
              <a:gd name="connsiteX181" fmla="*/ 2450307 w 2543175"/>
              <a:gd name="connsiteY181" fmla="*/ 1769269 h 1890712"/>
              <a:gd name="connsiteX182" fmla="*/ 2466975 w 2543175"/>
              <a:gd name="connsiteY182" fmla="*/ 1783556 h 1890712"/>
              <a:gd name="connsiteX183" fmla="*/ 2481263 w 2543175"/>
              <a:gd name="connsiteY183" fmla="*/ 1795462 h 1890712"/>
              <a:gd name="connsiteX184" fmla="*/ 2486025 w 2543175"/>
              <a:gd name="connsiteY184" fmla="*/ 1802606 h 1890712"/>
              <a:gd name="connsiteX185" fmla="*/ 2493169 w 2543175"/>
              <a:gd name="connsiteY185" fmla="*/ 1807369 h 1890712"/>
              <a:gd name="connsiteX186" fmla="*/ 2495550 w 2543175"/>
              <a:gd name="connsiteY186" fmla="*/ 1816894 h 1890712"/>
              <a:gd name="connsiteX187" fmla="*/ 2497932 w 2543175"/>
              <a:gd name="connsiteY187" fmla="*/ 1824037 h 1890712"/>
              <a:gd name="connsiteX188" fmla="*/ 2514600 w 2543175"/>
              <a:gd name="connsiteY188" fmla="*/ 1850231 h 1890712"/>
              <a:gd name="connsiteX189" fmla="*/ 2519363 w 2543175"/>
              <a:gd name="connsiteY189" fmla="*/ 1857375 h 1890712"/>
              <a:gd name="connsiteX190" fmla="*/ 2540794 w 2543175"/>
              <a:gd name="connsiteY190" fmla="*/ 1883569 h 1890712"/>
              <a:gd name="connsiteX191" fmla="*/ 2543175 w 2543175"/>
              <a:gd name="connsiteY191"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59719 w 2543175"/>
              <a:gd name="connsiteY114" fmla="*/ 1121569 h 1890712"/>
              <a:gd name="connsiteX115" fmla="*/ 1569244 w 2543175"/>
              <a:gd name="connsiteY115" fmla="*/ 1131094 h 1890712"/>
              <a:gd name="connsiteX116" fmla="*/ 1597819 w 2543175"/>
              <a:gd name="connsiteY116" fmla="*/ 1154906 h 1890712"/>
              <a:gd name="connsiteX117" fmla="*/ 1604963 w 2543175"/>
              <a:gd name="connsiteY117" fmla="*/ 1162050 h 1890712"/>
              <a:gd name="connsiteX118" fmla="*/ 1612107 w 2543175"/>
              <a:gd name="connsiteY118" fmla="*/ 1166812 h 1890712"/>
              <a:gd name="connsiteX119" fmla="*/ 1628775 w 2543175"/>
              <a:gd name="connsiteY119" fmla="*/ 1183481 h 1890712"/>
              <a:gd name="connsiteX120" fmla="*/ 1662113 w 2543175"/>
              <a:gd name="connsiteY120" fmla="*/ 1209675 h 1890712"/>
              <a:gd name="connsiteX121" fmla="*/ 1678782 w 2543175"/>
              <a:gd name="connsiteY121" fmla="*/ 1226344 h 1890712"/>
              <a:gd name="connsiteX122" fmla="*/ 1700213 w 2543175"/>
              <a:gd name="connsiteY122" fmla="*/ 1247775 h 1890712"/>
              <a:gd name="connsiteX123" fmla="*/ 1712119 w 2543175"/>
              <a:gd name="connsiteY123" fmla="*/ 1259681 h 1890712"/>
              <a:gd name="connsiteX124" fmla="*/ 1733550 w 2543175"/>
              <a:gd name="connsiteY124" fmla="*/ 1273969 h 1890712"/>
              <a:gd name="connsiteX125" fmla="*/ 1743075 w 2543175"/>
              <a:gd name="connsiteY125" fmla="*/ 1283494 h 1890712"/>
              <a:gd name="connsiteX126" fmla="*/ 1754982 w 2543175"/>
              <a:gd name="connsiteY126" fmla="*/ 1290637 h 1890712"/>
              <a:gd name="connsiteX127" fmla="*/ 1766888 w 2543175"/>
              <a:gd name="connsiteY127" fmla="*/ 1300162 h 1890712"/>
              <a:gd name="connsiteX128" fmla="*/ 1783557 w 2543175"/>
              <a:gd name="connsiteY128" fmla="*/ 1307306 h 1890712"/>
              <a:gd name="connsiteX129" fmla="*/ 1790700 w 2543175"/>
              <a:gd name="connsiteY129" fmla="*/ 1312069 h 1890712"/>
              <a:gd name="connsiteX130" fmla="*/ 1800225 w 2543175"/>
              <a:gd name="connsiteY130" fmla="*/ 1319212 h 1890712"/>
              <a:gd name="connsiteX131" fmla="*/ 1807369 w 2543175"/>
              <a:gd name="connsiteY131" fmla="*/ 1321594 h 1890712"/>
              <a:gd name="connsiteX132" fmla="*/ 1824038 w 2543175"/>
              <a:gd name="connsiteY132" fmla="*/ 1333500 h 1890712"/>
              <a:gd name="connsiteX133" fmla="*/ 1843088 w 2543175"/>
              <a:gd name="connsiteY133" fmla="*/ 1352550 h 1890712"/>
              <a:gd name="connsiteX134" fmla="*/ 1852613 w 2543175"/>
              <a:gd name="connsiteY134" fmla="*/ 1359694 h 1890712"/>
              <a:gd name="connsiteX135" fmla="*/ 1859757 w 2543175"/>
              <a:gd name="connsiteY135" fmla="*/ 1366837 h 1890712"/>
              <a:gd name="connsiteX136" fmla="*/ 1869282 w 2543175"/>
              <a:gd name="connsiteY136" fmla="*/ 1371600 h 1890712"/>
              <a:gd name="connsiteX137" fmla="*/ 1883569 w 2543175"/>
              <a:gd name="connsiteY137" fmla="*/ 1388269 h 1890712"/>
              <a:gd name="connsiteX138" fmla="*/ 1893094 w 2543175"/>
              <a:gd name="connsiteY138" fmla="*/ 1395412 h 1890712"/>
              <a:gd name="connsiteX139" fmla="*/ 1902619 w 2543175"/>
              <a:gd name="connsiteY139" fmla="*/ 1404937 h 1890712"/>
              <a:gd name="connsiteX140" fmla="*/ 1912144 w 2543175"/>
              <a:gd name="connsiteY140" fmla="*/ 1409700 h 1890712"/>
              <a:gd name="connsiteX141" fmla="*/ 1931194 w 2543175"/>
              <a:gd name="connsiteY141" fmla="*/ 1421606 h 1890712"/>
              <a:gd name="connsiteX142" fmla="*/ 1935957 w 2543175"/>
              <a:gd name="connsiteY142" fmla="*/ 1428750 h 1890712"/>
              <a:gd name="connsiteX143" fmla="*/ 1952625 w 2543175"/>
              <a:gd name="connsiteY143" fmla="*/ 1438275 h 1890712"/>
              <a:gd name="connsiteX144" fmla="*/ 1971675 w 2543175"/>
              <a:gd name="connsiteY144" fmla="*/ 1450181 h 1890712"/>
              <a:gd name="connsiteX145" fmla="*/ 1981200 w 2543175"/>
              <a:gd name="connsiteY145" fmla="*/ 1454944 h 1890712"/>
              <a:gd name="connsiteX146" fmla="*/ 1997869 w 2543175"/>
              <a:gd name="connsiteY146" fmla="*/ 1471612 h 1890712"/>
              <a:gd name="connsiteX147" fmla="*/ 2007394 w 2543175"/>
              <a:gd name="connsiteY147" fmla="*/ 1478756 h 1890712"/>
              <a:gd name="connsiteX148" fmla="*/ 2016919 w 2543175"/>
              <a:gd name="connsiteY148" fmla="*/ 1483519 h 1890712"/>
              <a:gd name="connsiteX149" fmla="*/ 2024063 w 2543175"/>
              <a:gd name="connsiteY149" fmla="*/ 1490662 h 1890712"/>
              <a:gd name="connsiteX150" fmla="*/ 2033588 w 2543175"/>
              <a:gd name="connsiteY150" fmla="*/ 1495425 h 1890712"/>
              <a:gd name="connsiteX151" fmla="*/ 2040732 w 2543175"/>
              <a:gd name="connsiteY151" fmla="*/ 1502569 h 1890712"/>
              <a:gd name="connsiteX152" fmla="*/ 2047875 w 2543175"/>
              <a:gd name="connsiteY152" fmla="*/ 1507331 h 1890712"/>
              <a:gd name="connsiteX153" fmla="*/ 2057400 w 2543175"/>
              <a:gd name="connsiteY153" fmla="*/ 1514475 h 1890712"/>
              <a:gd name="connsiteX154" fmla="*/ 2064544 w 2543175"/>
              <a:gd name="connsiteY154" fmla="*/ 1519237 h 1890712"/>
              <a:gd name="connsiteX155" fmla="*/ 2071688 w 2543175"/>
              <a:gd name="connsiteY155" fmla="*/ 1526381 h 1890712"/>
              <a:gd name="connsiteX156" fmla="*/ 2081213 w 2543175"/>
              <a:gd name="connsiteY156" fmla="*/ 1531144 h 1890712"/>
              <a:gd name="connsiteX157" fmla="*/ 2090738 w 2543175"/>
              <a:gd name="connsiteY157" fmla="*/ 1538287 h 1890712"/>
              <a:gd name="connsiteX158" fmla="*/ 2109788 w 2543175"/>
              <a:gd name="connsiteY158" fmla="*/ 1547812 h 1890712"/>
              <a:gd name="connsiteX159" fmla="*/ 2131219 w 2543175"/>
              <a:gd name="connsiteY159" fmla="*/ 1562100 h 1890712"/>
              <a:gd name="connsiteX160" fmla="*/ 2140744 w 2543175"/>
              <a:gd name="connsiteY160" fmla="*/ 1566862 h 1890712"/>
              <a:gd name="connsiteX161" fmla="*/ 2152650 w 2543175"/>
              <a:gd name="connsiteY161" fmla="*/ 1576387 h 1890712"/>
              <a:gd name="connsiteX162" fmla="*/ 2181225 w 2543175"/>
              <a:gd name="connsiteY162" fmla="*/ 1590675 h 1890712"/>
              <a:gd name="connsiteX163" fmla="*/ 2200275 w 2543175"/>
              <a:gd name="connsiteY163" fmla="*/ 1607344 h 1890712"/>
              <a:gd name="connsiteX164" fmla="*/ 2207419 w 2543175"/>
              <a:gd name="connsiteY164" fmla="*/ 1612106 h 1890712"/>
              <a:gd name="connsiteX165" fmla="*/ 2216944 w 2543175"/>
              <a:gd name="connsiteY165" fmla="*/ 1619250 h 1890712"/>
              <a:gd name="connsiteX166" fmla="*/ 2224088 w 2543175"/>
              <a:gd name="connsiteY166" fmla="*/ 1624012 h 1890712"/>
              <a:gd name="connsiteX167" fmla="*/ 2247900 w 2543175"/>
              <a:gd name="connsiteY167" fmla="*/ 1643062 h 1890712"/>
              <a:gd name="connsiteX168" fmla="*/ 2255044 w 2543175"/>
              <a:gd name="connsiteY168" fmla="*/ 1650206 h 1890712"/>
              <a:gd name="connsiteX169" fmla="*/ 2281238 w 2543175"/>
              <a:gd name="connsiteY169" fmla="*/ 1664494 h 1890712"/>
              <a:gd name="connsiteX170" fmla="*/ 2297907 w 2543175"/>
              <a:gd name="connsiteY170" fmla="*/ 1674019 h 1890712"/>
              <a:gd name="connsiteX171" fmla="*/ 2305050 w 2543175"/>
              <a:gd name="connsiteY171" fmla="*/ 1678781 h 1890712"/>
              <a:gd name="connsiteX172" fmla="*/ 2312194 w 2543175"/>
              <a:gd name="connsiteY172" fmla="*/ 1685925 h 1890712"/>
              <a:gd name="connsiteX173" fmla="*/ 2321719 w 2543175"/>
              <a:gd name="connsiteY173" fmla="*/ 1690687 h 1890712"/>
              <a:gd name="connsiteX174" fmla="*/ 2328863 w 2543175"/>
              <a:gd name="connsiteY174" fmla="*/ 1697831 h 1890712"/>
              <a:gd name="connsiteX175" fmla="*/ 2350294 w 2543175"/>
              <a:gd name="connsiteY175" fmla="*/ 1712119 h 1890712"/>
              <a:gd name="connsiteX176" fmla="*/ 2359819 w 2543175"/>
              <a:gd name="connsiteY176" fmla="*/ 1719262 h 1890712"/>
              <a:gd name="connsiteX177" fmla="*/ 2369344 w 2543175"/>
              <a:gd name="connsiteY177" fmla="*/ 1724025 h 1890712"/>
              <a:gd name="connsiteX178" fmla="*/ 2376488 w 2543175"/>
              <a:gd name="connsiteY178" fmla="*/ 1731169 h 1890712"/>
              <a:gd name="connsiteX179" fmla="*/ 2402682 w 2543175"/>
              <a:gd name="connsiteY179" fmla="*/ 1747837 h 1890712"/>
              <a:gd name="connsiteX180" fmla="*/ 2450307 w 2543175"/>
              <a:gd name="connsiteY180" fmla="*/ 1769269 h 1890712"/>
              <a:gd name="connsiteX181" fmla="*/ 2466975 w 2543175"/>
              <a:gd name="connsiteY181" fmla="*/ 1783556 h 1890712"/>
              <a:gd name="connsiteX182" fmla="*/ 2481263 w 2543175"/>
              <a:gd name="connsiteY182" fmla="*/ 1795462 h 1890712"/>
              <a:gd name="connsiteX183" fmla="*/ 2486025 w 2543175"/>
              <a:gd name="connsiteY183" fmla="*/ 1802606 h 1890712"/>
              <a:gd name="connsiteX184" fmla="*/ 2493169 w 2543175"/>
              <a:gd name="connsiteY184" fmla="*/ 1807369 h 1890712"/>
              <a:gd name="connsiteX185" fmla="*/ 2495550 w 2543175"/>
              <a:gd name="connsiteY185" fmla="*/ 1816894 h 1890712"/>
              <a:gd name="connsiteX186" fmla="*/ 2497932 w 2543175"/>
              <a:gd name="connsiteY186" fmla="*/ 1824037 h 1890712"/>
              <a:gd name="connsiteX187" fmla="*/ 2514600 w 2543175"/>
              <a:gd name="connsiteY187" fmla="*/ 1850231 h 1890712"/>
              <a:gd name="connsiteX188" fmla="*/ 2519363 w 2543175"/>
              <a:gd name="connsiteY188" fmla="*/ 1857375 h 1890712"/>
              <a:gd name="connsiteX189" fmla="*/ 2540794 w 2543175"/>
              <a:gd name="connsiteY189" fmla="*/ 1883569 h 1890712"/>
              <a:gd name="connsiteX190" fmla="*/ 2543175 w 2543175"/>
              <a:gd name="connsiteY19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59719 w 2543175"/>
              <a:gd name="connsiteY114" fmla="*/ 1121569 h 1890712"/>
              <a:gd name="connsiteX115" fmla="*/ 1550194 w 2543175"/>
              <a:gd name="connsiteY115" fmla="*/ 1135856 h 1890712"/>
              <a:gd name="connsiteX116" fmla="*/ 1597819 w 2543175"/>
              <a:gd name="connsiteY116" fmla="*/ 1154906 h 1890712"/>
              <a:gd name="connsiteX117" fmla="*/ 1604963 w 2543175"/>
              <a:gd name="connsiteY117" fmla="*/ 1162050 h 1890712"/>
              <a:gd name="connsiteX118" fmla="*/ 1612107 w 2543175"/>
              <a:gd name="connsiteY118" fmla="*/ 1166812 h 1890712"/>
              <a:gd name="connsiteX119" fmla="*/ 1628775 w 2543175"/>
              <a:gd name="connsiteY119" fmla="*/ 1183481 h 1890712"/>
              <a:gd name="connsiteX120" fmla="*/ 1662113 w 2543175"/>
              <a:gd name="connsiteY120" fmla="*/ 1209675 h 1890712"/>
              <a:gd name="connsiteX121" fmla="*/ 1678782 w 2543175"/>
              <a:gd name="connsiteY121" fmla="*/ 1226344 h 1890712"/>
              <a:gd name="connsiteX122" fmla="*/ 1700213 w 2543175"/>
              <a:gd name="connsiteY122" fmla="*/ 1247775 h 1890712"/>
              <a:gd name="connsiteX123" fmla="*/ 1712119 w 2543175"/>
              <a:gd name="connsiteY123" fmla="*/ 1259681 h 1890712"/>
              <a:gd name="connsiteX124" fmla="*/ 1733550 w 2543175"/>
              <a:gd name="connsiteY124" fmla="*/ 1273969 h 1890712"/>
              <a:gd name="connsiteX125" fmla="*/ 1743075 w 2543175"/>
              <a:gd name="connsiteY125" fmla="*/ 1283494 h 1890712"/>
              <a:gd name="connsiteX126" fmla="*/ 1754982 w 2543175"/>
              <a:gd name="connsiteY126" fmla="*/ 1290637 h 1890712"/>
              <a:gd name="connsiteX127" fmla="*/ 1766888 w 2543175"/>
              <a:gd name="connsiteY127" fmla="*/ 1300162 h 1890712"/>
              <a:gd name="connsiteX128" fmla="*/ 1783557 w 2543175"/>
              <a:gd name="connsiteY128" fmla="*/ 1307306 h 1890712"/>
              <a:gd name="connsiteX129" fmla="*/ 1790700 w 2543175"/>
              <a:gd name="connsiteY129" fmla="*/ 1312069 h 1890712"/>
              <a:gd name="connsiteX130" fmla="*/ 1800225 w 2543175"/>
              <a:gd name="connsiteY130" fmla="*/ 1319212 h 1890712"/>
              <a:gd name="connsiteX131" fmla="*/ 1807369 w 2543175"/>
              <a:gd name="connsiteY131" fmla="*/ 1321594 h 1890712"/>
              <a:gd name="connsiteX132" fmla="*/ 1824038 w 2543175"/>
              <a:gd name="connsiteY132" fmla="*/ 1333500 h 1890712"/>
              <a:gd name="connsiteX133" fmla="*/ 1843088 w 2543175"/>
              <a:gd name="connsiteY133" fmla="*/ 1352550 h 1890712"/>
              <a:gd name="connsiteX134" fmla="*/ 1852613 w 2543175"/>
              <a:gd name="connsiteY134" fmla="*/ 1359694 h 1890712"/>
              <a:gd name="connsiteX135" fmla="*/ 1859757 w 2543175"/>
              <a:gd name="connsiteY135" fmla="*/ 1366837 h 1890712"/>
              <a:gd name="connsiteX136" fmla="*/ 1869282 w 2543175"/>
              <a:gd name="connsiteY136" fmla="*/ 1371600 h 1890712"/>
              <a:gd name="connsiteX137" fmla="*/ 1883569 w 2543175"/>
              <a:gd name="connsiteY137" fmla="*/ 1388269 h 1890712"/>
              <a:gd name="connsiteX138" fmla="*/ 1893094 w 2543175"/>
              <a:gd name="connsiteY138" fmla="*/ 1395412 h 1890712"/>
              <a:gd name="connsiteX139" fmla="*/ 1902619 w 2543175"/>
              <a:gd name="connsiteY139" fmla="*/ 1404937 h 1890712"/>
              <a:gd name="connsiteX140" fmla="*/ 1912144 w 2543175"/>
              <a:gd name="connsiteY140" fmla="*/ 1409700 h 1890712"/>
              <a:gd name="connsiteX141" fmla="*/ 1931194 w 2543175"/>
              <a:gd name="connsiteY141" fmla="*/ 1421606 h 1890712"/>
              <a:gd name="connsiteX142" fmla="*/ 1935957 w 2543175"/>
              <a:gd name="connsiteY142" fmla="*/ 1428750 h 1890712"/>
              <a:gd name="connsiteX143" fmla="*/ 1952625 w 2543175"/>
              <a:gd name="connsiteY143" fmla="*/ 1438275 h 1890712"/>
              <a:gd name="connsiteX144" fmla="*/ 1971675 w 2543175"/>
              <a:gd name="connsiteY144" fmla="*/ 1450181 h 1890712"/>
              <a:gd name="connsiteX145" fmla="*/ 1981200 w 2543175"/>
              <a:gd name="connsiteY145" fmla="*/ 1454944 h 1890712"/>
              <a:gd name="connsiteX146" fmla="*/ 1997869 w 2543175"/>
              <a:gd name="connsiteY146" fmla="*/ 1471612 h 1890712"/>
              <a:gd name="connsiteX147" fmla="*/ 2007394 w 2543175"/>
              <a:gd name="connsiteY147" fmla="*/ 1478756 h 1890712"/>
              <a:gd name="connsiteX148" fmla="*/ 2016919 w 2543175"/>
              <a:gd name="connsiteY148" fmla="*/ 1483519 h 1890712"/>
              <a:gd name="connsiteX149" fmla="*/ 2024063 w 2543175"/>
              <a:gd name="connsiteY149" fmla="*/ 1490662 h 1890712"/>
              <a:gd name="connsiteX150" fmla="*/ 2033588 w 2543175"/>
              <a:gd name="connsiteY150" fmla="*/ 1495425 h 1890712"/>
              <a:gd name="connsiteX151" fmla="*/ 2040732 w 2543175"/>
              <a:gd name="connsiteY151" fmla="*/ 1502569 h 1890712"/>
              <a:gd name="connsiteX152" fmla="*/ 2047875 w 2543175"/>
              <a:gd name="connsiteY152" fmla="*/ 1507331 h 1890712"/>
              <a:gd name="connsiteX153" fmla="*/ 2057400 w 2543175"/>
              <a:gd name="connsiteY153" fmla="*/ 1514475 h 1890712"/>
              <a:gd name="connsiteX154" fmla="*/ 2064544 w 2543175"/>
              <a:gd name="connsiteY154" fmla="*/ 1519237 h 1890712"/>
              <a:gd name="connsiteX155" fmla="*/ 2071688 w 2543175"/>
              <a:gd name="connsiteY155" fmla="*/ 1526381 h 1890712"/>
              <a:gd name="connsiteX156" fmla="*/ 2081213 w 2543175"/>
              <a:gd name="connsiteY156" fmla="*/ 1531144 h 1890712"/>
              <a:gd name="connsiteX157" fmla="*/ 2090738 w 2543175"/>
              <a:gd name="connsiteY157" fmla="*/ 1538287 h 1890712"/>
              <a:gd name="connsiteX158" fmla="*/ 2109788 w 2543175"/>
              <a:gd name="connsiteY158" fmla="*/ 1547812 h 1890712"/>
              <a:gd name="connsiteX159" fmla="*/ 2131219 w 2543175"/>
              <a:gd name="connsiteY159" fmla="*/ 1562100 h 1890712"/>
              <a:gd name="connsiteX160" fmla="*/ 2140744 w 2543175"/>
              <a:gd name="connsiteY160" fmla="*/ 1566862 h 1890712"/>
              <a:gd name="connsiteX161" fmla="*/ 2152650 w 2543175"/>
              <a:gd name="connsiteY161" fmla="*/ 1576387 h 1890712"/>
              <a:gd name="connsiteX162" fmla="*/ 2181225 w 2543175"/>
              <a:gd name="connsiteY162" fmla="*/ 1590675 h 1890712"/>
              <a:gd name="connsiteX163" fmla="*/ 2200275 w 2543175"/>
              <a:gd name="connsiteY163" fmla="*/ 1607344 h 1890712"/>
              <a:gd name="connsiteX164" fmla="*/ 2207419 w 2543175"/>
              <a:gd name="connsiteY164" fmla="*/ 1612106 h 1890712"/>
              <a:gd name="connsiteX165" fmla="*/ 2216944 w 2543175"/>
              <a:gd name="connsiteY165" fmla="*/ 1619250 h 1890712"/>
              <a:gd name="connsiteX166" fmla="*/ 2224088 w 2543175"/>
              <a:gd name="connsiteY166" fmla="*/ 1624012 h 1890712"/>
              <a:gd name="connsiteX167" fmla="*/ 2247900 w 2543175"/>
              <a:gd name="connsiteY167" fmla="*/ 1643062 h 1890712"/>
              <a:gd name="connsiteX168" fmla="*/ 2255044 w 2543175"/>
              <a:gd name="connsiteY168" fmla="*/ 1650206 h 1890712"/>
              <a:gd name="connsiteX169" fmla="*/ 2281238 w 2543175"/>
              <a:gd name="connsiteY169" fmla="*/ 1664494 h 1890712"/>
              <a:gd name="connsiteX170" fmla="*/ 2297907 w 2543175"/>
              <a:gd name="connsiteY170" fmla="*/ 1674019 h 1890712"/>
              <a:gd name="connsiteX171" fmla="*/ 2305050 w 2543175"/>
              <a:gd name="connsiteY171" fmla="*/ 1678781 h 1890712"/>
              <a:gd name="connsiteX172" fmla="*/ 2312194 w 2543175"/>
              <a:gd name="connsiteY172" fmla="*/ 1685925 h 1890712"/>
              <a:gd name="connsiteX173" fmla="*/ 2321719 w 2543175"/>
              <a:gd name="connsiteY173" fmla="*/ 1690687 h 1890712"/>
              <a:gd name="connsiteX174" fmla="*/ 2328863 w 2543175"/>
              <a:gd name="connsiteY174" fmla="*/ 1697831 h 1890712"/>
              <a:gd name="connsiteX175" fmla="*/ 2350294 w 2543175"/>
              <a:gd name="connsiteY175" fmla="*/ 1712119 h 1890712"/>
              <a:gd name="connsiteX176" fmla="*/ 2359819 w 2543175"/>
              <a:gd name="connsiteY176" fmla="*/ 1719262 h 1890712"/>
              <a:gd name="connsiteX177" fmla="*/ 2369344 w 2543175"/>
              <a:gd name="connsiteY177" fmla="*/ 1724025 h 1890712"/>
              <a:gd name="connsiteX178" fmla="*/ 2376488 w 2543175"/>
              <a:gd name="connsiteY178" fmla="*/ 1731169 h 1890712"/>
              <a:gd name="connsiteX179" fmla="*/ 2402682 w 2543175"/>
              <a:gd name="connsiteY179" fmla="*/ 1747837 h 1890712"/>
              <a:gd name="connsiteX180" fmla="*/ 2450307 w 2543175"/>
              <a:gd name="connsiteY180" fmla="*/ 1769269 h 1890712"/>
              <a:gd name="connsiteX181" fmla="*/ 2466975 w 2543175"/>
              <a:gd name="connsiteY181" fmla="*/ 1783556 h 1890712"/>
              <a:gd name="connsiteX182" fmla="*/ 2481263 w 2543175"/>
              <a:gd name="connsiteY182" fmla="*/ 1795462 h 1890712"/>
              <a:gd name="connsiteX183" fmla="*/ 2486025 w 2543175"/>
              <a:gd name="connsiteY183" fmla="*/ 1802606 h 1890712"/>
              <a:gd name="connsiteX184" fmla="*/ 2493169 w 2543175"/>
              <a:gd name="connsiteY184" fmla="*/ 1807369 h 1890712"/>
              <a:gd name="connsiteX185" fmla="*/ 2495550 w 2543175"/>
              <a:gd name="connsiteY185" fmla="*/ 1816894 h 1890712"/>
              <a:gd name="connsiteX186" fmla="*/ 2497932 w 2543175"/>
              <a:gd name="connsiteY186" fmla="*/ 1824037 h 1890712"/>
              <a:gd name="connsiteX187" fmla="*/ 2514600 w 2543175"/>
              <a:gd name="connsiteY187" fmla="*/ 1850231 h 1890712"/>
              <a:gd name="connsiteX188" fmla="*/ 2519363 w 2543175"/>
              <a:gd name="connsiteY188" fmla="*/ 1857375 h 1890712"/>
              <a:gd name="connsiteX189" fmla="*/ 2540794 w 2543175"/>
              <a:gd name="connsiteY189" fmla="*/ 1883569 h 1890712"/>
              <a:gd name="connsiteX190" fmla="*/ 2543175 w 2543175"/>
              <a:gd name="connsiteY19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59719 w 2543175"/>
              <a:gd name="connsiteY114" fmla="*/ 1121569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59819 w 2543175"/>
              <a:gd name="connsiteY175" fmla="*/ 1719262 h 1890712"/>
              <a:gd name="connsiteX176" fmla="*/ 2369344 w 2543175"/>
              <a:gd name="connsiteY176" fmla="*/ 1724025 h 1890712"/>
              <a:gd name="connsiteX177" fmla="*/ 2376488 w 2543175"/>
              <a:gd name="connsiteY177" fmla="*/ 1731169 h 1890712"/>
              <a:gd name="connsiteX178" fmla="*/ 2402682 w 2543175"/>
              <a:gd name="connsiteY178" fmla="*/ 1747837 h 1890712"/>
              <a:gd name="connsiteX179" fmla="*/ 2450307 w 2543175"/>
              <a:gd name="connsiteY179" fmla="*/ 1769269 h 1890712"/>
              <a:gd name="connsiteX180" fmla="*/ 2466975 w 2543175"/>
              <a:gd name="connsiteY180" fmla="*/ 1783556 h 1890712"/>
              <a:gd name="connsiteX181" fmla="*/ 2481263 w 2543175"/>
              <a:gd name="connsiteY181" fmla="*/ 1795462 h 1890712"/>
              <a:gd name="connsiteX182" fmla="*/ 2486025 w 2543175"/>
              <a:gd name="connsiteY182" fmla="*/ 1802606 h 1890712"/>
              <a:gd name="connsiteX183" fmla="*/ 2493169 w 2543175"/>
              <a:gd name="connsiteY183" fmla="*/ 1807369 h 1890712"/>
              <a:gd name="connsiteX184" fmla="*/ 2495550 w 2543175"/>
              <a:gd name="connsiteY184" fmla="*/ 1816894 h 1890712"/>
              <a:gd name="connsiteX185" fmla="*/ 2497932 w 2543175"/>
              <a:gd name="connsiteY185" fmla="*/ 1824037 h 1890712"/>
              <a:gd name="connsiteX186" fmla="*/ 2514600 w 2543175"/>
              <a:gd name="connsiteY186" fmla="*/ 1850231 h 1890712"/>
              <a:gd name="connsiteX187" fmla="*/ 2519363 w 2543175"/>
              <a:gd name="connsiteY187" fmla="*/ 1857375 h 1890712"/>
              <a:gd name="connsiteX188" fmla="*/ 2540794 w 2543175"/>
              <a:gd name="connsiteY188" fmla="*/ 1883569 h 1890712"/>
              <a:gd name="connsiteX189" fmla="*/ 2543175 w 2543175"/>
              <a:gd name="connsiteY18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59819 w 2543175"/>
              <a:gd name="connsiteY175" fmla="*/ 1719262 h 1890712"/>
              <a:gd name="connsiteX176" fmla="*/ 2369344 w 2543175"/>
              <a:gd name="connsiteY176" fmla="*/ 1724025 h 1890712"/>
              <a:gd name="connsiteX177" fmla="*/ 2376488 w 2543175"/>
              <a:gd name="connsiteY177" fmla="*/ 1731169 h 1890712"/>
              <a:gd name="connsiteX178" fmla="*/ 2402682 w 2543175"/>
              <a:gd name="connsiteY178" fmla="*/ 1747837 h 1890712"/>
              <a:gd name="connsiteX179" fmla="*/ 2450307 w 2543175"/>
              <a:gd name="connsiteY179" fmla="*/ 1769269 h 1890712"/>
              <a:gd name="connsiteX180" fmla="*/ 2466975 w 2543175"/>
              <a:gd name="connsiteY180" fmla="*/ 1783556 h 1890712"/>
              <a:gd name="connsiteX181" fmla="*/ 2481263 w 2543175"/>
              <a:gd name="connsiteY181" fmla="*/ 1795462 h 1890712"/>
              <a:gd name="connsiteX182" fmla="*/ 2486025 w 2543175"/>
              <a:gd name="connsiteY182" fmla="*/ 1802606 h 1890712"/>
              <a:gd name="connsiteX183" fmla="*/ 2493169 w 2543175"/>
              <a:gd name="connsiteY183" fmla="*/ 1807369 h 1890712"/>
              <a:gd name="connsiteX184" fmla="*/ 2495550 w 2543175"/>
              <a:gd name="connsiteY184" fmla="*/ 1816894 h 1890712"/>
              <a:gd name="connsiteX185" fmla="*/ 2497932 w 2543175"/>
              <a:gd name="connsiteY185" fmla="*/ 1824037 h 1890712"/>
              <a:gd name="connsiteX186" fmla="*/ 2514600 w 2543175"/>
              <a:gd name="connsiteY186" fmla="*/ 1850231 h 1890712"/>
              <a:gd name="connsiteX187" fmla="*/ 2519363 w 2543175"/>
              <a:gd name="connsiteY187" fmla="*/ 1857375 h 1890712"/>
              <a:gd name="connsiteX188" fmla="*/ 2540794 w 2543175"/>
              <a:gd name="connsiteY188" fmla="*/ 1883569 h 1890712"/>
              <a:gd name="connsiteX189" fmla="*/ 2543175 w 2543175"/>
              <a:gd name="connsiteY18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59819 w 2543175"/>
              <a:gd name="connsiteY175" fmla="*/ 1719262 h 1890712"/>
              <a:gd name="connsiteX176" fmla="*/ 2369344 w 2543175"/>
              <a:gd name="connsiteY176" fmla="*/ 1724025 h 1890712"/>
              <a:gd name="connsiteX177" fmla="*/ 2376488 w 2543175"/>
              <a:gd name="connsiteY177" fmla="*/ 1731169 h 1890712"/>
              <a:gd name="connsiteX178" fmla="*/ 2402682 w 2543175"/>
              <a:gd name="connsiteY178" fmla="*/ 1747837 h 1890712"/>
              <a:gd name="connsiteX179" fmla="*/ 2428876 w 2543175"/>
              <a:gd name="connsiteY179" fmla="*/ 1785938 h 1890712"/>
              <a:gd name="connsiteX180" fmla="*/ 2466975 w 2543175"/>
              <a:gd name="connsiteY180" fmla="*/ 1783556 h 1890712"/>
              <a:gd name="connsiteX181" fmla="*/ 2481263 w 2543175"/>
              <a:gd name="connsiteY181" fmla="*/ 1795462 h 1890712"/>
              <a:gd name="connsiteX182" fmla="*/ 2486025 w 2543175"/>
              <a:gd name="connsiteY182" fmla="*/ 1802606 h 1890712"/>
              <a:gd name="connsiteX183" fmla="*/ 2493169 w 2543175"/>
              <a:gd name="connsiteY183" fmla="*/ 1807369 h 1890712"/>
              <a:gd name="connsiteX184" fmla="*/ 2495550 w 2543175"/>
              <a:gd name="connsiteY184" fmla="*/ 1816894 h 1890712"/>
              <a:gd name="connsiteX185" fmla="*/ 2497932 w 2543175"/>
              <a:gd name="connsiteY185" fmla="*/ 1824037 h 1890712"/>
              <a:gd name="connsiteX186" fmla="*/ 2514600 w 2543175"/>
              <a:gd name="connsiteY186" fmla="*/ 1850231 h 1890712"/>
              <a:gd name="connsiteX187" fmla="*/ 2519363 w 2543175"/>
              <a:gd name="connsiteY187" fmla="*/ 1857375 h 1890712"/>
              <a:gd name="connsiteX188" fmla="*/ 2540794 w 2543175"/>
              <a:gd name="connsiteY188" fmla="*/ 1883569 h 1890712"/>
              <a:gd name="connsiteX189" fmla="*/ 2543175 w 2543175"/>
              <a:gd name="connsiteY18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59819 w 2543175"/>
              <a:gd name="connsiteY175" fmla="*/ 1719262 h 1890712"/>
              <a:gd name="connsiteX176" fmla="*/ 2369344 w 2543175"/>
              <a:gd name="connsiteY176" fmla="*/ 1724025 h 1890712"/>
              <a:gd name="connsiteX177" fmla="*/ 2376488 w 2543175"/>
              <a:gd name="connsiteY177" fmla="*/ 1731169 h 1890712"/>
              <a:gd name="connsiteX178" fmla="*/ 2428876 w 2543175"/>
              <a:gd name="connsiteY178" fmla="*/ 1785938 h 1890712"/>
              <a:gd name="connsiteX179" fmla="*/ 2466975 w 2543175"/>
              <a:gd name="connsiteY179" fmla="*/ 1783556 h 1890712"/>
              <a:gd name="connsiteX180" fmla="*/ 2481263 w 2543175"/>
              <a:gd name="connsiteY180" fmla="*/ 1795462 h 1890712"/>
              <a:gd name="connsiteX181" fmla="*/ 2486025 w 2543175"/>
              <a:gd name="connsiteY181" fmla="*/ 1802606 h 1890712"/>
              <a:gd name="connsiteX182" fmla="*/ 2493169 w 2543175"/>
              <a:gd name="connsiteY182" fmla="*/ 1807369 h 1890712"/>
              <a:gd name="connsiteX183" fmla="*/ 2495550 w 2543175"/>
              <a:gd name="connsiteY183" fmla="*/ 1816894 h 1890712"/>
              <a:gd name="connsiteX184" fmla="*/ 2497932 w 2543175"/>
              <a:gd name="connsiteY184" fmla="*/ 1824037 h 1890712"/>
              <a:gd name="connsiteX185" fmla="*/ 2514600 w 2543175"/>
              <a:gd name="connsiteY185" fmla="*/ 1850231 h 1890712"/>
              <a:gd name="connsiteX186" fmla="*/ 2519363 w 2543175"/>
              <a:gd name="connsiteY186" fmla="*/ 1857375 h 1890712"/>
              <a:gd name="connsiteX187" fmla="*/ 2540794 w 2543175"/>
              <a:gd name="connsiteY187" fmla="*/ 1883569 h 1890712"/>
              <a:gd name="connsiteX188" fmla="*/ 2543175 w 2543175"/>
              <a:gd name="connsiteY188"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59819 w 2543175"/>
              <a:gd name="connsiteY175" fmla="*/ 1719262 h 1890712"/>
              <a:gd name="connsiteX176" fmla="*/ 2369344 w 2543175"/>
              <a:gd name="connsiteY176" fmla="*/ 1724025 h 1890712"/>
              <a:gd name="connsiteX177" fmla="*/ 2428876 w 2543175"/>
              <a:gd name="connsiteY177" fmla="*/ 1785938 h 1890712"/>
              <a:gd name="connsiteX178" fmla="*/ 2466975 w 2543175"/>
              <a:gd name="connsiteY178" fmla="*/ 1783556 h 1890712"/>
              <a:gd name="connsiteX179" fmla="*/ 2481263 w 2543175"/>
              <a:gd name="connsiteY179" fmla="*/ 1795462 h 1890712"/>
              <a:gd name="connsiteX180" fmla="*/ 2486025 w 2543175"/>
              <a:gd name="connsiteY180" fmla="*/ 1802606 h 1890712"/>
              <a:gd name="connsiteX181" fmla="*/ 2493169 w 2543175"/>
              <a:gd name="connsiteY181" fmla="*/ 1807369 h 1890712"/>
              <a:gd name="connsiteX182" fmla="*/ 2495550 w 2543175"/>
              <a:gd name="connsiteY182" fmla="*/ 1816894 h 1890712"/>
              <a:gd name="connsiteX183" fmla="*/ 2497932 w 2543175"/>
              <a:gd name="connsiteY183" fmla="*/ 1824037 h 1890712"/>
              <a:gd name="connsiteX184" fmla="*/ 2514600 w 2543175"/>
              <a:gd name="connsiteY184" fmla="*/ 1850231 h 1890712"/>
              <a:gd name="connsiteX185" fmla="*/ 2519363 w 2543175"/>
              <a:gd name="connsiteY185" fmla="*/ 1857375 h 1890712"/>
              <a:gd name="connsiteX186" fmla="*/ 2540794 w 2543175"/>
              <a:gd name="connsiteY186" fmla="*/ 1883569 h 1890712"/>
              <a:gd name="connsiteX187" fmla="*/ 2543175 w 2543175"/>
              <a:gd name="connsiteY187"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1719 w 2543175"/>
              <a:gd name="connsiteY172" fmla="*/ 1690687 h 1890712"/>
              <a:gd name="connsiteX173" fmla="*/ 2328863 w 2543175"/>
              <a:gd name="connsiteY173" fmla="*/ 1697831 h 1890712"/>
              <a:gd name="connsiteX174" fmla="*/ 2350294 w 2543175"/>
              <a:gd name="connsiteY174" fmla="*/ 1712119 h 1890712"/>
              <a:gd name="connsiteX175" fmla="*/ 2369344 w 2543175"/>
              <a:gd name="connsiteY175" fmla="*/ 1724025 h 1890712"/>
              <a:gd name="connsiteX176" fmla="*/ 2428876 w 2543175"/>
              <a:gd name="connsiteY176" fmla="*/ 1785938 h 1890712"/>
              <a:gd name="connsiteX177" fmla="*/ 2466975 w 2543175"/>
              <a:gd name="connsiteY177" fmla="*/ 1783556 h 1890712"/>
              <a:gd name="connsiteX178" fmla="*/ 2481263 w 2543175"/>
              <a:gd name="connsiteY178" fmla="*/ 1795462 h 1890712"/>
              <a:gd name="connsiteX179" fmla="*/ 2486025 w 2543175"/>
              <a:gd name="connsiteY179" fmla="*/ 1802606 h 1890712"/>
              <a:gd name="connsiteX180" fmla="*/ 2493169 w 2543175"/>
              <a:gd name="connsiteY180" fmla="*/ 1807369 h 1890712"/>
              <a:gd name="connsiteX181" fmla="*/ 2495550 w 2543175"/>
              <a:gd name="connsiteY181" fmla="*/ 1816894 h 1890712"/>
              <a:gd name="connsiteX182" fmla="*/ 2497932 w 2543175"/>
              <a:gd name="connsiteY182" fmla="*/ 1824037 h 1890712"/>
              <a:gd name="connsiteX183" fmla="*/ 2514600 w 2543175"/>
              <a:gd name="connsiteY183" fmla="*/ 1850231 h 1890712"/>
              <a:gd name="connsiteX184" fmla="*/ 2519363 w 2543175"/>
              <a:gd name="connsiteY184" fmla="*/ 1857375 h 1890712"/>
              <a:gd name="connsiteX185" fmla="*/ 2540794 w 2543175"/>
              <a:gd name="connsiteY185" fmla="*/ 1883569 h 1890712"/>
              <a:gd name="connsiteX186" fmla="*/ 2543175 w 2543175"/>
              <a:gd name="connsiteY18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05050 w 2543175"/>
              <a:gd name="connsiteY170" fmla="*/ 1678781 h 1890712"/>
              <a:gd name="connsiteX171" fmla="*/ 2312194 w 2543175"/>
              <a:gd name="connsiteY171" fmla="*/ 1685925 h 1890712"/>
              <a:gd name="connsiteX172" fmla="*/ 2328863 w 2543175"/>
              <a:gd name="connsiteY172" fmla="*/ 1697831 h 1890712"/>
              <a:gd name="connsiteX173" fmla="*/ 2350294 w 2543175"/>
              <a:gd name="connsiteY173" fmla="*/ 1712119 h 1890712"/>
              <a:gd name="connsiteX174" fmla="*/ 2369344 w 2543175"/>
              <a:gd name="connsiteY174" fmla="*/ 1724025 h 1890712"/>
              <a:gd name="connsiteX175" fmla="*/ 2428876 w 2543175"/>
              <a:gd name="connsiteY175" fmla="*/ 1785938 h 1890712"/>
              <a:gd name="connsiteX176" fmla="*/ 2466975 w 2543175"/>
              <a:gd name="connsiteY176" fmla="*/ 1783556 h 1890712"/>
              <a:gd name="connsiteX177" fmla="*/ 2481263 w 2543175"/>
              <a:gd name="connsiteY177" fmla="*/ 1795462 h 1890712"/>
              <a:gd name="connsiteX178" fmla="*/ 2486025 w 2543175"/>
              <a:gd name="connsiteY178" fmla="*/ 1802606 h 1890712"/>
              <a:gd name="connsiteX179" fmla="*/ 2493169 w 2543175"/>
              <a:gd name="connsiteY179" fmla="*/ 1807369 h 1890712"/>
              <a:gd name="connsiteX180" fmla="*/ 2495550 w 2543175"/>
              <a:gd name="connsiteY180" fmla="*/ 1816894 h 1890712"/>
              <a:gd name="connsiteX181" fmla="*/ 2497932 w 2543175"/>
              <a:gd name="connsiteY181" fmla="*/ 1824037 h 1890712"/>
              <a:gd name="connsiteX182" fmla="*/ 2514600 w 2543175"/>
              <a:gd name="connsiteY182" fmla="*/ 1850231 h 1890712"/>
              <a:gd name="connsiteX183" fmla="*/ 2519363 w 2543175"/>
              <a:gd name="connsiteY183" fmla="*/ 1857375 h 1890712"/>
              <a:gd name="connsiteX184" fmla="*/ 2540794 w 2543175"/>
              <a:gd name="connsiteY184" fmla="*/ 1883569 h 1890712"/>
              <a:gd name="connsiteX185" fmla="*/ 2543175 w 2543175"/>
              <a:gd name="connsiteY185"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12194 w 2543175"/>
              <a:gd name="connsiteY170" fmla="*/ 1685925 h 1890712"/>
              <a:gd name="connsiteX171" fmla="*/ 2328863 w 2543175"/>
              <a:gd name="connsiteY171" fmla="*/ 1697831 h 1890712"/>
              <a:gd name="connsiteX172" fmla="*/ 2350294 w 2543175"/>
              <a:gd name="connsiteY172" fmla="*/ 1712119 h 1890712"/>
              <a:gd name="connsiteX173" fmla="*/ 2369344 w 2543175"/>
              <a:gd name="connsiteY173" fmla="*/ 1724025 h 1890712"/>
              <a:gd name="connsiteX174" fmla="*/ 2428876 w 2543175"/>
              <a:gd name="connsiteY174" fmla="*/ 1785938 h 1890712"/>
              <a:gd name="connsiteX175" fmla="*/ 2466975 w 2543175"/>
              <a:gd name="connsiteY175" fmla="*/ 1783556 h 1890712"/>
              <a:gd name="connsiteX176" fmla="*/ 2481263 w 2543175"/>
              <a:gd name="connsiteY176" fmla="*/ 1795462 h 1890712"/>
              <a:gd name="connsiteX177" fmla="*/ 2486025 w 2543175"/>
              <a:gd name="connsiteY177" fmla="*/ 1802606 h 1890712"/>
              <a:gd name="connsiteX178" fmla="*/ 2493169 w 2543175"/>
              <a:gd name="connsiteY178" fmla="*/ 1807369 h 1890712"/>
              <a:gd name="connsiteX179" fmla="*/ 2495550 w 2543175"/>
              <a:gd name="connsiteY179" fmla="*/ 1816894 h 1890712"/>
              <a:gd name="connsiteX180" fmla="*/ 2497932 w 2543175"/>
              <a:gd name="connsiteY180" fmla="*/ 1824037 h 1890712"/>
              <a:gd name="connsiteX181" fmla="*/ 2514600 w 2543175"/>
              <a:gd name="connsiteY181" fmla="*/ 1850231 h 1890712"/>
              <a:gd name="connsiteX182" fmla="*/ 2519363 w 2543175"/>
              <a:gd name="connsiteY182" fmla="*/ 1857375 h 1890712"/>
              <a:gd name="connsiteX183" fmla="*/ 2540794 w 2543175"/>
              <a:gd name="connsiteY183" fmla="*/ 1883569 h 1890712"/>
              <a:gd name="connsiteX184" fmla="*/ 2543175 w 2543175"/>
              <a:gd name="connsiteY18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12194 w 2543175"/>
              <a:gd name="connsiteY170" fmla="*/ 1685925 h 1890712"/>
              <a:gd name="connsiteX171" fmla="*/ 2328863 w 2543175"/>
              <a:gd name="connsiteY171" fmla="*/ 1697831 h 1890712"/>
              <a:gd name="connsiteX172" fmla="*/ 2350294 w 2543175"/>
              <a:gd name="connsiteY172" fmla="*/ 1712119 h 1890712"/>
              <a:gd name="connsiteX173" fmla="*/ 2369344 w 2543175"/>
              <a:gd name="connsiteY173" fmla="*/ 1724025 h 1890712"/>
              <a:gd name="connsiteX174" fmla="*/ 2428876 w 2543175"/>
              <a:gd name="connsiteY174" fmla="*/ 1785938 h 1890712"/>
              <a:gd name="connsiteX175" fmla="*/ 2466975 w 2543175"/>
              <a:gd name="connsiteY175" fmla="*/ 1783556 h 1890712"/>
              <a:gd name="connsiteX176" fmla="*/ 2481263 w 2543175"/>
              <a:gd name="connsiteY176" fmla="*/ 1795462 h 1890712"/>
              <a:gd name="connsiteX177" fmla="*/ 2486025 w 2543175"/>
              <a:gd name="connsiteY177" fmla="*/ 1802606 h 1890712"/>
              <a:gd name="connsiteX178" fmla="*/ 2495550 w 2543175"/>
              <a:gd name="connsiteY178" fmla="*/ 1816894 h 1890712"/>
              <a:gd name="connsiteX179" fmla="*/ 2497932 w 2543175"/>
              <a:gd name="connsiteY179" fmla="*/ 1824037 h 1890712"/>
              <a:gd name="connsiteX180" fmla="*/ 2514600 w 2543175"/>
              <a:gd name="connsiteY180" fmla="*/ 1850231 h 1890712"/>
              <a:gd name="connsiteX181" fmla="*/ 2519363 w 2543175"/>
              <a:gd name="connsiteY181" fmla="*/ 1857375 h 1890712"/>
              <a:gd name="connsiteX182" fmla="*/ 2540794 w 2543175"/>
              <a:gd name="connsiteY182" fmla="*/ 1883569 h 1890712"/>
              <a:gd name="connsiteX183" fmla="*/ 2543175 w 2543175"/>
              <a:gd name="connsiteY183"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12194 w 2543175"/>
              <a:gd name="connsiteY170" fmla="*/ 1685925 h 1890712"/>
              <a:gd name="connsiteX171" fmla="*/ 2328863 w 2543175"/>
              <a:gd name="connsiteY171" fmla="*/ 1697831 h 1890712"/>
              <a:gd name="connsiteX172" fmla="*/ 2350294 w 2543175"/>
              <a:gd name="connsiteY172" fmla="*/ 1712119 h 1890712"/>
              <a:gd name="connsiteX173" fmla="*/ 2369344 w 2543175"/>
              <a:gd name="connsiteY173" fmla="*/ 1724025 h 1890712"/>
              <a:gd name="connsiteX174" fmla="*/ 2428876 w 2543175"/>
              <a:gd name="connsiteY174" fmla="*/ 1785938 h 1890712"/>
              <a:gd name="connsiteX175" fmla="*/ 2466975 w 2543175"/>
              <a:gd name="connsiteY175" fmla="*/ 1783556 h 1890712"/>
              <a:gd name="connsiteX176" fmla="*/ 2481263 w 2543175"/>
              <a:gd name="connsiteY176" fmla="*/ 1795462 h 1890712"/>
              <a:gd name="connsiteX177" fmla="*/ 2486025 w 2543175"/>
              <a:gd name="connsiteY177" fmla="*/ 1802606 h 1890712"/>
              <a:gd name="connsiteX178" fmla="*/ 2497932 w 2543175"/>
              <a:gd name="connsiteY178" fmla="*/ 1824037 h 1890712"/>
              <a:gd name="connsiteX179" fmla="*/ 2514600 w 2543175"/>
              <a:gd name="connsiteY179" fmla="*/ 1850231 h 1890712"/>
              <a:gd name="connsiteX180" fmla="*/ 2519363 w 2543175"/>
              <a:gd name="connsiteY180" fmla="*/ 1857375 h 1890712"/>
              <a:gd name="connsiteX181" fmla="*/ 2540794 w 2543175"/>
              <a:gd name="connsiteY181" fmla="*/ 1883569 h 1890712"/>
              <a:gd name="connsiteX182" fmla="*/ 2543175 w 2543175"/>
              <a:gd name="connsiteY18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283369 w 2543175"/>
              <a:gd name="connsiteY26" fmla="*/ 192881 h 1890712"/>
              <a:gd name="connsiteX27" fmla="*/ 302419 w 2543175"/>
              <a:gd name="connsiteY27" fmla="*/ 204787 h 1890712"/>
              <a:gd name="connsiteX28" fmla="*/ 309563 w 2543175"/>
              <a:gd name="connsiteY28" fmla="*/ 209550 h 1890712"/>
              <a:gd name="connsiteX29" fmla="*/ 319088 w 2543175"/>
              <a:gd name="connsiteY29" fmla="*/ 219075 h 1890712"/>
              <a:gd name="connsiteX30" fmla="*/ 333375 w 2543175"/>
              <a:gd name="connsiteY30" fmla="*/ 228600 h 1890712"/>
              <a:gd name="connsiteX31" fmla="*/ 340519 w 2543175"/>
              <a:gd name="connsiteY31" fmla="*/ 233362 h 1890712"/>
              <a:gd name="connsiteX32" fmla="*/ 354807 w 2543175"/>
              <a:gd name="connsiteY32" fmla="*/ 247650 h 1890712"/>
              <a:gd name="connsiteX33" fmla="*/ 366713 w 2543175"/>
              <a:gd name="connsiteY33" fmla="*/ 264319 h 1890712"/>
              <a:gd name="connsiteX34" fmla="*/ 371475 w 2543175"/>
              <a:gd name="connsiteY34" fmla="*/ 271462 h 1890712"/>
              <a:gd name="connsiteX35" fmla="*/ 378619 w 2543175"/>
              <a:gd name="connsiteY35" fmla="*/ 276225 h 1890712"/>
              <a:gd name="connsiteX36" fmla="*/ 385763 w 2543175"/>
              <a:gd name="connsiteY36" fmla="*/ 283369 h 1890712"/>
              <a:gd name="connsiteX37" fmla="*/ 395288 w 2543175"/>
              <a:gd name="connsiteY37" fmla="*/ 288131 h 1890712"/>
              <a:gd name="connsiteX38" fmla="*/ 404813 w 2543175"/>
              <a:gd name="connsiteY38" fmla="*/ 295275 h 1890712"/>
              <a:gd name="connsiteX39" fmla="*/ 411957 w 2543175"/>
              <a:gd name="connsiteY39" fmla="*/ 297656 h 1890712"/>
              <a:gd name="connsiteX40" fmla="*/ 421482 w 2543175"/>
              <a:gd name="connsiteY40" fmla="*/ 302419 h 1890712"/>
              <a:gd name="connsiteX41" fmla="*/ 447675 w 2543175"/>
              <a:gd name="connsiteY41" fmla="*/ 307181 h 1890712"/>
              <a:gd name="connsiteX42" fmla="*/ 461963 w 2543175"/>
              <a:gd name="connsiteY42" fmla="*/ 321469 h 1890712"/>
              <a:gd name="connsiteX43" fmla="*/ 466725 w 2543175"/>
              <a:gd name="connsiteY43" fmla="*/ 328612 h 1890712"/>
              <a:gd name="connsiteX44" fmla="*/ 476250 w 2543175"/>
              <a:gd name="connsiteY44" fmla="*/ 335756 h 1890712"/>
              <a:gd name="connsiteX45" fmla="*/ 481013 w 2543175"/>
              <a:gd name="connsiteY45" fmla="*/ 342900 h 1890712"/>
              <a:gd name="connsiteX46" fmla="*/ 490538 w 2543175"/>
              <a:gd name="connsiteY46" fmla="*/ 352425 h 1890712"/>
              <a:gd name="connsiteX47" fmla="*/ 495300 w 2543175"/>
              <a:gd name="connsiteY47" fmla="*/ 359569 h 1890712"/>
              <a:gd name="connsiteX48" fmla="*/ 509588 w 2543175"/>
              <a:gd name="connsiteY48" fmla="*/ 376237 h 1890712"/>
              <a:gd name="connsiteX49" fmla="*/ 514350 w 2543175"/>
              <a:gd name="connsiteY49" fmla="*/ 383381 h 1890712"/>
              <a:gd name="connsiteX50" fmla="*/ 531019 w 2543175"/>
              <a:gd name="connsiteY50" fmla="*/ 397669 h 1890712"/>
              <a:gd name="connsiteX51" fmla="*/ 538163 w 2543175"/>
              <a:gd name="connsiteY51" fmla="*/ 407194 h 1890712"/>
              <a:gd name="connsiteX52" fmla="*/ 554832 w 2543175"/>
              <a:gd name="connsiteY52" fmla="*/ 421481 h 1890712"/>
              <a:gd name="connsiteX53" fmla="*/ 564357 w 2543175"/>
              <a:gd name="connsiteY53" fmla="*/ 431006 h 1890712"/>
              <a:gd name="connsiteX54" fmla="*/ 573882 w 2543175"/>
              <a:gd name="connsiteY54" fmla="*/ 438150 h 1890712"/>
              <a:gd name="connsiteX55" fmla="*/ 595313 w 2543175"/>
              <a:gd name="connsiteY55" fmla="*/ 454819 h 1890712"/>
              <a:gd name="connsiteX56" fmla="*/ 602457 w 2543175"/>
              <a:gd name="connsiteY56" fmla="*/ 457200 h 1890712"/>
              <a:gd name="connsiteX57" fmla="*/ 628650 w 2543175"/>
              <a:gd name="connsiteY57" fmla="*/ 469106 h 1890712"/>
              <a:gd name="connsiteX58" fmla="*/ 645319 w 2543175"/>
              <a:gd name="connsiteY58" fmla="*/ 483394 h 1890712"/>
              <a:gd name="connsiteX59" fmla="*/ 654844 w 2543175"/>
              <a:gd name="connsiteY59" fmla="*/ 488156 h 1890712"/>
              <a:gd name="connsiteX60" fmla="*/ 661988 w 2543175"/>
              <a:gd name="connsiteY60" fmla="*/ 497681 h 1890712"/>
              <a:gd name="connsiteX61" fmla="*/ 683419 w 2543175"/>
              <a:gd name="connsiteY61" fmla="*/ 514350 h 1890712"/>
              <a:gd name="connsiteX62" fmla="*/ 700088 w 2543175"/>
              <a:gd name="connsiteY62" fmla="*/ 526256 h 1890712"/>
              <a:gd name="connsiteX63" fmla="*/ 709613 w 2543175"/>
              <a:gd name="connsiteY63" fmla="*/ 535781 h 1890712"/>
              <a:gd name="connsiteX64" fmla="*/ 719138 w 2543175"/>
              <a:gd name="connsiteY64" fmla="*/ 542925 h 1890712"/>
              <a:gd name="connsiteX65" fmla="*/ 733425 w 2543175"/>
              <a:gd name="connsiteY65" fmla="*/ 557212 h 1890712"/>
              <a:gd name="connsiteX66" fmla="*/ 750094 w 2543175"/>
              <a:gd name="connsiteY66" fmla="*/ 569119 h 1890712"/>
              <a:gd name="connsiteX67" fmla="*/ 769144 w 2543175"/>
              <a:gd name="connsiteY67" fmla="*/ 581025 h 1890712"/>
              <a:gd name="connsiteX68" fmla="*/ 785813 w 2543175"/>
              <a:gd name="connsiteY68" fmla="*/ 590550 h 1890712"/>
              <a:gd name="connsiteX69" fmla="*/ 792957 w 2543175"/>
              <a:gd name="connsiteY69" fmla="*/ 600075 h 1890712"/>
              <a:gd name="connsiteX70" fmla="*/ 809625 w 2543175"/>
              <a:gd name="connsiteY70" fmla="*/ 611981 h 1890712"/>
              <a:gd name="connsiteX71" fmla="*/ 816769 w 2543175"/>
              <a:gd name="connsiteY71" fmla="*/ 619125 h 1890712"/>
              <a:gd name="connsiteX72" fmla="*/ 826294 w 2543175"/>
              <a:gd name="connsiteY72" fmla="*/ 626269 h 1890712"/>
              <a:gd name="connsiteX73" fmla="*/ 840582 w 2543175"/>
              <a:gd name="connsiteY73" fmla="*/ 638175 h 1890712"/>
              <a:gd name="connsiteX74" fmla="*/ 847725 w 2543175"/>
              <a:gd name="connsiteY74" fmla="*/ 645319 h 1890712"/>
              <a:gd name="connsiteX75" fmla="*/ 857250 w 2543175"/>
              <a:gd name="connsiteY75" fmla="*/ 652462 h 1890712"/>
              <a:gd name="connsiteX76" fmla="*/ 864394 w 2543175"/>
              <a:gd name="connsiteY76" fmla="*/ 657225 h 1890712"/>
              <a:gd name="connsiteX77" fmla="*/ 888207 w 2543175"/>
              <a:gd name="connsiteY77" fmla="*/ 676275 h 1890712"/>
              <a:gd name="connsiteX78" fmla="*/ 895350 w 2543175"/>
              <a:gd name="connsiteY78" fmla="*/ 681037 h 1890712"/>
              <a:gd name="connsiteX79" fmla="*/ 907257 w 2543175"/>
              <a:gd name="connsiteY79" fmla="*/ 683419 h 1890712"/>
              <a:gd name="connsiteX80" fmla="*/ 928688 w 2543175"/>
              <a:gd name="connsiteY80" fmla="*/ 695325 h 1890712"/>
              <a:gd name="connsiteX81" fmla="*/ 942975 w 2543175"/>
              <a:gd name="connsiteY81" fmla="*/ 700087 h 1890712"/>
              <a:gd name="connsiteX82" fmla="*/ 964407 w 2543175"/>
              <a:gd name="connsiteY82" fmla="*/ 716756 h 1890712"/>
              <a:gd name="connsiteX83" fmla="*/ 971550 w 2543175"/>
              <a:gd name="connsiteY83" fmla="*/ 723900 h 1890712"/>
              <a:gd name="connsiteX84" fmla="*/ 983457 w 2543175"/>
              <a:gd name="connsiteY84" fmla="*/ 733425 h 1890712"/>
              <a:gd name="connsiteX85" fmla="*/ 990600 w 2543175"/>
              <a:gd name="connsiteY85" fmla="*/ 738187 h 1890712"/>
              <a:gd name="connsiteX86" fmla="*/ 1007269 w 2543175"/>
              <a:gd name="connsiteY86" fmla="*/ 752475 h 1890712"/>
              <a:gd name="connsiteX87" fmla="*/ 1031082 w 2543175"/>
              <a:gd name="connsiteY87" fmla="*/ 766762 h 1890712"/>
              <a:gd name="connsiteX88" fmla="*/ 1042988 w 2543175"/>
              <a:gd name="connsiteY88" fmla="*/ 773906 h 1890712"/>
              <a:gd name="connsiteX89" fmla="*/ 1071563 w 2543175"/>
              <a:gd name="connsiteY89" fmla="*/ 785812 h 1890712"/>
              <a:gd name="connsiteX90" fmla="*/ 1097757 w 2543175"/>
              <a:gd name="connsiteY90" fmla="*/ 807244 h 1890712"/>
              <a:gd name="connsiteX91" fmla="*/ 1104900 w 2543175"/>
              <a:gd name="connsiteY91" fmla="*/ 814387 h 1890712"/>
              <a:gd name="connsiteX92" fmla="*/ 1121569 w 2543175"/>
              <a:gd name="connsiteY92" fmla="*/ 823912 h 1890712"/>
              <a:gd name="connsiteX93" fmla="*/ 1138238 w 2543175"/>
              <a:gd name="connsiteY93" fmla="*/ 835819 h 1890712"/>
              <a:gd name="connsiteX94" fmla="*/ 1147763 w 2543175"/>
              <a:gd name="connsiteY94" fmla="*/ 842962 h 1890712"/>
              <a:gd name="connsiteX95" fmla="*/ 1157288 w 2543175"/>
              <a:gd name="connsiteY95" fmla="*/ 847725 h 1890712"/>
              <a:gd name="connsiteX96" fmla="*/ 1178719 w 2543175"/>
              <a:gd name="connsiteY96" fmla="*/ 859631 h 1890712"/>
              <a:gd name="connsiteX97" fmla="*/ 1188244 w 2543175"/>
              <a:gd name="connsiteY97" fmla="*/ 866775 h 1890712"/>
              <a:gd name="connsiteX98" fmla="*/ 1195388 w 2543175"/>
              <a:gd name="connsiteY98" fmla="*/ 871537 h 1890712"/>
              <a:gd name="connsiteX99" fmla="*/ 1212057 w 2543175"/>
              <a:gd name="connsiteY99" fmla="*/ 883444 h 1890712"/>
              <a:gd name="connsiteX100" fmla="*/ 1226344 w 2543175"/>
              <a:gd name="connsiteY100" fmla="*/ 895350 h 1890712"/>
              <a:gd name="connsiteX101" fmla="*/ 1245394 w 2543175"/>
              <a:gd name="connsiteY101" fmla="*/ 907256 h 1890712"/>
              <a:gd name="connsiteX102" fmla="*/ 1254919 w 2543175"/>
              <a:gd name="connsiteY102" fmla="*/ 914400 h 1890712"/>
              <a:gd name="connsiteX103" fmla="*/ 1269207 w 2543175"/>
              <a:gd name="connsiteY103" fmla="*/ 921544 h 1890712"/>
              <a:gd name="connsiteX104" fmla="*/ 1290638 w 2543175"/>
              <a:gd name="connsiteY104" fmla="*/ 935831 h 1890712"/>
              <a:gd name="connsiteX105" fmla="*/ 1307307 w 2543175"/>
              <a:gd name="connsiteY105" fmla="*/ 952500 h 1890712"/>
              <a:gd name="connsiteX106" fmla="*/ 1333500 w 2543175"/>
              <a:gd name="connsiteY106" fmla="*/ 971550 h 1890712"/>
              <a:gd name="connsiteX107" fmla="*/ 1359694 w 2543175"/>
              <a:gd name="connsiteY107" fmla="*/ 990600 h 1890712"/>
              <a:gd name="connsiteX108" fmla="*/ 1373982 w 2543175"/>
              <a:gd name="connsiteY108" fmla="*/ 997744 h 1890712"/>
              <a:gd name="connsiteX109" fmla="*/ 1388269 w 2543175"/>
              <a:gd name="connsiteY109" fmla="*/ 1007269 h 1890712"/>
              <a:gd name="connsiteX110" fmla="*/ 1414463 w 2543175"/>
              <a:gd name="connsiteY110" fmla="*/ 1019175 h 1890712"/>
              <a:gd name="connsiteX111" fmla="*/ 1428750 w 2543175"/>
              <a:gd name="connsiteY111" fmla="*/ 1026319 h 1890712"/>
              <a:gd name="connsiteX112" fmla="*/ 1471613 w 2543175"/>
              <a:gd name="connsiteY112" fmla="*/ 1059656 h 1890712"/>
              <a:gd name="connsiteX113" fmla="*/ 1495425 w 2543175"/>
              <a:gd name="connsiteY113" fmla="*/ 1088231 h 1890712"/>
              <a:gd name="connsiteX114" fmla="*/ 1547812 w 2543175"/>
              <a:gd name="connsiteY114" fmla="*/ 1133475 h 1890712"/>
              <a:gd name="connsiteX115" fmla="*/ 1597819 w 2543175"/>
              <a:gd name="connsiteY115" fmla="*/ 1154906 h 1890712"/>
              <a:gd name="connsiteX116" fmla="*/ 1604963 w 2543175"/>
              <a:gd name="connsiteY116" fmla="*/ 1162050 h 1890712"/>
              <a:gd name="connsiteX117" fmla="*/ 1612107 w 2543175"/>
              <a:gd name="connsiteY117" fmla="*/ 1166812 h 1890712"/>
              <a:gd name="connsiteX118" fmla="*/ 1628775 w 2543175"/>
              <a:gd name="connsiteY118" fmla="*/ 1183481 h 1890712"/>
              <a:gd name="connsiteX119" fmla="*/ 1662113 w 2543175"/>
              <a:gd name="connsiteY119" fmla="*/ 1209675 h 1890712"/>
              <a:gd name="connsiteX120" fmla="*/ 1678782 w 2543175"/>
              <a:gd name="connsiteY120" fmla="*/ 1226344 h 1890712"/>
              <a:gd name="connsiteX121" fmla="*/ 1700213 w 2543175"/>
              <a:gd name="connsiteY121" fmla="*/ 1247775 h 1890712"/>
              <a:gd name="connsiteX122" fmla="*/ 1712119 w 2543175"/>
              <a:gd name="connsiteY122" fmla="*/ 1259681 h 1890712"/>
              <a:gd name="connsiteX123" fmla="*/ 1733550 w 2543175"/>
              <a:gd name="connsiteY123" fmla="*/ 1273969 h 1890712"/>
              <a:gd name="connsiteX124" fmla="*/ 1743075 w 2543175"/>
              <a:gd name="connsiteY124" fmla="*/ 1283494 h 1890712"/>
              <a:gd name="connsiteX125" fmla="*/ 1754982 w 2543175"/>
              <a:gd name="connsiteY125" fmla="*/ 1290637 h 1890712"/>
              <a:gd name="connsiteX126" fmla="*/ 1766888 w 2543175"/>
              <a:gd name="connsiteY126" fmla="*/ 1300162 h 1890712"/>
              <a:gd name="connsiteX127" fmla="*/ 1783557 w 2543175"/>
              <a:gd name="connsiteY127" fmla="*/ 1307306 h 1890712"/>
              <a:gd name="connsiteX128" fmla="*/ 1790700 w 2543175"/>
              <a:gd name="connsiteY128" fmla="*/ 1312069 h 1890712"/>
              <a:gd name="connsiteX129" fmla="*/ 1800225 w 2543175"/>
              <a:gd name="connsiteY129" fmla="*/ 1319212 h 1890712"/>
              <a:gd name="connsiteX130" fmla="*/ 1807369 w 2543175"/>
              <a:gd name="connsiteY130" fmla="*/ 1321594 h 1890712"/>
              <a:gd name="connsiteX131" fmla="*/ 1824038 w 2543175"/>
              <a:gd name="connsiteY131" fmla="*/ 1333500 h 1890712"/>
              <a:gd name="connsiteX132" fmla="*/ 1843088 w 2543175"/>
              <a:gd name="connsiteY132" fmla="*/ 1352550 h 1890712"/>
              <a:gd name="connsiteX133" fmla="*/ 1852613 w 2543175"/>
              <a:gd name="connsiteY133" fmla="*/ 1359694 h 1890712"/>
              <a:gd name="connsiteX134" fmla="*/ 1859757 w 2543175"/>
              <a:gd name="connsiteY134" fmla="*/ 1366837 h 1890712"/>
              <a:gd name="connsiteX135" fmla="*/ 1869282 w 2543175"/>
              <a:gd name="connsiteY135" fmla="*/ 1371600 h 1890712"/>
              <a:gd name="connsiteX136" fmla="*/ 1883569 w 2543175"/>
              <a:gd name="connsiteY136" fmla="*/ 1388269 h 1890712"/>
              <a:gd name="connsiteX137" fmla="*/ 1893094 w 2543175"/>
              <a:gd name="connsiteY137" fmla="*/ 1395412 h 1890712"/>
              <a:gd name="connsiteX138" fmla="*/ 1902619 w 2543175"/>
              <a:gd name="connsiteY138" fmla="*/ 1404937 h 1890712"/>
              <a:gd name="connsiteX139" fmla="*/ 1912144 w 2543175"/>
              <a:gd name="connsiteY139" fmla="*/ 1409700 h 1890712"/>
              <a:gd name="connsiteX140" fmla="*/ 1931194 w 2543175"/>
              <a:gd name="connsiteY140" fmla="*/ 1421606 h 1890712"/>
              <a:gd name="connsiteX141" fmla="*/ 1935957 w 2543175"/>
              <a:gd name="connsiteY141" fmla="*/ 1428750 h 1890712"/>
              <a:gd name="connsiteX142" fmla="*/ 1952625 w 2543175"/>
              <a:gd name="connsiteY142" fmla="*/ 1438275 h 1890712"/>
              <a:gd name="connsiteX143" fmla="*/ 1971675 w 2543175"/>
              <a:gd name="connsiteY143" fmla="*/ 1450181 h 1890712"/>
              <a:gd name="connsiteX144" fmla="*/ 1981200 w 2543175"/>
              <a:gd name="connsiteY144" fmla="*/ 1454944 h 1890712"/>
              <a:gd name="connsiteX145" fmla="*/ 1997869 w 2543175"/>
              <a:gd name="connsiteY145" fmla="*/ 1471612 h 1890712"/>
              <a:gd name="connsiteX146" fmla="*/ 2007394 w 2543175"/>
              <a:gd name="connsiteY146" fmla="*/ 1478756 h 1890712"/>
              <a:gd name="connsiteX147" fmla="*/ 2016919 w 2543175"/>
              <a:gd name="connsiteY147" fmla="*/ 1483519 h 1890712"/>
              <a:gd name="connsiteX148" fmla="*/ 2024063 w 2543175"/>
              <a:gd name="connsiteY148" fmla="*/ 1490662 h 1890712"/>
              <a:gd name="connsiteX149" fmla="*/ 2033588 w 2543175"/>
              <a:gd name="connsiteY149" fmla="*/ 1495425 h 1890712"/>
              <a:gd name="connsiteX150" fmla="*/ 2040732 w 2543175"/>
              <a:gd name="connsiteY150" fmla="*/ 1502569 h 1890712"/>
              <a:gd name="connsiteX151" fmla="*/ 2047875 w 2543175"/>
              <a:gd name="connsiteY151" fmla="*/ 1507331 h 1890712"/>
              <a:gd name="connsiteX152" fmla="*/ 2057400 w 2543175"/>
              <a:gd name="connsiteY152" fmla="*/ 1514475 h 1890712"/>
              <a:gd name="connsiteX153" fmla="*/ 2064544 w 2543175"/>
              <a:gd name="connsiteY153" fmla="*/ 1519237 h 1890712"/>
              <a:gd name="connsiteX154" fmla="*/ 2071688 w 2543175"/>
              <a:gd name="connsiteY154" fmla="*/ 1526381 h 1890712"/>
              <a:gd name="connsiteX155" fmla="*/ 2081213 w 2543175"/>
              <a:gd name="connsiteY155" fmla="*/ 1531144 h 1890712"/>
              <a:gd name="connsiteX156" fmla="*/ 2090738 w 2543175"/>
              <a:gd name="connsiteY156" fmla="*/ 1538287 h 1890712"/>
              <a:gd name="connsiteX157" fmla="*/ 2109788 w 2543175"/>
              <a:gd name="connsiteY157" fmla="*/ 1547812 h 1890712"/>
              <a:gd name="connsiteX158" fmla="*/ 2131219 w 2543175"/>
              <a:gd name="connsiteY158" fmla="*/ 1562100 h 1890712"/>
              <a:gd name="connsiteX159" fmla="*/ 2140744 w 2543175"/>
              <a:gd name="connsiteY159" fmla="*/ 1566862 h 1890712"/>
              <a:gd name="connsiteX160" fmla="*/ 2152650 w 2543175"/>
              <a:gd name="connsiteY160" fmla="*/ 1576387 h 1890712"/>
              <a:gd name="connsiteX161" fmla="*/ 2181225 w 2543175"/>
              <a:gd name="connsiteY161" fmla="*/ 1590675 h 1890712"/>
              <a:gd name="connsiteX162" fmla="*/ 2200275 w 2543175"/>
              <a:gd name="connsiteY162" fmla="*/ 1607344 h 1890712"/>
              <a:gd name="connsiteX163" fmla="*/ 2207419 w 2543175"/>
              <a:gd name="connsiteY163" fmla="*/ 1612106 h 1890712"/>
              <a:gd name="connsiteX164" fmla="*/ 2216944 w 2543175"/>
              <a:gd name="connsiteY164" fmla="*/ 1619250 h 1890712"/>
              <a:gd name="connsiteX165" fmla="*/ 2224088 w 2543175"/>
              <a:gd name="connsiteY165" fmla="*/ 1624012 h 1890712"/>
              <a:gd name="connsiteX166" fmla="*/ 2247900 w 2543175"/>
              <a:gd name="connsiteY166" fmla="*/ 1643062 h 1890712"/>
              <a:gd name="connsiteX167" fmla="*/ 2255044 w 2543175"/>
              <a:gd name="connsiteY167" fmla="*/ 1650206 h 1890712"/>
              <a:gd name="connsiteX168" fmla="*/ 2281238 w 2543175"/>
              <a:gd name="connsiteY168" fmla="*/ 1664494 h 1890712"/>
              <a:gd name="connsiteX169" fmla="*/ 2297907 w 2543175"/>
              <a:gd name="connsiteY169" fmla="*/ 1674019 h 1890712"/>
              <a:gd name="connsiteX170" fmla="*/ 2312194 w 2543175"/>
              <a:gd name="connsiteY170" fmla="*/ 1685925 h 1890712"/>
              <a:gd name="connsiteX171" fmla="*/ 2328863 w 2543175"/>
              <a:gd name="connsiteY171" fmla="*/ 1697831 h 1890712"/>
              <a:gd name="connsiteX172" fmla="*/ 2350294 w 2543175"/>
              <a:gd name="connsiteY172" fmla="*/ 1712119 h 1890712"/>
              <a:gd name="connsiteX173" fmla="*/ 2369344 w 2543175"/>
              <a:gd name="connsiteY173" fmla="*/ 1724025 h 1890712"/>
              <a:gd name="connsiteX174" fmla="*/ 2428876 w 2543175"/>
              <a:gd name="connsiteY174" fmla="*/ 1785938 h 1890712"/>
              <a:gd name="connsiteX175" fmla="*/ 2466975 w 2543175"/>
              <a:gd name="connsiteY175" fmla="*/ 1783556 h 1890712"/>
              <a:gd name="connsiteX176" fmla="*/ 2481263 w 2543175"/>
              <a:gd name="connsiteY176" fmla="*/ 1795462 h 1890712"/>
              <a:gd name="connsiteX177" fmla="*/ 2486025 w 2543175"/>
              <a:gd name="connsiteY177" fmla="*/ 1802606 h 1890712"/>
              <a:gd name="connsiteX178" fmla="*/ 2514600 w 2543175"/>
              <a:gd name="connsiteY178" fmla="*/ 1850231 h 1890712"/>
              <a:gd name="connsiteX179" fmla="*/ 2519363 w 2543175"/>
              <a:gd name="connsiteY179" fmla="*/ 1857375 h 1890712"/>
              <a:gd name="connsiteX180" fmla="*/ 2540794 w 2543175"/>
              <a:gd name="connsiteY180" fmla="*/ 1883569 h 1890712"/>
              <a:gd name="connsiteX181" fmla="*/ 2543175 w 2543175"/>
              <a:gd name="connsiteY181"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302419 w 2543175"/>
              <a:gd name="connsiteY26" fmla="*/ 204787 h 1890712"/>
              <a:gd name="connsiteX27" fmla="*/ 309563 w 2543175"/>
              <a:gd name="connsiteY27" fmla="*/ 209550 h 1890712"/>
              <a:gd name="connsiteX28" fmla="*/ 319088 w 2543175"/>
              <a:gd name="connsiteY28" fmla="*/ 219075 h 1890712"/>
              <a:gd name="connsiteX29" fmla="*/ 333375 w 2543175"/>
              <a:gd name="connsiteY29" fmla="*/ 228600 h 1890712"/>
              <a:gd name="connsiteX30" fmla="*/ 340519 w 2543175"/>
              <a:gd name="connsiteY30" fmla="*/ 233362 h 1890712"/>
              <a:gd name="connsiteX31" fmla="*/ 354807 w 2543175"/>
              <a:gd name="connsiteY31" fmla="*/ 247650 h 1890712"/>
              <a:gd name="connsiteX32" fmla="*/ 366713 w 2543175"/>
              <a:gd name="connsiteY32" fmla="*/ 264319 h 1890712"/>
              <a:gd name="connsiteX33" fmla="*/ 371475 w 2543175"/>
              <a:gd name="connsiteY33" fmla="*/ 271462 h 1890712"/>
              <a:gd name="connsiteX34" fmla="*/ 378619 w 2543175"/>
              <a:gd name="connsiteY34" fmla="*/ 276225 h 1890712"/>
              <a:gd name="connsiteX35" fmla="*/ 385763 w 2543175"/>
              <a:gd name="connsiteY35" fmla="*/ 283369 h 1890712"/>
              <a:gd name="connsiteX36" fmla="*/ 395288 w 2543175"/>
              <a:gd name="connsiteY36" fmla="*/ 288131 h 1890712"/>
              <a:gd name="connsiteX37" fmla="*/ 404813 w 2543175"/>
              <a:gd name="connsiteY37" fmla="*/ 295275 h 1890712"/>
              <a:gd name="connsiteX38" fmla="*/ 411957 w 2543175"/>
              <a:gd name="connsiteY38" fmla="*/ 297656 h 1890712"/>
              <a:gd name="connsiteX39" fmla="*/ 421482 w 2543175"/>
              <a:gd name="connsiteY39" fmla="*/ 302419 h 1890712"/>
              <a:gd name="connsiteX40" fmla="*/ 447675 w 2543175"/>
              <a:gd name="connsiteY40" fmla="*/ 307181 h 1890712"/>
              <a:gd name="connsiteX41" fmla="*/ 461963 w 2543175"/>
              <a:gd name="connsiteY41" fmla="*/ 321469 h 1890712"/>
              <a:gd name="connsiteX42" fmla="*/ 466725 w 2543175"/>
              <a:gd name="connsiteY42" fmla="*/ 328612 h 1890712"/>
              <a:gd name="connsiteX43" fmla="*/ 476250 w 2543175"/>
              <a:gd name="connsiteY43" fmla="*/ 335756 h 1890712"/>
              <a:gd name="connsiteX44" fmla="*/ 481013 w 2543175"/>
              <a:gd name="connsiteY44" fmla="*/ 342900 h 1890712"/>
              <a:gd name="connsiteX45" fmla="*/ 490538 w 2543175"/>
              <a:gd name="connsiteY45" fmla="*/ 352425 h 1890712"/>
              <a:gd name="connsiteX46" fmla="*/ 495300 w 2543175"/>
              <a:gd name="connsiteY46" fmla="*/ 359569 h 1890712"/>
              <a:gd name="connsiteX47" fmla="*/ 509588 w 2543175"/>
              <a:gd name="connsiteY47" fmla="*/ 376237 h 1890712"/>
              <a:gd name="connsiteX48" fmla="*/ 514350 w 2543175"/>
              <a:gd name="connsiteY48" fmla="*/ 383381 h 1890712"/>
              <a:gd name="connsiteX49" fmla="*/ 531019 w 2543175"/>
              <a:gd name="connsiteY49" fmla="*/ 397669 h 1890712"/>
              <a:gd name="connsiteX50" fmla="*/ 538163 w 2543175"/>
              <a:gd name="connsiteY50" fmla="*/ 407194 h 1890712"/>
              <a:gd name="connsiteX51" fmla="*/ 554832 w 2543175"/>
              <a:gd name="connsiteY51" fmla="*/ 421481 h 1890712"/>
              <a:gd name="connsiteX52" fmla="*/ 564357 w 2543175"/>
              <a:gd name="connsiteY52" fmla="*/ 431006 h 1890712"/>
              <a:gd name="connsiteX53" fmla="*/ 573882 w 2543175"/>
              <a:gd name="connsiteY53" fmla="*/ 438150 h 1890712"/>
              <a:gd name="connsiteX54" fmla="*/ 595313 w 2543175"/>
              <a:gd name="connsiteY54" fmla="*/ 454819 h 1890712"/>
              <a:gd name="connsiteX55" fmla="*/ 602457 w 2543175"/>
              <a:gd name="connsiteY55" fmla="*/ 457200 h 1890712"/>
              <a:gd name="connsiteX56" fmla="*/ 628650 w 2543175"/>
              <a:gd name="connsiteY56" fmla="*/ 469106 h 1890712"/>
              <a:gd name="connsiteX57" fmla="*/ 645319 w 2543175"/>
              <a:gd name="connsiteY57" fmla="*/ 483394 h 1890712"/>
              <a:gd name="connsiteX58" fmla="*/ 654844 w 2543175"/>
              <a:gd name="connsiteY58" fmla="*/ 488156 h 1890712"/>
              <a:gd name="connsiteX59" fmla="*/ 661988 w 2543175"/>
              <a:gd name="connsiteY59" fmla="*/ 497681 h 1890712"/>
              <a:gd name="connsiteX60" fmla="*/ 683419 w 2543175"/>
              <a:gd name="connsiteY60" fmla="*/ 514350 h 1890712"/>
              <a:gd name="connsiteX61" fmla="*/ 700088 w 2543175"/>
              <a:gd name="connsiteY61" fmla="*/ 526256 h 1890712"/>
              <a:gd name="connsiteX62" fmla="*/ 709613 w 2543175"/>
              <a:gd name="connsiteY62" fmla="*/ 535781 h 1890712"/>
              <a:gd name="connsiteX63" fmla="*/ 719138 w 2543175"/>
              <a:gd name="connsiteY63" fmla="*/ 542925 h 1890712"/>
              <a:gd name="connsiteX64" fmla="*/ 733425 w 2543175"/>
              <a:gd name="connsiteY64" fmla="*/ 557212 h 1890712"/>
              <a:gd name="connsiteX65" fmla="*/ 750094 w 2543175"/>
              <a:gd name="connsiteY65" fmla="*/ 569119 h 1890712"/>
              <a:gd name="connsiteX66" fmla="*/ 769144 w 2543175"/>
              <a:gd name="connsiteY66" fmla="*/ 581025 h 1890712"/>
              <a:gd name="connsiteX67" fmla="*/ 785813 w 2543175"/>
              <a:gd name="connsiteY67" fmla="*/ 590550 h 1890712"/>
              <a:gd name="connsiteX68" fmla="*/ 792957 w 2543175"/>
              <a:gd name="connsiteY68" fmla="*/ 600075 h 1890712"/>
              <a:gd name="connsiteX69" fmla="*/ 809625 w 2543175"/>
              <a:gd name="connsiteY69" fmla="*/ 611981 h 1890712"/>
              <a:gd name="connsiteX70" fmla="*/ 816769 w 2543175"/>
              <a:gd name="connsiteY70" fmla="*/ 619125 h 1890712"/>
              <a:gd name="connsiteX71" fmla="*/ 826294 w 2543175"/>
              <a:gd name="connsiteY71" fmla="*/ 626269 h 1890712"/>
              <a:gd name="connsiteX72" fmla="*/ 840582 w 2543175"/>
              <a:gd name="connsiteY72" fmla="*/ 638175 h 1890712"/>
              <a:gd name="connsiteX73" fmla="*/ 847725 w 2543175"/>
              <a:gd name="connsiteY73" fmla="*/ 645319 h 1890712"/>
              <a:gd name="connsiteX74" fmla="*/ 857250 w 2543175"/>
              <a:gd name="connsiteY74" fmla="*/ 652462 h 1890712"/>
              <a:gd name="connsiteX75" fmla="*/ 864394 w 2543175"/>
              <a:gd name="connsiteY75" fmla="*/ 657225 h 1890712"/>
              <a:gd name="connsiteX76" fmla="*/ 888207 w 2543175"/>
              <a:gd name="connsiteY76" fmla="*/ 676275 h 1890712"/>
              <a:gd name="connsiteX77" fmla="*/ 895350 w 2543175"/>
              <a:gd name="connsiteY77" fmla="*/ 681037 h 1890712"/>
              <a:gd name="connsiteX78" fmla="*/ 907257 w 2543175"/>
              <a:gd name="connsiteY78" fmla="*/ 683419 h 1890712"/>
              <a:gd name="connsiteX79" fmla="*/ 928688 w 2543175"/>
              <a:gd name="connsiteY79" fmla="*/ 695325 h 1890712"/>
              <a:gd name="connsiteX80" fmla="*/ 942975 w 2543175"/>
              <a:gd name="connsiteY80" fmla="*/ 700087 h 1890712"/>
              <a:gd name="connsiteX81" fmla="*/ 964407 w 2543175"/>
              <a:gd name="connsiteY81" fmla="*/ 716756 h 1890712"/>
              <a:gd name="connsiteX82" fmla="*/ 971550 w 2543175"/>
              <a:gd name="connsiteY82" fmla="*/ 723900 h 1890712"/>
              <a:gd name="connsiteX83" fmla="*/ 983457 w 2543175"/>
              <a:gd name="connsiteY83" fmla="*/ 733425 h 1890712"/>
              <a:gd name="connsiteX84" fmla="*/ 990600 w 2543175"/>
              <a:gd name="connsiteY84" fmla="*/ 738187 h 1890712"/>
              <a:gd name="connsiteX85" fmla="*/ 1007269 w 2543175"/>
              <a:gd name="connsiteY85" fmla="*/ 752475 h 1890712"/>
              <a:gd name="connsiteX86" fmla="*/ 1031082 w 2543175"/>
              <a:gd name="connsiteY86" fmla="*/ 766762 h 1890712"/>
              <a:gd name="connsiteX87" fmla="*/ 1042988 w 2543175"/>
              <a:gd name="connsiteY87" fmla="*/ 773906 h 1890712"/>
              <a:gd name="connsiteX88" fmla="*/ 1071563 w 2543175"/>
              <a:gd name="connsiteY88" fmla="*/ 785812 h 1890712"/>
              <a:gd name="connsiteX89" fmla="*/ 1097757 w 2543175"/>
              <a:gd name="connsiteY89" fmla="*/ 807244 h 1890712"/>
              <a:gd name="connsiteX90" fmla="*/ 1104900 w 2543175"/>
              <a:gd name="connsiteY90" fmla="*/ 814387 h 1890712"/>
              <a:gd name="connsiteX91" fmla="*/ 1121569 w 2543175"/>
              <a:gd name="connsiteY91" fmla="*/ 823912 h 1890712"/>
              <a:gd name="connsiteX92" fmla="*/ 1138238 w 2543175"/>
              <a:gd name="connsiteY92" fmla="*/ 835819 h 1890712"/>
              <a:gd name="connsiteX93" fmla="*/ 1147763 w 2543175"/>
              <a:gd name="connsiteY93" fmla="*/ 842962 h 1890712"/>
              <a:gd name="connsiteX94" fmla="*/ 1157288 w 2543175"/>
              <a:gd name="connsiteY94" fmla="*/ 847725 h 1890712"/>
              <a:gd name="connsiteX95" fmla="*/ 1178719 w 2543175"/>
              <a:gd name="connsiteY95" fmla="*/ 859631 h 1890712"/>
              <a:gd name="connsiteX96" fmla="*/ 1188244 w 2543175"/>
              <a:gd name="connsiteY96" fmla="*/ 866775 h 1890712"/>
              <a:gd name="connsiteX97" fmla="*/ 1195388 w 2543175"/>
              <a:gd name="connsiteY97" fmla="*/ 871537 h 1890712"/>
              <a:gd name="connsiteX98" fmla="*/ 1212057 w 2543175"/>
              <a:gd name="connsiteY98" fmla="*/ 883444 h 1890712"/>
              <a:gd name="connsiteX99" fmla="*/ 1226344 w 2543175"/>
              <a:gd name="connsiteY99" fmla="*/ 895350 h 1890712"/>
              <a:gd name="connsiteX100" fmla="*/ 1245394 w 2543175"/>
              <a:gd name="connsiteY100" fmla="*/ 907256 h 1890712"/>
              <a:gd name="connsiteX101" fmla="*/ 1254919 w 2543175"/>
              <a:gd name="connsiteY101" fmla="*/ 914400 h 1890712"/>
              <a:gd name="connsiteX102" fmla="*/ 1269207 w 2543175"/>
              <a:gd name="connsiteY102" fmla="*/ 921544 h 1890712"/>
              <a:gd name="connsiteX103" fmla="*/ 1290638 w 2543175"/>
              <a:gd name="connsiteY103" fmla="*/ 935831 h 1890712"/>
              <a:gd name="connsiteX104" fmla="*/ 1307307 w 2543175"/>
              <a:gd name="connsiteY104" fmla="*/ 952500 h 1890712"/>
              <a:gd name="connsiteX105" fmla="*/ 1333500 w 2543175"/>
              <a:gd name="connsiteY105" fmla="*/ 971550 h 1890712"/>
              <a:gd name="connsiteX106" fmla="*/ 1359694 w 2543175"/>
              <a:gd name="connsiteY106" fmla="*/ 990600 h 1890712"/>
              <a:gd name="connsiteX107" fmla="*/ 1373982 w 2543175"/>
              <a:gd name="connsiteY107" fmla="*/ 997744 h 1890712"/>
              <a:gd name="connsiteX108" fmla="*/ 1388269 w 2543175"/>
              <a:gd name="connsiteY108" fmla="*/ 1007269 h 1890712"/>
              <a:gd name="connsiteX109" fmla="*/ 1414463 w 2543175"/>
              <a:gd name="connsiteY109" fmla="*/ 1019175 h 1890712"/>
              <a:gd name="connsiteX110" fmla="*/ 1428750 w 2543175"/>
              <a:gd name="connsiteY110" fmla="*/ 1026319 h 1890712"/>
              <a:gd name="connsiteX111" fmla="*/ 1471613 w 2543175"/>
              <a:gd name="connsiteY111" fmla="*/ 1059656 h 1890712"/>
              <a:gd name="connsiteX112" fmla="*/ 1495425 w 2543175"/>
              <a:gd name="connsiteY112" fmla="*/ 1088231 h 1890712"/>
              <a:gd name="connsiteX113" fmla="*/ 1547812 w 2543175"/>
              <a:gd name="connsiteY113" fmla="*/ 1133475 h 1890712"/>
              <a:gd name="connsiteX114" fmla="*/ 1597819 w 2543175"/>
              <a:gd name="connsiteY114" fmla="*/ 1154906 h 1890712"/>
              <a:gd name="connsiteX115" fmla="*/ 1604963 w 2543175"/>
              <a:gd name="connsiteY115" fmla="*/ 1162050 h 1890712"/>
              <a:gd name="connsiteX116" fmla="*/ 1612107 w 2543175"/>
              <a:gd name="connsiteY116" fmla="*/ 1166812 h 1890712"/>
              <a:gd name="connsiteX117" fmla="*/ 1628775 w 2543175"/>
              <a:gd name="connsiteY117" fmla="*/ 1183481 h 1890712"/>
              <a:gd name="connsiteX118" fmla="*/ 1662113 w 2543175"/>
              <a:gd name="connsiteY118" fmla="*/ 1209675 h 1890712"/>
              <a:gd name="connsiteX119" fmla="*/ 1678782 w 2543175"/>
              <a:gd name="connsiteY119" fmla="*/ 1226344 h 1890712"/>
              <a:gd name="connsiteX120" fmla="*/ 1700213 w 2543175"/>
              <a:gd name="connsiteY120" fmla="*/ 1247775 h 1890712"/>
              <a:gd name="connsiteX121" fmla="*/ 1712119 w 2543175"/>
              <a:gd name="connsiteY121" fmla="*/ 1259681 h 1890712"/>
              <a:gd name="connsiteX122" fmla="*/ 1733550 w 2543175"/>
              <a:gd name="connsiteY122" fmla="*/ 1273969 h 1890712"/>
              <a:gd name="connsiteX123" fmla="*/ 1743075 w 2543175"/>
              <a:gd name="connsiteY123" fmla="*/ 1283494 h 1890712"/>
              <a:gd name="connsiteX124" fmla="*/ 1754982 w 2543175"/>
              <a:gd name="connsiteY124" fmla="*/ 1290637 h 1890712"/>
              <a:gd name="connsiteX125" fmla="*/ 1766888 w 2543175"/>
              <a:gd name="connsiteY125" fmla="*/ 1300162 h 1890712"/>
              <a:gd name="connsiteX126" fmla="*/ 1783557 w 2543175"/>
              <a:gd name="connsiteY126" fmla="*/ 1307306 h 1890712"/>
              <a:gd name="connsiteX127" fmla="*/ 1790700 w 2543175"/>
              <a:gd name="connsiteY127" fmla="*/ 1312069 h 1890712"/>
              <a:gd name="connsiteX128" fmla="*/ 1800225 w 2543175"/>
              <a:gd name="connsiteY128" fmla="*/ 1319212 h 1890712"/>
              <a:gd name="connsiteX129" fmla="*/ 1807369 w 2543175"/>
              <a:gd name="connsiteY129" fmla="*/ 1321594 h 1890712"/>
              <a:gd name="connsiteX130" fmla="*/ 1824038 w 2543175"/>
              <a:gd name="connsiteY130" fmla="*/ 1333500 h 1890712"/>
              <a:gd name="connsiteX131" fmla="*/ 1843088 w 2543175"/>
              <a:gd name="connsiteY131" fmla="*/ 1352550 h 1890712"/>
              <a:gd name="connsiteX132" fmla="*/ 1852613 w 2543175"/>
              <a:gd name="connsiteY132" fmla="*/ 1359694 h 1890712"/>
              <a:gd name="connsiteX133" fmla="*/ 1859757 w 2543175"/>
              <a:gd name="connsiteY133" fmla="*/ 1366837 h 1890712"/>
              <a:gd name="connsiteX134" fmla="*/ 1869282 w 2543175"/>
              <a:gd name="connsiteY134" fmla="*/ 1371600 h 1890712"/>
              <a:gd name="connsiteX135" fmla="*/ 1883569 w 2543175"/>
              <a:gd name="connsiteY135" fmla="*/ 1388269 h 1890712"/>
              <a:gd name="connsiteX136" fmla="*/ 1893094 w 2543175"/>
              <a:gd name="connsiteY136" fmla="*/ 1395412 h 1890712"/>
              <a:gd name="connsiteX137" fmla="*/ 1902619 w 2543175"/>
              <a:gd name="connsiteY137" fmla="*/ 1404937 h 1890712"/>
              <a:gd name="connsiteX138" fmla="*/ 1912144 w 2543175"/>
              <a:gd name="connsiteY138" fmla="*/ 1409700 h 1890712"/>
              <a:gd name="connsiteX139" fmla="*/ 1931194 w 2543175"/>
              <a:gd name="connsiteY139" fmla="*/ 1421606 h 1890712"/>
              <a:gd name="connsiteX140" fmla="*/ 1935957 w 2543175"/>
              <a:gd name="connsiteY140" fmla="*/ 1428750 h 1890712"/>
              <a:gd name="connsiteX141" fmla="*/ 1952625 w 2543175"/>
              <a:gd name="connsiteY141" fmla="*/ 1438275 h 1890712"/>
              <a:gd name="connsiteX142" fmla="*/ 1971675 w 2543175"/>
              <a:gd name="connsiteY142" fmla="*/ 1450181 h 1890712"/>
              <a:gd name="connsiteX143" fmla="*/ 1981200 w 2543175"/>
              <a:gd name="connsiteY143" fmla="*/ 1454944 h 1890712"/>
              <a:gd name="connsiteX144" fmla="*/ 1997869 w 2543175"/>
              <a:gd name="connsiteY144" fmla="*/ 1471612 h 1890712"/>
              <a:gd name="connsiteX145" fmla="*/ 2007394 w 2543175"/>
              <a:gd name="connsiteY145" fmla="*/ 1478756 h 1890712"/>
              <a:gd name="connsiteX146" fmla="*/ 2016919 w 2543175"/>
              <a:gd name="connsiteY146" fmla="*/ 1483519 h 1890712"/>
              <a:gd name="connsiteX147" fmla="*/ 2024063 w 2543175"/>
              <a:gd name="connsiteY147" fmla="*/ 1490662 h 1890712"/>
              <a:gd name="connsiteX148" fmla="*/ 2033588 w 2543175"/>
              <a:gd name="connsiteY148" fmla="*/ 1495425 h 1890712"/>
              <a:gd name="connsiteX149" fmla="*/ 2040732 w 2543175"/>
              <a:gd name="connsiteY149" fmla="*/ 1502569 h 1890712"/>
              <a:gd name="connsiteX150" fmla="*/ 2047875 w 2543175"/>
              <a:gd name="connsiteY150" fmla="*/ 1507331 h 1890712"/>
              <a:gd name="connsiteX151" fmla="*/ 2057400 w 2543175"/>
              <a:gd name="connsiteY151" fmla="*/ 1514475 h 1890712"/>
              <a:gd name="connsiteX152" fmla="*/ 2064544 w 2543175"/>
              <a:gd name="connsiteY152" fmla="*/ 1519237 h 1890712"/>
              <a:gd name="connsiteX153" fmla="*/ 2071688 w 2543175"/>
              <a:gd name="connsiteY153" fmla="*/ 1526381 h 1890712"/>
              <a:gd name="connsiteX154" fmla="*/ 2081213 w 2543175"/>
              <a:gd name="connsiteY154" fmla="*/ 1531144 h 1890712"/>
              <a:gd name="connsiteX155" fmla="*/ 2090738 w 2543175"/>
              <a:gd name="connsiteY155" fmla="*/ 1538287 h 1890712"/>
              <a:gd name="connsiteX156" fmla="*/ 2109788 w 2543175"/>
              <a:gd name="connsiteY156" fmla="*/ 1547812 h 1890712"/>
              <a:gd name="connsiteX157" fmla="*/ 2131219 w 2543175"/>
              <a:gd name="connsiteY157" fmla="*/ 1562100 h 1890712"/>
              <a:gd name="connsiteX158" fmla="*/ 2140744 w 2543175"/>
              <a:gd name="connsiteY158" fmla="*/ 1566862 h 1890712"/>
              <a:gd name="connsiteX159" fmla="*/ 2152650 w 2543175"/>
              <a:gd name="connsiteY159" fmla="*/ 1576387 h 1890712"/>
              <a:gd name="connsiteX160" fmla="*/ 2181225 w 2543175"/>
              <a:gd name="connsiteY160" fmla="*/ 1590675 h 1890712"/>
              <a:gd name="connsiteX161" fmla="*/ 2200275 w 2543175"/>
              <a:gd name="connsiteY161" fmla="*/ 1607344 h 1890712"/>
              <a:gd name="connsiteX162" fmla="*/ 2207419 w 2543175"/>
              <a:gd name="connsiteY162" fmla="*/ 1612106 h 1890712"/>
              <a:gd name="connsiteX163" fmla="*/ 2216944 w 2543175"/>
              <a:gd name="connsiteY163" fmla="*/ 1619250 h 1890712"/>
              <a:gd name="connsiteX164" fmla="*/ 2224088 w 2543175"/>
              <a:gd name="connsiteY164" fmla="*/ 1624012 h 1890712"/>
              <a:gd name="connsiteX165" fmla="*/ 2247900 w 2543175"/>
              <a:gd name="connsiteY165" fmla="*/ 1643062 h 1890712"/>
              <a:gd name="connsiteX166" fmla="*/ 2255044 w 2543175"/>
              <a:gd name="connsiteY166" fmla="*/ 1650206 h 1890712"/>
              <a:gd name="connsiteX167" fmla="*/ 2281238 w 2543175"/>
              <a:gd name="connsiteY167" fmla="*/ 1664494 h 1890712"/>
              <a:gd name="connsiteX168" fmla="*/ 2297907 w 2543175"/>
              <a:gd name="connsiteY168" fmla="*/ 1674019 h 1890712"/>
              <a:gd name="connsiteX169" fmla="*/ 2312194 w 2543175"/>
              <a:gd name="connsiteY169" fmla="*/ 1685925 h 1890712"/>
              <a:gd name="connsiteX170" fmla="*/ 2328863 w 2543175"/>
              <a:gd name="connsiteY170" fmla="*/ 1697831 h 1890712"/>
              <a:gd name="connsiteX171" fmla="*/ 2350294 w 2543175"/>
              <a:gd name="connsiteY171" fmla="*/ 1712119 h 1890712"/>
              <a:gd name="connsiteX172" fmla="*/ 2369344 w 2543175"/>
              <a:gd name="connsiteY172" fmla="*/ 1724025 h 1890712"/>
              <a:gd name="connsiteX173" fmla="*/ 2428876 w 2543175"/>
              <a:gd name="connsiteY173" fmla="*/ 1785938 h 1890712"/>
              <a:gd name="connsiteX174" fmla="*/ 2466975 w 2543175"/>
              <a:gd name="connsiteY174" fmla="*/ 1783556 h 1890712"/>
              <a:gd name="connsiteX175" fmla="*/ 2481263 w 2543175"/>
              <a:gd name="connsiteY175" fmla="*/ 1795462 h 1890712"/>
              <a:gd name="connsiteX176" fmla="*/ 2486025 w 2543175"/>
              <a:gd name="connsiteY176" fmla="*/ 1802606 h 1890712"/>
              <a:gd name="connsiteX177" fmla="*/ 2514600 w 2543175"/>
              <a:gd name="connsiteY177" fmla="*/ 1850231 h 1890712"/>
              <a:gd name="connsiteX178" fmla="*/ 2519363 w 2543175"/>
              <a:gd name="connsiteY178" fmla="*/ 1857375 h 1890712"/>
              <a:gd name="connsiteX179" fmla="*/ 2540794 w 2543175"/>
              <a:gd name="connsiteY179" fmla="*/ 1883569 h 1890712"/>
              <a:gd name="connsiteX180" fmla="*/ 2543175 w 2543175"/>
              <a:gd name="connsiteY18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266700 w 2543175"/>
              <a:gd name="connsiteY25" fmla="*/ 190500 h 1890712"/>
              <a:gd name="connsiteX26" fmla="*/ 302419 w 2543175"/>
              <a:gd name="connsiteY26" fmla="*/ 204787 h 1890712"/>
              <a:gd name="connsiteX27" fmla="*/ 309563 w 2543175"/>
              <a:gd name="connsiteY27" fmla="*/ 209550 h 1890712"/>
              <a:gd name="connsiteX28" fmla="*/ 333375 w 2543175"/>
              <a:gd name="connsiteY28" fmla="*/ 228600 h 1890712"/>
              <a:gd name="connsiteX29" fmla="*/ 340519 w 2543175"/>
              <a:gd name="connsiteY29" fmla="*/ 233362 h 1890712"/>
              <a:gd name="connsiteX30" fmla="*/ 354807 w 2543175"/>
              <a:gd name="connsiteY30" fmla="*/ 247650 h 1890712"/>
              <a:gd name="connsiteX31" fmla="*/ 366713 w 2543175"/>
              <a:gd name="connsiteY31" fmla="*/ 264319 h 1890712"/>
              <a:gd name="connsiteX32" fmla="*/ 371475 w 2543175"/>
              <a:gd name="connsiteY32" fmla="*/ 271462 h 1890712"/>
              <a:gd name="connsiteX33" fmla="*/ 378619 w 2543175"/>
              <a:gd name="connsiteY33" fmla="*/ 276225 h 1890712"/>
              <a:gd name="connsiteX34" fmla="*/ 385763 w 2543175"/>
              <a:gd name="connsiteY34" fmla="*/ 283369 h 1890712"/>
              <a:gd name="connsiteX35" fmla="*/ 395288 w 2543175"/>
              <a:gd name="connsiteY35" fmla="*/ 288131 h 1890712"/>
              <a:gd name="connsiteX36" fmla="*/ 404813 w 2543175"/>
              <a:gd name="connsiteY36" fmla="*/ 295275 h 1890712"/>
              <a:gd name="connsiteX37" fmla="*/ 411957 w 2543175"/>
              <a:gd name="connsiteY37" fmla="*/ 297656 h 1890712"/>
              <a:gd name="connsiteX38" fmla="*/ 421482 w 2543175"/>
              <a:gd name="connsiteY38" fmla="*/ 302419 h 1890712"/>
              <a:gd name="connsiteX39" fmla="*/ 447675 w 2543175"/>
              <a:gd name="connsiteY39" fmla="*/ 307181 h 1890712"/>
              <a:gd name="connsiteX40" fmla="*/ 461963 w 2543175"/>
              <a:gd name="connsiteY40" fmla="*/ 321469 h 1890712"/>
              <a:gd name="connsiteX41" fmla="*/ 466725 w 2543175"/>
              <a:gd name="connsiteY41" fmla="*/ 328612 h 1890712"/>
              <a:gd name="connsiteX42" fmla="*/ 476250 w 2543175"/>
              <a:gd name="connsiteY42" fmla="*/ 335756 h 1890712"/>
              <a:gd name="connsiteX43" fmla="*/ 481013 w 2543175"/>
              <a:gd name="connsiteY43" fmla="*/ 342900 h 1890712"/>
              <a:gd name="connsiteX44" fmla="*/ 490538 w 2543175"/>
              <a:gd name="connsiteY44" fmla="*/ 352425 h 1890712"/>
              <a:gd name="connsiteX45" fmla="*/ 495300 w 2543175"/>
              <a:gd name="connsiteY45" fmla="*/ 359569 h 1890712"/>
              <a:gd name="connsiteX46" fmla="*/ 509588 w 2543175"/>
              <a:gd name="connsiteY46" fmla="*/ 376237 h 1890712"/>
              <a:gd name="connsiteX47" fmla="*/ 514350 w 2543175"/>
              <a:gd name="connsiteY47" fmla="*/ 383381 h 1890712"/>
              <a:gd name="connsiteX48" fmla="*/ 531019 w 2543175"/>
              <a:gd name="connsiteY48" fmla="*/ 397669 h 1890712"/>
              <a:gd name="connsiteX49" fmla="*/ 538163 w 2543175"/>
              <a:gd name="connsiteY49" fmla="*/ 407194 h 1890712"/>
              <a:gd name="connsiteX50" fmla="*/ 554832 w 2543175"/>
              <a:gd name="connsiteY50" fmla="*/ 421481 h 1890712"/>
              <a:gd name="connsiteX51" fmla="*/ 564357 w 2543175"/>
              <a:gd name="connsiteY51" fmla="*/ 431006 h 1890712"/>
              <a:gd name="connsiteX52" fmla="*/ 573882 w 2543175"/>
              <a:gd name="connsiteY52" fmla="*/ 438150 h 1890712"/>
              <a:gd name="connsiteX53" fmla="*/ 595313 w 2543175"/>
              <a:gd name="connsiteY53" fmla="*/ 454819 h 1890712"/>
              <a:gd name="connsiteX54" fmla="*/ 602457 w 2543175"/>
              <a:gd name="connsiteY54" fmla="*/ 457200 h 1890712"/>
              <a:gd name="connsiteX55" fmla="*/ 628650 w 2543175"/>
              <a:gd name="connsiteY55" fmla="*/ 469106 h 1890712"/>
              <a:gd name="connsiteX56" fmla="*/ 645319 w 2543175"/>
              <a:gd name="connsiteY56" fmla="*/ 483394 h 1890712"/>
              <a:gd name="connsiteX57" fmla="*/ 654844 w 2543175"/>
              <a:gd name="connsiteY57" fmla="*/ 488156 h 1890712"/>
              <a:gd name="connsiteX58" fmla="*/ 661988 w 2543175"/>
              <a:gd name="connsiteY58" fmla="*/ 497681 h 1890712"/>
              <a:gd name="connsiteX59" fmla="*/ 683419 w 2543175"/>
              <a:gd name="connsiteY59" fmla="*/ 514350 h 1890712"/>
              <a:gd name="connsiteX60" fmla="*/ 700088 w 2543175"/>
              <a:gd name="connsiteY60" fmla="*/ 526256 h 1890712"/>
              <a:gd name="connsiteX61" fmla="*/ 709613 w 2543175"/>
              <a:gd name="connsiteY61" fmla="*/ 535781 h 1890712"/>
              <a:gd name="connsiteX62" fmla="*/ 719138 w 2543175"/>
              <a:gd name="connsiteY62" fmla="*/ 542925 h 1890712"/>
              <a:gd name="connsiteX63" fmla="*/ 733425 w 2543175"/>
              <a:gd name="connsiteY63" fmla="*/ 557212 h 1890712"/>
              <a:gd name="connsiteX64" fmla="*/ 750094 w 2543175"/>
              <a:gd name="connsiteY64" fmla="*/ 569119 h 1890712"/>
              <a:gd name="connsiteX65" fmla="*/ 769144 w 2543175"/>
              <a:gd name="connsiteY65" fmla="*/ 581025 h 1890712"/>
              <a:gd name="connsiteX66" fmla="*/ 785813 w 2543175"/>
              <a:gd name="connsiteY66" fmla="*/ 590550 h 1890712"/>
              <a:gd name="connsiteX67" fmla="*/ 792957 w 2543175"/>
              <a:gd name="connsiteY67" fmla="*/ 600075 h 1890712"/>
              <a:gd name="connsiteX68" fmla="*/ 809625 w 2543175"/>
              <a:gd name="connsiteY68" fmla="*/ 611981 h 1890712"/>
              <a:gd name="connsiteX69" fmla="*/ 816769 w 2543175"/>
              <a:gd name="connsiteY69" fmla="*/ 619125 h 1890712"/>
              <a:gd name="connsiteX70" fmla="*/ 826294 w 2543175"/>
              <a:gd name="connsiteY70" fmla="*/ 626269 h 1890712"/>
              <a:gd name="connsiteX71" fmla="*/ 840582 w 2543175"/>
              <a:gd name="connsiteY71" fmla="*/ 638175 h 1890712"/>
              <a:gd name="connsiteX72" fmla="*/ 847725 w 2543175"/>
              <a:gd name="connsiteY72" fmla="*/ 645319 h 1890712"/>
              <a:gd name="connsiteX73" fmla="*/ 857250 w 2543175"/>
              <a:gd name="connsiteY73" fmla="*/ 652462 h 1890712"/>
              <a:gd name="connsiteX74" fmla="*/ 864394 w 2543175"/>
              <a:gd name="connsiteY74" fmla="*/ 657225 h 1890712"/>
              <a:gd name="connsiteX75" fmla="*/ 888207 w 2543175"/>
              <a:gd name="connsiteY75" fmla="*/ 676275 h 1890712"/>
              <a:gd name="connsiteX76" fmla="*/ 895350 w 2543175"/>
              <a:gd name="connsiteY76" fmla="*/ 681037 h 1890712"/>
              <a:gd name="connsiteX77" fmla="*/ 907257 w 2543175"/>
              <a:gd name="connsiteY77" fmla="*/ 683419 h 1890712"/>
              <a:gd name="connsiteX78" fmla="*/ 928688 w 2543175"/>
              <a:gd name="connsiteY78" fmla="*/ 695325 h 1890712"/>
              <a:gd name="connsiteX79" fmla="*/ 942975 w 2543175"/>
              <a:gd name="connsiteY79" fmla="*/ 700087 h 1890712"/>
              <a:gd name="connsiteX80" fmla="*/ 964407 w 2543175"/>
              <a:gd name="connsiteY80" fmla="*/ 716756 h 1890712"/>
              <a:gd name="connsiteX81" fmla="*/ 971550 w 2543175"/>
              <a:gd name="connsiteY81" fmla="*/ 723900 h 1890712"/>
              <a:gd name="connsiteX82" fmla="*/ 983457 w 2543175"/>
              <a:gd name="connsiteY82" fmla="*/ 733425 h 1890712"/>
              <a:gd name="connsiteX83" fmla="*/ 990600 w 2543175"/>
              <a:gd name="connsiteY83" fmla="*/ 738187 h 1890712"/>
              <a:gd name="connsiteX84" fmla="*/ 1007269 w 2543175"/>
              <a:gd name="connsiteY84" fmla="*/ 752475 h 1890712"/>
              <a:gd name="connsiteX85" fmla="*/ 1031082 w 2543175"/>
              <a:gd name="connsiteY85" fmla="*/ 766762 h 1890712"/>
              <a:gd name="connsiteX86" fmla="*/ 1042988 w 2543175"/>
              <a:gd name="connsiteY86" fmla="*/ 773906 h 1890712"/>
              <a:gd name="connsiteX87" fmla="*/ 1071563 w 2543175"/>
              <a:gd name="connsiteY87" fmla="*/ 785812 h 1890712"/>
              <a:gd name="connsiteX88" fmla="*/ 1097757 w 2543175"/>
              <a:gd name="connsiteY88" fmla="*/ 807244 h 1890712"/>
              <a:gd name="connsiteX89" fmla="*/ 1104900 w 2543175"/>
              <a:gd name="connsiteY89" fmla="*/ 814387 h 1890712"/>
              <a:gd name="connsiteX90" fmla="*/ 1121569 w 2543175"/>
              <a:gd name="connsiteY90" fmla="*/ 823912 h 1890712"/>
              <a:gd name="connsiteX91" fmla="*/ 1138238 w 2543175"/>
              <a:gd name="connsiteY91" fmla="*/ 835819 h 1890712"/>
              <a:gd name="connsiteX92" fmla="*/ 1147763 w 2543175"/>
              <a:gd name="connsiteY92" fmla="*/ 842962 h 1890712"/>
              <a:gd name="connsiteX93" fmla="*/ 1157288 w 2543175"/>
              <a:gd name="connsiteY93" fmla="*/ 847725 h 1890712"/>
              <a:gd name="connsiteX94" fmla="*/ 1178719 w 2543175"/>
              <a:gd name="connsiteY94" fmla="*/ 859631 h 1890712"/>
              <a:gd name="connsiteX95" fmla="*/ 1188244 w 2543175"/>
              <a:gd name="connsiteY95" fmla="*/ 866775 h 1890712"/>
              <a:gd name="connsiteX96" fmla="*/ 1195388 w 2543175"/>
              <a:gd name="connsiteY96" fmla="*/ 871537 h 1890712"/>
              <a:gd name="connsiteX97" fmla="*/ 1212057 w 2543175"/>
              <a:gd name="connsiteY97" fmla="*/ 883444 h 1890712"/>
              <a:gd name="connsiteX98" fmla="*/ 1226344 w 2543175"/>
              <a:gd name="connsiteY98" fmla="*/ 895350 h 1890712"/>
              <a:gd name="connsiteX99" fmla="*/ 1245394 w 2543175"/>
              <a:gd name="connsiteY99" fmla="*/ 907256 h 1890712"/>
              <a:gd name="connsiteX100" fmla="*/ 1254919 w 2543175"/>
              <a:gd name="connsiteY100" fmla="*/ 914400 h 1890712"/>
              <a:gd name="connsiteX101" fmla="*/ 1269207 w 2543175"/>
              <a:gd name="connsiteY101" fmla="*/ 921544 h 1890712"/>
              <a:gd name="connsiteX102" fmla="*/ 1290638 w 2543175"/>
              <a:gd name="connsiteY102" fmla="*/ 935831 h 1890712"/>
              <a:gd name="connsiteX103" fmla="*/ 1307307 w 2543175"/>
              <a:gd name="connsiteY103" fmla="*/ 952500 h 1890712"/>
              <a:gd name="connsiteX104" fmla="*/ 1333500 w 2543175"/>
              <a:gd name="connsiteY104" fmla="*/ 971550 h 1890712"/>
              <a:gd name="connsiteX105" fmla="*/ 1359694 w 2543175"/>
              <a:gd name="connsiteY105" fmla="*/ 990600 h 1890712"/>
              <a:gd name="connsiteX106" fmla="*/ 1373982 w 2543175"/>
              <a:gd name="connsiteY106" fmla="*/ 997744 h 1890712"/>
              <a:gd name="connsiteX107" fmla="*/ 1388269 w 2543175"/>
              <a:gd name="connsiteY107" fmla="*/ 1007269 h 1890712"/>
              <a:gd name="connsiteX108" fmla="*/ 1414463 w 2543175"/>
              <a:gd name="connsiteY108" fmla="*/ 1019175 h 1890712"/>
              <a:gd name="connsiteX109" fmla="*/ 1428750 w 2543175"/>
              <a:gd name="connsiteY109" fmla="*/ 1026319 h 1890712"/>
              <a:gd name="connsiteX110" fmla="*/ 1471613 w 2543175"/>
              <a:gd name="connsiteY110" fmla="*/ 1059656 h 1890712"/>
              <a:gd name="connsiteX111" fmla="*/ 1495425 w 2543175"/>
              <a:gd name="connsiteY111" fmla="*/ 1088231 h 1890712"/>
              <a:gd name="connsiteX112" fmla="*/ 1547812 w 2543175"/>
              <a:gd name="connsiteY112" fmla="*/ 1133475 h 1890712"/>
              <a:gd name="connsiteX113" fmla="*/ 1597819 w 2543175"/>
              <a:gd name="connsiteY113" fmla="*/ 1154906 h 1890712"/>
              <a:gd name="connsiteX114" fmla="*/ 1604963 w 2543175"/>
              <a:gd name="connsiteY114" fmla="*/ 1162050 h 1890712"/>
              <a:gd name="connsiteX115" fmla="*/ 1612107 w 2543175"/>
              <a:gd name="connsiteY115" fmla="*/ 1166812 h 1890712"/>
              <a:gd name="connsiteX116" fmla="*/ 1628775 w 2543175"/>
              <a:gd name="connsiteY116" fmla="*/ 1183481 h 1890712"/>
              <a:gd name="connsiteX117" fmla="*/ 1662113 w 2543175"/>
              <a:gd name="connsiteY117" fmla="*/ 1209675 h 1890712"/>
              <a:gd name="connsiteX118" fmla="*/ 1678782 w 2543175"/>
              <a:gd name="connsiteY118" fmla="*/ 1226344 h 1890712"/>
              <a:gd name="connsiteX119" fmla="*/ 1700213 w 2543175"/>
              <a:gd name="connsiteY119" fmla="*/ 1247775 h 1890712"/>
              <a:gd name="connsiteX120" fmla="*/ 1712119 w 2543175"/>
              <a:gd name="connsiteY120" fmla="*/ 1259681 h 1890712"/>
              <a:gd name="connsiteX121" fmla="*/ 1733550 w 2543175"/>
              <a:gd name="connsiteY121" fmla="*/ 1273969 h 1890712"/>
              <a:gd name="connsiteX122" fmla="*/ 1743075 w 2543175"/>
              <a:gd name="connsiteY122" fmla="*/ 1283494 h 1890712"/>
              <a:gd name="connsiteX123" fmla="*/ 1754982 w 2543175"/>
              <a:gd name="connsiteY123" fmla="*/ 1290637 h 1890712"/>
              <a:gd name="connsiteX124" fmla="*/ 1766888 w 2543175"/>
              <a:gd name="connsiteY124" fmla="*/ 1300162 h 1890712"/>
              <a:gd name="connsiteX125" fmla="*/ 1783557 w 2543175"/>
              <a:gd name="connsiteY125" fmla="*/ 1307306 h 1890712"/>
              <a:gd name="connsiteX126" fmla="*/ 1790700 w 2543175"/>
              <a:gd name="connsiteY126" fmla="*/ 1312069 h 1890712"/>
              <a:gd name="connsiteX127" fmla="*/ 1800225 w 2543175"/>
              <a:gd name="connsiteY127" fmla="*/ 1319212 h 1890712"/>
              <a:gd name="connsiteX128" fmla="*/ 1807369 w 2543175"/>
              <a:gd name="connsiteY128" fmla="*/ 1321594 h 1890712"/>
              <a:gd name="connsiteX129" fmla="*/ 1824038 w 2543175"/>
              <a:gd name="connsiteY129" fmla="*/ 1333500 h 1890712"/>
              <a:gd name="connsiteX130" fmla="*/ 1843088 w 2543175"/>
              <a:gd name="connsiteY130" fmla="*/ 1352550 h 1890712"/>
              <a:gd name="connsiteX131" fmla="*/ 1852613 w 2543175"/>
              <a:gd name="connsiteY131" fmla="*/ 1359694 h 1890712"/>
              <a:gd name="connsiteX132" fmla="*/ 1859757 w 2543175"/>
              <a:gd name="connsiteY132" fmla="*/ 1366837 h 1890712"/>
              <a:gd name="connsiteX133" fmla="*/ 1869282 w 2543175"/>
              <a:gd name="connsiteY133" fmla="*/ 1371600 h 1890712"/>
              <a:gd name="connsiteX134" fmla="*/ 1883569 w 2543175"/>
              <a:gd name="connsiteY134" fmla="*/ 1388269 h 1890712"/>
              <a:gd name="connsiteX135" fmla="*/ 1893094 w 2543175"/>
              <a:gd name="connsiteY135" fmla="*/ 1395412 h 1890712"/>
              <a:gd name="connsiteX136" fmla="*/ 1902619 w 2543175"/>
              <a:gd name="connsiteY136" fmla="*/ 1404937 h 1890712"/>
              <a:gd name="connsiteX137" fmla="*/ 1912144 w 2543175"/>
              <a:gd name="connsiteY137" fmla="*/ 1409700 h 1890712"/>
              <a:gd name="connsiteX138" fmla="*/ 1931194 w 2543175"/>
              <a:gd name="connsiteY138" fmla="*/ 1421606 h 1890712"/>
              <a:gd name="connsiteX139" fmla="*/ 1935957 w 2543175"/>
              <a:gd name="connsiteY139" fmla="*/ 1428750 h 1890712"/>
              <a:gd name="connsiteX140" fmla="*/ 1952625 w 2543175"/>
              <a:gd name="connsiteY140" fmla="*/ 1438275 h 1890712"/>
              <a:gd name="connsiteX141" fmla="*/ 1971675 w 2543175"/>
              <a:gd name="connsiteY141" fmla="*/ 1450181 h 1890712"/>
              <a:gd name="connsiteX142" fmla="*/ 1981200 w 2543175"/>
              <a:gd name="connsiteY142" fmla="*/ 1454944 h 1890712"/>
              <a:gd name="connsiteX143" fmla="*/ 1997869 w 2543175"/>
              <a:gd name="connsiteY143" fmla="*/ 1471612 h 1890712"/>
              <a:gd name="connsiteX144" fmla="*/ 2007394 w 2543175"/>
              <a:gd name="connsiteY144" fmla="*/ 1478756 h 1890712"/>
              <a:gd name="connsiteX145" fmla="*/ 2016919 w 2543175"/>
              <a:gd name="connsiteY145" fmla="*/ 1483519 h 1890712"/>
              <a:gd name="connsiteX146" fmla="*/ 2024063 w 2543175"/>
              <a:gd name="connsiteY146" fmla="*/ 1490662 h 1890712"/>
              <a:gd name="connsiteX147" fmla="*/ 2033588 w 2543175"/>
              <a:gd name="connsiteY147" fmla="*/ 1495425 h 1890712"/>
              <a:gd name="connsiteX148" fmla="*/ 2040732 w 2543175"/>
              <a:gd name="connsiteY148" fmla="*/ 1502569 h 1890712"/>
              <a:gd name="connsiteX149" fmla="*/ 2047875 w 2543175"/>
              <a:gd name="connsiteY149" fmla="*/ 1507331 h 1890712"/>
              <a:gd name="connsiteX150" fmla="*/ 2057400 w 2543175"/>
              <a:gd name="connsiteY150" fmla="*/ 1514475 h 1890712"/>
              <a:gd name="connsiteX151" fmla="*/ 2064544 w 2543175"/>
              <a:gd name="connsiteY151" fmla="*/ 1519237 h 1890712"/>
              <a:gd name="connsiteX152" fmla="*/ 2071688 w 2543175"/>
              <a:gd name="connsiteY152" fmla="*/ 1526381 h 1890712"/>
              <a:gd name="connsiteX153" fmla="*/ 2081213 w 2543175"/>
              <a:gd name="connsiteY153" fmla="*/ 1531144 h 1890712"/>
              <a:gd name="connsiteX154" fmla="*/ 2090738 w 2543175"/>
              <a:gd name="connsiteY154" fmla="*/ 1538287 h 1890712"/>
              <a:gd name="connsiteX155" fmla="*/ 2109788 w 2543175"/>
              <a:gd name="connsiteY155" fmla="*/ 1547812 h 1890712"/>
              <a:gd name="connsiteX156" fmla="*/ 2131219 w 2543175"/>
              <a:gd name="connsiteY156" fmla="*/ 1562100 h 1890712"/>
              <a:gd name="connsiteX157" fmla="*/ 2140744 w 2543175"/>
              <a:gd name="connsiteY157" fmla="*/ 1566862 h 1890712"/>
              <a:gd name="connsiteX158" fmla="*/ 2152650 w 2543175"/>
              <a:gd name="connsiteY158" fmla="*/ 1576387 h 1890712"/>
              <a:gd name="connsiteX159" fmla="*/ 2181225 w 2543175"/>
              <a:gd name="connsiteY159" fmla="*/ 1590675 h 1890712"/>
              <a:gd name="connsiteX160" fmla="*/ 2200275 w 2543175"/>
              <a:gd name="connsiteY160" fmla="*/ 1607344 h 1890712"/>
              <a:gd name="connsiteX161" fmla="*/ 2207419 w 2543175"/>
              <a:gd name="connsiteY161" fmla="*/ 1612106 h 1890712"/>
              <a:gd name="connsiteX162" fmla="*/ 2216944 w 2543175"/>
              <a:gd name="connsiteY162" fmla="*/ 1619250 h 1890712"/>
              <a:gd name="connsiteX163" fmla="*/ 2224088 w 2543175"/>
              <a:gd name="connsiteY163" fmla="*/ 1624012 h 1890712"/>
              <a:gd name="connsiteX164" fmla="*/ 2247900 w 2543175"/>
              <a:gd name="connsiteY164" fmla="*/ 1643062 h 1890712"/>
              <a:gd name="connsiteX165" fmla="*/ 2255044 w 2543175"/>
              <a:gd name="connsiteY165" fmla="*/ 1650206 h 1890712"/>
              <a:gd name="connsiteX166" fmla="*/ 2281238 w 2543175"/>
              <a:gd name="connsiteY166" fmla="*/ 1664494 h 1890712"/>
              <a:gd name="connsiteX167" fmla="*/ 2297907 w 2543175"/>
              <a:gd name="connsiteY167" fmla="*/ 1674019 h 1890712"/>
              <a:gd name="connsiteX168" fmla="*/ 2312194 w 2543175"/>
              <a:gd name="connsiteY168" fmla="*/ 1685925 h 1890712"/>
              <a:gd name="connsiteX169" fmla="*/ 2328863 w 2543175"/>
              <a:gd name="connsiteY169" fmla="*/ 1697831 h 1890712"/>
              <a:gd name="connsiteX170" fmla="*/ 2350294 w 2543175"/>
              <a:gd name="connsiteY170" fmla="*/ 1712119 h 1890712"/>
              <a:gd name="connsiteX171" fmla="*/ 2369344 w 2543175"/>
              <a:gd name="connsiteY171" fmla="*/ 1724025 h 1890712"/>
              <a:gd name="connsiteX172" fmla="*/ 2428876 w 2543175"/>
              <a:gd name="connsiteY172" fmla="*/ 1785938 h 1890712"/>
              <a:gd name="connsiteX173" fmla="*/ 2466975 w 2543175"/>
              <a:gd name="connsiteY173" fmla="*/ 1783556 h 1890712"/>
              <a:gd name="connsiteX174" fmla="*/ 2481263 w 2543175"/>
              <a:gd name="connsiteY174" fmla="*/ 1795462 h 1890712"/>
              <a:gd name="connsiteX175" fmla="*/ 2486025 w 2543175"/>
              <a:gd name="connsiteY175" fmla="*/ 1802606 h 1890712"/>
              <a:gd name="connsiteX176" fmla="*/ 2514600 w 2543175"/>
              <a:gd name="connsiteY176" fmla="*/ 1850231 h 1890712"/>
              <a:gd name="connsiteX177" fmla="*/ 2519363 w 2543175"/>
              <a:gd name="connsiteY177" fmla="*/ 1857375 h 1890712"/>
              <a:gd name="connsiteX178" fmla="*/ 2540794 w 2543175"/>
              <a:gd name="connsiteY178" fmla="*/ 1883569 h 1890712"/>
              <a:gd name="connsiteX179" fmla="*/ 2543175 w 2543175"/>
              <a:gd name="connsiteY17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259557 w 2543175"/>
              <a:gd name="connsiteY24" fmla="*/ 188119 h 1890712"/>
              <a:gd name="connsiteX25" fmla="*/ 302419 w 2543175"/>
              <a:gd name="connsiteY25" fmla="*/ 204787 h 1890712"/>
              <a:gd name="connsiteX26" fmla="*/ 309563 w 2543175"/>
              <a:gd name="connsiteY26" fmla="*/ 209550 h 1890712"/>
              <a:gd name="connsiteX27" fmla="*/ 333375 w 2543175"/>
              <a:gd name="connsiteY27" fmla="*/ 228600 h 1890712"/>
              <a:gd name="connsiteX28" fmla="*/ 340519 w 2543175"/>
              <a:gd name="connsiteY28" fmla="*/ 233362 h 1890712"/>
              <a:gd name="connsiteX29" fmla="*/ 354807 w 2543175"/>
              <a:gd name="connsiteY29" fmla="*/ 247650 h 1890712"/>
              <a:gd name="connsiteX30" fmla="*/ 366713 w 2543175"/>
              <a:gd name="connsiteY30" fmla="*/ 264319 h 1890712"/>
              <a:gd name="connsiteX31" fmla="*/ 371475 w 2543175"/>
              <a:gd name="connsiteY31" fmla="*/ 271462 h 1890712"/>
              <a:gd name="connsiteX32" fmla="*/ 378619 w 2543175"/>
              <a:gd name="connsiteY32" fmla="*/ 276225 h 1890712"/>
              <a:gd name="connsiteX33" fmla="*/ 385763 w 2543175"/>
              <a:gd name="connsiteY33" fmla="*/ 283369 h 1890712"/>
              <a:gd name="connsiteX34" fmla="*/ 395288 w 2543175"/>
              <a:gd name="connsiteY34" fmla="*/ 288131 h 1890712"/>
              <a:gd name="connsiteX35" fmla="*/ 404813 w 2543175"/>
              <a:gd name="connsiteY35" fmla="*/ 295275 h 1890712"/>
              <a:gd name="connsiteX36" fmla="*/ 411957 w 2543175"/>
              <a:gd name="connsiteY36" fmla="*/ 297656 h 1890712"/>
              <a:gd name="connsiteX37" fmla="*/ 421482 w 2543175"/>
              <a:gd name="connsiteY37" fmla="*/ 302419 h 1890712"/>
              <a:gd name="connsiteX38" fmla="*/ 447675 w 2543175"/>
              <a:gd name="connsiteY38" fmla="*/ 307181 h 1890712"/>
              <a:gd name="connsiteX39" fmla="*/ 461963 w 2543175"/>
              <a:gd name="connsiteY39" fmla="*/ 321469 h 1890712"/>
              <a:gd name="connsiteX40" fmla="*/ 466725 w 2543175"/>
              <a:gd name="connsiteY40" fmla="*/ 328612 h 1890712"/>
              <a:gd name="connsiteX41" fmla="*/ 476250 w 2543175"/>
              <a:gd name="connsiteY41" fmla="*/ 335756 h 1890712"/>
              <a:gd name="connsiteX42" fmla="*/ 481013 w 2543175"/>
              <a:gd name="connsiteY42" fmla="*/ 342900 h 1890712"/>
              <a:gd name="connsiteX43" fmla="*/ 490538 w 2543175"/>
              <a:gd name="connsiteY43" fmla="*/ 352425 h 1890712"/>
              <a:gd name="connsiteX44" fmla="*/ 495300 w 2543175"/>
              <a:gd name="connsiteY44" fmla="*/ 359569 h 1890712"/>
              <a:gd name="connsiteX45" fmla="*/ 509588 w 2543175"/>
              <a:gd name="connsiteY45" fmla="*/ 376237 h 1890712"/>
              <a:gd name="connsiteX46" fmla="*/ 514350 w 2543175"/>
              <a:gd name="connsiteY46" fmla="*/ 383381 h 1890712"/>
              <a:gd name="connsiteX47" fmla="*/ 531019 w 2543175"/>
              <a:gd name="connsiteY47" fmla="*/ 397669 h 1890712"/>
              <a:gd name="connsiteX48" fmla="*/ 538163 w 2543175"/>
              <a:gd name="connsiteY48" fmla="*/ 407194 h 1890712"/>
              <a:gd name="connsiteX49" fmla="*/ 554832 w 2543175"/>
              <a:gd name="connsiteY49" fmla="*/ 421481 h 1890712"/>
              <a:gd name="connsiteX50" fmla="*/ 564357 w 2543175"/>
              <a:gd name="connsiteY50" fmla="*/ 431006 h 1890712"/>
              <a:gd name="connsiteX51" fmla="*/ 573882 w 2543175"/>
              <a:gd name="connsiteY51" fmla="*/ 438150 h 1890712"/>
              <a:gd name="connsiteX52" fmla="*/ 595313 w 2543175"/>
              <a:gd name="connsiteY52" fmla="*/ 454819 h 1890712"/>
              <a:gd name="connsiteX53" fmla="*/ 602457 w 2543175"/>
              <a:gd name="connsiteY53" fmla="*/ 457200 h 1890712"/>
              <a:gd name="connsiteX54" fmla="*/ 628650 w 2543175"/>
              <a:gd name="connsiteY54" fmla="*/ 469106 h 1890712"/>
              <a:gd name="connsiteX55" fmla="*/ 645319 w 2543175"/>
              <a:gd name="connsiteY55" fmla="*/ 483394 h 1890712"/>
              <a:gd name="connsiteX56" fmla="*/ 654844 w 2543175"/>
              <a:gd name="connsiteY56" fmla="*/ 488156 h 1890712"/>
              <a:gd name="connsiteX57" fmla="*/ 661988 w 2543175"/>
              <a:gd name="connsiteY57" fmla="*/ 497681 h 1890712"/>
              <a:gd name="connsiteX58" fmla="*/ 683419 w 2543175"/>
              <a:gd name="connsiteY58" fmla="*/ 514350 h 1890712"/>
              <a:gd name="connsiteX59" fmla="*/ 700088 w 2543175"/>
              <a:gd name="connsiteY59" fmla="*/ 526256 h 1890712"/>
              <a:gd name="connsiteX60" fmla="*/ 709613 w 2543175"/>
              <a:gd name="connsiteY60" fmla="*/ 535781 h 1890712"/>
              <a:gd name="connsiteX61" fmla="*/ 719138 w 2543175"/>
              <a:gd name="connsiteY61" fmla="*/ 542925 h 1890712"/>
              <a:gd name="connsiteX62" fmla="*/ 733425 w 2543175"/>
              <a:gd name="connsiteY62" fmla="*/ 557212 h 1890712"/>
              <a:gd name="connsiteX63" fmla="*/ 750094 w 2543175"/>
              <a:gd name="connsiteY63" fmla="*/ 569119 h 1890712"/>
              <a:gd name="connsiteX64" fmla="*/ 769144 w 2543175"/>
              <a:gd name="connsiteY64" fmla="*/ 581025 h 1890712"/>
              <a:gd name="connsiteX65" fmla="*/ 785813 w 2543175"/>
              <a:gd name="connsiteY65" fmla="*/ 590550 h 1890712"/>
              <a:gd name="connsiteX66" fmla="*/ 792957 w 2543175"/>
              <a:gd name="connsiteY66" fmla="*/ 600075 h 1890712"/>
              <a:gd name="connsiteX67" fmla="*/ 809625 w 2543175"/>
              <a:gd name="connsiteY67" fmla="*/ 611981 h 1890712"/>
              <a:gd name="connsiteX68" fmla="*/ 816769 w 2543175"/>
              <a:gd name="connsiteY68" fmla="*/ 619125 h 1890712"/>
              <a:gd name="connsiteX69" fmla="*/ 826294 w 2543175"/>
              <a:gd name="connsiteY69" fmla="*/ 626269 h 1890712"/>
              <a:gd name="connsiteX70" fmla="*/ 840582 w 2543175"/>
              <a:gd name="connsiteY70" fmla="*/ 638175 h 1890712"/>
              <a:gd name="connsiteX71" fmla="*/ 847725 w 2543175"/>
              <a:gd name="connsiteY71" fmla="*/ 645319 h 1890712"/>
              <a:gd name="connsiteX72" fmla="*/ 857250 w 2543175"/>
              <a:gd name="connsiteY72" fmla="*/ 652462 h 1890712"/>
              <a:gd name="connsiteX73" fmla="*/ 864394 w 2543175"/>
              <a:gd name="connsiteY73" fmla="*/ 657225 h 1890712"/>
              <a:gd name="connsiteX74" fmla="*/ 888207 w 2543175"/>
              <a:gd name="connsiteY74" fmla="*/ 676275 h 1890712"/>
              <a:gd name="connsiteX75" fmla="*/ 895350 w 2543175"/>
              <a:gd name="connsiteY75" fmla="*/ 681037 h 1890712"/>
              <a:gd name="connsiteX76" fmla="*/ 907257 w 2543175"/>
              <a:gd name="connsiteY76" fmla="*/ 683419 h 1890712"/>
              <a:gd name="connsiteX77" fmla="*/ 928688 w 2543175"/>
              <a:gd name="connsiteY77" fmla="*/ 695325 h 1890712"/>
              <a:gd name="connsiteX78" fmla="*/ 942975 w 2543175"/>
              <a:gd name="connsiteY78" fmla="*/ 700087 h 1890712"/>
              <a:gd name="connsiteX79" fmla="*/ 964407 w 2543175"/>
              <a:gd name="connsiteY79" fmla="*/ 716756 h 1890712"/>
              <a:gd name="connsiteX80" fmla="*/ 971550 w 2543175"/>
              <a:gd name="connsiteY80" fmla="*/ 723900 h 1890712"/>
              <a:gd name="connsiteX81" fmla="*/ 983457 w 2543175"/>
              <a:gd name="connsiteY81" fmla="*/ 733425 h 1890712"/>
              <a:gd name="connsiteX82" fmla="*/ 990600 w 2543175"/>
              <a:gd name="connsiteY82" fmla="*/ 738187 h 1890712"/>
              <a:gd name="connsiteX83" fmla="*/ 1007269 w 2543175"/>
              <a:gd name="connsiteY83" fmla="*/ 752475 h 1890712"/>
              <a:gd name="connsiteX84" fmla="*/ 1031082 w 2543175"/>
              <a:gd name="connsiteY84" fmla="*/ 766762 h 1890712"/>
              <a:gd name="connsiteX85" fmla="*/ 1042988 w 2543175"/>
              <a:gd name="connsiteY85" fmla="*/ 773906 h 1890712"/>
              <a:gd name="connsiteX86" fmla="*/ 1071563 w 2543175"/>
              <a:gd name="connsiteY86" fmla="*/ 785812 h 1890712"/>
              <a:gd name="connsiteX87" fmla="*/ 1097757 w 2543175"/>
              <a:gd name="connsiteY87" fmla="*/ 807244 h 1890712"/>
              <a:gd name="connsiteX88" fmla="*/ 1104900 w 2543175"/>
              <a:gd name="connsiteY88" fmla="*/ 814387 h 1890712"/>
              <a:gd name="connsiteX89" fmla="*/ 1121569 w 2543175"/>
              <a:gd name="connsiteY89" fmla="*/ 823912 h 1890712"/>
              <a:gd name="connsiteX90" fmla="*/ 1138238 w 2543175"/>
              <a:gd name="connsiteY90" fmla="*/ 835819 h 1890712"/>
              <a:gd name="connsiteX91" fmla="*/ 1147763 w 2543175"/>
              <a:gd name="connsiteY91" fmla="*/ 842962 h 1890712"/>
              <a:gd name="connsiteX92" fmla="*/ 1157288 w 2543175"/>
              <a:gd name="connsiteY92" fmla="*/ 847725 h 1890712"/>
              <a:gd name="connsiteX93" fmla="*/ 1178719 w 2543175"/>
              <a:gd name="connsiteY93" fmla="*/ 859631 h 1890712"/>
              <a:gd name="connsiteX94" fmla="*/ 1188244 w 2543175"/>
              <a:gd name="connsiteY94" fmla="*/ 866775 h 1890712"/>
              <a:gd name="connsiteX95" fmla="*/ 1195388 w 2543175"/>
              <a:gd name="connsiteY95" fmla="*/ 871537 h 1890712"/>
              <a:gd name="connsiteX96" fmla="*/ 1212057 w 2543175"/>
              <a:gd name="connsiteY96" fmla="*/ 883444 h 1890712"/>
              <a:gd name="connsiteX97" fmla="*/ 1226344 w 2543175"/>
              <a:gd name="connsiteY97" fmla="*/ 895350 h 1890712"/>
              <a:gd name="connsiteX98" fmla="*/ 1245394 w 2543175"/>
              <a:gd name="connsiteY98" fmla="*/ 907256 h 1890712"/>
              <a:gd name="connsiteX99" fmla="*/ 1254919 w 2543175"/>
              <a:gd name="connsiteY99" fmla="*/ 914400 h 1890712"/>
              <a:gd name="connsiteX100" fmla="*/ 1269207 w 2543175"/>
              <a:gd name="connsiteY100" fmla="*/ 921544 h 1890712"/>
              <a:gd name="connsiteX101" fmla="*/ 1290638 w 2543175"/>
              <a:gd name="connsiteY101" fmla="*/ 935831 h 1890712"/>
              <a:gd name="connsiteX102" fmla="*/ 1307307 w 2543175"/>
              <a:gd name="connsiteY102" fmla="*/ 952500 h 1890712"/>
              <a:gd name="connsiteX103" fmla="*/ 1333500 w 2543175"/>
              <a:gd name="connsiteY103" fmla="*/ 971550 h 1890712"/>
              <a:gd name="connsiteX104" fmla="*/ 1359694 w 2543175"/>
              <a:gd name="connsiteY104" fmla="*/ 990600 h 1890712"/>
              <a:gd name="connsiteX105" fmla="*/ 1373982 w 2543175"/>
              <a:gd name="connsiteY105" fmla="*/ 997744 h 1890712"/>
              <a:gd name="connsiteX106" fmla="*/ 1388269 w 2543175"/>
              <a:gd name="connsiteY106" fmla="*/ 1007269 h 1890712"/>
              <a:gd name="connsiteX107" fmla="*/ 1414463 w 2543175"/>
              <a:gd name="connsiteY107" fmla="*/ 1019175 h 1890712"/>
              <a:gd name="connsiteX108" fmla="*/ 1428750 w 2543175"/>
              <a:gd name="connsiteY108" fmla="*/ 1026319 h 1890712"/>
              <a:gd name="connsiteX109" fmla="*/ 1471613 w 2543175"/>
              <a:gd name="connsiteY109" fmla="*/ 1059656 h 1890712"/>
              <a:gd name="connsiteX110" fmla="*/ 1495425 w 2543175"/>
              <a:gd name="connsiteY110" fmla="*/ 1088231 h 1890712"/>
              <a:gd name="connsiteX111" fmla="*/ 1547812 w 2543175"/>
              <a:gd name="connsiteY111" fmla="*/ 1133475 h 1890712"/>
              <a:gd name="connsiteX112" fmla="*/ 1597819 w 2543175"/>
              <a:gd name="connsiteY112" fmla="*/ 1154906 h 1890712"/>
              <a:gd name="connsiteX113" fmla="*/ 1604963 w 2543175"/>
              <a:gd name="connsiteY113" fmla="*/ 1162050 h 1890712"/>
              <a:gd name="connsiteX114" fmla="*/ 1612107 w 2543175"/>
              <a:gd name="connsiteY114" fmla="*/ 1166812 h 1890712"/>
              <a:gd name="connsiteX115" fmla="*/ 1628775 w 2543175"/>
              <a:gd name="connsiteY115" fmla="*/ 1183481 h 1890712"/>
              <a:gd name="connsiteX116" fmla="*/ 1662113 w 2543175"/>
              <a:gd name="connsiteY116" fmla="*/ 1209675 h 1890712"/>
              <a:gd name="connsiteX117" fmla="*/ 1678782 w 2543175"/>
              <a:gd name="connsiteY117" fmla="*/ 1226344 h 1890712"/>
              <a:gd name="connsiteX118" fmla="*/ 1700213 w 2543175"/>
              <a:gd name="connsiteY118" fmla="*/ 1247775 h 1890712"/>
              <a:gd name="connsiteX119" fmla="*/ 1712119 w 2543175"/>
              <a:gd name="connsiteY119" fmla="*/ 1259681 h 1890712"/>
              <a:gd name="connsiteX120" fmla="*/ 1733550 w 2543175"/>
              <a:gd name="connsiteY120" fmla="*/ 1273969 h 1890712"/>
              <a:gd name="connsiteX121" fmla="*/ 1743075 w 2543175"/>
              <a:gd name="connsiteY121" fmla="*/ 1283494 h 1890712"/>
              <a:gd name="connsiteX122" fmla="*/ 1754982 w 2543175"/>
              <a:gd name="connsiteY122" fmla="*/ 1290637 h 1890712"/>
              <a:gd name="connsiteX123" fmla="*/ 1766888 w 2543175"/>
              <a:gd name="connsiteY123" fmla="*/ 1300162 h 1890712"/>
              <a:gd name="connsiteX124" fmla="*/ 1783557 w 2543175"/>
              <a:gd name="connsiteY124" fmla="*/ 1307306 h 1890712"/>
              <a:gd name="connsiteX125" fmla="*/ 1790700 w 2543175"/>
              <a:gd name="connsiteY125" fmla="*/ 1312069 h 1890712"/>
              <a:gd name="connsiteX126" fmla="*/ 1800225 w 2543175"/>
              <a:gd name="connsiteY126" fmla="*/ 1319212 h 1890712"/>
              <a:gd name="connsiteX127" fmla="*/ 1807369 w 2543175"/>
              <a:gd name="connsiteY127" fmla="*/ 1321594 h 1890712"/>
              <a:gd name="connsiteX128" fmla="*/ 1824038 w 2543175"/>
              <a:gd name="connsiteY128" fmla="*/ 1333500 h 1890712"/>
              <a:gd name="connsiteX129" fmla="*/ 1843088 w 2543175"/>
              <a:gd name="connsiteY129" fmla="*/ 1352550 h 1890712"/>
              <a:gd name="connsiteX130" fmla="*/ 1852613 w 2543175"/>
              <a:gd name="connsiteY130" fmla="*/ 1359694 h 1890712"/>
              <a:gd name="connsiteX131" fmla="*/ 1859757 w 2543175"/>
              <a:gd name="connsiteY131" fmla="*/ 1366837 h 1890712"/>
              <a:gd name="connsiteX132" fmla="*/ 1869282 w 2543175"/>
              <a:gd name="connsiteY132" fmla="*/ 1371600 h 1890712"/>
              <a:gd name="connsiteX133" fmla="*/ 1883569 w 2543175"/>
              <a:gd name="connsiteY133" fmla="*/ 1388269 h 1890712"/>
              <a:gd name="connsiteX134" fmla="*/ 1893094 w 2543175"/>
              <a:gd name="connsiteY134" fmla="*/ 1395412 h 1890712"/>
              <a:gd name="connsiteX135" fmla="*/ 1902619 w 2543175"/>
              <a:gd name="connsiteY135" fmla="*/ 1404937 h 1890712"/>
              <a:gd name="connsiteX136" fmla="*/ 1912144 w 2543175"/>
              <a:gd name="connsiteY136" fmla="*/ 1409700 h 1890712"/>
              <a:gd name="connsiteX137" fmla="*/ 1931194 w 2543175"/>
              <a:gd name="connsiteY137" fmla="*/ 1421606 h 1890712"/>
              <a:gd name="connsiteX138" fmla="*/ 1935957 w 2543175"/>
              <a:gd name="connsiteY138" fmla="*/ 1428750 h 1890712"/>
              <a:gd name="connsiteX139" fmla="*/ 1952625 w 2543175"/>
              <a:gd name="connsiteY139" fmla="*/ 1438275 h 1890712"/>
              <a:gd name="connsiteX140" fmla="*/ 1971675 w 2543175"/>
              <a:gd name="connsiteY140" fmla="*/ 1450181 h 1890712"/>
              <a:gd name="connsiteX141" fmla="*/ 1981200 w 2543175"/>
              <a:gd name="connsiteY141" fmla="*/ 1454944 h 1890712"/>
              <a:gd name="connsiteX142" fmla="*/ 1997869 w 2543175"/>
              <a:gd name="connsiteY142" fmla="*/ 1471612 h 1890712"/>
              <a:gd name="connsiteX143" fmla="*/ 2007394 w 2543175"/>
              <a:gd name="connsiteY143" fmla="*/ 1478756 h 1890712"/>
              <a:gd name="connsiteX144" fmla="*/ 2016919 w 2543175"/>
              <a:gd name="connsiteY144" fmla="*/ 1483519 h 1890712"/>
              <a:gd name="connsiteX145" fmla="*/ 2024063 w 2543175"/>
              <a:gd name="connsiteY145" fmla="*/ 1490662 h 1890712"/>
              <a:gd name="connsiteX146" fmla="*/ 2033588 w 2543175"/>
              <a:gd name="connsiteY146" fmla="*/ 1495425 h 1890712"/>
              <a:gd name="connsiteX147" fmla="*/ 2040732 w 2543175"/>
              <a:gd name="connsiteY147" fmla="*/ 1502569 h 1890712"/>
              <a:gd name="connsiteX148" fmla="*/ 2047875 w 2543175"/>
              <a:gd name="connsiteY148" fmla="*/ 1507331 h 1890712"/>
              <a:gd name="connsiteX149" fmla="*/ 2057400 w 2543175"/>
              <a:gd name="connsiteY149" fmla="*/ 1514475 h 1890712"/>
              <a:gd name="connsiteX150" fmla="*/ 2064544 w 2543175"/>
              <a:gd name="connsiteY150" fmla="*/ 1519237 h 1890712"/>
              <a:gd name="connsiteX151" fmla="*/ 2071688 w 2543175"/>
              <a:gd name="connsiteY151" fmla="*/ 1526381 h 1890712"/>
              <a:gd name="connsiteX152" fmla="*/ 2081213 w 2543175"/>
              <a:gd name="connsiteY152" fmla="*/ 1531144 h 1890712"/>
              <a:gd name="connsiteX153" fmla="*/ 2090738 w 2543175"/>
              <a:gd name="connsiteY153" fmla="*/ 1538287 h 1890712"/>
              <a:gd name="connsiteX154" fmla="*/ 2109788 w 2543175"/>
              <a:gd name="connsiteY154" fmla="*/ 1547812 h 1890712"/>
              <a:gd name="connsiteX155" fmla="*/ 2131219 w 2543175"/>
              <a:gd name="connsiteY155" fmla="*/ 1562100 h 1890712"/>
              <a:gd name="connsiteX156" fmla="*/ 2140744 w 2543175"/>
              <a:gd name="connsiteY156" fmla="*/ 1566862 h 1890712"/>
              <a:gd name="connsiteX157" fmla="*/ 2152650 w 2543175"/>
              <a:gd name="connsiteY157" fmla="*/ 1576387 h 1890712"/>
              <a:gd name="connsiteX158" fmla="*/ 2181225 w 2543175"/>
              <a:gd name="connsiteY158" fmla="*/ 1590675 h 1890712"/>
              <a:gd name="connsiteX159" fmla="*/ 2200275 w 2543175"/>
              <a:gd name="connsiteY159" fmla="*/ 1607344 h 1890712"/>
              <a:gd name="connsiteX160" fmla="*/ 2207419 w 2543175"/>
              <a:gd name="connsiteY160" fmla="*/ 1612106 h 1890712"/>
              <a:gd name="connsiteX161" fmla="*/ 2216944 w 2543175"/>
              <a:gd name="connsiteY161" fmla="*/ 1619250 h 1890712"/>
              <a:gd name="connsiteX162" fmla="*/ 2224088 w 2543175"/>
              <a:gd name="connsiteY162" fmla="*/ 1624012 h 1890712"/>
              <a:gd name="connsiteX163" fmla="*/ 2247900 w 2543175"/>
              <a:gd name="connsiteY163" fmla="*/ 1643062 h 1890712"/>
              <a:gd name="connsiteX164" fmla="*/ 2255044 w 2543175"/>
              <a:gd name="connsiteY164" fmla="*/ 1650206 h 1890712"/>
              <a:gd name="connsiteX165" fmla="*/ 2281238 w 2543175"/>
              <a:gd name="connsiteY165" fmla="*/ 1664494 h 1890712"/>
              <a:gd name="connsiteX166" fmla="*/ 2297907 w 2543175"/>
              <a:gd name="connsiteY166" fmla="*/ 1674019 h 1890712"/>
              <a:gd name="connsiteX167" fmla="*/ 2312194 w 2543175"/>
              <a:gd name="connsiteY167" fmla="*/ 1685925 h 1890712"/>
              <a:gd name="connsiteX168" fmla="*/ 2328863 w 2543175"/>
              <a:gd name="connsiteY168" fmla="*/ 1697831 h 1890712"/>
              <a:gd name="connsiteX169" fmla="*/ 2350294 w 2543175"/>
              <a:gd name="connsiteY169" fmla="*/ 1712119 h 1890712"/>
              <a:gd name="connsiteX170" fmla="*/ 2369344 w 2543175"/>
              <a:gd name="connsiteY170" fmla="*/ 1724025 h 1890712"/>
              <a:gd name="connsiteX171" fmla="*/ 2428876 w 2543175"/>
              <a:gd name="connsiteY171" fmla="*/ 1785938 h 1890712"/>
              <a:gd name="connsiteX172" fmla="*/ 2466975 w 2543175"/>
              <a:gd name="connsiteY172" fmla="*/ 1783556 h 1890712"/>
              <a:gd name="connsiteX173" fmla="*/ 2481263 w 2543175"/>
              <a:gd name="connsiteY173" fmla="*/ 1795462 h 1890712"/>
              <a:gd name="connsiteX174" fmla="*/ 2486025 w 2543175"/>
              <a:gd name="connsiteY174" fmla="*/ 1802606 h 1890712"/>
              <a:gd name="connsiteX175" fmla="*/ 2514600 w 2543175"/>
              <a:gd name="connsiteY175" fmla="*/ 1850231 h 1890712"/>
              <a:gd name="connsiteX176" fmla="*/ 2519363 w 2543175"/>
              <a:gd name="connsiteY176" fmla="*/ 1857375 h 1890712"/>
              <a:gd name="connsiteX177" fmla="*/ 2540794 w 2543175"/>
              <a:gd name="connsiteY177" fmla="*/ 1883569 h 1890712"/>
              <a:gd name="connsiteX178" fmla="*/ 2543175 w 2543175"/>
              <a:gd name="connsiteY178"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09563 w 2543175"/>
              <a:gd name="connsiteY25" fmla="*/ 209550 h 1890712"/>
              <a:gd name="connsiteX26" fmla="*/ 333375 w 2543175"/>
              <a:gd name="connsiteY26" fmla="*/ 228600 h 1890712"/>
              <a:gd name="connsiteX27" fmla="*/ 340519 w 2543175"/>
              <a:gd name="connsiteY27" fmla="*/ 233362 h 1890712"/>
              <a:gd name="connsiteX28" fmla="*/ 354807 w 2543175"/>
              <a:gd name="connsiteY28" fmla="*/ 247650 h 1890712"/>
              <a:gd name="connsiteX29" fmla="*/ 366713 w 2543175"/>
              <a:gd name="connsiteY29" fmla="*/ 264319 h 1890712"/>
              <a:gd name="connsiteX30" fmla="*/ 371475 w 2543175"/>
              <a:gd name="connsiteY30" fmla="*/ 271462 h 1890712"/>
              <a:gd name="connsiteX31" fmla="*/ 378619 w 2543175"/>
              <a:gd name="connsiteY31" fmla="*/ 276225 h 1890712"/>
              <a:gd name="connsiteX32" fmla="*/ 385763 w 2543175"/>
              <a:gd name="connsiteY32" fmla="*/ 283369 h 1890712"/>
              <a:gd name="connsiteX33" fmla="*/ 395288 w 2543175"/>
              <a:gd name="connsiteY33" fmla="*/ 288131 h 1890712"/>
              <a:gd name="connsiteX34" fmla="*/ 404813 w 2543175"/>
              <a:gd name="connsiteY34" fmla="*/ 295275 h 1890712"/>
              <a:gd name="connsiteX35" fmla="*/ 411957 w 2543175"/>
              <a:gd name="connsiteY35" fmla="*/ 297656 h 1890712"/>
              <a:gd name="connsiteX36" fmla="*/ 421482 w 2543175"/>
              <a:gd name="connsiteY36" fmla="*/ 302419 h 1890712"/>
              <a:gd name="connsiteX37" fmla="*/ 447675 w 2543175"/>
              <a:gd name="connsiteY37" fmla="*/ 307181 h 1890712"/>
              <a:gd name="connsiteX38" fmla="*/ 461963 w 2543175"/>
              <a:gd name="connsiteY38" fmla="*/ 321469 h 1890712"/>
              <a:gd name="connsiteX39" fmla="*/ 466725 w 2543175"/>
              <a:gd name="connsiteY39" fmla="*/ 328612 h 1890712"/>
              <a:gd name="connsiteX40" fmla="*/ 476250 w 2543175"/>
              <a:gd name="connsiteY40" fmla="*/ 335756 h 1890712"/>
              <a:gd name="connsiteX41" fmla="*/ 481013 w 2543175"/>
              <a:gd name="connsiteY41" fmla="*/ 342900 h 1890712"/>
              <a:gd name="connsiteX42" fmla="*/ 490538 w 2543175"/>
              <a:gd name="connsiteY42" fmla="*/ 352425 h 1890712"/>
              <a:gd name="connsiteX43" fmla="*/ 495300 w 2543175"/>
              <a:gd name="connsiteY43" fmla="*/ 359569 h 1890712"/>
              <a:gd name="connsiteX44" fmla="*/ 509588 w 2543175"/>
              <a:gd name="connsiteY44" fmla="*/ 376237 h 1890712"/>
              <a:gd name="connsiteX45" fmla="*/ 514350 w 2543175"/>
              <a:gd name="connsiteY45" fmla="*/ 383381 h 1890712"/>
              <a:gd name="connsiteX46" fmla="*/ 531019 w 2543175"/>
              <a:gd name="connsiteY46" fmla="*/ 397669 h 1890712"/>
              <a:gd name="connsiteX47" fmla="*/ 538163 w 2543175"/>
              <a:gd name="connsiteY47" fmla="*/ 407194 h 1890712"/>
              <a:gd name="connsiteX48" fmla="*/ 554832 w 2543175"/>
              <a:gd name="connsiteY48" fmla="*/ 421481 h 1890712"/>
              <a:gd name="connsiteX49" fmla="*/ 564357 w 2543175"/>
              <a:gd name="connsiteY49" fmla="*/ 431006 h 1890712"/>
              <a:gd name="connsiteX50" fmla="*/ 573882 w 2543175"/>
              <a:gd name="connsiteY50" fmla="*/ 438150 h 1890712"/>
              <a:gd name="connsiteX51" fmla="*/ 595313 w 2543175"/>
              <a:gd name="connsiteY51" fmla="*/ 454819 h 1890712"/>
              <a:gd name="connsiteX52" fmla="*/ 602457 w 2543175"/>
              <a:gd name="connsiteY52" fmla="*/ 457200 h 1890712"/>
              <a:gd name="connsiteX53" fmla="*/ 628650 w 2543175"/>
              <a:gd name="connsiteY53" fmla="*/ 469106 h 1890712"/>
              <a:gd name="connsiteX54" fmla="*/ 645319 w 2543175"/>
              <a:gd name="connsiteY54" fmla="*/ 483394 h 1890712"/>
              <a:gd name="connsiteX55" fmla="*/ 654844 w 2543175"/>
              <a:gd name="connsiteY55" fmla="*/ 488156 h 1890712"/>
              <a:gd name="connsiteX56" fmla="*/ 661988 w 2543175"/>
              <a:gd name="connsiteY56" fmla="*/ 497681 h 1890712"/>
              <a:gd name="connsiteX57" fmla="*/ 683419 w 2543175"/>
              <a:gd name="connsiteY57" fmla="*/ 514350 h 1890712"/>
              <a:gd name="connsiteX58" fmla="*/ 700088 w 2543175"/>
              <a:gd name="connsiteY58" fmla="*/ 526256 h 1890712"/>
              <a:gd name="connsiteX59" fmla="*/ 709613 w 2543175"/>
              <a:gd name="connsiteY59" fmla="*/ 535781 h 1890712"/>
              <a:gd name="connsiteX60" fmla="*/ 719138 w 2543175"/>
              <a:gd name="connsiteY60" fmla="*/ 542925 h 1890712"/>
              <a:gd name="connsiteX61" fmla="*/ 733425 w 2543175"/>
              <a:gd name="connsiteY61" fmla="*/ 557212 h 1890712"/>
              <a:gd name="connsiteX62" fmla="*/ 750094 w 2543175"/>
              <a:gd name="connsiteY62" fmla="*/ 569119 h 1890712"/>
              <a:gd name="connsiteX63" fmla="*/ 769144 w 2543175"/>
              <a:gd name="connsiteY63" fmla="*/ 581025 h 1890712"/>
              <a:gd name="connsiteX64" fmla="*/ 785813 w 2543175"/>
              <a:gd name="connsiteY64" fmla="*/ 590550 h 1890712"/>
              <a:gd name="connsiteX65" fmla="*/ 792957 w 2543175"/>
              <a:gd name="connsiteY65" fmla="*/ 600075 h 1890712"/>
              <a:gd name="connsiteX66" fmla="*/ 809625 w 2543175"/>
              <a:gd name="connsiteY66" fmla="*/ 611981 h 1890712"/>
              <a:gd name="connsiteX67" fmla="*/ 816769 w 2543175"/>
              <a:gd name="connsiteY67" fmla="*/ 619125 h 1890712"/>
              <a:gd name="connsiteX68" fmla="*/ 826294 w 2543175"/>
              <a:gd name="connsiteY68" fmla="*/ 626269 h 1890712"/>
              <a:gd name="connsiteX69" fmla="*/ 840582 w 2543175"/>
              <a:gd name="connsiteY69" fmla="*/ 638175 h 1890712"/>
              <a:gd name="connsiteX70" fmla="*/ 847725 w 2543175"/>
              <a:gd name="connsiteY70" fmla="*/ 645319 h 1890712"/>
              <a:gd name="connsiteX71" fmla="*/ 857250 w 2543175"/>
              <a:gd name="connsiteY71" fmla="*/ 652462 h 1890712"/>
              <a:gd name="connsiteX72" fmla="*/ 864394 w 2543175"/>
              <a:gd name="connsiteY72" fmla="*/ 657225 h 1890712"/>
              <a:gd name="connsiteX73" fmla="*/ 888207 w 2543175"/>
              <a:gd name="connsiteY73" fmla="*/ 676275 h 1890712"/>
              <a:gd name="connsiteX74" fmla="*/ 895350 w 2543175"/>
              <a:gd name="connsiteY74" fmla="*/ 681037 h 1890712"/>
              <a:gd name="connsiteX75" fmla="*/ 907257 w 2543175"/>
              <a:gd name="connsiteY75" fmla="*/ 683419 h 1890712"/>
              <a:gd name="connsiteX76" fmla="*/ 928688 w 2543175"/>
              <a:gd name="connsiteY76" fmla="*/ 695325 h 1890712"/>
              <a:gd name="connsiteX77" fmla="*/ 942975 w 2543175"/>
              <a:gd name="connsiteY77" fmla="*/ 700087 h 1890712"/>
              <a:gd name="connsiteX78" fmla="*/ 964407 w 2543175"/>
              <a:gd name="connsiteY78" fmla="*/ 716756 h 1890712"/>
              <a:gd name="connsiteX79" fmla="*/ 971550 w 2543175"/>
              <a:gd name="connsiteY79" fmla="*/ 723900 h 1890712"/>
              <a:gd name="connsiteX80" fmla="*/ 983457 w 2543175"/>
              <a:gd name="connsiteY80" fmla="*/ 733425 h 1890712"/>
              <a:gd name="connsiteX81" fmla="*/ 990600 w 2543175"/>
              <a:gd name="connsiteY81" fmla="*/ 738187 h 1890712"/>
              <a:gd name="connsiteX82" fmla="*/ 1007269 w 2543175"/>
              <a:gd name="connsiteY82" fmla="*/ 752475 h 1890712"/>
              <a:gd name="connsiteX83" fmla="*/ 1031082 w 2543175"/>
              <a:gd name="connsiteY83" fmla="*/ 766762 h 1890712"/>
              <a:gd name="connsiteX84" fmla="*/ 1042988 w 2543175"/>
              <a:gd name="connsiteY84" fmla="*/ 773906 h 1890712"/>
              <a:gd name="connsiteX85" fmla="*/ 1071563 w 2543175"/>
              <a:gd name="connsiteY85" fmla="*/ 785812 h 1890712"/>
              <a:gd name="connsiteX86" fmla="*/ 1097757 w 2543175"/>
              <a:gd name="connsiteY86" fmla="*/ 807244 h 1890712"/>
              <a:gd name="connsiteX87" fmla="*/ 1104900 w 2543175"/>
              <a:gd name="connsiteY87" fmla="*/ 814387 h 1890712"/>
              <a:gd name="connsiteX88" fmla="*/ 1121569 w 2543175"/>
              <a:gd name="connsiteY88" fmla="*/ 823912 h 1890712"/>
              <a:gd name="connsiteX89" fmla="*/ 1138238 w 2543175"/>
              <a:gd name="connsiteY89" fmla="*/ 835819 h 1890712"/>
              <a:gd name="connsiteX90" fmla="*/ 1147763 w 2543175"/>
              <a:gd name="connsiteY90" fmla="*/ 842962 h 1890712"/>
              <a:gd name="connsiteX91" fmla="*/ 1157288 w 2543175"/>
              <a:gd name="connsiteY91" fmla="*/ 847725 h 1890712"/>
              <a:gd name="connsiteX92" fmla="*/ 1178719 w 2543175"/>
              <a:gd name="connsiteY92" fmla="*/ 859631 h 1890712"/>
              <a:gd name="connsiteX93" fmla="*/ 1188244 w 2543175"/>
              <a:gd name="connsiteY93" fmla="*/ 866775 h 1890712"/>
              <a:gd name="connsiteX94" fmla="*/ 1195388 w 2543175"/>
              <a:gd name="connsiteY94" fmla="*/ 871537 h 1890712"/>
              <a:gd name="connsiteX95" fmla="*/ 1212057 w 2543175"/>
              <a:gd name="connsiteY95" fmla="*/ 883444 h 1890712"/>
              <a:gd name="connsiteX96" fmla="*/ 1226344 w 2543175"/>
              <a:gd name="connsiteY96" fmla="*/ 895350 h 1890712"/>
              <a:gd name="connsiteX97" fmla="*/ 1245394 w 2543175"/>
              <a:gd name="connsiteY97" fmla="*/ 907256 h 1890712"/>
              <a:gd name="connsiteX98" fmla="*/ 1254919 w 2543175"/>
              <a:gd name="connsiteY98" fmla="*/ 914400 h 1890712"/>
              <a:gd name="connsiteX99" fmla="*/ 1269207 w 2543175"/>
              <a:gd name="connsiteY99" fmla="*/ 921544 h 1890712"/>
              <a:gd name="connsiteX100" fmla="*/ 1290638 w 2543175"/>
              <a:gd name="connsiteY100" fmla="*/ 935831 h 1890712"/>
              <a:gd name="connsiteX101" fmla="*/ 1307307 w 2543175"/>
              <a:gd name="connsiteY101" fmla="*/ 952500 h 1890712"/>
              <a:gd name="connsiteX102" fmla="*/ 1333500 w 2543175"/>
              <a:gd name="connsiteY102" fmla="*/ 971550 h 1890712"/>
              <a:gd name="connsiteX103" fmla="*/ 1359694 w 2543175"/>
              <a:gd name="connsiteY103" fmla="*/ 990600 h 1890712"/>
              <a:gd name="connsiteX104" fmla="*/ 1373982 w 2543175"/>
              <a:gd name="connsiteY104" fmla="*/ 997744 h 1890712"/>
              <a:gd name="connsiteX105" fmla="*/ 1388269 w 2543175"/>
              <a:gd name="connsiteY105" fmla="*/ 1007269 h 1890712"/>
              <a:gd name="connsiteX106" fmla="*/ 1414463 w 2543175"/>
              <a:gd name="connsiteY106" fmla="*/ 1019175 h 1890712"/>
              <a:gd name="connsiteX107" fmla="*/ 1428750 w 2543175"/>
              <a:gd name="connsiteY107" fmla="*/ 1026319 h 1890712"/>
              <a:gd name="connsiteX108" fmla="*/ 1471613 w 2543175"/>
              <a:gd name="connsiteY108" fmla="*/ 1059656 h 1890712"/>
              <a:gd name="connsiteX109" fmla="*/ 1495425 w 2543175"/>
              <a:gd name="connsiteY109" fmla="*/ 1088231 h 1890712"/>
              <a:gd name="connsiteX110" fmla="*/ 1547812 w 2543175"/>
              <a:gd name="connsiteY110" fmla="*/ 1133475 h 1890712"/>
              <a:gd name="connsiteX111" fmla="*/ 1597819 w 2543175"/>
              <a:gd name="connsiteY111" fmla="*/ 1154906 h 1890712"/>
              <a:gd name="connsiteX112" fmla="*/ 1604963 w 2543175"/>
              <a:gd name="connsiteY112" fmla="*/ 1162050 h 1890712"/>
              <a:gd name="connsiteX113" fmla="*/ 1612107 w 2543175"/>
              <a:gd name="connsiteY113" fmla="*/ 1166812 h 1890712"/>
              <a:gd name="connsiteX114" fmla="*/ 1628775 w 2543175"/>
              <a:gd name="connsiteY114" fmla="*/ 1183481 h 1890712"/>
              <a:gd name="connsiteX115" fmla="*/ 1662113 w 2543175"/>
              <a:gd name="connsiteY115" fmla="*/ 1209675 h 1890712"/>
              <a:gd name="connsiteX116" fmla="*/ 1678782 w 2543175"/>
              <a:gd name="connsiteY116" fmla="*/ 1226344 h 1890712"/>
              <a:gd name="connsiteX117" fmla="*/ 1700213 w 2543175"/>
              <a:gd name="connsiteY117" fmla="*/ 1247775 h 1890712"/>
              <a:gd name="connsiteX118" fmla="*/ 1712119 w 2543175"/>
              <a:gd name="connsiteY118" fmla="*/ 1259681 h 1890712"/>
              <a:gd name="connsiteX119" fmla="*/ 1733550 w 2543175"/>
              <a:gd name="connsiteY119" fmla="*/ 1273969 h 1890712"/>
              <a:gd name="connsiteX120" fmla="*/ 1743075 w 2543175"/>
              <a:gd name="connsiteY120" fmla="*/ 1283494 h 1890712"/>
              <a:gd name="connsiteX121" fmla="*/ 1754982 w 2543175"/>
              <a:gd name="connsiteY121" fmla="*/ 1290637 h 1890712"/>
              <a:gd name="connsiteX122" fmla="*/ 1766888 w 2543175"/>
              <a:gd name="connsiteY122" fmla="*/ 1300162 h 1890712"/>
              <a:gd name="connsiteX123" fmla="*/ 1783557 w 2543175"/>
              <a:gd name="connsiteY123" fmla="*/ 1307306 h 1890712"/>
              <a:gd name="connsiteX124" fmla="*/ 1790700 w 2543175"/>
              <a:gd name="connsiteY124" fmla="*/ 1312069 h 1890712"/>
              <a:gd name="connsiteX125" fmla="*/ 1800225 w 2543175"/>
              <a:gd name="connsiteY125" fmla="*/ 1319212 h 1890712"/>
              <a:gd name="connsiteX126" fmla="*/ 1807369 w 2543175"/>
              <a:gd name="connsiteY126" fmla="*/ 1321594 h 1890712"/>
              <a:gd name="connsiteX127" fmla="*/ 1824038 w 2543175"/>
              <a:gd name="connsiteY127" fmla="*/ 1333500 h 1890712"/>
              <a:gd name="connsiteX128" fmla="*/ 1843088 w 2543175"/>
              <a:gd name="connsiteY128" fmla="*/ 1352550 h 1890712"/>
              <a:gd name="connsiteX129" fmla="*/ 1852613 w 2543175"/>
              <a:gd name="connsiteY129" fmla="*/ 1359694 h 1890712"/>
              <a:gd name="connsiteX130" fmla="*/ 1859757 w 2543175"/>
              <a:gd name="connsiteY130" fmla="*/ 1366837 h 1890712"/>
              <a:gd name="connsiteX131" fmla="*/ 1869282 w 2543175"/>
              <a:gd name="connsiteY131" fmla="*/ 1371600 h 1890712"/>
              <a:gd name="connsiteX132" fmla="*/ 1883569 w 2543175"/>
              <a:gd name="connsiteY132" fmla="*/ 1388269 h 1890712"/>
              <a:gd name="connsiteX133" fmla="*/ 1893094 w 2543175"/>
              <a:gd name="connsiteY133" fmla="*/ 1395412 h 1890712"/>
              <a:gd name="connsiteX134" fmla="*/ 1902619 w 2543175"/>
              <a:gd name="connsiteY134" fmla="*/ 1404937 h 1890712"/>
              <a:gd name="connsiteX135" fmla="*/ 1912144 w 2543175"/>
              <a:gd name="connsiteY135" fmla="*/ 1409700 h 1890712"/>
              <a:gd name="connsiteX136" fmla="*/ 1931194 w 2543175"/>
              <a:gd name="connsiteY136" fmla="*/ 1421606 h 1890712"/>
              <a:gd name="connsiteX137" fmla="*/ 1935957 w 2543175"/>
              <a:gd name="connsiteY137" fmla="*/ 1428750 h 1890712"/>
              <a:gd name="connsiteX138" fmla="*/ 1952625 w 2543175"/>
              <a:gd name="connsiteY138" fmla="*/ 1438275 h 1890712"/>
              <a:gd name="connsiteX139" fmla="*/ 1971675 w 2543175"/>
              <a:gd name="connsiteY139" fmla="*/ 1450181 h 1890712"/>
              <a:gd name="connsiteX140" fmla="*/ 1981200 w 2543175"/>
              <a:gd name="connsiteY140" fmla="*/ 1454944 h 1890712"/>
              <a:gd name="connsiteX141" fmla="*/ 1997869 w 2543175"/>
              <a:gd name="connsiteY141" fmla="*/ 1471612 h 1890712"/>
              <a:gd name="connsiteX142" fmla="*/ 2007394 w 2543175"/>
              <a:gd name="connsiteY142" fmla="*/ 1478756 h 1890712"/>
              <a:gd name="connsiteX143" fmla="*/ 2016919 w 2543175"/>
              <a:gd name="connsiteY143" fmla="*/ 1483519 h 1890712"/>
              <a:gd name="connsiteX144" fmla="*/ 2024063 w 2543175"/>
              <a:gd name="connsiteY144" fmla="*/ 1490662 h 1890712"/>
              <a:gd name="connsiteX145" fmla="*/ 2033588 w 2543175"/>
              <a:gd name="connsiteY145" fmla="*/ 1495425 h 1890712"/>
              <a:gd name="connsiteX146" fmla="*/ 2040732 w 2543175"/>
              <a:gd name="connsiteY146" fmla="*/ 1502569 h 1890712"/>
              <a:gd name="connsiteX147" fmla="*/ 2047875 w 2543175"/>
              <a:gd name="connsiteY147" fmla="*/ 1507331 h 1890712"/>
              <a:gd name="connsiteX148" fmla="*/ 2057400 w 2543175"/>
              <a:gd name="connsiteY148" fmla="*/ 1514475 h 1890712"/>
              <a:gd name="connsiteX149" fmla="*/ 2064544 w 2543175"/>
              <a:gd name="connsiteY149" fmla="*/ 1519237 h 1890712"/>
              <a:gd name="connsiteX150" fmla="*/ 2071688 w 2543175"/>
              <a:gd name="connsiteY150" fmla="*/ 1526381 h 1890712"/>
              <a:gd name="connsiteX151" fmla="*/ 2081213 w 2543175"/>
              <a:gd name="connsiteY151" fmla="*/ 1531144 h 1890712"/>
              <a:gd name="connsiteX152" fmla="*/ 2090738 w 2543175"/>
              <a:gd name="connsiteY152" fmla="*/ 1538287 h 1890712"/>
              <a:gd name="connsiteX153" fmla="*/ 2109788 w 2543175"/>
              <a:gd name="connsiteY153" fmla="*/ 1547812 h 1890712"/>
              <a:gd name="connsiteX154" fmla="*/ 2131219 w 2543175"/>
              <a:gd name="connsiteY154" fmla="*/ 1562100 h 1890712"/>
              <a:gd name="connsiteX155" fmla="*/ 2140744 w 2543175"/>
              <a:gd name="connsiteY155" fmla="*/ 1566862 h 1890712"/>
              <a:gd name="connsiteX156" fmla="*/ 2152650 w 2543175"/>
              <a:gd name="connsiteY156" fmla="*/ 1576387 h 1890712"/>
              <a:gd name="connsiteX157" fmla="*/ 2181225 w 2543175"/>
              <a:gd name="connsiteY157" fmla="*/ 1590675 h 1890712"/>
              <a:gd name="connsiteX158" fmla="*/ 2200275 w 2543175"/>
              <a:gd name="connsiteY158" fmla="*/ 1607344 h 1890712"/>
              <a:gd name="connsiteX159" fmla="*/ 2207419 w 2543175"/>
              <a:gd name="connsiteY159" fmla="*/ 1612106 h 1890712"/>
              <a:gd name="connsiteX160" fmla="*/ 2216944 w 2543175"/>
              <a:gd name="connsiteY160" fmla="*/ 1619250 h 1890712"/>
              <a:gd name="connsiteX161" fmla="*/ 2224088 w 2543175"/>
              <a:gd name="connsiteY161" fmla="*/ 1624012 h 1890712"/>
              <a:gd name="connsiteX162" fmla="*/ 2247900 w 2543175"/>
              <a:gd name="connsiteY162" fmla="*/ 1643062 h 1890712"/>
              <a:gd name="connsiteX163" fmla="*/ 2255044 w 2543175"/>
              <a:gd name="connsiteY163" fmla="*/ 1650206 h 1890712"/>
              <a:gd name="connsiteX164" fmla="*/ 2281238 w 2543175"/>
              <a:gd name="connsiteY164" fmla="*/ 1664494 h 1890712"/>
              <a:gd name="connsiteX165" fmla="*/ 2297907 w 2543175"/>
              <a:gd name="connsiteY165" fmla="*/ 1674019 h 1890712"/>
              <a:gd name="connsiteX166" fmla="*/ 2312194 w 2543175"/>
              <a:gd name="connsiteY166" fmla="*/ 1685925 h 1890712"/>
              <a:gd name="connsiteX167" fmla="*/ 2328863 w 2543175"/>
              <a:gd name="connsiteY167" fmla="*/ 1697831 h 1890712"/>
              <a:gd name="connsiteX168" fmla="*/ 2350294 w 2543175"/>
              <a:gd name="connsiteY168" fmla="*/ 1712119 h 1890712"/>
              <a:gd name="connsiteX169" fmla="*/ 2369344 w 2543175"/>
              <a:gd name="connsiteY169" fmla="*/ 1724025 h 1890712"/>
              <a:gd name="connsiteX170" fmla="*/ 2428876 w 2543175"/>
              <a:gd name="connsiteY170" fmla="*/ 1785938 h 1890712"/>
              <a:gd name="connsiteX171" fmla="*/ 2466975 w 2543175"/>
              <a:gd name="connsiteY171" fmla="*/ 1783556 h 1890712"/>
              <a:gd name="connsiteX172" fmla="*/ 2481263 w 2543175"/>
              <a:gd name="connsiteY172" fmla="*/ 1795462 h 1890712"/>
              <a:gd name="connsiteX173" fmla="*/ 2486025 w 2543175"/>
              <a:gd name="connsiteY173" fmla="*/ 1802606 h 1890712"/>
              <a:gd name="connsiteX174" fmla="*/ 2514600 w 2543175"/>
              <a:gd name="connsiteY174" fmla="*/ 1850231 h 1890712"/>
              <a:gd name="connsiteX175" fmla="*/ 2519363 w 2543175"/>
              <a:gd name="connsiteY175" fmla="*/ 1857375 h 1890712"/>
              <a:gd name="connsiteX176" fmla="*/ 2540794 w 2543175"/>
              <a:gd name="connsiteY176" fmla="*/ 1883569 h 1890712"/>
              <a:gd name="connsiteX177" fmla="*/ 2543175 w 2543175"/>
              <a:gd name="connsiteY177"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78619 w 2543175"/>
              <a:gd name="connsiteY30" fmla="*/ 276225 h 1890712"/>
              <a:gd name="connsiteX31" fmla="*/ 385763 w 2543175"/>
              <a:gd name="connsiteY31" fmla="*/ 283369 h 1890712"/>
              <a:gd name="connsiteX32" fmla="*/ 395288 w 2543175"/>
              <a:gd name="connsiteY32" fmla="*/ 288131 h 1890712"/>
              <a:gd name="connsiteX33" fmla="*/ 404813 w 2543175"/>
              <a:gd name="connsiteY33" fmla="*/ 295275 h 1890712"/>
              <a:gd name="connsiteX34" fmla="*/ 411957 w 2543175"/>
              <a:gd name="connsiteY34" fmla="*/ 297656 h 1890712"/>
              <a:gd name="connsiteX35" fmla="*/ 421482 w 2543175"/>
              <a:gd name="connsiteY35" fmla="*/ 302419 h 1890712"/>
              <a:gd name="connsiteX36" fmla="*/ 447675 w 2543175"/>
              <a:gd name="connsiteY36" fmla="*/ 307181 h 1890712"/>
              <a:gd name="connsiteX37" fmla="*/ 461963 w 2543175"/>
              <a:gd name="connsiteY37" fmla="*/ 321469 h 1890712"/>
              <a:gd name="connsiteX38" fmla="*/ 466725 w 2543175"/>
              <a:gd name="connsiteY38" fmla="*/ 328612 h 1890712"/>
              <a:gd name="connsiteX39" fmla="*/ 476250 w 2543175"/>
              <a:gd name="connsiteY39" fmla="*/ 335756 h 1890712"/>
              <a:gd name="connsiteX40" fmla="*/ 481013 w 2543175"/>
              <a:gd name="connsiteY40" fmla="*/ 342900 h 1890712"/>
              <a:gd name="connsiteX41" fmla="*/ 490538 w 2543175"/>
              <a:gd name="connsiteY41" fmla="*/ 352425 h 1890712"/>
              <a:gd name="connsiteX42" fmla="*/ 495300 w 2543175"/>
              <a:gd name="connsiteY42" fmla="*/ 359569 h 1890712"/>
              <a:gd name="connsiteX43" fmla="*/ 509588 w 2543175"/>
              <a:gd name="connsiteY43" fmla="*/ 376237 h 1890712"/>
              <a:gd name="connsiteX44" fmla="*/ 514350 w 2543175"/>
              <a:gd name="connsiteY44" fmla="*/ 383381 h 1890712"/>
              <a:gd name="connsiteX45" fmla="*/ 531019 w 2543175"/>
              <a:gd name="connsiteY45" fmla="*/ 397669 h 1890712"/>
              <a:gd name="connsiteX46" fmla="*/ 538163 w 2543175"/>
              <a:gd name="connsiteY46" fmla="*/ 407194 h 1890712"/>
              <a:gd name="connsiteX47" fmla="*/ 554832 w 2543175"/>
              <a:gd name="connsiteY47" fmla="*/ 421481 h 1890712"/>
              <a:gd name="connsiteX48" fmla="*/ 564357 w 2543175"/>
              <a:gd name="connsiteY48" fmla="*/ 431006 h 1890712"/>
              <a:gd name="connsiteX49" fmla="*/ 573882 w 2543175"/>
              <a:gd name="connsiteY49" fmla="*/ 438150 h 1890712"/>
              <a:gd name="connsiteX50" fmla="*/ 595313 w 2543175"/>
              <a:gd name="connsiteY50" fmla="*/ 454819 h 1890712"/>
              <a:gd name="connsiteX51" fmla="*/ 602457 w 2543175"/>
              <a:gd name="connsiteY51" fmla="*/ 457200 h 1890712"/>
              <a:gd name="connsiteX52" fmla="*/ 628650 w 2543175"/>
              <a:gd name="connsiteY52" fmla="*/ 469106 h 1890712"/>
              <a:gd name="connsiteX53" fmla="*/ 645319 w 2543175"/>
              <a:gd name="connsiteY53" fmla="*/ 483394 h 1890712"/>
              <a:gd name="connsiteX54" fmla="*/ 654844 w 2543175"/>
              <a:gd name="connsiteY54" fmla="*/ 488156 h 1890712"/>
              <a:gd name="connsiteX55" fmla="*/ 661988 w 2543175"/>
              <a:gd name="connsiteY55" fmla="*/ 497681 h 1890712"/>
              <a:gd name="connsiteX56" fmla="*/ 683419 w 2543175"/>
              <a:gd name="connsiteY56" fmla="*/ 514350 h 1890712"/>
              <a:gd name="connsiteX57" fmla="*/ 700088 w 2543175"/>
              <a:gd name="connsiteY57" fmla="*/ 526256 h 1890712"/>
              <a:gd name="connsiteX58" fmla="*/ 709613 w 2543175"/>
              <a:gd name="connsiteY58" fmla="*/ 535781 h 1890712"/>
              <a:gd name="connsiteX59" fmla="*/ 719138 w 2543175"/>
              <a:gd name="connsiteY59" fmla="*/ 542925 h 1890712"/>
              <a:gd name="connsiteX60" fmla="*/ 733425 w 2543175"/>
              <a:gd name="connsiteY60" fmla="*/ 557212 h 1890712"/>
              <a:gd name="connsiteX61" fmla="*/ 750094 w 2543175"/>
              <a:gd name="connsiteY61" fmla="*/ 569119 h 1890712"/>
              <a:gd name="connsiteX62" fmla="*/ 769144 w 2543175"/>
              <a:gd name="connsiteY62" fmla="*/ 581025 h 1890712"/>
              <a:gd name="connsiteX63" fmla="*/ 785813 w 2543175"/>
              <a:gd name="connsiteY63" fmla="*/ 590550 h 1890712"/>
              <a:gd name="connsiteX64" fmla="*/ 792957 w 2543175"/>
              <a:gd name="connsiteY64" fmla="*/ 600075 h 1890712"/>
              <a:gd name="connsiteX65" fmla="*/ 809625 w 2543175"/>
              <a:gd name="connsiteY65" fmla="*/ 611981 h 1890712"/>
              <a:gd name="connsiteX66" fmla="*/ 816769 w 2543175"/>
              <a:gd name="connsiteY66" fmla="*/ 619125 h 1890712"/>
              <a:gd name="connsiteX67" fmla="*/ 826294 w 2543175"/>
              <a:gd name="connsiteY67" fmla="*/ 626269 h 1890712"/>
              <a:gd name="connsiteX68" fmla="*/ 840582 w 2543175"/>
              <a:gd name="connsiteY68" fmla="*/ 638175 h 1890712"/>
              <a:gd name="connsiteX69" fmla="*/ 847725 w 2543175"/>
              <a:gd name="connsiteY69" fmla="*/ 645319 h 1890712"/>
              <a:gd name="connsiteX70" fmla="*/ 857250 w 2543175"/>
              <a:gd name="connsiteY70" fmla="*/ 652462 h 1890712"/>
              <a:gd name="connsiteX71" fmla="*/ 864394 w 2543175"/>
              <a:gd name="connsiteY71" fmla="*/ 657225 h 1890712"/>
              <a:gd name="connsiteX72" fmla="*/ 888207 w 2543175"/>
              <a:gd name="connsiteY72" fmla="*/ 676275 h 1890712"/>
              <a:gd name="connsiteX73" fmla="*/ 895350 w 2543175"/>
              <a:gd name="connsiteY73" fmla="*/ 681037 h 1890712"/>
              <a:gd name="connsiteX74" fmla="*/ 907257 w 2543175"/>
              <a:gd name="connsiteY74" fmla="*/ 683419 h 1890712"/>
              <a:gd name="connsiteX75" fmla="*/ 928688 w 2543175"/>
              <a:gd name="connsiteY75" fmla="*/ 695325 h 1890712"/>
              <a:gd name="connsiteX76" fmla="*/ 942975 w 2543175"/>
              <a:gd name="connsiteY76" fmla="*/ 700087 h 1890712"/>
              <a:gd name="connsiteX77" fmla="*/ 964407 w 2543175"/>
              <a:gd name="connsiteY77" fmla="*/ 716756 h 1890712"/>
              <a:gd name="connsiteX78" fmla="*/ 971550 w 2543175"/>
              <a:gd name="connsiteY78" fmla="*/ 723900 h 1890712"/>
              <a:gd name="connsiteX79" fmla="*/ 983457 w 2543175"/>
              <a:gd name="connsiteY79" fmla="*/ 733425 h 1890712"/>
              <a:gd name="connsiteX80" fmla="*/ 990600 w 2543175"/>
              <a:gd name="connsiteY80" fmla="*/ 738187 h 1890712"/>
              <a:gd name="connsiteX81" fmla="*/ 1007269 w 2543175"/>
              <a:gd name="connsiteY81" fmla="*/ 752475 h 1890712"/>
              <a:gd name="connsiteX82" fmla="*/ 1031082 w 2543175"/>
              <a:gd name="connsiteY82" fmla="*/ 766762 h 1890712"/>
              <a:gd name="connsiteX83" fmla="*/ 1042988 w 2543175"/>
              <a:gd name="connsiteY83" fmla="*/ 773906 h 1890712"/>
              <a:gd name="connsiteX84" fmla="*/ 1071563 w 2543175"/>
              <a:gd name="connsiteY84" fmla="*/ 785812 h 1890712"/>
              <a:gd name="connsiteX85" fmla="*/ 1097757 w 2543175"/>
              <a:gd name="connsiteY85" fmla="*/ 807244 h 1890712"/>
              <a:gd name="connsiteX86" fmla="*/ 1104900 w 2543175"/>
              <a:gd name="connsiteY86" fmla="*/ 814387 h 1890712"/>
              <a:gd name="connsiteX87" fmla="*/ 1121569 w 2543175"/>
              <a:gd name="connsiteY87" fmla="*/ 823912 h 1890712"/>
              <a:gd name="connsiteX88" fmla="*/ 1138238 w 2543175"/>
              <a:gd name="connsiteY88" fmla="*/ 835819 h 1890712"/>
              <a:gd name="connsiteX89" fmla="*/ 1147763 w 2543175"/>
              <a:gd name="connsiteY89" fmla="*/ 842962 h 1890712"/>
              <a:gd name="connsiteX90" fmla="*/ 1157288 w 2543175"/>
              <a:gd name="connsiteY90" fmla="*/ 847725 h 1890712"/>
              <a:gd name="connsiteX91" fmla="*/ 1178719 w 2543175"/>
              <a:gd name="connsiteY91" fmla="*/ 859631 h 1890712"/>
              <a:gd name="connsiteX92" fmla="*/ 1188244 w 2543175"/>
              <a:gd name="connsiteY92" fmla="*/ 866775 h 1890712"/>
              <a:gd name="connsiteX93" fmla="*/ 1195388 w 2543175"/>
              <a:gd name="connsiteY93" fmla="*/ 871537 h 1890712"/>
              <a:gd name="connsiteX94" fmla="*/ 1212057 w 2543175"/>
              <a:gd name="connsiteY94" fmla="*/ 883444 h 1890712"/>
              <a:gd name="connsiteX95" fmla="*/ 1226344 w 2543175"/>
              <a:gd name="connsiteY95" fmla="*/ 895350 h 1890712"/>
              <a:gd name="connsiteX96" fmla="*/ 1245394 w 2543175"/>
              <a:gd name="connsiteY96" fmla="*/ 907256 h 1890712"/>
              <a:gd name="connsiteX97" fmla="*/ 1254919 w 2543175"/>
              <a:gd name="connsiteY97" fmla="*/ 914400 h 1890712"/>
              <a:gd name="connsiteX98" fmla="*/ 1269207 w 2543175"/>
              <a:gd name="connsiteY98" fmla="*/ 921544 h 1890712"/>
              <a:gd name="connsiteX99" fmla="*/ 1290638 w 2543175"/>
              <a:gd name="connsiteY99" fmla="*/ 935831 h 1890712"/>
              <a:gd name="connsiteX100" fmla="*/ 1307307 w 2543175"/>
              <a:gd name="connsiteY100" fmla="*/ 952500 h 1890712"/>
              <a:gd name="connsiteX101" fmla="*/ 1333500 w 2543175"/>
              <a:gd name="connsiteY101" fmla="*/ 971550 h 1890712"/>
              <a:gd name="connsiteX102" fmla="*/ 1359694 w 2543175"/>
              <a:gd name="connsiteY102" fmla="*/ 990600 h 1890712"/>
              <a:gd name="connsiteX103" fmla="*/ 1373982 w 2543175"/>
              <a:gd name="connsiteY103" fmla="*/ 997744 h 1890712"/>
              <a:gd name="connsiteX104" fmla="*/ 1388269 w 2543175"/>
              <a:gd name="connsiteY104" fmla="*/ 1007269 h 1890712"/>
              <a:gd name="connsiteX105" fmla="*/ 1414463 w 2543175"/>
              <a:gd name="connsiteY105" fmla="*/ 1019175 h 1890712"/>
              <a:gd name="connsiteX106" fmla="*/ 1428750 w 2543175"/>
              <a:gd name="connsiteY106" fmla="*/ 1026319 h 1890712"/>
              <a:gd name="connsiteX107" fmla="*/ 1471613 w 2543175"/>
              <a:gd name="connsiteY107" fmla="*/ 1059656 h 1890712"/>
              <a:gd name="connsiteX108" fmla="*/ 1495425 w 2543175"/>
              <a:gd name="connsiteY108" fmla="*/ 1088231 h 1890712"/>
              <a:gd name="connsiteX109" fmla="*/ 1547812 w 2543175"/>
              <a:gd name="connsiteY109" fmla="*/ 1133475 h 1890712"/>
              <a:gd name="connsiteX110" fmla="*/ 1597819 w 2543175"/>
              <a:gd name="connsiteY110" fmla="*/ 1154906 h 1890712"/>
              <a:gd name="connsiteX111" fmla="*/ 1604963 w 2543175"/>
              <a:gd name="connsiteY111" fmla="*/ 1162050 h 1890712"/>
              <a:gd name="connsiteX112" fmla="*/ 1612107 w 2543175"/>
              <a:gd name="connsiteY112" fmla="*/ 1166812 h 1890712"/>
              <a:gd name="connsiteX113" fmla="*/ 1628775 w 2543175"/>
              <a:gd name="connsiteY113" fmla="*/ 1183481 h 1890712"/>
              <a:gd name="connsiteX114" fmla="*/ 1662113 w 2543175"/>
              <a:gd name="connsiteY114" fmla="*/ 1209675 h 1890712"/>
              <a:gd name="connsiteX115" fmla="*/ 1678782 w 2543175"/>
              <a:gd name="connsiteY115" fmla="*/ 1226344 h 1890712"/>
              <a:gd name="connsiteX116" fmla="*/ 1700213 w 2543175"/>
              <a:gd name="connsiteY116" fmla="*/ 1247775 h 1890712"/>
              <a:gd name="connsiteX117" fmla="*/ 1712119 w 2543175"/>
              <a:gd name="connsiteY117" fmla="*/ 1259681 h 1890712"/>
              <a:gd name="connsiteX118" fmla="*/ 1733550 w 2543175"/>
              <a:gd name="connsiteY118" fmla="*/ 1273969 h 1890712"/>
              <a:gd name="connsiteX119" fmla="*/ 1743075 w 2543175"/>
              <a:gd name="connsiteY119" fmla="*/ 1283494 h 1890712"/>
              <a:gd name="connsiteX120" fmla="*/ 1754982 w 2543175"/>
              <a:gd name="connsiteY120" fmla="*/ 1290637 h 1890712"/>
              <a:gd name="connsiteX121" fmla="*/ 1766888 w 2543175"/>
              <a:gd name="connsiteY121" fmla="*/ 1300162 h 1890712"/>
              <a:gd name="connsiteX122" fmla="*/ 1783557 w 2543175"/>
              <a:gd name="connsiteY122" fmla="*/ 1307306 h 1890712"/>
              <a:gd name="connsiteX123" fmla="*/ 1790700 w 2543175"/>
              <a:gd name="connsiteY123" fmla="*/ 1312069 h 1890712"/>
              <a:gd name="connsiteX124" fmla="*/ 1800225 w 2543175"/>
              <a:gd name="connsiteY124" fmla="*/ 1319212 h 1890712"/>
              <a:gd name="connsiteX125" fmla="*/ 1807369 w 2543175"/>
              <a:gd name="connsiteY125" fmla="*/ 1321594 h 1890712"/>
              <a:gd name="connsiteX126" fmla="*/ 1824038 w 2543175"/>
              <a:gd name="connsiteY126" fmla="*/ 1333500 h 1890712"/>
              <a:gd name="connsiteX127" fmla="*/ 1843088 w 2543175"/>
              <a:gd name="connsiteY127" fmla="*/ 1352550 h 1890712"/>
              <a:gd name="connsiteX128" fmla="*/ 1852613 w 2543175"/>
              <a:gd name="connsiteY128" fmla="*/ 1359694 h 1890712"/>
              <a:gd name="connsiteX129" fmla="*/ 1859757 w 2543175"/>
              <a:gd name="connsiteY129" fmla="*/ 1366837 h 1890712"/>
              <a:gd name="connsiteX130" fmla="*/ 1869282 w 2543175"/>
              <a:gd name="connsiteY130" fmla="*/ 1371600 h 1890712"/>
              <a:gd name="connsiteX131" fmla="*/ 1883569 w 2543175"/>
              <a:gd name="connsiteY131" fmla="*/ 1388269 h 1890712"/>
              <a:gd name="connsiteX132" fmla="*/ 1893094 w 2543175"/>
              <a:gd name="connsiteY132" fmla="*/ 1395412 h 1890712"/>
              <a:gd name="connsiteX133" fmla="*/ 1902619 w 2543175"/>
              <a:gd name="connsiteY133" fmla="*/ 1404937 h 1890712"/>
              <a:gd name="connsiteX134" fmla="*/ 1912144 w 2543175"/>
              <a:gd name="connsiteY134" fmla="*/ 1409700 h 1890712"/>
              <a:gd name="connsiteX135" fmla="*/ 1931194 w 2543175"/>
              <a:gd name="connsiteY135" fmla="*/ 1421606 h 1890712"/>
              <a:gd name="connsiteX136" fmla="*/ 1935957 w 2543175"/>
              <a:gd name="connsiteY136" fmla="*/ 1428750 h 1890712"/>
              <a:gd name="connsiteX137" fmla="*/ 1952625 w 2543175"/>
              <a:gd name="connsiteY137" fmla="*/ 1438275 h 1890712"/>
              <a:gd name="connsiteX138" fmla="*/ 1971675 w 2543175"/>
              <a:gd name="connsiteY138" fmla="*/ 1450181 h 1890712"/>
              <a:gd name="connsiteX139" fmla="*/ 1981200 w 2543175"/>
              <a:gd name="connsiteY139" fmla="*/ 1454944 h 1890712"/>
              <a:gd name="connsiteX140" fmla="*/ 1997869 w 2543175"/>
              <a:gd name="connsiteY140" fmla="*/ 1471612 h 1890712"/>
              <a:gd name="connsiteX141" fmla="*/ 2007394 w 2543175"/>
              <a:gd name="connsiteY141" fmla="*/ 1478756 h 1890712"/>
              <a:gd name="connsiteX142" fmla="*/ 2016919 w 2543175"/>
              <a:gd name="connsiteY142" fmla="*/ 1483519 h 1890712"/>
              <a:gd name="connsiteX143" fmla="*/ 2024063 w 2543175"/>
              <a:gd name="connsiteY143" fmla="*/ 1490662 h 1890712"/>
              <a:gd name="connsiteX144" fmla="*/ 2033588 w 2543175"/>
              <a:gd name="connsiteY144" fmla="*/ 1495425 h 1890712"/>
              <a:gd name="connsiteX145" fmla="*/ 2040732 w 2543175"/>
              <a:gd name="connsiteY145" fmla="*/ 1502569 h 1890712"/>
              <a:gd name="connsiteX146" fmla="*/ 2047875 w 2543175"/>
              <a:gd name="connsiteY146" fmla="*/ 1507331 h 1890712"/>
              <a:gd name="connsiteX147" fmla="*/ 2057400 w 2543175"/>
              <a:gd name="connsiteY147" fmla="*/ 1514475 h 1890712"/>
              <a:gd name="connsiteX148" fmla="*/ 2064544 w 2543175"/>
              <a:gd name="connsiteY148" fmla="*/ 1519237 h 1890712"/>
              <a:gd name="connsiteX149" fmla="*/ 2071688 w 2543175"/>
              <a:gd name="connsiteY149" fmla="*/ 1526381 h 1890712"/>
              <a:gd name="connsiteX150" fmla="*/ 2081213 w 2543175"/>
              <a:gd name="connsiteY150" fmla="*/ 1531144 h 1890712"/>
              <a:gd name="connsiteX151" fmla="*/ 2090738 w 2543175"/>
              <a:gd name="connsiteY151" fmla="*/ 1538287 h 1890712"/>
              <a:gd name="connsiteX152" fmla="*/ 2109788 w 2543175"/>
              <a:gd name="connsiteY152" fmla="*/ 1547812 h 1890712"/>
              <a:gd name="connsiteX153" fmla="*/ 2131219 w 2543175"/>
              <a:gd name="connsiteY153" fmla="*/ 1562100 h 1890712"/>
              <a:gd name="connsiteX154" fmla="*/ 2140744 w 2543175"/>
              <a:gd name="connsiteY154" fmla="*/ 1566862 h 1890712"/>
              <a:gd name="connsiteX155" fmla="*/ 2152650 w 2543175"/>
              <a:gd name="connsiteY155" fmla="*/ 1576387 h 1890712"/>
              <a:gd name="connsiteX156" fmla="*/ 2181225 w 2543175"/>
              <a:gd name="connsiteY156" fmla="*/ 1590675 h 1890712"/>
              <a:gd name="connsiteX157" fmla="*/ 2200275 w 2543175"/>
              <a:gd name="connsiteY157" fmla="*/ 1607344 h 1890712"/>
              <a:gd name="connsiteX158" fmla="*/ 2207419 w 2543175"/>
              <a:gd name="connsiteY158" fmla="*/ 1612106 h 1890712"/>
              <a:gd name="connsiteX159" fmla="*/ 2216944 w 2543175"/>
              <a:gd name="connsiteY159" fmla="*/ 1619250 h 1890712"/>
              <a:gd name="connsiteX160" fmla="*/ 2224088 w 2543175"/>
              <a:gd name="connsiteY160" fmla="*/ 1624012 h 1890712"/>
              <a:gd name="connsiteX161" fmla="*/ 2247900 w 2543175"/>
              <a:gd name="connsiteY161" fmla="*/ 1643062 h 1890712"/>
              <a:gd name="connsiteX162" fmla="*/ 2255044 w 2543175"/>
              <a:gd name="connsiteY162" fmla="*/ 1650206 h 1890712"/>
              <a:gd name="connsiteX163" fmla="*/ 2281238 w 2543175"/>
              <a:gd name="connsiteY163" fmla="*/ 1664494 h 1890712"/>
              <a:gd name="connsiteX164" fmla="*/ 2297907 w 2543175"/>
              <a:gd name="connsiteY164" fmla="*/ 1674019 h 1890712"/>
              <a:gd name="connsiteX165" fmla="*/ 2312194 w 2543175"/>
              <a:gd name="connsiteY165" fmla="*/ 1685925 h 1890712"/>
              <a:gd name="connsiteX166" fmla="*/ 2328863 w 2543175"/>
              <a:gd name="connsiteY166" fmla="*/ 1697831 h 1890712"/>
              <a:gd name="connsiteX167" fmla="*/ 2350294 w 2543175"/>
              <a:gd name="connsiteY167" fmla="*/ 1712119 h 1890712"/>
              <a:gd name="connsiteX168" fmla="*/ 2369344 w 2543175"/>
              <a:gd name="connsiteY168" fmla="*/ 1724025 h 1890712"/>
              <a:gd name="connsiteX169" fmla="*/ 2428876 w 2543175"/>
              <a:gd name="connsiteY169" fmla="*/ 1785938 h 1890712"/>
              <a:gd name="connsiteX170" fmla="*/ 2466975 w 2543175"/>
              <a:gd name="connsiteY170" fmla="*/ 1783556 h 1890712"/>
              <a:gd name="connsiteX171" fmla="*/ 2481263 w 2543175"/>
              <a:gd name="connsiteY171" fmla="*/ 1795462 h 1890712"/>
              <a:gd name="connsiteX172" fmla="*/ 2486025 w 2543175"/>
              <a:gd name="connsiteY172" fmla="*/ 1802606 h 1890712"/>
              <a:gd name="connsiteX173" fmla="*/ 2514600 w 2543175"/>
              <a:gd name="connsiteY173" fmla="*/ 1850231 h 1890712"/>
              <a:gd name="connsiteX174" fmla="*/ 2519363 w 2543175"/>
              <a:gd name="connsiteY174" fmla="*/ 1857375 h 1890712"/>
              <a:gd name="connsiteX175" fmla="*/ 2540794 w 2543175"/>
              <a:gd name="connsiteY175" fmla="*/ 1883569 h 1890712"/>
              <a:gd name="connsiteX176" fmla="*/ 2543175 w 2543175"/>
              <a:gd name="connsiteY17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78619 w 2543175"/>
              <a:gd name="connsiteY30" fmla="*/ 276225 h 1890712"/>
              <a:gd name="connsiteX31" fmla="*/ 385763 w 2543175"/>
              <a:gd name="connsiteY31" fmla="*/ 283369 h 1890712"/>
              <a:gd name="connsiteX32" fmla="*/ 395288 w 2543175"/>
              <a:gd name="connsiteY32" fmla="*/ 288131 h 1890712"/>
              <a:gd name="connsiteX33" fmla="*/ 404813 w 2543175"/>
              <a:gd name="connsiteY33" fmla="*/ 295275 h 1890712"/>
              <a:gd name="connsiteX34" fmla="*/ 411957 w 2543175"/>
              <a:gd name="connsiteY34" fmla="*/ 297656 h 1890712"/>
              <a:gd name="connsiteX35" fmla="*/ 421482 w 2543175"/>
              <a:gd name="connsiteY35" fmla="*/ 302419 h 1890712"/>
              <a:gd name="connsiteX36" fmla="*/ 447675 w 2543175"/>
              <a:gd name="connsiteY36" fmla="*/ 307181 h 1890712"/>
              <a:gd name="connsiteX37" fmla="*/ 466725 w 2543175"/>
              <a:gd name="connsiteY37" fmla="*/ 328612 h 1890712"/>
              <a:gd name="connsiteX38" fmla="*/ 476250 w 2543175"/>
              <a:gd name="connsiteY38" fmla="*/ 335756 h 1890712"/>
              <a:gd name="connsiteX39" fmla="*/ 481013 w 2543175"/>
              <a:gd name="connsiteY39" fmla="*/ 342900 h 1890712"/>
              <a:gd name="connsiteX40" fmla="*/ 490538 w 2543175"/>
              <a:gd name="connsiteY40" fmla="*/ 352425 h 1890712"/>
              <a:gd name="connsiteX41" fmla="*/ 495300 w 2543175"/>
              <a:gd name="connsiteY41" fmla="*/ 359569 h 1890712"/>
              <a:gd name="connsiteX42" fmla="*/ 509588 w 2543175"/>
              <a:gd name="connsiteY42" fmla="*/ 376237 h 1890712"/>
              <a:gd name="connsiteX43" fmla="*/ 514350 w 2543175"/>
              <a:gd name="connsiteY43" fmla="*/ 383381 h 1890712"/>
              <a:gd name="connsiteX44" fmla="*/ 531019 w 2543175"/>
              <a:gd name="connsiteY44" fmla="*/ 397669 h 1890712"/>
              <a:gd name="connsiteX45" fmla="*/ 538163 w 2543175"/>
              <a:gd name="connsiteY45" fmla="*/ 407194 h 1890712"/>
              <a:gd name="connsiteX46" fmla="*/ 554832 w 2543175"/>
              <a:gd name="connsiteY46" fmla="*/ 421481 h 1890712"/>
              <a:gd name="connsiteX47" fmla="*/ 564357 w 2543175"/>
              <a:gd name="connsiteY47" fmla="*/ 431006 h 1890712"/>
              <a:gd name="connsiteX48" fmla="*/ 573882 w 2543175"/>
              <a:gd name="connsiteY48" fmla="*/ 438150 h 1890712"/>
              <a:gd name="connsiteX49" fmla="*/ 595313 w 2543175"/>
              <a:gd name="connsiteY49" fmla="*/ 454819 h 1890712"/>
              <a:gd name="connsiteX50" fmla="*/ 602457 w 2543175"/>
              <a:gd name="connsiteY50" fmla="*/ 457200 h 1890712"/>
              <a:gd name="connsiteX51" fmla="*/ 628650 w 2543175"/>
              <a:gd name="connsiteY51" fmla="*/ 469106 h 1890712"/>
              <a:gd name="connsiteX52" fmla="*/ 645319 w 2543175"/>
              <a:gd name="connsiteY52" fmla="*/ 483394 h 1890712"/>
              <a:gd name="connsiteX53" fmla="*/ 654844 w 2543175"/>
              <a:gd name="connsiteY53" fmla="*/ 488156 h 1890712"/>
              <a:gd name="connsiteX54" fmla="*/ 661988 w 2543175"/>
              <a:gd name="connsiteY54" fmla="*/ 497681 h 1890712"/>
              <a:gd name="connsiteX55" fmla="*/ 683419 w 2543175"/>
              <a:gd name="connsiteY55" fmla="*/ 514350 h 1890712"/>
              <a:gd name="connsiteX56" fmla="*/ 700088 w 2543175"/>
              <a:gd name="connsiteY56" fmla="*/ 526256 h 1890712"/>
              <a:gd name="connsiteX57" fmla="*/ 709613 w 2543175"/>
              <a:gd name="connsiteY57" fmla="*/ 535781 h 1890712"/>
              <a:gd name="connsiteX58" fmla="*/ 719138 w 2543175"/>
              <a:gd name="connsiteY58" fmla="*/ 542925 h 1890712"/>
              <a:gd name="connsiteX59" fmla="*/ 733425 w 2543175"/>
              <a:gd name="connsiteY59" fmla="*/ 557212 h 1890712"/>
              <a:gd name="connsiteX60" fmla="*/ 750094 w 2543175"/>
              <a:gd name="connsiteY60" fmla="*/ 569119 h 1890712"/>
              <a:gd name="connsiteX61" fmla="*/ 769144 w 2543175"/>
              <a:gd name="connsiteY61" fmla="*/ 581025 h 1890712"/>
              <a:gd name="connsiteX62" fmla="*/ 785813 w 2543175"/>
              <a:gd name="connsiteY62" fmla="*/ 590550 h 1890712"/>
              <a:gd name="connsiteX63" fmla="*/ 792957 w 2543175"/>
              <a:gd name="connsiteY63" fmla="*/ 600075 h 1890712"/>
              <a:gd name="connsiteX64" fmla="*/ 809625 w 2543175"/>
              <a:gd name="connsiteY64" fmla="*/ 611981 h 1890712"/>
              <a:gd name="connsiteX65" fmla="*/ 816769 w 2543175"/>
              <a:gd name="connsiteY65" fmla="*/ 619125 h 1890712"/>
              <a:gd name="connsiteX66" fmla="*/ 826294 w 2543175"/>
              <a:gd name="connsiteY66" fmla="*/ 626269 h 1890712"/>
              <a:gd name="connsiteX67" fmla="*/ 840582 w 2543175"/>
              <a:gd name="connsiteY67" fmla="*/ 638175 h 1890712"/>
              <a:gd name="connsiteX68" fmla="*/ 847725 w 2543175"/>
              <a:gd name="connsiteY68" fmla="*/ 645319 h 1890712"/>
              <a:gd name="connsiteX69" fmla="*/ 857250 w 2543175"/>
              <a:gd name="connsiteY69" fmla="*/ 652462 h 1890712"/>
              <a:gd name="connsiteX70" fmla="*/ 864394 w 2543175"/>
              <a:gd name="connsiteY70" fmla="*/ 657225 h 1890712"/>
              <a:gd name="connsiteX71" fmla="*/ 888207 w 2543175"/>
              <a:gd name="connsiteY71" fmla="*/ 676275 h 1890712"/>
              <a:gd name="connsiteX72" fmla="*/ 895350 w 2543175"/>
              <a:gd name="connsiteY72" fmla="*/ 681037 h 1890712"/>
              <a:gd name="connsiteX73" fmla="*/ 907257 w 2543175"/>
              <a:gd name="connsiteY73" fmla="*/ 683419 h 1890712"/>
              <a:gd name="connsiteX74" fmla="*/ 928688 w 2543175"/>
              <a:gd name="connsiteY74" fmla="*/ 695325 h 1890712"/>
              <a:gd name="connsiteX75" fmla="*/ 942975 w 2543175"/>
              <a:gd name="connsiteY75" fmla="*/ 700087 h 1890712"/>
              <a:gd name="connsiteX76" fmla="*/ 964407 w 2543175"/>
              <a:gd name="connsiteY76" fmla="*/ 716756 h 1890712"/>
              <a:gd name="connsiteX77" fmla="*/ 971550 w 2543175"/>
              <a:gd name="connsiteY77" fmla="*/ 723900 h 1890712"/>
              <a:gd name="connsiteX78" fmla="*/ 983457 w 2543175"/>
              <a:gd name="connsiteY78" fmla="*/ 733425 h 1890712"/>
              <a:gd name="connsiteX79" fmla="*/ 990600 w 2543175"/>
              <a:gd name="connsiteY79" fmla="*/ 738187 h 1890712"/>
              <a:gd name="connsiteX80" fmla="*/ 1007269 w 2543175"/>
              <a:gd name="connsiteY80" fmla="*/ 752475 h 1890712"/>
              <a:gd name="connsiteX81" fmla="*/ 1031082 w 2543175"/>
              <a:gd name="connsiteY81" fmla="*/ 766762 h 1890712"/>
              <a:gd name="connsiteX82" fmla="*/ 1042988 w 2543175"/>
              <a:gd name="connsiteY82" fmla="*/ 773906 h 1890712"/>
              <a:gd name="connsiteX83" fmla="*/ 1071563 w 2543175"/>
              <a:gd name="connsiteY83" fmla="*/ 785812 h 1890712"/>
              <a:gd name="connsiteX84" fmla="*/ 1097757 w 2543175"/>
              <a:gd name="connsiteY84" fmla="*/ 807244 h 1890712"/>
              <a:gd name="connsiteX85" fmla="*/ 1104900 w 2543175"/>
              <a:gd name="connsiteY85" fmla="*/ 814387 h 1890712"/>
              <a:gd name="connsiteX86" fmla="*/ 1121569 w 2543175"/>
              <a:gd name="connsiteY86" fmla="*/ 823912 h 1890712"/>
              <a:gd name="connsiteX87" fmla="*/ 1138238 w 2543175"/>
              <a:gd name="connsiteY87" fmla="*/ 835819 h 1890712"/>
              <a:gd name="connsiteX88" fmla="*/ 1147763 w 2543175"/>
              <a:gd name="connsiteY88" fmla="*/ 842962 h 1890712"/>
              <a:gd name="connsiteX89" fmla="*/ 1157288 w 2543175"/>
              <a:gd name="connsiteY89" fmla="*/ 847725 h 1890712"/>
              <a:gd name="connsiteX90" fmla="*/ 1178719 w 2543175"/>
              <a:gd name="connsiteY90" fmla="*/ 859631 h 1890712"/>
              <a:gd name="connsiteX91" fmla="*/ 1188244 w 2543175"/>
              <a:gd name="connsiteY91" fmla="*/ 866775 h 1890712"/>
              <a:gd name="connsiteX92" fmla="*/ 1195388 w 2543175"/>
              <a:gd name="connsiteY92" fmla="*/ 871537 h 1890712"/>
              <a:gd name="connsiteX93" fmla="*/ 1212057 w 2543175"/>
              <a:gd name="connsiteY93" fmla="*/ 883444 h 1890712"/>
              <a:gd name="connsiteX94" fmla="*/ 1226344 w 2543175"/>
              <a:gd name="connsiteY94" fmla="*/ 895350 h 1890712"/>
              <a:gd name="connsiteX95" fmla="*/ 1245394 w 2543175"/>
              <a:gd name="connsiteY95" fmla="*/ 907256 h 1890712"/>
              <a:gd name="connsiteX96" fmla="*/ 1254919 w 2543175"/>
              <a:gd name="connsiteY96" fmla="*/ 914400 h 1890712"/>
              <a:gd name="connsiteX97" fmla="*/ 1269207 w 2543175"/>
              <a:gd name="connsiteY97" fmla="*/ 921544 h 1890712"/>
              <a:gd name="connsiteX98" fmla="*/ 1290638 w 2543175"/>
              <a:gd name="connsiteY98" fmla="*/ 935831 h 1890712"/>
              <a:gd name="connsiteX99" fmla="*/ 1307307 w 2543175"/>
              <a:gd name="connsiteY99" fmla="*/ 952500 h 1890712"/>
              <a:gd name="connsiteX100" fmla="*/ 1333500 w 2543175"/>
              <a:gd name="connsiteY100" fmla="*/ 971550 h 1890712"/>
              <a:gd name="connsiteX101" fmla="*/ 1359694 w 2543175"/>
              <a:gd name="connsiteY101" fmla="*/ 990600 h 1890712"/>
              <a:gd name="connsiteX102" fmla="*/ 1373982 w 2543175"/>
              <a:gd name="connsiteY102" fmla="*/ 997744 h 1890712"/>
              <a:gd name="connsiteX103" fmla="*/ 1388269 w 2543175"/>
              <a:gd name="connsiteY103" fmla="*/ 1007269 h 1890712"/>
              <a:gd name="connsiteX104" fmla="*/ 1414463 w 2543175"/>
              <a:gd name="connsiteY104" fmla="*/ 1019175 h 1890712"/>
              <a:gd name="connsiteX105" fmla="*/ 1428750 w 2543175"/>
              <a:gd name="connsiteY105" fmla="*/ 1026319 h 1890712"/>
              <a:gd name="connsiteX106" fmla="*/ 1471613 w 2543175"/>
              <a:gd name="connsiteY106" fmla="*/ 1059656 h 1890712"/>
              <a:gd name="connsiteX107" fmla="*/ 1495425 w 2543175"/>
              <a:gd name="connsiteY107" fmla="*/ 1088231 h 1890712"/>
              <a:gd name="connsiteX108" fmla="*/ 1547812 w 2543175"/>
              <a:gd name="connsiteY108" fmla="*/ 1133475 h 1890712"/>
              <a:gd name="connsiteX109" fmla="*/ 1597819 w 2543175"/>
              <a:gd name="connsiteY109" fmla="*/ 1154906 h 1890712"/>
              <a:gd name="connsiteX110" fmla="*/ 1604963 w 2543175"/>
              <a:gd name="connsiteY110" fmla="*/ 1162050 h 1890712"/>
              <a:gd name="connsiteX111" fmla="*/ 1612107 w 2543175"/>
              <a:gd name="connsiteY111" fmla="*/ 1166812 h 1890712"/>
              <a:gd name="connsiteX112" fmla="*/ 1628775 w 2543175"/>
              <a:gd name="connsiteY112" fmla="*/ 1183481 h 1890712"/>
              <a:gd name="connsiteX113" fmla="*/ 1662113 w 2543175"/>
              <a:gd name="connsiteY113" fmla="*/ 1209675 h 1890712"/>
              <a:gd name="connsiteX114" fmla="*/ 1678782 w 2543175"/>
              <a:gd name="connsiteY114" fmla="*/ 1226344 h 1890712"/>
              <a:gd name="connsiteX115" fmla="*/ 1700213 w 2543175"/>
              <a:gd name="connsiteY115" fmla="*/ 1247775 h 1890712"/>
              <a:gd name="connsiteX116" fmla="*/ 1712119 w 2543175"/>
              <a:gd name="connsiteY116" fmla="*/ 1259681 h 1890712"/>
              <a:gd name="connsiteX117" fmla="*/ 1733550 w 2543175"/>
              <a:gd name="connsiteY117" fmla="*/ 1273969 h 1890712"/>
              <a:gd name="connsiteX118" fmla="*/ 1743075 w 2543175"/>
              <a:gd name="connsiteY118" fmla="*/ 1283494 h 1890712"/>
              <a:gd name="connsiteX119" fmla="*/ 1754982 w 2543175"/>
              <a:gd name="connsiteY119" fmla="*/ 1290637 h 1890712"/>
              <a:gd name="connsiteX120" fmla="*/ 1766888 w 2543175"/>
              <a:gd name="connsiteY120" fmla="*/ 1300162 h 1890712"/>
              <a:gd name="connsiteX121" fmla="*/ 1783557 w 2543175"/>
              <a:gd name="connsiteY121" fmla="*/ 1307306 h 1890712"/>
              <a:gd name="connsiteX122" fmla="*/ 1790700 w 2543175"/>
              <a:gd name="connsiteY122" fmla="*/ 1312069 h 1890712"/>
              <a:gd name="connsiteX123" fmla="*/ 1800225 w 2543175"/>
              <a:gd name="connsiteY123" fmla="*/ 1319212 h 1890712"/>
              <a:gd name="connsiteX124" fmla="*/ 1807369 w 2543175"/>
              <a:gd name="connsiteY124" fmla="*/ 1321594 h 1890712"/>
              <a:gd name="connsiteX125" fmla="*/ 1824038 w 2543175"/>
              <a:gd name="connsiteY125" fmla="*/ 1333500 h 1890712"/>
              <a:gd name="connsiteX126" fmla="*/ 1843088 w 2543175"/>
              <a:gd name="connsiteY126" fmla="*/ 1352550 h 1890712"/>
              <a:gd name="connsiteX127" fmla="*/ 1852613 w 2543175"/>
              <a:gd name="connsiteY127" fmla="*/ 1359694 h 1890712"/>
              <a:gd name="connsiteX128" fmla="*/ 1859757 w 2543175"/>
              <a:gd name="connsiteY128" fmla="*/ 1366837 h 1890712"/>
              <a:gd name="connsiteX129" fmla="*/ 1869282 w 2543175"/>
              <a:gd name="connsiteY129" fmla="*/ 1371600 h 1890712"/>
              <a:gd name="connsiteX130" fmla="*/ 1883569 w 2543175"/>
              <a:gd name="connsiteY130" fmla="*/ 1388269 h 1890712"/>
              <a:gd name="connsiteX131" fmla="*/ 1893094 w 2543175"/>
              <a:gd name="connsiteY131" fmla="*/ 1395412 h 1890712"/>
              <a:gd name="connsiteX132" fmla="*/ 1902619 w 2543175"/>
              <a:gd name="connsiteY132" fmla="*/ 1404937 h 1890712"/>
              <a:gd name="connsiteX133" fmla="*/ 1912144 w 2543175"/>
              <a:gd name="connsiteY133" fmla="*/ 1409700 h 1890712"/>
              <a:gd name="connsiteX134" fmla="*/ 1931194 w 2543175"/>
              <a:gd name="connsiteY134" fmla="*/ 1421606 h 1890712"/>
              <a:gd name="connsiteX135" fmla="*/ 1935957 w 2543175"/>
              <a:gd name="connsiteY135" fmla="*/ 1428750 h 1890712"/>
              <a:gd name="connsiteX136" fmla="*/ 1952625 w 2543175"/>
              <a:gd name="connsiteY136" fmla="*/ 1438275 h 1890712"/>
              <a:gd name="connsiteX137" fmla="*/ 1971675 w 2543175"/>
              <a:gd name="connsiteY137" fmla="*/ 1450181 h 1890712"/>
              <a:gd name="connsiteX138" fmla="*/ 1981200 w 2543175"/>
              <a:gd name="connsiteY138" fmla="*/ 1454944 h 1890712"/>
              <a:gd name="connsiteX139" fmla="*/ 1997869 w 2543175"/>
              <a:gd name="connsiteY139" fmla="*/ 1471612 h 1890712"/>
              <a:gd name="connsiteX140" fmla="*/ 2007394 w 2543175"/>
              <a:gd name="connsiteY140" fmla="*/ 1478756 h 1890712"/>
              <a:gd name="connsiteX141" fmla="*/ 2016919 w 2543175"/>
              <a:gd name="connsiteY141" fmla="*/ 1483519 h 1890712"/>
              <a:gd name="connsiteX142" fmla="*/ 2024063 w 2543175"/>
              <a:gd name="connsiteY142" fmla="*/ 1490662 h 1890712"/>
              <a:gd name="connsiteX143" fmla="*/ 2033588 w 2543175"/>
              <a:gd name="connsiteY143" fmla="*/ 1495425 h 1890712"/>
              <a:gd name="connsiteX144" fmla="*/ 2040732 w 2543175"/>
              <a:gd name="connsiteY144" fmla="*/ 1502569 h 1890712"/>
              <a:gd name="connsiteX145" fmla="*/ 2047875 w 2543175"/>
              <a:gd name="connsiteY145" fmla="*/ 1507331 h 1890712"/>
              <a:gd name="connsiteX146" fmla="*/ 2057400 w 2543175"/>
              <a:gd name="connsiteY146" fmla="*/ 1514475 h 1890712"/>
              <a:gd name="connsiteX147" fmla="*/ 2064544 w 2543175"/>
              <a:gd name="connsiteY147" fmla="*/ 1519237 h 1890712"/>
              <a:gd name="connsiteX148" fmla="*/ 2071688 w 2543175"/>
              <a:gd name="connsiteY148" fmla="*/ 1526381 h 1890712"/>
              <a:gd name="connsiteX149" fmla="*/ 2081213 w 2543175"/>
              <a:gd name="connsiteY149" fmla="*/ 1531144 h 1890712"/>
              <a:gd name="connsiteX150" fmla="*/ 2090738 w 2543175"/>
              <a:gd name="connsiteY150" fmla="*/ 1538287 h 1890712"/>
              <a:gd name="connsiteX151" fmla="*/ 2109788 w 2543175"/>
              <a:gd name="connsiteY151" fmla="*/ 1547812 h 1890712"/>
              <a:gd name="connsiteX152" fmla="*/ 2131219 w 2543175"/>
              <a:gd name="connsiteY152" fmla="*/ 1562100 h 1890712"/>
              <a:gd name="connsiteX153" fmla="*/ 2140744 w 2543175"/>
              <a:gd name="connsiteY153" fmla="*/ 1566862 h 1890712"/>
              <a:gd name="connsiteX154" fmla="*/ 2152650 w 2543175"/>
              <a:gd name="connsiteY154" fmla="*/ 1576387 h 1890712"/>
              <a:gd name="connsiteX155" fmla="*/ 2181225 w 2543175"/>
              <a:gd name="connsiteY155" fmla="*/ 1590675 h 1890712"/>
              <a:gd name="connsiteX156" fmla="*/ 2200275 w 2543175"/>
              <a:gd name="connsiteY156" fmla="*/ 1607344 h 1890712"/>
              <a:gd name="connsiteX157" fmla="*/ 2207419 w 2543175"/>
              <a:gd name="connsiteY157" fmla="*/ 1612106 h 1890712"/>
              <a:gd name="connsiteX158" fmla="*/ 2216944 w 2543175"/>
              <a:gd name="connsiteY158" fmla="*/ 1619250 h 1890712"/>
              <a:gd name="connsiteX159" fmla="*/ 2224088 w 2543175"/>
              <a:gd name="connsiteY159" fmla="*/ 1624012 h 1890712"/>
              <a:gd name="connsiteX160" fmla="*/ 2247900 w 2543175"/>
              <a:gd name="connsiteY160" fmla="*/ 1643062 h 1890712"/>
              <a:gd name="connsiteX161" fmla="*/ 2255044 w 2543175"/>
              <a:gd name="connsiteY161" fmla="*/ 1650206 h 1890712"/>
              <a:gd name="connsiteX162" fmla="*/ 2281238 w 2543175"/>
              <a:gd name="connsiteY162" fmla="*/ 1664494 h 1890712"/>
              <a:gd name="connsiteX163" fmla="*/ 2297907 w 2543175"/>
              <a:gd name="connsiteY163" fmla="*/ 1674019 h 1890712"/>
              <a:gd name="connsiteX164" fmla="*/ 2312194 w 2543175"/>
              <a:gd name="connsiteY164" fmla="*/ 1685925 h 1890712"/>
              <a:gd name="connsiteX165" fmla="*/ 2328863 w 2543175"/>
              <a:gd name="connsiteY165" fmla="*/ 1697831 h 1890712"/>
              <a:gd name="connsiteX166" fmla="*/ 2350294 w 2543175"/>
              <a:gd name="connsiteY166" fmla="*/ 1712119 h 1890712"/>
              <a:gd name="connsiteX167" fmla="*/ 2369344 w 2543175"/>
              <a:gd name="connsiteY167" fmla="*/ 1724025 h 1890712"/>
              <a:gd name="connsiteX168" fmla="*/ 2428876 w 2543175"/>
              <a:gd name="connsiteY168" fmla="*/ 1785938 h 1890712"/>
              <a:gd name="connsiteX169" fmla="*/ 2466975 w 2543175"/>
              <a:gd name="connsiteY169" fmla="*/ 1783556 h 1890712"/>
              <a:gd name="connsiteX170" fmla="*/ 2481263 w 2543175"/>
              <a:gd name="connsiteY170" fmla="*/ 1795462 h 1890712"/>
              <a:gd name="connsiteX171" fmla="*/ 2486025 w 2543175"/>
              <a:gd name="connsiteY171" fmla="*/ 1802606 h 1890712"/>
              <a:gd name="connsiteX172" fmla="*/ 2514600 w 2543175"/>
              <a:gd name="connsiteY172" fmla="*/ 1850231 h 1890712"/>
              <a:gd name="connsiteX173" fmla="*/ 2519363 w 2543175"/>
              <a:gd name="connsiteY173" fmla="*/ 1857375 h 1890712"/>
              <a:gd name="connsiteX174" fmla="*/ 2540794 w 2543175"/>
              <a:gd name="connsiteY174" fmla="*/ 1883569 h 1890712"/>
              <a:gd name="connsiteX175" fmla="*/ 2543175 w 2543175"/>
              <a:gd name="connsiteY175"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78619 w 2543175"/>
              <a:gd name="connsiteY30" fmla="*/ 276225 h 1890712"/>
              <a:gd name="connsiteX31" fmla="*/ 385763 w 2543175"/>
              <a:gd name="connsiteY31" fmla="*/ 283369 h 1890712"/>
              <a:gd name="connsiteX32" fmla="*/ 395288 w 2543175"/>
              <a:gd name="connsiteY32" fmla="*/ 288131 h 1890712"/>
              <a:gd name="connsiteX33" fmla="*/ 404813 w 2543175"/>
              <a:gd name="connsiteY33" fmla="*/ 295275 h 1890712"/>
              <a:gd name="connsiteX34" fmla="*/ 411957 w 2543175"/>
              <a:gd name="connsiteY34" fmla="*/ 297656 h 1890712"/>
              <a:gd name="connsiteX35" fmla="*/ 421482 w 2543175"/>
              <a:gd name="connsiteY35" fmla="*/ 302419 h 1890712"/>
              <a:gd name="connsiteX36" fmla="*/ 466725 w 2543175"/>
              <a:gd name="connsiteY36" fmla="*/ 328612 h 1890712"/>
              <a:gd name="connsiteX37" fmla="*/ 476250 w 2543175"/>
              <a:gd name="connsiteY37" fmla="*/ 335756 h 1890712"/>
              <a:gd name="connsiteX38" fmla="*/ 481013 w 2543175"/>
              <a:gd name="connsiteY38" fmla="*/ 342900 h 1890712"/>
              <a:gd name="connsiteX39" fmla="*/ 490538 w 2543175"/>
              <a:gd name="connsiteY39" fmla="*/ 352425 h 1890712"/>
              <a:gd name="connsiteX40" fmla="*/ 495300 w 2543175"/>
              <a:gd name="connsiteY40" fmla="*/ 359569 h 1890712"/>
              <a:gd name="connsiteX41" fmla="*/ 509588 w 2543175"/>
              <a:gd name="connsiteY41" fmla="*/ 376237 h 1890712"/>
              <a:gd name="connsiteX42" fmla="*/ 514350 w 2543175"/>
              <a:gd name="connsiteY42" fmla="*/ 383381 h 1890712"/>
              <a:gd name="connsiteX43" fmla="*/ 531019 w 2543175"/>
              <a:gd name="connsiteY43" fmla="*/ 397669 h 1890712"/>
              <a:gd name="connsiteX44" fmla="*/ 538163 w 2543175"/>
              <a:gd name="connsiteY44" fmla="*/ 407194 h 1890712"/>
              <a:gd name="connsiteX45" fmla="*/ 554832 w 2543175"/>
              <a:gd name="connsiteY45" fmla="*/ 421481 h 1890712"/>
              <a:gd name="connsiteX46" fmla="*/ 564357 w 2543175"/>
              <a:gd name="connsiteY46" fmla="*/ 431006 h 1890712"/>
              <a:gd name="connsiteX47" fmla="*/ 573882 w 2543175"/>
              <a:gd name="connsiteY47" fmla="*/ 438150 h 1890712"/>
              <a:gd name="connsiteX48" fmla="*/ 595313 w 2543175"/>
              <a:gd name="connsiteY48" fmla="*/ 454819 h 1890712"/>
              <a:gd name="connsiteX49" fmla="*/ 602457 w 2543175"/>
              <a:gd name="connsiteY49" fmla="*/ 457200 h 1890712"/>
              <a:gd name="connsiteX50" fmla="*/ 628650 w 2543175"/>
              <a:gd name="connsiteY50" fmla="*/ 469106 h 1890712"/>
              <a:gd name="connsiteX51" fmla="*/ 645319 w 2543175"/>
              <a:gd name="connsiteY51" fmla="*/ 483394 h 1890712"/>
              <a:gd name="connsiteX52" fmla="*/ 654844 w 2543175"/>
              <a:gd name="connsiteY52" fmla="*/ 488156 h 1890712"/>
              <a:gd name="connsiteX53" fmla="*/ 661988 w 2543175"/>
              <a:gd name="connsiteY53" fmla="*/ 497681 h 1890712"/>
              <a:gd name="connsiteX54" fmla="*/ 683419 w 2543175"/>
              <a:gd name="connsiteY54" fmla="*/ 514350 h 1890712"/>
              <a:gd name="connsiteX55" fmla="*/ 700088 w 2543175"/>
              <a:gd name="connsiteY55" fmla="*/ 526256 h 1890712"/>
              <a:gd name="connsiteX56" fmla="*/ 709613 w 2543175"/>
              <a:gd name="connsiteY56" fmla="*/ 535781 h 1890712"/>
              <a:gd name="connsiteX57" fmla="*/ 719138 w 2543175"/>
              <a:gd name="connsiteY57" fmla="*/ 542925 h 1890712"/>
              <a:gd name="connsiteX58" fmla="*/ 733425 w 2543175"/>
              <a:gd name="connsiteY58" fmla="*/ 557212 h 1890712"/>
              <a:gd name="connsiteX59" fmla="*/ 750094 w 2543175"/>
              <a:gd name="connsiteY59" fmla="*/ 569119 h 1890712"/>
              <a:gd name="connsiteX60" fmla="*/ 769144 w 2543175"/>
              <a:gd name="connsiteY60" fmla="*/ 581025 h 1890712"/>
              <a:gd name="connsiteX61" fmla="*/ 785813 w 2543175"/>
              <a:gd name="connsiteY61" fmla="*/ 590550 h 1890712"/>
              <a:gd name="connsiteX62" fmla="*/ 792957 w 2543175"/>
              <a:gd name="connsiteY62" fmla="*/ 600075 h 1890712"/>
              <a:gd name="connsiteX63" fmla="*/ 809625 w 2543175"/>
              <a:gd name="connsiteY63" fmla="*/ 611981 h 1890712"/>
              <a:gd name="connsiteX64" fmla="*/ 816769 w 2543175"/>
              <a:gd name="connsiteY64" fmla="*/ 619125 h 1890712"/>
              <a:gd name="connsiteX65" fmla="*/ 826294 w 2543175"/>
              <a:gd name="connsiteY65" fmla="*/ 626269 h 1890712"/>
              <a:gd name="connsiteX66" fmla="*/ 840582 w 2543175"/>
              <a:gd name="connsiteY66" fmla="*/ 638175 h 1890712"/>
              <a:gd name="connsiteX67" fmla="*/ 847725 w 2543175"/>
              <a:gd name="connsiteY67" fmla="*/ 645319 h 1890712"/>
              <a:gd name="connsiteX68" fmla="*/ 857250 w 2543175"/>
              <a:gd name="connsiteY68" fmla="*/ 652462 h 1890712"/>
              <a:gd name="connsiteX69" fmla="*/ 864394 w 2543175"/>
              <a:gd name="connsiteY69" fmla="*/ 657225 h 1890712"/>
              <a:gd name="connsiteX70" fmla="*/ 888207 w 2543175"/>
              <a:gd name="connsiteY70" fmla="*/ 676275 h 1890712"/>
              <a:gd name="connsiteX71" fmla="*/ 895350 w 2543175"/>
              <a:gd name="connsiteY71" fmla="*/ 681037 h 1890712"/>
              <a:gd name="connsiteX72" fmla="*/ 907257 w 2543175"/>
              <a:gd name="connsiteY72" fmla="*/ 683419 h 1890712"/>
              <a:gd name="connsiteX73" fmla="*/ 928688 w 2543175"/>
              <a:gd name="connsiteY73" fmla="*/ 695325 h 1890712"/>
              <a:gd name="connsiteX74" fmla="*/ 942975 w 2543175"/>
              <a:gd name="connsiteY74" fmla="*/ 700087 h 1890712"/>
              <a:gd name="connsiteX75" fmla="*/ 964407 w 2543175"/>
              <a:gd name="connsiteY75" fmla="*/ 716756 h 1890712"/>
              <a:gd name="connsiteX76" fmla="*/ 971550 w 2543175"/>
              <a:gd name="connsiteY76" fmla="*/ 723900 h 1890712"/>
              <a:gd name="connsiteX77" fmla="*/ 983457 w 2543175"/>
              <a:gd name="connsiteY77" fmla="*/ 733425 h 1890712"/>
              <a:gd name="connsiteX78" fmla="*/ 990600 w 2543175"/>
              <a:gd name="connsiteY78" fmla="*/ 738187 h 1890712"/>
              <a:gd name="connsiteX79" fmla="*/ 1007269 w 2543175"/>
              <a:gd name="connsiteY79" fmla="*/ 752475 h 1890712"/>
              <a:gd name="connsiteX80" fmla="*/ 1031082 w 2543175"/>
              <a:gd name="connsiteY80" fmla="*/ 766762 h 1890712"/>
              <a:gd name="connsiteX81" fmla="*/ 1042988 w 2543175"/>
              <a:gd name="connsiteY81" fmla="*/ 773906 h 1890712"/>
              <a:gd name="connsiteX82" fmla="*/ 1071563 w 2543175"/>
              <a:gd name="connsiteY82" fmla="*/ 785812 h 1890712"/>
              <a:gd name="connsiteX83" fmla="*/ 1097757 w 2543175"/>
              <a:gd name="connsiteY83" fmla="*/ 807244 h 1890712"/>
              <a:gd name="connsiteX84" fmla="*/ 1104900 w 2543175"/>
              <a:gd name="connsiteY84" fmla="*/ 814387 h 1890712"/>
              <a:gd name="connsiteX85" fmla="*/ 1121569 w 2543175"/>
              <a:gd name="connsiteY85" fmla="*/ 823912 h 1890712"/>
              <a:gd name="connsiteX86" fmla="*/ 1138238 w 2543175"/>
              <a:gd name="connsiteY86" fmla="*/ 835819 h 1890712"/>
              <a:gd name="connsiteX87" fmla="*/ 1147763 w 2543175"/>
              <a:gd name="connsiteY87" fmla="*/ 842962 h 1890712"/>
              <a:gd name="connsiteX88" fmla="*/ 1157288 w 2543175"/>
              <a:gd name="connsiteY88" fmla="*/ 847725 h 1890712"/>
              <a:gd name="connsiteX89" fmla="*/ 1178719 w 2543175"/>
              <a:gd name="connsiteY89" fmla="*/ 859631 h 1890712"/>
              <a:gd name="connsiteX90" fmla="*/ 1188244 w 2543175"/>
              <a:gd name="connsiteY90" fmla="*/ 866775 h 1890712"/>
              <a:gd name="connsiteX91" fmla="*/ 1195388 w 2543175"/>
              <a:gd name="connsiteY91" fmla="*/ 871537 h 1890712"/>
              <a:gd name="connsiteX92" fmla="*/ 1212057 w 2543175"/>
              <a:gd name="connsiteY92" fmla="*/ 883444 h 1890712"/>
              <a:gd name="connsiteX93" fmla="*/ 1226344 w 2543175"/>
              <a:gd name="connsiteY93" fmla="*/ 895350 h 1890712"/>
              <a:gd name="connsiteX94" fmla="*/ 1245394 w 2543175"/>
              <a:gd name="connsiteY94" fmla="*/ 907256 h 1890712"/>
              <a:gd name="connsiteX95" fmla="*/ 1254919 w 2543175"/>
              <a:gd name="connsiteY95" fmla="*/ 914400 h 1890712"/>
              <a:gd name="connsiteX96" fmla="*/ 1269207 w 2543175"/>
              <a:gd name="connsiteY96" fmla="*/ 921544 h 1890712"/>
              <a:gd name="connsiteX97" fmla="*/ 1290638 w 2543175"/>
              <a:gd name="connsiteY97" fmla="*/ 935831 h 1890712"/>
              <a:gd name="connsiteX98" fmla="*/ 1307307 w 2543175"/>
              <a:gd name="connsiteY98" fmla="*/ 952500 h 1890712"/>
              <a:gd name="connsiteX99" fmla="*/ 1333500 w 2543175"/>
              <a:gd name="connsiteY99" fmla="*/ 971550 h 1890712"/>
              <a:gd name="connsiteX100" fmla="*/ 1359694 w 2543175"/>
              <a:gd name="connsiteY100" fmla="*/ 990600 h 1890712"/>
              <a:gd name="connsiteX101" fmla="*/ 1373982 w 2543175"/>
              <a:gd name="connsiteY101" fmla="*/ 997744 h 1890712"/>
              <a:gd name="connsiteX102" fmla="*/ 1388269 w 2543175"/>
              <a:gd name="connsiteY102" fmla="*/ 1007269 h 1890712"/>
              <a:gd name="connsiteX103" fmla="*/ 1414463 w 2543175"/>
              <a:gd name="connsiteY103" fmla="*/ 1019175 h 1890712"/>
              <a:gd name="connsiteX104" fmla="*/ 1428750 w 2543175"/>
              <a:gd name="connsiteY104" fmla="*/ 1026319 h 1890712"/>
              <a:gd name="connsiteX105" fmla="*/ 1471613 w 2543175"/>
              <a:gd name="connsiteY105" fmla="*/ 1059656 h 1890712"/>
              <a:gd name="connsiteX106" fmla="*/ 1495425 w 2543175"/>
              <a:gd name="connsiteY106" fmla="*/ 1088231 h 1890712"/>
              <a:gd name="connsiteX107" fmla="*/ 1547812 w 2543175"/>
              <a:gd name="connsiteY107" fmla="*/ 1133475 h 1890712"/>
              <a:gd name="connsiteX108" fmla="*/ 1597819 w 2543175"/>
              <a:gd name="connsiteY108" fmla="*/ 1154906 h 1890712"/>
              <a:gd name="connsiteX109" fmla="*/ 1604963 w 2543175"/>
              <a:gd name="connsiteY109" fmla="*/ 1162050 h 1890712"/>
              <a:gd name="connsiteX110" fmla="*/ 1612107 w 2543175"/>
              <a:gd name="connsiteY110" fmla="*/ 1166812 h 1890712"/>
              <a:gd name="connsiteX111" fmla="*/ 1628775 w 2543175"/>
              <a:gd name="connsiteY111" fmla="*/ 1183481 h 1890712"/>
              <a:gd name="connsiteX112" fmla="*/ 1662113 w 2543175"/>
              <a:gd name="connsiteY112" fmla="*/ 1209675 h 1890712"/>
              <a:gd name="connsiteX113" fmla="*/ 1678782 w 2543175"/>
              <a:gd name="connsiteY113" fmla="*/ 1226344 h 1890712"/>
              <a:gd name="connsiteX114" fmla="*/ 1700213 w 2543175"/>
              <a:gd name="connsiteY114" fmla="*/ 1247775 h 1890712"/>
              <a:gd name="connsiteX115" fmla="*/ 1712119 w 2543175"/>
              <a:gd name="connsiteY115" fmla="*/ 1259681 h 1890712"/>
              <a:gd name="connsiteX116" fmla="*/ 1733550 w 2543175"/>
              <a:gd name="connsiteY116" fmla="*/ 1273969 h 1890712"/>
              <a:gd name="connsiteX117" fmla="*/ 1743075 w 2543175"/>
              <a:gd name="connsiteY117" fmla="*/ 1283494 h 1890712"/>
              <a:gd name="connsiteX118" fmla="*/ 1754982 w 2543175"/>
              <a:gd name="connsiteY118" fmla="*/ 1290637 h 1890712"/>
              <a:gd name="connsiteX119" fmla="*/ 1766888 w 2543175"/>
              <a:gd name="connsiteY119" fmla="*/ 1300162 h 1890712"/>
              <a:gd name="connsiteX120" fmla="*/ 1783557 w 2543175"/>
              <a:gd name="connsiteY120" fmla="*/ 1307306 h 1890712"/>
              <a:gd name="connsiteX121" fmla="*/ 1790700 w 2543175"/>
              <a:gd name="connsiteY121" fmla="*/ 1312069 h 1890712"/>
              <a:gd name="connsiteX122" fmla="*/ 1800225 w 2543175"/>
              <a:gd name="connsiteY122" fmla="*/ 1319212 h 1890712"/>
              <a:gd name="connsiteX123" fmla="*/ 1807369 w 2543175"/>
              <a:gd name="connsiteY123" fmla="*/ 1321594 h 1890712"/>
              <a:gd name="connsiteX124" fmla="*/ 1824038 w 2543175"/>
              <a:gd name="connsiteY124" fmla="*/ 1333500 h 1890712"/>
              <a:gd name="connsiteX125" fmla="*/ 1843088 w 2543175"/>
              <a:gd name="connsiteY125" fmla="*/ 1352550 h 1890712"/>
              <a:gd name="connsiteX126" fmla="*/ 1852613 w 2543175"/>
              <a:gd name="connsiteY126" fmla="*/ 1359694 h 1890712"/>
              <a:gd name="connsiteX127" fmla="*/ 1859757 w 2543175"/>
              <a:gd name="connsiteY127" fmla="*/ 1366837 h 1890712"/>
              <a:gd name="connsiteX128" fmla="*/ 1869282 w 2543175"/>
              <a:gd name="connsiteY128" fmla="*/ 1371600 h 1890712"/>
              <a:gd name="connsiteX129" fmla="*/ 1883569 w 2543175"/>
              <a:gd name="connsiteY129" fmla="*/ 1388269 h 1890712"/>
              <a:gd name="connsiteX130" fmla="*/ 1893094 w 2543175"/>
              <a:gd name="connsiteY130" fmla="*/ 1395412 h 1890712"/>
              <a:gd name="connsiteX131" fmla="*/ 1902619 w 2543175"/>
              <a:gd name="connsiteY131" fmla="*/ 1404937 h 1890712"/>
              <a:gd name="connsiteX132" fmla="*/ 1912144 w 2543175"/>
              <a:gd name="connsiteY132" fmla="*/ 1409700 h 1890712"/>
              <a:gd name="connsiteX133" fmla="*/ 1931194 w 2543175"/>
              <a:gd name="connsiteY133" fmla="*/ 1421606 h 1890712"/>
              <a:gd name="connsiteX134" fmla="*/ 1935957 w 2543175"/>
              <a:gd name="connsiteY134" fmla="*/ 1428750 h 1890712"/>
              <a:gd name="connsiteX135" fmla="*/ 1952625 w 2543175"/>
              <a:gd name="connsiteY135" fmla="*/ 1438275 h 1890712"/>
              <a:gd name="connsiteX136" fmla="*/ 1971675 w 2543175"/>
              <a:gd name="connsiteY136" fmla="*/ 1450181 h 1890712"/>
              <a:gd name="connsiteX137" fmla="*/ 1981200 w 2543175"/>
              <a:gd name="connsiteY137" fmla="*/ 1454944 h 1890712"/>
              <a:gd name="connsiteX138" fmla="*/ 1997869 w 2543175"/>
              <a:gd name="connsiteY138" fmla="*/ 1471612 h 1890712"/>
              <a:gd name="connsiteX139" fmla="*/ 2007394 w 2543175"/>
              <a:gd name="connsiteY139" fmla="*/ 1478756 h 1890712"/>
              <a:gd name="connsiteX140" fmla="*/ 2016919 w 2543175"/>
              <a:gd name="connsiteY140" fmla="*/ 1483519 h 1890712"/>
              <a:gd name="connsiteX141" fmla="*/ 2024063 w 2543175"/>
              <a:gd name="connsiteY141" fmla="*/ 1490662 h 1890712"/>
              <a:gd name="connsiteX142" fmla="*/ 2033588 w 2543175"/>
              <a:gd name="connsiteY142" fmla="*/ 1495425 h 1890712"/>
              <a:gd name="connsiteX143" fmla="*/ 2040732 w 2543175"/>
              <a:gd name="connsiteY143" fmla="*/ 1502569 h 1890712"/>
              <a:gd name="connsiteX144" fmla="*/ 2047875 w 2543175"/>
              <a:gd name="connsiteY144" fmla="*/ 1507331 h 1890712"/>
              <a:gd name="connsiteX145" fmla="*/ 2057400 w 2543175"/>
              <a:gd name="connsiteY145" fmla="*/ 1514475 h 1890712"/>
              <a:gd name="connsiteX146" fmla="*/ 2064544 w 2543175"/>
              <a:gd name="connsiteY146" fmla="*/ 1519237 h 1890712"/>
              <a:gd name="connsiteX147" fmla="*/ 2071688 w 2543175"/>
              <a:gd name="connsiteY147" fmla="*/ 1526381 h 1890712"/>
              <a:gd name="connsiteX148" fmla="*/ 2081213 w 2543175"/>
              <a:gd name="connsiteY148" fmla="*/ 1531144 h 1890712"/>
              <a:gd name="connsiteX149" fmla="*/ 2090738 w 2543175"/>
              <a:gd name="connsiteY149" fmla="*/ 1538287 h 1890712"/>
              <a:gd name="connsiteX150" fmla="*/ 2109788 w 2543175"/>
              <a:gd name="connsiteY150" fmla="*/ 1547812 h 1890712"/>
              <a:gd name="connsiteX151" fmla="*/ 2131219 w 2543175"/>
              <a:gd name="connsiteY151" fmla="*/ 1562100 h 1890712"/>
              <a:gd name="connsiteX152" fmla="*/ 2140744 w 2543175"/>
              <a:gd name="connsiteY152" fmla="*/ 1566862 h 1890712"/>
              <a:gd name="connsiteX153" fmla="*/ 2152650 w 2543175"/>
              <a:gd name="connsiteY153" fmla="*/ 1576387 h 1890712"/>
              <a:gd name="connsiteX154" fmla="*/ 2181225 w 2543175"/>
              <a:gd name="connsiteY154" fmla="*/ 1590675 h 1890712"/>
              <a:gd name="connsiteX155" fmla="*/ 2200275 w 2543175"/>
              <a:gd name="connsiteY155" fmla="*/ 1607344 h 1890712"/>
              <a:gd name="connsiteX156" fmla="*/ 2207419 w 2543175"/>
              <a:gd name="connsiteY156" fmla="*/ 1612106 h 1890712"/>
              <a:gd name="connsiteX157" fmla="*/ 2216944 w 2543175"/>
              <a:gd name="connsiteY157" fmla="*/ 1619250 h 1890712"/>
              <a:gd name="connsiteX158" fmla="*/ 2224088 w 2543175"/>
              <a:gd name="connsiteY158" fmla="*/ 1624012 h 1890712"/>
              <a:gd name="connsiteX159" fmla="*/ 2247900 w 2543175"/>
              <a:gd name="connsiteY159" fmla="*/ 1643062 h 1890712"/>
              <a:gd name="connsiteX160" fmla="*/ 2255044 w 2543175"/>
              <a:gd name="connsiteY160" fmla="*/ 1650206 h 1890712"/>
              <a:gd name="connsiteX161" fmla="*/ 2281238 w 2543175"/>
              <a:gd name="connsiteY161" fmla="*/ 1664494 h 1890712"/>
              <a:gd name="connsiteX162" fmla="*/ 2297907 w 2543175"/>
              <a:gd name="connsiteY162" fmla="*/ 1674019 h 1890712"/>
              <a:gd name="connsiteX163" fmla="*/ 2312194 w 2543175"/>
              <a:gd name="connsiteY163" fmla="*/ 1685925 h 1890712"/>
              <a:gd name="connsiteX164" fmla="*/ 2328863 w 2543175"/>
              <a:gd name="connsiteY164" fmla="*/ 1697831 h 1890712"/>
              <a:gd name="connsiteX165" fmla="*/ 2350294 w 2543175"/>
              <a:gd name="connsiteY165" fmla="*/ 1712119 h 1890712"/>
              <a:gd name="connsiteX166" fmla="*/ 2369344 w 2543175"/>
              <a:gd name="connsiteY166" fmla="*/ 1724025 h 1890712"/>
              <a:gd name="connsiteX167" fmla="*/ 2428876 w 2543175"/>
              <a:gd name="connsiteY167" fmla="*/ 1785938 h 1890712"/>
              <a:gd name="connsiteX168" fmla="*/ 2466975 w 2543175"/>
              <a:gd name="connsiteY168" fmla="*/ 1783556 h 1890712"/>
              <a:gd name="connsiteX169" fmla="*/ 2481263 w 2543175"/>
              <a:gd name="connsiteY169" fmla="*/ 1795462 h 1890712"/>
              <a:gd name="connsiteX170" fmla="*/ 2486025 w 2543175"/>
              <a:gd name="connsiteY170" fmla="*/ 1802606 h 1890712"/>
              <a:gd name="connsiteX171" fmla="*/ 2514600 w 2543175"/>
              <a:gd name="connsiteY171" fmla="*/ 1850231 h 1890712"/>
              <a:gd name="connsiteX172" fmla="*/ 2519363 w 2543175"/>
              <a:gd name="connsiteY172" fmla="*/ 1857375 h 1890712"/>
              <a:gd name="connsiteX173" fmla="*/ 2540794 w 2543175"/>
              <a:gd name="connsiteY173" fmla="*/ 1883569 h 1890712"/>
              <a:gd name="connsiteX174" fmla="*/ 2543175 w 2543175"/>
              <a:gd name="connsiteY17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78619 w 2543175"/>
              <a:gd name="connsiteY30" fmla="*/ 276225 h 1890712"/>
              <a:gd name="connsiteX31" fmla="*/ 385763 w 2543175"/>
              <a:gd name="connsiteY31" fmla="*/ 283369 h 1890712"/>
              <a:gd name="connsiteX32" fmla="*/ 395288 w 2543175"/>
              <a:gd name="connsiteY32" fmla="*/ 288131 h 1890712"/>
              <a:gd name="connsiteX33" fmla="*/ 404813 w 2543175"/>
              <a:gd name="connsiteY33" fmla="*/ 295275 h 1890712"/>
              <a:gd name="connsiteX34" fmla="*/ 411957 w 2543175"/>
              <a:gd name="connsiteY34" fmla="*/ 297656 h 1890712"/>
              <a:gd name="connsiteX35" fmla="*/ 466725 w 2543175"/>
              <a:gd name="connsiteY35" fmla="*/ 328612 h 1890712"/>
              <a:gd name="connsiteX36" fmla="*/ 476250 w 2543175"/>
              <a:gd name="connsiteY36" fmla="*/ 335756 h 1890712"/>
              <a:gd name="connsiteX37" fmla="*/ 481013 w 2543175"/>
              <a:gd name="connsiteY37" fmla="*/ 342900 h 1890712"/>
              <a:gd name="connsiteX38" fmla="*/ 490538 w 2543175"/>
              <a:gd name="connsiteY38" fmla="*/ 352425 h 1890712"/>
              <a:gd name="connsiteX39" fmla="*/ 495300 w 2543175"/>
              <a:gd name="connsiteY39" fmla="*/ 359569 h 1890712"/>
              <a:gd name="connsiteX40" fmla="*/ 509588 w 2543175"/>
              <a:gd name="connsiteY40" fmla="*/ 376237 h 1890712"/>
              <a:gd name="connsiteX41" fmla="*/ 514350 w 2543175"/>
              <a:gd name="connsiteY41" fmla="*/ 383381 h 1890712"/>
              <a:gd name="connsiteX42" fmla="*/ 531019 w 2543175"/>
              <a:gd name="connsiteY42" fmla="*/ 397669 h 1890712"/>
              <a:gd name="connsiteX43" fmla="*/ 538163 w 2543175"/>
              <a:gd name="connsiteY43" fmla="*/ 407194 h 1890712"/>
              <a:gd name="connsiteX44" fmla="*/ 554832 w 2543175"/>
              <a:gd name="connsiteY44" fmla="*/ 421481 h 1890712"/>
              <a:gd name="connsiteX45" fmla="*/ 564357 w 2543175"/>
              <a:gd name="connsiteY45" fmla="*/ 431006 h 1890712"/>
              <a:gd name="connsiteX46" fmla="*/ 573882 w 2543175"/>
              <a:gd name="connsiteY46" fmla="*/ 438150 h 1890712"/>
              <a:gd name="connsiteX47" fmla="*/ 595313 w 2543175"/>
              <a:gd name="connsiteY47" fmla="*/ 454819 h 1890712"/>
              <a:gd name="connsiteX48" fmla="*/ 602457 w 2543175"/>
              <a:gd name="connsiteY48" fmla="*/ 457200 h 1890712"/>
              <a:gd name="connsiteX49" fmla="*/ 628650 w 2543175"/>
              <a:gd name="connsiteY49" fmla="*/ 469106 h 1890712"/>
              <a:gd name="connsiteX50" fmla="*/ 645319 w 2543175"/>
              <a:gd name="connsiteY50" fmla="*/ 483394 h 1890712"/>
              <a:gd name="connsiteX51" fmla="*/ 654844 w 2543175"/>
              <a:gd name="connsiteY51" fmla="*/ 488156 h 1890712"/>
              <a:gd name="connsiteX52" fmla="*/ 661988 w 2543175"/>
              <a:gd name="connsiteY52" fmla="*/ 497681 h 1890712"/>
              <a:gd name="connsiteX53" fmla="*/ 683419 w 2543175"/>
              <a:gd name="connsiteY53" fmla="*/ 514350 h 1890712"/>
              <a:gd name="connsiteX54" fmla="*/ 700088 w 2543175"/>
              <a:gd name="connsiteY54" fmla="*/ 526256 h 1890712"/>
              <a:gd name="connsiteX55" fmla="*/ 709613 w 2543175"/>
              <a:gd name="connsiteY55" fmla="*/ 535781 h 1890712"/>
              <a:gd name="connsiteX56" fmla="*/ 719138 w 2543175"/>
              <a:gd name="connsiteY56" fmla="*/ 542925 h 1890712"/>
              <a:gd name="connsiteX57" fmla="*/ 733425 w 2543175"/>
              <a:gd name="connsiteY57" fmla="*/ 557212 h 1890712"/>
              <a:gd name="connsiteX58" fmla="*/ 750094 w 2543175"/>
              <a:gd name="connsiteY58" fmla="*/ 569119 h 1890712"/>
              <a:gd name="connsiteX59" fmla="*/ 769144 w 2543175"/>
              <a:gd name="connsiteY59" fmla="*/ 581025 h 1890712"/>
              <a:gd name="connsiteX60" fmla="*/ 785813 w 2543175"/>
              <a:gd name="connsiteY60" fmla="*/ 590550 h 1890712"/>
              <a:gd name="connsiteX61" fmla="*/ 792957 w 2543175"/>
              <a:gd name="connsiteY61" fmla="*/ 600075 h 1890712"/>
              <a:gd name="connsiteX62" fmla="*/ 809625 w 2543175"/>
              <a:gd name="connsiteY62" fmla="*/ 611981 h 1890712"/>
              <a:gd name="connsiteX63" fmla="*/ 816769 w 2543175"/>
              <a:gd name="connsiteY63" fmla="*/ 619125 h 1890712"/>
              <a:gd name="connsiteX64" fmla="*/ 826294 w 2543175"/>
              <a:gd name="connsiteY64" fmla="*/ 626269 h 1890712"/>
              <a:gd name="connsiteX65" fmla="*/ 840582 w 2543175"/>
              <a:gd name="connsiteY65" fmla="*/ 638175 h 1890712"/>
              <a:gd name="connsiteX66" fmla="*/ 847725 w 2543175"/>
              <a:gd name="connsiteY66" fmla="*/ 645319 h 1890712"/>
              <a:gd name="connsiteX67" fmla="*/ 857250 w 2543175"/>
              <a:gd name="connsiteY67" fmla="*/ 652462 h 1890712"/>
              <a:gd name="connsiteX68" fmla="*/ 864394 w 2543175"/>
              <a:gd name="connsiteY68" fmla="*/ 657225 h 1890712"/>
              <a:gd name="connsiteX69" fmla="*/ 888207 w 2543175"/>
              <a:gd name="connsiteY69" fmla="*/ 676275 h 1890712"/>
              <a:gd name="connsiteX70" fmla="*/ 895350 w 2543175"/>
              <a:gd name="connsiteY70" fmla="*/ 681037 h 1890712"/>
              <a:gd name="connsiteX71" fmla="*/ 907257 w 2543175"/>
              <a:gd name="connsiteY71" fmla="*/ 683419 h 1890712"/>
              <a:gd name="connsiteX72" fmla="*/ 928688 w 2543175"/>
              <a:gd name="connsiteY72" fmla="*/ 695325 h 1890712"/>
              <a:gd name="connsiteX73" fmla="*/ 942975 w 2543175"/>
              <a:gd name="connsiteY73" fmla="*/ 700087 h 1890712"/>
              <a:gd name="connsiteX74" fmla="*/ 964407 w 2543175"/>
              <a:gd name="connsiteY74" fmla="*/ 716756 h 1890712"/>
              <a:gd name="connsiteX75" fmla="*/ 971550 w 2543175"/>
              <a:gd name="connsiteY75" fmla="*/ 723900 h 1890712"/>
              <a:gd name="connsiteX76" fmla="*/ 983457 w 2543175"/>
              <a:gd name="connsiteY76" fmla="*/ 733425 h 1890712"/>
              <a:gd name="connsiteX77" fmla="*/ 990600 w 2543175"/>
              <a:gd name="connsiteY77" fmla="*/ 738187 h 1890712"/>
              <a:gd name="connsiteX78" fmla="*/ 1007269 w 2543175"/>
              <a:gd name="connsiteY78" fmla="*/ 752475 h 1890712"/>
              <a:gd name="connsiteX79" fmla="*/ 1031082 w 2543175"/>
              <a:gd name="connsiteY79" fmla="*/ 766762 h 1890712"/>
              <a:gd name="connsiteX80" fmla="*/ 1042988 w 2543175"/>
              <a:gd name="connsiteY80" fmla="*/ 773906 h 1890712"/>
              <a:gd name="connsiteX81" fmla="*/ 1071563 w 2543175"/>
              <a:gd name="connsiteY81" fmla="*/ 785812 h 1890712"/>
              <a:gd name="connsiteX82" fmla="*/ 1097757 w 2543175"/>
              <a:gd name="connsiteY82" fmla="*/ 807244 h 1890712"/>
              <a:gd name="connsiteX83" fmla="*/ 1104900 w 2543175"/>
              <a:gd name="connsiteY83" fmla="*/ 814387 h 1890712"/>
              <a:gd name="connsiteX84" fmla="*/ 1121569 w 2543175"/>
              <a:gd name="connsiteY84" fmla="*/ 823912 h 1890712"/>
              <a:gd name="connsiteX85" fmla="*/ 1138238 w 2543175"/>
              <a:gd name="connsiteY85" fmla="*/ 835819 h 1890712"/>
              <a:gd name="connsiteX86" fmla="*/ 1147763 w 2543175"/>
              <a:gd name="connsiteY86" fmla="*/ 842962 h 1890712"/>
              <a:gd name="connsiteX87" fmla="*/ 1157288 w 2543175"/>
              <a:gd name="connsiteY87" fmla="*/ 847725 h 1890712"/>
              <a:gd name="connsiteX88" fmla="*/ 1178719 w 2543175"/>
              <a:gd name="connsiteY88" fmla="*/ 859631 h 1890712"/>
              <a:gd name="connsiteX89" fmla="*/ 1188244 w 2543175"/>
              <a:gd name="connsiteY89" fmla="*/ 866775 h 1890712"/>
              <a:gd name="connsiteX90" fmla="*/ 1195388 w 2543175"/>
              <a:gd name="connsiteY90" fmla="*/ 871537 h 1890712"/>
              <a:gd name="connsiteX91" fmla="*/ 1212057 w 2543175"/>
              <a:gd name="connsiteY91" fmla="*/ 883444 h 1890712"/>
              <a:gd name="connsiteX92" fmla="*/ 1226344 w 2543175"/>
              <a:gd name="connsiteY92" fmla="*/ 895350 h 1890712"/>
              <a:gd name="connsiteX93" fmla="*/ 1245394 w 2543175"/>
              <a:gd name="connsiteY93" fmla="*/ 907256 h 1890712"/>
              <a:gd name="connsiteX94" fmla="*/ 1254919 w 2543175"/>
              <a:gd name="connsiteY94" fmla="*/ 914400 h 1890712"/>
              <a:gd name="connsiteX95" fmla="*/ 1269207 w 2543175"/>
              <a:gd name="connsiteY95" fmla="*/ 921544 h 1890712"/>
              <a:gd name="connsiteX96" fmla="*/ 1290638 w 2543175"/>
              <a:gd name="connsiteY96" fmla="*/ 935831 h 1890712"/>
              <a:gd name="connsiteX97" fmla="*/ 1307307 w 2543175"/>
              <a:gd name="connsiteY97" fmla="*/ 952500 h 1890712"/>
              <a:gd name="connsiteX98" fmla="*/ 1333500 w 2543175"/>
              <a:gd name="connsiteY98" fmla="*/ 971550 h 1890712"/>
              <a:gd name="connsiteX99" fmla="*/ 1359694 w 2543175"/>
              <a:gd name="connsiteY99" fmla="*/ 990600 h 1890712"/>
              <a:gd name="connsiteX100" fmla="*/ 1373982 w 2543175"/>
              <a:gd name="connsiteY100" fmla="*/ 997744 h 1890712"/>
              <a:gd name="connsiteX101" fmla="*/ 1388269 w 2543175"/>
              <a:gd name="connsiteY101" fmla="*/ 1007269 h 1890712"/>
              <a:gd name="connsiteX102" fmla="*/ 1414463 w 2543175"/>
              <a:gd name="connsiteY102" fmla="*/ 1019175 h 1890712"/>
              <a:gd name="connsiteX103" fmla="*/ 1428750 w 2543175"/>
              <a:gd name="connsiteY103" fmla="*/ 1026319 h 1890712"/>
              <a:gd name="connsiteX104" fmla="*/ 1471613 w 2543175"/>
              <a:gd name="connsiteY104" fmla="*/ 1059656 h 1890712"/>
              <a:gd name="connsiteX105" fmla="*/ 1495425 w 2543175"/>
              <a:gd name="connsiteY105" fmla="*/ 1088231 h 1890712"/>
              <a:gd name="connsiteX106" fmla="*/ 1547812 w 2543175"/>
              <a:gd name="connsiteY106" fmla="*/ 1133475 h 1890712"/>
              <a:gd name="connsiteX107" fmla="*/ 1597819 w 2543175"/>
              <a:gd name="connsiteY107" fmla="*/ 1154906 h 1890712"/>
              <a:gd name="connsiteX108" fmla="*/ 1604963 w 2543175"/>
              <a:gd name="connsiteY108" fmla="*/ 1162050 h 1890712"/>
              <a:gd name="connsiteX109" fmla="*/ 1612107 w 2543175"/>
              <a:gd name="connsiteY109" fmla="*/ 1166812 h 1890712"/>
              <a:gd name="connsiteX110" fmla="*/ 1628775 w 2543175"/>
              <a:gd name="connsiteY110" fmla="*/ 1183481 h 1890712"/>
              <a:gd name="connsiteX111" fmla="*/ 1662113 w 2543175"/>
              <a:gd name="connsiteY111" fmla="*/ 1209675 h 1890712"/>
              <a:gd name="connsiteX112" fmla="*/ 1678782 w 2543175"/>
              <a:gd name="connsiteY112" fmla="*/ 1226344 h 1890712"/>
              <a:gd name="connsiteX113" fmla="*/ 1700213 w 2543175"/>
              <a:gd name="connsiteY113" fmla="*/ 1247775 h 1890712"/>
              <a:gd name="connsiteX114" fmla="*/ 1712119 w 2543175"/>
              <a:gd name="connsiteY114" fmla="*/ 1259681 h 1890712"/>
              <a:gd name="connsiteX115" fmla="*/ 1733550 w 2543175"/>
              <a:gd name="connsiteY115" fmla="*/ 1273969 h 1890712"/>
              <a:gd name="connsiteX116" fmla="*/ 1743075 w 2543175"/>
              <a:gd name="connsiteY116" fmla="*/ 1283494 h 1890712"/>
              <a:gd name="connsiteX117" fmla="*/ 1754982 w 2543175"/>
              <a:gd name="connsiteY117" fmla="*/ 1290637 h 1890712"/>
              <a:gd name="connsiteX118" fmla="*/ 1766888 w 2543175"/>
              <a:gd name="connsiteY118" fmla="*/ 1300162 h 1890712"/>
              <a:gd name="connsiteX119" fmla="*/ 1783557 w 2543175"/>
              <a:gd name="connsiteY119" fmla="*/ 1307306 h 1890712"/>
              <a:gd name="connsiteX120" fmla="*/ 1790700 w 2543175"/>
              <a:gd name="connsiteY120" fmla="*/ 1312069 h 1890712"/>
              <a:gd name="connsiteX121" fmla="*/ 1800225 w 2543175"/>
              <a:gd name="connsiteY121" fmla="*/ 1319212 h 1890712"/>
              <a:gd name="connsiteX122" fmla="*/ 1807369 w 2543175"/>
              <a:gd name="connsiteY122" fmla="*/ 1321594 h 1890712"/>
              <a:gd name="connsiteX123" fmla="*/ 1824038 w 2543175"/>
              <a:gd name="connsiteY123" fmla="*/ 1333500 h 1890712"/>
              <a:gd name="connsiteX124" fmla="*/ 1843088 w 2543175"/>
              <a:gd name="connsiteY124" fmla="*/ 1352550 h 1890712"/>
              <a:gd name="connsiteX125" fmla="*/ 1852613 w 2543175"/>
              <a:gd name="connsiteY125" fmla="*/ 1359694 h 1890712"/>
              <a:gd name="connsiteX126" fmla="*/ 1859757 w 2543175"/>
              <a:gd name="connsiteY126" fmla="*/ 1366837 h 1890712"/>
              <a:gd name="connsiteX127" fmla="*/ 1869282 w 2543175"/>
              <a:gd name="connsiteY127" fmla="*/ 1371600 h 1890712"/>
              <a:gd name="connsiteX128" fmla="*/ 1883569 w 2543175"/>
              <a:gd name="connsiteY128" fmla="*/ 1388269 h 1890712"/>
              <a:gd name="connsiteX129" fmla="*/ 1893094 w 2543175"/>
              <a:gd name="connsiteY129" fmla="*/ 1395412 h 1890712"/>
              <a:gd name="connsiteX130" fmla="*/ 1902619 w 2543175"/>
              <a:gd name="connsiteY130" fmla="*/ 1404937 h 1890712"/>
              <a:gd name="connsiteX131" fmla="*/ 1912144 w 2543175"/>
              <a:gd name="connsiteY131" fmla="*/ 1409700 h 1890712"/>
              <a:gd name="connsiteX132" fmla="*/ 1931194 w 2543175"/>
              <a:gd name="connsiteY132" fmla="*/ 1421606 h 1890712"/>
              <a:gd name="connsiteX133" fmla="*/ 1935957 w 2543175"/>
              <a:gd name="connsiteY133" fmla="*/ 1428750 h 1890712"/>
              <a:gd name="connsiteX134" fmla="*/ 1952625 w 2543175"/>
              <a:gd name="connsiteY134" fmla="*/ 1438275 h 1890712"/>
              <a:gd name="connsiteX135" fmla="*/ 1971675 w 2543175"/>
              <a:gd name="connsiteY135" fmla="*/ 1450181 h 1890712"/>
              <a:gd name="connsiteX136" fmla="*/ 1981200 w 2543175"/>
              <a:gd name="connsiteY136" fmla="*/ 1454944 h 1890712"/>
              <a:gd name="connsiteX137" fmla="*/ 1997869 w 2543175"/>
              <a:gd name="connsiteY137" fmla="*/ 1471612 h 1890712"/>
              <a:gd name="connsiteX138" fmla="*/ 2007394 w 2543175"/>
              <a:gd name="connsiteY138" fmla="*/ 1478756 h 1890712"/>
              <a:gd name="connsiteX139" fmla="*/ 2016919 w 2543175"/>
              <a:gd name="connsiteY139" fmla="*/ 1483519 h 1890712"/>
              <a:gd name="connsiteX140" fmla="*/ 2024063 w 2543175"/>
              <a:gd name="connsiteY140" fmla="*/ 1490662 h 1890712"/>
              <a:gd name="connsiteX141" fmla="*/ 2033588 w 2543175"/>
              <a:gd name="connsiteY141" fmla="*/ 1495425 h 1890712"/>
              <a:gd name="connsiteX142" fmla="*/ 2040732 w 2543175"/>
              <a:gd name="connsiteY142" fmla="*/ 1502569 h 1890712"/>
              <a:gd name="connsiteX143" fmla="*/ 2047875 w 2543175"/>
              <a:gd name="connsiteY143" fmla="*/ 1507331 h 1890712"/>
              <a:gd name="connsiteX144" fmla="*/ 2057400 w 2543175"/>
              <a:gd name="connsiteY144" fmla="*/ 1514475 h 1890712"/>
              <a:gd name="connsiteX145" fmla="*/ 2064544 w 2543175"/>
              <a:gd name="connsiteY145" fmla="*/ 1519237 h 1890712"/>
              <a:gd name="connsiteX146" fmla="*/ 2071688 w 2543175"/>
              <a:gd name="connsiteY146" fmla="*/ 1526381 h 1890712"/>
              <a:gd name="connsiteX147" fmla="*/ 2081213 w 2543175"/>
              <a:gd name="connsiteY147" fmla="*/ 1531144 h 1890712"/>
              <a:gd name="connsiteX148" fmla="*/ 2090738 w 2543175"/>
              <a:gd name="connsiteY148" fmla="*/ 1538287 h 1890712"/>
              <a:gd name="connsiteX149" fmla="*/ 2109788 w 2543175"/>
              <a:gd name="connsiteY149" fmla="*/ 1547812 h 1890712"/>
              <a:gd name="connsiteX150" fmla="*/ 2131219 w 2543175"/>
              <a:gd name="connsiteY150" fmla="*/ 1562100 h 1890712"/>
              <a:gd name="connsiteX151" fmla="*/ 2140744 w 2543175"/>
              <a:gd name="connsiteY151" fmla="*/ 1566862 h 1890712"/>
              <a:gd name="connsiteX152" fmla="*/ 2152650 w 2543175"/>
              <a:gd name="connsiteY152" fmla="*/ 1576387 h 1890712"/>
              <a:gd name="connsiteX153" fmla="*/ 2181225 w 2543175"/>
              <a:gd name="connsiteY153" fmla="*/ 1590675 h 1890712"/>
              <a:gd name="connsiteX154" fmla="*/ 2200275 w 2543175"/>
              <a:gd name="connsiteY154" fmla="*/ 1607344 h 1890712"/>
              <a:gd name="connsiteX155" fmla="*/ 2207419 w 2543175"/>
              <a:gd name="connsiteY155" fmla="*/ 1612106 h 1890712"/>
              <a:gd name="connsiteX156" fmla="*/ 2216944 w 2543175"/>
              <a:gd name="connsiteY156" fmla="*/ 1619250 h 1890712"/>
              <a:gd name="connsiteX157" fmla="*/ 2224088 w 2543175"/>
              <a:gd name="connsiteY157" fmla="*/ 1624012 h 1890712"/>
              <a:gd name="connsiteX158" fmla="*/ 2247900 w 2543175"/>
              <a:gd name="connsiteY158" fmla="*/ 1643062 h 1890712"/>
              <a:gd name="connsiteX159" fmla="*/ 2255044 w 2543175"/>
              <a:gd name="connsiteY159" fmla="*/ 1650206 h 1890712"/>
              <a:gd name="connsiteX160" fmla="*/ 2281238 w 2543175"/>
              <a:gd name="connsiteY160" fmla="*/ 1664494 h 1890712"/>
              <a:gd name="connsiteX161" fmla="*/ 2297907 w 2543175"/>
              <a:gd name="connsiteY161" fmla="*/ 1674019 h 1890712"/>
              <a:gd name="connsiteX162" fmla="*/ 2312194 w 2543175"/>
              <a:gd name="connsiteY162" fmla="*/ 1685925 h 1890712"/>
              <a:gd name="connsiteX163" fmla="*/ 2328863 w 2543175"/>
              <a:gd name="connsiteY163" fmla="*/ 1697831 h 1890712"/>
              <a:gd name="connsiteX164" fmla="*/ 2350294 w 2543175"/>
              <a:gd name="connsiteY164" fmla="*/ 1712119 h 1890712"/>
              <a:gd name="connsiteX165" fmla="*/ 2369344 w 2543175"/>
              <a:gd name="connsiteY165" fmla="*/ 1724025 h 1890712"/>
              <a:gd name="connsiteX166" fmla="*/ 2428876 w 2543175"/>
              <a:gd name="connsiteY166" fmla="*/ 1785938 h 1890712"/>
              <a:gd name="connsiteX167" fmla="*/ 2466975 w 2543175"/>
              <a:gd name="connsiteY167" fmla="*/ 1783556 h 1890712"/>
              <a:gd name="connsiteX168" fmla="*/ 2481263 w 2543175"/>
              <a:gd name="connsiteY168" fmla="*/ 1795462 h 1890712"/>
              <a:gd name="connsiteX169" fmla="*/ 2486025 w 2543175"/>
              <a:gd name="connsiteY169" fmla="*/ 1802606 h 1890712"/>
              <a:gd name="connsiteX170" fmla="*/ 2514600 w 2543175"/>
              <a:gd name="connsiteY170" fmla="*/ 1850231 h 1890712"/>
              <a:gd name="connsiteX171" fmla="*/ 2519363 w 2543175"/>
              <a:gd name="connsiteY171" fmla="*/ 1857375 h 1890712"/>
              <a:gd name="connsiteX172" fmla="*/ 2540794 w 2543175"/>
              <a:gd name="connsiteY172" fmla="*/ 1883569 h 1890712"/>
              <a:gd name="connsiteX173" fmla="*/ 2543175 w 2543175"/>
              <a:gd name="connsiteY173"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78619 w 2543175"/>
              <a:gd name="connsiteY30" fmla="*/ 276225 h 1890712"/>
              <a:gd name="connsiteX31" fmla="*/ 385763 w 2543175"/>
              <a:gd name="connsiteY31" fmla="*/ 283369 h 1890712"/>
              <a:gd name="connsiteX32" fmla="*/ 404813 w 2543175"/>
              <a:gd name="connsiteY32" fmla="*/ 295275 h 1890712"/>
              <a:gd name="connsiteX33" fmla="*/ 411957 w 2543175"/>
              <a:gd name="connsiteY33" fmla="*/ 297656 h 1890712"/>
              <a:gd name="connsiteX34" fmla="*/ 466725 w 2543175"/>
              <a:gd name="connsiteY34" fmla="*/ 328612 h 1890712"/>
              <a:gd name="connsiteX35" fmla="*/ 476250 w 2543175"/>
              <a:gd name="connsiteY35" fmla="*/ 335756 h 1890712"/>
              <a:gd name="connsiteX36" fmla="*/ 481013 w 2543175"/>
              <a:gd name="connsiteY36" fmla="*/ 342900 h 1890712"/>
              <a:gd name="connsiteX37" fmla="*/ 490538 w 2543175"/>
              <a:gd name="connsiteY37" fmla="*/ 352425 h 1890712"/>
              <a:gd name="connsiteX38" fmla="*/ 495300 w 2543175"/>
              <a:gd name="connsiteY38" fmla="*/ 359569 h 1890712"/>
              <a:gd name="connsiteX39" fmla="*/ 509588 w 2543175"/>
              <a:gd name="connsiteY39" fmla="*/ 376237 h 1890712"/>
              <a:gd name="connsiteX40" fmla="*/ 514350 w 2543175"/>
              <a:gd name="connsiteY40" fmla="*/ 383381 h 1890712"/>
              <a:gd name="connsiteX41" fmla="*/ 531019 w 2543175"/>
              <a:gd name="connsiteY41" fmla="*/ 397669 h 1890712"/>
              <a:gd name="connsiteX42" fmla="*/ 538163 w 2543175"/>
              <a:gd name="connsiteY42" fmla="*/ 407194 h 1890712"/>
              <a:gd name="connsiteX43" fmla="*/ 554832 w 2543175"/>
              <a:gd name="connsiteY43" fmla="*/ 421481 h 1890712"/>
              <a:gd name="connsiteX44" fmla="*/ 564357 w 2543175"/>
              <a:gd name="connsiteY44" fmla="*/ 431006 h 1890712"/>
              <a:gd name="connsiteX45" fmla="*/ 573882 w 2543175"/>
              <a:gd name="connsiteY45" fmla="*/ 438150 h 1890712"/>
              <a:gd name="connsiteX46" fmla="*/ 595313 w 2543175"/>
              <a:gd name="connsiteY46" fmla="*/ 454819 h 1890712"/>
              <a:gd name="connsiteX47" fmla="*/ 602457 w 2543175"/>
              <a:gd name="connsiteY47" fmla="*/ 457200 h 1890712"/>
              <a:gd name="connsiteX48" fmla="*/ 628650 w 2543175"/>
              <a:gd name="connsiteY48" fmla="*/ 469106 h 1890712"/>
              <a:gd name="connsiteX49" fmla="*/ 645319 w 2543175"/>
              <a:gd name="connsiteY49" fmla="*/ 483394 h 1890712"/>
              <a:gd name="connsiteX50" fmla="*/ 654844 w 2543175"/>
              <a:gd name="connsiteY50" fmla="*/ 488156 h 1890712"/>
              <a:gd name="connsiteX51" fmla="*/ 661988 w 2543175"/>
              <a:gd name="connsiteY51" fmla="*/ 497681 h 1890712"/>
              <a:gd name="connsiteX52" fmla="*/ 683419 w 2543175"/>
              <a:gd name="connsiteY52" fmla="*/ 514350 h 1890712"/>
              <a:gd name="connsiteX53" fmla="*/ 700088 w 2543175"/>
              <a:gd name="connsiteY53" fmla="*/ 526256 h 1890712"/>
              <a:gd name="connsiteX54" fmla="*/ 709613 w 2543175"/>
              <a:gd name="connsiteY54" fmla="*/ 535781 h 1890712"/>
              <a:gd name="connsiteX55" fmla="*/ 719138 w 2543175"/>
              <a:gd name="connsiteY55" fmla="*/ 542925 h 1890712"/>
              <a:gd name="connsiteX56" fmla="*/ 733425 w 2543175"/>
              <a:gd name="connsiteY56" fmla="*/ 557212 h 1890712"/>
              <a:gd name="connsiteX57" fmla="*/ 750094 w 2543175"/>
              <a:gd name="connsiteY57" fmla="*/ 569119 h 1890712"/>
              <a:gd name="connsiteX58" fmla="*/ 769144 w 2543175"/>
              <a:gd name="connsiteY58" fmla="*/ 581025 h 1890712"/>
              <a:gd name="connsiteX59" fmla="*/ 785813 w 2543175"/>
              <a:gd name="connsiteY59" fmla="*/ 590550 h 1890712"/>
              <a:gd name="connsiteX60" fmla="*/ 792957 w 2543175"/>
              <a:gd name="connsiteY60" fmla="*/ 600075 h 1890712"/>
              <a:gd name="connsiteX61" fmla="*/ 809625 w 2543175"/>
              <a:gd name="connsiteY61" fmla="*/ 611981 h 1890712"/>
              <a:gd name="connsiteX62" fmla="*/ 816769 w 2543175"/>
              <a:gd name="connsiteY62" fmla="*/ 619125 h 1890712"/>
              <a:gd name="connsiteX63" fmla="*/ 826294 w 2543175"/>
              <a:gd name="connsiteY63" fmla="*/ 626269 h 1890712"/>
              <a:gd name="connsiteX64" fmla="*/ 840582 w 2543175"/>
              <a:gd name="connsiteY64" fmla="*/ 638175 h 1890712"/>
              <a:gd name="connsiteX65" fmla="*/ 847725 w 2543175"/>
              <a:gd name="connsiteY65" fmla="*/ 645319 h 1890712"/>
              <a:gd name="connsiteX66" fmla="*/ 857250 w 2543175"/>
              <a:gd name="connsiteY66" fmla="*/ 652462 h 1890712"/>
              <a:gd name="connsiteX67" fmla="*/ 864394 w 2543175"/>
              <a:gd name="connsiteY67" fmla="*/ 657225 h 1890712"/>
              <a:gd name="connsiteX68" fmla="*/ 888207 w 2543175"/>
              <a:gd name="connsiteY68" fmla="*/ 676275 h 1890712"/>
              <a:gd name="connsiteX69" fmla="*/ 895350 w 2543175"/>
              <a:gd name="connsiteY69" fmla="*/ 681037 h 1890712"/>
              <a:gd name="connsiteX70" fmla="*/ 907257 w 2543175"/>
              <a:gd name="connsiteY70" fmla="*/ 683419 h 1890712"/>
              <a:gd name="connsiteX71" fmla="*/ 928688 w 2543175"/>
              <a:gd name="connsiteY71" fmla="*/ 695325 h 1890712"/>
              <a:gd name="connsiteX72" fmla="*/ 942975 w 2543175"/>
              <a:gd name="connsiteY72" fmla="*/ 700087 h 1890712"/>
              <a:gd name="connsiteX73" fmla="*/ 964407 w 2543175"/>
              <a:gd name="connsiteY73" fmla="*/ 716756 h 1890712"/>
              <a:gd name="connsiteX74" fmla="*/ 971550 w 2543175"/>
              <a:gd name="connsiteY74" fmla="*/ 723900 h 1890712"/>
              <a:gd name="connsiteX75" fmla="*/ 983457 w 2543175"/>
              <a:gd name="connsiteY75" fmla="*/ 733425 h 1890712"/>
              <a:gd name="connsiteX76" fmla="*/ 990600 w 2543175"/>
              <a:gd name="connsiteY76" fmla="*/ 738187 h 1890712"/>
              <a:gd name="connsiteX77" fmla="*/ 1007269 w 2543175"/>
              <a:gd name="connsiteY77" fmla="*/ 752475 h 1890712"/>
              <a:gd name="connsiteX78" fmla="*/ 1031082 w 2543175"/>
              <a:gd name="connsiteY78" fmla="*/ 766762 h 1890712"/>
              <a:gd name="connsiteX79" fmla="*/ 1042988 w 2543175"/>
              <a:gd name="connsiteY79" fmla="*/ 773906 h 1890712"/>
              <a:gd name="connsiteX80" fmla="*/ 1071563 w 2543175"/>
              <a:gd name="connsiteY80" fmla="*/ 785812 h 1890712"/>
              <a:gd name="connsiteX81" fmla="*/ 1097757 w 2543175"/>
              <a:gd name="connsiteY81" fmla="*/ 807244 h 1890712"/>
              <a:gd name="connsiteX82" fmla="*/ 1104900 w 2543175"/>
              <a:gd name="connsiteY82" fmla="*/ 814387 h 1890712"/>
              <a:gd name="connsiteX83" fmla="*/ 1121569 w 2543175"/>
              <a:gd name="connsiteY83" fmla="*/ 823912 h 1890712"/>
              <a:gd name="connsiteX84" fmla="*/ 1138238 w 2543175"/>
              <a:gd name="connsiteY84" fmla="*/ 835819 h 1890712"/>
              <a:gd name="connsiteX85" fmla="*/ 1147763 w 2543175"/>
              <a:gd name="connsiteY85" fmla="*/ 842962 h 1890712"/>
              <a:gd name="connsiteX86" fmla="*/ 1157288 w 2543175"/>
              <a:gd name="connsiteY86" fmla="*/ 847725 h 1890712"/>
              <a:gd name="connsiteX87" fmla="*/ 1178719 w 2543175"/>
              <a:gd name="connsiteY87" fmla="*/ 859631 h 1890712"/>
              <a:gd name="connsiteX88" fmla="*/ 1188244 w 2543175"/>
              <a:gd name="connsiteY88" fmla="*/ 866775 h 1890712"/>
              <a:gd name="connsiteX89" fmla="*/ 1195388 w 2543175"/>
              <a:gd name="connsiteY89" fmla="*/ 871537 h 1890712"/>
              <a:gd name="connsiteX90" fmla="*/ 1212057 w 2543175"/>
              <a:gd name="connsiteY90" fmla="*/ 883444 h 1890712"/>
              <a:gd name="connsiteX91" fmla="*/ 1226344 w 2543175"/>
              <a:gd name="connsiteY91" fmla="*/ 895350 h 1890712"/>
              <a:gd name="connsiteX92" fmla="*/ 1245394 w 2543175"/>
              <a:gd name="connsiteY92" fmla="*/ 907256 h 1890712"/>
              <a:gd name="connsiteX93" fmla="*/ 1254919 w 2543175"/>
              <a:gd name="connsiteY93" fmla="*/ 914400 h 1890712"/>
              <a:gd name="connsiteX94" fmla="*/ 1269207 w 2543175"/>
              <a:gd name="connsiteY94" fmla="*/ 921544 h 1890712"/>
              <a:gd name="connsiteX95" fmla="*/ 1290638 w 2543175"/>
              <a:gd name="connsiteY95" fmla="*/ 935831 h 1890712"/>
              <a:gd name="connsiteX96" fmla="*/ 1307307 w 2543175"/>
              <a:gd name="connsiteY96" fmla="*/ 952500 h 1890712"/>
              <a:gd name="connsiteX97" fmla="*/ 1333500 w 2543175"/>
              <a:gd name="connsiteY97" fmla="*/ 971550 h 1890712"/>
              <a:gd name="connsiteX98" fmla="*/ 1359694 w 2543175"/>
              <a:gd name="connsiteY98" fmla="*/ 990600 h 1890712"/>
              <a:gd name="connsiteX99" fmla="*/ 1373982 w 2543175"/>
              <a:gd name="connsiteY99" fmla="*/ 997744 h 1890712"/>
              <a:gd name="connsiteX100" fmla="*/ 1388269 w 2543175"/>
              <a:gd name="connsiteY100" fmla="*/ 1007269 h 1890712"/>
              <a:gd name="connsiteX101" fmla="*/ 1414463 w 2543175"/>
              <a:gd name="connsiteY101" fmla="*/ 1019175 h 1890712"/>
              <a:gd name="connsiteX102" fmla="*/ 1428750 w 2543175"/>
              <a:gd name="connsiteY102" fmla="*/ 1026319 h 1890712"/>
              <a:gd name="connsiteX103" fmla="*/ 1471613 w 2543175"/>
              <a:gd name="connsiteY103" fmla="*/ 1059656 h 1890712"/>
              <a:gd name="connsiteX104" fmla="*/ 1495425 w 2543175"/>
              <a:gd name="connsiteY104" fmla="*/ 1088231 h 1890712"/>
              <a:gd name="connsiteX105" fmla="*/ 1547812 w 2543175"/>
              <a:gd name="connsiteY105" fmla="*/ 1133475 h 1890712"/>
              <a:gd name="connsiteX106" fmla="*/ 1597819 w 2543175"/>
              <a:gd name="connsiteY106" fmla="*/ 1154906 h 1890712"/>
              <a:gd name="connsiteX107" fmla="*/ 1604963 w 2543175"/>
              <a:gd name="connsiteY107" fmla="*/ 1162050 h 1890712"/>
              <a:gd name="connsiteX108" fmla="*/ 1612107 w 2543175"/>
              <a:gd name="connsiteY108" fmla="*/ 1166812 h 1890712"/>
              <a:gd name="connsiteX109" fmla="*/ 1628775 w 2543175"/>
              <a:gd name="connsiteY109" fmla="*/ 1183481 h 1890712"/>
              <a:gd name="connsiteX110" fmla="*/ 1662113 w 2543175"/>
              <a:gd name="connsiteY110" fmla="*/ 1209675 h 1890712"/>
              <a:gd name="connsiteX111" fmla="*/ 1678782 w 2543175"/>
              <a:gd name="connsiteY111" fmla="*/ 1226344 h 1890712"/>
              <a:gd name="connsiteX112" fmla="*/ 1700213 w 2543175"/>
              <a:gd name="connsiteY112" fmla="*/ 1247775 h 1890712"/>
              <a:gd name="connsiteX113" fmla="*/ 1712119 w 2543175"/>
              <a:gd name="connsiteY113" fmla="*/ 1259681 h 1890712"/>
              <a:gd name="connsiteX114" fmla="*/ 1733550 w 2543175"/>
              <a:gd name="connsiteY114" fmla="*/ 1273969 h 1890712"/>
              <a:gd name="connsiteX115" fmla="*/ 1743075 w 2543175"/>
              <a:gd name="connsiteY115" fmla="*/ 1283494 h 1890712"/>
              <a:gd name="connsiteX116" fmla="*/ 1754982 w 2543175"/>
              <a:gd name="connsiteY116" fmla="*/ 1290637 h 1890712"/>
              <a:gd name="connsiteX117" fmla="*/ 1766888 w 2543175"/>
              <a:gd name="connsiteY117" fmla="*/ 1300162 h 1890712"/>
              <a:gd name="connsiteX118" fmla="*/ 1783557 w 2543175"/>
              <a:gd name="connsiteY118" fmla="*/ 1307306 h 1890712"/>
              <a:gd name="connsiteX119" fmla="*/ 1790700 w 2543175"/>
              <a:gd name="connsiteY119" fmla="*/ 1312069 h 1890712"/>
              <a:gd name="connsiteX120" fmla="*/ 1800225 w 2543175"/>
              <a:gd name="connsiteY120" fmla="*/ 1319212 h 1890712"/>
              <a:gd name="connsiteX121" fmla="*/ 1807369 w 2543175"/>
              <a:gd name="connsiteY121" fmla="*/ 1321594 h 1890712"/>
              <a:gd name="connsiteX122" fmla="*/ 1824038 w 2543175"/>
              <a:gd name="connsiteY122" fmla="*/ 1333500 h 1890712"/>
              <a:gd name="connsiteX123" fmla="*/ 1843088 w 2543175"/>
              <a:gd name="connsiteY123" fmla="*/ 1352550 h 1890712"/>
              <a:gd name="connsiteX124" fmla="*/ 1852613 w 2543175"/>
              <a:gd name="connsiteY124" fmla="*/ 1359694 h 1890712"/>
              <a:gd name="connsiteX125" fmla="*/ 1859757 w 2543175"/>
              <a:gd name="connsiteY125" fmla="*/ 1366837 h 1890712"/>
              <a:gd name="connsiteX126" fmla="*/ 1869282 w 2543175"/>
              <a:gd name="connsiteY126" fmla="*/ 1371600 h 1890712"/>
              <a:gd name="connsiteX127" fmla="*/ 1883569 w 2543175"/>
              <a:gd name="connsiteY127" fmla="*/ 1388269 h 1890712"/>
              <a:gd name="connsiteX128" fmla="*/ 1893094 w 2543175"/>
              <a:gd name="connsiteY128" fmla="*/ 1395412 h 1890712"/>
              <a:gd name="connsiteX129" fmla="*/ 1902619 w 2543175"/>
              <a:gd name="connsiteY129" fmla="*/ 1404937 h 1890712"/>
              <a:gd name="connsiteX130" fmla="*/ 1912144 w 2543175"/>
              <a:gd name="connsiteY130" fmla="*/ 1409700 h 1890712"/>
              <a:gd name="connsiteX131" fmla="*/ 1931194 w 2543175"/>
              <a:gd name="connsiteY131" fmla="*/ 1421606 h 1890712"/>
              <a:gd name="connsiteX132" fmla="*/ 1935957 w 2543175"/>
              <a:gd name="connsiteY132" fmla="*/ 1428750 h 1890712"/>
              <a:gd name="connsiteX133" fmla="*/ 1952625 w 2543175"/>
              <a:gd name="connsiteY133" fmla="*/ 1438275 h 1890712"/>
              <a:gd name="connsiteX134" fmla="*/ 1971675 w 2543175"/>
              <a:gd name="connsiteY134" fmla="*/ 1450181 h 1890712"/>
              <a:gd name="connsiteX135" fmla="*/ 1981200 w 2543175"/>
              <a:gd name="connsiteY135" fmla="*/ 1454944 h 1890712"/>
              <a:gd name="connsiteX136" fmla="*/ 1997869 w 2543175"/>
              <a:gd name="connsiteY136" fmla="*/ 1471612 h 1890712"/>
              <a:gd name="connsiteX137" fmla="*/ 2007394 w 2543175"/>
              <a:gd name="connsiteY137" fmla="*/ 1478756 h 1890712"/>
              <a:gd name="connsiteX138" fmla="*/ 2016919 w 2543175"/>
              <a:gd name="connsiteY138" fmla="*/ 1483519 h 1890712"/>
              <a:gd name="connsiteX139" fmla="*/ 2024063 w 2543175"/>
              <a:gd name="connsiteY139" fmla="*/ 1490662 h 1890712"/>
              <a:gd name="connsiteX140" fmla="*/ 2033588 w 2543175"/>
              <a:gd name="connsiteY140" fmla="*/ 1495425 h 1890712"/>
              <a:gd name="connsiteX141" fmla="*/ 2040732 w 2543175"/>
              <a:gd name="connsiteY141" fmla="*/ 1502569 h 1890712"/>
              <a:gd name="connsiteX142" fmla="*/ 2047875 w 2543175"/>
              <a:gd name="connsiteY142" fmla="*/ 1507331 h 1890712"/>
              <a:gd name="connsiteX143" fmla="*/ 2057400 w 2543175"/>
              <a:gd name="connsiteY143" fmla="*/ 1514475 h 1890712"/>
              <a:gd name="connsiteX144" fmla="*/ 2064544 w 2543175"/>
              <a:gd name="connsiteY144" fmla="*/ 1519237 h 1890712"/>
              <a:gd name="connsiteX145" fmla="*/ 2071688 w 2543175"/>
              <a:gd name="connsiteY145" fmla="*/ 1526381 h 1890712"/>
              <a:gd name="connsiteX146" fmla="*/ 2081213 w 2543175"/>
              <a:gd name="connsiteY146" fmla="*/ 1531144 h 1890712"/>
              <a:gd name="connsiteX147" fmla="*/ 2090738 w 2543175"/>
              <a:gd name="connsiteY147" fmla="*/ 1538287 h 1890712"/>
              <a:gd name="connsiteX148" fmla="*/ 2109788 w 2543175"/>
              <a:gd name="connsiteY148" fmla="*/ 1547812 h 1890712"/>
              <a:gd name="connsiteX149" fmla="*/ 2131219 w 2543175"/>
              <a:gd name="connsiteY149" fmla="*/ 1562100 h 1890712"/>
              <a:gd name="connsiteX150" fmla="*/ 2140744 w 2543175"/>
              <a:gd name="connsiteY150" fmla="*/ 1566862 h 1890712"/>
              <a:gd name="connsiteX151" fmla="*/ 2152650 w 2543175"/>
              <a:gd name="connsiteY151" fmla="*/ 1576387 h 1890712"/>
              <a:gd name="connsiteX152" fmla="*/ 2181225 w 2543175"/>
              <a:gd name="connsiteY152" fmla="*/ 1590675 h 1890712"/>
              <a:gd name="connsiteX153" fmla="*/ 2200275 w 2543175"/>
              <a:gd name="connsiteY153" fmla="*/ 1607344 h 1890712"/>
              <a:gd name="connsiteX154" fmla="*/ 2207419 w 2543175"/>
              <a:gd name="connsiteY154" fmla="*/ 1612106 h 1890712"/>
              <a:gd name="connsiteX155" fmla="*/ 2216944 w 2543175"/>
              <a:gd name="connsiteY155" fmla="*/ 1619250 h 1890712"/>
              <a:gd name="connsiteX156" fmla="*/ 2224088 w 2543175"/>
              <a:gd name="connsiteY156" fmla="*/ 1624012 h 1890712"/>
              <a:gd name="connsiteX157" fmla="*/ 2247900 w 2543175"/>
              <a:gd name="connsiteY157" fmla="*/ 1643062 h 1890712"/>
              <a:gd name="connsiteX158" fmla="*/ 2255044 w 2543175"/>
              <a:gd name="connsiteY158" fmla="*/ 1650206 h 1890712"/>
              <a:gd name="connsiteX159" fmla="*/ 2281238 w 2543175"/>
              <a:gd name="connsiteY159" fmla="*/ 1664494 h 1890712"/>
              <a:gd name="connsiteX160" fmla="*/ 2297907 w 2543175"/>
              <a:gd name="connsiteY160" fmla="*/ 1674019 h 1890712"/>
              <a:gd name="connsiteX161" fmla="*/ 2312194 w 2543175"/>
              <a:gd name="connsiteY161" fmla="*/ 1685925 h 1890712"/>
              <a:gd name="connsiteX162" fmla="*/ 2328863 w 2543175"/>
              <a:gd name="connsiteY162" fmla="*/ 1697831 h 1890712"/>
              <a:gd name="connsiteX163" fmla="*/ 2350294 w 2543175"/>
              <a:gd name="connsiteY163" fmla="*/ 1712119 h 1890712"/>
              <a:gd name="connsiteX164" fmla="*/ 2369344 w 2543175"/>
              <a:gd name="connsiteY164" fmla="*/ 1724025 h 1890712"/>
              <a:gd name="connsiteX165" fmla="*/ 2428876 w 2543175"/>
              <a:gd name="connsiteY165" fmla="*/ 1785938 h 1890712"/>
              <a:gd name="connsiteX166" fmla="*/ 2466975 w 2543175"/>
              <a:gd name="connsiteY166" fmla="*/ 1783556 h 1890712"/>
              <a:gd name="connsiteX167" fmla="*/ 2481263 w 2543175"/>
              <a:gd name="connsiteY167" fmla="*/ 1795462 h 1890712"/>
              <a:gd name="connsiteX168" fmla="*/ 2486025 w 2543175"/>
              <a:gd name="connsiteY168" fmla="*/ 1802606 h 1890712"/>
              <a:gd name="connsiteX169" fmla="*/ 2514600 w 2543175"/>
              <a:gd name="connsiteY169" fmla="*/ 1850231 h 1890712"/>
              <a:gd name="connsiteX170" fmla="*/ 2519363 w 2543175"/>
              <a:gd name="connsiteY170" fmla="*/ 1857375 h 1890712"/>
              <a:gd name="connsiteX171" fmla="*/ 2540794 w 2543175"/>
              <a:gd name="connsiteY171" fmla="*/ 1883569 h 1890712"/>
              <a:gd name="connsiteX172" fmla="*/ 2543175 w 2543175"/>
              <a:gd name="connsiteY17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40519 w 2543175"/>
              <a:gd name="connsiteY26" fmla="*/ 233362 h 1890712"/>
              <a:gd name="connsiteX27" fmla="*/ 354807 w 2543175"/>
              <a:gd name="connsiteY27" fmla="*/ 247650 h 1890712"/>
              <a:gd name="connsiteX28" fmla="*/ 366713 w 2543175"/>
              <a:gd name="connsiteY28" fmla="*/ 264319 h 1890712"/>
              <a:gd name="connsiteX29" fmla="*/ 371475 w 2543175"/>
              <a:gd name="connsiteY29" fmla="*/ 271462 h 1890712"/>
              <a:gd name="connsiteX30" fmla="*/ 385763 w 2543175"/>
              <a:gd name="connsiteY30" fmla="*/ 283369 h 1890712"/>
              <a:gd name="connsiteX31" fmla="*/ 404813 w 2543175"/>
              <a:gd name="connsiteY31" fmla="*/ 295275 h 1890712"/>
              <a:gd name="connsiteX32" fmla="*/ 411957 w 2543175"/>
              <a:gd name="connsiteY32" fmla="*/ 297656 h 1890712"/>
              <a:gd name="connsiteX33" fmla="*/ 466725 w 2543175"/>
              <a:gd name="connsiteY33" fmla="*/ 328612 h 1890712"/>
              <a:gd name="connsiteX34" fmla="*/ 476250 w 2543175"/>
              <a:gd name="connsiteY34" fmla="*/ 335756 h 1890712"/>
              <a:gd name="connsiteX35" fmla="*/ 481013 w 2543175"/>
              <a:gd name="connsiteY35" fmla="*/ 342900 h 1890712"/>
              <a:gd name="connsiteX36" fmla="*/ 490538 w 2543175"/>
              <a:gd name="connsiteY36" fmla="*/ 352425 h 1890712"/>
              <a:gd name="connsiteX37" fmla="*/ 495300 w 2543175"/>
              <a:gd name="connsiteY37" fmla="*/ 359569 h 1890712"/>
              <a:gd name="connsiteX38" fmla="*/ 509588 w 2543175"/>
              <a:gd name="connsiteY38" fmla="*/ 376237 h 1890712"/>
              <a:gd name="connsiteX39" fmla="*/ 514350 w 2543175"/>
              <a:gd name="connsiteY39" fmla="*/ 383381 h 1890712"/>
              <a:gd name="connsiteX40" fmla="*/ 531019 w 2543175"/>
              <a:gd name="connsiteY40" fmla="*/ 397669 h 1890712"/>
              <a:gd name="connsiteX41" fmla="*/ 538163 w 2543175"/>
              <a:gd name="connsiteY41" fmla="*/ 407194 h 1890712"/>
              <a:gd name="connsiteX42" fmla="*/ 554832 w 2543175"/>
              <a:gd name="connsiteY42" fmla="*/ 421481 h 1890712"/>
              <a:gd name="connsiteX43" fmla="*/ 564357 w 2543175"/>
              <a:gd name="connsiteY43" fmla="*/ 431006 h 1890712"/>
              <a:gd name="connsiteX44" fmla="*/ 573882 w 2543175"/>
              <a:gd name="connsiteY44" fmla="*/ 438150 h 1890712"/>
              <a:gd name="connsiteX45" fmla="*/ 595313 w 2543175"/>
              <a:gd name="connsiteY45" fmla="*/ 454819 h 1890712"/>
              <a:gd name="connsiteX46" fmla="*/ 602457 w 2543175"/>
              <a:gd name="connsiteY46" fmla="*/ 457200 h 1890712"/>
              <a:gd name="connsiteX47" fmla="*/ 628650 w 2543175"/>
              <a:gd name="connsiteY47" fmla="*/ 469106 h 1890712"/>
              <a:gd name="connsiteX48" fmla="*/ 645319 w 2543175"/>
              <a:gd name="connsiteY48" fmla="*/ 483394 h 1890712"/>
              <a:gd name="connsiteX49" fmla="*/ 654844 w 2543175"/>
              <a:gd name="connsiteY49" fmla="*/ 488156 h 1890712"/>
              <a:gd name="connsiteX50" fmla="*/ 661988 w 2543175"/>
              <a:gd name="connsiteY50" fmla="*/ 497681 h 1890712"/>
              <a:gd name="connsiteX51" fmla="*/ 683419 w 2543175"/>
              <a:gd name="connsiteY51" fmla="*/ 514350 h 1890712"/>
              <a:gd name="connsiteX52" fmla="*/ 700088 w 2543175"/>
              <a:gd name="connsiteY52" fmla="*/ 526256 h 1890712"/>
              <a:gd name="connsiteX53" fmla="*/ 709613 w 2543175"/>
              <a:gd name="connsiteY53" fmla="*/ 535781 h 1890712"/>
              <a:gd name="connsiteX54" fmla="*/ 719138 w 2543175"/>
              <a:gd name="connsiteY54" fmla="*/ 542925 h 1890712"/>
              <a:gd name="connsiteX55" fmla="*/ 733425 w 2543175"/>
              <a:gd name="connsiteY55" fmla="*/ 557212 h 1890712"/>
              <a:gd name="connsiteX56" fmla="*/ 750094 w 2543175"/>
              <a:gd name="connsiteY56" fmla="*/ 569119 h 1890712"/>
              <a:gd name="connsiteX57" fmla="*/ 769144 w 2543175"/>
              <a:gd name="connsiteY57" fmla="*/ 581025 h 1890712"/>
              <a:gd name="connsiteX58" fmla="*/ 785813 w 2543175"/>
              <a:gd name="connsiteY58" fmla="*/ 590550 h 1890712"/>
              <a:gd name="connsiteX59" fmla="*/ 792957 w 2543175"/>
              <a:gd name="connsiteY59" fmla="*/ 600075 h 1890712"/>
              <a:gd name="connsiteX60" fmla="*/ 809625 w 2543175"/>
              <a:gd name="connsiteY60" fmla="*/ 611981 h 1890712"/>
              <a:gd name="connsiteX61" fmla="*/ 816769 w 2543175"/>
              <a:gd name="connsiteY61" fmla="*/ 619125 h 1890712"/>
              <a:gd name="connsiteX62" fmla="*/ 826294 w 2543175"/>
              <a:gd name="connsiteY62" fmla="*/ 626269 h 1890712"/>
              <a:gd name="connsiteX63" fmla="*/ 840582 w 2543175"/>
              <a:gd name="connsiteY63" fmla="*/ 638175 h 1890712"/>
              <a:gd name="connsiteX64" fmla="*/ 847725 w 2543175"/>
              <a:gd name="connsiteY64" fmla="*/ 645319 h 1890712"/>
              <a:gd name="connsiteX65" fmla="*/ 857250 w 2543175"/>
              <a:gd name="connsiteY65" fmla="*/ 652462 h 1890712"/>
              <a:gd name="connsiteX66" fmla="*/ 864394 w 2543175"/>
              <a:gd name="connsiteY66" fmla="*/ 657225 h 1890712"/>
              <a:gd name="connsiteX67" fmla="*/ 888207 w 2543175"/>
              <a:gd name="connsiteY67" fmla="*/ 676275 h 1890712"/>
              <a:gd name="connsiteX68" fmla="*/ 895350 w 2543175"/>
              <a:gd name="connsiteY68" fmla="*/ 681037 h 1890712"/>
              <a:gd name="connsiteX69" fmla="*/ 907257 w 2543175"/>
              <a:gd name="connsiteY69" fmla="*/ 683419 h 1890712"/>
              <a:gd name="connsiteX70" fmla="*/ 928688 w 2543175"/>
              <a:gd name="connsiteY70" fmla="*/ 695325 h 1890712"/>
              <a:gd name="connsiteX71" fmla="*/ 942975 w 2543175"/>
              <a:gd name="connsiteY71" fmla="*/ 700087 h 1890712"/>
              <a:gd name="connsiteX72" fmla="*/ 964407 w 2543175"/>
              <a:gd name="connsiteY72" fmla="*/ 716756 h 1890712"/>
              <a:gd name="connsiteX73" fmla="*/ 971550 w 2543175"/>
              <a:gd name="connsiteY73" fmla="*/ 723900 h 1890712"/>
              <a:gd name="connsiteX74" fmla="*/ 983457 w 2543175"/>
              <a:gd name="connsiteY74" fmla="*/ 733425 h 1890712"/>
              <a:gd name="connsiteX75" fmla="*/ 990600 w 2543175"/>
              <a:gd name="connsiteY75" fmla="*/ 738187 h 1890712"/>
              <a:gd name="connsiteX76" fmla="*/ 1007269 w 2543175"/>
              <a:gd name="connsiteY76" fmla="*/ 752475 h 1890712"/>
              <a:gd name="connsiteX77" fmla="*/ 1031082 w 2543175"/>
              <a:gd name="connsiteY77" fmla="*/ 766762 h 1890712"/>
              <a:gd name="connsiteX78" fmla="*/ 1042988 w 2543175"/>
              <a:gd name="connsiteY78" fmla="*/ 773906 h 1890712"/>
              <a:gd name="connsiteX79" fmla="*/ 1071563 w 2543175"/>
              <a:gd name="connsiteY79" fmla="*/ 785812 h 1890712"/>
              <a:gd name="connsiteX80" fmla="*/ 1097757 w 2543175"/>
              <a:gd name="connsiteY80" fmla="*/ 807244 h 1890712"/>
              <a:gd name="connsiteX81" fmla="*/ 1104900 w 2543175"/>
              <a:gd name="connsiteY81" fmla="*/ 814387 h 1890712"/>
              <a:gd name="connsiteX82" fmla="*/ 1121569 w 2543175"/>
              <a:gd name="connsiteY82" fmla="*/ 823912 h 1890712"/>
              <a:gd name="connsiteX83" fmla="*/ 1138238 w 2543175"/>
              <a:gd name="connsiteY83" fmla="*/ 835819 h 1890712"/>
              <a:gd name="connsiteX84" fmla="*/ 1147763 w 2543175"/>
              <a:gd name="connsiteY84" fmla="*/ 842962 h 1890712"/>
              <a:gd name="connsiteX85" fmla="*/ 1157288 w 2543175"/>
              <a:gd name="connsiteY85" fmla="*/ 847725 h 1890712"/>
              <a:gd name="connsiteX86" fmla="*/ 1178719 w 2543175"/>
              <a:gd name="connsiteY86" fmla="*/ 859631 h 1890712"/>
              <a:gd name="connsiteX87" fmla="*/ 1188244 w 2543175"/>
              <a:gd name="connsiteY87" fmla="*/ 866775 h 1890712"/>
              <a:gd name="connsiteX88" fmla="*/ 1195388 w 2543175"/>
              <a:gd name="connsiteY88" fmla="*/ 871537 h 1890712"/>
              <a:gd name="connsiteX89" fmla="*/ 1212057 w 2543175"/>
              <a:gd name="connsiteY89" fmla="*/ 883444 h 1890712"/>
              <a:gd name="connsiteX90" fmla="*/ 1226344 w 2543175"/>
              <a:gd name="connsiteY90" fmla="*/ 895350 h 1890712"/>
              <a:gd name="connsiteX91" fmla="*/ 1245394 w 2543175"/>
              <a:gd name="connsiteY91" fmla="*/ 907256 h 1890712"/>
              <a:gd name="connsiteX92" fmla="*/ 1254919 w 2543175"/>
              <a:gd name="connsiteY92" fmla="*/ 914400 h 1890712"/>
              <a:gd name="connsiteX93" fmla="*/ 1269207 w 2543175"/>
              <a:gd name="connsiteY93" fmla="*/ 921544 h 1890712"/>
              <a:gd name="connsiteX94" fmla="*/ 1290638 w 2543175"/>
              <a:gd name="connsiteY94" fmla="*/ 935831 h 1890712"/>
              <a:gd name="connsiteX95" fmla="*/ 1307307 w 2543175"/>
              <a:gd name="connsiteY95" fmla="*/ 952500 h 1890712"/>
              <a:gd name="connsiteX96" fmla="*/ 1333500 w 2543175"/>
              <a:gd name="connsiteY96" fmla="*/ 971550 h 1890712"/>
              <a:gd name="connsiteX97" fmla="*/ 1359694 w 2543175"/>
              <a:gd name="connsiteY97" fmla="*/ 990600 h 1890712"/>
              <a:gd name="connsiteX98" fmla="*/ 1373982 w 2543175"/>
              <a:gd name="connsiteY98" fmla="*/ 997744 h 1890712"/>
              <a:gd name="connsiteX99" fmla="*/ 1388269 w 2543175"/>
              <a:gd name="connsiteY99" fmla="*/ 1007269 h 1890712"/>
              <a:gd name="connsiteX100" fmla="*/ 1414463 w 2543175"/>
              <a:gd name="connsiteY100" fmla="*/ 1019175 h 1890712"/>
              <a:gd name="connsiteX101" fmla="*/ 1428750 w 2543175"/>
              <a:gd name="connsiteY101" fmla="*/ 1026319 h 1890712"/>
              <a:gd name="connsiteX102" fmla="*/ 1471613 w 2543175"/>
              <a:gd name="connsiteY102" fmla="*/ 1059656 h 1890712"/>
              <a:gd name="connsiteX103" fmla="*/ 1495425 w 2543175"/>
              <a:gd name="connsiteY103" fmla="*/ 1088231 h 1890712"/>
              <a:gd name="connsiteX104" fmla="*/ 1547812 w 2543175"/>
              <a:gd name="connsiteY104" fmla="*/ 1133475 h 1890712"/>
              <a:gd name="connsiteX105" fmla="*/ 1597819 w 2543175"/>
              <a:gd name="connsiteY105" fmla="*/ 1154906 h 1890712"/>
              <a:gd name="connsiteX106" fmla="*/ 1604963 w 2543175"/>
              <a:gd name="connsiteY106" fmla="*/ 1162050 h 1890712"/>
              <a:gd name="connsiteX107" fmla="*/ 1612107 w 2543175"/>
              <a:gd name="connsiteY107" fmla="*/ 1166812 h 1890712"/>
              <a:gd name="connsiteX108" fmla="*/ 1628775 w 2543175"/>
              <a:gd name="connsiteY108" fmla="*/ 1183481 h 1890712"/>
              <a:gd name="connsiteX109" fmla="*/ 1662113 w 2543175"/>
              <a:gd name="connsiteY109" fmla="*/ 1209675 h 1890712"/>
              <a:gd name="connsiteX110" fmla="*/ 1678782 w 2543175"/>
              <a:gd name="connsiteY110" fmla="*/ 1226344 h 1890712"/>
              <a:gd name="connsiteX111" fmla="*/ 1700213 w 2543175"/>
              <a:gd name="connsiteY111" fmla="*/ 1247775 h 1890712"/>
              <a:gd name="connsiteX112" fmla="*/ 1712119 w 2543175"/>
              <a:gd name="connsiteY112" fmla="*/ 1259681 h 1890712"/>
              <a:gd name="connsiteX113" fmla="*/ 1733550 w 2543175"/>
              <a:gd name="connsiteY113" fmla="*/ 1273969 h 1890712"/>
              <a:gd name="connsiteX114" fmla="*/ 1743075 w 2543175"/>
              <a:gd name="connsiteY114" fmla="*/ 1283494 h 1890712"/>
              <a:gd name="connsiteX115" fmla="*/ 1754982 w 2543175"/>
              <a:gd name="connsiteY115" fmla="*/ 1290637 h 1890712"/>
              <a:gd name="connsiteX116" fmla="*/ 1766888 w 2543175"/>
              <a:gd name="connsiteY116" fmla="*/ 1300162 h 1890712"/>
              <a:gd name="connsiteX117" fmla="*/ 1783557 w 2543175"/>
              <a:gd name="connsiteY117" fmla="*/ 1307306 h 1890712"/>
              <a:gd name="connsiteX118" fmla="*/ 1790700 w 2543175"/>
              <a:gd name="connsiteY118" fmla="*/ 1312069 h 1890712"/>
              <a:gd name="connsiteX119" fmla="*/ 1800225 w 2543175"/>
              <a:gd name="connsiteY119" fmla="*/ 1319212 h 1890712"/>
              <a:gd name="connsiteX120" fmla="*/ 1807369 w 2543175"/>
              <a:gd name="connsiteY120" fmla="*/ 1321594 h 1890712"/>
              <a:gd name="connsiteX121" fmla="*/ 1824038 w 2543175"/>
              <a:gd name="connsiteY121" fmla="*/ 1333500 h 1890712"/>
              <a:gd name="connsiteX122" fmla="*/ 1843088 w 2543175"/>
              <a:gd name="connsiteY122" fmla="*/ 1352550 h 1890712"/>
              <a:gd name="connsiteX123" fmla="*/ 1852613 w 2543175"/>
              <a:gd name="connsiteY123" fmla="*/ 1359694 h 1890712"/>
              <a:gd name="connsiteX124" fmla="*/ 1859757 w 2543175"/>
              <a:gd name="connsiteY124" fmla="*/ 1366837 h 1890712"/>
              <a:gd name="connsiteX125" fmla="*/ 1869282 w 2543175"/>
              <a:gd name="connsiteY125" fmla="*/ 1371600 h 1890712"/>
              <a:gd name="connsiteX126" fmla="*/ 1883569 w 2543175"/>
              <a:gd name="connsiteY126" fmla="*/ 1388269 h 1890712"/>
              <a:gd name="connsiteX127" fmla="*/ 1893094 w 2543175"/>
              <a:gd name="connsiteY127" fmla="*/ 1395412 h 1890712"/>
              <a:gd name="connsiteX128" fmla="*/ 1902619 w 2543175"/>
              <a:gd name="connsiteY128" fmla="*/ 1404937 h 1890712"/>
              <a:gd name="connsiteX129" fmla="*/ 1912144 w 2543175"/>
              <a:gd name="connsiteY129" fmla="*/ 1409700 h 1890712"/>
              <a:gd name="connsiteX130" fmla="*/ 1931194 w 2543175"/>
              <a:gd name="connsiteY130" fmla="*/ 1421606 h 1890712"/>
              <a:gd name="connsiteX131" fmla="*/ 1935957 w 2543175"/>
              <a:gd name="connsiteY131" fmla="*/ 1428750 h 1890712"/>
              <a:gd name="connsiteX132" fmla="*/ 1952625 w 2543175"/>
              <a:gd name="connsiteY132" fmla="*/ 1438275 h 1890712"/>
              <a:gd name="connsiteX133" fmla="*/ 1971675 w 2543175"/>
              <a:gd name="connsiteY133" fmla="*/ 1450181 h 1890712"/>
              <a:gd name="connsiteX134" fmla="*/ 1981200 w 2543175"/>
              <a:gd name="connsiteY134" fmla="*/ 1454944 h 1890712"/>
              <a:gd name="connsiteX135" fmla="*/ 1997869 w 2543175"/>
              <a:gd name="connsiteY135" fmla="*/ 1471612 h 1890712"/>
              <a:gd name="connsiteX136" fmla="*/ 2007394 w 2543175"/>
              <a:gd name="connsiteY136" fmla="*/ 1478756 h 1890712"/>
              <a:gd name="connsiteX137" fmla="*/ 2016919 w 2543175"/>
              <a:gd name="connsiteY137" fmla="*/ 1483519 h 1890712"/>
              <a:gd name="connsiteX138" fmla="*/ 2024063 w 2543175"/>
              <a:gd name="connsiteY138" fmla="*/ 1490662 h 1890712"/>
              <a:gd name="connsiteX139" fmla="*/ 2033588 w 2543175"/>
              <a:gd name="connsiteY139" fmla="*/ 1495425 h 1890712"/>
              <a:gd name="connsiteX140" fmla="*/ 2040732 w 2543175"/>
              <a:gd name="connsiteY140" fmla="*/ 1502569 h 1890712"/>
              <a:gd name="connsiteX141" fmla="*/ 2047875 w 2543175"/>
              <a:gd name="connsiteY141" fmla="*/ 1507331 h 1890712"/>
              <a:gd name="connsiteX142" fmla="*/ 2057400 w 2543175"/>
              <a:gd name="connsiteY142" fmla="*/ 1514475 h 1890712"/>
              <a:gd name="connsiteX143" fmla="*/ 2064544 w 2543175"/>
              <a:gd name="connsiteY143" fmla="*/ 1519237 h 1890712"/>
              <a:gd name="connsiteX144" fmla="*/ 2071688 w 2543175"/>
              <a:gd name="connsiteY144" fmla="*/ 1526381 h 1890712"/>
              <a:gd name="connsiteX145" fmla="*/ 2081213 w 2543175"/>
              <a:gd name="connsiteY145" fmla="*/ 1531144 h 1890712"/>
              <a:gd name="connsiteX146" fmla="*/ 2090738 w 2543175"/>
              <a:gd name="connsiteY146" fmla="*/ 1538287 h 1890712"/>
              <a:gd name="connsiteX147" fmla="*/ 2109788 w 2543175"/>
              <a:gd name="connsiteY147" fmla="*/ 1547812 h 1890712"/>
              <a:gd name="connsiteX148" fmla="*/ 2131219 w 2543175"/>
              <a:gd name="connsiteY148" fmla="*/ 1562100 h 1890712"/>
              <a:gd name="connsiteX149" fmla="*/ 2140744 w 2543175"/>
              <a:gd name="connsiteY149" fmla="*/ 1566862 h 1890712"/>
              <a:gd name="connsiteX150" fmla="*/ 2152650 w 2543175"/>
              <a:gd name="connsiteY150" fmla="*/ 1576387 h 1890712"/>
              <a:gd name="connsiteX151" fmla="*/ 2181225 w 2543175"/>
              <a:gd name="connsiteY151" fmla="*/ 1590675 h 1890712"/>
              <a:gd name="connsiteX152" fmla="*/ 2200275 w 2543175"/>
              <a:gd name="connsiteY152" fmla="*/ 1607344 h 1890712"/>
              <a:gd name="connsiteX153" fmla="*/ 2207419 w 2543175"/>
              <a:gd name="connsiteY153" fmla="*/ 1612106 h 1890712"/>
              <a:gd name="connsiteX154" fmla="*/ 2216944 w 2543175"/>
              <a:gd name="connsiteY154" fmla="*/ 1619250 h 1890712"/>
              <a:gd name="connsiteX155" fmla="*/ 2224088 w 2543175"/>
              <a:gd name="connsiteY155" fmla="*/ 1624012 h 1890712"/>
              <a:gd name="connsiteX156" fmla="*/ 2247900 w 2543175"/>
              <a:gd name="connsiteY156" fmla="*/ 1643062 h 1890712"/>
              <a:gd name="connsiteX157" fmla="*/ 2255044 w 2543175"/>
              <a:gd name="connsiteY157" fmla="*/ 1650206 h 1890712"/>
              <a:gd name="connsiteX158" fmla="*/ 2281238 w 2543175"/>
              <a:gd name="connsiteY158" fmla="*/ 1664494 h 1890712"/>
              <a:gd name="connsiteX159" fmla="*/ 2297907 w 2543175"/>
              <a:gd name="connsiteY159" fmla="*/ 1674019 h 1890712"/>
              <a:gd name="connsiteX160" fmla="*/ 2312194 w 2543175"/>
              <a:gd name="connsiteY160" fmla="*/ 1685925 h 1890712"/>
              <a:gd name="connsiteX161" fmla="*/ 2328863 w 2543175"/>
              <a:gd name="connsiteY161" fmla="*/ 1697831 h 1890712"/>
              <a:gd name="connsiteX162" fmla="*/ 2350294 w 2543175"/>
              <a:gd name="connsiteY162" fmla="*/ 1712119 h 1890712"/>
              <a:gd name="connsiteX163" fmla="*/ 2369344 w 2543175"/>
              <a:gd name="connsiteY163" fmla="*/ 1724025 h 1890712"/>
              <a:gd name="connsiteX164" fmla="*/ 2428876 w 2543175"/>
              <a:gd name="connsiteY164" fmla="*/ 1785938 h 1890712"/>
              <a:gd name="connsiteX165" fmla="*/ 2466975 w 2543175"/>
              <a:gd name="connsiteY165" fmla="*/ 1783556 h 1890712"/>
              <a:gd name="connsiteX166" fmla="*/ 2481263 w 2543175"/>
              <a:gd name="connsiteY166" fmla="*/ 1795462 h 1890712"/>
              <a:gd name="connsiteX167" fmla="*/ 2486025 w 2543175"/>
              <a:gd name="connsiteY167" fmla="*/ 1802606 h 1890712"/>
              <a:gd name="connsiteX168" fmla="*/ 2514600 w 2543175"/>
              <a:gd name="connsiteY168" fmla="*/ 1850231 h 1890712"/>
              <a:gd name="connsiteX169" fmla="*/ 2519363 w 2543175"/>
              <a:gd name="connsiteY169" fmla="*/ 1857375 h 1890712"/>
              <a:gd name="connsiteX170" fmla="*/ 2540794 w 2543175"/>
              <a:gd name="connsiteY170" fmla="*/ 1883569 h 1890712"/>
              <a:gd name="connsiteX171" fmla="*/ 2543175 w 2543175"/>
              <a:gd name="connsiteY171"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2419 w 2543175"/>
              <a:gd name="connsiteY24" fmla="*/ 204787 h 1890712"/>
              <a:gd name="connsiteX25" fmla="*/ 333375 w 2543175"/>
              <a:gd name="connsiteY25" fmla="*/ 228600 h 1890712"/>
              <a:gd name="connsiteX26" fmla="*/ 354807 w 2543175"/>
              <a:gd name="connsiteY26" fmla="*/ 247650 h 1890712"/>
              <a:gd name="connsiteX27" fmla="*/ 366713 w 2543175"/>
              <a:gd name="connsiteY27" fmla="*/ 264319 h 1890712"/>
              <a:gd name="connsiteX28" fmla="*/ 371475 w 2543175"/>
              <a:gd name="connsiteY28" fmla="*/ 271462 h 1890712"/>
              <a:gd name="connsiteX29" fmla="*/ 385763 w 2543175"/>
              <a:gd name="connsiteY29" fmla="*/ 283369 h 1890712"/>
              <a:gd name="connsiteX30" fmla="*/ 404813 w 2543175"/>
              <a:gd name="connsiteY30" fmla="*/ 295275 h 1890712"/>
              <a:gd name="connsiteX31" fmla="*/ 411957 w 2543175"/>
              <a:gd name="connsiteY31" fmla="*/ 297656 h 1890712"/>
              <a:gd name="connsiteX32" fmla="*/ 466725 w 2543175"/>
              <a:gd name="connsiteY32" fmla="*/ 328612 h 1890712"/>
              <a:gd name="connsiteX33" fmla="*/ 476250 w 2543175"/>
              <a:gd name="connsiteY33" fmla="*/ 335756 h 1890712"/>
              <a:gd name="connsiteX34" fmla="*/ 481013 w 2543175"/>
              <a:gd name="connsiteY34" fmla="*/ 342900 h 1890712"/>
              <a:gd name="connsiteX35" fmla="*/ 490538 w 2543175"/>
              <a:gd name="connsiteY35" fmla="*/ 352425 h 1890712"/>
              <a:gd name="connsiteX36" fmla="*/ 495300 w 2543175"/>
              <a:gd name="connsiteY36" fmla="*/ 359569 h 1890712"/>
              <a:gd name="connsiteX37" fmla="*/ 509588 w 2543175"/>
              <a:gd name="connsiteY37" fmla="*/ 376237 h 1890712"/>
              <a:gd name="connsiteX38" fmla="*/ 514350 w 2543175"/>
              <a:gd name="connsiteY38" fmla="*/ 383381 h 1890712"/>
              <a:gd name="connsiteX39" fmla="*/ 531019 w 2543175"/>
              <a:gd name="connsiteY39" fmla="*/ 397669 h 1890712"/>
              <a:gd name="connsiteX40" fmla="*/ 538163 w 2543175"/>
              <a:gd name="connsiteY40" fmla="*/ 407194 h 1890712"/>
              <a:gd name="connsiteX41" fmla="*/ 554832 w 2543175"/>
              <a:gd name="connsiteY41" fmla="*/ 421481 h 1890712"/>
              <a:gd name="connsiteX42" fmla="*/ 564357 w 2543175"/>
              <a:gd name="connsiteY42" fmla="*/ 431006 h 1890712"/>
              <a:gd name="connsiteX43" fmla="*/ 573882 w 2543175"/>
              <a:gd name="connsiteY43" fmla="*/ 438150 h 1890712"/>
              <a:gd name="connsiteX44" fmla="*/ 595313 w 2543175"/>
              <a:gd name="connsiteY44" fmla="*/ 454819 h 1890712"/>
              <a:gd name="connsiteX45" fmla="*/ 602457 w 2543175"/>
              <a:gd name="connsiteY45" fmla="*/ 457200 h 1890712"/>
              <a:gd name="connsiteX46" fmla="*/ 628650 w 2543175"/>
              <a:gd name="connsiteY46" fmla="*/ 469106 h 1890712"/>
              <a:gd name="connsiteX47" fmla="*/ 645319 w 2543175"/>
              <a:gd name="connsiteY47" fmla="*/ 483394 h 1890712"/>
              <a:gd name="connsiteX48" fmla="*/ 654844 w 2543175"/>
              <a:gd name="connsiteY48" fmla="*/ 488156 h 1890712"/>
              <a:gd name="connsiteX49" fmla="*/ 661988 w 2543175"/>
              <a:gd name="connsiteY49" fmla="*/ 497681 h 1890712"/>
              <a:gd name="connsiteX50" fmla="*/ 683419 w 2543175"/>
              <a:gd name="connsiteY50" fmla="*/ 514350 h 1890712"/>
              <a:gd name="connsiteX51" fmla="*/ 700088 w 2543175"/>
              <a:gd name="connsiteY51" fmla="*/ 526256 h 1890712"/>
              <a:gd name="connsiteX52" fmla="*/ 709613 w 2543175"/>
              <a:gd name="connsiteY52" fmla="*/ 535781 h 1890712"/>
              <a:gd name="connsiteX53" fmla="*/ 719138 w 2543175"/>
              <a:gd name="connsiteY53" fmla="*/ 542925 h 1890712"/>
              <a:gd name="connsiteX54" fmla="*/ 733425 w 2543175"/>
              <a:gd name="connsiteY54" fmla="*/ 557212 h 1890712"/>
              <a:gd name="connsiteX55" fmla="*/ 750094 w 2543175"/>
              <a:gd name="connsiteY55" fmla="*/ 569119 h 1890712"/>
              <a:gd name="connsiteX56" fmla="*/ 769144 w 2543175"/>
              <a:gd name="connsiteY56" fmla="*/ 581025 h 1890712"/>
              <a:gd name="connsiteX57" fmla="*/ 785813 w 2543175"/>
              <a:gd name="connsiteY57" fmla="*/ 590550 h 1890712"/>
              <a:gd name="connsiteX58" fmla="*/ 792957 w 2543175"/>
              <a:gd name="connsiteY58" fmla="*/ 600075 h 1890712"/>
              <a:gd name="connsiteX59" fmla="*/ 809625 w 2543175"/>
              <a:gd name="connsiteY59" fmla="*/ 611981 h 1890712"/>
              <a:gd name="connsiteX60" fmla="*/ 816769 w 2543175"/>
              <a:gd name="connsiteY60" fmla="*/ 619125 h 1890712"/>
              <a:gd name="connsiteX61" fmla="*/ 826294 w 2543175"/>
              <a:gd name="connsiteY61" fmla="*/ 626269 h 1890712"/>
              <a:gd name="connsiteX62" fmla="*/ 840582 w 2543175"/>
              <a:gd name="connsiteY62" fmla="*/ 638175 h 1890712"/>
              <a:gd name="connsiteX63" fmla="*/ 847725 w 2543175"/>
              <a:gd name="connsiteY63" fmla="*/ 645319 h 1890712"/>
              <a:gd name="connsiteX64" fmla="*/ 857250 w 2543175"/>
              <a:gd name="connsiteY64" fmla="*/ 652462 h 1890712"/>
              <a:gd name="connsiteX65" fmla="*/ 864394 w 2543175"/>
              <a:gd name="connsiteY65" fmla="*/ 657225 h 1890712"/>
              <a:gd name="connsiteX66" fmla="*/ 888207 w 2543175"/>
              <a:gd name="connsiteY66" fmla="*/ 676275 h 1890712"/>
              <a:gd name="connsiteX67" fmla="*/ 895350 w 2543175"/>
              <a:gd name="connsiteY67" fmla="*/ 681037 h 1890712"/>
              <a:gd name="connsiteX68" fmla="*/ 907257 w 2543175"/>
              <a:gd name="connsiteY68" fmla="*/ 683419 h 1890712"/>
              <a:gd name="connsiteX69" fmla="*/ 928688 w 2543175"/>
              <a:gd name="connsiteY69" fmla="*/ 695325 h 1890712"/>
              <a:gd name="connsiteX70" fmla="*/ 942975 w 2543175"/>
              <a:gd name="connsiteY70" fmla="*/ 700087 h 1890712"/>
              <a:gd name="connsiteX71" fmla="*/ 964407 w 2543175"/>
              <a:gd name="connsiteY71" fmla="*/ 716756 h 1890712"/>
              <a:gd name="connsiteX72" fmla="*/ 971550 w 2543175"/>
              <a:gd name="connsiteY72" fmla="*/ 723900 h 1890712"/>
              <a:gd name="connsiteX73" fmla="*/ 983457 w 2543175"/>
              <a:gd name="connsiteY73" fmla="*/ 733425 h 1890712"/>
              <a:gd name="connsiteX74" fmla="*/ 990600 w 2543175"/>
              <a:gd name="connsiteY74" fmla="*/ 738187 h 1890712"/>
              <a:gd name="connsiteX75" fmla="*/ 1007269 w 2543175"/>
              <a:gd name="connsiteY75" fmla="*/ 752475 h 1890712"/>
              <a:gd name="connsiteX76" fmla="*/ 1031082 w 2543175"/>
              <a:gd name="connsiteY76" fmla="*/ 766762 h 1890712"/>
              <a:gd name="connsiteX77" fmla="*/ 1042988 w 2543175"/>
              <a:gd name="connsiteY77" fmla="*/ 773906 h 1890712"/>
              <a:gd name="connsiteX78" fmla="*/ 1071563 w 2543175"/>
              <a:gd name="connsiteY78" fmla="*/ 785812 h 1890712"/>
              <a:gd name="connsiteX79" fmla="*/ 1097757 w 2543175"/>
              <a:gd name="connsiteY79" fmla="*/ 807244 h 1890712"/>
              <a:gd name="connsiteX80" fmla="*/ 1104900 w 2543175"/>
              <a:gd name="connsiteY80" fmla="*/ 814387 h 1890712"/>
              <a:gd name="connsiteX81" fmla="*/ 1121569 w 2543175"/>
              <a:gd name="connsiteY81" fmla="*/ 823912 h 1890712"/>
              <a:gd name="connsiteX82" fmla="*/ 1138238 w 2543175"/>
              <a:gd name="connsiteY82" fmla="*/ 835819 h 1890712"/>
              <a:gd name="connsiteX83" fmla="*/ 1147763 w 2543175"/>
              <a:gd name="connsiteY83" fmla="*/ 842962 h 1890712"/>
              <a:gd name="connsiteX84" fmla="*/ 1157288 w 2543175"/>
              <a:gd name="connsiteY84" fmla="*/ 847725 h 1890712"/>
              <a:gd name="connsiteX85" fmla="*/ 1178719 w 2543175"/>
              <a:gd name="connsiteY85" fmla="*/ 859631 h 1890712"/>
              <a:gd name="connsiteX86" fmla="*/ 1188244 w 2543175"/>
              <a:gd name="connsiteY86" fmla="*/ 866775 h 1890712"/>
              <a:gd name="connsiteX87" fmla="*/ 1195388 w 2543175"/>
              <a:gd name="connsiteY87" fmla="*/ 871537 h 1890712"/>
              <a:gd name="connsiteX88" fmla="*/ 1212057 w 2543175"/>
              <a:gd name="connsiteY88" fmla="*/ 883444 h 1890712"/>
              <a:gd name="connsiteX89" fmla="*/ 1226344 w 2543175"/>
              <a:gd name="connsiteY89" fmla="*/ 895350 h 1890712"/>
              <a:gd name="connsiteX90" fmla="*/ 1245394 w 2543175"/>
              <a:gd name="connsiteY90" fmla="*/ 907256 h 1890712"/>
              <a:gd name="connsiteX91" fmla="*/ 1254919 w 2543175"/>
              <a:gd name="connsiteY91" fmla="*/ 914400 h 1890712"/>
              <a:gd name="connsiteX92" fmla="*/ 1269207 w 2543175"/>
              <a:gd name="connsiteY92" fmla="*/ 921544 h 1890712"/>
              <a:gd name="connsiteX93" fmla="*/ 1290638 w 2543175"/>
              <a:gd name="connsiteY93" fmla="*/ 935831 h 1890712"/>
              <a:gd name="connsiteX94" fmla="*/ 1307307 w 2543175"/>
              <a:gd name="connsiteY94" fmla="*/ 952500 h 1890712"/>
              <a:gd name="connsiteX95" fmla="*/ 1333500 w 2543175"/>
              <a:gd name="connsiteY95" fmla="*/ 971550 h 1890712"/>
              <a:gd name="connsiteX96" fmla="*/ 1359694 w 2543175"/>
              <a:gd name="connsiteY96" fmla="*/ 990600 h 1890712"/>
              <a:gd name="connsiteX97" fmla="*/ 1373982 w 2543175"/>
              <a:gd name="connsiteY97" fmla="*/ 997744 h 1890712"/>
              <a:gd name="connsiteX98" fmla="*/ 1388269 w 2543175"/>
              <a:gd name="connsiteY98" fmla="*/ 1007269 h 1890712"/>
              <a:gd name="connsiteX99" fmla="*/ 1414463 w 2543175"/>
              <a:gd name="connsiteY99" fmla="*/ 1019175 h 1890712"/>
              <a:gd name="connsiteX100" fmla="*/ 1428750 w 2543175"/>
              <a:gd name="connsiteY100" fmla="*/ 1026319 h 1890712"/>
              <a:gd name="connsiteX101" fmla="*/ 1471613 w 2543175"/>
              <a:gd name="connsiteY101" fmla="*/ 1059656 h 1890712"/>
              <a:gd name="connsiteX102" fmla="*/ 1495425 w 2543175"/>
              <a:gd name="connsiteY102" fmla="*/ 1088231 h 1890712"/>
              <a:gd name="connsiteX103" fmla="*/ 1547812 w 2543175"/>
              <a:gd name="connsiteY103" fmla="*/ 1133475 h 1890712"/>
              <a:gd name="connsiteX104" fmla="*/ 1597819 w 2543175"/>
              <a:gd name="connsiteY104" fmla="*/ 1154906 h 1890712"/>
              <a:gd name="connsiteX105" fmla="*/ 1604963 w 2543175"/>
              <a:gd name="connsiteY105" fmla="*/ 1162050 h 1890712"/>
              <a:gd name="connsiteX106" fmla="*/ 1612107 w 2543175"/>
              <a:gd name="connsiteY106" fmla="*/ 1166812 h 1890712"/>
              <a:gd name="connsiteX107" fmla="*/ 1628775 w 2543175"/>
              <a:gd name="connsiteY107" fmla="*/ 1183481 h 1890712"/>
              <a:gd name="connsiteX108" fmla="*/ 1662113 w 2543175"/>
              <a:gd name="connsiteY108" fmla="*/ 1209675 h 1890712"/>
              <a:gd name="connsiteX109" fmla="*/ 1678782 w 2543175"/>
              <a:gd name="connsiteY109" fmla="*/ 1226344 h 1890712"/>
              <a:gd name="connsiteX110" fmla="*/ 1700213 w 2543175"/>
              <a:gd name="connsiteY110" fmla="*/ 1247775 h 1890712"/>
              <a:gd name="connsiteX111" fmla="*/ 1712119 w 2543175"/>
              <a:gd name="connsiteY111" fmla="*/ 1259681 h 1890712"/>
              <a:gd name="connsiteX112" fmla="*/ 1733550 w 2543175"/>
              <a:gd name="connsiteY112" fmla="*/ 1273969 h 1890712"/>
              <a:gd name="connsiteX113" fmla="*/ 1743075 w 2543175"/>
              <a:gd name="connsiteY113" fmla="*/ 1283494 h 1890712"/>
              <a:gd name="connsiteX114" fmla="*/ 1754982 w 2543175"/>
              <a:gd name="connsiteY114" fmla="*/ 1290637 h 1890712"/>
              <a:gd name="connsiteX115" fmla="*/ 1766888 w 2543175"/>
              <a:gd name="connsiteY115" fmla="*/ 1300162 h 1890712"/>
              <a:gd name="connsiteX116" fmla="*/ 1783557 w 2543175"/>
              <a:gd name="connsiteY116" fmla="*/ 1307306 h 1890712"/>
              <a:gd name="connsiteX117" fmla="*/ 1790700 w 2543175"/>
              <a:gd name="connsiteY117" fmla="*/ 1312069 h 1890712"/>
              <a:gd name="connsiteX118" fmla="*/ 1800225 w 2543175"/>
              <a:gd name="connsiteY118" fmla="*/ 1319212 h 1890712"/>
              <a:gd name="connsiteX119" fmla="*/ 1807369 w 2543175"/>
              <a:gd name="connsiteY119" fmla="*/ 1321594 h 1890712"/>
              <a:gd name="connsiteX120" fmla="*/ 1824038 w 2543175"/>
              <a:gd name="connsiteY120" fmla="*/ 1333500 h 1890712"/>
              <a:gd name="connsiteX121" fmla="*/ 1843088 w 2543175"/>
              <a:gd name="connsiteY121" fmla="*/ 1352550 h 1890712"/>
              <a:gd name="connsiteX122" fmla="*/ 1852613 w 2543175"/>
              <a:gd name="connsiteY122" fmla="*/ 1359694 h 1890712"/>
              <a:gd name="connsiteX123" fmla="*/ 1859757 w 2543175"/>
              <a:gd name="connsiteY123" fmla="*/ 1366837 h 1890712"/>
              <a:gd name="connsiteX124" fmla="*/ 1869282 w 2543175"/>
              <a:gd name="connsiteY124" fmla="*/ 1371600 h 1890712"/>
              <a:gd name="connsiteX125" fmla="*/ 1883569 w 2543175"/>
              <a:gd name="connsiteY125" fmla="*/ 1388269 h 1890712"/>
              <a:gd name="connsiteX126" fmla="*/ 1893094 w 2543175"/>
              <a:gd name="connsiteY126" fmla="*/ 1395412 h 1890712"/>
              <a:gd name="connsiteX127" fmla="*/ 1902619 w 2543175"/>
              <a:gd name="connsiteY127" fmla="*/ 1404937 h 1890712"/>
              <a:gd name="connsiteX128" fmla="*/ 1912144 w 2543175"/>
              <a:gd name="connsiteY128" fmla="*/ 1409700 h 1890712"/>
              <a:gd name="connsiteX129" fmla="*/ 1931194 w 2543175"/>
              <a:gd name="connsiteY129" fmla="*/ 1421606 h 1890712"/>
              <a:gd name="connsiteX130" fmla="*/ 1935957 w 2543175"/>
              <a:gd name="connsiteY130" fmla="*/ 1428750 h 1890712"/>
              <a:gd name="connsiteX131" fmla="*/ 1952625 w 2543175"/>
              <a:gd name="connsiteY131" fmla="*/ 1438275 h 1890712"/>
              <a:gd name="connsiteX132" fmla="*/ 1971675 w 2543175"/>
              <a:gd name="connsiteY132" fmla="*/ 1450181 h 1890712"/>
              <a:gd name="connsiteX133" fmla="*/ 1981200 w 2543175"/>
              <a:gd name="connsiteY133" fmla="*/ 1454944 h 1890712"/>
              <a:gd name="connsiteX134" fmla="*/ 1997869 w 2543175"/>
              <a:gd name="connsiteY134" fmla="*/ 1471612 h 1890712"/>
              <a:gd name="connsiteX135" fmla="*/ 2007394 w 2543175"/>
              <a:gd name="connsiteY135" fmla="*/ 1478756 h 1890712"/>
              <a:gd name="connsiteX136" fmla="*/ 2016919 w 2543175"/>
              <a:gd name="connsiteY136" fmla="*/ 1483519 h 1890712"/>
              <a:gd name="connsiteX137" fmla="*/ 2024063 w 2543175"/>
              <a:gd name="connsiteY137" fmla="*/ 1490662 h 1890712"/>
              <a:gd name="connsiteX138" fmla="*/ 2033588 w 2543175"/>
              <a:gd name="connsiteY138" fmla="*/ 1495425 h 1890712"/>
              <a:gd name="connsiteX139" fmla="*/ 2040732 w 2543175"/>
              <a:gd name="connsiteY139" fmla="*/ 1502569 h 1890712"/>
              <a:gd name="connsiteX140" fmla="*/ 2047875 w 2543175"/>
              <a:gd name="connsiteY140" fmla="*/ 1507331 h 1890712"/>
              <a:gd name="connsiteX141" fmla="*/ 2057400 w 2543175"/>
              <a:gd name="connsiteY141" fmla="*/ 1514475 h 1890712"/>
              <a:gd name="connsiteX142" fmla="*/ 2064544 w 2543175"/>
              <a:gd name="connsiteY142" fmla="*/ 1519237 h 1890712"/>
              <a:gd name="connsiteX143" fmla="*/ 2071688 w 2543175"/>
              <a:gd name="connsiteY143" fmla="*/ 1526381 h 1890712"/>
              <a:gd name="connsiteX144" fmla="*/ 2081213 w 2543175"/>
              <a:gd name="connsiteY144" fmla="*/ 1531144 h 1890712"/>
              <a:gd name="connsiteX145" fmla="*/ 2090738 w 2543175"/>
              <a:gd name="connsiteY145" fmla="*/ 1538287 h 1890712"/>
              <a:gd name="connsiteX146" fmla="*/ 2109788 w 2543175"/>
              <a:gd name="connsiteY146" fmla="*/ 1547812 h 1890712"/>
              <a:gd name="connsiteX147" fmla="*/ 2131219 w 2543175"/>
              <a:gd name="connsiteY147" fmla="*/ 1562100 h 1890712"/>
              <a:gd name="connsiteX148" fmla="*/ 2140744 w 2543175"/>
              <a:gd name="connsiteY148" fmla="*/ 1566862 h 1890712"/>
              <a:gd name="connsiteX149" fmla="*/ 2152650 w 2543175"/>
              <a:gd name="connsiteY149" fmla="*/ 1576387 h 1890712"/>
              <a:gd name="connsiteX150" fmla="*/ 2181225 w 2543175"/>
              <a:gd name="connsiteY150" fmla="*/ 1590675 h 1890712"/>
              <a:gd name="connsiteX151" fmla="*/ 2200275 w 2543175"/>
              <a:gd name="connsiteY151" fmla="*/ 1607344 h 1890712"/>
              <a:gd name="connsiteX152" fmla="*/ 2207419 w 2543175"/>
              <a:gd name="connsiteY152" fmla="*/ 1612106 h 1890712"/>
              <a:gd name="connsiteX153" fmla="*/ 2216944 w 2543175"/>
              <a:gd name="connsiteY153" fmla="*/ 1619250 h 1890712"/>
              <a:gd name="connsiteX154" fmla="*/ 2224088 w 2543175"/>
              <a:gd name="connsiteY154" fmla="*/ 1624012 h 1890712"/>
              <a:gd name="connsiteX155" fmla="*/ 2247900 w 2543175"/>
              <a:gd name="connsiteY155" fmla="*/ 1643062 h 1890712"/>
              <a:gd name="connsiteX156" fmla="*/ 2255044 w 2543175"/>
              <a:gd name="connsiteY156" fmla="*/ 1650206 h 1890712"/>
              <a:gd name="connsiteX157" fmla="*/ 2281238 w 2543175"/>
              <a:gd name="connsiteY157" fmla="*/ 1664494 h 1890712"/>
              <a:gd name="connsiteX158" fmla="*/ 2297907 w 2543175"/>
              <a:gd name="connsiteY158" fmla="*/ 1674019 h 1890712"/>
              <a:gd name="connsiteX159" fmla="*/ 2312194 w 2543175"/>
              <a:gd name="connsiteY159" fmla="*/ 1685925 h 1890712"/>
              <a:gd name="connsiteX160" fmla="*/ 2328863 w 2543175"/>
              <a:gd name="connsiteY160" fmla="*/ 1697831 h 1890712"/>
              <a:gd name="connsiteX161" fmla="*/ 2350294 w 2543175"/>
              <a:gd name="connsiteY161" fmla="*/ 1712119 h 1890712"/>
              <a:gd name="connsiteX162" fmla="*/ 2369344 w 2543175"/>
              <a:gd name="connsiteY162" fmla="*/ 1724025 h 1890712"/>
              <a:gd name="connsiteX163" fmla="*/ 2428876 w 2543175"/>
              <a:gd name="connsiteY163" fmla="*/ 1785938 h 1890712"/>
              <a:gd name="connsiteX164" fmla="*/ 2466975 w 2543175"/>
              <a:gd name="connsiteY164" fmla="*/ 1783556 h 1890712"/>
              <a:gd name="connsiteX165" fmla="*/ 2481263 w 2543175"/>
              <a:gd name="connsiteY165" fmla="*/ 1795462 h 1890712"/>
              <a:gd name="connsiteX166" fmla="*/ 2486025 w 2543175"/>
              <a:gd name="connsiteY166" fmla="*/ 1802606 h 1890712"/>
              <a:gd name="connsiteX167" fmla="*/ 2514600 w 2543175"/>
              <a:gd name="connsiteY167" fmla="*/ 1850231 h 1890712"/>
              <a:gd name="connsiteX168" fmla="*/ 2519363 w 2543175"/>
              <a:gd name="connsiteY168" fmla="*/ 1857375 h 1890712"/>
              <a:gd name="connsiteX169" fmla="*/ 2540794 w 2543175"/>
              <a:gd name="connsiteY169" fmla="*/ 1883569 h 1890712"/>
              <a:gd name="connsiteX170" fmla="*/ 2543175 w 2543175"/>
              <a:gd name="connsiteY17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33375 w 2543175"/>
              <a:gd name="connsiteY25" fmla="*/ 228600 h 1890712"/>
              <a:gd name="connsiteX26" fmla="*/ 354807 w 2543175"/>
              <a:gd name="connsiteY26" fmla="*/ 247650 h 1890712"/>
              <a:gd name="connsiteX27" fmla="*/ 366713 w 2543175"/>
              <a:gd name="connsiteY27" fmla="*/ 264319 h 1890712"/>
              <a:gd name="connsiteX28" fmla="*/ 371475 w 2543175"/>
              <a:gd name="connsiteY28" fmla="*/ 271462 h 1890712"/>
              <a:gd name="connsiteX29" fmla="*/ 385763 w 2543175"/>
              <a:gd name="connsiteY29" fmla="*/ 283369 h 1890712"/>
              <a:gd name="connsiteX30" fmla="*/ 404813 w 2543175"/>
              <a:gd name="connsiteY30" fmla="*/ 295275 h 1890712"/>
              <a:gd name="connsiteX31" fmla="*/ 411957 w 2543175"/>
              <a:gd name="connsiteY31" fmla="*/ 297656 h 1890712"/>
              <a:gd name="connsiteX32" fmla="*/ 466725 w 2543175"/>
              <a:gd name="connsiteY32" fmla="*/ 328612 h 1890712"/>
              <a:gd name="connsiteX33" fmla="*/ 476250 w 2543175"/>
              <a:gd name="connsiteY33" fmla="*/ 335756 h 1890712"/>
              <a:gd name="connsiteX34" fmla="*/ 481013 w 2543175"/>
              <a:gd name="connsiteY34" fmla="*/ 342900 h 1890712"/>
              <a:gd name="connsiteX35" fmla="*/ 490538 w 2543175"/>
              <a:gd name="connsiteY35" fmla="*/ 352425 h 1890712"/>
              <a:gd name="connsiteX36" fmla="*/ 495300 w 2543175"/>
              <a:gd name="connsiteY36" fmla="*/ 359569 h 1890712"/>
              <a:gd name="connsiteX37" fmla="*/ 509588 w 2543175"/>
              <a:gd name="connsiteY37" fmla="*/ 376237 h 1890712"/>
              <a:gd name="connsiteX38" fmla="*/ 514350 w 2543175"/>
              <a:gd name="connsiteY38" fmla="*/ 383381 h 1890712"/>
              <a:gd name="connsiteX39" fmla="*/ 531019 w 2543175"/>
              <a:gd name="connsiteY39" fmla="*/ 397669 h 1890712"/>
              <a:gd name="connsiteX40" fmla="*/ 538163 w 2543175"/>
              <a:gd name="connsiteY40" fmla="*/ 407194 h 1890712"/>
              <a:gd name="connsiteX41" fmla="*/ 554832 w 2543175"/>
              <a:gd name="connsiteY41" fmla="*/ 421481 h 1890712"/>
              <a:gd name="connsiteX42" fmla="*/ 564357 w 2543175"/>
              <a:gd name="connsiteY42" fmla="*/ 431006 h 1890712"/>
              <a:gd name="connsiteX43" fmla="*/ 573882 w 2543175"/>
              <a:gd name="connsiteY43" fmla="*/ 438150 h 1890712"/>
              <a:gd name="connsiteX44" fmla="*/ 595313 w 2543175"/>
              <a:gd name="connsiteY44" fmla="*/ 454819 h 1890712"/>
              <a:gd name="connsiteX45" fmla="*/ 602457 w 2543175"/>
              <a:gd name="connsiteY45" fmla="*/ 457200 h 1890712"/>
              <a:gd name="connsiteX46" fmla="*/ 628650 w 2543175"/>
              <a:gd name="connsiteY46" fmla="*/ 469106 h 1890712"/>
              <a:gd name="connsiteX47" fmla="*/ 645319 w 2543175"/>
              <a:gd name="connsiteY47" fmla="*/ 483394 h 1890712"/>
              <a:gd name="connsiteX48" fmla="*/ 654844 w 2543175"/>
              <a:gd name="connsiteY48" fmla="*/ 488156 h 1890712"/>
              <a:gd name="connsiteX49" fmla="*/ 661988 w 2543175"/>
              <a:gd name="connsiteY49" fmla="*/ 497681 h 1890712"/>
              <a:gd name="connsiteX50" fmla="*/ 683419 w 2543175"/>
              <a:gd name="connsiteY50" fmla="*/ 514350 h 1890712"/>
              <a:gd name="connsiteX51" fmla="*/ 700088 w 2543175"/>
              <a:gd name="connsiteY51" fmla="*/ 526256 h 1890712"/>
              <a:gd name="connsiteX52" fmla="*/ 709613 w 2543175"/>
              <a:gd name="connsiteY52" fmla="*/ 535781 h 1890712"/>
              <a:gd name="connsiteX53" fmla="*/ 719138 w 2543175"/>
              <a:gd name="connsiteY53" fmla="*/ 542925 h 1890712"/>
              <a:gd name="connsiteX54" fmla="*/ 733425 w 2543175"/>
              <a:gd name="connsiteY54" fmla="*/ 557212 h 1890712"/>
              <a:gd name="connsiteX55" fmla="*/ 750094 w 2543175"/>
              <a:gd name="connsiteY55" fmla="*/ 569119 h 1890712"/>
              <a:gd name="connsiteX56" fmla="*/ 769144 w 2543175"/>
              <a:gd name="connsiteY56" fmla="*/ 581025 h 1890712"/>
              <a:gd name="connsiteX57" fmla="*/ 785813 w 2543175"/>
              <a:gd name="connsiteY57" fmla="*/ 590550 h 1890712"/>
              <a:gd name="connsiteX58" fmla="*/ 792957 w 2543175"/>
              <a:gd name="connsiteY58" fmla="*/ 600075 h 1890712"/>
              <a:gd name="connsiteX59" fmla="*/ 809625 w 2543175"/>
              <a:gd name="connsiteY59" fmla="*/ 611981 h 1890712"/>
              <a:gd name="connsiteX60" fmla="*/ 816769 w 2543175"/>
              <a:gd name="connsiteY60" fmla="*/ 619125 h 1890712"/>
              <a:gd name="connsiteX61" fmla="*/ 826294 w 2543175"/>
              <a:gd name="connsiteY61" fmla="*/ 626269 h 1890712"/>
              <a:gd name="connsiteX62" fmla="*/ 840582 w 2543175"/>
              <a:gd name="connsiteY62" fmla="*/ 638175 h 1890712"/>
              <a:gd name="connsiteX63" fmla="*/ 847725 w 2543175"/>
              <a:gd name="connsiteY63" fmla="*/ 645319 h 1890712"/>
              <a:gd name="connsiteX64" fmla="*/ 857250 w 2543175"/>
              <a:gd name="connsiteY64" fmla="*/ 652462 h 1890712"/>
              <a:gd name="connsiteX65" fmla="*/ 864394 w 2543175"/>
              <a:gd name="connsiteY65" fmla="*/ 657225 h 1890712"/>
              <a:gd name="connsiteX66" fmla="*/ 888207 w 2543175"/>
              <a:gd name="connsiteY66" fmla="*/ 676275 h 1890712"/>
              <a:gd name="connsiteX67" fmla="*/ 895350 w 2543175"/>
              <a:gd name="connsiteY67" fmla="*/ 681037 h 1890712"/>
              <a:gd name="connsiteX68" fmla="*/ 907257 w 2543175"/>
              <a:gd name="connsiteY68" fmla="*/ 683419 h 1890712"/>
              <a:gd name="connsiteX69" fmla="*/ 928688 w 2543175"/>
              <a:gd name="connsiteY69" fmla="*/ 695325 h 1890712"/>
              <a:gd name="connsiteX70" fmla="*/ 942975 w 2543175"/>
              <a:gd name="connsiteY70" fmla="*/ 700087 h 1890712"/>
              <a:gd name="connsiteX71" fmla="*/ 964407 w 2543175"/>
              <a:gd name="connsiteY71" fmla="*/ 716756 h 1890712"/>
              <a:gd name="connsiteX72" fmla="*/ 971550 w 2543175"/>
              <a:gd name="connsiteY72" fmla="*/ 723900 h 1890712"/>
              <a:gd name="connsiteX73" fmla="*/ 983457 w 2543175"/>
              <a:gd name="connsiteY73" fmla="*/ 733425 h 1890712"/>
              <a:gd name="connsiteX74" fmla="*/ 990600 w 2543175"/>
              <a:gd name="connsiteY74" fmla="*/ 738187 h 1890712"/>
              <a:gd name="connsiteX75" fmla="*/ 1007269 w 2543175"/>
              <a:gd name="connsiteY75" fmla="*/ 752475 h 1890712"/>
              <a:gd name="connsiteX76" fmla="*/ 1031082 w 2543175"/>
              <a:gd name="connsiteY76" fmla="*/ 766762 h 1890712"/>
              <a:gd name="connsiteX77" fmla="*/ 1042988 w 2543175"/>
              <a:gd name="connsiteY77" fmla="*/ 773906 h 1890712"/>
              <a:gd name="connsiteX78" fmla="*/ 1071563 w 2543175"/>
              <a:gd name="connsiteY78" fmla="*/ 785812 h 1890712"/>
              <a:gd name="connsiteX79" fmla="*/ 1097757 w 2543175"/>
              <a:gd name="connsiteY79" fmla="*/ 807244 h 1890712"/>
              <a:gd name="connsiteX80" fmla="*/ 1104900 w 2543175"/>
              <a:gd name="connsiteY80" fmla="*/ 814387 h 1890712"/>
              <a:gd name="connsiteX81" fmla="*/ 1121569 w 2543175"/>
              <a:gd name="connsiteY81" fmla="*/ 823912 h 1890712"/>
              <a:gd name="connsiteX82" fmla="*/ 1138238 w 2543175"/>
              <a:gd name="connsiteY82" fmla="*/ 835819 h 1890712"/>
              <a:gd name="connsiteX83" fmla="*/ 1147763 w 2543175"/>
              <a:gd name="connsiteY83" fmla="*/ 842962 h 1890712"/>
              <a:gd name="connsiteX84" fmla="*/ 1157288 w 2543175"/>
              <a:gd name="connsiteY84" fmla="*/ 847725 h 1890712"/>
              <a:gd name="connsiteX85" fmla="*/ 1178719 w 2543175"/>
              <a:gd name="connsiteY85" fmla="*/ 859631 h 1890712"/>
              <a:gd name="connsiteX86" fmla="*/ 1188244 w 2543175"/>
              <a:gd name="connsiteY86" fmla="*/ 866775 h 1890712"/>
              <a:gd name="connsiteX87" fmla="*/ 1195388 w 2543175"/>
              <a:gd name="connsiteY87" fmla="*/ 871537 h 1890712"/>
              <a:gd name="connsiteX88" fmla="*/ 1212057 w 2543175"/>
              <a:gd name="connsiteY88" fmla="*/ 883444 h 1890712"/>
              <a:gd name="connsiteX89" fmla="*/ 1226344 w 2543175"/>
              <a:gd name="connsiteY89" fmla="*/ 895350 h 1890712"/>
              <a:gd name="connsiteX90" fmla="*/ 1245394 w 2543175"/>
              <a:gd name="connsiteY90" fmla="*/ 907256 h 1890712"/>
              <a:gd name="connsiteX91" fmla="*/ 1254919 w 2543175"/>
              <a:gd name="connsiteY91" fmla="*/ 914400 h 1890712"/>
              <a:gd name="connsiteX92" fmla="*/ 1269207 w 2543175"/>
              <a:gd name="connsiteY92" fmla="*/ 921544 h 1890712"/>
              <a:gd name="connsiteX93" fmla="*/ 1290638 w 2543175"/>
              <a:gd name="connsiteY93" fmla="*/ 935831 h 1890712"/>
              <a:gd name="connsiteX94" fmla="*/ 1307307 w 2543175"/>
              <a:gd name="connsiteY94" fmla="*/ 952500 h 1890712"/>
              <a:gd name="connsiteX95" fmla="*/ 1333500 w 2543175"/>
              <a:gd name="connsiteY95" fmla="*/ 971550 h 1890712"/>
              <a:gd name="connsiteX96" fmla="*/ 1359694 w 2543175"/>
              <a:gd name="connsiteY96" fmla="*/ 990600 h 1890712"/>
              <a:gd name="connsiteX97" fmla="*/ 1373982 w 2543175"/>
              <a:gd name="connsiteY97" fmla="*/ 997744 h 1890712"/>
              <a:gd name="connsiteX98" fmla="*/ 1388269 w 2543175"/>
              <a:gd name="connsiteY98" fmla="*/ 1007269 h 1890712"/>
              <a:gd name="connsiteX99" fmla="*/ 1414463 w 2543175"/>
              <a:gd name="connsiteY99" fmla="*/ 1019175 h 1890712"/>
              <a:gd name="connsiteX100" fmla="*/ 1428750 w 2543175"/>
              <a:gd name="connsiteY100" fmla="*/ 1026319 h 1890712"/>
              <a:gd name="connsiteX101" fmla="*/ 1471613 w 2543175"/>
              <a:gd name="connsiteY101" fmla="*/ 1059656 h 1890712"/>
              <a:gd name="connsiteX102" fmla="*/ 1495425 w 2543175"/>
              <a:gd name="connsiteY102" fmla="*/ 1088231 h 1890712"/>
              <a:gd name="connsiteX103" fmla="*/ 1547812 w 2543175"/>
              <a:gd name="connsiteY103" fmla="*/ 1133475 h 1890712"/>
              <a:gd name="connsiteX104" fmla="*/ 1597819 w 2543175"/>
              <a:gd name="connsiteY104" fmla="*/ 1154906 h 1890712"/>
              <a:gd name="connsiteX105" fmla="*/ 1604963 w 2543175"/>
              <a:gd name="connsiteY105" fmla="*/ 1162050 h 1890712"/>
              <a:gd name="connsiteX106" fmla="*/ 1612107 w 2543175"/>
              <a:gd name="connsiteY106" fmla="*/ 1166812 h 1890712"/>
              <a:gd name="connsiteX107" fmla="*/ 1628775 w 2543175"/>
              <a:gd name="connsiteY107" fmla="*/ 1183481 h 1890712"/>
              <a:gd name="connsiteX108" fmla="*/ 1662113 w 2543175"/>
              <a:gd name="connsiteY108" fmla="*/ 1209675 h 1890712"/>
              <a:gd name="connsiteX109" fmla="*/ 1678782 w 2543175"/>
              <a:gd name="connsiteY109" fmla="*/ 1226344 h 1890712"/>
              <a:gd name="connsiteX110" fmla="*/ 1700213 w 2543175"/>
              <a:gd name="connsiteY110" fmla="*/ 1247775 h 1890712"/>
              <a:gd name="connsiteX111" fmla="*/ 1712119 w 2543175"/>
              <a:gd name="connsiteY111" fmla="*/ 1259681 h 1890712"/>
              <a:gd name="connsiteX112" fmla="*/ 1733550 w 2543175"/>
              <a:gd name="connsiteY112" fmla="*/ 1273969 h 1890712"/>
              <a:gd name="connsiteX113" fmla="*/ 1743075 w 2543175"/>
              <a:gd name="connsiteY113" fmla="*/ 1283494 h 1890712"/>
              <a:gd name="connsiteX114" fmla="*/ 1754982 w 2543175"/>
              <a:gd name="connsiteY114" fmla="*/ 1290637 h 1890712"/>
              <a:gd name="connsiteX115" fmla="*/ 1766888 w 2543175"/>
              <a:gd name="connsiteY115" fmla="*/ 1300162 h 1890712"/>
              <a:gd name="connsiteX116" fmla="*/ 1783557 w 2543175"/>
              <a:gd name="connsiteY116" fmla="*/ 1307306 h 1890712"/>
              <a:gd name="connsiteX117" fmla="*/ 1790700 w 2543175"/>
              <a:gd name="connsiteY117" fmla="*/ 1312069 h 1890712"/>
              <a:gd name="connsiteX118" fmla="*/ 1800225 w 2543175"/>
              <a:gd name="connsiteY118" fmla="*/ 1319212 h 1890712"/>
              <a:gd name="connsiteX119" fmla="*/ 1807369 w 2543175"/>
              <a:gd name="connsiteY119" fmla="*/ 1321594 h 1890712"/>
              <a:gd name="connsiteX120" fmla="*/ 1824038 w 2543175"/>
              <a:gd name="connsiteY120" fmla="*/ 1333500 h 1890712"/>
              <a:gd name="connsiteX121" fmla="*/ 1843088 w 2543175"/>
              <a:gd name="connsiteY121" fmla="*/ 1352550 h 1890712"/>
              <a:gd name="connsiteX122" fmla="*/ 1852613 w 2543175"/>
              <a:gd name="connsiteY122" fmla="*/ 1359694 h 1890712"/>
              <a:gd name="connsiteX123" fmla="*/ 1859757 w 2543175"/>
              <a:gd name="connsiteY123" fmla="*/ 1366837 h 1890712"/>
              <a:gd name="connsiteX124" fmla="*/ 1869282 w 2543175"/>
              <a:gd name="connsiteY124" fmla="*/ 1371600 h 1890712"/>
              <a:gd name="connsiteX125" fmla="*/ 1883569 w 2543175"/>
              <a:gd name="connsiteY125" fmla="*/ 1388269 h 1890712"/>
              <a:gd name="connsiteX126" fmla="*/ 1893094 w 2543175"/>
              <a:gd name="connsiteY126" fmla="*/ 1395412 h 1890712"/>
              <a:gd name="connsiteX127" fmla="*/ 1902619 w 2543175"/>
              <a:gd name="connsiteY127" fmla="*/ 1404937 h 1890712"/>
              <a:gd name="connsiteX128" fmla="*/ 1912144 w 2543175"/>
              <a:gd name="connsiteY128" fmla="*/ 1409700 h 1890712"/>
              <a:gd name="connsiteX129" fmla="*/ 1931194 w 2543175"/>
              <a:gd name="connsiteY129" fmla="*/ 1421606 h 1890712"/>
              <a:gd name="connsiteX130" fmla="*/ 1935957 w 2543175"/>
              <a:gd name="connsiteY130" fmla="*/ 1428750 h 1890712"/>
              <a:gd name="connsiteX131" fmla="*/ 1952625 w 2543175"/>
              <a:gd name="connsiteY131" fmla="*/ 1438275 h 1890712"/>
              <a:gd name="connsiteX132" fmla="*/ 1971675 w 2543175"/>
              <a:gd name="connsiteY132" fmla="*/ 1450181 h 1890712"/>
              <a:gd name="connsiteX133" fmla="*/ 1981200 w 2543175"/>
              <a:gd name="connsiteY133" fmla="*/ 1454944 h 1890712"/>
              <a:gd name="connsiteX134" fmla="*/ 1997869 w 2543175"/>
              <a:gd name="connsiteY134" fmla="*/ 1471612 h 1890712"/>
              <a:gd name="connsiteX135" fmla="*/ 2007394 w 2543175"/>
              <a:gd name="connsiteY135" fmla="*/ 1478756 h 1890712"/>
              <a:gd name="connsiteX136" fmla="*/ 2016919 w 2543175"/>
              <a:gd name="connsiteY136" fmla="*/ 1483519 h 1890712"/>
              <a:gd name="connsiteX137" fmla="*/ 2024063 w 2543175"/>
              <a:gd name="connsiteY137" fmla="*/ 1490662 h 1890712"/>
              <a:gd name="connsiteX138" fmla="*/ 2033588 w 2543175"/>
              <a:gd name="connsiteY138" fmla="*/ 1495425 h 1890712"/>
              <a:gd name="connsiteX139" fmla="*/ 2040732 w 2543175"/>
              <a:gd name="connsiteY139" fmla="*/ 1502569 h 1890712"/>
              <a:gd name="connsiteX140" fmla="*/ 2047875 w 2543175"/>
              <a:gd name="connsiteY140" fmla="*/ 1507331 h 1890712"/>
              <a:gd name="connsiteX141" fmla="*/ 2057400 w 2543175"/>
              <a:gd name="connsiteY141" fmla="*/ 1514475 h 1890712"/>
              <a:gd name="connsiteX142" fmla="*/ 2064544 w 2543175"/>
              <a:gd name="connsiteY142" fmla="*/ 1519237 h 1890712"/>
              <a:gd name="connsiteX143" fmla="*/ 2071688 w 2543175"/>
              <a:gd name="connsiteY143" fmla="*/ 1526381 h 1890712"/>
              <a:gd name="connsiteX144" fmla="*/ 2081213 w 2543175"/>
              <a:gd name="connsiteY144" fmla="*/ 1531144 h 1890712"/>
              <a:gd name="connsiteX145" fmla="*/ 2090738 w 2543175"/>
              <a:gd name="connsiteY145" fmla="*/ 1538287 h 1890712"/>
              <a:gd name="connsiteX146" fmla="*/ 2109788 w 2543175"/>
              <a:gd name="connsiteY146" fmla="*/ 1547812 h 1890712"/>
              <a:gd name="connsiteX147" fmla="*/ 2131219 w 2543175"/>
              <a:gd name="connsiteY147" fmla="*/ 1562100 h 1890712"/>
              <a:gd name="connsiteX148" fmla="*/ 2140744 w 2543175"/>
              <a:gd name="connsiteY148" fmla="*/ 1566862 h 1890712"/>
              <a:gd name="connsiteX149" fmla="*/ 2152650 w 2543175"/>
              <a:gd name="connsiteY149" fmla="*/ 1576387 h 1890712"/>
              <a:gd name="connsiteX150" fmla="*/ 2181225 w 2543175"/>
              <a:gd name="connsiteY150" fmla="*/ 1590675 h 1890712"/>
              <a:gd name="connsiteX151" fmla="*/ 2200275 w 2543175"/>
              <a:gd name="connsiteY151" fmla="*/ 1607344 h 1890712"/>
              <a:gd name="connsiteX152" fmla="*/ 2207419 w 2543175"/>
              <a:gd name="connsiteY152" fmla="*/ 1612106 h 1890712"/>
              <a:gd name="connsiteX153" fmla="*/ 2216944 w 2543175"/>
              <a:gd name="connsiteY153" fmla="*/ 1619250 h 1890712"/>
              <a:gd name="connsiteX154" fmla="*/ 2224088 w 2543175"/>
              <a:gd name="connsiteY154" fmla="*/ 1624012 h 1890712"/>
              <a:gd name="connsiteX155" fmla="*/ 2247900 w 2543175"/>
              <a:gd name="connsiteY155" fmla="*/ 1643062 h 1890712"/>
              <a:gd name="connsiteX156" fmla="*/ 2255044 w 2543175"/>
              <a:gd name="connsiteY156" fmla="*/ 1650206 h 1890712"/>
              <a:gd name="connsiteX157" fmla="*/ 2281238 w 2543175"/>
              <a:gd name="connsiteY157" fmla="*/ 1664494 h 1890712"/>
              <a:gd name="connsiteX158" fmla="*/ 2297907 w 2543175"/>
              <a:gd name="connsiteY158" fmla="*/ 1674019 h 1890712"/>
              <a:gd name="connsiteX159" fmla="*/ 2312194 w 2543175"/>
              <a:gd name="connsiteY159" fmla="*/ 1685925 h 1890712"/>
              <a:gd name="connsiteX160" fmla="*/ 2328863 w 2543175"/>
              <a:gd name="connsiteY160" fmla="*/ 1697831 h 1890712"/>
              <a:gd name="connsiteX161" fmla="*/ 2350294 w 2543175"/>
              <a:gd name="connsiteY161" fmla="*/ 1712119 h 1890712"/>
              <a:gd name="connsiteX162" fmla="*/ 2369344 w 2543175"/>
              <a:gd name="connsiteY162" fmla="*/ 1724025 h 1890712"/>
              <a:gd name="connsiteX163" fmla="*/ 2428876 w 2543175"/>
              <a:gd name="connsiteY163" fmla="*/ 1785938 h 1890712"/>
              <a:gd name="connsiteX164" fmla="*/ 2466975 w 2543175"/>
              <a:gd name="connsiteY164" fmla="*/ 1783556 h 1890712"/>
              <a:gd name="connsiteX165" fmla="*/ 2481263 w 2543175"/>
              <a:gd name="connsiteY165" fmla="*/ 1795462 h 1890712"/>
              <a:gd name="connsiteX166" fmla="*/ 2486025 w 2543175"/>
              <a:gd name="connsiteY166" fmla="*/ 1802606 h 1890712"/>
              <a:gd name="connsiteX167" fmla="*/ 2514600 w 2543175"/>
              <a:gd name="connsiteY167" fmla="*/ 1850231 h 1890712"/>
              <a:gd name="connsiteX168" fmla="*/ 2519363 w 2543175"/>
              <a:gd name="connsiteY168" fmla="*/ 1857375 h 1890712"/>
              <a:gd name="connsiteX169" fmla="*/ 2540794 w 2543175"/>
              <a:gd name="connsiteY169" fmla="*/ 1883569 h 1890712"/>
              <a:gd name="connsiteX170" fmla="*/ 2543175 w 2543175"/>
              <a:gd name="connsiteY17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54807 w 2543175"/>
              <a:gd name="connsiteY25" fmla="*/ 247650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73982 w 2543175"/>
              <a:gd name="connsiteY96" fmla="*/ 997744 h 1890712"/>
              <a:gd name="connsiteX97" fmla="*/ 1388269 w 2543175"/>
              <a:gd name="connsiteY97" fmla="*/ 1007269 h 1890712"/>
              <a:gd name="connsiteX98" fmla="*/ 1414463 w 2543175"/>
              <a:gd name="connsiteY98" fmla="*/ 1019175 h 1890712"/>
              <a:gd name="connsiteX99" fmla="*/ 1428750 w 2543175"/>
              <a:gd name="connsiteY99" fmla="*/ 1026319 h 1890712"/>
              <a:gd name="connsiteX100" fmla="*/ 1471613 w 2543175"/>
              <a:gd name="connsiteY100" fmla="*/ 1059656 h 1890712"/>
              <a:gd name="connsiteX101" fmla="*/ 1495425 w 2543175"/>
              <a:gd name="connsiteY101" fmla="*/ 1088231 h 1890712"/>
              <a:gd name="connsiteX102" fmla="*/ 1547812 w 2543175"/>
              <a:gd name="connsiteY102" fmla="*/ 1133475 h 1890712"/>
              <a:gd name="connsiteX103" fmla="*/ 1597819 w 2543175"/>
              <a:gd name="connsiteY103" fmla="*/ 1154906 h 1890712"/>
              <a:gd name="connsiteX104" fmla="*/ 1604963 w 2543175"/>
              <a:gd name="connsiteY104" fmla="*/ 1162050 h 1890712"/>
              <a:gd name="connsiteX105" fmla="*/ 1612107 w 2543175"/>
              <a:gd name="connsiteY105" fmla="*/ 1166812 h 1890712"/>
              <a:gd name="connsiteX106" fmla="*/ 1628775 w 2543175"/>
              <a:gd name="connsiteY106" fmla="*/ 1183481 h 1890712"/>
              <a:gd name="connsiteX107" fmla="*/ 1662113 w 2543175"/>
              <a:gd name="connsiteY107" fmla="*/ 1209675 h 1890712"/>
              <a:gd name="connsiteX108" fmla="*/ 1678782 w 2543175"/>
              <a:gd name="connsiteY108" fmla="*/ 1226344 h 1890712"/>
              <a:gd name="connsiteX109" fmla="*/ 1700213 w 2543175"/>
              <a:gd name="connsiteY109" fmla="*/ 1247775 h 1890712"/>
              <a:gd name="connsiteX110" fmla="*/ 1712119 w 2543175"/>
              <a:gd name="connsiteY110" fmla="*/ 1259681 h 1890712"/>
              <a:gd name="connsiteX111" fmla="*/ 1733550 w 2543175"/>
              <a:gd name="connsiteY111" fmla="*/ 1273969 h 1890712"/>
              <a:gd name="connsiteX112" fmla="*/ 1743075 w 2543175"/>
              <a:gd name="connsiteY112" fmla="*/ 1283494 h 1890712"/>
              <a:gd name="connsiteX113" fmla="*/ 1754982 w 2543175"/>
              <a:gd name="connsiteY113" fmla="*/ 1290637 h 1890712"/>
              <a:gd name="connsiteX114" fmla="*/ 1766888 w 2543175"/>
              <a:gd name="connsiteY114" fmla="*/ 1300162 h 1890712"/>
              <a:gd name="connsiteX115" fmla="*/ 1783557 w 2543175"/>
              <a:gd name="connsiteY115" fmla="*/ 1307306 h 1890712"/>
              <a:gd name="connsiteX116" fmla="*/ 1790700 w 2543175"/>
              <a:gd name="connsiteY116" fmla="*/ 1312069 h 1890712"/>
              <a:gd name="connsiteX117" fmla="*/ 1800225 w 2543175"/>
              <a:gd name="connsiteY117" fmla="*/ 1319212 h 1890712"/>
              <a:gd name="connsiteX118" fmla="*/ 1807369 w 2543175"/>
              <a:gd name="connsiteY118" fmla="*/ 1321594 h 1890712"/>
              <a:gd name="connsiteX119" fmla="*/ 1824038 w 2543175"/>
              <a:gd name="connsiteY119" fmla="*/ 1333500 h 1890712"/>
              <a:gd name="connsiteX120" fmla="*/ 1843088 w 2543175"/>
              <a:gd name="connsiteY120" fmla="*/ 1352550 h 1890712"/>
              <a:gd name="connsiteX121" fmla="*/ 1852613 w 2543175"/>
              <a:gd name="connsiteY121" fmla="*/ 1359694 h 1890712"/>
              <a:gd name="connsiteX122" fmla="*/ 1859757 w 2543175"/>
              <a:gd name="connsiteY122" fmla="*/ 1366837 h 1890712"/>
              <a:gd name="connsiteX123" fmla="*/ 1869282 w 2543175"/>
              <a:gd name="connsiteY123" fmla="*/ 1371600 h 1890712"/>
              <a:gd name="connsiteX124" fmla="*/ 1883569 w 2543175"/>
              <a:gd name="connsiteY124" fmla="*/ 1388269 h 1890712"/>
              <a:gd name="connsiteX125" fmla="*/ 1893094 w 2543175"/>
              <a:gd name="connsiteY125" fmla="*/ 1395412 h 1890712"/>
              <a:gd name="connsiteX126" fmla="*/ 1902619 w 2543175"/>
              <a:gd name="connsiteY126" fmla="*/ 1404937 h 1890712"/>
              <a:gd name="connsiteX127" fmla="*/ 1912144 w 2543175"/>
              <a:gd name="connsiteY127" fmla="*/ 1409700 h 1890712"/>
              <a:gd name="connsiteX128" fmla="*/ 1931194 w 2543175"/>
              <a:gd name="connsiteY128" fmla="*/ 1421606 h 1890712"/>
              <a:gd name="connsiteX129" fmla="*/ 1935957 w 2543175"/>
              <a:gd name="connsiteY129" fmla="*/ 1428750 h 1890712"/>
              <a:gd name="connsiteX130" fmla="*/ 1952625 w 2543175"/>
              <a:gd name="connsiteY130" fmla="*/ 1438275 h 1890712"/>
              <a:gd name="connsiteX131" fmla="*/ 1971675 w 2543175"/>
              <a:gd name="connsiteY131" fmla="*/ 1450181 h 1890712"/>
              <a:gd name="connsiteX132" fmla="*/ 1981200 w 2543175"/>
              <a:gd name="connsiteY132" fmla="*/ 1454944 h 1890712"/>
              <a:gd name="connsiteX133" fmla="*/ 1997869 w 2543175"/>
              <a:gd name="connsiteY133" fmla="*/ 1471612 h 1890712"/>
              <a:gd name="connsiteX134" fmla="*/ 2007394 w 2543175"/>
              <a:gd name="connsiteY134" fmla="*/ 1478756 h 1890712"/>
              <a:gd name="connsiteX135" fmla="*/ 2016919 w 2543175"/>
              <a:gd name="connsiteY135" fmla="*/ 1483519 h 1890712"/>
              <a:gd name="connsiteX136" fmla="*/ 2024063 w 2543175"/>
              <a:gd name="connsiteY136" fmla="*/ 1490662 h 1890712"/>
              <a:gd name="connsiteX137" fmla="*/ 2033588 w 2543175"/>
              <a:gd name="connsiteY137" fmla="*/ 1495425 h 1890712"/>
              <a:gd name="connsiteX138" fmla="*/ 2040732 w 2543175"/>
              <a:gd name="connsiteY138" fmla="*/ 1502569 h 1890712"/>
              <a:gd name="connsiteX139" fmla="*/ 2047875 w 2543175"/>
              <a:gd name="connsiteY139" fmla="*/ 1507331 h 1890712"/>
              <a:gd name="connsiteX140" fmla="*/ 2057400 w 2543175"/>
              <a:gd name="connsiteY140" fmla="*/ 1514475 h 1890712"/>
              <a:gd name="connsiteX141" fmla="*/ 2064544 w 2543175"/>
              <a:gd name="connsiteY141" fmla="*/ 1519237 h 1890712"/>
              <a:gd name="connsiteX142" fmla="*/ 2071688 w 2543175"/>
              <a:gd name="connsiteY142" fmla="*/ 1526381 h 1890712"/>
              <a:gd name="connsiteX143" fmla="*/ 2081213 w 2543175"/>
              <a:gd name="connsiteY143" fmla="*/ 1531144 h 1890712"/>
              <a:gd name="connsiteX144" fmla="*/ 2090738 w 2543175"/>
              <a:gd name="connsiteY144" fmla="*/ 1538287 h 1890712"/>
              <a:gd name="connsiteX145" fmla="*/ 2109788 w 2543175"/>
              <a:gd name="connsiteY145" fmla="*/ 1547812 h 1890712"/>
              <a:gd name="connsiteX146" fmla="*/ 2131219 w 2543175"/>
              <a:gd name="connsiteY146" fmla="*/ 1562100 h 1890712"/>
              <a:gd name="connsiteX147" fmla="*/ 2140744 w 2543175"/>
              <a:gd name="connsiteY147" fmla="*/ 1566862 h 1890712"/>
              <a:gd name="connsiteX148" fmla="*/ 2152650 w 2543175"/>
              <a:gd name="connsiteY148" fmla="*/ 1576387 h 1890712"/>
              <a:gd name="connsiteX149" fmla="*/ 2181225 w 2543175"/>
              <a:gd name="connsiteY149" fmla="*/ 1590675 h 1890712"/>
              <a:gd name="connsiteX150" fmla="*/ 2200275 w 2543175"/>
              <a:gd name="connsiteY150" fmla="*/ 1607344 h 1890712"/>
              <a:gd name="connsiteX151" fmla="*/ 2207419 w 2543175"/>
              <a:gd name="connsiteY151" fmla="*/ 1612106 h 1890712"/>
              <a:gd name="connsiteX152" fmla="*/ 2216944 w 2543175"/>
              <a:gd name="connsiteY152" fmla="*/ 1619250 h 1890712"/>
              <a:gd name="connsiteX153" fmla="*/ 2224088 w 2543175"/>
              <a:gd name="connsiteY153" fmla="*/ 1624012 h 1890712"/>
              <a:gd name="connsiteX154" fmla="*/ 2247900 w 2543175"/>
              <a:gd name="connsiteY154" fmla="*/ 1643062 h 1890712"/>
              <a:gd name="connsiteX155" fmla="*/ 2255044 w 2543175"/>
              <a:gd name="connsiteY155" fmla="*/ 1650206 h 1890712"/>
              <a:gd name="connsiteX156" fmla="*/ 2281238 w 2543175"/>
              <a:gd name="connsiteY156" fmla="*/ 1664494 h 1890712"/>
              <a:gd name="connsiteX157" fmla="*/ 2297907 w 2543175"/>
              <a:gd name="connsiteY157" fmla="*/ 1674019 h 1890712"/>
              <a:gd name="connsiteX158" fmla="*/ 2312194 w 2543175"/>
              <a:gd name="connsiteY158" fmla="*/ 1685925 h 1890712"/>
              <a:gd name="connsiteX159" fmla="*/ 2328863 w 2543175"/>
              <a:gd name="connsiteY159" fmla="*/ 1697831 h 1890712"/>
              <a:gd name="connsiteX160" fmla="*/ 2350294 w 2543175"/>
              <a:gd name="connsiteY160" fmla="*/ 1712119 h 1890712"/>
              <a:gd name="connsiteX161" fmla="*/ 2369344 w 2543175"/>
              <a:gd name="connsiteY161" fmla="*/ 1724025 h 1890712"/>
              <a:gd name="connsiteX162" fmla="*/ 2428876 w 2543175"/>
              <a:gd name="connsiteY162" fmla="*/ 1785938 h 1890712"/>
              <a:gd name="connsiteX163" fmla="*/ 2466975 w 2543175"/>
              <a:gd name="connsiteY163" fmla="*/ 1783556 h 1890712"/>
              <a:gd name="connsiteX164" fmla="*/ 2481263 w 2543175"/>
              <a:gd name="connsiteY164" fmla="*/ 1795462 h 1890712"/>
              <a:gd name="connsiteX165" fmla="*/ 2486025 w 2543175"/>
              <a:gd name="connsiteY165" fmla="*/ 1802606 h 1890712"/>
              <a:gd name="connsiteX166" fmla="*/ 2514600 w 2543175"/>
              <a:gd name="connsiteY166" fmla="*/ 1850231 h 1890712"/>
              <a:gd name="connsiteX167" fmla="*/ 2519363 w 2543175"/>
              <a:gd name="connsiteY167" fmla="*/ 1857375 h 1890712"/>
              <a:gd name="connsiteX168" fmla="*/ 2540794 w 2543175"/>
              <a:gd name="connsiteY168" fmla="*/ 1883569 h 1890712"/>
              <a:gd name="connsiteX169" fmla="*/ 2543175 w 2543175"/>
              <a:gd name="connsiteY16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73982 w 2543175"/>
              <a:gd name="connsiteY96" fmla="*/ 997744 h 1890712"/>
              <a:gd name="connsiteX97" fmla="*/ 1388269 w 2543175"/>
              <a:gd name="connsiteY97" fmla="*/ 1007269 h 1890712"/>
              <a:gd name="connsiteX98" fmla="*/ 1414463 w 2543175"/>
              <a:gd name="connsiteY98" fmla="*/ 1019175 h 1890712"/>
              <a:gd name="connsiteX99" fmla="*/ 1428750 w 2543175"/>
              <a:gd name="connsiteY99" fmla="*/ 1026319 h 1890712"/>
              <a:gd name="connsiteX100" fmla="*/ 1471613 w 2543175"/>
              <a:gd name="connsiteY100" fmla="*/ 1059656 h 1890712"/>
              <a:gd name="connsiteX101" fmla="*/ 1495425 w 2543175"/>
              <a:gd name="connsiteY101" fmla="*/ 1088231 h 1890712"/>
              <a:gd name="connsiteX102" fmla="*/ 1547812 w 2543175"/>
              <a:gd name="connsiteY102" fmla="*/ 1133475 h 1890712"/>
              <a:gd name="connsiteX103" fmla="*/ 1597819 w 2543175"/>
              <a:gd name="connsiteY103" fmla="*/ 1154906 h 1890712"/>
              <a:gd name="connsiteX104" fmla="*/ 1604963 w 2543175"/>
              <a:gd name="connsiteY104" fmla="*/ 1162050 h 1890712"/>
              <a:gd name="connsiteX105" fmla="*/ 1612107 w 2543175"/>
              <a:gd name="connsiteY105" fmla="*/ 1166812 h 1890712"/>
              <a:gd name="connsiteX106" fmla="*/ 1628775 w 2543175"/>
              <a:gd name="connsiteY106" fmla="*/ 1183481 h 1890712"/>
              <a:gd name="connsiteX107" fmla="*/ 1662113 w 2543175"/>
              <a:gd name="connsiteY107" fmla="*/ 1209675 h 1890712"/>
              <a:gd name="connsiteX108" fmla="*/ 1678782 w 2543175"/>
              <a:gd name="connsiteY108" fmla="*/ 1226344 h 1890712"/>
              <a:gd name="connsiteX109" fmla="*/ 1700213 w 2543175"/>
              <a:gd name="connsiteY109" fmla="*/ 1247775 h 1890712"/>
              <a:gd name="connsiteX110" fmla="*/ 1712119 w 2543175"/>
              <a:gd name="connsiteY110" fmla="*/ 1259681 h 1890712"/>
              <a:gd name="connsiteX111" fmla="*/ 1733550 w 2543175"/>
              <a:gd name="connsiteY111" fmla="*/ 1273969 h 1890712"/>
              <a:gd name="connsiteX112" fmla="*/ 1743075 w 2543175"/>
              <a:gd name="connsiteY112" fmla="*/ 1283494 h 1890712"/>
              <a:gd name="connsiteX113" fmla="*/ 1754982 w 2543175"/>
              <a:gd name="connsiteY113" fmla="*/ 1290637 h 1890712"/>
              <a:gd name="connsiteX114" fmla="*/ 1766888 w 2543175"/>
              <a:gd name="connsiteY114" fmla="*/ 1300162 h 1890712"/>
              <a:gd name="connsiteX115" fmla="*/ 1783557 w 2543175"/>
              <a:gd name="connsiteY115" fmla="*/ 1307306 h 1890712"/>
              <a:gd name="connsiteX116" fmla="*/ 1790700 w 2543175"/>
              <a:gd name="connsiteY116" fmla="*/ 1312069 h 1890712"/>
              <a:gd name="connsiteX117" fmla="*/ 1800225 w 2543175"/>
              <a:gd name="connsiteY117" fmla="*/ 1319212 h 1890712"/>
              <a:gd name="connsiteX118" fmla="*/ 1807369 w 2543175"/>
              <a:gd name="connsiteY118" fmla="*/ 1321594 h 1890712"/>
              <a:gd name="connsiteX119" fmla="*/ 1824038 w 2543175"/>
              <a:gd name="connsiteY119" fmla="*/ 1333500 h 1890712"/>
              <a:gd name="connsiteX120" fmla="*/ 1843088 w 2543175"/>
              <a:gd name="connsiteY120" fmla="*/ 1352550 h 1890712"/>
              <a:gd name="connsiteX121" fmla="*/ 1852613 w 2543175"/>
              <a:gd name="connsiteY121" fmla="*/ 1359694 h 1890712"/>
              <a:gd name="connsiteX122" fmla="*/ 1859757 w 2543175"/>
              <a:gd name="connsiteY122" fmla="*/ 1366837 h 1890712"/>
              <a:gd name="connsiteX123" fmla="*/ 1869282 w 2543175"/>
              <a:gd name="connsiteY123" fmla="*/ 1371600 h 1890712"/>
              <a:gd name="connsiteX124" fmla="*/ 1883569 w 2543175"/>
              <a:gd name="connsiteY124" fmla="*/ 1388269 h 1890712"/>
              <a:gd name="connsiteX125" fmla="*/ 1893094 w 2543175"/>
              <a:gd name="connsiteY125" fmla="*/ 1395412 h 1890712"/>
              <a:gd name="connsiteX126" fmla="*/ 1902619 w 2543175"/>
              <a:gd name="connsiteY126" fmla="*/ 1404937 h 1890712"/>
              <a:gd name="connsiteX127" fmla="*/ 1912144 w 2543175"/>
              <a:gd name="connsiteY127" fmla="*/ 1409700 h 1890712"/>
              <a:gd name="connsiteX128" fmla="*/ 1931194 w 2543175"/>
              <a:gd name="connsiteY128" fmla="*/ 1421606 h 1890712"/>
              <a:gd name="connsiteX129" fmla="*/ 1935957 w 2543175"/>
              <a:gd name="connsiteY129" fmla="*/ 1428750 h 1890712"/>
              <a:gd name="connsiteX130" fmla="*/ 1952625 w 2543175"/>
              <a:gd name="connsiteY130" fmla="*/ 1438275 h 1890712"/>
              <a:gd name="connsiteX131" fmla="*/ 1971675 w 2543175"/>
              <a:gd name="connsiteY131" fmla="*/ 1450181 h 1890712"/>
              <a:gd name="connsiteX132" fmla="*/ 1981200 w 2543175"/>
              <a:gd name="connsiteY132" fmla="*/ 1454944 h 1890712"/>
              <a:gd name="connsiteX133" fmla="*/ 1997869 w 2543175"/>
              <a:gd name="connsiteY133" fmla="*/ 1471612 h 1890712"/>
              <a:gd name="connsiteX134" fmla="*/ 2007394 w 2543175"/>
              <a:gd name="connsiteY134" fmla="*/ 1478756 h 1890712"/>
              <a:gd name="connsiteX135" fmla="*/ 2016919 w 2543175"/>
              <a:gd name="connsiteY135" fmla="*/ 1483519 h 1890712"/>
              <a:gd name="connsiteX136" fmla="*/ 2024063 w 2543175"/>
              <a:gd name="connsiteY136" fmla="*/ 1490662 h 1890712"/>
              <a:gd name="connsiteX137" fmla="*/ 2033588 w 2543175"/>
              <a:gd name="connsiteY137" fmla="*/ 1495425 h 1890712"/>
              <a:gd name="connsiteX138" fmla="*/ 2040732 w 2543175"/>
              <a:gd name="connsiteY138" fmla="*/ 1502569 h 1890712"/>
              <a:gd name="connsiteX139" fmla="*/ 2047875 w 2543175"/>
              <a:gd name="connsiteY139" fmla="*/ 1507331 h 1890712"/>
              <a:gd name="connsiteX140" fmla="*/ 2057400 w 2543175"/>
              <a:gd name="connsiteY140" fmla="*/ 1514475 h 1890712"/>
              <a:gd name="connsiteX141" fmla="*/ 2064544 w 2543175"/>
              <a:gd name="connsiteY141" fmla="*/ 1519237 h 1890712"/>
              <a:gd name="connsiteX142" fmla="*/ 2071688 w 2543175"/>
              <a:gd name="connsiteY142" fmla="*/ 1526381 h 1890712"/>
              <a:gd name="connsiteX143" fmla="*/ 2081213 w 2543175"/>
              <a:gd name="connsiteY143" fmla="*/ 1531144 h 1890712"/>
              <a:gd name="connsiteX144" fmla="*/ 2090738 w 2543175"/>
              <a:gd name="connsiteY144" fmla="*/ 1538287 h 1890712"/>
              <a:gd name="connsiteX145" fmla="*/ 2109788 w 2543175"/>
              <a:gd name="connsiteY145" fmla="*/ 1547812 h 1890712"/>
              <a:gd name="connsiteX146" fmla="*/ 2131219 w 2543175"/>
              <a:gd name="connsiteY146" fmla="*/ 1562100 h 1890712"/>
              <a:gd name="connsiteX147" fmla="*/ 2140744 w 2543175"/>
              <a:gd name="connsiteY147" fmla="*/ 1566862 h 1890712"/>
              <a:gd name="connsiteX148" fmla="*/ 2152650 w 2543175"/>
              <a:gd name="connsiteY148" fmla="*/ 1576387 h 1890712"/>
              <a:gd name="connsiteX149" fmla="*/ 2181225 w 2543175"/>
              <a:gd name="connsiteY149" fmla="*/ 1590675 h 1890712"/>
              <a:gd name="connsiteX150" fmla="*/ 2200275 w 2543175"/>
              <a:gd name="connsiteY150" fmla="*/ 1607344 h 1890712"/>
              <a:gd name="connsiteX151" fmla="*/ 2207419 w 2543175"/>
              <a:gd name="connsiteY151" fmla="*/ 1612106 h 1890712"/>
              <a:gd name="connsiteX152" fmla="*/ 2216944 w 2543175"/>
              <a:gd name="connsiteY152" fmla="*/ 1619250 h 1890712"/>
              <a:gd name="connsiteX153" fmla="*/ 2224088 w 2543175"/>
              <a:gd name="connsiteY153" fmla="*/ 1624012 h 1890712"/>
              <a:gd name="connsiteX154" fmla="*/ 2247900 w 2543175"/>
              <a:gd name="connsiteY154" fmla="*/ 1643062 h 1890712"/>
              <a:gd name="connsiteX155" fmla="*/ 2255044 w 2543175"/>
              <a:gd name="connsiteY155" fmla="*/ 1650206 h 1890712"/>
              <a:gd name="connsiteX156" fmla="*/ 2281238 w 2543175"/>
              <a:gd name="connsiteY156" fmla="*/ 1664494 h 1890712"/>
              <a:gd name="connsiteX157" fmla="*/ 2297907 w 2543175"/>
              <a:gd name="connsiteY157" fmla="*/ 1674019 h 1890712"/>
              <a:gd name="connsiteX158" fmla="*/ 2312194 w 2543175"/>
              <a:gd name="connsiteY158" fmla="*/ 1685925 h 1890712"/>
              <a:gd name="connsiteX159" fmla="*/ 2328863 w 2543175"/>
              <a:gd name="connsiteY159" fmla="*/ 1697831 h 1890712"/>
              <a:gd name="connsiteX160" fmla="*/ 2350294 w 2543175"/>
              <a:gd name="connsiteY160" fmla="*/ 1712119 h 1890712"/>
              <a:gd name="connsiteX161" fmla="*/ 2369344 w 2543175"/>
              <a:gd name="connsiteY161" fmla="*/ 1724025 h 1890712"/>
              <a:gd name="connsiteX162" fmla="*/ 2428876 w 2543175"/>
              <a:gd name="connsiteY162" fmla="*/ 1785938 h 1890712"/>
              <a:gd name="connsiteX163" fmla="*/ 2466975 w 2543175"/>
              <a:gd name="connsiteY163" fmla="*/ 1783556 h 1890712"/>
              <a:gd name="connsiteX164" fmla="*/ 2481263 w 2543175"/>
              <a:gd name="connsiteY164" fmla="*/ 1795462 h 1890712"/>
              <a:gd name="connsiteX165" fmla="*/ 2486025 w 2543175"/>
              <a:gd name="connsiteY165" fmla="*/ 1802606 h 1890712"/>
              <a:gd name="connsiteX166" fmla="*/ 2514600 w 2543175"/>
              <a:gd name="connsiteY166" fmla="*/ 1850231 h 1890712"/>
              <a:gd name="connsiteX167" fmla="*/ 2519363 w 2543175"/>
              <a:gd name="connsiteY167" fmla="*/ 1857375 h 1890712"/>
              <a:gd name="connsiteX168" fmla="*/ 2540794 w 2543175"/>
              <a:gd name="connsiteY168" fmla="*/ 1883569 h 1890712"/>
              <a:gd name="connsiteX169" fmla="*/ 2543175 w 2543175"/>
              <a:gd name="connsiteY16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73982 w 2543175"/>
              <a:gd name="connsiteY96" fmla="*/ 997744 h 1890712"/>
              <a:gd name="connsiteX97" fmla="*/ 1388269 w 2543175"/>
              <a:gd name="connsiteY97" fmla="*/ 1007269 h 1890712"/>
              <a:gd name="connsiteX98" fmla="*/ 1414463 w 2543175"/>
              <a:gd name="connsiteY98" fmla="*/ 1019175 h 1890712"/>
              <a:gd name="connsiteX99" fmla="*/ 1435894 w 2543175"/>
              <a:gd name="connsiteY99" fmla="*/ 1054894 h 1890712"/>
              <a:gd name="connsiteX100" fmla="*/ 1471613 w 2543175"/>
              <a:gd name="connsiteY100" fmla="*/ 1059656 h 1890712"/>
              <a:gd name="connsiteX101" fmla="*/ 1495425 w 2543175"/>
              <a:gd name="connsiteY101" fmla="*/ 1088231 h 1890712"/>
              <a:gd name="connsiteX102" fmla="*/ 1547812 w 2543175"/>
              <a:gd name="connsiteY102" fmla="*/ 1133475 h 1890712"/>
              <a:gd name="connsiteX103" fmla="*/ 1597819 w 2543175"/>
              <a:gd name="connsiteY103" fmla="*/ 1154906 h 1890712"/>
              <a:gd name="connsiteX104" fmla="*/ 1604963 w 2543175"/>
              <a:gd name="connsiteY104" fmla="*/ 1162050 h 1890712"/>
              <a:gd name="connsiteX105" fmla="*/ 1612107 w 2543175"/>
              <a:gd name="connsiteY105" fmla="*/ 1166812 h 1890712"/>
              <a:gd name="connsiteX106" fmla="*/ 1628775 w 2543175"/>
              <a:gd name="connsiteY106" fmla="*/ 1183481 h 1890712"/>
              <a:gd name="connsiteX107" fmla="*/ 1662113 w 2543175"/>
              <a:gd name="connsiteY107" fmla="*/ 1209675 h 1890712"/>
              <a:gd name="connsiteX108" fmla="*/ 1678782 w 2543175"/>
              <a:gd name="connsiteY108" fmla="*/ 1226344 h 1890712"/>
              <a:gd name="connsiteX109" fmla="*/ 1700213 w 2543175"/>
              <a:gd name="connsiteY109" fmla="*/ 1247775 h 1890712"/>
              <a:gd name="connsiteX110" fmla="*/ 1712119 w 2543175"/>
              <a:gd name="connsiteY110" fmla="*/ 1259681 h 1890712"/>
              <a:gd name="connsiteX111" fmla="*/ 1733550 w 2543175"/>
              <a:gd name="connsiteY111" fmla="*/ 1273969 h 1890712"/>
              <a:gd name="connsiteX112" fmla="*/ 1743075 w 2543175"/>
              <a:gd name="connsiteY112" fmla="*/ 1283494 h 1890712"/>
              <a:gd name="connsiteX113" fmla="*/ 1754982 w 2543175"/>
              <a:gd name="connsiteY113" fmla="*/ 1290637 h 1890712"/>
              <a:gd name="connsiteX114" fmla="*/ 1766888 w 2543175"/>
              <a:gd name="connsiteY114" fmla="*/ 1300162 h 1890712"/>
              <a:gd name="connsiteX115" fmla="*/ 1783557 w 2543175"/>
              <a:gd name="connsiteY115" fmla="*/ 1307306 h 1890712"/>
              <a:gd name="connsiteX116" fmla="*/ 1790700 w 2543175"/>
              <a:gd name="connsiteY116" fmla="*/ 1312069 h 1890712"/>
              <a:gd name="connsiteX117" fmla="*/ 1800225 w 2543175"/>
              <a:gd name="connsiteY117" fmla="*/ 1319212 h 1890712"/>
              <a:gd name="connsiteX118" fmla="*/ 1807369 w 2543175"/>
              <a:gd name="connsiteY118" fmla="*/ 1321594 h 1890712"/>
              <a:gd name="connsiteX119" fmla="*/ 1824038 w 2543175"/>
              <a:gd name="connsiteY119" fmla="*/ 1333500 h 1890712"/>
              <a:gd name="connsiteX120" fmla="*/ 1843088 w 2543175"/>
              <a:gd name="connsiteY120" fmla="*/ 1352550 h 1890712"/>
              <a:gd name="connsiteX121" fmla="*/ 1852613 w 2543175"/>
              <a:gd name="connsiteY121" fmla="*/ 1359694 h 1890712"/>
              <a:gd name="connsiteX122" fmla="*/ 1859757 w 2543175"/>
              <a:gd name="connsiteY122" fmla="*/ 1366837 h 1890712"/>
              <a:gd name="connsiteX123" fmla="*/ 1869282 w 2543175"/>
              <a:gd name="connsiteY123" fmla="*/ 1371600 h 1890712"/>
              <a:gd name="connsiteX124" fmla="*/ 1883569 w 2543175"/>
              <a:gd name="connsiteY124" fmla="*/ 1388269 h 1890712"/>
              <a:gd name="connsiteX125" fmla="*/ 1893094 w 2543175"/>
              <a:gd name="connsiteY125" fmla="*/ 1395412 h 1890712"/>
              <a:gd name="connsiteX126" fmla="*/ 1902619 w 2543175"/>
              <a:gd name="connsiteY126" fmla="*/ 1404937 h 1890712"/>
              <a:gd name="connsiteX127" fmla="*/ 1912144 w 2543175"/>
              <a:gd name="connsiteY127" fmla="*/ 1409700 h 1890712"/>
              <a:gd name="connsiteX128" fmla="*/ 1931194 w 2543175"/>
              <a:gd name="connsiteY128" fmla="*/ 1421606 h 1890712"/>
              <a:gd name="connsiteX129" fmla="*/ 1935957 w 2543175"/>
              <a:gd name="connsiteY129" fmla="*/ 1428750 h 1890712"/>
              <a:gd name="connsiteX130" fmla="*/ 1952625 w 2543175"/>
              <a:gd name="connsiteY130" fmla="*/ 1438275 h 1890712"/>
              <a:gd name="connsiteX131" fmla="*/ 1971675 w 2543175"/>
              <a:gd name="connsiteY131" fmla="*/ 1450181 h 1890712"/>
              <a:gd name="connsiteX132" fmla="*/ 1981200 w 2543175"/>
              <a:gd name="connsiteY132" fmla="*/ 1454944 h 1890712"/>
              <a:gd name="connsiteX133" fmla="*/ 1997869 w 2543175"/>
              <a:gd name="connsiteY133" fmla="*/ 1471612 h 1890712"/>
              <a:gd name="connsiteX134" fmla="*/ 2007394 w 2543175"/>
              <a:gd name="connsiteY134" fmla="*/ 1478756 h 1890712"/>
              <a:gd name="connsiteX135" fmla="*/ 2016919 w 2543175"/>
              <a:gd name="connsiteY135" fmla="*/ 1483519 h 1890712"/>
              <a:gd name="connsiteX136" fmla="*/ 2024063 w 2543175"/>
              <a:gd name="connsiteY136" fmla="*/ 1490662 h 1890712"/>
              <a:gd name="connsiteX137" fmla="*/ 2033588 w 2543175"/>
              <a:gd name="connsiteY137" fmla="*/ 1495425 h 1890712"/>
              <a:gd name="connsiteX138" fmla="*/ 2040732 w 2543175"/>
              <a:gd name="connsiteY138" fmla="*/ 1502569 h 1890712"/>
              <a:gd name="connsiteX139" fmla="*/ 2047875 w 2543175"/>
              <a:gd name="connsiteY139" fmla="*/ 1507331 h 1890712"/>
              <a:gd name="connsiteX140" fmla="*/ 2057400 w 2543175"/>
              <a:gd name="connsiteY140" fmla="*/ 1514475 h 1890712"/>
              <a:gd name="connsiteX141" fmla="*/ 2064544 w 2543175"/>
              <a:gd name="connsiteY141" fmla="*/ 1519237 h 1890712"/>
              <a:gd name="connsiteX142" fmla="*/ 2071688 w 2543175"/>
              <a:gd name="connsiteY142" fmla="*/ 1526381 h 1890712"/>
              <a:gd name="connsiteX143" fmla="*/ 2081213 w 2543175"/>
              <a:gd name="connsiteY143" fmla="*/ 1531144 h 1890712"/>
              <a:gd name="connsiteX144" fmla="*/ 2090738 w 2543175"/>
              <a:gd name="connsiteY144" fmla="*/ 1538287 h 1890712"/>
              <a:gd name="connsiteX145" fmla="*/ 2109788 w 2543175"/>
              <a:gd name="connsiteY145" fmla="*/ 1547812 h 1890712"/>
              <a:gd name="connsiteX146" fmla="*/ 2131219 w 2543175"/>
              <a:gd name="connsiteY146" fmla="*/ 1562100 h 1890712"/>
              <a:gd name="connsiteX147" fmla="*/ 2140744 w 2543175"/>
              <a:gd name="connsiteY147" fmla="*/ 1566862 h 1890712"/>
              <a:gd name="connsiteX148" fmla="*/ 2152650 w 2543175"/>
              <a:gd name="connsiteY148" fmla="*/ 1576387 h 1890712"/>
              <a:gd name="connsiteX149" fmla="*/ 2181225 w 2543175"/>
              <a:gd name="connsiteY149" fmla="*/ 1590675 h 1890712"/>
              <a:gd name="connsiteX150" fmla="*/ 2200275 w 2543175"/>
              <a:gd name="connsiteY150" fmla="*/ 1607344 h 1890712"/>
              <a:gd name="connsiteX151" fmla="*/ 2207419 w 2543175"/>
              <a:gd name="connsiteY151" fmla="*/ 1612106 h 1890712"/>
              <a:gd name="connsiteX152" fmla="*/ 2216944 w 2543175"/>
              <a:gd name="connsiteY152" fmla="*/ 1619250 h 1890712"/>
              <a:gd name="connsiteX153" fmla="*/ 2224088 w 2543175"/>
              <a:gd name="connsiteY153" fmla="*/ 1624012 h 1890712"/>
              <a:gd name="connsiteX154" fmla="*/ 2247900 w 2543175"/>
              <a:gd name="connsiteY154" fmla="*/ 1643062 h 1890712"/>
              <a:gd name="connsiteX155" fmla="*/ 2255044 w 2543175"/>
              <a:gd name="connsiteY155" fmla="*/ 1650206 h 1890712"/>
              <a:gd name="connsiteX156" fmla="*/ 2281238 w 2543175"/>
              <a:gd name="connsiteY156" fmla="*/ 1664494 h 1890712"/>
              <a:gd name="connsiteX157" fmla="*/ 2297907 w 2543175"/>
              <a:gd name="connsiteY157" fmla="*/ 1674019 h 1890712"/>
              <a:gd name="connsiteX158" fmla="*/ 2312194 w 2543175"/>
              <a:gd name="connsiteY158" fmla="*/ 1685925 h 1890712"/>
              <a:gd name="connsiteX159" fmla="*/ 2328863 w 2543175"/>
              <a:gd name="connsiteY159" fmla="*/ 1697831 h 1890712"/>
              <a:gd name="connsiteX160" fmla="*/ 2350294 w 2543175"/>
              <a:gd name="connsiteY160" fmla="*/ 1712119 h 1890712"/>
              <a:gd name="connsiteX161" fmla="*/ 2369344 w 2543175"/>
              <a:gd name="connsiteY161" fmla="*/ 1724025 h 1890712"/>
              <a:gd name="connsiteX162" fmla="*/ 2428876 w 2543175"/>
              <a:gd name="connsiteY162" fmla="*/ 1785938 h 1890712"/>
              <a:gd name="connsiteX163" fmla="*/ 2466975 w 2543175"/>
              <a:gd name="connsiteY163" fmla="*/ 1783556 h 1890712"/>
              <a:gd name="connsiteX164" fmla="*/ 2481263 w 2543175"/>
              <a:gd name="connsiteY164" fmla="*/ 1795462 h 1890712"/>
              <a:gd name="connsiteX165" fmla="*/ 2486025 w 2543175"/>
              <a:gd name="connsiteY165" fmla="*/ 1802606 h 1890712"/>
              <a:gd name="connsiteX166" fmla="*/ 2514600 w 2543175"/>
              <a:gd name="connsiteY166" fmla="*/ 1850231 h 1890712"/>
              <a:gd name="connsiteX167" fmla="*/ 2519363 w 2543175"/>
              <a:gd name="connsiteY167" fmla="*/ 1857375 h 1890712"/>
              <a:gd name="connsiteX168" fmla="*/ 2540794 w 2543175"/>
              <a:gd name="connsiteY168" fmla="*/ 1883569 h 1890712"/>
              <a:gd name="connsiteX169" fmla="*/ 2543175 w 2543175"/>
              <a:gd name="connsiteY16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73982 w 2543175"/>
              <a:gd name="connsiteY96" fmla="*/ 997744 h 1890712"/>
              <a:gd name="connsiteX97" fmla="*/ 1388269 w 2543175"/>
              <a:gd name="connsiteY97" fmla="*/ 1007269 h 1890712"/>
              <a:gd name="connsiteX98" fmla="*/ 1435894 w 2543175"/>
              <a:gd name="connsiteY98" fmla="*/ 1054894 h 1890712"/>
              <a:gd name="connsiteX99" fmla="*/ 1471613 w 2543175"/>
              <a:gd name="connsiteY99" fmla="*/ 1059656 h 1890712"/>
              <a:gd name="connsiteX100" fmla="*/ 1495425 w 2543175"/>
              <a:gd name="connsiteY100" fmla="*/ 1088231 h 1890712"/>
              <a:gd name="connsiteX101" fmla="*/ 1547812 w 2543175"/>
              <a:gd name="connsiteY101" fmla="*/ 1133475 h 1890712"/>
              <a:gd name="connsiteX102" fmla="*/ 1597819 w 2543175"/>
              <a:gd name="connsiteY102" fmla="*/ 1154906 h 1890712"/>
              <a:gd name="connsiteX103" fmla="*/ 1604963 w 2543175"/>
              <a:gd name="connsiteY103" fmla="*/ 1162050 h 1890712"/>
              <a:gd name="connsiteX104" fmla="*/ 1612107 w 2543175"/>
              <a:gd name="connsiteY104" fmla="*/ 1166812 h 1890712"/>
              <a:gd name="connsiteX105" fmla="*/ 1628775 w 2543175"/>
              <a:gd name="connsiteY105" fmla="*/ 1183481 h 1890712"/>
              <a:gd name="connsiteX106" fmla="*/ 1662113 w 2543175"/>
              <a:gd name="connsiteY106" fmla="*/ 1209675 h 1890712"/>
              <a:gd name="connsiteX107" fmla="*/ 1678782 w 2543175"/>
              <a:gd name="connsiteY107" fmla="*/ 1226344 h 1890712"/>
              <a:gd name="connsiteX108" fmla="*/ 1700213 w 2543175"/>
              <a:gd name="connsiteY108" fmla="*/ 1247775 h 1890712"/>
              <a:gd name="connsiteX109" fmla="*/ 1712119 w 2543175"/>
              <a:gd name="connsiteY109" fmla="*/ 1259681 h 1890712"/>
              <a:gd name="connsiteX110" fmla="*/ 1733550 w 2543175"/>
              <a:gd name="connsiteY110" fmla="*/ 1273969 h 1890712"/>
              <a:gd name="connsiteX111" fmla="*/ 1743075 w 2543175"/>
              <a:gd name="connsiteY111" fmla="*/ 1283494 h 1890712"/>
              <a:gd name="connsiteX112" fmla="*/ 1754982 w 2543175"/>
              <a:gd name="connsiteY112" fmla="*/ 1290637 h 1890712"/>
              <a:gd name="connsiteX113" fmla="*/ 1766888 w 2543175"/>
              <a:gd name="connsiteY113" fmla="*/ 1300162 h 1890712"/>
              <a:gd name="connsiteX114" fmla="*/ 1783557 w 2543175"/>
              <a:gd name="connsiteY114" fmla="*/ 1307306 h 1890712"/>
              <a:gd name="connsiteX115" fmla="*/ 1790700 w 2543175"/>
              <a:gd name="connsiteY115" fmla="*/ 1312069 h 1890712"/>
              <a:gd name="connsiteX116" fmla="*/ 1800225 w 2543175"/>
              <a:gd name="connsiteY116" fmla="*/ 1319212 h 1890712"/>
              <a:gd name="connsiteX117" fmla="*/ 1807369 w 2543175"/>
              <a:gd name="connsiteY117" fmla="*/ 1321594 h 1890712"/>
              <a:gd name="connsiteX118" fmla="*/ 1824038 w 2543175"/>
              <a:gd name="connsiteY118" fmla="*/ 1333500 h 1890712"/>
              <a:gd name="connsiteX119" fmla="*/ 1843088 w 2543175"/>
              <a:gd name="connsiteY119" fmla="*/ 1352550 h 1890712"/>
              <a:gd name="connsiteX120" fmla="*/ 1852613 w 2543175"/>
              <a:gd name="connsiteY120" fmla="*/ 1359694 h 1890712"/>
              <a:gd name="connsiteX121" fmla="*/ 1859757 w 2543175"/>
              <a:gd name="connsiteY121" fmla="*/ 1366837 h 1890712"/>
              <a:gd name="connsiteX122" fmla="*/ 1869282 w 2543175"/>
              <a:gd name="connsiteY122" fmla="*/ 1371600 h 1890712"/>
              <a:gd name="connsiteX123" fmla="*/ 1883569 w 2543175"/>
              <a:gd name="connsiteY123" fmla="*/ 1388269 h 1890712"/>
              <a:gd name="connsiteX124" fmla="*/ 1893094 w 2543175"/>
              <a:gd name="connsiteY124" fmla="*/ 1395412 h 1890712"/>
              <a:gd name="connsiteX125" fmla="*/ 1902619 w 2543175"/>
              <a:gd name="connsiteY125" fmla="*/ 1404937 h 1890712"/>
              <a:gd name="connsiteX126" fmla="*/ 1912144 w 2543175"/>
              <a:gd name="connsiteY126" fmla="*/ 1409700 h 1890712"/>
              <a:gd name="connsiteX127" fmla="*/ 1931194 w 2543175"/>
              <a:gd name="connsiteY127" fmla="*/ 1421606 h 1890712"/>
              <a:gd name="connsiteX128" fmla="*/ 1935957 w 2543175"/>
              <a:gd name="connsiteY128" fmla="*/ 1428750 h 1890712"/>
              <a:gd name="connsiteX129" fmla="*/ 1952625 w 2543175"/>
              <a:gd name="connsiteY129" fmla="*/ 1438275 h 1890712"/>
              <a:gd name="connsiteX130" fmla="*/ 1971675 w 2543175"/>
              <a:gd name="connsiteY130" fmla="*/ 1450181 h 1890712"/>
              <a:gd name="connsiteX131" fmla="*/ 1981200 w 2543175"/>
              <a:gd name="connsiteY131" fmla="*/ 1454944 h 1890712"/>
              <a:gd name="connsiteX132" fmla="*/ 1997869 w 2543175"/>
              <a:gd name="connsiteY132" fmla="*/ 1471612 h 1890712"/>
              <a:gd name="connsiteX133" fmla="*/ 2007394 w 2543175"/>
              <a:gd name="connsiteY133" fmla="*/ 1478756 h 1890712"/>
              <a:gd name="connsiteX134" fmla="*/ 2016919 w 2543175"/>
              <a:gd name="connsiteY134" fmla="*/ 1483519 h 1890712"/>
              <a:gd name="connsiteX135" fmla="*/ 2024063 w 2543175"/>
              <a:gd name="connsiteY135" fmla="*/ 1490662 h 1890712"/>
              <a:gd name="connsiteX136" fmla="*/ 2033588 w 2543175"/>
              <a:gd name="connsiteY136" fmla="*/ 1495425 h 1890712"/>
              <a:gd name="connsiteX137" fmla="*/ 2040732 w 2543175"/>
              <a:gd name="connsiteY137" fmla="*/ 1502569 h 1890712"/>
              <a:gd name="connsiteX138" fmla="*/ 2047875 w 2543175"/>
              <a:gd name="connsiteY138" fmla="*/ 1507331 h 1890712"/>
              <a:gd name="connsiteX139" fmla="*/ 2057400 w 2543175"/>
              <a:gd name="connsiteY139" fmla="*/ 1514475 h 1890712"/>
              <a:gd name="connsiteX140" fmla="*/ 2064544 w 2543175"/>
              <a:gd name="connsiteY140" fmla="*/ 1519237 h 1890712"/>
              <a:gd name="connsiteX141" fmla="*/ 2071688 w 2543175"/>
              <a:gd name="connsiteY141" fmla="*/ 1526381 h 1890712"/>
              <a:gd name="connsiteX142" fmla="*/ 2081213 w 2543175"/>
              <a:gd name="connsiteY142" fmla="*/ 1531144 h 1890712"/>
              <a:gd name="connsiteX143" fmla="*/ 2090738 w 2543175"/>
              <a:gd name="connsiteY143" fmla="*/ 1538287 h 1890712"/>
              <a:gd name="connsiteX144" fmla="*/ 2109788 w 2543175"/>
              <a:gd name="connsiteY144" fmla="*/ 1547812 h 1890712"/>
              <a:gd name="connsiteX145" fmla="*/ 2131219 w 2543175"/>
              <a:gd name="connsiteY145" fmla="*/ 1562100 h 1890712"/>
              <a:gd name="connsiteX146" fmla="*/ 2140744 w 2543175"/>
              <a:gd name="connsiteY146" fmla="*/ 1566862 h 1890712"/>
              <a:gd name="connsiteX147" fmla="*/ 2152650 w 2543175"/>
              <a:gd name="connsiteY147" fmla="*/ 1576387 h 1890712"/>
              <a:gd name="connsiteX148" fmla="*/ 2181225 w 2543175"/>
              <a:gd name="connsiteY148" fmla="*/ 1590675 h 1890712"/>
              <a:gd name="connsiteX149" fmla="*/ 2200275 w 2543175"/>
              <a:gd name="connsiteY149" fmla="*/ 1607344 h 1890712"/>
              <a:gd name="connsiteX150" fmla="*/ 2207419 w 2543175"/>
              <a:gd name="connsiteY150" fmla="*/ 1612106 h 1890712"/>
              <a:gd name="connsiteX151" fmla="*/ 2216944 w 2543175"/>
              <a:gd name="connsiteY151" fmla="*/ 1619250 h 1890712"/>
              <a:gd name="connsiteX152" fmla="*/ 2224088 w 2543175"/>
              <a:gd name="connsiteY152" fmla="*/ 1624012 h 1890712"/>
              <a:gd name="connsiteX153" fmla="*/ 2247900 w 2543175"/>
              <a:gd name="connsiteY153" fmla="*/ 1643062 h 1890712"/>
              <a:gd name="connsiteX154" fmla="*/ 2255044 w 2543175"/>
              <a:gd name="connsiteY154" fmla="*/ 1650206 h 1890712"/>
              <a:gd name="connsiteX155" fmla="*/ 2281238 w 2543175"/>
              <a:gd name="connsiteY155" fmla="*/ 1664494 h 1890712"/>
              <a:gd name="connsiteX156" fmla="*/ 2297907 w 2543175"/>
              <a:gd name="connsiteY156" fmla="*/ 1674019 h 1890712"/>
              <a:gd name="connsiteX157" fmla="*/ 2312194 w 2543175"/>
              <a:gd name="connsiteY157" fmla="*/ 1685925 h 1890712"/>
              <a:gd name="connsiteX158" fmla="*/ 2328863 w 2543175"/>
              <a:gd name="connsiteY158" fmla="*/ 1697831 h 1890712"/>
              <a:gd name="connsiteX159" fmla="*/ 2350294 w 2543175"/>
              <a:gd name="connsiteY159" fmla="*/ 1712119 h 1890712"/>
              <a:gd name="connsiteX160" fmla="*/ 2369344 w 2543175"/>
              <a:gd name="connsiteY160" fmla="*/ 1724025 h 1890712"/>
              <a:gd name="connsiteX161" fmla="*/ 2428876 w 2543175"/>
              <a:gd name="connsiteY161" fmla="*/ 1785938 h 1890712"/>
              <a:gd name="connsiteX162" fmla="*/ 2466975 w 2543175"/>
              <a:gd name="connsiteY162" fmla="*/ 1783556 h 1890712"/>
              <a:gd name="connsiteX163" fmla="*/ 2481263 w 2543175"/>
              <a:gd name="connsiteY163" fmla="*/ 1795462 h 1890712"/>
              <a:gd name="connsiteX164" fmla="*/ 2486025 w 2543175"/>
              <a:gd name="connsiteY164" fmla="*/ 1802606 h 1890712"/>
              <a:gd name="connsiteX165" fmla="*/ 2514600 w 2543175"/>
              <a:gd name="connsiteY165" fmla="*/ 1850231 h 1890712"/>
              <a:gd name="connsiteX166" fmla="*/ 2519363 w 2543175"/>
              <a:gd name="connsiteY166" fmla="*/ 1857375 h 1890712"/>
              <a:gd name="connsiteX167" fmla="*/ 2540794 w 2543175"/>
              <a:gd name="connsiteY167" fmla="*/ 1883569 h 1890712"/>
              <a:gd name="connsiteX168" fmla="*/ 2543175 w 2543175"/>
              <a:gd name="connsiteY168"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73982 w 2543175"/>
              <a:gd name="connsiteY96" fmla="*/ 997744 h 1890712"/>
              <a:gd name="connsiteX97" fmla="*/ 1435894 w 2543175"/>
              <a:gd name="connsiteY97" fmla="*/ 1054894 h 1890712"/>
              <a:gd name="connsiteX98" fmla="*/ 1471613 w 2543175"/>
              <a:gd name="connsiteY98" fmla="*/ 1059656 h 1890712"/>
              <a:gd name="connsiteX99" fmla="*/ 1495425 w 2543175"/>
              <a:gd name="connsiteY99" fmla="*/ 1088231 h 1890712"/>
              <a:gd name="connsiteX100" fmla="*/ 1547812 w 2543175"/>
              <a:gd name="connsiteY100" fmla="*/ 1133475 h 1890712"/>
              <a:gd name="connsiteX101" fmla="*/ 1597819 w 2543175"/>
              <a:gd name="connsiteY101" fmla="*/ 1154906 h 1890712"/>
              <a:gd name="connsiteX102" fmla="*/ 1604963 w 2543175"/>
              <a:gd name="connsiteY102" fmla="*/ 1162050 h 1890712"/>
              <a:gd name="connsiteX103" fmla="*/ 1612107 w 2543175"/>
              <a:gd name="connsiteY103" fmla="*/ 1166812 h 1890712"/>
              <a:gd name="connsiteX104" fmla="*/ 1628775 w 2543175"/>
              <a:gd name="connsiteY104" fmla="*/ 1183481 h 1890712"/>
              <a:gd name="connsiteX105" fmla="*/ 1662113 w 2543175"/>
              <a:gd name="connsiteY105" fmla="*/ 1209675 h 1890712"/>
              <a:gd name="connsiteX106" fmla="*/ 1678782 w 2543175"/>
              <a:gd name="connsiteY106" fmla="*/ 1226344 h 1890712"/>
              <a:gd name="connsiteX107" fmla="*/ 1700213 w 2543175"/>
              <a:gd name="connsiteY107" fmla="*/ 1247775 h 1890712"/>
              <a:gd name="connsiteX108" fmla="*/ 1712119 w 2543175"/>
              <a:gd name="connsiteY108" fmla="*/ 1259681 h 1890712"/>
              <a:gd name="connsiteX109" fmla="*/ 1733550 w 2543175"/>
              <a:gd name="connsiteY109" fmla="*/ 1273969 h 1890712"/>
              <a:gd name="connsiteX110" fmla="*/ 1743075 w 2543175"/>
              <a:gd name="connsiteY110" fmla="*/ 1283494 h 1890712"/>
              <a:gd name="connsiteX111" fmla="*/ 1754982 w 2543175"/>
              <a:gd name="connsiteY111" fmla="*/ 1290637 h 1890712"/>
              <a:gd name="connsiteX112" fmla="*/ 1766888 w 2543175"/>
              <a:gd name="connsiteY112" fmla="*/ 1300162 h 1890712"/>
              <a:gd name="connsiteX113" fmla="*/ 1783557 w 2543175"/>
              <a:gd name="connsiteY113" fmla="*/ 1307306 h 1890712"/>
              <a:gd name="connsiteX114" fmla="*/ 1790700 w 2543175"/>
              <a:gd name="connsiteY114" fmla="*/ 1312069 h 1890712"/>
              <a:gd name="connsiteX115" fmla="*/ 1800225 w 2543175"/>
              <a:gd name="connsiteY115" fmla="*/ 1319212 h 1890712"/>
              <a:gd name="connsiteX116" fmla="*/ 1807369 w 2543175"/>
              <a:gd name="connsiteY116" fmla="*/ 1321594 h 1890712"/>
              <a:gd name="connsiteX117" fmla="*/ 1824038 w 2543175"/>
              <a:gd name="connsiteY117" fmla="*/ 1333500 h 1890712"/>
              <a:gd name="connsiteX118" fmla="*/ 1843088 w 2543175"/>
              <a:gd name="connsiteY118" fmla="*/ 1352550 h 1890712"/>
              <a:gd name="connsiteX119" fmla="*/ 1852613 w 2543175"/>
              <a:gd name="connsiteY119" fmla="*/ 1359694 h 1890712"/>
              <a:gd name="connsiteX120" fmla="*/ 1859757 w 2543175"/>
              <a:gd name="connsiteY120" fmla="*/ 1366837 h 1890712"/>
              <a:gd name="connsiteX121" fmla="*/ 1869282 w 2543175"/>
              <a:gd name="connsiteY121" fmla="*/ 1371600 h 1890712"/>
              <a:gd name="connsiteX122" fmla="*/ 1883569 w 2543175"/>
              <a:gd name="connsiteY122" fmla="*/ 1388269 h 1890712"/>
              <a:gd name="connsiteX123" fmla="*/ 1893094 w 2543175"/>
              <a:gd name="connsiteY123" fmla="*/ 1395412 h 1890712"/>
              <a:gd name="connsiteX124" fmla="*/ 1902619 w 2543175"/>
              <a:gd name="connsiteY124" fmla="*/ 1404937 h 1890712"/>
              <a:gd name="connsiteX125" fmla="*/ 1912144 w 2543175"/>
              <a:gd name="connsiteY125" fmla="*/ 1409700 h 1890712"/>
              <a:gd name="connsiteX126" fmla="*/ 1931194 w 2543175"/>
              <a:gd name="connsiteY126" fmla="*/ 1421606 h 1890712"/>
              <a:gd name="connsiteX127" fmla="*/ 1935957 w 2543175"/>
              <a:gd name="connsiteY127" fmla="*/ 1428750 h 1890712"/>
              <a:gd name="connsiteX128" fmla="*/ 1952625 w 2543175"/>
              <a:gd name="connsiteY128" fmla="*/ 1438275 h 1890712"/>
              <a:gd name="connsiteX129" fmla="*/ 1971675 w 2543175"/>
              <a:gd name="connsiteY129" fmla="*/ 1450181 h 1890712"/>
              <a:gd name="connsiteX130" fmla="*/ 1981200 w 2543175"/>
              <a:gd name="connsiteY130" fmla="*/ 1454944 h 1890712"/>
              <a:gd name="connsiteX131" fmla="*/ 1997869 w 2543175"/>
              <a:gd name="connsiteY131" fmla="*/ 1471612 h 1890712"/>
              <a:gd name="connsiteX132" fmla="*/ 2007394 w 2543175"/>
              <a:gd name="connsiteY132" fmla="*/ 1478756 h 1890712"/>
              <a:gd name="connsiteX133" fmla="*/ 2016919 w 2543175"/>
              <a:gd name="connsiteY133" fmla="*/ 1483519 h 1890712"/>
              <a:gd name="connsiteX134" fmla="*/ 2024063 w 2543175"/>
              <a:gd name="connsiteY134" fmla="*/ 1490662 h 1890712"/>
              <a:gd name="connsiteX135" fmla="*/ 2033588 w 2543175"/>
              <a:gd name="connsiteY135" fmla="*/ 1495425 h 1890712"/>
              <a:gd name="connsiteX136" fmla="*/ 2040732 w 2543175"/>
              <a:gd name="connsiteY136" fmla="*/ 1502569 h 1890712"/>
              <a:gd name="connsiteX137" fmla="*/ 2047875 w 2543175"/>
              <a:gd name="connsiteY137" fmla="*/ 1507331 h 1890712"/>
              <a:gd name="connsiteX138" fmla="*/ 2057400 w 2543175"/>
              <a:gd name="connsiteY138" fmla="*/ 1514475 h 1890712"/>
              <a:gd name="connsiteX139" fmla="*/ 2064544 w 2543175"/>
              <a:gd name="connsiteY139" fmla="*/ 1519237 h 1890712"/>
              <a:gd name="connsiteX140" fmla="*/ 2071688 w 2543175"/>
              <a:gd name="connsiteY140" fmla="*/ 1526381 h 1890712"/>
              <a:gd name="connsiteX141" fmla="*/ 2081213 w 2543175"/>
              <a:gd name="connsiteY141" fmla="*/ 1531144 h 1890712"/>
              <a:gd name="connsiteX142" fmla="*/ 2090738 w 2543175"/>
              <a:gd name="connsiteY142" fmla="*/ 1538287 h 1890712"/>
              <a:gd name="connsiteX143" fmla="*/ 2109788 w 2543175"/>
              <a:gd name="connsiteY143" fmla="*/ 1547812 h 1890712"/>
              <a:gd name="connsiteX144" fmla="*/ 2131219 w 2543175"/>
              <a:gd name="connsiteY144" fmla="*/ 1562100 h 1890712"/>
              <a:gd name="connsiteX145" fmla="*/ 2140744 w 2543175"/>
              <a:gd name="connsiteY145" fmla="*/ 1566862 h 1890712"/>
              <a:gd name="connsiteX146" fmla="*/ 2152650 w 2543175"/>
              <a:gd name="connsiteY146" fmla="*/ 1576387 h 1890712"/>
              <a:gd name="connsiteX147" fmla="*/ 2181225 w 2543175"/>
              <a:gd name="connsiteY147" fmla="*/ 1590675 h 1890712"/>
              <a:gd name="connsiteX148" fmla="*/ 2200275 w 2543175"/>
              <a:gd name="connsiteY148" fmla="*/ 1607344 h 1890712"/>
              <a:gd name="connsiteX149" fmla="*/ 2207419 w 2543175"/>
              <a:gd name="connsiteY149" fmla="*/ 1612106 h 1890712"/>
              <a:gd name="connsiteX150" fmla="*/ 2216944 w 2543175"/>
              <a:gd name="connsiteY150" fmla="*/ 1619250 h 1890712"/>
              <a:gd name="connsiteX151" fmla="*/ 2224088 w 2543175"/>
              <a:gd name="connsiteY151" fmla="*/ 1624012 h 1890712"/>
              <a:gd name="connsiteX152" fmla="*/ 2247900 w 2543175"/>
              <a:gd name="connsiteY152" fmla="*/ 1643062 h 1890712"/>
              <a:gd name="connsiteX153" fmla="*/ 2255044 w 2543175"/>
              <a:gd name="connsiteY153" fmla="*/ 1650206 h 1890712"/>
              <a:gd name="connsiteX154" fmla="*/ 2281238 w 2543175"/>
              <a:gd name="connsiteY154" fmla="*/ 1664494 h 1890712"/>
              <a:gd name="connsiteX155" fmla="*/ 2297907 w 2543175"/>
              <a:gd name="connsiteY155" fmla="*/ 1674019 h 1890712"/>
              <a:gd name="connsiteX156" fmla="*/ 2312194 w 2543175"/>
              <a:gd name="connsiteY156" fmla="*/ 1685925 h 1890712"/>
              <a:gd name="connsiteX157" fmla="*/ 2328863 w 2543175"/>
              <a:gd name="connsiteY157" fmla="*/ 1697831 h 1890712"/>
              <a:gd name="connsiteX158" fmla="*/ 2350294 w 2543175"/>
              <a:gd name="connsiteY158" fmla="*/ 1712119 h 1890712"/>
              <a:gd name="connsiteX159" fmla="*/ 2369344 w 2543175"/>
              <a:gd name="connsiteY159" fmla="*/ 1724025 h 1890712"/>
              <a:gd name="connsiteX160" fmla="*/ 2428876 w 2543175"/>
              <a:gd name="connsiteY160" fmla="*/ 1785938 h 1890712"/>
              <a:gd name="connsiteX161" fmla="*/ 2466975 w 2543175"/>
              <a:gd name="connsiteY161" fmla="*/ 1783556 h 1890712"/>
              <a:gd name="connsiteX162" fmla="*/ 2481263 w 2543175"/>
              <a:gd name="connsiteY162" fmla="*/ 1795462 h 1890712"/>
              <a:gd name="connsiteX163" fmla="*/ 2486025 w 2543175"/>
              <a:gd name="connsiteY163" fmla="*/ 1802606 h 1890712"/>
              <a:gd name="connsiteX164" fmla="*/ 2514600 w 2543175"/>
              <a:gd name="connsiteY164" fmla="*/ 1850231 h 1890712"/>
              <a:gd name="connsiteX165" fmla="*/ 2519363 w 2543175"/>
              <a:gd name="connsiteY165" fmla="*/ 1857375 h 1890712"/>
              <a:gd name="connsiteX166" fmla="*/ 2540794 w 2543175"/>
              <a:gd name="connsiteY166" fmla="*/ 1883569 h 1890712"/>
              <a:gd name="connsiteX167" fmla="*/ 2543175 w 2543175"/>
              <a:gd name="connsiteY167"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71613 w 2543175"/>
              <a:gd name="connsiteY98" fmla="*/ 1059656 h 1890712"/>
              <a:gd name="connsiteX99" fmla="*/ 1495425 w 2543175"/>
              <a:gd name="connsiteY99" fmla="*/ 1088231 h 1890712"/>
              <a:gd name="connsiteX100" fmla="*/ 1547812 w 2543175"/>
              <a:gd name="connsiteY100" fmla="*/ 1133475 h 1890712"/>
              <a:gd name="connsiteX101" fmla="*/ 1597819 w 2543175"/>
              <a:gd name="connsiteY101" fmla="*/ 1154906 h 1890712"/>
              <a:gd name="connsiteX102" fmla="*/ 1604963 w 2543175"/>
              <a:gd name="connsiteY102" fmla="*/ 1162050 h 1890712"/>
              <a:gd name="connsiteX103" fmla="*/ 1612107 w 2543175"/>
              <a:gd name="connsiteY103" fmla="*/ 1166812 h 1890712"/>
              <a:gd name="connsiteX104" fmla="*/ 1628775 w 2543175"/>
              <a:gd name="connsiteY104" fmla="*/ 1183481 h 1890712"/>
              <a:gd name="connsiteX105" fmla="*/ 1662113 w 2543175"/>
              <a:gd name="connsiteY105" fmla="*/ 1209675 h 1890712"/>
              <a:gd name="connsiteX106" fmla="*/ 1678782 w 2543175"/>
              <a:gd name="connsiteY106" fmla="*/ 1226344 h 1890712"/>
              <a:gd name="connsiteX107" fmla="*/ 1700213 w 2543175"/>
              <a:gd name="connsiteY107" fmla="*/ 1247775 h 1890712"/>
              <a:gd name="connsiteX108" fmla="*/ 1712119 w 2543175"/>
              <a:gd name="connsiteY108" fmla="*/ 1259681 h 1890712"/>
              <a:gd name="connsiteX109" fmla="*/ 1733550 w 2543175"/>
              <a:gd name="connsiteY109" fmla="*/ 1273969 h 1890712"/>
              <a:gd name="connsiteX110" fmla="*/ 1743075 w 2543175"/>
              <a:gd name="connsiteY110" fmla="*/ 1283494 h 1890712"/>
              <a:gd name="connsiteX111" fmla="*/ 1754982 w 2543175"/>
              <a:gd name="connsiteY111" fmla="*/ 1290637 h 1890712"/>
              <a:gd name="connsiteX112" fmla="*/ 1766888 w 2543175"/>
              <a:gd name="connsiteY112" fmla="*/ 1300162 h 1890712"/>
              <a:gd name="connsiteX113" fmla="*/ 1783557 w 2543175"/>
              <a:gd name="connsiteY113" fmla="*/ 1307306 h 1890712"/>
              <a:gd name="connsiteX114" fmla="*/ 1790700 w 2543175"/>
              <a:gd name="connsiteY114" fmla="*/ 1312069 h 1890712"/>
              <a:gd name="connsiteX115" fmla="*/ 1800225 w 2543175"/>
              <a:gd name="connsiteY115" fmla="*/ 1319212 h 1890712"/>
              <a:gd name="connsiteX116" fmla="*/ 1807369 w 2543175"/>
              <a:gd name="connsiteY116" fmla="*/ 1321594 h 1890712"/>
              <a:gd name="connsiteX117" fmla="*/ 1824038 w 2543175"/>
              <a:gd name="connsiteY117" fmla="*/ 1333500 h 1890712"/>
              <a:gd name="connsiteX118" fmla="*/ 1843088 w 2543175"/>
              <a:gd name="connsiteY118" fmla="*/ 1352550 h 1890712"/>
              <a:gd name="connsiteX119" fmla="*/ 1852613 w 2543175"/>
              <a:gd name="connsiteY119" fmla="*/ 1359694 h 1890712"/>
              <a:gd name="connsiteX120" fmla="*/ 1859757 w 2543175"/>
              <a:gd name="connsiteY120" fmla="*/ 1366837 h 1890712"/>
              <a:gd name="connsiteX121" fmla="*/ 1869282 w 2543175"/>
              <a:gd name="connsiteY121" fmla="*/ 1371600 h 1890712"/>
              <a:gd name="connsiteX122" fmla="*/ 1883569 w 2543175"/>
              <a:gd name="connsiteY122" fmla="*/ 1388269 h 1890712"/>
              <a:gd name="connsiteX123" fmla="*/ 1893094 w 2543175"/>
              <a:gd name="connsiteY123" fmla="*/ 1395412 h 1890712"/>
              <a:gd name="connsiteX124" fmla="*/ 1902619 w 2543175"/>
              <a:gd name="connsiteY124" fmla="*/ 1404937 h 1890712"/>
              <a:gd name="connsiteX125" fmla="*/ 1912144 w 2543175"/>
              <a:gd name="connsiteY125" fmla="*/ 1409700 h 1890712"/>
              <a:gd name="connsiteX126" fmla="*/ 1931194 w 2543175"/>
              <a:gd name="connsiteY126" fmla="*/ 1421606 h 1890712"/>
              <a:gd name="connsiteX127" fmla="*/ 1935957 w 2543175"/>
              <a:gd name="connsiteY127" fmla="*/ 1428750 h 1890712"/>
              <a:gd name="connsiteX128" fmla="*/ 1952625 w 2543175"/>
              <a:gd name="connsiteY128" fmla="*/ 1438275 h 1890712"/>
              <a:gd name="connsiteX129" fmla="*/ 1971675 w 2543175"/>
              <a:gd name="connsiteY129" fmla="*/ 1450181 h 1890712"/>
              <a:gd name="connsiteX130" fmla="*/ 1981200 w 2543175"/>
              <a:gd name="connsiteY130" fmla="*/ 1454944 h 1890712"/>
              <a:gd name="connsiteX131" fmla="*/ 1997869 w 2543175"/>
              <a:gd name="connsiteY131" fmla="*/ 1471612 h 1890712"/>
              <a:gd name="connsiteX132" fmla="*/ 2007394 w 2543175"/>
              <a:gd name="connsiteY132" fmla="*/ 1478756 h 1890712"/>
              <a:gd name="connsiteX133" fmla="*/ 2016919 w 2543175"/>
              <a:gd name="connsiteY133" fmla="*/ 1483519 h 1890712"/>
              <a:gd name="connsiteX134" fmla="*/ 2024063 w 2543175"/>
              <a:gd name="connsiteY134" fmla="*/ 1490662 h 1890712"/>
              <a:gd name="connsiteX135" fmla="*/ 2033588 w 2543175"/>
              <a:gd name="connsiteY135" fmla="*/ 1495425 h 1890712"/>
              <a:gd name="connsiteX136" fmla="*/ 2040732 w 2543175"/>
              <a:gd name="connsiteY136" fmla="*/ 1502569 h 1890712"/>
              <a:gd name="connsiteX137" fmla="*/ 2047875 w 2543175"/>
              <a:gd name="connsiteY137" fmla="*/ 1507331 h 1890712"/>
              <a:gd name="connsiteX138" fmla="*/ 2057400 w 2543175"/>
              <a:gd name="connsiteY138" fmla="*/ 1514475 h 1890712"/>
              <a:gd name="connsiteX139" fmla="*/ 2064544 w 2543175"/>
              <a:gd name="connsiteY139" fmla="*/ 1519237 h 1890712"/>
              <a:gd name="connsiteX140" fmla="*/ 2071688 w 2543175"/>
              <a:gd name="connsiteY140" fmla="*/ 1526381 h 1890712"/>
              <a:gd name="connsiteX141" fmla="*/ 2081213 w 2543175"/>
              <a:gd name="connsiteY141" fmla="*/ 1531144 h 1890712"/>
              <a:gd name="connsiteX142" fmla="*/ 2090738 w 2543175"/>
              <a:gd name="connsiteY142" fmla="*/ 1538287 h 1890712"/>
              <a:gd name="connsiteX143" fmla="*/ 2109788 w 2543175"/>
              <a:gd name="connsiteY143" fmla="*/ 1547812 h 1890712"/>
              <a:gd name="connsiteX144" fmla="*/ 2131219 w 2543175"/>
              <a:gd name="connsiteY144" fmla="*/ 1562100 h 1890712"/>
              <a:gd name="connsiteX145" fmla="*/ 2140744 w 2543175"/>
              <a:gd name="connsiteY145" fmla="*/ 1566862 h 1890712"/>
              <a:gd name="connsiteX146" fmla="*/ 2152650 w 2543175"/>
              <a:gd name="connsiteY146" fmla="*/ 1576387 h 1890712"/>
              <a:gd name="connsiteX147" fmla="*/ 2181225 w 2543175"/>
              <a:gd name="connsiteY147" fmla="*/ 1590675 h 1890712"/>
              <a:gd name="connsiteX148" fmla="*/ 2200275 w 2543175"/>
              <a:gd name="connsiteY148" fmla="*/ 1607344 h 1890712"/>
              <a:gd name="connsiteX149" fmla="*/ 2207419 w 2543175"/>
              <a:gd name="connsiteY149" fmla="*/ 1612106 h 1890712"/>
              <a:gd name="connsiteX150" fmla="*/ 2216944 w 2543175"/>
              <a:gd name="connsiteY150" fmla="*/ 1619250 h 1890712"/>
              <a:gd name="connsiteX151" fmla="*/ 2224088 w 2543175"/>
              <a:gd name="connsiteY151" fmla="*/ 1624012 h 1890712"/>
              <a:gd name="connsiteX152" fmla="*/ 2247900 w 2543175"/>
              <a:gd name="connsiteY152" fmla="*/ 1643062 h 1890712"/>
              <a:gd name="connsiteX153" fmla="*/ 2255044 w 2543175"/>
              <a:gd name="connsiteY153" fmla="*/ 1650206 h 1890712"/>
              <a:gd name="connsiteX154" fmla="*/ 2281238 w 2543175"/>
              <a:gd name="connsiteY154" fmla="*/ 1664494 h 1890712"/>
              <a:gd name="connsiteX155" fmla="*/ 2297907 w 2543175"/>
              <a:gd name="connsiteY155" fmla="*/ 1674019 h 1890712"/>
              <a:gd name="connsiteX156" fmla="*/ 2312194 w 2543175"/>
              <a:gd name="connsiteY156" fmla="*/ 1685925 h 1890712"/>
              <a:gd name="connsiteX157" fmla="*/ 2328863 w 2543175"/>
              <a:gd name="connsiteY157" fmla="*/ 1697831 h 1890712"/>
              <a:gd name="connsiteX158" fmla="*/ 2350294 w 2543175"/>
              <a:gd name="connsiteY158" fmla="*/ 1712119 h 1890712"/>
              <a:gd name="connsiteX159" fmla="*/ 2369344 w 2543175"/>
              <a:gd name="connsiteY159" fmla="*/ 1724025 h 1890712"/>
              <a:gd name="connsiteX160" fmla="*/ 2428876 w 2543175"/>
              <a:gd name="connsiteY160" fmla="*/ 1785938 h 1890712"/>
              <a:gd name="connsiteX161" fmla="*/ 2466975 w 2543175"/>
              <a:gd name="connsiteY161" fmla="*/ 1783556 h 1890712"/>
              <a:gd name="connsiteX162" fmla="*/ 2481263 w 2543175"/>
              <a:gd name="connsiteY162" fmla="*/ 1795462 h 1890712"/>
              <a:gd name="connsiteX163" fmla="*/ 2486025 w 2543175"/>
              <a:gd name="connsiteY163" fmla="*/ 1802606 h 1890712"/>
              <a:gd name="connsiteX164" fmla="*/ 2514600 w 2543175"/>
              <a:gd name="connsiteY164" fmla="*/ 1850231 h 1890712"/>
              <a:gd name="connsiteX165" fmla="*/ 2519363 w 2543175"/>
              <a:gd name="connsiteY165" fmla="*/ 1857375 h 1890712"/>
              <a:gd name="connsiteX166" fmla="*/ 2540794 w 2543175"/>
              <a:gd name="connsiteY166" fmla="*/ 1883569 h 1890712"/>
              <a:gd name="connsiteX167" fmla="*/ 2543175 w 2543175"/>
              <a:gd name="connsiteY167"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5425 w 2543175"/>
              <a:gd name="connsiteY98" fmla="*/ 1088231 h 1890712"/>
              <a:gd name="connsiteX99" fmla="*/ 1547812 w 2543175"/>
              <a:gd name="connsiteY99" fmla="*/ 1133475 h 1890712"/>
              <a:gd name="connsiteX100" fmla="*/ 1597819 w 2543175"/>
              <a:gd name="connsiteY100" fmla="*/ 1154906 h 1890712"/>
              <a:gd name="connsiteX101" fmla="*/ 1604963 w 2543175"/>
              <a:gd name="connsiteY101" fmla="*/ 1162050 h 1890712"/>
              <a:gd name="connsiteX102" fmla="*/ 1612107 w 2543175"/>
              <a:gd name="connsiteY102" fmla="*/ 1166812 h 1890712"/>
              <a:gd name="connsiteX103" fmla="*/ 1628775 w 2543175"/>
              <a:gd name="connsiteY103" fmla="*/ 1183481 h 1890712"/>
              <a:gd name="connsiteX104" fmla="*/ 1662113 w 2543175"/>
              <a:gd name="connsiteY104" fmla="*/ 1209675 h 1890712"/>
              <a:gd name="connsiteX105" fmla="*/ 1678782 w 2543175"/>
              <a:gd name="connsiteY105" fmla="*/ 1226344 h 1890712"/>
              <a:gd name="connsiteX106" fmla="*/ 1700213 w 2543175"/>
              <a:gd name="connsiteY106" fmla="*/ 1247775 h 1890712"/>
              <a:gd name="connsiteX107" fmla="*/ 1712119 w 2543175"/>
              <a:gd name="connsiteY107" fmla="*/ 1259681 h 1890712"/>
              <a:gd name="connsiteX108" fmla="*/ 1733550 w 2543175"/>
              <a:gd name="connsiteY108" fmla="*/ 1273969 h 1890712"/>
              <a:gd name="connsiteX109" fmla="*/ 1743075 w 2543175"/>
              <a:gd name="connsiteY109" fmla="*/ 1283494 h 1890712"/>
              <a:gd name="connsiteX110" fmla="*/ 1754982 w 2543175"/>
              <a:gd name="connsiteY110" fmla="*/ 1290637 h 1890712"/>
              <a:gd name="connsiteX111" fmla="*/ 1766888 w 2543175"/>
              <a:gd name="connsiteY111" fmla="*/ 1300162 h 1890712"/>
              <a:gd name="connsiteX112" fmla="*/ 1783557 w 2543175"/>
              <a:gd name="connsiteY112" fmla="*/ 1307306 h 1890712"/>
              <a:gd name="connsiteX113" fmla="*/ 1790700 w 2543175"/>
              <a:gd name="connsiteY113" fmla="*/ 1312069 h 1890712"/>
              <a:gd name="connsiteX114" fmla="*/ 1800225 w 2543175"/>
              <a:gd name="connsiteY114" fmla="*/ 1319212 h 1890712"/>
              <a:gd name="connsiteX115" fmla="*/ 1807369 w 2543175"/>
              <a:gd name="connsiteY115" fmla="*/ 1321594 h 1890712"/>
              <a:gd name="connsiteX116" fmla="*/ 1824038 w 2543175"/>
              <a:gd name="connsiteY116" fmla="*/ 1333500 h 1890712"/>
              <a:gd name="connsiteX117" fmla="*/ 1843088 w 2543175"/>
              <a:gd name="connsiteY117" fmla="*/ 1352550 h 1890712"/>
              <a:gd name="connsiteX118" fmla="*/ 1852613 w 2543175"/>
              <a:gd name="connsiteY118" fmla="*/ 1359694 h 1890712"/>
              <a:gd name="connsiteX119" fmla="*/ 1859757 w 2543175"/>
              <a:gd name="connsiteY119" fmla="*/ 1366837 h 1890712"/>
              <a:gd name="connsiteX120" fmla="*/ 1869282 w 2543175"/>
              <a:gd name="connsiteY120" fmla="*/ 1371600 h 1890712"/>
              <a:gd name="connsiteX121" fmla="*/ 1883569 w 2543175"/>
              <a:gd name="connsiteY121" fmla="*/ 1388269 h 1890712"/>
              <a:gd name="connsiteX122" fmla="*/ 1893094 w 2543175"/>
              <a:gd name="connsiteY122" fmla="*/ 1395412 h 1890712"/>
              <a:gd name="connsiteX123" fmla="*/ 1902619 w 2543175"/>
              <a:gd name="connsiteY123" fmla="*/ 1404937 h 1890712"/>
              <a:gd name="connsiteX124" fmla="*/ 1912144 w 2543175"/>
              <a:gd name="connsiteY124" fmla="*/ 1409700 h 1890712"/>
              <a:gd name="connsiteX125" fmla="*/ 1931194 w 2543175"/>
              <a:gd name="connsiteY125" fmla="*/ 1421606 h 1890712"/>
              <a:gd name="connsiteX126" fmla="*/ 1935957 w 2543175"/>
              <a:gd name="connsiteY126" fmla="*/ 1428750 h 1890712"/>
              <a:gd name="connsiteX127" fmla="*/ 1952625 w 2543175"/>
              <a:gd name="connsiteY127" fmla="*/ 1438275 h 1890712"/>
              <a:gd name="connsiteX128" fmla="*/ 1971675 w 2543175"/>
              <a:gd name="connsiteY128" fmla="*/ 1450181 h 1890712"/>
              <a:gd name="connsiteX129" fmla="*/ 1981200 w 2543175"/>
              <a:gd name="connsiteY129" fmla="*/ 1454944 h 1890712"/>
              <a:gd name="connsiteX130" fmla="*/ 1997869 w 2543175"/>
              <a:gd name="connsiteY130" fmla="*/ 1471612 h 1890712"/>
              <a:gd name="connsiteX131" fmla="*/ 2007394 w 2543175"/>
              <a:gd name="connsiteY131" fmla="*/ 1478756 h 1890712"/>
              <a:gd name="connsiteX132" fmla="*/ 2016919 w 2543175"/>
              <a:gd name="connsiteY132" fmla="*/ 1483519 h 1890712"/>
              <a:gd name="connsiteX133" fmla="*/ 2024063 w 2543175"/>
              <a:gd name="connsiteY133" fmla="*/ 1490662 h 1890712"/>
              <a:gd name="connsiteX134" fmla="*/ 2033588 w 2543175"/>
              <a:gd name="connsiteY134" fmla="*/ 1495425 h 1890712"/>
              <a:gd name="connsiteX135" fmla="*/ 2040732 w 2543175"/>
              <a:gd name="connsiteY135" fmla="*/ 1502569 h 1890712"/>
              <a:gd name="connsiteX136" fmla="*/ 2047875 w 2543175"/>
              <a:gd name="connsiteY136" fmla="*/ 1507331 h 1890712"/>
              <a:gd name="connsiteX137" fmla="*/ 2057400 w 2543175"/>
              <a:gd name="connsiteY137" fmla="*/ 1514475 h 1890712"/>
              <a:gd name="connsiteX138" fmla="*/ 2064544 w 2543175"/>
              <a:gd name="connsiteY138" fmla="*/ 1519237 h 1890712"/>
              <a:gd name="connsiteX139" fmla="*/ 2071688 w 2543175"/>
              <a:gd name="connsiteY139" fmla="*/ 1526381 h 1890712"/>
              <a:gd name="connsiteX140" fmla="*/ 2081213 w 2543175"/>
              <a:gd name="connsiteY140" fmla="*/ 1531144 h 1890712"/>
              <a:gd name="connsiteX141" fmla="*/ 2090738 w 2543175"/>
              <a:gd name="connsiteY141" fmla="*/ 1538287 h 1890712"/>
              <a:gd name="connsiteX142" fmla="*/ 2109788 w 2543175"/>
              <a:gd name="connsiteY142" fmla="*/ 1547812 h 1890712"/>
              <a:gd name="connsiteX143" fmla="*/ 2131219 w 2543175"/>
              <a:gd name="connsiteY143" fmla="*/ 1562100 h 1890712"/>
              <a:gd name="connsiteX144" fmla="*/ 2140744 w 2543175"/>
              <a:gd name="connsiteY144" fmla="*/ 1566862 h 1890712"/>
              <a:gd name="connsiteX145" fmla="*/ 2152650 w 2543175"/>
              <a:gd name="connsiteY145" fmla="*/ 1576387 h 1890712"/>
              <a:gd name="connsiteX146" fmla="*/ 2181225 w 2543175"/>
              <a:gd name="connsiteY146" fmla="*/ 1590675 h 1890712"/>
              <a:gd name="connsiteX147" fmla="*/ 2200275 w 2543175"/>
              <a:gd name="connsiteY147" fmla="*/ 1607344 h 1890712"/>
              <a:gd name="connsiteX148" fmla="*/ 2207419 w 2543175"/>
              <a:gd name="connsiteY148" fmla="*/ 1612106 h 1890712"/>
              <a:gd name="connsiteX149" fmla="*/ 2216944 w 2543175"/>
              <a:gd name="connsiteY149" fmla="*/ 1619250 h 1890712"/>
              <a:gd name="connsiteX150" fmla="*/ 2224088 w 2543175"/>
              <a:gd name="connsiteY150" fmla="*/ 1624012 h 1890712"/>
              <a:gd name="connsiteX151" fmla="*/ 2247900 w 2543175"/>
              <a:gd name="connsiteY151" fmla="*/ 1643062 h 1890712"/>
              <a:gd name="connsiteX152" fmla="*/ 2255044 w 2543175"/>
              <a:gd name="connsiteY152" fmla="*/ 1650206 h 1890712"/>
              <a:gd name="connsiteX153" fmla="*/ 2281238 w 2543175"/>
              <a:gd name="connsiteY153" fmla="*/ 1664494 h 1890712"/>
              <a:gd name="connsiteX154" fmla="*/ 2297907 w 2543175"/>
              <a:gd name="connsiteY154" fmla="*/ 1674019 h 1890712"/>
              <a:gd name="connsiteX155" fmla="*/ 2312194 w 2543175"/>
              <a:gd name="connsiteY155" fmla="*/ 1685925 h 1890712"/>
              <a:gd name="connsiteX156" fmla="*/ 2328863 w 2543175"/>
              <a:gd name="connsiteY156" fmla="*/ 1697831 h 1890712"/>
              <a:gd name="connsiteX157" fmla="*/ 2350294 w 2543175"/>
              <a:gd name="connsiteY157" fmla="*/ 1712119 h 1890712"/>
              <a:gd name="connsiteX158" fmla="*/ 2369344 w 2543175"/>
              <a:gd name="connsiteY158" fmla="*/ 1724025 h 1890712"/>
              <a:gd name="connsiteX159" fmla="*/ 2428876 w 2543175"/>
              <a:gd name="connsiteY159" fmla="*/ 1785938 h 1890712"/>
              <a:gd name="connsiteX160" fmla="*/ 2466975 w 2543175"/>
              <a:gd name="connsiteY160" fmla="*/ 1783556 h 1890712"/>
              <a:gd name="connsiteX161" fmla="*/ 2481263 w 2543175"/>
              <a:gd name="connsiteY161" fmla="*/ 1795462 h 1890712"/>
              <a:gd name="connsiteX162" fmla="*/ 2486025 w 2543175"/>
              <a:gd name="connsiteY162" fmla="*/ 1802606 h 1890712"/>
              <a:gd name="connsiteX163" fmla="*/ 2514600 w 2543175"/>
              <a:gd name="connsiteY163" fmla="*/ 1850231 h 1890712"/>
              <a:gd name="connsiteX164" fmla="*/ 2519363 w 2543175"/>
              <a:gd name="connsiteY164" fmla="*/ 1857375 h 1890712"/>
              <a:gd name="connsiteX165" fmla="*/ 2540794 w 2543175"/>
              <a:gd name="connsiteY165" fmla="*/ 1883569 h 1890712"/>
              <a:gd name="connsiteX166" fmla="*/ 2543175 w 2543175"/>
              <a:gd name="connsiteY16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47812 w 2543175"/>
              <a:gd name="connsiteY99" fmla="*/ 1133475 h 1890712"/>
              <a:gd name="connsiteX100" fmla="*/ 1597819 w 2543175"/>
              <a:gd name="connsiteY100" fmla="*/ 1154906 h 1890712"/>
              <a:gd name="connsiteX101" fmla="*/ 1604963 w 2543175"/>
              <a:gd name="connsiteY101" fmla="*/ 1162050 h 1890712"/>
              <a:gd name="connsiteX102" fmla="*/ 1612107 w 2543175"/>
              <a:gd name="connsiteY102" fmla="*/ 1166812 h 1890712"/>
              <a:gd name="connsiteX103" fmla="*/ 1628775 w 2543175"/>
              <a:gd name="connsiteY103" fmla="*/ 1183481 h 1890712"/>
              <a:gd name="connsiteX104" fmla="*/ 1662113 w 2543175"/>
              <a:gd name="connsiteY104" fmla="*/ 1209675 h 1890712"/>
              <a:gd name="connsiteX105" fmla="*/ 1678782 w 2543175"/>
              <a:gd name="connsiteY105" fmla="*/ 1226344 h 1890712"/>
              <a:gd name="connsiteX106" fmla="*/ 1700213 w 2543175"/>
              <a:gd name="connsiteY106" fmla="*/ 1247775 h 1890712"/>
              <a:gd name="connsiteX107" fmla="*/ 1712119 w 2543175"/>
              <a:gd name="connsiteY107" fmla="*/ 1259681 h 1890712"/>
              <a:gd name="connsiteX108" fmla="*/ 1733550 w 2543175"/>
              <a:gd name="connsiteY108" fmla="*/ 1273969 h 1890712"/>
              <a:gd name="connsiteX109" fmla="*/ 1743075 w 2543175"/>
              <a:gd name="connsiteY109" fmla="*/ 1283494 h 1890712"/>
              <a:gd name="connsiteX110" fmla="*/ 1754982 w 2543175"/>
              <a:gd name="connsiteY110" fmla="*/ 1290637 h 1890712"/>
              <a:gd name="connsiteX111" fmla="*/ 1766888 w 2543175"/>
              <a:gd name="connsiteY111" fmla="*/ 1300162 h 1890712"/>
              <a:gd name="connsiteX112" fmla="*/ 1783557 w 2543175"/>
              <a:gd name="connsiteY112" fmla="*/ 1307306 h 1890712"/>
              <a:gd name="connsiteX113" fmla="*/ 1790700 w 2543175"/>
              <a:gd name="connsiteY113" fmla="*/ 1312069 h 1890712"/>
              <a:gd name="connsiteX114" fmla="*/ 1800225 w 2543175"/>
              <a:gd name="connsiteY114" fmla="*/ 1319212 h 1890712"/>
              <a:gd name="connsiteX115" fmla="*/ 1807369 w 2543175"/>
              <a:gd name="connsiteY115" fmla="*/ 1321594 h 1890712"/>
              <a:gd name="connsiteX116" fmla="*/ 1824038 w 2543175"/>
              <a:gd name="connsiteY116" fmla="*/ 1333500 h 1890712"/>
              <a:gd name="connsiteX117" fmla="*/ 1843088 w 2543175"/>
              <a:gd name="connsiteY117" fmla="*/ 1352550 h 1890712"/>
              <a:gd name="connsiteX118" fmla="*/ 1852613 w 2543175"/>
              <a:gd name="connsiteY118" fmla="*/ 1359694 h 1890712"/>
              <a:gd name="connsiteX119" fmla="*/ 1859757 w 2543175"/>
              <a:gd name="connsiteY119" fmla="*/ 1366837 h 1890712"/>
              <a:gd name="connsiteX120" fmla="*/ 1869282 w 2543175"/>
              <a:gd name="connsiteY120" fmla="*/ 1371600 h 1890712"/>
              <a:gd name="connsiteX121" fmla="*/ 1883569 w 2543175"/>
              <a:gd name="connsiteY121" fmla="*/ 1388269 h 1890712"/>
              <a:gd name="connsiteX122" fmla="*/ 1893094 w 2543175"/>
              <a:gd name="connsiteY122" fmla="*/ 1395412 h 1890712"/>
              <a:gd name="connsiteX123" fmla="*/ 1902619 w 2543175"/>
              <a:gd name="connsiteY123" fmla="*/ 1404937 h 1890712"/>
              <a:gd name="connsiteX124" fmla="*/ 1912144 w 2543175"/>
              <a:gd name="connsiteY124" fmla="*/ 1409700 h 1890712"/>
              <a:gd name="connsiteX125" fmla="*/ 1931194 w 2543175"/>
              <a:gd name="connsiteY125" fmla="*/ 1421606 h 1890712"/>
              <a:gd name="connsiteX126" fmla="*/ 1935957 w 2543175"/>
              <a:gd name="connsiteY126" fmla="*/ 1428750 h 1890712"/>
              <a:gd name="connsiteX127" fmla="*/ 1952625 w 2543175"/>
              <a:gd name="connsiteY127" fmla="*/ 1438275 h 1890712"/>
              <a:gd name="connsiteX128" fmla="*/ 1971675 w 2543175"/>
              <a:gd name="connsiteY128" fmla="*/ 1450181 h 1890712"/>
              <a:gd name="connsiteX129" fmla="*/ 1981200 w 2543175"/>
              <a:gd name="connsiteY129" fmla="*/ 1454944 h 1890712"/>
              <a:gd name="connsiteX130" fmla="*/ 1997869 w 2543175"/>
              <a:gd name="connsiteY130" fmla="*/ 1471612 h 1890712"/>
              <a:gd name="connsiteX131" fmla="*/ 2007394 w 2543175"/>
              <a:gd name="connsiteY131" fmla="*/ 1478756 h 1890712"/>
              <a:gd name="connsiteX132" fmla="*/ 2016919 w 2543175"/>
              <a:gd name="connsiteY132" fmla="*/ 1483519 h 1890712"/>
              <a:gd name="connsiteX133" fmla="*/ 2024063 w 2543175"/>
              <a:gd name="connsiteY133" fmla="*/ 1490662 h 1890712"/>
              <a:gd name="connsiteX134" fmla="*/ 2033588 w 2543175"/>
              <a:gd name="connsiteY134" fmla="*/ 1495425 h 1890712"/>
              <a:gd name="connsiteX135" fmla="*/ 2040732 w 2543175"/>
              <a:gd name="connsiteY135" fmla="*/ 1502569 h 1890712"/>
              <a:gd name="connsiteX136" fmla="*/ 2047875 w 2543175"/>
              <a:gd name="connsiteY136" fmla="*/ 1507331 h 1890712"/>
              <a:gd name="connsiteX137" fmla="*/ 2057400 w 2543175"/>
              <a:gd name="connsiteY137" fmla="*/ 1514475 h 1890712"/>
              <a:gd name="connsiteX138" fmla="*/ 2064544 w 2543175"/>
              <a:gd name="connsiteY138" fmla="*/ 1519237 h 1890712"/>
              <a:gd name="connsiteX139" fmla="*/ 2071688 w 2543175"/>
              <a:gd name="connsiteY139" fmla="*/ 1526381 h 1890712"/>
              <a:gd name="connsiteX140" fmla="*/ 2081213 w 2543175"/>
              <a:gd name="connsiteY140" fmla="*/ 1531144 h 1890712"/>
              <a:gd name="connsiteX141" fmla="*/ 2090738 w 2543175"/>
              <a:gd name="connsiteY141" fmla="*/ 1538287 h 1890712"/>
              <a:gd name="connsiteX142" fmla="*/ 2109788 w 2543175"/>
              <a:gd name="connsiteY142" fmla="*/ 1547812 h 1890712"/>
              <a:gd name="connsiteX143" fmla="*/ 2131219 w 2543175"/>
              <a:gd name="connsiteY143" fmla="*/ 1562100 h 1890712"/>
              <a:gd name="connsiteX144" fmla="*/ 2140744 w 2543175"/>
              <a:gd name="connsiteY144" fmla="*/ 1566862 h 1890712"/>
              <a:gd name="connsiteX145" fmla="*/ 2152650 w 2543175"/>
              <a:gd name="connsiteY145" fmla="*/ 1576387 h 1890712"/>
              <a:gd name="connsiteX146" fmla="*/ 2181225 w 2543175"/>
              <a:gd name="connsiteY146" fmla="*/ 1590675 h 1890712"/>
              <a:gd name="connsiteX147" fmla="*/ 2200275 w 2543175"/>
              <a:gd name="connsiteY147" fmla="*/ 1607344 h 1890712"/>
              <a:gd name="connsiteX148" fmla="*/ 2207419 w 2543175"/>
              <a:gd name="connsiteY148" fmla="*/ 1612106 h 1890712"/>
              <a:gd name="connsiteX149" fmla="*/ 2216944 w 2543175"/>
              <a:gd name="connsiteY149" fmla="*/ 1619250 h 1890712"/>
              <a:gd name="connsiteX150" fmla="*/ 2224088 w 2543175"/>
              <a:gd name="connsiteY150" fmla="*/ 1624012 h 1890712"/>
              <a:gd name="connsiteX151" fmla="*/ 2247900 w 2543175"/>
              <a:gd name="connsiteY151" fmla="*/ 1643062 h 1890712"/>
              <a:gd name="connsiteX152" fmla="*/ 2255044 w 2543175"/>
              <a:gd name="connsiteY152" fmla="*/ 1650206 h 1890712"/>
              <a:gd name="connsiteX153" fmla="*/ 2281238 w 2543175"/>
              <a:gd name="connsiteY153" fmla="*/ 1664494 h 1890712"/>
              <a:gd name="connsiteX154" fmla="*/ 2297907 w 2543175"/>
              <a:gd name="connsiteY154" fmla="*/ 1674019 h 1890712"/>
              <a:gd name="connsiteX155" fmla="*/ 2312194 w 2543175"/>
              <a:gd name="connsiteY155" fmla="*/ 1685925 h 1890712"/>
              <a:gd name="connsiteX156" fmla="*/ 2328863 w 2543175"/>
              <a:gd name="connsiteY156" fmla="*/ 1697831 h 1890712"/>
              <a:gd name="connsiteX157" fmla="*/ 2350294 w 2543175"/>
              <a:gd name="connsiteY157" fmla="*/ 1712119 h 1890712"/>
              <a:gd name="connsiteX158" fmla="*/ 2369344 w 2543175"/>
              <a:gd name="connsiteY158" fmla="*/ 1724025 h 1890712"/>
              <a:gd name="connsiteX159" fmla="*/ 2428876 w 2543175"/>
              <a:gd name="connsiteY159" fmla="*/ 1785938 h 1890712"/>
              <a:gd name="connsiteX160" fmla="*/ 2466975 w 2543175"/>
              <a:gd name="connsiteY160" fmla="*/ 1783556 h 1890712"/>
              <a:gd name="connsiteX161" fmla="*/ 2481263 w 2543175"/>
              <a:gd name="connsiteY161" fmla="*/ 1795462 h 1890712"/>
              <a:gd name="connsiteX162" fmla="*/ 2486025 w 2543175"/>
              <a:gd name="connsiteY162" fmla="*/ 1802606 h 1890712"/>
              <a:gd name="connsiteX163" fmla="*/ 2514600 w 2543175"/>
              <a:gd name="connsiteY163" fmla="*/ 1850231 h 1890712"/>
              <a:gd name="connsiteX164" fmla="*/ 2519363 w 2543175"/>
              <a:gd name="connsiteY164" fmla="*/ 1857375 h 1890712"/>
              <a:gd name="connsiteX165" fmla="*/ 2540794 w 2543175"/>
              <a:gd name="connsiteY165" fmla="*/ 1883569 h 1890712"/>
              <a:gd name="connsiteX166" fmla="*/ 2543175 w 2543175"/>
              <a:gd name="connsiteY16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7819 w 2543175"/>
              <a:gd name="connsiteY100" fmla="*/ 1154906 h 1890712"/>
              <a:gd name="connsiteX101" fmla="*/ 1604963 w 2543175"/>
              <a:gd name="connsiteY101" fmla="*/ 1162050 h 1890712"/>
              <a:gd name="connsiteX102" fmla="*/ 1612107 w 2543175"/>
              <a:gd name="connsiteY102" fmla="*/ 1166812 h 1890712"/>
              <a:gd name="connsiteX103" fmla="*/ 1628775 w 2543175"/>
              <a:gd name="connsiteY103" fmla="*/ 1183481 h 1890712"/>
              <a:gd name="connsiteX104" fmla="*/ 1662113 w 2543175"/>
              <a:gd name="connsiteY104" fmla="*/ 1209675 h 1890712"/>
              <a:gd name="connsiteX105" fmla="*/ 1678782 w 2543175"/>
              <a:gd name="connsiteY105" fmla="*/ 1226344 h 1890712"/>
              <a:gd name="connsiteX106" fmla="*/ 1700213 w 2543175"/>
              <a:gd name="connsiteY106" fmla="*/ 1247775 h 1890712"/>
              <a:gd name="connsiteX107" fmla="*/ 1712119 w 2543175"/>
              <a:gd name="connsiteY107" fmla="*/ 1259681 h 1890712"/>
              <a:gd name="connsiteX108" fmla="*/ 1733550 w 2543175"/>
              <a:gd name="connsiteY108" fmla="*/ 1273969 h 1890712"/>
              <a:gd name="connsiteX109" fmla="*/ 1743075 w 2543175"/>
              <a:gd name="connsiteY109" fmla="*/ 1283494 h 1890712"/>
              <a:gd name="connsiteX110" fmla="*/ 1754982 w 2543175"/>
              <a:gd name="connsiteY110" fmla="*/ 1290637 h 1890712"/>
              <a:gd name="connsiteX111" fmla="*/ 1766888 w 2543175"/>
              <a:gd name="connsiteY111" fmla="*/ 1300162 h 1890712"/>
              <a:gd name="connsiteX112" fmla="*/ 1783557 w 2543175"/>
              <a:gd name="connsiteY112" fmla="*/ 1307306 h 1890712"/>
              <a:gd name="connsiteX113" fmla="*/ 1790700 w 2543175"/>
              <a:gd name="connsiteY113" fmla="*/ 1312069 h 1890712"/>
              <a:gd name="connsiteX114" fmla="*/ 1800225 w 2543175"/>
              <a:gd name="connsiteY114" fmla="*/ 1319212 h 1890712"/>
              <a:gd name="connsiteX115" fmla="*/ 1807369 w 2543175"/>
              <a:gd name="connsiteY115" fmla="*/ 1321594 h 1890712"/>
              <a:gd name="connsiteX116" fmla="*/ 1824038 w 2543175"/>
              <a:gd name="connsiteY116" fmla="*/ 1333500 h 1890712"/>
              <a:gd name="connsiteX117" fmla="*/ 1843088 w 2543175"/>
              <a:gd name="connsiteY117" fmla="*/ 1352550 h 1890712"/>
              <a:gd name="connsiteX118" fmla="*/ 1852613 w 2543175"/>
              <a:gd name="connsiteY118" fmla="*/ 1359694 h 1890712"/>
              <a:gd name="connsiteX119" fmla="*/ 1859757 w 2543175"/>
              <a:gd name="connsiteY119" fmla="*/ 1366837 h 1890712"/>
              <a:gd name="connsiteX120" fmla="*/ 1869282 w 2543175"/>
              <a:gd name="connsiteY120" fmla="*/ 1371600 h 1890712"/>
              <a:gd name="connsiteX121" fmla="*/ 1883569 w 2543175"/>
              <a:gd name="connsiteY121" fmla="*/ 1388269 h 1890712"/>
              <a:gd name="connsiteX122" fmla="*/ 1893094 w 2543175"/>
              <a:gd name="connsiteY122" fmla="*/ 1395412 h 1890712"/>
              <a:gd name="connsiteX123" fmla="*/ 1902619 w 2543175"/>
              <a:gd name="connsiteY123" fmla="*/ 1404937 h 1890712"/>
              <a:gd name="connsiteX124" fmla="*/ 1912144 w 2543175"/>
              <a:gd name="connsiteY124" fmla="*/ 1409700 h 1890712"/>
              <a:gd name="connsiteX125" fmla="*/ 1931194 w 2543175"/>
              <a:gd name="connsiteY125" fmla="*/ 1421606 h 1890712"/>
              <a:gd name="connsiteX126" fmla="*/ 1935957 w 2543175"/>
              <a:gd name="connsiteY126" fmla="*/ 1428750 h 1890712"/>
              <a:gd name="connsiteX127" fmla="*/ 1952625 w 2543175"/>
              <a:gd name="connsiteY127" fmla="*/ 1438275 h 1890712"/>
              <a:gd name="connsiteX128" fmla="*/ 1971675 w 2543175"/>
              <a:gd name="connsiteY128" fmla="*/ 1450181 h 1890712"/>
              <a:gd name="connsiteX129" fmla="*/ 1981200 w 2543175"/>
              <a:gd name="connsiteY129" fmla="*/ 1454944 h 1890712"/>
              <a:gd name="connsiteX130" fmla="*/ 1997869 w 2543175"/>
              <a:gd name="connsiteY130" fmla="*/ 1471612 h 1890712"/>
              <a:gd name="connsiteX131" fmla="*/ 2007394 w 2543175"/>
              <a:gd name="connsiteY131" fmla="*/ 1478756 h 1890712"/>
              <a:gd name="connsiteX132" fmla="*/ 2016919 w 2543175"/>
              <a:gd name="connsiteY132" fmla="*/ 1483519 h 1890712"/>
              <a:gd name="connsiteX133" fmla="*/ 2024063 w 2543175"/>
              <a:gd name="connsiteY133" fmla="*/ 1490662 h 1890712"/>
              <a:gd name="connsiteX134" fmla="*/ 2033588 w 2543175"/>
              <a:gd name="connsiteY134" fmla="*/ 1495425 h 1890712"/>
              <a:gd name="connsiteX135" fmla="*/ 2040732 w 2543175"/>
              <a:gd name="connsiteY135" fmla="*/ 1502569 h 1890712"/>
              <a:gd name="connsiteX136" fmla="*/ 2047875 w 2543175"/>
              <a:gd name="connsiteY136" fmla="*/ 1507331 h 1890712"/>
              <a:gd name="connsiteX137" fmla="*/ 2057400 w 2543175"/>
              <a:gd name="connsiteY137" fmla="*/ 1514475 h 1890712"/>
              <a:gd name="connsiteX138" fmla="*/ 2064544 w 2543175"/>
              <a:gd name="connsiteY138" fmla="*/ 1519237 h 1890712"/>
              <a:gd name="connsiteX139" fmla="*/ 2071688 w 2543175"/>
              <a:gd name="connsiteY139" fmla="*/ 1526381 h 1890712"/>
              <a:gd name="connsiteX140" fmla="*/ 2081213 w 2543175"/>
              <a:gd name="connsiteY140" fmla="*/ 1531144 h 1890712"/>
              <a:gd name="connsiteX141" fmla="*/ 2090738 w 2543175"/>
              <a:gd name="connsiteY141" fmla="*/ 1538287 h 1890712"/>
              <a:gd name="connsiteX142" fmla="*/ 2109788 w 2543175"/>
              <a:gd name="connsiteY142" fmla="*/ 1547812 h 1890712"/>
              <a:gd name="connsiteX143" fmla="*/ 2131219 w 2543175"/>
              <a:gd name="connsiteY143" fmla="*/ 1562100 h 1890712"/>
              <a:gd name="connsiteX144" fmla="*/ 2140744 w 2543175"/>
              <a:gd name="connsiteY144" fmla="*/ 1566862 h 1890712"/>
              <a:gd name="connsiteX145" fmla="*/ 2152650 w 2543175"/>
              <a:gd name="connsiteY145" fmla="*/ 1576387 h 1890712"/>
              <a:gd name="connsiteX146" fmla="*/ 2181225 w 2543175"/>
              <a:gd name="connsiteY146" fmla="*/ 1590675 h 1890712"/>
              <a:gd name="connsiteX147" fmla="*/ 2200275 w 2543175"/>
              <a:gd name="connsiteY147" fmla="*/ 1607344 h 1890712"/>
              <a:gd name="connsiteX148" fmla="*/ 2207419 w 2543175"/>
              <a:gd name="connsiteY148" fmla="*/ 1612106 h 1890712"/>
              <a:gd name="connsiteX149" fmla="*/ 2216944 w 2543175"/>
              <a:gd name="connsiteY149" fmla="*/ 1619250 h 1890712"/>
              <a:gd name="connsiteX150" fmla="*/ 2224088 w 2543175"/>
              <a:gd name="connsiteY150" fmla="*/ 1624012 h 1890712"/>
              <a:gd name="connsiteX151" fmla="*/ 2247900 w 2543175"/>
              <a:gd name="connsiteY151" fmla="*/ 1643062 h 1890712"/>
              <a:gd name="connsiteX152" fmla="*/ 2255044 w 2543175"/>
              <a:gd name="connsiteY152" fmla="*/ 1650206 h 1890712"/>
              <a:gd name="connsiteX153" fmla="*/ 2281238 w 2543175"/>
              <a:gd name="connsiteY153" fmla="*/ 1664494 h 1890712"/>
              <a:gd name="connsiteX154" fmla="*/ 2297907 w 2543175"/>
              <a:gd name="connsiteY154" fmla="*/ 1674019 h 1890712"/>
              <a:gd name="connsiteX155" fmla="*/ 2312194 w 2543175"/>
              <a:gd name="connsiteY155" fmla="*/ 1685925 h 1890712"/>
              <a:gd name="connsiteX156" fmla="*/ 2328863 w 2543175"/>
              <a:gd name="connsiteY156" fmla="*/ 1697831 h 1890712"/>
              <a:gd name="connsiteX157" fmla="*/ 2350294 w 2543175"/>
              <a:gd name="connsiteY157" fmla="*/ 1712119 h 1890712"/>
              <a:gd name="connsiteX158" fmla="*/ 2369344 w 2543175"/>
              <a:gd name="connsiteY158" fmla="*/ 1724025 h 1890712"/>
              <a:gd name="connsiteX159" fmla="*/ 2428876 w 2543175"/>
              <a:gd name="connsiteY159" fmla="*/ 1785938 h 1890712"/>
              <a:gd name="connsiteX160" fmla="*/ 2466975 w 2543175"/>
              <a:gd name="connsiteY160" fmla="*/ 1783556 h 1890712"/>
              <a:gd name="connsiteX161" fmla="*/ 2481263 w 2543175"/>
              <a:gd name="connsiteY161" fmla="*/ 1795462 h 1890712"/>
              <a:gd name="connsiteX162" fmla="*/ 2486025 w 2543175"/>
              <a:gd name="connsiteY162" fmla="*/ 1802606 h 1890712"/>
              <a:gd name="connsiteX163" fmla="*/ 2514600 w 2543175"/>
              <a:gd name="connsiteY163" fmla="*/ 1850231 h 1890712"/>
              <a:gd name="connsiteX164" fmla="*/ 2519363 w 2543175"/>
              <a:gd name="connsiteY164" fmla="*/ 1857375 h 1890712"/>
              <a:gd name="connsiteX165" fmla="*/ 2540794 w 2543175"/>
              <a:gd name="connsiteY165" fmla="*/ 1883569 h 1890712"/>
              <a:gd name="connsiteX166" fmla="*/ 2543175 w 2543175"/>
              <a:gd name="connsiteY16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7819 w 2543175"/>
              <a:gd name="connsiteY100" fmla="*/ 1154906 h 1890712"/>
              <a:gd name="connsiteX101" fmla="*/ 1604963 w 2543175"/>
              <a:gd name="connsiteY101" fmla="*/ 1162050 h 1890712"/>
              <a:gd name="connsiteX102" fmla="*/ 1628775 w 2543175"/>
              <a:gd name="connsiteY102" fmla="*/ 1183481 h 1890712"/>
              <a:gd name="connsiteX103" fmla="*/ 1662113 w 2543175"/>
              <a:gd name="connsiteY103" fmla="*/ 1209675 h 1890712"/>
              <a:gd name="connsiteX104" fmla="*/ 1678782 w 2543175"/>
              <a:gd name="connsiteY104" fmla="*/ 1226344 h 1890712"/>
              <a:gd name="connsiteX105" fmla="*/ 1700213 w 2543175"/>
              <a:gd name="connsiteY105" fmla="*/ 1247775 h 1890712"/>
              <a:gd name="connsiteX106" fmla="*/ 1712119 w 2543175"/>
              <a:gd name="connsiteY106" fmla="*/ 1259681 h 1890712"/>
              <a:gd name="connsiteX107" fmla="*/ 1733550 w 2543175"/>
              <a:gd name="connsiteY107" fmla="*/ 1273969 h 1890712"/>
              <a:gd name="connsiteX108" fmla="*/ 1743075 w 2543175"/>
              <a:gd name="connsiteY108" fmla="*/ 1283494 h 1890712"/>
              <a:gd name="connsiteX109" fmla="*/ 1754982 w 2543175"/>
              <a:gd name="connsiteY109" fmla="*/ 1290637 h 1890712"/>
              <a:gd name="connsiteX110" fmla="*/ 1766888 w 2543175"/>
              <a:gd name="connsiteY110" fmla="*/ 1300162 h 1890712"/>
              <a:gd name="connsiteX111" fmla="*/ 1783557 w 2543175"/>
              <a:gd name="connsiteY111" fmla="*/ 1307306 h 1890712"/>
              <a:gd name="connsiteX112" fmla="*/ 1790700 w 2543175"/>
              <a:gd name="connsiteY112" fmla="*/ 1312069 h 1890712"/>
              <a:gd name="connsiteX113" fmla="*/ 1800225 w 2543175"/>
              <a:gd name="connsiteY113" fmla="*/ 1319212 h 1890712"/>
              <a:gd name="connsiteX114" fmla="*/ 1807369 w 2543175"/>
              <a:gd name="connsiteY114" fmla="*/ 1321594 h 1890712"/>
              <a:gd name="connsiteX115" fmla="*/ 1824038 w 2543175"/>
              <a:gd name="connsiteY115" fmla="*/ 1333500 h 1890712"/>
              <a:gd name="connsiteX116" fmla="*/ 1843088 w 2543175"/>
              <a:gd name="connsiteY116" fmla="*/ 1352550 h 1890712"/>
              <a:gd name="connsiteX117" fmla="*/ 1852613 w 2543175"/>
              <a:gd name="connsiteY117" fmla="*/ 1359694 h 1890712"/>
              <a:gd name="connsiteX118" fmla="*/ 1859757 w 2543175"/>
              <a:gd name="connsiteY118" fmla="*/ 1366837 h 1890712"/>
              <a:gd name="connsiteX119" fmla="*/ 1869282 w 2543175"/>
              <a:gd name="connsiteY119" fmla="*/ 1371600 h 1890712"/>
              <a:gd name="connsiteX120" fmla="*/ 1883569 w 2543175"/>
              <a:gd name="connsiteY120" fmla="*/ 1388269 h 1890712"/>
              <a:gd name="connsiteX121" fmla="*/ 1893094 w 2543175"/>
              <a:gd name="connsiteY121" fmla="*/ 1395412 h 1890712"/>
              <a:gd name="connsiteX122" fmla="*/ 1902619 w 2543175"/>
              <a:gd name="connsiteY122" fmla="*/ 1404937 h 1890712"/>
              <a:gd name="connsiteX123" fmla="*/ 1912144 w 2543175"/>
              <a:gd name="connsiteY123" fmla="*/ 1409700 h 1890712"/>
              <a:gd name="connsiteX124" fmla="*/ 1931194 w 2543175"/>
              <a:gd name="connsiteY124" fmla="*/ 1421606 h 1890712"/>
              <a:gd name="connsiteX125" fmla="*/ 1935957 w 2543175"/>
              <a:gd name="connsiteY125" fmla="*/ 1428750 h 1890712"/>
              <a:gd name="connsiteX126" fmla="*/ 1952625 w 2543175"/>
              <a:gd name="connsiteY126" fmla="*/ 1438275 h 1890712"/>
              <a:gd name="connsiteX127" fmla="*/ 1971675 w 2543175"/>
              <a:gd name="connsiteY127" fmla="*/ 1450181 h 1890712"/>
              <a:gd name="connsiteX128" fmla="*/ 1981200 w 2543175"/>
              <a:gd name="connsiteY128" fmla="*/ 1454944 h 1890712"/>
              <a:gd name="connsiteX129" fmla="*/ 1997869 w 2543175"/>
              <a:gd name="connsiteY129" fmla="*/ 1471612 h 1890712"/>
              <a:gd name="connsiteX130" fmla="*/ 2007394 w 2543175"/>
              <a:gd name="connsiteY130" fmla="*/ 1478756 h 1890712"/>
              <a:gd name="connsiteX131" fmla="*/ 2016919 w 2543175"/>
              <a:gd name="connsiteY131" fmla="*/ 1483519 h 1890712"/>
              <a:gd name="connsiteX132" fmla="*/ 2024063 w 2543175"/>
              <a:gd name="connsiteY132" fmla="*/ 1490662 h 1890712"/>
              <a:gd name="connsiteX133" fmla="*/ 2033588 w 2543175"/>
              <a:gd name="connsiteY133" fmla="*/ 1495425 h 1890712"/>
              <a:gd name="connsiteX134" fmla="*/ 2040732 w 2543175"/>
              <a:gd name="connsiteY134" fmla="*/ 1502569 h 1890712"/>
              <a:gd name="connsiteX135" fmla="*/ 2047875 w 2543175"/>
              <a:gd name="connsiteY135" fmla="*/ 1507331 h 1890712"/>
              <a:gd name="connsiteX136" fmla="*/ 2057400 w 2543175"/>
              <a:gd name="connsiteY136" fmla="*/ 1514475 h 1890712"/>
              <a:gd name="connsiteX137" fmla="*/ 2064544 w 2543175"/>
              <a:gd name="connsiteY137" fmla="*/ 1519237 h 1890712"/>
              <a:gd name="connsiteX138" fmla="*/ 2071688 w 2543175"/>
              <a:gd name="connsiteY138" fmla="*/ 1526381 h 1890712"/>
              <a:gd name="connsiteX139" fmla="*/ 2081213 w 2543175"/>
              <a:gd name="connsiteY139" fmla="*/ 1531144 h 1890712"/>
              <a:gd name="connsiteX140" fmla="*/ 2090738 w 2543175"/>
              <a:gd name="connsiteY140" fmla="*/ 1538287 h 1890712"/>
              <a:gd name="connsiteX141" fmla="*/ 2109788 w 2543175"/>
              <a:gd name="connsiteY141" fmla="*/ 1547812 h 1890712"/>
              <a:gd name="connsiteX142" fmla="*/ 2131219 w 2543175"/>
              <a:gd name="connsiteY142" fmla="*/ 1562100 h 1890712"/>
              <a:gd name="connsiteX143" fmla="*/ 2140744 w 2543175"/>
              <a:gd name="connsiteY143" fmla="*/ 1566862 h 1890712"/>
              <a:gd name="connsiteX144" fmla="*/ 2152650 w 2543175"/>
              <a:gd name="connsiteY144" fmla="*/ 1576387 h 1890712"/>
              <a:gd name="connsiteX145" fmla="*/ 2181225 w 2543175"/>
              <a:gd name="connsiteY145" fmla="*/ 1590675 h 1890712"/>
              <a:gd name="connsiteX146" fmla="*/ 2200275 w 2543175"/>
              <a:gd name="connsiteY146" fmla="*/ 1607344 h 1890712"/>
              <a:gd name="connsiteX147" fmla="*/ 2207419 w 2543175"/>
              <a:gd name="connsiteY147" fmla="*/ 1612106 h 1890712"/>
              <a:gd name="connsiteX148" fmla="*/ 2216944 w 2543175"/>
              <a:gd name="connsiteY148" fmla="*/ 1619250 h 1890712"/>
              <a:gd name="connsiteX149" fmla="*/ 2224088 w 2543175"/>
              <a:gd name="connsiteY149" fmla="*/ 1624012 h 1890712"/>
              <a:gd name="connsiteX150" fmla="*/ 2247900 w 2543175"/>
              <a:gd name="connsiteY150" fmla="*/ 1643062 h 1890712"/>
              <a:gd name="connsiteX151" fmla="*/ 2255044 w 2543175"/>
              <a:gd name="connsiteY151" fmla="*/ 1650206 h 1890712"/>
              <a:gd name="connsiteX152" fmla="*/ 2281238 w 2543175"/>
              <a:gd name="connsiteY152" fmla="*/ 1664494 h 1890712"/>
              <a:gd name="connsiteX153" fmla="*/ 2297907 w 2543175"/>
              <a:gd name="connsiteY153" fmla="*/ 1674019 h 1890712"/>
              <a:gd name="connsiteX154" fmla="*/ 2312194 w 2543175"/>
              <a:gd name="connsiteY154" fmla="*/ 1685925 h 1890712"/>
              <a:gd name="connsiteX155" fmla="*/ 2328863 w 2543175"/>
              <a:gd name="connsiteY155" fmla="*/ 1697831 h 1890712"/>
              <a:gd name="connsiteX156" fmla="*/ 2350294 w 2543175"/>
              <a:gd name="connsiteY156" fmla="*/ 1712119 h 1890712"/>
              <a:gd name="connsiteX157" fmla="*/ 2369344 w 2543175"/>
              <a:gd name="connsiteY157" fmla="*/ 1724025 h 1890712"/>
              <a:gd name="connsiteX158" fmla="*/ 2428876 w 2543175"/>
              <a:gd name="connsiteY158" fmla="*/ 1785938 h 1890712"/>
              <a:gd name="connsiteX159" fmla="*/ 2466975 w 2543175"/>
              <a:gd name="connsiteY159" fmla="*/ 1783556 h 1890712"/>
              <a:gd name="connsiteX160" fmla="*/ 2481263 w 2543175"/>
              <a:gd name="connsiteY160" fmla="*/ 1795462 h 1890712"/>
              <a:gd name="connsiteX161" fmla="*/ 2486025 w 2543175"/>
              <a:gd name="connsiteY161" fmla="*/ 1802606 h 1890712"/>
              <a:gd name="connsiteX162" fmla="*/ 2514600 w 2543175"/>
              <a:gd name="connsiteY162" fmla="*/ 1850231 h 1890712"/>
              <a:gd name="connsiteX163" fmla="*/ 2519363 w 2543175"/>
              <a:gd name="connsiteY163" fmla="*/ 1857375 h 1890712"/>
              <a:gd name="connsiteX164" fmla="*/ 2540794 w 2543175"/>
              <a:gd name="connsiteY164" fmla="*/ 1883569 h 1890712"/>
              <a:gd name="connsiteX165" fmla="*/ 2543175 w 2543175"/>
              <a:gd name="connsiteY165"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7819 w 2543175"/>
              <a:gd name="connsiteY100" fmla="*/ 1154906 h 1890712"/>
              <a:gd name="connsiteX101" fmla="*/ 1628775 w 2543175"/>
              <a:gd name="connsiteY101" fmla="*/ 1183481 h 1890712"/>
              <a:gd name="connsiteX102" fmla="*/ 1662113 w 2543175"/>
              <a:gd name="connsiteY102" fmla="*/ 1209675 h 1890712"/>
              <a:gd name="connsiteX103" fmla="*/ 1678782 w 2543175"/>
              <a:gd name="connsiteY103" fmla="*/ 1226344 h 1890712"/>
              <a:gd name="connsiteX104" fmla="*/ 1700213 w 2543175"/>
              <a:gd name="connsiteY104" fmla="*/ 1247775 h 1890712"/>
              <a:gd name="connsiteX105" fmla="*/ 1712119 w 2543175"/>
              <a:gd name="connsiteY105" fmla="*/ 1259681 h 1890712"/>
              <a:gd name="connsiteX106" fmla="*/ 1733550 w 2543175"/>
              <a:gd name="connsiteY106" fmla="*/ 1273969 h 1890712"/>
              <a:gd name="connsiteX107" fmla="*/ 1743075 w 2543175"/>
              <a:gd name="connsiteY107" fmla="*/ 1283494 h 1890712"/>
              <a:gd name="connsiteX108" fmla="*/ 1754982 w 2543175"/>
              <a:gd name="connsiteY108" fmla="*/ 1290637 h 1890712"/>
              <a:gd name="connsiteX109" fmla="*/ 1766888 w 2543175"/>
              <a:gd name="connsiteY109" fmla="*/ 1300162 h 1890712"/>
              <a:gd name="connsiteX110" fmla="*/ 1783557 w 2543175"/>
              <a:gd name="connsiteY110" fmla="*/ 1307306 h 1890712"/>
              <a:gd name="connsiteX111" fmla="*/ 1790700 w 2543175"/>
              <a:gd name="connsiteY111" fmla="*/ 1312069 h 1890712"/>
              <a:gd name="connsiteX112" fmla="*/ 1800225 w 2543175"/>
              <a:gd name="connsiteY112" fmla="*/ 1319212 h 1890712"/>
              <a:gd name="connsiteX113" fmla="*/ 1807369 w 2543175"/>
              <a:gd name="connsiteY113" fmla="*/ 1321594 h 1890712"/>
              <a:gd name="connsiteX114" fmla="*/ 1824038 w 2543175"/>
              <a:gd name="connsiteY114" fmla="*/ 1333500 h 1890712"/>
              <a:gd name="connsiteX115" fmla="*/ 1843088 w 2543175"/>
              <a:gd name="connsiteY115" fmla="*/ 1352550 h 1890712"/>
              <a:gd name="connsiteX116" fmla="*/ 1852613 w 2543175"/>
              <a:gd name="connsiteY116" fmla="*/ 1359694 h 1890712"/>
              <a:gd name="connsiteX117" fmla="*/ 1859757 w 2543175"/>
              <a:gd name="connsiteY117" fmla="*/ 1366837 h 1890712"/>
              <a:gd name="connsiteX118" fmla="*/ 1869282 w 2543175"/>
              <a:gd name="connsiteY118" fmla="*/ 1371600 h 1890712"/>
              <a:gd name="connsiteX119" fmla="*/ 1883569 w 2543175"/>
              <a:gd name="connsiteY119" fmla="*/ 1388269 h 1890712"/>
              <a:gd name="connsiteX120" fmla="*/ 1893094 w 2543175"/>
              <a:gd name="connsiteY120" fmla="*/ 1395412 h 1890712"/>
              <a:gd name="connsiteX121" fmla="*/ 1902619 w 2543175"/>
              <a:gd name="connsiteY121" fmla="*/ 1404937 h 1890712"/>
              <a:gd name="connsiteX122" fmla="*/ 1912144 w 2543175"/>
              <a:gd name="connsiteY122" fmla="*/ 1409700 h 1890712"/>
              <a:gd name="connsiteX123" fmla="*/ 1931194 w 2543175"/>
              <a:gd name="connsiteY123" fmla="*/ 1421606 h 1890712"/>
              <a:gd name="connsiteX124" fmla="*/ 1935957 w 2543175"/>
              <a:gd name="connsiteY124" fmla="*/ 1428750 h 1890712"/>
              <a:gd name="connsiteX125" fmla="*/ 1952625 w 2543175"/>
              <a:gd name="connsiteY125" fmla="*/ 1438275 h 1890712"/>
              <a:gd name="connsiteX126" fmla="*/ 1971675 w 2543175"/>
              <a:gd name="connsiteY126" fmla="*/ 1450181 h 1890712"/>
              <a:gd name="connsiteX127" fmla="*/ 1981200 w 2543175"/>
              <a:gd name="connsiteY127" fmla="*/ 1454944 h 1890712"/>
              <a:gd name="connsiteX128" fmla="*/ 1997869 w 2543175"/>
              <a:gd name="connsiteY128" fmla="*/ 1471612 h 1890712"/>
              <a:gd name="connsiteX129" fmla="*/ 2007394 w 2543175"/>
              <a:gd name="connsiteY129" fmla="*/ 1478756 h 1890712"/>
              <a:gd name="connsiteX130" fmla="*/ 2016919 w 2543175"/>
              <a:gd name="connsiteY130" fmla="*/ 1483519 h 1890712"/>
              <a:gd name="connsiteX131" fmla="*/ 2024063 w 2543175"/>
              <a:gd name="connsiteY131" fmla="*/ 1490662 h 1890712"/>
              <a:gd name="connsiteX132" fmla="*/ 2033588 w 2543175"/>
              <a:gd name="connsiteY132" fmla="*/ 1495425 h 1890712"/>
              <a:gd name="connsiteX133" fmla="*/ 2040732 w 2543175"/>
              <a:gd name="connsiteY133" fmla="*/ 1502569 h 1890712"/>
              <a:gd name="connsiteX134" fmla="*/ 2047875 w 2543175"/>
              <a:gd name="connsiteY134" fmla="*/ 1507331 h 1890712"/>
              <a:gd name="connsiteX135" fmla="*/ 2057400 w 2543175"/>
              <a:gd name="connsiteY135" fmla="*/ 1514475 h 1890712"/>
              <a:gd name="connsiteX136" fmla="*/ 2064544 w 2543175"/>
              <a:gd name="connsiteY136" fmla="*/ 1519237 h 1890712"/>
              <a:gd name="connsiteX137" fmla="*/ 2071688 w 2543175"/>
              <a:gd name="connsiteY137" fmla="*/ 1526381 h 1890712"/>
              <a:gd name="connsiteX138" fmla="*/ 2081213 w 2543175"/>
              <a:gd name="connsiteY138" fmla="*/ 1531144 h 1890712"/>
              <a:gd name="connsiteX139" fmla="*/ 2090738 w 2543175"/>
              <a:gd name="connsiteY139" fmla="*/ 1538287 h 1890712"/>
              <a:gd name="connsiteX140" fmla="*/ 2109788 w 2543175"/>
              <a:gd name="connsiteY140" fmla="*/ 1547812 h 1890712"/>
              <a:gd name="connsiteX141" fmla="*/ 2131219 w 2543175"/>
              <a:gd name="connsiteY141" fmla="*/ 1562100 h 1890712"/>
              <a:gd name="connsiteX142" fmla="*/ 2140744 w 2543175"/>
              <a:gd name="connsiteY142" fmla="*/ 1566862 h 1890712"/>
              <a:gd name="connsiteX143" fmla="*/ 2152650 w 2543175"/>
              <a:gd name="connsiteY143" fmla="*/ 1576387 h 1890712"/>
              <a:gd name="connsiteX144" fmla="*/ 2181225 w 2543175"/>
              <a:gd name="connsiteY144" fmla="*/ 1590675 h 1890712"/>
              <a:gd name="connsiteX145" fmla="*/ 2200275 w 2543175"/>
              <a:gd name="connsiteY145" fmla="*/ 1607344 h 1890712"/>
              <a:gd name="connsiteX146" fmla="*/ 2207419 w 2543175"/>
              <a:gd name="connsiteY146" fmla="*/ 1612106 h 1890712"/>
              <a:gd name="connsiteX147" fmla="*/ 2216944 w 2543175"/>
              <a:gd name="connsiteY147" fmla="*/ 1619250 h 1890712"/>
              <a:gd name="connsiteX148" fmla="*/ 2224088 w 2543175"/>
              <a:gd name="connsiteY148" fmla="*/ 1624012 h 1890712"/>
              <a:gd name="connsiteX149" fmla="*/ 2247900 w 2543175"/>
              <a:gd name="connsiteY149" fmla="*/ 1643062 h 1890712"/>
              <a:gd name="connsiteX150" fmla="*/ 2255044 w 2543175"/>
              <a:gd name="connsiteY150" fmla="*/ 1650206 h 1890712"/>
              <a:gd name="connsiteX151" fmla="*/ 2281238 w 2543175"/>
              <a:gd name="connsiteY151" fmla="*/ 1664494 h 1890712"/>
              <a:gd name="connsiteX152" fmla="*/ 2297907 w 2543175"/>
              <a:gd name="connsiteY152" fmla="*/ 1674019 h 1890712"/>
              <a:gd name="connsiteX153" fmla="*/ 2312194 w 2543175"/>
              <a:gd name="connsiteY153" fmla="*/ 1685925 h 1890712"/>
              <a:gd name="connsiteX154" fmla="*/ 2328863 w 2543175"/>
              <a:gd name="connsiteY154" fmla="*/ 1697831 h 1890712"/>
              <a:gd name="connsiteX155" fmla="*/ 2350294 w 2543175"/>
              <a:gd name="connsiteY155" fmla="*/ 1712119 h 1890712"/>
              <a:gd name="connsiteX156" fmla="*/ 2369344 w 2543175"/>
              <a:gd name="connsiteY156" fmla="*/ 1724025 h 1890712"/>
              <a:gd name="connsiteX157" fmla="*/ 2428876 w 2543175"/>
              <a:gd name="connsiteY157" fmla="*/ 1785938 h 1890712"/>
              <a:gd name="connsiteX158" fmla="*/ 2466975 w 2543175"/>
              <a:gd name="connsiteY158" fmla="*/ 1783556 h 1890712"/>
              <a:gd name="connsiteX159" fmla="*/ 2481263 w 2543175"/>
              <a:gd name="connsiteY159" fmla="*/ 1795462 h 1890712"/>
              <a:gd name="connsiteX160" fmla="*/ 2486025 w 2543175"/>
              <a:gd name="connsiteY160" fmla="*/ 1802606 h 1890712"/>
              <a:gd name="connsiteX161" fmla="*/ 2514600 w 2543175"/>
              <a:gd name="connsiteY161" fmla="*/ 1850231 h 1890712"/>
              <a:gd name="connsiteX162" fmla="*/ 2519363 w 2543175"/>
              <a:gd name="connsiteY162" fmla="*/ 1857375 h 1890712"/>
              <a:gd name="connsiteX163" fmla="*/ 2540794 w 2543175"/>
              <a:gd name="connsiteY163" fmla="*/ 1883569 h 1890712"/>
              <a:gd name="connsiteX164" fmla="*/ 2543175 w 2543175"/>
              <a:gd name="connsiteY16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183481 h 1890712"/>
              <a:gd name="connsiteX102" fmla="*/ 1662113 w 2543175"/>
              <a:gd name="connsiteY102" fmla="*/ 1209675 h 1890712"/>
              <a:gd name="connsiteX103" fmla="*/ 1678782 w 2543175"/>
              <a:gd name="connsiteY103" fmla="*/ 1226344 h 1890712"/>
              <a:gd name="connsiteX104" fmla="*/ 1700213 w 2543175"/>
              <a:gd name="connsiteY104" fmla="*/ 1247775 h 1890712"/>
              <a:gd name="connsiteX105" fmla="*/ 1712119 w 2543175"/>
              <a:gd name="connsiteY105" fmla="*/ 1259681 h 1890712"/>
              <a:gd name="connsiteX106" fmla="*/ 1733550 w 2543175"/>
              <a:gd name="connsiteY106" fmla="*/ 1273969 h 1890712"/>
              <a:gd name="connsiteX107" fmla="*/ 1743075 w 2543175"/>
              <a:gd name="connsiteY107" fmla="*/ 1283494 h 1890712"/>
              <a:gd name="connsiteX108" fmla="*/ 1754982 w 2543175"/>
              <a:gd name="connsiteY108" fmla="*/ 1290637 h 1890712"/>
              <a:gd name="connsiteX109" fmla="*/ 1766888 w 2543175"/>
              <a:gd name="connsiteY109" fmla="*/ 1300162 h 1890712"/>
              <a:gd name="connsiteX110" fmla="*/ 1783557 w 2543175"/>
              <a:gd name="connsiteY110" fmla="*/ 1307306 h 1890712"/>
              <a:gd name="connsiteX111" fmla="*/ 1790700 w 2543175"/>
              <a:gd name="connsiteY111" fmla="*/ 1312069 h 1890712"/>
              <a:gd name="connsiteX112" fmla="*/ 1800225 w 2543175"/>
              <a:gd name="connsiteY112" fmla="*/ 1319212 h 1890712"/>
              <a:gd name="connsiteX113" fmla="*/ 1807369 w 2543175"/>
              <a:gd name="connsiteY113" fmla="*/ 1321594 h 1890712"/>
              <a:gd name="connsiteX114" fmla="*/ 1824038 w 2543175"/>
              <a:gd name="connsiteY114" fmla="*/ 1333500 h 1890712"/>
              <a:gd name="connsiteX115" fmla="*/ 1843088 w 2543175"/>
              <a:gd name="connsiteY115" fmla="*/ 1352550 h 1890712"/>
              <a:gd name="connsiteX116" fmla="*/ 1852613 w 2543175"/>
              <a:gd name="connsiteY116" fmla="*/ 1359694 h 1890712"/>
              <a:gd name="connsiteX117" fmla="*/ 1859757 w 2543175"/>
              <a:gd name="connsiteY117" fmla="*/ 1366837 h 1890712"/>
              <a:gd name="connsiteX118" fmla="*/ 1869282 w 2543175"/>
              <a:gd name="connsiteY118" fmla="*/ 1371600 h 1890712"/>
              <a:gd name="connsiteX119" fmla="*/ 1883569 w 2543175"/>
              <a:gd name="connsiteY119" fmla="*/ 1388269 h 1890712"/>
              <a:gd name="connsiteX120" fmla="*/ 1893094 w 2543175"/>
              <a:gd name="connsiteY120" fmla="*/ 1395412 h 1890712"/>
              <a:gd name="connsiteX121" fmla="*/ 1902619 w 2543175"/>
              <a:gd name="connsiteY121" fmla="*/ 1404937 h 1890712"/>
              <a:gd name="connsiteX122" fmla="*/ 1912144 w 2543175"/>
              <a:gd name="connsiteY122" fmla="*/ 1409700 h 1890712"/>
              <a:gd name="connsiteX123" fmla="*/ 1931194 w 2543175"/>
              <a:gd name="connsiteY123" fmla="*/ 1421606 h 1890712"/>
              <a:gd name="connsiteX124" fmla="*/ 1935957 w 2543175"/>
              <a:gd name="connsiteY124" fmla="*/ 1428750 h 1890712"/>
              <a:gd name="connsiteX125" fmla="*/ 1952625 w 2543175"/>
              <a:gd name="connsiteY125" fmla="*/ 1438275 h 1890712"/>
              <a:gd name="connsiteX126" fmla="*/ 1971675 w 2543175"/>
              <a:gd name="connsiteY126" fmla="*/ 1450181 h 1890712"/>
              <a:gd name="connsiteX127" fmla="*/ 1981200 w 2543175"/>
              <a:gd name="connsiteY127" fmla="*/ 1454944 h 1890712"/>
              <a:gd name="connsiteX128" fmla="*/ 1997869 w 2543175"/>
              <a:gd name="connsiteY128" fmla="*/ 1471612 h 1890712"/>
              <a:gd name="connsiteX129" fmla="*/ 2007394 w 2543175"/>
              <a:gd name="connsiteY129" fmla="*/ 1478756 h 1890712"/>
              <a:gd name="connsiteX130" fmla="*/ 2016919 w 2543175"/>
              <a:gd name="connsiteY130" fmla="*/ 1483519 h 1890712"/>
              <a:gd name="connsiteX131" fmla="*/ 2024063 w 2543175"/>
              <a:gd name="connsiteY131" fmla="*/ 1490662 h 1890712"/>
              <a:gd name="connsiteX132" fmla="*/ 2033588 w 2543175"/>
              <a:gd name="connsiteY132" fmla="*/ 1495425 h 1890712"/>
              <a:gd name="connsiteX133" fmla="*/ 2040732 w 2543175"/>
              <a:gd name="connsiteY133" fmla="*/ 1502569 h 1890712"/>
              <a:gd name="connsiteX134" fmla="*/ 2047875 w 2543175"/>
              <a:gd name="connsiteY134" fmla="*/ 1507331 h 1890712"/>
              <a:gd name="connsiteX135" fmla="*/ 2057400 w 2543175"/>
              <a:gd name="connsiteY135" fmla="*/ 1514475 h 1890712"/>
              <a:gd name="connsiteX136" fmla="*/ 2064544 w 2543175"/>
              <a:gd name="connsiteY136" fmla="*/ 1519237 h 1890712"/>
              <a:gd name="connsiteX137" fmla="*/ 2071688 w 2543175"/>
              <a:gd name="connsiteY137" fmla="*/ 1526381 h 1890712"/>
              <a:gd name="connsiteX138" fmla="*/ 2081213 w 2543175"/>
              <a:gd name="connsiteY138" fmla="*/ 1531144 h 1890712"/>
              <a:gd name="connsiteX139" fmla="*/ 2090738 w 2543175"/>
              <a:gd name="connsiteY139" fmla="*/ 1538287 h 1890712"/>
              <a:gd name="connsiteX140" fmla="*/ 2109788 w 2543175"/>
              <a:gd name="connsiteY140" fmla="*/ 1547812 h 1890712"/>
              <a:gd name="connsiteX141" fmla="*/ 2131219 w 2543175"/>
              <a:gd name="connsiteY141" fmla="*/ 1562100 h 1890712"/>
              <a:gd name="connsiteX142" fmla="*/ 2140744 w 2543175"/>
              <a:gd name="connsiteY142" fmla="*/ 1566862 h 1890712"/>
              <a:gd name="connsiteX143" fmla="*/ 2152650 w 2543175"/>
              <a:gd name="connsiteY143" fmla="*/ 1576387 h 1890712"/>
              <a:gd name="connsiteX144" fmla="*/ 2181225 w 2543175"/>
              <a:gd name="connsiteY144" fmla="*/ 1590675 h 1890712"/>
              <a:gd name="connsiteX145" fmla="*/ 2200275 w 2543175"/>
              <a:gd name="connsiteY145" fmla="*/ 1607344 h 1890712"/>
              <a:gd name="connsiteX146" fmla="*/ 2207419 w 2543175"/>
              <a:gd name="connsiteY146" fmla="*/ 1612106 h 1890712"/>
              <a:gd name="connsiteX147" fmla="*/ 2216944 w 2543175"/>
              <a:gd name="connsiteY147" fmla="*/ 1619250 h 1890712"/>
              <a:gd name="connsiteX148" fmla="*/ 2224088 w 2543175"/>
              <a:gd name="connsiteY148" fmla="*/ 1624012 h 1890712"/>
              <a:gd name="connsiteX149" fmla="*/ 2247900 w 2543175"/>
              <a:gd name="connsiteY149" fmla="*/ 1643062 h 1890712"/>
              <a:gd name="connsiteX150" fmla="*/ 2255044 w 2543175"/>
              <a:gd name="connsiteY150" fmla="*/ 1650206 h 1890712"/>
              <a:gd name="connsiteX151" fmla="*/ 2281238 w 2543175"/>
              <a:gd name="connsiteY151" fmla="*/ 1664494 h 1890712"/>
              <a:gd name="connsiteX152" fmla="*/ 2297907 w 2543175"/>
              <a:gd name="connsiteY152" fmla="*/ 1674019 h 1890712"/>
              <a:gd name="connsiteX153" fmla="*/ 2312194 w 2543175"/>
              <a:gd name="connsiteY153" fmla="*/ 1685925 h 1890712"/>
              <a:gd name="connsiteX154" fmla="*/ 2328863 w 2543175"/>
              <a:gd name="connsiteY154" fmla="*/ 1697831 h 1890712"/>
              <a:gd name="connsiteX155" fmla="*/ 2350294 w 2543175"/>
              <a:gd name="connsiteY155" fmla="*/ 1712119 h 1890712"/>
              <a:gd name="connsiteX156" fmla="*/ 2369344 w 2543175"/>
              <a:gd name="connsiteY156" fmla="*/ 1724025 h 1890712"/>
              <a:gd name="connsiteX157" fmla="*/ 2428876 w 2543175"/>
              <a:gd name="connsiteY157" fmla="*/ 1785938 h 1890712"/>
              <a:gd name="connsiteX158" fmla="*/ 2466975 w 2543175"/>
              <a:gd name="connsiteY158" fmla="*/ 1783556 h 1890712"/>
              <a:gd name="connsiteX159" fmla="*/ 2481263 w 2543175"/>
              <a:gd name="connsiteY159" fmla="*/ 1795462 h 1890712"/>
              <a:gd name="connsiteX160" fmla="*/ 2486025 w 2543175"/>
              <a:gd name="connsiteY160" fmla="*/ 1802606 h 1890712"/>
              <a:gd name="connsiteX161" fmla="*/ 2514600 w 2543175"/>
              <a:gd name="connsiteY161" fmla="*/ 1850231 h 1890712"/>
              <a:gd name="connsiteX162" fmla="*/ 2519363 w 2543175"/>
              <a:gd name="connsiteY162" fmla="*/ 1857375 h 1890712"/>
              <a:gd name="connsiteX163" fmla="*/ 2540794 w 2543175"/>
              <a:gd name="connsiteY163" fmla="*/ 1883569 h 1890712"/>
              <a:gd name="connsiteX164" fmla="*/ 2543175 w 2543175"/>
              <a:gd name="connsiteY16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09675 h 1890712"/>
              <a:gd name="connsiteX103" fmla="*/ 1678782 w 2543175"/>
              <a:gd name="connsiteY103" fmla="*/ 1226344 h 1890712"/>
              <a:gd name="connsiteX104" fmla="*/ 1700213 w 2543175"/>
              <a:gd name="connsiteY104" fmla="*/ 1247775 h 1890712"/>
              <a:gd name="connsiteX105" fmla="*/ 1712119 w 2543175"/>
              <a:gd name="connsiteY105" fmla="*/ 1259681 h 1890712"/>
              <a:gd name="connsiteX106" fmla="*/ 1733550 w 2543175"/>
              <a:gd name="connsiteY106" fmla="*/ 1273969 h 1890712"/>
              <a:gd name="connsiteX107" fmla="*/ 1743075 w 2543175"/>
              <a:gd name="connsiteY107" fmla="*/ 1283494 h 1890712"/>
              <a:gd name="connsiteX108" fmla="*/ 1754982 w 2543175"/>
              <a:gd name="connsiteY108" fmla="*/ 1290637 h 1890712"/>
              <a:gd name="connsiteX109" fmla="*/ 1766888 w 2543175"/>
              <a:gd name="connsiteY109" fmla="*/ 1300162 h 1890712"/>
              <a:gd name="connsiteX110" fmla="*/ 1783557 w 2543175"/>
              <a:gd name="connsiteY110" fmla="*/ 1307306 h 1890712"/>
              <a:gd name="connsiteX111" fmla="*/ 1790700 w 2543175"/>
              <a:gd name="connsiteY111" fmla="*/ 1312069 h 1890712"/>
              <a:gd name="connsiteX112" fmla="*/ 1800225 w 2543175"/>
              <a:gd name="connsiteY112" fmla="*/ 1319212 h 1890712"/>
              <a:gd name="connsiteX113" fmla="*/ 1807369 w 2543175"/>
              <a:gd name="connsiteY113" fmla="*/ 1321594 h 1890712"/>
              <a:gd name="connsiteX114" fmla="*/ 1824038 w 2543175"/>
              <a:gd name="connsiteY114" fmla="*/ 1333500 h 1890712"/>
              <a:gd name="connsiteX115" fmla="*/ 1843088 w 2543175"/>
              <a:gd name="connsiteY115" fmla="*/ 1352550 h 1890712"/>
              <a:gd name="connsiteX116" fmla="*/ 1852613 w 2543175"/>
              <a:gd name="connsiteY116" fmla="*/ 1359694 h 1890712"/>
              <a:gd name="connsiteX117" fmla="*/ 1859757 w 2543175"/>
              <a:gd name="connsiteY117" fmla="*/ 1366837 h 1890712"/>
              <a:gd name="connsiteX118" fmla="*/ 1869282 w 2543175"/>
              <a:gd name="connsiteY118" fmla="*/ 1371600 h 1890712"/>
              <a:gd name="connsiteX119" fmla="*/ 1883569 w 2543175"/>
              <a:gd name="connsiteY119" fmla="*/ 1388269 h 1890712"/>
              <a:gd name="connsiteX120" fmla="*/ 1893094 w 2543175"/>
              <a:gd name="connsiteY120" fmla="*/ 1395412 h 1890712"/>
              <a:gd name="connsiteX121" fmla="*/ 1902619 w 2543175"/>
              <a:gd name="connsiteY121" fmla="*/ 1404937 h 1890712"/>
              <a:gd name="connsiteX122" fmla="*/ 1912144 w 2543175"/>
              <a:gd name="connsiteY122" fmla="*/ 1409700 h 1890712"/>
              <a:gd name="connsiteX123" fmla="*/ 1931194 w 2543175"/>
              <a:gd name="connsiteY123" fmla="*/ 1421606 h 1890712"/>
              <a:gd name="connsiteX124" fmla="*/ 1935957 w 2543175"/>
              <a:gd name="connsiteY124" fmla="*/ 1428750 h 1890712"/>
              <a:gd name="connsiteX125" fmla="*/ 1952625 w 2543175"/>
              <a:gd name="connsiteY125" fmla="*/ 1438275 h 1890712"/>
              <a:gd name="connsiteX126" fmla="*/ 1971675 w 2543175"/>
              <a:gd name="connsiteY126" fmla="*/ 1450181 h 1890712"/>
              <a:gd name="connsiteX127" fmla="*/ 1981200 w 2543175"/>
              <a:gd name="connsiteY127" fmla="*/ 1454944 h 1890712"/>
              <a:gd name="connsiteX128" fmla="*/ 1997869 w 2543175"/>
              <a:gd name="connsiteY128" fmla="*/ 1471612 h 1890712"/>
              <a:gd name="connsiteX129" fmla="*/ 2007394 w 2543175"/>
              <a:gd name="connsiteY129" fmla="*/ 1478756 h 1890712"/>
              <a:gd name="connsiteX130" fmla="*/ 2016919 w 2543175"/>
              <a:gd name="connsiteY130" fmla="*/ 1483519 h 1890712"/>
              <a:gd name="connsiteX131" fmla="*/ 2024063 w 2543175"/>
              <a:gd name="connsiteY131" fmla="*/ 1490662 h 1890712"/>
              <a:gd name="connsiteX132" fmla="*/ 2033588 w 2543175"/>
              <a:gd name="connsiteY132" fmla="*/ 1495425 h 1890712"/>
              <a:gd name="connsiteX133" fmla="*/ 2040732 w 2543175"/>
              <a:gd name="connsiteY133" fmla="*/ 1502569 h 1890712"/>
              <a:gd name="connsiteX134" fmla="*/ 2047875 w 2543175"/>
              <a:gd name="connsiteY134" fmla="*/ 1507331 h 1890712"/>
              <a:gd name="connsiteX135" fmla="*/ 2057400 w 2543175"/>
              <a:gd name="connsiteY135" fmla="*/ 1514475 h 1890712"/>
              <a:gd name="connsiteX136" fmla="*/ 2064544 w 2543175"/>
              <a:gd name="connsiteY136" fmla="*/ 1519237 h 1890712"/>
              <a:gd name="connsiteX137" fmla="*/ 2071688 w 2543175"/>
              <a:gd name="connsiteY137" fmla="*/ 1526381 h 1890712"/>
              <a:gd name="connsiteX138" fmla="*/ 2081213 w 2543175"/>
              <a:gd name="connsiteY138" fmla="*/ 1531144 h 1890712"/>
              <a:gd name="connsiteX139" fmla="*/ 2090738 w 2543175"/>
              <a:gd name="connsiteY139" fmla="*/ 1538287 h 1890712"/>
              <a:gd name="connsiteX140" fmla="*/ 2109788 w 2543175"/>
              <a:gd name="connsiteY140" fmla="*/ 1547812 h 1890712"/>
              <a:gd name="connsiteX141" fmla="*/ 2131219 w 2543175"/>
              <a:gd name="connsiteY141" fmla="*/ 1562100 h 1890712"/>
              <a:gd name="connsiteX142" fmla="*/ 2140744 w 2543175"/>
              <a:gd name="connsiteY142" fmla="*/ 1566862 h 1890712"/>
              <a:gd name="connsiteX143" fmla="*/ 2152650 w 2543175"/>
              <a:gd name="connsiteY143" fmla="*/ 1576387 h 1890712"/>
              <a:gd name="connsiteX144" fmla="*/ 2181225 w 2543175"/>
              <a:gd name="connsiteY144" fmla="*/ 1590675 h 1890712"/>
              <a:gd name="connsiteX145" fmla="*/ 2200275 w 2543175"/>
              <a:gd name="connsiteY145" fmla="*/ 1607344 h 1890712"/>
              <a:gd name="connsiteX146" fmla="*/ 2207419 w 2543175"/>
              <a:gd name="connsiteY146" fmla="*/ 1612106 h 1890712"/>
              <a:gd name="connsiteX147" fmla="*/ 2216944 w 2543175"/>
              <a:gd name="connsiteY147" fmla="*/ 1619250 h 1890712"/>
              <a:gd name="connsiteX148" fmla="*/ 2224088 w 2543175"/>
              <a:gd name="connsiteY148" fmla="*/ 1624012 h 1890712"/>
              <a:gd name="connsiteX149" fmla="*/ 2247900 w 2543175"/>
              <a:gd name="connsiteY149" fmla="*/ 1643062 h 1890712"/>
              <a:gd name="connsiteX150" fmla="*/ 2255044 w 2543175"/>
              <a:gd name="connsiteY150" fmla="*/ 1650206 h 1890712"/>
              <a:gd name="connsiteX151" fmla="*/ 2281238 w 2543175"/>
              <a:gd name="connsiteY151" fmla="*/ 1664494 h 1890712"/>
              <a:gd name="connsiteX152" fmla="*/ 2297907 w 2543175"/>
              <a:gd name="connsiteY152" fmla="*/ 1674019 h 1890712"/>
              <a:gd name="connsiteX153" fmla="*/ 2312194 w 2543175"/>
              <a:gd name="connsiteY153" fmla="*/ 1685925 h 1890712"/>
              <a:gd name="connsiteX154" fmla="*/ 2328863 w 2543175"/>
              <a:gd name="connsiteY154" fmla="*/ 1697831 h 1890712"/>
              <a:gd name="connsiteX155" fmla="*/ 2350294 w 2543175"/>
              <a:gd name="connsiteY155" fmla="*/ 1712119 h 1890712"/>
              <a:gd name="connsiteX156" fmla="*/ 2369344 w 2543175"/>
              <a:gd name="connsiteY156" fmla="*/ 1724025 h 1890712"/>
              <a:gd name="connsiteX157" fmla="*/ 2428876 w 2543175"/>
              <a:gd name="connsiteY157" fmla="*/ 1785938 h 1890712"/>
              <a:gd name="connsiteX158" fmla="*/ 2466975 w 2543175"/>
              <a:gd name="connsiteY158" fmla="*/ 1783556 h 1890712"/>
              <a:gd name="connsiteX159" fmla="*/ 2481263 w 2543175"/>
              <a:gd name="connsiteY159" fmla="*/ 1795462 h 1890712"/>
              <a:gd name="connsiteX160" fmla="*/ 2486025 w 2543175"/>
              <a:gd name="connsiteY160" fmla="*/ 1802606 h 1890712"/>
              <a:gd name="connsiteX161" fmla="*/ 2514600 w 2543175"/>
              <a:gd name="connsiteY161" fmla="*/ 1850231 h 1890712"/>
              <a:gd name="connsiteX162" fmla="*/ 2519363 w 2543175"/>
              <a:gd name="connsiteY162" fmla="*/ 1857375 h 1890712"/>
              <a:gd name="connsiteX163" fmla="*/ 2540794 w 2543175"/>
              <a:gd name="connsiteY163" fmla="*/ 1883569 h 1890712"/>
              <a:gd name="connsiteX164" fmla="*/ 2543175 w 2543175"/>
              <a:gd name="connsiteY16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678782 w 2543175"/>
              <a:gd name="connsiteY103" fmla="*/ 1226344 h 1890712"/>
              <a:gd name="connsiteX104" fmla="*/ 1700213 w 2543175"/>
              <a:gd name="connsiteY104" fmla="*/ 1247775 h 1890712"/>
              <a:gd name="connsiteX105" fmla="*/ 1712119 w 2543175"/>
              <a:gd name="connsiteY105" fmla="*/ 1259681 h 1890712"/>
              <a:gd name="connsiteX106" fmla="*/ 1733550 w 2543175"/>
              <a:gd name="connsiteY106" fmla="*/ 1273969 h 1890712"/>
              <a:gd name="connsiteX107" fmla="*/ 1743075 w 2543175"/>
              <a:gd name="connsiteY107" fmla="*/ 1283494 h 1890712"/>
              <a:gd name="connsiteX108" fmla="*/ 1754982 w 2543175"/>
              <a:gd name="connsiteY108" fmla="*/ 1290637 h 1890712"/>
              <a:gd name="connsiteX109" fmla="*/ 1766888 w 2543175"/>
              <a:gd name="connsiteY109" fmla="*/ 1300162 h 1890712"/>
              <a:gd name="connsiteX110" fmla="*/ 1783557 w 2543175"/>
              <a:gd name="connsiteY110" fmla="*/ 1307306 h 1890712"/>
              <a:gd name="connsiteX111" fmla="*/ 1790700 w 2543175"/>
              <a:gd name="connsiteY111" fmla="*/ 1312069 h 1890712"/>
              <a:gd name="connsiteX112" fmla="*/ 1800225 w 2543175"/>
              <a:gd name="connsiteY112" fmla="*/ 1319212 h 1890712"/>
              <a:gd name="connsiteX113" fmla="*/ 1807369 w 2543175"/>
              <a:gd name="connsiteY113" fmla="*/ 1321594 h 1890712"/>
              <a:gd name="connsiteX114" fmla="*/ 1824038 w 2543175"/>
              <a:gd name="connsiteY114" fmla="*/ 1333500 h 1890712"/>
              <a:gd name="connsiteX115" fmla="*/ 1843088 w 2543175"/>
              <a:gd name="connsiteY115" fmla="*/ 1352550 h 1890712"/>
              <a:gd name="connsiteX116" fmla="*/ 1852613 w 2543175"/>
              <a:gd name="connsiteY116" fmla="*/ 1359694 h 1890712"/>
              <a:gd name="connsiteX117" fmla="*/ 1859757 w 2543175"/>
              <a:gd name="connsiteY117" fmla="*/ 1366837 h 1890712"/>
              <a:gd name="connsiteX118" fmla="*/ 1869282 w 2543175"/>
              <a:gd name="connsiteY118" fmla="*/ 1371600 h 1890712"/>
              <a:gd name="connsiteX119" fmla="*/ 1883569 w 2543175"/>
              <a:gd name="connsiteY119" fmla="*/ 1388269 h 1890712"/>
              <a:gd name="connsiteX120" fmla="*/ 1893094 w 2543175"/>
              <a:gd name="connsiteY120" fmla="*/ 1395412 h 1890712"/>
              <a:gd name="connsiteX121" fmla="*/ 1902619 w 2543175"/>
              <a:gd name="connsiteY121" fmla="*/ 1404937 h 1890712"/>
              <a:gd name="connsiteX122" fmla="*/ 1912144 w 2543175"/>
              <a:gd name="connsiteY122" fmla="*/ 1409700 h 1890712"/>
              <a:gd name="connsiteX123" fmla="*/ 1931194 w 2543175"/>
              <a:gd name="connsiteY123" fmla="*/ 1421606 h 1890712"/>
              <a:gd name="connsiteX124" fmla="*/ 1935957 w 2543175"/>
              <a:gd name="connsiteY124" fmla="*/ 1428750 h 1890712"/>
              <a:gd name="connsiteX125" fmla="*/ 1952625 w 2543175"/>
              <a:gd name="connsiteY125" fmla="*/ 1438275 h 1890712"/>
              <a:gd name="connsiteX126" fmla="*/ 1971675 w 2543175"/>
              <a:gd name="connsiteY126" fmla="*/ 1450181 h 1890712"/>
              <a:gd name="connsiteX127" fmla="*/ 1981200 w 2543175"/>
              <a:gd name="connsiteY127" fmla="*/ 1454944 h 1890712"/>
              <a:gd name="connsiteX128" fmla="*/ 1997869 w 2543175"/>
              <a:gd name="connsiteY128" fmla="*/ 1471612 h 1890712"/>
              <a:gd name="connsiteX129" fmla="*/ 2007394 w 2543175"/>
              <a:gd name="connsiteY129" fmla="*/ 1478756 h 1890712"/>
              <a:gd name="connsiteX130" fmla="*/ 2016919 w 2543175"/>
              <a:gd name="connsiteY130" fmla="*/ 1483519 h 1890712"/>
              <a:gd name="connsiteX131" fmla="*/ 2024063 w 2543175"/>
              <a:gd name="connsiteY131" fmla="*/ 1490662 h 1890712"/>
              <a:gd name="connsiteX132" fmla="*/ 2033588 w 2543175"/>
              <a:gd name="connsiteY132" fmla="*/ 1495425 h 1890712"/>
              <a:gd name="connsiteX133" fmla="*/ 2040732 w 2543175"/>
              <a:gd name="connsiteY133" fmla="*/ 1502569 h 1890712"/>
              <a:gd name="connsiteX134" fmla="*/ 2047875 w 2543175"/>
              <a:gd name="connsiteY134" fmla="*/ 1507331 h 1890712"/>
              <a:gd name="connsiteX135" fmla="*/ 2057400 w 2543175"/>
              <a:gd name="connsiteY135" fmla="*/ 1514475 h 1890712"/>
              <a:gd name="connsiteX136" fmla="*/ 2064544 w 2543175"/>
              <a:gd name="connsiteY136" fmla="*/ 1519237 h 1890712"/>
              <a:gd name="connsiteX137" fmla="*/ 2071688 w 2543175"/>
              <a:gd name="connsiteY137" fmla="*/ 1526381 h 1890712"/>
              <a:gd name="connsiteX138" fmla="*/ 2081213 w 2543175"/>
              <a:gd name="connsiteY138" fmla="*/ 1531144 h 1890712"/>
              <a:gd name="connsiteX139" fmla="*/ 2090738 w 2543175"/>
              <a:gd name="connsiteY139" fmla="*/ 1538287 h 1890712"/>
              <a:gd name="connsiteX140" fmla="*/ 2109788 w 2543175"/>
              <a:gd name="connsiteY140" fmla="*/ 1547812 h 1890712"/>
              <a:gd name="connsiteX141" fmla="*/ 2131219 w 2543175"/>
              <a:gd name="connsiteY141" fmla="*/ 1562100 h 1890712"/>
              <a:gd name="connsiteX142" fmla="*/ 2140744 w 2543175"/>
              <a:gd name="connsiteY142" fmla="*/ 1566862 h 1890712"/>
              <a:gd name="connsiteX143" fmla="*/ 2152650 w 2543175"/>
              <a:gd name="connsiteY143" fmla="*/ 1576387 h 1890712"/>
              <a:gd name="connsiteX144" fmla="*/ 2181225 w 2543175"/>
              <a:gd name="connsiteY144" fmla="*/ 1590675 h 1890712"/>
              <a:gd name="connsiteX145" fmla="*/ 2200275 w 2543175"/>
              <a:gd name="connsiteY145" fmla="*/ 1607344 h 1890712"/>
              <a:gd name="connsiteX146" fmla="*/ 2207419 w 2543175"/>
              <a:gd name="connsiteY146" fmla="*/ 1612106 h 1890712"/>
              <a:gd name="connsiteX147" fmla="*/ 2216944 w 2543175"/>
              <a:gd name="connsiteY147" fmla="*/ 1619250 h 1890712"/>
              <a:gd name="connsiteX148" fmla="*/ 2224088 w 2543175"/>
              <a:gd name="connsiteY148" fmla="*/ 1624012 h 1890712"/>
              <a:gd name="connsiteX149" fmla="*/ 2247900 w 2543175"/>
              <a:gd name="connsiteY149" fmla="*/ 1643062 h 1890712"/>
              <a:gd name="connsiteX150" fmla="*/ 2255044 w 2543175"/>
              <a:gd name="connsiteY150" fmla="*/ 1650206 h 1890712"/>
              <a:gd name="connsiteX151" fmla="*/ 2281238 w 2543175"/>
              <a:gd name="connsiteY151" fmla="*/ 1664494 h 1890712"/>
              <a:gd name="connsiteX152" fmla="*/ 2297907 w 2543175"/>
              <a:gd name="connsiteY152" fmla="*/ 1674019 h 1890712"/>
              <a:gd name="connsiteX153" fmla="*/ 2312194 w 2543175"/>
              <a:gd name="connsiteY153" fmla="*/ 1685925 h 1890712"/>
              <a:gd name="connsiteX154" fmla="*/ 2328863 w 2543175"/>
              <a:gd name="connsiteY154" fmla="*/ 1697831 h 1890712"/>
              <a:gd name="connsiteX155" fmla="*/ 2350294 w 2543175"/>
              <a:gd name="connsiteY155" fmla="*/ 1712119 h 1890712"/>
              <a:gd name="connsiteX156" fmla="*/ 2369344 w 2543175"/>
              <a:gd name="connsiteY156" fmla="*/ 1724025 h 1890712"/>
              <a:gd name="connsiteX157" fmla="*/ 2428876 w 2543175"/>
              <a:gd name="connsiteY157" fmla="*/ 1785938 h 1890712"/>
              <a:gd name="connsiteX158" fmla="*/ 2466975 w 2543175"/>
              <a:gd name="connsiteY158" fmla="*/ 1783556 h 1890712"/>
              <a:gd name="connsiteX159" fmla="*/ 2481263 w 2543175"/>
              <a:gd name="connsiteY159" fmla="*/ 1795462 h 1890712"/>
              <a:gd name="connsiteX160" fmla="*/ 2486025 w 2543175"/>
              <a:gd name="connsiteY160" fmla="*/ 1802606 h 1890712"/>
              <a:gd name="connsiteX161" fmla="*/ 2514600 w 2543175"/>
              <a:gd name="connsiteY161" fmla="*/ 1850231 h 1890712"/>
              <a:gd name="connsiteX162" fmla="*/ 2519363 w 2543175"/>
              <a:gd name="connsiteY162" fmla="*/ 1857375 h 1890712"/>
              <a:gd name="connsiteX163" fmla="*/ 2540794 w 2543175"/>
              <a:gd name="connsiteY163" fmla="*/ 1883569 h 1890712"/>
              <a:gd name="connsiteX164" fmla="*/ 2543175 w 2543175"/>
              <a:gd name="connsiteY16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24088 w 2543175"/>
              <a:gd name="connsiteY147" fmla="*/ 1624012 h 1890712"/>
              <a:gd name="connsiteX148" fmla="*/ 2247900 w 2543175"/>
              <a:gd name="connsiteY148" fmla="*/ 1643062 h 1890712"/>
              <a:gd name="connsiteX149" fmla="*/ 2255044 w 2543175"/>
              <a:gd name="connsiteY149" fmla="*/ 1650206 h 1890712"/>
              <a:gd name="connsiteX150" fmla="*/ 2281238 w 2543175"/>
              <a:gd name="connsiteY150" fmla="*/ 1664494 h 1890712"/>
              <a:gd name="connsiteX151" fmla="*/ 2297907 w 2543175"/>
              <a:gd name="connsiteY151" fmla="*/ 1674019 h 1890712"/>
              <a:gd name="connsiteX152" fmla="*/ 2312194 w 2543175"/>
              <a:gd name="connsiteY152" fmla="*/ 1685925 h 1890712"/>
              <a:gd name="connsiteX153" fmla="*/ 2328863 w 2543175"/>
              <a:gd name="connsiteY153" fmla="*/ 1697831 h 1890712"/>
              <a:gd name="connsiteX154" fmla="*/ 2350294 w 2543175"/>
              <a:gd name="connsiteY154" fmla="*/ 1712119 h 1890712"/>
              <a:gd name="connsiteX155" fmla="*/ 2369344 w 2543175"/>
              <a:gd name="connsiteY155" fmla="*/ 1724025 h 1890712"/>
              <a:gd name="connsiteX156" fmla="*/ 2428876 w 2543175"/>
              <a:gd name="connsiteY156" fmla="*/ 1785938 h 1890712"/>
              <a:gd name="connsiteX157" fmla="*/ 2466975 w 2543175"/>
              <a:gd name="connsiteY157" fmla="*/ 1783556 h 1890712"/>
              <a:gd name="connsiteX158" fmla="*/ 2481263 w 2543175"/>
              <a:gd name="connsiteY158" fmla="*/ 1795462 h 1890712"/>
              <a:gd name="connsiteX159" fmla="*/ 2486025 w 2543175"/>
              <a:gd name="connsiteY159" fmla="*/ 1802606 h 1890712"/>
              <a:gd name="connsiteX160" fmla="*/ 2514600 w 2543175"/>
              <a:gd name="connsiteY160" fmla="*/ 1850231 h 1890712"/>
              <a:gd name="connsiteX161" fmla="*/ 2519363 w 2543175"/>
              <a:gd name="connsiteY161" fmla="*/ 1857375 h 1890712"/>
              <a:gd name="connsiteX162" fmla="*/ 2540794 w 2543175"/>
              <a:gd name="connsiteY162" fmla="*/ 1883569 h 1890712"/>
              <a:gd name="connsiteX163" fmla="*/ 2543175 w 2543175"/>
              <a:gd name="connsiteY163"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24088 w 2543175"/>
              <a:gd name="connsiteY147" fmla="*/ 1624012 h 1890712"/>
              <a:gd name="connsiteX148" fmla="*/ 2247900 w 2543175"/>
              <a:gd name="connsiteY148" fmla="*/ 1643062 h 1890712"/>
              <a:gd name="connsiteX149" fmla="*/ 2255044 w 2543175"/>
              <a:gd name="connsiteY149" fmla="*/ 1650206 h 1890712"/>
              <a:gd name="connsiteX150" fmla="*/ 2281238 w 2543175"/>
              <a:gd name="connsiteY150" fmla="*/ 1664494 h 1890712"/>
              <a:gd name="connsiteX151" fmla="*/ 2297907 w 2543175"/>
              <a:gd name="connsiteY151" fmla="*/ 1674019 h 1890712"/>
              <a:gd name="connsiteX152" fmla="*/ 2312194 w 2543175"/>
              <a:gd name="connsiteY152" fmla="*/ 1685925 h 1890712"/>
              <a:gd name="connsiteX153" fmla="*/ 2328863 w 2543175"/>
              <a:gd name="connsiteY153" fmla="*/ 1697831 h 1890712"/>
              <a:gd name="connsiteX154" fmla="*/ 2350294 w 2543175"/>
              <a:gd name="connsiteY154" fmla="*/ 1712119 h 1890712"/>
              <a:gd name="connsiteX155" fmla="*/ 2428876 w 2543175"/>
              <a:gd name="connsiteY155" fmla="*/ 1785938 h 1890712"/>
              <a:gd name="connsiteX156" fmla="*/ 2466975 w 2543175"/>
              <a:gd name="connsiteY156" fmla="*/ 1783556 h 1890712"/>
              <a:gd name="connsiteX157" fmla="*/ 2481263 w 2543175"/>
              <a:gd name="connsiteY157" fmla="*/ 1795462 h 1890712"/>
              <a:gd name="connsiteX158" fmla="*/ 2486025 w 2543175"/>
              <a:gd name="connsiteY158" fmla="*/ 1802606 h 1890712"/>
              <a:gd name="connsiteX159" fmla="*/ 2514600 w 2543175"/>
              <a:gd name="connsiteY159" fmla="*/ 1850231 h 1890712"/>
              <a:gd name="connsiteX160" fmla="*/ 2519363 w 2543175"/>
              <a:gd name="connsiteY160" fmla="*/ 1857375 h 1890712"/>
              <a:gd name="connsiteX161" fmla="*/ 2540794 w 2543175"/>
              <a:gd name="connsiteY161" fmla="*/ 1883569 h 1890712"/>
              <a:gd name="connsiteX162" fmla="*/ 2543175 w 2543175"/>
              <a:gd name="connsiteY16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297907 w 2543175"/>
              <a:gd name="connsiteY150" fmla="*/ 1674019 h 1890712"/>
              <a:gd name="connsiteX151" fmla="*/ 2312194 w 2543175"/>
              <a:gd name="connsiteY151" fmla="*/ 1685925 h 1890712"/>
              <a:gd name="connsiteX152" fmla="*/ 2328863 w 2543175"/>
              <a:gd name="connsiteY152" fmla="*/ 1697831 h 1890712"/>
              <a:gd name="connsiteX153" fmla="*/ 2350294 w 2543175"/>
              <a:gd name="connsiteY153" fmla="*/ 1712119 h 1890712"/>
              <a:gd name="connsiteX154" fmla="*/ 2428876 w 2543175"/>
              <a:gd name="connsiteY154" fmla="*/ 1785938 h 1890712"/>
              <a:gd name="connsiteX155" fmla="*/ 2466975 w 2543175"/>
              <a:gd name="connsiteY155" fmla="*/ 1783556 h 1890712"/>
              <a:gd name="connsiteX156" fmla="*/ 2481263 w 2543175"/>
              <a:gd name="connsiteY156" fmla="*/ 1795462 h 1890712"/>
              <a:gd name="connsiteX157" fmla="*/ 2486025 w 2543175"/>
              <a:gd name="connsiteY157" fmla="*/ 1802606 h 1890712"/>
              <a:gd name="connsiteX158" fmla="*/ 2514600 w 2543175"/>
              <a:gd name="connsiteY158" fmla="*/ 1850231 h 1890712"/>
              <a:gd name="connsiteX159" fmla="*/ 2519363 w 2543175"/>
              <a:gd name="connsiteY159" fmla="*/ 1857375 h 1890712"/>
              <a:gd name="connsiteX160" fmla="*/ 2540794 w 2543175"/>
              <a:gd name="connsiteY160" fmla="*/ 1883569 h 1890712"/>
              <a:gd name="connsiteX161" fmla="*/ 2543175 w 2543175"/>
              <a:gd name="connsiteY161"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297907 w 2543175"/>
              <a:gd name="connsiteY150" fmla="*/ 1674019 h 1890712"/>
              <a:gd name="connsiteX151" fmla="*/ 2312194 w 2543175"/>
              <a:gd name="connsiteY151" fmla="*/ 1685925 h 1890712"/>
              <a:gd name="connsiteX152" fmla="*/ 2328863 w 2543175"/>
              <a:gd name="connsiteY152" fmla="*/ 1697831 h 1890712"/>
              <a:gd name="connsiteX153" fmla="*/ 2350294 w 2543175"/>
              <a:gd name="connsiteY153" fmla="*/ 1712119 h 1890712"/>
              <a:gd name="connsiteX154" fmla="*/ 2428876 w 2543175"/>
              <a:gd name="connsiteY154" fmla="*/ 1785938 h 1890712"/>
              <a:gd name="connsiteX155" fmla="*/ 2481263 w 2543175"/>
              <a:gd name="connsiteY155" fmla="*/ 1795462 h 1890712"/>
              <a:gd name="connsiteX156" fmla="*/ 2486025 w 2543175"/>
              <a:gd name="connsiteY156" fmla="*/ 1802606 h 1890712"/>
              <a:gd name="connsiteX157" fmla="*/ 2514600 w 2543175"/>
              <a:gd name="connsiteY157" fmla="*/ 1850231 h 1890712"/>
              <a:gd name="connsiteX158" fmla="*/ 2519363 w 2543175"/>
              <a:gd name="connsiteY158" fmla="*/ 1857375 h 1890712"/>
              <a:gd name="connsiteX159" fmla="*/ 2540794 w 2543175"/>
              <a:gd name="connsiteY159" fmla="*/ 1883569 h 1890712"/>
              <a:gd name="connsiteX160" fmla="*/ 2543175 w 2543175"/>
              <a:gd name="connsiteY16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297907 w 2543175"/>
              <a:gd name="connsiteY150" fmla="*/ 1674019 h 1890712"/>
              <a:gd name="connsiteX151" fmla="*/ 2312194 w 2543175"/>
              <a:gd name="connsiteY151" fmla="*/ 1685925 h 1890712"/>
              <a:gd name="connsiteX152" fmla="*/ 2328863 w 2543175"/>
              <a:gd name="connsiteY152" fmla="*/ 1697831 h 1890712"/>
              <a:gd name="connsiteX153" fmla="*/ 2350294 w 2543175"/>
              <a:gd name="connsiteY153" fmla="*/ 1712119 h 1890712"/>
              <a:gd name="connsiteX154" fmla="*/ 2428876 w 2543175"/>
              <a:gd name="connsiteY154" fmla="*/ 1785938 h 1890712"/>
              <a:gd name="connsiteX155" fmla="*/ 2481263 w 2543175"/>
              <a:gd name="connsiteY155" fmla="*/ 1795462 h 1890712"/>
              <a:gd name="connsiteX156" fmla="*/ 2514600 w 2543175"/>
              <a:gd name="connsiteY156" fmla="*/ 1850231 h 1890712"/>
              <a:gd name="connsiteX157" fmla="*/ 2519363 w 2543175"/>
              <a:gd name="connsiteY157" fmla="*/ 1857375 h 1890712"/>
              <a:gd name="connsiteX158" fmla="*/ 2540794 w 2543175"/>
              <a:gd name="connsiteY158" fmla="*/ 1883569 h 1890712"/>
              <a:gd name="connsiteX159" fmla="*/ 2543175 w 2543175"/>
              <a:gd name="connsiteY15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297907 w 2543175"/>
              <a:gd name="connsiteY150" fmla="*/ 1674019 h 1890712"/>
              <a:gd name="connsiteX151" fmla="*/ 2312194 w 2543175"/>
              <a:gd name="connsiteY151" fmla="*/ 1685925 h 1890712"/>
              <a:gd name="connsiteX152" fmla="*/ 2328863 w 2543175"/>
              <a:gd name="connsiteY152" fmla="*/ 1697831 h 1890712"/>
              <a:gd name="connsiteX153" fmla="*/ 2350294 w 2543175"/>
              <a:gd name="connsiteY153" fmla="*/ 1712119 h 1890712"/>
              <a:gd name="connsiteX154" fmla="*/ 2428876 w 2543175"/>
              <a:gd name="connsiteY154" fmla="*/ 1785938 h 1890712"/>
              <a:gd name="connsiteX155" fmla="*/ 2469356 w 2543175"/>
              <a:gd name="connsiteY155" fmla="*/ 1816894 h 1890712"/>
              <a:gd name="connsiteX156" fmla="*/ 2514600 w 2543175"/>
              <a:gd name="connsiteY156" fmla="*/ 1850231 h 1890712"/>
              <a:gd name="connsiteX157" fmla="*/ 2519363 w 2543175"/>
              <a:gd name="connsiteY157" fmla="*/ 1857375 h 1890712"/>
              <a:gd name="connsiteX158" fmla="*/ 2540794 w 2543175"/>
              <a:gd name="connsiteY158" fmla="*/ 1883569 h 1890712"/>
              <a:gd name="connsiteX159" fmla="*/ 2543175 w 2543175"/>
              <a:gd name="connsiteY15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297907 w 2543175"/>
              <a:gd name="connsiteY150" fmla="*/ 1674019 h 1890712"/>
              <a:gd name="connsiteX151" fmla="*/ 2312194 w 2543175"/>
              <a:gd name="connsiteY151" fmla="*/ 1685925 h 1890712"/>
              <a:gd name="connsiteX152" fmla="*/ 2350294 w 2543175"/>
              <a:gd name="connsiteY152" fmla="*/ 1712119 h 1890712"/>
              <a:gd name="connsiteX153" fmla="*/ 2428876 w 2543175"/>
              <a:gd name="connsiteY153" fmla="*/ 1785938 h 1890712"/>
              <a:gd name="connsiteX154" fmla="*/ 2469356 w 2543175"/>
              <a:gd name="connsiteY154" fmla="*/ 1816894 h 1890712"/>
              <a:gd name="connsiteX155" fmla="*/ 2514600 w 2543175"/>
              <a:gd name="connsiteY155" fmla="*/ 1850231 h 1890712"/>
              <a:gd name="connsiteX156" fmla="*/ 2519363 w 2543175"/>
              <a:gd name="connsiteY156" fmla="*/ 1857375 h 1890712"/>
              <a:gd name="connsiteX157" fmla="*/ 2540794 w 2543175"/>
              <a:gd name="connsiteY157" fmla="*/ 1883569 h 1890712"/>
              <a:gd name="connsiteX158" fmla="*/ 2543175 w 2543175"/>
              <a:gd name="connsiteY158"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55044 w 2543175"/>
              <a:gd name="connsiteY148" fmla="*/ 1650206 h 1890712"/>
              <a:gd name="connsiteX149" fmla="*/ 2281238 w 2543175"/>
              <a:gd name="connsiteY149" fmla="*/ 1664494 h 1890712"/>
              <a:gd name="connsiteX150" fmla="*/ 2312194 w 2543175"/>
              <a:gd name="connsiteY150" fmla="*/ 1685925 h 1890712"/>
              <a:gd name="connsiteX151" fmla="*/ 2350294 w 2543175"/>
              <a:gd name="connsiteY151" fmla="*/ 1712119 h 1890712"/>
              <a:gd name="connsiteX152" fmla="*/ 2428876 w 2543175"/>
              <a:gd name="connsiteY152" fmla="*/ 1785938 h 1890712"/>
              <a:gd name="connsiteX153" fmla="*/ 2469356 w 2543175"/>
              <a:gd name="connsiteY153" fmla="*/ 1816894 h 1890712"/>
              <a:gd name="connsiteX154" fmla="*/ 2514600 w 2543175"/>
              <a:gd name="connsiteY154" fmla="*/ 1850231 h 1890712"/>
              <a:gd name="connsiteX155" fmla="*/ 2519363 w 2543175"/>
              <a:gd name="connsiteY155" fmla="*/ 1857375 h 1890712"/>
              <a:gd name="connsiteX156" fmla="*/ 2540794 w 2543175"/>
              <a:gd name="connsiteY156" fmla="*/ 1883569 h 1890712"/>
              <a:gd name="connsiteX157" fmla="*/ 2543175 w 2543175"/>
              <a:gd name="connsiteY157"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81238 w 2543175"/>
              <a:gd name="connsiteY148" fmla="*/ 1664494 h 1890712"/>
              <a:gd name="connsiteX149" fmla="*/ 2312194 w 2543175"/>
              <a:gd name="connsiteY149" fmla="*/ 1685925 h 1890712"/>
              <a:gd name="connsiteX150" fmla="*/ 2350294 w 2543175"/>
              <a:gd name="connsiteY150" fmla="*/ 1712119 h 1890712"/>
              <a:gd name="connsiteX151" fmla="*/ 2428876 w 2543175"/>
              <a:gd name="connsiteY151" fmla="*/ 1785938 h 1890712"/>
              <a:gd name="connsiteX152" fmla="*/ 2469356 w 2543175"/>
              <a:gd name="connsiteY152" fmla="*/ 1816894 h 1890712"/>
              <a:gd name="connsiteX153" fmla="*/ 2514600 w 2543175"/>
              <a:gd name="connsiteY153" fmla="*/ 1850231 h 1890712"/>
              <a:gd name="connsiteX154" fmla="*/ 2519363 w 2543175"/>
              <a:gd name="connsiteY154" fmla="*/ 1857375 h 1890712"/>
              <a:gd name="connsiteX155" fmla="*/ 2540794 w 2543175"/>
              <a:gd name="connsiteY155" fmla="*/ 1883569 h 1890712"/>
              <a:gd name="connsiteX156" fmla="*/ 2543175 w 2543175"/>
              <a:gd name="connsiteY15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81238 w 2543175"/>
              <a:gd name="connsiteY148" fmla="*/ 1674019 h 1890712"/>
              <a:gd name="connsiteX149" fmla="*/ 2312194 w 2543175"/>
              <a:gd name="connsiteY149" fmla="*/ 1685925 h 1890712"/>
              <a:gd name="connsiteX150" fmla="*/ 2350294 w 2543175"/>
              <a:gd name="connsiteY150" fmla="*/ 1712119 h 1890712"/>
              <a:gd name="connsiteX151" fmla="*/ 2428876 w 2543175"/>
              <a:gd name="connsiteY151" fmla="*/ 1785938 h 1890712"/>
              <a:gd name="connsiteX152" fmla="*/ 2469356 w 2543175"/>
              <a:gd name="connsiteY152" fmla="*/ 1816894 h 1890712"/>
              <a:gd name="connsiteX153" fmla="*/ 2514600 w 2543175"/>
              <a:gd name="connsiteY153" fmla="*/ 1850231 h 1890712"/>
              <a:gd name="connsiteX154" fmla="*/ 2519363 w 2543175"/>
              <a:gd name="connsiteY154" fmla="*/ 1857375 h 1890712"/>
              <a:gd name="connsiteX155" fmla="*/ 2540794 w 2543175"/>
              <a:gd name="connsiteY155" fmla="*/ 1883569 h 1890712"/>
              <a:gd name="connsiteX156" fmla="*/ 2543175 w 2543175"/>
              <a:gd name="connsiteY15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81238 w 2543175"/>
              <a:gd name="connsiteY148" fmla="*/ 1674019 h 1890712"/>
              <a:gd name="connsiteX149" fmla="*/ 2312194 w 2543175"/>
              <a:gd name="connsiteY149" fmla="*/ 1702594 h 1890712"/>
              <a:gd name="connsiteX150" fmla="*/ 2350294 w 2543175"/>
              <a:gd name="connsiteY150" fmla="*/ 1712119 h 1890712"/>
              <a:gd name="connsiteX151" fmla="*/ 2428876 w 2543175"/>
              <a:gd name="connsiteY151" fmla="*/ 1785938 h 1890712"/>
              <a:gd name="connsiteX152" fmla="*/ 2469356 w 2543175"/>
              <a:gd name="connsiteY152" fmla="*/ 1816894 h 1890712"/>
              <a:gd name="connsiteX153" fmla="*/ 2514600 w 2543175"/>
              <a:gd name="connsiteY153" fmla="*/ 1850231 h 1890712"/>
              <a:gd name="connsiteX154" fmla="*/ 2519363 w 2543175"/>
              <a:gd name="connsiteY154" fmla="*/ 1857375 h 1890712"/>
              <a:gd name="connsiteX155" fmla="*/ 2540794 w 2543175"/>
              <a:gd name="connsiteY155" fmla="*/ 1883569 h 1890712"/>
              <a:gd name="connsiteX156" fmla="*/ 2543175 w 2543175"/>
              <a:gd name="connsiteY15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895350 w 2543175"/>
              <a:gd name="connsiteY66" fmla="*/ 681037 h 1890712"/>
              <a:gd name="connsiteX67" fmla="*/ 907257 w 2543175"/>
              <a:gd name="connsiteY67" fmla="*/ 683419 h 1890712"/>
              <a:gd name="connsiteX68" fmla="*/ 928688 w 2543175"/>
              <a:gd name="connsiteY68" fmla="*/ 695325 h 1890712"/>
              <a:gd name="connsiteX69" fmla="*/ 942975 w 2543175"/>
              <a:gd name="connsiteY69" fmla="*/ 700087 h 1890712"/>
              <a:gd name="connsiteX70" fmla="*/ 964407 w 2543175"/>
              <a:gd name="connsiteY70" fmla="*/ 716756 h 1890712"/>
              <a:gd name="connsiteX71" fmla="*/ 971550 w 2543175"/>
              <a:gd name="connsiteY71" fmla="*/ 723900 h 1890712"/>
              <a:gd name="connsiteX72" fmla="*/ 983457 w 2543175"/>
              <a:gd name="connsiteY72" fmla="*/ 733425 h 1890712"/>
              <a:gd name="connsiteX73" fmla="*/ 990600 w 2543175"/>
              <a:gd name="connsiteY73" fmla="*/ 738187 h 1890712"/>
              <a:gd name="connsiteX74" fmla="*/ 1007269 w 2543175"/>
              <a:gd name="connsiteY74" fmla="*/ 752475 h 1890712"/>
              <a:gd name="connsiteX75" fmla="*/ 1031082 w 2543175"/>
              <a:gd name="connsiteY75" fmla="*/ 766762 h 1890712"/>
              <a:gd name="connsiteX76" fmla="*/ 1042988 w 2543175"/>
              <a:gd name="connsiteY76" fmla="*/ 773906 h 1890712"/>
              <a:gd name="connsiteX77" fmla="*/ 1071563 w 2543175"/>
              <a:gd name="connsiteY77" fmla="*/ 785812 h 1890712"/>
              <a:gd name="connsiteX78" fmla="*/ 1097757 w 2543175"/>
              <a:gd name="connsiteY78" fmla="*/ 807244 h 1890712"/>
              <a:gd name="connsiteX79" fmla="*/ 1104900 w 2543175"/>
              <a:gd name="connsiteY79" fmla="*/ 814387 h 1890712"/>
              <a:gd name="connsiteX80" fmla="*/ 1121569 w 2543175"/>
              <a:gd name="connsiteY80" fmla="*/ 823912 h 1890712"/>
              <a:gd name="connsiteX81" fmla="*/ 1138238 w 2543175"/>
              <a:gd name="connsiteY81" fmla="*/ 835819 h 1890712"/>
              <a:gd name="connsiteX82" fmla="*/ 1147763 w 2543175"/>
              <a:gd name="connsiteY82" fmla="*/ 842962 h 1890712"/>
              <a:gd name="connsiteX83" fmla="*/ 1157288 w 2543175"/>
              <a:gd name="connsiteY83" fmla="*/ 847725 h 1890712"/>
              <a:gd name="connsiteX84" fmla="*/ 1178719 w 2543175"/>
              <a:gd name="connsiteY84" fmla="*/ 859631 h 1890712"/>
              <a:gd name="connsiteX85" fmla="*/ 1188244 w 2543175"/>
              <a:gd name="connsiteY85" fmla="*/ 866775 h 1890712"/>
              <a:gd name="connsiteX86" fmla="*/ 1195388 w 2543175"/>
              <a:gd name="connsiteY86" fmla="*/ 871537 h 1890712"/>
              <a:gd name="connsiteX87" fmla="*/ 1212057 w 2543175"/>
              <a:gd name="connsiteY87" fmla="*/ 883444 h 1890712"/>
              <a:gd name="connsiteX88" fmla="*/ 1226344 w 2543175"/>
              <a:gd name="connsiteY88" fmla="*/ 895350 h 1890712"/>
              <a:gd name="connsiteX89" fmla="*/ 1245394 w 2543175"/>
              <a:gd name="connsiteY89" fmla="*/ 907256 h 1890712"/>
              <a:gd name="connsiteX90" fmla="*/ 1254919 w 2543175"/>
              <a:gd name="connsiteY90" fmla="*/ 914400 h 1890712"/>
              <a:gd name="connsiteX91" fmla="*/ 1269207 w 2543175"/>
              <a:gd name="connsiteY91" fmla="*/ 921544 h 1890712"/>
              <a:gd name="connsiteX92" fmla="*/ 1290638 w 2543175"/>
              <a:gd name="connsiteY92" fmla="*/ 935831 h 1890712"/>
              <a:gd name="connsiteX93" fmla="*/ 1307307 w 2543175"/>
              <a:gd name="connsiteY93" fmla="*/ 952500 h 1890712"/>
              <a:gd name="connsiteX94" fmla="*/ 1333500 w 2543175"/>
              <a:gd name="connsiteY94" fmla="*/ 971550 h 1890712"/>
              <a:gd name="connsiteX95" fmla="*/ 1359694 w 2543175"/>
              <a:gd name="connsiteY95" fmla="*/ 990600 h 1890712"/>
              <a:gd name="connsiteX96" fmla="*/ 1385888 w 2543175"/>
              <a:gd name="connsiteY96" fmla="*/ 1021557 h 1890712"/>
              <a:gd name="connsiteX97" fmla="*/ 1435894 w 2543175"/>
              <a:gd name="connsiteY97" fmla="*/ 1054894 h 1890712"/>
              <a:gd name="connsiteX98" fmla="*/ 1497806 w 2543175"/>
              <a:gd name="connsiteY98" fmla="*/ 1104900 h 1890712"/>
              <a:gd name="connsiteX99" fmla="*/ 1559718 w 2543175"/>
              <a:gd name="connsiteY99" fmla="*/ 1154906 h 1890712"/>
              <a:gd name="connsiteX100" fmla="*/ 1595438 w 2543175"/>
              <a:gd name="connsiteY100" fmla="*/ 1181100 h 1890712"/>
              <a:gd name="connsiteX101" fmla="*/ 1628775 w 2543175"/>
              <a:gd name="connsiteY101" fmla="*/ 1207294 h 1890712"/>
              <a:gd name="connsiteX102" fmla="*/ 1662113 w 2543175"/>
              <a:gd name="connsiteY102" fmla="*/ 1231107 h 1890712"/>
              <a:gd name="connsiteX103" fmla="*/ 1700213 w 2543175"/>
              <a:gd name="connsiteY103" fmla="*/ 1247775 h 1890712"/>
              <a:gd name="connsiteX104" fmla="*/ 1712119 w 2543175"/>
              <a:gd name="connsiteY104" fmla="*/ 1259681 h 1890712"/>
              <a:gd name="connsiteX105" fmla="*/ 1733550 w 2543175"/>
              <a:gd name="connsiteY105" fmla="*/ 1273969 h 1890712"/>
              <a:gd name="connsiteX106" fmla="*/ 1743075 w 2543175"/>
              <a:gd name="connsiteY106" fmla="*/ 1283494 h 1890712"/>
              <a:gd name="connsiteX107" fmla="*/ 1754982 w 2543175"/>
              <a:gd name="connsiteY107" fmla="*/ 1290637 h 1890712"/>
              <a:gd name="connsiteX108" fmla="*/ 1766888 w 2543175"/>
              <a:gd name="connsiteY108" fmla="*/ 1300162 h 1890712"/>
              <a:gd name="connsiteX109" fmla="*/ 1783557 w 2543175"/>
              <a:gd name="connsiteY109" fmla="*/ 1307306 h 1890712"/>
              <a:gd name="connsiteX110" fmla="*/ 1790700 w 2543175"/>
              <a:gd name="connsiteY110" fmla="*/ 1312069 h 1890712"/>
              <a:gd name="connsiteX111" fmla="*/ 1800225 w 2543175"/>
              <a:gd name="connsiteY111" fmla="*/ 1319212 h 1890712"/>
              <a:gd name="connsiteX112" fmla="*/ 1807369 w 2543175"/>
              <a:gd name="connsiteY112" fmla="*/ 1321594 h 1890712"/>
              <a:gd name="connsiteX113" fmla="*/ 1824038 w 2543175"/>
              <a:gd name="connsiteY113" fmla="*/ 1333500 h 1890712"/>
              <a:gd name="connsiteX114" fmla="*/ 1843088 w 2543175"/>
              <a:gd name="connsiteY114" fmla="*/ 1352550 h 1890712"/>
              <a:gd name="connsiteX115" fmla="*/ 1852613 w 2543175"/>
              <a:gd name="connsiteY115" fmla="*/ 1359694 h 1890712"/>
              <a:gd name="connsiteX116" fmla="*/ 1859757 w 2543175"/>
              <a:gd name="connsiteY116" fmla="*/ 1366837 h 1890712"/>
              <a:gd name="connsiteX117" fmla="*/ 1869282 w 2543175"/>
              <a:gd name="connsiteY117" fmla="*/ 1371600 h 1890712"/>
              <a:gd name="connsiteX118" fmla="*/ 1883569 w 2543175"/>
              <a:gd name="connsiteY118" fmla="*/ 1388269 h 1890712"/>
              <a:gd name="connsiteX119" fmla="*/ 1893094 w 2543175"/>
              <a:gd name="connsiteY119" fmla="*/ 1395412 h 1890712"/>
              <a:gd name="connsiteX120" fmla="*/ 1902619 w 2543175"/>
              <a:gd name="connsiteY120" fmla="*/ 1404937 h 1890712"/>
              <a:gd name="connsiteX121" fmla="*/ 1912144 w 2543175"/>
              <a:gd name="connsiteY121" fmla="*/ 1409700 h 1890712"/>
              <a:gd name="connsiteX122" fmla="*/ 1931194 w 2543175"/>
              <a:gd name="connsiteY122" fmla="*/ 1421606 h 1890712"/>
              <a:gd name="connsiteX123" fmla="*/ 1935957 w 2543175"/>
              <a:gd name="connsiteY123" fmla="*/ 1428750 h 1890712"/>
              <a:gd name="connsiteX124" fmla="*/ 1952625 w 2543175"/>
              <a:gd name="connsiteY124" fmla="*/ 1438275 h 1890712"/>
              <a:gd name="connsiteX125" fmla="*/ 1971675 w 2543175"/>
              <a:gd name="connsiteY125" fmla="*/ 1450181 h 1890712"/>
              <a:gd name="connsiteX126" fmla="*/ 1981200 w 2543175"/>
              <a:gd name="connsiteY126" fmla="*/ 1454944 h 1890712"/>
              <a:gd name="connsiteX127" fmla="*/ 1997869 w 2543175"/>
              <a:gd name="connsiteY127" fmla="*/ 1471612 h 1890712"/>
              <a:gd name="connsiteX128" fmla="*/ 2007394 w 2543175"/>
              <a:gd name="connsiteY128" fmla="*/ 1478756 h 1890712"/>
              <a:gd name="connsiteX129" fmla="*/ 2016919 w 2543175"/>
              <a:gd name="connsiteY129" fmla="*/ 1483519 h 1890712"/>
              <a:gd name="connsiteX130" fmla="*/ 2024063 w 2543175"/>
              <a:gd name="connsiteY130" fmla="*/ 1490662 h 1890712"/>
              <a:gd name="connsiteX131" fmla="*/ 2033588 w 2543175"/>
              <a:gd name="connsiteY131" fmla="*/ 1495425 h 1890712"/>
              <a:gd name="connsiteX132" fmla="*/ 2040732 w 2543175"/>
              <a:gd name="connsiteY132" fmla="*/ 1502569 h 1890712"/>
              <a:gd name="connsiteX133" fmla="*/ 2047875 w 2543175"/>
              <a:gd name="connsiteY133" fmla="*/ 1507331 h 1890712"/>
              <a:gd name="connsiteX134" fmla="*/ 2057400 w 2543175"/>
              <a:gd name="connsiteY134" fmla="*/ 1514475 h 1890712"/>
              <a:gd name="connsiteX135" fmla="*/ 2064544 w 2543175"/>
              <a:gd name="connsiteY135" fmla="*/ 1519237 h 1890712"/>
              <a:gd name="connsiteX136" fmla="*/ 2071688 w 2543175"/>
              <a:gd name="connsiteY136" fmla="*/ 1526381 h 1890712"/>
              <a:gd name="connsiteX137" fmla="*/ 2081213 w 2543175"/>
              <a:gd name="connsiteY137" fmla="*/ 1531144 h 1890712"/>
              <a:gd name="connsiteX138" fmla="*/ 2090738 w 2543175"/>
              <a:gd name="connsiteY138" fmla="*/ 1538287 h 1890712"/>
              <a:gd name="connsiteX139" fmla="*/ 2109788 w 2543175"/>
              <a:gd name="connsiteY139" fmla="*/ 1547812 h 1890712"/>
              <a:gd name="connsiteX140" fmla="*/ 2131219 w 2543175"/>
              <a:gd name="connsiteY140" fmla="*/ 1562100 h 1890712"/>
              <a:gd name="connsiteX141" fmla="*/ 2140744 w 2543175"/>
              <a:gd name="connsiteY141" fmla="*/ 1566862 h 1890712"/>
              <a:gd name="connsiteX142" fmla="*/ 2152650 w 2543175"/>
              <a:gd name="connsiteY142" fmla="*/ 1576387 h 1890712"/>
              <a:gd name="connsiteX143" fmla="*/ 2181225 w 2543175"/>
              <a:gd name="connsiteY143" fmla="*/ 1590675 h 1890712"/>
              <a:gd name="connsiteX144" fmla="*/ 2200275 w 2543175"/>
              <a:gd name="connsiteY144" fmla="*/ 1607344 h 1890712"/>
              <a:gd name="connsiteX145" fmla="*/ 2207419 w 2543175"/>
              <a:gd name="connsiteY145" fmla="*/ 1612106 h 1890712"/>
              <a:gd name="connsiteX146" fmla="*/ 2216944 w 2543175"/>
              <a:gd name="connsiteY146" fmla="*/ 1619250 h 1890712"/>
              <a:gd name="connsiteX147" fmla="*/ 2247900 w 2543175"/>
              <a:gd name="connsiteY147" fmla="*/ 1643062 h 1890712"/>
              <a:gd name="connsiteX148" fmla="*/ 2281238 w 2543175"/>
              <a:gd name="connsiteY148" fmla="*/ 1674019 h 1890712"/>
              <a:gd name="connsiteX149" fmla="*/ 2312194 w 2543175"/>
              <a:gd name="connsiteY149" fmla="*/ 1702594 h 1890712"/>
              <a:gd name="connsiteX150" fmla="*/ 2369344 w 2543175"/>
              <a:gd name="connsiteY150" fmla="*/ 1757363 h 1890712"/>
              <a:gd name="connsiteX151" fmla="*/ 2428876 w 2543175"/>
              <a:gd name="connsiteY151" fmla="*/ 1785938 h 1890712"/>
              <a:gd name="connsiteX152" fmla="*/ 2469356 w 2543175"/>
              <a:gd name="connsiteY152" fmla="*/ 1816894 h 1890712"/>
              <a:gd name="connsiteX153" fmla="*/ 2514600 w 2543175"/>
              <a:gd name="connsiteY153" fmla="*/ 1850231 h 1890712"/>
              <a:gd name="connsiteX154" fmla="*/ 2519363 w 2543175"/>
              <a:gd name="connsiteY154" fmla="*/ 1857375 h 1890712"/>
              <a:gd name="connsiteX155" fmla="*/ 2540794 w 2543175"/>
              <a:gd name="connsiteY155" fmla="*/ 1883569 h 1890712"/>
              <a:gd name="connsiteX156" fmla="*/ 2543175 w 2543175"/>
              <a:gd name="connsiteY156"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64394 w 2543175"/>
              <a:gd name="connsiteY64" fmla="*/ 657225 h 1890712"/>
              <a:gd name="connsiteX65" fmla="*/ 888207 w 2543175"/>
              <a:gd name="connsiteY65" fmla="*/ 676275 h 1890712"/>
              <a:gd name="connsiteX66" fmla="*/ 907257 w 2543175"/>
              <a:gd name="connsiteY66" fmla="*/ 683419 h 1890712"/>
              <a:gd name="connsiteX67" fmla="*/ 928688 w 2543175"/>
              <a:gd name="connsiteY67" fmla="*/ 695325 h 1890712"/>
              <a:gd name="connsiteX68" fmla="*/ 942975 w 2543175"/>
              <a:gd name="connsiteY68" fmla="*/ 700087 h 1890712"/>
              <a:gd name="connsiteX69" fmla="*/ 964407 w 2543175"/>
              <a:gd name="connsiteY69" fmla="*/ 716756 h 1890712"/>
              <a:gd name="connsiteX70" fmla="*/ 971550 w 2543175"/>
              <a:gd name="connsiteY70" fmla="*/ 723900 h 1890712"/>
              <a:gd name="connsiteX71" fmla="*/ 983457 w 2543175"/>
              <a:gd name="connsiteY71" fmla="*/ 733425 h 1890712"/>
              <a:gd name="connsiteX72" fmla="*/ 990600 w 2543175"/>
              <a:gd name="connsiteY72" fmla="*/ 738187 h 1890712"/>
              <a:gd name="connsiteX73" fmla="*/ 1007269 w 2543175"/>
              <a:gd name="connsiteY73" fmla="*/ 752475 h 1890712"/>
              <a:gd name="connsiteX74" fmla="*/ 1031082 w 2543175"/>
              <a:gd name="connsiteY74" fmla="*/ 766762 h 1890712"/>
              <a:gd name="connsiteX75" fmla="*/ 1042988 w 2543175"/>
              <a:gd name="connsiteY75" fmla="*/ 773906 h 1890712"/>
              <a:gd name="connsiteX76" fmla="*/ 1071563 w 2543175"/>
              <a:gd name="connsiteY76" fmla="*/ 785812 h 1890712"/>
              <a:gd name="connsiteX77" fmla="*/ 1097757 w 2543175"/>
              <a:gd name="connsiteY77" fmla="*/ 807244 h 1890712"/>
              <a:gd name="connsiteX78" fmla="*/ 1104900 w 2543175"/>
              <a:gd name="connsiteY78" fmla="*/ 814387 h 1890712"/>
              <a:gd name="connsiteX79" fmla="*/ 1121569 w 2543175"/>
              <a:gd name="connsiteY79" fmla="*/ 823912 h 1890712"/>
              <a:gd name="connsiteX80" fmla="*/ 1138238 w 2543175"/>
              <a:gd name="connsiteY80" fmla="*/ 835819 h 1890712"/>
              <a:gd name="connsiteX81" fmla="*/ 1147763 w 2543175"/>
              <a:gd name="connsiteY81" fmla="*/ 842962 h 1890712"/>
              <a:gd name="connsiteX82" fmla="*/ 1157288 w 2543175"/>
              <a:gd name="connsiteY82" fmla="*/ 847725 h 1890712"/>
              <a:gd name="connsiteX83" fmla="*/ 1178719 w 2543175"/>
              <a:gd name="connsiteY83" fmla="*/ 859631 h 1890712"/>
              <a:gd name="connsiteX84" fmla="*/ 1188244 w 2543175"/>
              <a:gd name="connsiteY84" fmla="*/ 866775 h 1890712"/>
              <a:gd name="connsiteX85" fmla="*/ 1195388 w 2543175"/>
              <a:gd name="connsiteY85" fmla="*/ 871537 h 1890712"/>
              <a:gd name="connsiteX86" fmla="*/ 1212057 w 2543175"/>
              <a:gd name="connsiteY86" fmla="*/ 883444 h 1890712"/>
              <a:gd name="connsiteX87" fmla="*/ 1226344 w 2543175"/>
              <a:gd name="connsiteY87" fmla="*/ 895350 h 1890712"/>
              <a:gd name="connsiteX88" fmla="*/ 1245394 w 2543175"/>
              <a:gd name="connsiteY88" fmla="*/ 907256 h 1890712"/>
              <a:gd name="connsiteX89" fmla="*/ 1254919 w 2543175"/>
              <a:gd name="connsiteY89" fmla="*/ 914400 h 1890712"/>
              <a:gd name="connsiteX90" fmla="*/ 1269207 w 2543175"/>
              <a:gd name="connsiteY90" fmla="*/ 921544 h 1890712"/>
              <a:gd name="connsiteX91" fmla="*/ 1290638 w 2543175"/>
              <a:gd name="connsiteY91" fmla="*/ 935831 h 1890712"/>
              <a:gd name="connsiteX92" fmla="*/ 1307307 w 2543175"/>
              <a:gd name="connsiteY92" fmla="*/ 952500 h 1890712"/>
              <a:gd name="connsiteX93" fmla="*/ 1333500 w 2543175"/>
              <a:gd name="connsiteY93" fmla="*/ 971550 h 1890712"/>
              <a:gd name="connsiteX94" fmla="*/ 1359694 w 2543175"/>
              <a:gd name="connsiteY94" fmla="*/ 990600 h 1890712"/>
              <a:gd name="connsiteX95" fmla="*/ 1385888 w 2543175"/>
              <a:gd name="connsiteY95" fmla="*/ 1021557 h 1890712"/>
              <a:gd name="connsiteX96" fmla="*/ 1435894 w 2543175"/>
              <a:gd name="connsiteY96" fmla="*/ 1054894 h 1890712"/>
              <a:gd name="connsiteX97" fmla="*/ 1497806 w 2543175"/>
              <a:gd name="connsiteY97" fmla="*/ 1104900 h 1890712"/>
              <a:gd name="connsiteX98" fmla="*/ 1559718 w 2543175"/>
              <a:gd name="connsiteY98" fmla="*/ 1154906 h 1890712"/>
              <a:gd name="connsiteX99" fmla="*/ 1595438 w 2543175"/>
              <a:gd name="connsiteY99" fmla="*/ 1181100 h 1890712"/>
              <a:gd name="connsiteX100" fmla="*/ 1628775 w 2543175"/>
              <a:gd name="connsiteY100" fmla="*/ 1207294 h 1890712"/>
              <a:gd name="connsiteX101" fmla="*/ 1662113 w 2543175"/>
              <a:gd name="connsiteY101" fmla="*/ 1231107 h 1890712"/>
              <a:gd name="connsiteX102" fmla="*/ 1700213 w 2543175"/>
              <a:gd name="connsiteY102" fmla="*/ 1247775 h 1890712"/>
              <a:gd name="connsiteX103" fmla="*/ 1712119 w 2543175"/>
              <a:gd name="connsiteY103" fmla="*/ 1259681 h 1890712"/>
              <a:gd name="connsiteX104" fmla="*/ 1733550 w 2543175"/>
              <a:gd name="connsiteY104" fmla="*/ 1273969 h 1890712"/>
              <a:gd name="connsiteX105" fmla="*/ 1743075 w 2543175"/>
              <a:gd name="connsiteY105" fmla="*/ 1283494 h 1890712"/>
              <a:gd name="connsiteX106" fmla="*/ 1754982 w 2543175"/>
              <a:gd name="connsiteY106" fmla="*/ 1290637 h 1890712"/>
              <a:gd name="connsiteX107" fmla="*/ 1766888 w 2543175"/>
              <a:gd name="connsiteY107" fmla="*/ 1300162 h 1890712"/>
              <a:gd name="connsiteX108" fmla="*/ 1783557 w 2543175"/>
              <a:gd name="connsiteY108" fmla="*/ 1307306 h 1890712"/>
              <a:gd name="connsiteX109" fmla="*/ 1790700 w 2543175"/>
              <a:gd name="connsiteY109" fmla="*/ 1312069 h 1890712"/>
              <a:gd name="connsiteX110" fmla="*/ 1800225 w 2543175"/>
              <a:gd name="connsiteY110" fmla="*/ 1319212 h 1890712"/>
              <a:gd name="connsiteX111" fmla="*/ 1807369 w 2543175"/>
              <a:gd name="connsiteY111" fmla="*/ 1321594 h 1890712"/>
              <a:gd name="connsiteX112" fmla="*/ 1824038 w 2543175"/>
              <a:gd name="connsiteY112" fmla="*/ 1333500 h 1890712"/>
              <a:gd name="connsiteX113" fmla="*/ 1843088 w 2543175"/>
              <a:gd name="connsiteY113" fmla="*/ 1352550 h 1890712"/>
              <a:gd name="connsiteX114" fmla="*/ 1852613 w 2543175"/>
              <a:gd name="connsiteY114" fmla="*/ 1359694 h 1890712"/>
              <a:gd name="connsiteX115" fmla="*/ 1859757 w 2543175"/>
              <a:gd name="connsiteY115" fmla="*/ 1366837 h 1890712"/>
              <a:gd name="connsiteX116" fmla="*/ 1869282 w 2543175"/>
              <a:gd name="connsiteY116" fmla="*/ 1371600 h 1890712"/>
              <a:gd name="connsiteX117" fmla="*/ 1883569 w 2543175"/>
              <a:gd name="connsiteY117" fmla="*/ 1388269 h 1890712"/>
              <a:gd name="connsiteX118" fmla="*/ 1893094 w 2543175"/>
              <a:gd name="connsiteY118" fmla="*/ 1395412 h 1890712"/>
              <a:gd name="connsiteX119" fmla="*/ 1902619 w 2543175"/>
              <a:gd name="connsiteY119" fmla="*/ 1404937 h 1890712"/>
              <a:gd name="connsiteX120" fmla="*/ 1912144 w 2543175"/>
              <a:gd name="connsiteY120" fmla="*/ 1409700 h 1890712"/>
              <a:gd name="connsiteX121" fmla="*/ 1931194 w 2543175"/>
              <a:gd name="connsiteY121" fmla="*/ 1421606 h 1890712"/>
              <a:gd name="connsiteX122" fmla="*/ 1935957 w 2543175"/>
              <a:gd name="connsiteY122" fmla="*/ 1428750 h 1890712"/>
              <a:gd name="connsiteX123" fmla="*/ 1952625 w 2543175"/>
              <a:gd name="connsiteY123" fmla="*/ 1438275 h 1890712"/>
              <a:gd name="connsiteX124" fmla="*/ 1971675 w 2543175"/>
              <a:gd name="connsiteY124" fmla="*/ 1450181 h 1890712"/>
              <a:gd name="connsiteX125" fmla="*/ 1981200 w 2543175"/>
              <a:gd name="connsiteY125" fmla="*/ 1454944 h 1890712"/>
              <a:gd name="connsiteX126" fmla="*/ 1997869 w 2543175"/>
              <a:gd name="connsiteY126" fmla="*/ 1471612 h 1890712"/>
              <a:gd name="connsiteX127" fmla="*/ 2007394 w 2543175"/>
              <a:gd name="connsiteY127" fmla="*/ 1478756 h 1890712"/>
              <a:gd name="connsiteX128" fmla="*/ 2016919 w 2543175"/>
              <a:gd name="connsiteY128" fmla="*/ 1483519 h 1890712"/>
              <a:gd name="connsiteX129" fmla="*/ 2024063 w 2543175"/>
              <a:gd name="connsiteY129" fmla="*/ 1490662 h 1890712"/>
              <a:gd name="connsiteX130" fmla="*/ 2033588 w 2543175"/>
              <a:gd name="connsiteY130" fmla="*/ 1495425 h 1890712"/>
              <a:gd name="connsiteX131" fmla="*/ 2040732 w 2543175"/>
              <a:gd name="connsiteY131" fmla="*/ 1502569 h 1890712"/>
              <a:gd name="connsiteX132" fmla="*/ 2047875 w 2543175"/>
              <a:gd name="connsiteY132" fmla="*/ 1507331 h 1890712"/>
              <a:gd name="connsiteX133" fmla="*/ 2057400 w 2543175"/>
              <a:gd name="connsiteY133" fmla="*/ 1514475 h 1890712"/>
              <a:gd name="connsiteX134" fmla="*/ 2064544 w 2543175"/>
              <a:gd name="connsiteY134" fmla="*/ 1519237 h 1890712"/>
              <a:gd name="connsiteX135" fmla="*/ 2071688 w 2543175"/>
              <a:gd name="connsiteY135" fmla="*/ 1526381 h 1890712"/>
              <a:gd name="connsiteX136" fmla="*/ 2081213 w 2543175"/>
              <a:gd name="connsiteY136" fmla="*/ 1531144 h 1890712"/>
              <a:gd name="connsiteX137" fmla="*/ 2090738 w 2543175"/>
              <a:gd name="connsiteY137" fmla="*/ 1538287 h 1890712"/>
              <a:gd name="connsiteX138" fmla="*/ 2109788 w 2543175"/>
              <a:gd name="connsiteY138" fmla="*/ 1547812 h 1890712"/>
              <a:gd name="connsiteX139" fmla="*/ 2131219 w 2543175"/>
              <a:gd name="connsiteY139" fmla="*/ 1562100 h 1890712"/>
              <a:gd name="connsiteX140" fmla="*/ 2140744 w 2543175"/>
              <a:gd name="connsiteY140" fmla="*/ 1566862 h 1890712"/>
              <a:gd name="connsiteX141" fmla="*/ 2152650 w 2543175"/>
              <a:gd name="connsiteY141" fmla="*/ 1576387 h 1890712"/>
              <a:gd name="connsiteX142" fmla="*/ 2181225 w 2543175"/>
              <a:gd name="connsiteY142" fmla="*/ 1590675 h 1890712"/>
              <a:gd name="connsiteX143" fmla="*/ 2200275 w 2543175"/>
              <a:gd name="connsiteY143" fmla="*/ 1607344 h 1890712"/>
              <a:gd name="connsiteX144" fmla="*/ 2207419 w 2543175"/>
              <a:gd name="connsiteY144" fmla="*/ 1612106 h 1890712"/>
              <a:gd name="connsiteX145" fmla="*/ 2216944 w 2543175"/>
              <a:gd name="connsiteY145" fmla="*/ 1619250 h 1890712"/>
              <a:gd name="connsiteX146" fmla="*/ 2247900 w 2543175"/>
              <a:gd name="connsiteY146" fmla="*/ 1643062 h 1890712"/>
              <a:gd name="connsiteX147" fmla="*/ 2281238 w 2543175"/>
              <a:gd name="connsiteY147" fmla="*/ 1674019 h 1890712"/>
              <a:gd name="connsiteX148" fmla="*/ 2312194 w 2543175"/>
              <a:gd name="connsiteY148" fmla="*/ 1702594 h 1890712"/>
              <a:gd name="connsiteX149" fmla="*/ 2369344 w 2543175"/>
              <a:gd name="connsiteY149" fmla="*/ 1757363 h 1890712"/>
              <a:gd name="connsiteX150" fmla="*/ 2428876 w 2543175"/>
              <a:gd name="connsiteY150" fmla="*/ 1785938 h 1890712"/>
              <a:gd name="connsiteX151" fmla="*/ 2469356 w 2543175"/>
              <a:gd name="connsiteY151" fmla="*/ 1816894 h 1890712"/>
              <a:gd name="connsiteX152" fmla="*/ 2514600 w 2543175"/>
              <a:gd name="connsiteY152" fmla="*/ 1850231 h 1890712"/>
              <a:gd name="connsiteX153" fmla="*/ 2519363 w 2543175"/>
              <a:gd name="connsiteY153" fmla="*/ 1857375 h 1890712"/>
              <a:gd name="connsiteX154" fmla="*/ 2540794 w 2543175"/>
              <a:gd name="connsiteY154" fmla="*/ 1883569 h 1890712"/>
              <a:gd name="connsiteX155" fmla="*/ 2543175 w 2543175"/>
              <a:gd name="connsiteY155"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71475 w 2543175"/>
              <a:gd name="connsiteY27" fmla="*/ 271462 h 1890712"/>
              <a:gd name="connsiteX28" fmla="*/ 385763 w 2543175"/>
              <a:gd name="connsiteY28" fmla="*/ 283369 h 1890712"/>
              <a:gd name="connsiteX29" fmla="*/ 404813 w 2543175"/>
              <a:gd name="connsiteY29" fmla="*/ 295275 h 1890712"/>
              <a:gd name="connsiteX30" fmla="*/ 411957 w 2543175"/>
              <a:gd name="connsiteY30" fmla="*/ 297656 h 1890712"/>
              <a:gd name="connsiteX31" fmla="*/ 466725 w 2543175"/>
              <a:gd name="connsiteY31" fmla="*/ 328612 h 1890712"/>
              <a:gd name="connsiteX32" fmla="*/ 476250 w 2543175"/>
              <a:gd name="connsiteY32" fmla="*/ 335756 h 1890712"/>
              <a:gd name="connsiteX33" fmla="*/ 481013 w 2543175"/>
              <a:gd name="connsiteY33" fmla="*/ 342900 h 1890712"/>
              <a:gd name="connsiteX34" fmla="*/ 490538 w 2543175"/>
              <a:gd name="connsiteY34" fmla="*/ 352425 h 1890712"/>
              <a:gd name="connsiteX35" fmla="*/ 495300 w 2543175"/>
              <a:gd name="connsiteY35" fmla="*/ 359569 h 1890712"/>
              <a:gd name="connsiteX36" fmla="*/ 509588 w 2543175"/>
              <a:gd name="connsiteY36" fmla="*/ 376237 h 1890712"/>
              <a:gd name="connsiteX37" fmla="*/ 514350 w 2543175"/>
              <a:gd name="connsiteY37" fmla="*/ 383381 h 1890712"/>
              <a:gd name="connsiteX38" fmla="*/ 531019 w 2543175"/>
              <a:gd name="connsiteY38" fmla="*/ 397669 h 1890712"/>
              <a:gd name="connsiteX39" fmla="*/ 538163 w 2543175"/>
              <a:gd name="connsiteY39" fmla="*/ 407194 h 1890712"/>
              <a:gd name="connsiteX40" fmla="*/ 554832 w 2543175"/>
              <a:gd name="connsiteY40" fmla="*/ 421481 h 1890712"/>
              <a:gd name="connsiteX41" fmla="*/ 564357 w 2543175"/>
              <a:gd name="connsiteY41" fmla="*/ 431006 h 1890712"/>
              <a:gd name="connsiteX42" fmla="*/ 573882 w 2543175"/>
              <a:gd name="connsiteY42" fmla="*/ 438150 h 1890712"/>
              <a:gd name="connsiteX43" fmla="*/ 595313 w 2543175"/>
              <a:gd name="connsiteY43" fmla="*/ 454819 h 1890712"/>
              <a:gd name="connsiteX44" fmla="*/ 602457 w 2543175"/>
              <a:gd name="connsiteY44" fmla="*/ 457200 h 1890712"/>
              <a:gd name="connsiteX45" fmla="*/ 628650 w 2543175"/>
              <a:gd name="connsiteY45" fmla="*/ 469106 h 1890712"/>
              <a:gd name="connsiteX46" fmla="*/ 645319 w 2543175"/>
              <a:gd name="connsiteY46" fmla="*/ 483394 h 1890712"/>
              <a:gd name="connsiteX47" fmla="*/ 654844 w 2543175"/>
              <a:gd name="connsiteY47" fmla="*/ 488156 h 1890712"/>
              <a:gd name="connsiteX48" fmla="*/ 661988 w 2543175"/>
              <a:gd name="connsiteY48" fmla="*/ 497681 h 1890712"/>
              <a:gd name="connsiteX49" fmla="*/ 683419 w 2543175"/>
              <a:gd name="connsiteY49" fmla="*/ 514350 h 1890712"/>
              <a:gd name="connsiteX50" fmla="*/ 700088 w 2543175"/>
              <a:gd name="connsiteY50" fmla="*/ 526256 h 1890712"/>
              <a:gd name="connsiteX51" fmla="*/ 709613 w 2543175"/>
              <a:gd name="connsiteY51" fmla="*/ 535781 h 1890712"/>
              <a:gd name="connsiteX52" fmla="*/ 719138 w 2543175"/>
              <a:gd name="connsiteY52" fmla="*/ 542925 h 1890712"/>
              <a:gd name="connsiteX53" fmla="*/ 733425 w 2543175"/>
              <a:gd name="connsiteY53" fmla="*/ 557212 h 1890712"/>
              <a:gd name="connsiteX54" fmla="*/ 750094 w 2543175"/>
              <a:gd name="connsiteY54" fmla="*/ 569119 h 1890712"/>
              <a:gd name="connsiteX55" fmla="*/ 769144 w 2543175"/>
              <a:gd name="connsiteY55" fmla="*/ 581025 h 1890712"/>
              <a:gd name="connsiteX56" fmla="*/ 785813 w 2543175"/>
              <a:gd name="connsiteY56" fmla="*/ 590550 h 1890712"/>
              <a:gd name="connsiteX57" fmla="*/ 792957 w 2543175"/>
              <a:gd name="connsiteY57" fmla="*/ 600075 h 1890712"/>
              <a:gd name="connsiteX58" fmla="*/ 809625 w 2543175"/>
              <a:gd name="connsiteY58" fmla="*/ 611981 h 1890712"/>
              <a:gd name="connsiteX59" fmla="*/ 816769 w 2543175"/>
              <a:gd name="connsiteY59" fmla="*/ 619125 h 1890712"/>
              <a:gd name="connsiteX60" fmla="*/ 826294 w 2543175"/>
              <a:gd name="connsiteY60" fmla="*/ 626269 h 1890712"/>
              <a:gd name="connsiteX61" fmla="*/ 840582 w 2543175"/>
              <a:gd name="connsiteY61" fmla="*/ 638175 h 1890712"/>
              <a:gd name="connsiteX62" fmla="*/ 847725 w 2543175"/>
              <a:gd name="connsiteY62" fmla="*/ 645319 h 1890712"/>
              <a:gd name="connsiteX63" fmla="*/ 857250 w 2543175"/>
              <a:gd name="connsiteY63" fmla="*/ 652462 h 1890712"/>
              <a:gd name="connsiteX64" fmla="*/ 888207 w 2543175"/>
              <a:gd name="connsiteY64" fmla="*/ 676275 h 1890712"/>
              <a:gd name="connsiteX65" fmla="*/ 907257 w 2543175"/>
              <a:gd name="connsiteY65" fmla="*/ 683419 h 1890712"/>
              <a:gd name="connsiteX66" fmla="*/ 928688 w 2543175"/>
              <a:gd name="connsiteY66" fmla="*/ 695325 h 1890712"/>
              <a:gd name="connsiteX67" fmla="*/ 942975 w 2543175"/>
              <a:gd name="connsiteY67" fmla="*/ 700087 h 1890712"/>
              <a:gd name="connsiteX68" fmla="*/ 964407 w 2543175"/>
              <a:gd name="connsiteY68" fmla="*/ 716756 h 1890712"/>
              <a:gd name="connsiteX69" fmla="*/ 971550 w 2543175"/>
              <a:gd name="connsiteY69" fmla="*/ 723900 h 1890712"/>
              <a:gd name="connsiteX70" fmla="*/ 983457 w 2543175"/>
              <a:gd name="connsiteY70" fmla="*/ 733425 h 1890712"/>
              <a:gd name="connsiteX71" fmla="*/ 990600 w 2543175"/>
              <a:gd name="connsiteY71" fmla="*/ 738187 h 1890712"/>
              <a:gd name="connsiteX72" fmla="*/ 1007269 w 2543175"/>
              <a:gd name="connsiteY72" fmla="*/ 752475 h 1890712"/>
              <a:gd name="connsiteX73" fmla="*/ 1031082 w 2543175"/>
              <a:gd name="connsiteY73" fmla="*/ 766762 h 1890712"/>
              <a:gd name="connsiteX74" fmla="*/ 1042988 w 2543175"/>
              <a:gd name="connsiteY74" fmla="*/ 773906 h 1890712"/>
              <a:gd name="connsiteX75" fmla="*/ 1071563 w 2543175"/>
              <a:gd name="connsiteY75" fmla="*/ 785812 h 1890712"/>
              <a:gd name="connsiteX76" fmla="*/ 1097757 w 2543175"/>
              <a:gd name="connsiteY76" fmla="*/ 807244 h 1890712"/>
              <a:gd name="connsiteX77" fmla="*/ 1104900 w 2543175"/>
              <a:gd name="connsiteY77" fmla="*/ 814387 h 1890712"/>
              <a:gd name="connsiteX78" fmla="*/ 1121569 w 2543175"/>
              <a:gd name="connsiteY78" fmla="*/ 823912 h 1890712"/>
              <a:gd name="connsiteX79" fmla="*/ 1138238 w 2543175"/>
              <a:gd name="connsiteY79" fmla="*/ 835819 h 1890712"/>
              <a:gd name="connsiteX80" fmla="*/ 1147763 w 2543175"/>
              <a:gd name="connsiteY80" fmla="*/ 842962 h 1890712"/>
              <a:gd name="connsiteX81" fmla="*/ 1157288 w 2543175"/>
              <a:gd name="connsiteY81" fmla="*/ 847725 h 1890712"/>
              <a:gd name="connsiteX82" fmla="*/ 1178719 w 2543175"/>
              <a:gd name="connsiteY82" fmla="*/ 859631 h 1890712"/>
              <a:gd name="connsiteX83" fmla="*/ 1188244 w 2543175"/>
              <a:gd name="connsiteY83" fmla="*/ 866775 h 1890712"/>
              <a:gd name="connsiteX84" fmla="*/ 1195388 w 2543175"/>
              <a:gd name="connsiteY84" fmla="*/ 871537 h 1890712"/>
              <a:gd name="connsiteX85" fmla="*/ 1212057 w 2543175"/>
              <a:gd name="connsiteY85" fmla="*/ 883444 h 1890712"/>
              <a:gd name="connsiteX86" fmla="*/ 1226344 w 2543175"/>
              <a:gd name="connsiteY86" fmla="*/ 895350 h 1890712"/>
              <a:gd name="connsiteX87" fmla="*/ 1245394 w 2543175"/>
              <a:gd name="connsiteY87" fmla="*/ 907256 h 1890712"/>
              <a:gd name="connsiteX88" fmla="*/ 1254919 w 2543175"/>
              <a:gd name="connsiteY88" fmla="*/ 914400 h 1890712"/>
              <a:gd name="connsiteX89" fmla="*/ 1269207 w 2543175"/>
              <a:gd name="connsiteY89" fmla="*/ 921544 h 1890712"/>
              <a:gd name="connsiteX90" fmla="*/ 1290638 w 2543175"/>
              <a:gd name="connsiteY90" fmla="*/ 935831 h 1890712"/>
              <a:gd name="connsiteX91" fmla="*/ 1307307 w 2543175"/>
              <a:gd name="connsiteY91" fmla="*/ 952500 h 1890712"/>
              <a:gd name="connsiteX92" fmla="*/ 1333500 w 2543175"/>
              <a:gd name="connsiteY92" fmla="*/ 971550 h 1890712"/>
              <a:gd name="connsiteX93" fmla="*/ 1359694 w 2543175"/>
              <a:gd name="connsiteY93" fmla="*/ 990600 h 1890712"/>
              <a:gd name="connsiteX94" fmla="*/ 1385888 w 2543175"/>
              <a:gd name="connsiteY94" fmla="*/ 1021557 h 1890712"/>
              <a:gd name="connsiteX95" fmla="*/ 1435894 w 2543175"/>
              <a:gd name="connsiteY95" fmla="*/ 1054894 h 1890712"/>
              <a:gd name="connsiteX96" fmla="*/ 1497806 w 2543175"/>
              <a:gd name="connsiteY96" fmla="*/ 1104900 h 1890712"/>
              <a:gd name="connsiteX97" fmla="*/ 1559718 w 2543175"/>
              <a:gd name="connsiteY97" fmla="*/ 1154906 h 1890712"/>
              <a:gd name="connsiteX98" fmla="*/ 1595438 w 2543175"/>
              <a:gd name="connsiteY98" fmla="*/ 1181100 h 1890712"/>
              <a:gd name="connsiteX99" fmla="*/ 1628775 w 2543175"/>
              <a:gd name="connsiteY99" fmla="*/ 1207294 h 1890712"/>
              <a:gd name="connsiteX100" fmla="*/ 1662113 w 2543175"/>
              <a:gd name="connsiteY100" fmla="*/ 1231107 h 1890712"/>
              <a:gd name="connsiteX101" fmla="*/ 1700213 w 2543175"/>
              <a:gd name="connsiteY101" fmla="*/ 1247775 h 1890712"/>
              <a:gd name="connsiteX102" fmla="*/ 1712119 w 2543175"/>
              <a:gd name="connsiteY102" fmla="*/ 1259681 h 1890712"/>
              <a:gd name="connsiteX103" fmla="*/ 1733550 w 2543175"/>
              <a:gd name="connsiteY103" fmla="*/ 1273969 h 1890712"/>
              <a:gd name="connsiteX104" fmla="*/ 1743075 w 2543175"/>
              <a:gd name="connsiteY104" fmla="*/ 1283494 h 1890712"/>
              <a:gd name="connsiteX105" fmla="*/ 1754982 w 2543175"/>
              <a:gd name="connsiteY105" fmla="*/ 1290637 h 1890712"/>
              <a:gd name="connsiteX106" fmla="*/ 1766888 w 2543175"/>
              <a:gd name="connsiteY106" fmla="*/ 1300162 h 1890712"/>
              <a:gd name="connsiteX107" fmla="*/ 1783557 w 2543175"/>
              <a:gd name="connsiteY107" fmla="*/ 1307306 h 1890712"/>
              <a:gd name="connsiteX108" fmla="*/ 1790700 w 2543175"/>
              <a:gd name="connsiteY108" fmla="*/ 1312069 h 1890712"/>
              <a:gd name="connsiteX109" fmla="*/ 1800225 w 2543175"/>
              <a:gd name="connsiteY109" fmla="*/ 1319212 h 1890712"/>
              <a:gd name="connsiteX110" fmla="*/ 1807369 w 2543175"/>
              <a:gd name="connsiteY110" fmla="*/ 1321594 h 1890712"/>
              <a:gd name="connsiteX111" fmla="*/ 1824038 w 2543175"/>
              <a:gd name="connsiteY111" fmla="*/ 1333500 h 1890712"/>
              <a:gd name="connsiteX112" fmla="*/ 1843088 w 2543175"/>
              <a:gd name="connsiteY112" fmla="*/ 1352550 h 1890712"/>
              <a:gd name="connsiteX113" fmla="*/ 1852613 w 2543175"/>
              <a:gd name="connsiteY113" fmla="*/ 1359694 h 1890712"/>
              <a:gd name="connsiteX114" fmla="*/ 1859757 w 2543175"/>
              <a:gd name="connsiteY114" fmla="*/ 1366837 h 1890712"/>
              <a:gd name="connsiteX115" fmla="*/ 1869282 w 2543175"/>
              <a:gd name="connsiteY115" fmla="*/ 1371600 h 1890712"/>
              <a:gd name="connsiteX116" fmla="*/ 1883569 w 2543175"/>
              <a:gd name="connsiteY116" fmla="*/ 1388269 h 1890712"/>
              <a:gd name="connsiteX117" fmla="*/ 1893094 w 2543175"/>
              <a:gd name="connsiteY117" fmla="*/ 1395412 h 1890712"/>
              <a:gd name="connsiteX118" fmla="*/ 1902619 w 2543175"/>
              <a:gd name="connsiteY118" fmla="*/ 1404937 h 1890712"/>
              <a:gd name="connsiteX119" fmla="*/ 1912144 w 2543175"/>
              <a:gd name="connsiteY119" fmla="*/ 1409700 h 1890712"/>
              <a:gd name="connsiteX120" fmla="*/ 1931194 w 2543175"/>
              <a:gd name="connsiteY120" fmla="*/ 1421606 h 1890712"/>
              <a:gd name="connsiteX121" fmla="*/ 1935957 w 2543175"/>
              <a:gd name="connsiteY121" fmla="*/ 1428750 h 1890712"/>
              <a:gd name="connsiteX122" fmla="*/ 1952625 w 2543175"/>
              <a:gd name="connsiteY122" fmla="*/ 1438275 h 1890712"/>
              <a:gd name="connsiteX123" fmla="*/ 1971675 w 2543175"/>
              <a:gd name="connsiteY123" fmla="*/ 1450181 h 1890712"/>
              <a:gd name="connsiteX124" fmla="*/ 1981200 w 2543175"/>
              <a:gd name="connsiteY124" fmla="*/ 1454944 h 1890712"/>
              <a:gd name="connsiteX125" fmla="*/ 1997869 w 2543175"/>
              <a:gd name="connsiteY125" fmla="*/ 1471612 h 1890712"/>
              <a:gd name="connsiteX126" fmla="*/ 2007394 w 2543175"/>
              <a:gd name="connsiteY126" fmla="*/ 1478756 h 1890712"/>
              <a:gd name="connsiteX127" fmla="*/ 2016919 w 2543175"/>
              <a:gd name="connsiteY127" fmla="*/ 1483519 h 1890712"/>
              <a:gd name="connsiteX128" fmla="*/ 2024063 w 2543175"/>
              <a:gd name="connsiteY128" fmla="*/ 1490662 h 1890712"/>
              <a:gd name="connsiteX129" fmla="*/ 2033588 w 2543175"/>
              <a:gd name="connsiteY129" fmla="*/ 1495425 h 1890712"/>
              <a:gd name="connsiteX130" fmla="*/ 2040732 w 2543175"/>
              <a:gd name="connsiteY130" fmla="*/ 1502569 h 1890712"/>
              <a:gd name="connsiteX131" fmla="*/ 2047875 w 2543175"/>
              <a:gd name="connsiteY131" fmla="*/ 1507331 h 1890712"/>
              <a:gd name="connsiteX132" fmla="*/ 2057400 w 2543175"/>
              <a:gd name="connsiteY132" fmla="*/ 1514475 h 1890712"/>
              <a:gd name="connsiteX133" fmla="*/ 2064544 w 2543175"/>
              <a:gd name="connsiteY133" fmla="*/ 1519237 h 1890712"/>
              <a:gd name="connsiteX134" fmla="*/ 2071688 w 2543175"/>
              <a:gd name="connsiteY134" fmla="*/ 1526381 h 1890712"/>
              <a:gd name="connsiteX135" fmla="*/ 2081213 w 2543175"/>
              <a:gd name="connsiteY135" fmla="*/ 1531144 h 1890712"/>
              <a:gd name="connsiteX136" fmla="*/ 2090738 w 2543175"/>
              <a:gd name="connsiteY136" fmla="*/ 1538287 h 1890712"/>
              <a:gd name="connsiteX137" fmla="*/ 2109788 w 2543175"/>
              <a:gd name="connsiteY137" fmla="*/ 1547812 h 1890712"/>
              <a:gd name="connsiteX138" fmla="*/ 2131219 w 2543175"/>
              <a:gd name="connsiteY138" fmla="*/ 1562100 h 1890712"/>
              <a:gd name="connsiteX139" fmla="*/ 2140744 w 2543175"/>
              <a:gd name="connsiteY139" fmla="*/ 1566862 h 1890712"/>
              <a:gd name="connsiteX140" fmla="*/ 2152650 w 2543175"/>
              <a:gd name="connsiteY140" fmla="*/ 1576387 h 1890712"/>
              <a:gd name="connsiteX141" fmla="*/ 2181225 w 2543175"/>
              <a:gd name="connsiteY141" fmla="*/ 1590675 h 1890712"/>
              <a:gd name="connsiteX142" fmla="*/ 2200275 w 2543175"/>
              <a:gd name="connsiteY142" fmla="*/ 1607344 h 1890712"/>
              <a:gd name="connsiteX143" fmla="*/ 2207419 w 2543175"/>
              <a:gd name="connsiteY143" fmla="*/ 1612106 h 1890712"/>
              <a:gd name="connsiteX144" fmla="*/ 2216944 w 2543175"/>
              <a:gd name="connsiteY144" fmla="*/ 1619250 h 1890712"/>
              <a:gd name="connsiteX145" fmla="*/ 2247900 w 2543175"/>
              <a:gd name="connsiteY145" fmla="*/ 1643062 h 1890712"/>
              <a:gd name="connsiteX146" fmla="*/ 2281238 w 2543175"/>
              <a:gd name="connsiteY146" fmla="*/ 1674019 h 1890712"/>
              <a:gd name="connsiteX147" fmla="*/ 2312194 w 2543175"/>
              <a:gd name="connsiteY147" fmla="*/ 1702594 h 1890712"/>
              <a:gd name="connsiteX148" fmla="*/ 2369344 w 2543175"/>
              <a:gd name="connsiteY148" fmla="*/ 1757363 h 1890712"/>
              <a:gd name="connsiteX149" fmla="*/ 2428876 w 2543175"/>
              <a:gd name="connsiteY149" fmla="*/ 1785938 h 1890712"/>
              <a:gd name="connsiteX150" fmla="*/ 2469356 w 2543175"/>
              <a:gd name="connsiteY150" fmla="*/ 1816894 h 1890712"/>
              <a:gd name="connsiteX151" fmla="*/ 2514600 w 2543175"/>
              <a:gd name="connsiteY151" fmla="*/ 1850231 h 1890712"/>
              <a:gd name="connsiteX152" fmla="*/ 2519363 w 2543175"/>
              <a:gd name="connsiteY152" fmla="*/ 1857375 h 1890712"/>
              <a:gd name="connsiteX153" fmla="*/ 2540794 w 2543175"/>
              <a:gd name="connsiteY153" fmla="*/ 1883569 h 1890712"/>
              <a:gd name="connsiteX154" fmla="*/ 2543175 w 2543175"/>
              <a:gd name="connsiteY154"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66713 w 2543175"/>
              <a:gd name="connsiteY26" fmla="*/ 264319 h 1890712"/>
              <a:gd name="connsiteX27" fmla="*/ 385763 w 2543175"/>
              <a:gd name="connsiteY27" fmla="*/ 283369 h 1890712"/>
              <a:gd name="connsiteX28" fmla="*/ 404813 w 2543175"/>
              <a:gd name="connsiteY28" fmla="*/ 295275 h 1890712"/>
              <a:gd name="connsiteX29" fmla="*/ 411957 w 2543175"/>
              <a:gd name="connsiteY29" fmla="*/ 297656 h 1890712"/>
              <a:gd name="connsiteX30" fmla="*/ 466725 w 2543175"/>
              <a:gd name="connsiteY30" fmla="*/ 328612 h 1890712"/>
              <a:gd name="connsiteX31" fmla="*/ 476250 w 2543175"/>
              <a:gd name="connsiteY31" fmla="*/ 335756 h 1890712"/>
              <a:gd name="connsiteX32" fmla="*/ 481013 w 2543175"/>
              <a:gd name="connsiteY32" fmla="*/ 342900 h 1890712"/>
              <a:gd name="connsiteX33" fmla="*/ 490538 w 2543175"/>
              <a:gd name="connsiteY33" fmla="*/ 352425 h 1890712"/>
              <a:gd name="connsiteX34" fmla="*/ 495300 w 2543175"/>
              <a:gd name="connsiteY34" fmla="*/ 359569 h 1890712"/>
              <a:gd name="connsiteX35" fmla="*/ 509588 w 2543175"/>
              <a:gd name="connsiteY35" fmla="*/ 376237 h 1890712"/>
              <a:gd name="connsiteX36" fmla="*/ 514350 w 2543175"/>
              <a:gd name="connsiteY36" fmla="*/ 383381 h 1890712"/>
              <a:gd name="connsiteX37" fmla="*/ 531019 w 2543175"/>
              <a:gd name="connsiteY37" fmla="*/ 397669 h 1890712"/>
              <a:gd name="connsiteX38" fmla="*/ 538163 w 2543175"/>
              <a:gd name="connsiteY38" fmla="*/ 407194 h 1890712"/>
              <a:gd name="connsiteX39" fmla="*/ 554832 w 2543175"/>
              <a:gd name="connsiteY39" fmla="*/ 421481 h 1890712"/>
              <a:gd name="connsiteX40" fmla="*/ 564357 w 2543175"/>
              <a:gd name="connsiteY40" fmla="*/ 431006 h 1890712"/>
              <a:gd name="connsiteX41" fmla="*/ 573882 w 2543175"/>
              <a:gd name="connsiteY41" fmla="*/ 438150 h 1890712"/>
              <a:gd name="connsiteX42" fmla="*/ 595313 w 2543175"/>
              <a:gd name="connsiteY42" fmla="*/ 454819 h 1890712"/>
              <a:gd name="connsiteX43" fmla="*/ 602457 w 2543175"/>
              <a:gd name="connsiteY43" fmla="*/ 457200 h 1890712"/>
              <a:gd name="connsiteX44" fmla="*/ 628650 w 2543175"/>
              <a:gd name="connsiteY44" fmla="*/ 469106 h 1890712"/>
              <a:gd name="connsiteX45" fmla="*/ 645319 w 2543175"/>
              <a:gd name="connsiteY45" fmla="*/ 483394 h 1890712"/>
              <a:gd name="connsiteX46" fmla="*/ 654844 w 2543175"/>
              <a:gd name="connsiteY46" fmla="*/ 488156 h 1890712"/>
              <a:gd name="connsiteX47" fmla="*/ 661988 w 2543175"/>
              <a:gd name="connsiteY47" fmla="*/ 497681 h 1890712"/>
              <a:gd name="connsiteX48" fmla="*/ 683419 w 2543175"/>
              <a:gd name="connsiteY48" fmla="*/ 514350 h 1890712"/>
              <a:gd name="connsiteX49" fmla="*/ 700088 w 2543175"/>
              <a:gd name="connsiteY49" fmla="*/ 526256 h 1890712"/>
              <a:gd name="connsiteX50" fmla="*/ 709613 w 2543175"/>
              <a:gd name="connsiteY50" fmla="*/ 535781 h 1890712"/>
              <a:gd name="connsiteX51" fmla="*/ 719138 w 2543175"/>
              <a:gd name="connsiteY51" fmla="*/ 542925 h 1890712"/>
              <a:gd name="connsiteX52" fmla="*/ 733425 w 2543175"/>
              <a:gd name="connsiteY52" fmla="*/ 557212 h 1890712"/>
              <a:gd name="connsiteX53" fmla="*/ 750094 w 2543175"/>
              <a:gd name="connsiteY53" fmla="*/ 569119 h 1890712"/>
              <a:gd name="connsiteX54" fmla="*/ 769144 w 2543175"/>
              <a:gd name="connsiteY54" fmla="*/ 581025 h 1890712"/>
              <a:gd name="connsiteX55" fmla="*/ 785813 w 2543175"/>
              <a:gd name="connsiteY55" fmla="*/ 590550 h 1890712"/>
              <a:gd name="connsiteX56" fmla="*/ 792957 w 2543175"/>
              <a:gd name="connsiteY56" fmla="*/ 600075 h 1890712"/>
              <a:gd name="connsiteX57" fmla="*/ 809625 w 2543175"/>
              <a:gd name="connsiteY57" fmla="*/ 611981 h 1890712"/>
              <a:gd name="connsiteX58" fmla="*/ 816769 w 2543175"/>
              <a:gd name="connsiteY58" fmla="*/ 619125 h 1890712"/>
              <a:gd name="connsiteX59" fmla="*/ 826294 w 2543175"/>
              <a:gd name="connsiteY59" fmla="*/ 626269 h 1890712"/>
              <a:gd name="connsiteX60" fmla="*/ 840582 w 2543175"/>
              <a:gd name="connsiteY60" fmla="*/ 638175 h 1890712"/>
              <a:gd name="connsiteX61" fmla="*/ 847725 w 2543175"/>
              <a:gd name="connsiteY61" fmla="*/ 645319 h 1890712"/>
              <a:gd name="connsiteX62" fmla="*/ 857250 w 2543175"/>
              <a:gd name="connsiteY62" fmla="*/ 652462 h 1890712"/>
              <a:gd name="connsiteX63" fmla="*/ 888207 w 2543175"/>
              <a:gd name="connsiteY63" fmla="*/ 676275 h 1890712"/>
              <a:gd name="connsiteX64" fmla="*/ 907257 w 2543175"/>
              <a:gd name="connsiteY64" fmla="*/ 683419 h 1890712"/>
              <a:gd name="connsiteX65" fmla="*/ 928688 w 2543175"/>
              <a:gd name="connsiteY65" fmla="*/ 695325 h 1890712"/>
              <a:gd name="connsiteX66" fmla="*/ 942975 w 2543175"/>
              <a:gd name="connsiteY66" fmla="*/ 700087 h 1890712"/>
              <a:gd name="connsiteX67" fmla="*/ 964407 w 2543175"/>
              <a:gd name="connsiteY67" fmla="*/ 716756 h 1890712"/>
              <a:gd name="connsiteX68" fmla="*/ 971550 w 2543175"/>
              <a:gd name="connsiteY68" fmla="*/ 723900 h 1890712"/>
              <a:gd name="connsiteX69" fmla="*/ 983457 w 2543175"/>
              <a:gd name="connsiteY69" fmla="*/ 733425 h 1890712"/>
              <a:gd name="connsiteX70" fmla="*/ 990600 w 2543175"/>
              <a:gd name="connsiteY70" fmla="*/ 738187 h 1890712"/>
              <a:gd name="connsiteX71" fmla="*/ 1007269 w 2543175"/>
              <a:gd name="connsiteY71" fmla="*/ 752475 h 1890712"/>
              <a:gd name="connsiteX72" fmla="*/ 1031082 w 2543175"/>
              <a:gd name="connsiteY72" fmla="*/ 766762 h 1890712"/>
              <a:gd name="connsiteX73" fmla="*/ 1042988 w 2543175"/>
              <a:gd name="connsiteY73" fmla="*/ 773906 h 1890712"/>
              <a:gd name="connsiteX74" fmla="*/ 1071563 w 2543175"/>
              <a:gd name="connsiteY74" fmla="*/ 785812 h 1890712"/>
              <a:gd name="connsiteX75" fmla="*/ 1097757 w 2543175"/>
              <a:gd name="connsiteY75" fmla="*/ 807244 h 1890712"/>
              <a:gd name="connsiteX76" fmla="*/ 1104900 w 2543175"/>
              <a:gd name="connsiteY76" fmla="*/ 814387 h 1890712"/>
              <a:gd name="connsiteX77" fmla="*/ 1121569 w 2543175"/>
              <a:gd name="connsiteY77" fmla="*/ 823912 h 1890712"/>
              <a:gd name="connsiteX78" fmla="*/ 1138238 w 2543175"/>
              <a:gd name="connsiteY78" fmla="*/ 835819 h 1890712"/>
              <a:gd name="connsiteX79" fmla="*/ 1147763 w 2543175"/>
              <a:gd name="connsiteY79" fmla="*/ 842962 h 1890712"/>
              <a:gd name="connsiteX80" fmla="*/ 1157288 w 2543175"/>
              <a:gd name="connsiteY80" fmla="*/ 847725 h 1890712"/>
              <a:gd name="connsiteX81" fmla="*/ 1178719 w 2543175"/>
              <a:gd name="connsiteY81" fmla="*/ 859631 h 1890712"/>
              <a:gd name="connsiteX82" fmla="*/ 1188244 w 2543175"/>
              <a:gd name="connsiteY82" fmla="*/ 866775 h 1890712"/>
              <a:gd name="connsiteX83" fmla="*/ 1195388 w 2543175"/>
              <a:gd name="connsiteY83" fmla="*/ 871537 h 1890712"/>
              <a:gd name="connsiteX84" fmla="*/ 1212057 w 2543175"/>
              <a:gd name="connsiteY84" fmla="*/ 883444 h 1890712"/>
              <a:gd name="connsiteX85" fmla="*/ 1226344 w 2543175"/>
              <a:gd name="connsiteY85" fmla="*/ 895350 h 1890712"/>
              <a:gd name="connsiteX86" fmla="*/ 1245394 w 2543175"/>
              <a:gd name="connsiteY86" fmla="*/ 907256 h 1890712"/>
              <a:gd name="connsiteX87" fmla="*/ 1254919 w 2543175"/>
              <a:gd name="connsiteY87" fmla="*/ 914400 h 1890712"/>
              <a:gd name="connsiteX88" fmla="*/ 1269207 w 2543175"/>
              <a:gd name="connsiteY88" fmla="*/ 921544 h 1890712"/>
              <a:gd name="connsiteX89" fmla="*/ 1290638 w 2543175"/>
              <a:gd name="connsiteY89" fmla="*/ 935831 h 1890712"/>
              <a:gd name="connsiteX90" fmla="*/ 1307307 w 2543175"/>
              <a:gd name="connsiteY90" fmla="*/ 952500 h 1890712"/>
              <a:gd name="connsiteX91" fmla="*/ 1333500 w 2543175"/>
              <a:gd name="connsiteY91" fmla="*/ 971550 h 1890712"/>
              <a:gd name="connsiteX92" fmla="*/ 1359694 w 2543175"/>
              <a:gd name="connsiteY92" fmla="*/ 990600 h 1890712"/>
              <a:gd name="connsiteX93" fmla="*/ 1385888 w 2543175"/>
              <a:gd name="connsiteY93" fmla="*/ 1021557 h 1890712"/>
              <a:gd name="connsiteX94" fmla="*/ 1435894 w 2543175"/>
              <a:gd name="connsiteY94" fmla="*/ 1054894 h 1890712"/>
              <a:gd name="connsiteX95" fmla="*/ 1497806 w 2543175"/>
              <a:gd name="connsiteY95" fmla="*/ 1104900 h 1890712"/>
              <a:gd name="connsiteX96" fmla="*/ 1559718 w 2543175"/>
              <a:gd name="connsiteY96" fmla="*/ 1154906 h 1890712"/>
              <a:gd name="connsiteX97" fmla="*/ 1595438 w 2543175"/>
              <a:gd name="connsiteY97" fmla="*/ 1181100 h 1890712"/>
              <a:gd name="connsiteX98" fmla="*/ 1628775 w 2543175"/>
              <a:gd name="connsiteY98" fmla="*/ 1207294 h 1890712"/>
              <a:gd name="connsiteX99" fmla="*/ 1662113 w 2543175"/>
              <a:gd name="connsiteY99" fmla="*/ 1231107 h 1890712"/>
              <a:gd name="connsiteX100" fmla="*/ 1700213 w 2543175"/>
              <a:gd name="connsiteY100" fmla="*/ 1247775 h 1890712"/>
              <a:gd name="connsiteX101" fmla="*/ 1712119 w 2543175"/>
              <a:gd name="connsiteY101" fmla="*/ 1259681 h 1890712"/>
              <a:gd name="connsiteX102" fmla="*/ 1733550 w 2543175"/>
              <a:gd name="connsiteY102" fmla="*/ 1273969 h 1890712"/>
              <a:gd name="connsiteX103" fmla="*/ 1743075 w 2543175"/>
              <a:gd name="connsiteY103" fmla="*/ 1283494 h 1890712"/>
              <a:gd name="connsiteX104" fmla="*/ 1754982 w 2543175"/>
              <a:gd name="connsiteY104" fmla="*/ 1290637 h 1890712"/>
              <a:gd name="connsiteX105" fmla="*/ 1766888 w 2543175"/>
              <a:gd name="connsiteY105" fmla="*/ 1300162 h 1890712"/>
              <a:gd name="connsiteX106" fmla="*/ 1783557 w 2543175"/>
              <a:gd name="connsiteY106" fmla="*/ 1307306 h 1890712"/>
              <a:gd name="connsiteX107" fmla="*/ 1790700 w 2543175"/>
              <a:gd name="connsiteY107" fmla="*/ 1312069 h 1890712"/>
              <a:gd name="connsiteX108" fmla="*/ 1800225 w 2543175"/>
              <a:gd name="connsiteY108" fmla="*/ 1319212 h 1890712"/>
              <a:gd name="connsiteX109" fmla="*/ 1807369 w 2543175"/>
              <a:gd name="connsiteY109" fmla="*/ 1321594 h 1890712"/>
              <a:gd name="connsiteX110" fmla="*/ 1824038 w 2543175"/>
              <a:gd name="connsiteY110" fmla="*/ 1333500 h 1890712"/>
              <a:gd name="connsiteX111" fmla="*/ 1843088 w 2543175"/>
              <a:gd name="connsiteY111" fmla="*/ 1352550 h 1890712"/>
              <a:gd name="connsiteX112" fmla="*/ 1852613 w 2543175"/>
              <a:gd name="connsiteY112" fmla="*/ 1359694 h 1890712"/>
              <a:gd name="connsiteX113" fmla="*/ 1859757 w 2543175"/>
              <a:gd name="connsiteY113" fmla="*/ 1366837 h 1890712"/>
              <a:gd name="connsiteX114" fmla="*/ 1869282 w 2543175"/>
              <a:gd name="connsiteY114" fmla="*/ 1371600 h 1890712"/>
              <a:gd name="connsiteX115" fmla="*/ 1883569 w 2543175"/>
              <a:gd name="connsiteY115" fmla="*/ 1388269 h 1890712"/>
              <a:gd name="connsiteX116" fmla="*/ 1893094 w 2543175"/>
              <a:gd name="connsiteY116" fmla="*/ 1395412 h 1890712"/>
              <a:gd name="connsiteX117" fmla="*/ 1902619 w 2543175"/>
              <a:gd name="connsiteY117" fmla="*/ 1404937 h 1890712"/>
              <a:gd name="connsiteX118" fmla="*/ 1912144 w 2543175"/>
              <a:gd name="connsiteY118" fmla="*/ 1409700 h 1890712"/>
              <a:gd name="connsiteX119" fmla="*/ 1931194 w 2543175"/>
              <a:gd name="connsiteY119" fmla="*/ 1421606 h 1890712"/>
              <a:gd name="connsiteX120" fmla="*/ 1935957 w 2543175"/>
              <a:gd name="connsiteY120" fmla="*/ 1428750 h 1890712"/>
              <a:gd name="connsiteX121" fmla="*/ 1952625 w 2543175"/>
              <a:gd name="connsiteY121" fmla="*/ 1438275 h 1890712"/>
              <a:gd name="connsiteX122" fmla="*/ 1971675 w 2543175"/>
              <a:gd name="connsiteY122" fmla="*/ 1450181 h 1890712"/>
              <a:gd name="connsiteX123" fmla="*/ 1981200 w 2543175"/>
              <a:gd name="connsiteY123" fmla="*/ 1454944 h 1890712"/>
              <a:gd name="connsiteX124" fmla="*/ 1997869 w 2543175"/>
              <a:gd name="connsiteY124" fmla="*/ 1471612 h 1890712"/>
              <a:gd name="connsiteX125" fmla="*/ 2007394 w 2543175"/>
              <a:gd name="connsiteY125" fmla="*/ 1478756 h 1890712"/>
              <a:gd name="connsiteX126" fmla="*/ 2016919 w 2543175"/>
              <a:gd name="connsiteY126" fmla="*/ 1483519 h 1890712"/>
              <a:gd name="connsiteX127" fmla="*/ 2024063 w 2543175"/>
              <a:gd name="connsiteY127" fmla="*/ 1490662 h 1890712"/>
              <a:gd name="connsiteX128" fmla="*/ 2033588 w 2543175"/>
              <a:gd name="connsiteY128" fmla="*/ 1495425 h 1890712"/>
              <a:gd name="connsiteX129" fmla="*/ 2040732 w 2543175"/>
              <a:gd name="connsiteY129" fmla="*/ 1502569 h 1890712"/>
              <a:gd name="connsiteX130" fmla="*/ 2047875 w 2543175"/>
              <a:gd name="connsiteY130" fmla="*/ 1507331 h 1890712"/>
              <a:gd name="connsiteX131" fmla="*/ 2057400 w 2543175"/>
              <a:gd name="connsiteY131" fmla="*/ 1514475 h 1890712"/>
              <a:gd name="connsiteX132" fmla="*/ 2064544 w 2543175"/>
              <a:gd name="connsiteY132" fmla="*/ 1519237 h 1890712"/>
              <a:gd name="connsiteX133" fmla="*/ 2071688 w 2543175"/>
              <a:gd name="connsiteY133" fmla="*/ 1526381 h 1890712"/>
              <a:gd name="connsiteX134" fmla="*/ 2081213 w 2543175"/>
              <a:gd name="connsiteY134" fmla="*/ 1531144 h 1890712"/>
              <a:gd name="connsiteX135" fmla="*/ 2090738 w 2543175"/>
              <a:gd name="connsiteY135" fmla="*/ 1538287 h 1890712"/>
              <a:gd name="connsiteX136" fmla="*/ 2109788 w 2543175"/>
              <a:gd name="connsiteY136" fmla="*/ 1547812 h 1890712"/>
              <a:gd name="connsiteX137" fmla="*/ 2131219 w 2543175"/>
              <a:gd name="connsiteY137" fmla="*/ 1562100 h 1890712"/>
              <a:gd name="connsiteX138" fmla="*/ 2140744 w 2543175"/>
              <a:gd name="connsiteY138" fmla="*/ 1566862 h 1890712"/>
              <a:gd name="connsiteX139" fmla="*/ 2152650 w 2543175"/>
              <a:gd name="connsiteY139" fmla="*/ 1576387 h 1890712"/>
              <a:gd name="connsiteX140" fmla="*/ 2181225 w 2543175"/>
              <a:gd name="connsiteY140" fmla="*/ 1590675 h 1890712"/>
              <a:gd name="connsiteX141" fmla="*/ 2200275 w 2543175"/>
              <a:gd name="connsiteY141" fmla="*/ 1607344 h 1890712"/>
              <a:gd name="connsiteX142" fmla="*/ 2207419 w 2543175"/>
              <a:gd name="connsiteY142" fmla="*/ 1612106 h 1890712"/>
              <a:gd name="connsiteX143" fmla="*/ 2216944 w 2543175"/>
              <a:gd name="connsiteY143" fmla="*/ 1619250 h 1890712"/>
              <a:gd name="connsiteX144" fmla="*/ 2247900 w 2543175"/>
              <a:gd name="connsiteY144" fmla="*/ 1643062 h 1890712"/>
              <a:gd name="connsiteX145" fmla="*/ 2281238 w 2543175"/>
              <a:gd name="connsiteY145" fmla="*/ 1674019 h 1890712"/>
              <a:gd name="connsiteX146" fmla="*/ 2312194 w 2543175"/>
              <a:gd name="connsiteY146" fmla="*/ 1702594 h 1890712"/>
              <a:gd name="connsiteX147" fmla="*/ 2369344 w 2543175"/>
              <a:gd name="connsiteY147" fmla="*/ 1757363 h 1890712"/>
              <a:gd name="connsiteX148" fmla="*/ 2428876 w 2543175"/>
              <a:gd name="connsiteY148" fmla="*/ 1785938 h 1890712"/>
              <a:gd name="connsiteX149" fmla="*/ 2469356 w 2543175"/>
              <a:gd name="connsiteY149" fmla="*/ 1816894 h 1890712"/>
              <a:gd name="connsiteX150" fmla="*/ 2514600 w 2543175"/>
              <a:gd name="connsiteY150" fmla="*/ 1850231 h 1890712"/>
              <a:gd name="connsiteX151" fmla="*/ 2519363 w 2543175"/>
              <a:gd name="connsiteY151" fmla="*/ 1857375 h 1890712"/>
              <a:gd name="connsiteX152" fmla="*/ 2540794 w 2543175"/>
              <a:gd name="connsiteY152" fmla="*/ 1883569 h 1890712"/>
              <a:gd name="connsiteX153" fmla="*/ 2543175 w 2543175"/>
              <a:gd name="connsiteY153"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30982 w 2543175"/>
              <a:gd name="connsiteY22" fmla="*/ 180975 h 1890712"/>
              <a:gd name="connsiteX23" fmla="*/ 247650 w 2543175"/>
              <a:gd name="connsiteY23" fmla="*/ 185737 h 1890712"/>
              <a:gd name="connsiteX24" fmla="*/ 300038 w 2543175"/>
              <a:gd name="connsiteY24" fmla="*/ 219075 h 1890712"/>
              <a:gd name="connsiteX25" fmla="*/ 342900 w 2543175"/>
              <a:gd name="connsiteY25" fmla="*/ 254794 h 1890712"/>
              <a:gd name="connsiteX26" fmla="*/ 385763 w 2543175"/>
              <a:gd name="connsiteY26" fmla="*/ 283369 h 1890712"/>
              <a:gd name="connsiteX27" fmla="*/ 404813 w 2543175"/>
              <a:gd name="connsiteY27" fmla="*/ 295275 h 1890712"/>
              <a:gd name="connsiteX28" fmla="*/ 411957 w 2543175"/>
              <a:gd name="connsiteY28" fmla="*/ 297656 h 1890712"/>
              <a:gd name="connsiteX29" fmla="*/ 466725 w 2543175"/>
              <a:gd name="connsiteY29" fmla="*/ 328612 h 1890712"/>
              <a:gd name="connsiteX30" fmla="*/ 476250 w 2543175"/>
              <a:gd name="connsiteY30" fmla="*/ 335756 h 1890712"/>
              <a:gd name="connsiteX31" fmla="*/ 481013 w 2543175"/>
              <a:gd name="connsiteY31" fmla="*/ 342900 h 1890712"/>
              <a:gd name="connsiteX32" fmla="*/ 490538 w 2543175"/>
              <a:gd name="connsiteY32" fmla="*/ 352425 h 1890712"/>
              <a:gd name="connsiteX33" fmla="*/ 495300 w 2543175"/>
              <a:gd name="connsiteY33" fmla="*/ 359569 h 1890712"/>
              <a:gd name="connsiteX34" fmla="*/ 509588 w 2543175"/>
              <a:gd name="connsiteY34" fmla="*/ 376237 h 1890712"/>
              <a:gd name="connsiteX35" fmla="*/ 514350 w 2543175"/>
              <a:gd name="connsiteY35" fmla="*/ 383381 h 1890712"/>
              <a:gd name="connsiteX36" fmla="*/ 531019 w 2543175"/>
              <a:gd name="connsiteY36" fmla="*/ 397669 h 1890712"/>
              <a:gd name="connsiteX37" fmla="*/ 538163 w 2543175"/>
              <a:gd name="connsiteY37" fmla="*/ 407194 h 1890712"/>
              <a:gd name="connsiteX38" fmla="*/ 554832 w 2543175"/>
              <a:gd name="connsiteY38" fmla="*/ 421481 h 1890712"/>
              <a:gd name="connsiteX39" fmla="*/ 564357 w 2543175"/>
              <a:gd name="connsiteY39" fmla="*/ 431006 h 1890712"/>
              <a:gd name="connsiteX40" fmla="*/ 573882 w 2543175"/>
              <a:gd name="connsiteY40" fmla="*/ 438150 h 1890712"/>
              <a:gd name="connsiteX41" fmla="*/ 595313 w 2543175"/>
              <a:gd name="connsiteY41" fmla="*/ 454819 h 1890712"/>
              <a:gd name="connsiteX42" fmla="*/ 602457 w 2543175"/>
              <a:gd name="connsiteY42" fmla="*/ 457200 h 1890712"/>
              <a:gd name="connsiteX43" fmla="*/ 628650 w 2543175"/>
              <a:gd name="connsiteY43" fmla="*/ 469106 h 1890712"/>
              <a:gd name="connsiteX44" fmla="*/ 645319 w 2543175"/>
              <a:gd name="connsiteY44" fmla="*/ 483394 h 1890712"/>
              <a:gd name="connsiteX45" fmla="*/ 654844 w 2543175"/>
              <a:gd name="connsiteY45" fmla="*/ 488156 h 1890712"/>
              <a:gd name="connsiteX46" fmla="*/ 661988 w 2543175"/>
              <a:gd name="connsiteY46" fmla="*/ 497681 h 1890712"/>
              <a:gd name="connsiteX47" fmla="*/ 683419 w 2543175"/>
              <a:gd name="connsiteY47" fmla="*/ 514350 h 1890712"/>
              <a:gd name="connsiteX48" fmla="*/ 700088 w 2543175"/>
              <a:gd name="connsiteY48" fmla="*/ 526256 h 1890712"/>
              <a:gd name="connsiteX49" fmla="*/ 709613 w 2543175"/>
              <a:gd name="connsiteY49" fmla="*/ 535781 h 1890712"/>
              <a:gd name="connsiteX50" fmla="*/ 719138 w 2543175"/>
              <a:gd name="connsiteY50" fmla="*/ 542925 h 1890712"/>
              <a:gd name="connsiteX51" fmla="*/ 733425 w 2543175"/>
              <a:gd name="connsiteY51" fmla="*/ 557212 h 1890712"/>
              <a:gd name="connsiteX52" fmla="*/ 750094 w 2543175"/>
              <a:gd name="connsiteY52" fmla="*/ 569119 h 1890712"/>
              <a:gd name="connsiteX53" fmla="*/ 769144 w 2543175"/>
              <a:gd name="connsiteY53" fmla="*/ 581025 h 1890712"/>
              <a:gd name="connsiteX54" fmla="*/ 785813 w 2543175"/>
              <a:gd name="connsiteY54" fmla="*/ 590550 h 1890712"/>
              <a:gd name="connsiteX55" fmla="*/ 792957 w 2543175"/>
              <a:gd name="connsiteY55" fmla="*/ 600075 h 1890712"/>
              <a:gd name="connsiteX56" fmla="*/ 809625 w 2543175"/>
              <a:gd name="connsiteY56" fmla="*/ 611981 h 1890712"/>
              <a:gd name="connsiteX57" fmla="*/ 816769 w 2543175"/>
              <a:gd name="connsiteY57" fmla="*/ 619125 h 1890712"/>
              <a:gd name="connsiteX58" fmla="*/ 826294 w 2543175"/>
              <a:gd name="connsiteY58" fmla="*/ 626269 h 1890712"/>
              <a:gd name="connsiteX59" fmla="*/ 840582 w 2543175"/>
              <a:gd name="connsiteY59" fmla="*/ 638175 h 1890712"/>
              <a:gd name="connsiteX60" fmla="*/ 847725 w 2543175"/>
              <a:gd name="connsiteY60" fmla="*/ 645319 h 1890712"/>
              <a:gd name="connsiteX61" fmla="*/ 857250 w 2543175"/>
              <a:gd name="connsiteY61" fmla="*/ 652462 h 1890712"/>
              <a:gd name="connsiteX62" fmla="*/ 888207 w 2543175"/>
              <a:gd name="connsiteY62" fmla="*/ 676275 h 1890712"/>
              <a:gd name="connsiteX63" fmla="*/ 907257 w 2543175"/>
              <a:gd name="connsiteY63" fmla="*/ 683419 h 1890712"/>
              <a:gd name="connsiteX64" fmla="*/ 928688 w 2543175"/>
              <a:gd name="connsiteY64" fmla="*/ 695325 h 1890712"/>
              <a:gd name="connsiteX65" fmla="*/ 942975 w 2543175"/>
              <a:gd name="connsiteY65" fmla="*/ 700087 h 1890712"/>
              <a:gd name="connsiteX66" fmla="*/ 964407 w 2543175"/>
              <a:gd name="connsiteY66" fmla="*/ 716756 h 1890712"/>
              <a:gd name="connsiteX67" fmla="*/ 971550 w 2543175"/>
              <a:gd name="connsiteY67" fmla="*/ 723900 h 1890712"/>
              <a:gd name="connsiteX68" fmla="*/ 983457 w 2543175"/>
              <a:gd name="connsiteY68" fmla="*/ 733425 h 1890712"/>
              <a:gd name="connsiteX69" fmla="*/ 990600 w 2543175"/>
              <a:gd name="connsiteY69" fmla="*/ 738187 h 1890712"/>
              <a:gd name="connsiteX70" fmla="*/ 1007269 w 2543175"/>
              <a:gd name="connsiteY70" fmla="*/ 752475 h 1890712"/>
              <a:gd name="connsiteX71" fmla="*/ 1031082 w 2543175"/>
              <a:gd name="connsiteY71" fmla="*/ 766762 h 1890712"/>
              <a:gd name="connsiteX72" fmla="*/ 1042988 w 2543175"/>
              <a:gd name="connsiteY72" fmla="*/ 773906 h 1890712"/>
              <a:gd name="connsiteX73" fmla="*/ 1071563 w 2543175"/>
              <a:gd name="connsiteY73" fmla="*/ 785812 h 1890712"/>
              <a:gd name="connsiteX74" fmla="*/ 1097757 w 2543175"/>
              <a:gd name="connsiteY74" fmla="*/ 807244 h 1890712"/>
              <a:gd name="connsiteX75" fmla="*/ 1104900 w 2543175"/>
              <a:gd name="connsiteY75" fmla="*/ 814387 h 1890712"/>
              <a:gd name="connsiteX76" fmla="*/ 1121569 w 2543175"/>
              <a:gd name="connsiteY76" fmla="*/ 823912 h 1890712"/>
              <a:gd name="connsiteX77" fmla="*/ 1138238 w 2543175"/>
              <a:gd name="connsiteY77" fmla="*/ 835819 h 1890712"/>
              <a:gd name="connsiteX78" fmla="*/ 1147763 w 2543175"/>
              <a:gd name="connsiteY78" fmla="*/ 842962 h 1890712"/>
              <a:gd name="connsiteX79" fmla="*/ 1157288 w 2543175"/>
              <a:gd name="connsiteY79" fmla="*/ 847725 h 1890712"/>
              <a:gd name="connsiteX80" fmla="*/ 1178719 w 2543175"/>
              <a:gd name="connsiteY80" fmla="*/ 859631 h 1890712"/>
              <a:gd name="connsiteX81" fmla="*/ 1188244 w 2543175"/>
              <a:gd name="connsiteY81" fmla="*/ 866775 h 1890712"/>
              <a:gd name="connsiteX82" fmla="*/ 1195388 w 2543175"/>
              <a:gd name="connsiteY82" fmla="*/ 871537 h 1890712"/>
              <a:gd name="connsiteX83" fmla="*/ 1212057 w 2543175"/>
              <a:gd name="connsiteY83" fmla="*/ 883444 h 1890712"/>
              <a:gd name="connsiteX84" fmla="*/ 1226344 w 2543175"/>
              <a:gd name="connsiteY84" fmla="*/ 895350 h 1890712"/>
              <a:gd name="connsiteX85" fmla="*/ 1245394 w 2543175"/>
              <a:gd name="connsiteY85" fmla="*/ 907256 h 1890712"/>
              <a:gd name="connsiteX86" fmla="*/ 1254919 w 2543175"/>
              <a:gd name="connsiteY86" fmla="*/ 914400 h 1890712"/>
              <a:gd name="connsiteX87" fmla="*/ 1269207 w 2543175"/>
              <a:gd name="connsiteY87" fmla="*/ 921544 h 1890712"/>
              <a:gd name="connsiteX88" fmla="*/ 1290638 w 2543175"/>
              <a:gd name="connsiteY88" fmla="*/ 935831 h 1890712"/>
              <a:gd name="connsiteX89" fmla="*/ 1307307 w 2543175"/>
              <a:gd name="connsiteY89" fmla="*/ 952500 h 1890712"/>
              <a:gd name="connsiteX90" fmla="*/ 1333500 w 2543175"/>
              <a:gd name="connsiteY90" fmla="*/ 971550 h 1890712"/>
              <a:gd name="connsiteX91" fmla="*/ 1359694 w 2543175"/>
              <a:gd name="connsiteY91" fmla="*/ 990600 h 1890712"/>
              <a:gd name="connsiteX92" fmla="*/ 1385888 w 2543175"/>
              <a:gd name="connsiteY92" fmla="*/ 1021557 h 1890712"/>
              <a:gd name="connsiteX93" fmla="*/ 1435894 w 2543175"/>
              <a:gd name="connsiteY93" fmla="*/ 1054894 h 1890712"/>
              <a:gd name="connsiteX94" fmla="*/ 1497806 w 2543175"/>
              <a:gd name="connsiteY94" fmla="*/ 1104900 h 1890712"/>
              <a:gd name="connsiteX95" fmla="*/ 1559718 w 2543175"/>
              <a:gd name="connsiteY95" fmla="*/ 1154906 h 1890712"/>
              <a:gd name="connsiteX96" fmla="*/ 1595438 w 2543175"/>
              <a:gd name="connsiteY96" fmla="*/ 1181100 h 1890712"/>
              <a:gd name="connsiteX97" fmla="*/ 1628775 w 2543175"/>
              <a:gd name="connsiteY97" fmla="*/ 1207294 h 1890712"/>
              <a:gd name="connsiteX98" fmla="*/ 1662113 w 2543175"/>
              <a:gd name="connsiteY98" fmla="*/ 1231107 h 1890712"/>
              <a:gd name="connsiteX99" fmla="*/ 1700213 w 2543175"/>
              <a:gd name="connsiteY99" fmla="*/ 1247775 h 1890712"/>
              <a:gd name="connsiteX100" fmla="*/ 1712119 w 2543175"/>
              <a:gd name="connsiteY100" fmla="*/ 1259681 h 1890712"/>
              <a:gd name="connsiteX101" fmla="*/ 1733550 w 2543175"/>
              <a:gd name="connsiteY101" fmla="*/ 1273969 h 1890712"/>
              <a:gd name="connsiteX102" fmla="*/ 1743075 w 2543175"/>
              <a:gd name="connsiteY102" fmla="*/ 1283494 h 1890712"/>
              <a:gd name="connsiteX103" fmla="*/ 1754982 w 2543175"/>
              <a:gd name="connsiteY103" fmla="*/ 1290637 h 1890712"/>
              <a:gd name="connsiteX104" fmla="*/ 1766888 w 2543175"/>
              <a:gd name="connsiteY104" fmla="*/ 1300162 h 1890712"/>
              <a:gd name="connsiteX105" fmla="*/ 1783557 w 2543175"/>
              <a:gd name="connsiteY105" fmla="*/ 1307306 h 1890712"/>
              <a:gd name="connsiteX106" fmla="*/ 1790700 w 2543175"/>
              <a:gd name="connsiteY106" fmla="*/ 1312069 h 1890712"/>
              <a:gd name="connsiteX107" fmla="*/ 1800225 w 2543175"/>
              <a:gd name="connsiteY107" fmla="*/ 1319212 h 1890712"/>
              <a:gd name="connsiteX108" fmla="*/ 1807369 w 2543175"/>
              <a:gd name="connsiteY108" fmla="*/ 1321594 h 1890712"/>
              <a:gd name="connsiteX109" fmla="*/ 1824038 w 2543175"/>
              <a:gd name="connsiteY109" fmla="*/ 1333500 h 1890712"/>
              <a:gd name="connsiteX110" fmla="*/ 1843088 w 2543175"/>
              <a:gd name="connsiteY110" fmla="*/ 1352550 h 1890712"/>
              <a:gd name="connsiteX111" fmla="*/ 1852613 w 2543175"/>
              <a:gd name="connsiteY111" fmla="*/ 1359694 h 1890712"/>
              <a:gd name="connsiteX112" fmla="*/ 1859757 w 2543175"/>
              <a:gd name="connsiteY112" fmla="*/ 1366837 h 1890712"/>
              <a:gd name="connsiteX113" fmla="*/ 1869282 w 2543175"/>
              <a:gd name="connsiteY113" fmla="*/ 1371600 h 1890712"/>
              <a:gd name="connsiteX114" fmla="*/ 1883569 w 2543175"/>
              <a:gd name="connsiteY114" fmla="*/ 1388269 h 1890712"/>
              <a:gd name="connsiteX115" fmla="*/ 1893094 w 2543175"/>
              <a:gd name="connsiteY115" fmla="*/ 1395412 h 1890712"/>
              <a:gd name="connsiteX116" fmla="*/ 1902619 w 2543175"/>
              <a:gd name="connsiteY116" fmla="*/ 1404937 h 1890712"/>
              <a:gd name="connsiteX117" fmla="*/ 1912144 w 2543175"/>
              <a:gd name="connsiteY117" fmla="*/ 1409700 h 1890712"/>
              <a:gd name="connsiteX118" fmla="*/ 1931194 w 2543175"/>
              <a:gd name="connsiteY118" fmla="*/ 1421606 h 1890712"/>
              <a:gd name="connsiteX119" fmla="*/ 1935957 w 2543175"/>
              <a:gd name="connsiteY119" fmla="*/ 1428750 h 1890712"/>
              <a:gd name="connsiteX120" fmla="*/ 1952625 w 2543175"/>
              <a:gd name="connsiteY120" fmla="*/ 1438275 h 1890712"/>
              <a:gd name="connsiteX121" fmla="*/ 1971675 w 2543175"/>
              <a:gd name="connsiteY121" fmla="*/ 1450181 h 1890712"/>
              <a:gd name="connsiteX122" fmla="*/ 1981200 w 2543175"/>
              <a:gd name="connsiteY122" fmla="*/ 1454944 h 1890712"/>
              <a:gd name="connsiteX123" fmla="*/ 1997869 w 2543175"/>
              <a:gd name="connsiteY123" fmla="*/ 1471612 h 1890712"/>
              <a:gd name="connsiteX124" fmla="*/ 2007394 w 2543175"/>
              <a:gd name="connsiteY124" fmla="*/ 1478756 h 1890712"/>
              <a:gd name="connsiteX125" fmla="*/ 2016919 w 2543175"/>
              <a:gd name="connsiteY125" fmla="*/ 1483519 h 1890712"/>
              <a:gd name="connsiteX126" fmla="*/ 2024063 w 2543175"/>
              <a:gd name="connsiteY126" fmla="*/ 1490662 h 1890712"/>
              <a:gd name="connsiteX127" fmla="*/ 2033588 w 2543175"/>
              <a:gd name="connsiteY127" fmla="*/ 1495425 h 1890712"/>
              <a:gd name="connsiteX128" fmla="*/ 2040732 w 2543175"/>
              <a:gd name="connsiteY128" fmla="*/ 1502569 h 1890712"/>
              <a:gd name="connsiteX129" fmla="*/ 2047875 w 2543175"/>
              <a:gd name="connsiteY129" fmla="*/ 1507331 h 1890712"/>
              <a:gd name="connsiteX130" fmla="*/ 2057400 w 2543175"/>
              <a:gd name="connsiteY130" fmla="*/ 1514475 h 1890712"/>
              <a:gd name="connsiteX131" fmla="*/ 2064544 w 2543175"/>
              <a:gd name="connsiteY131" fmla="*/ 1519237 h 1890712"/>
              <a:gd name="connsiteX132" fmla="*/ 2071688 w 2543175"/>
              <a:gd name="connsiteY132" fmla="*/ 1526381 h 1890712"/>
              <a:gd name="connsiteX133" fmla="*/ 2081213 w 2543175"/>
              <a:gd name="connsiteY133" fmla="*/ 1531144 h 1890712"/>
              <a:gd name="connsiteX134" fmla="*/ 2090738 w 2543175"/>
              <a:gd name="connsiteY134" fmla="*/ 1538287 h 1890712"/>
              <a:gd name="connsiteX135" fmla="*/ 2109788 w 2543175"/>
              <a:gd name="connsiteY135" fmla="*/ 1547812 h 1890712"/>
              <a:gd name="connsiteX136" fmla="*/ 2131219 w 2543175"/>
              <a:gd name="connsiteY136" fmla="*/ 1562100 h 1890712"/>
              <a:gd name="connsiteX137" fmla="*/ 2140744 w 2543175"/>
              <a:gd name="connsiteY137" fmla="*/ 1566862 h 1890712"/>
              <a:gd name="connsiteX138" fmla="*/ 2152650 w 2543175"/>
              <a:gd name="connsiteY138" fmla="*/ 1576387 h 1890712"/>
              <a:gd name="connsiteX139" fmla="*/ 2181225 w 2543175"/>
              <a:gd name="connsiteY139" fmla="*/ 1590675 h 1890712"/>
              <a:gd name="connsiteX140" fmla="*/ 2200275 w 2543175"/>
              <a:gd name="connsiteY140" fmla="*/ 1607344 h 1890712"/>
              <a:gd name="connsiteX141" fmla="*/ 2207419 w 2543175"/>
              <a:gd name="connsiteY141" fmla="*/ 1612106 h 1890712"/>
              <a:gd name="connsiteX142" fmla="*/ 2216944 w 2543175"/>
              <a:gd name="connsiteY142" fmla="*/ 1619250 h 1890712"/>
              <a:gd name="connsiteX143" fmla="*/ 2247900 w 2543175"/>
              <a:gd name="connsiteY143" fmla="*/ 1643062 h 1890712"/>
              <a:gd name="connsiteX144" fmla="*/ 2281238 w 2543175"/>
              <a:gd name="connsiteY144" fmla="*/ 1674019 h 1890712"/>
              <a:gd name="connsiteX145" fmla="*/ 2312194 w 2543175"/>
              <a:gd name="connsiteY145" fmla="*/ 1702594 h 1890712"/>
              <a:gd name="connsiteX146" fmla="*/ 2369344 w 2543175"/>
              <a:gd name="connsiteY146" fmla="*/ 1757363 h 1890712"/>
              <a:gd name="connsiteX147" fmla="*/ 2428876 w 2543175"/>
              <a:gd name="connsiteY147" fmla="*/ 1785938 h 1890712"/>
              <a:gd name="connsiteX148" fmla="*/ 2469356 w 2543175"/>
              <a:gd name="connsiteY148" fmla="*/ 1816894 h 1890712"/>
              <a:gd name="connsiteX149" fmla="*/ 2514600 w 2543175"/>
              <a:gd name="connsiteY149" fmla="*/ 1850231 h 1890712"/>
              <a:gd name="connsiteX150" fmla="*/ 2519363 w 2543175"/>
              <a:gd name="connsiteY150" fmla="*/ 1857375 h 1890712"/>
              <a:gd name="connsiteX151" fmla="*/ 2540794 w 2543175"/>
              <a:gd name="connsiteY151" fmla="*/ 1883569 h 1890712"/>
              <a:gd name="connsiteX152" fmla="*/ 2543175 w 2543175"/>
              <a:gd name="connsiteY152"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47650 w 2543175"/>
              <a:gd name="connsiteY22" fmla="*/ 185737 h 1890712"/>
              <a:gd name="connsiteX23" fmla="*/ 300038 w 2543175"/>
              <a:gd name="connsiteY23" fmla="*/ 219075 h 1890712"/>
              <a:gd name="connsiteX24" fmla="*/ 342900 w 2543175"/>
              <a:gd name="connsiteY24" fmla="*/ 254794 h 1890712"/>
              <a:gd name="connsiteX25" fmla="*/ 385763 w 2543175"/>
              <a:gd name="connsiteY25" fmla="*/ 283369 h 1890712"/>
              <a:gd name="connsiteX26" fmla="*/ 404813 w 2543175"/>
              <a:gd name="connsiteY26" fmla="*/ 295275 h 1890712"/>
              <a:gd name="connsiteX27" fmla="*/ 411957 w 2543175"/>
              <a:gd name="connsiteY27" fmla="*/ 297656 h 1890712"/>
              <a:gd name="connsiteX28" fmla="*/ 466725 w 2543175"/>
              <a:gd name="connsiteY28" fmla="*/ 328612 h 1890712"/>
              <a:gd name="connsiteX29" fmla="*/ 476250 w 2543175"/>
              <a:gd name="connsiteY29" fmla="*/ 335756 h 1890712"/>
              <a:gd name="connsiteX30" fmla="*/ 481013 w 2543175"/>
              <a:gd name="connsiteY30" fmla="*/ 342900 h 1890712"/>
              <a:gd name="connsiteX31" fmla="*/ 490538 w 2543175"/>
              <a:gd name="connsiteY31" fmla="*/ 352425 h 1890712"/>
              <a:gd name="connsiteX32" fmla="*/ 495300 w 2543175"/>
              <a:gd name="connsiteY32" fmla="*/ 359569 h 1890712"/>
              <a:gd name="connsiteX33" fmla="*/ 509588 w 2543175"/>
              <a:gd name="connsiteY33" fmla="*/ 376237 h 1890712"/>
              <a:gd name="connsiteX34" fmla="*/ 514350 w 2543175"/>
              <a:gd name="connsiteY34" fmla="*/ 383381 h 1890712"/>
              <a:gd name="connsiteX35" fmla="*/ 531019 w 2543175"/>
              <a:gd name="connsiteY35" fmla="*/ 397669 h 1890712"/>
              <a:gd name="connsiteX36" fmla="*/ 538163 w 2543175"/>
              <a:gd name="connsiteY36" fmla="*/ 407194 h 1890712"/>
              <a:gd name="connsiteX37" fmla="*/ 554832 w 2543175"/>
              <a:gd name="connsiteY37" fmla="*/ 421481 h 1890712"/>
              <a:gd name="connsiteX38" fmla="*/ 564357 w 2543175"/>
              <a:gd name="connsiteY38" fmla="*/ 431006 h 1890712"/>
              <a:gd name="connsiteX39" fmla="*/ 573882 w 2543175"/>
              <a:gd name="connsiteY39" fmla="*/ 438150 h 1890712"/>
              <a:gd name="connsiteX40" fmla="*/ 595313 w 2543175"/>
              <a:gd name="connsiteY40" fmla="*/ 454819 h 1890712"/>
              <a:gd name="connsiteX41" fmla="*/ 602457 w 2543175"/>
              <a:gd name="connsiteY41" fmla="*/ 457200 h 1890712"/>
              <a:gd name="connsiteX42" fmla="*/ 628650 w 2543175"/>
              <a:gd name="connsiteY42" fmla="*/ 469106 h 1890712"/>
              <a:gd name="connsiteX43" fmla="*/ 645319 w 2543175"/>
              <a:gd name="connsiteY43" fmla="*/ 483394 h 1890712"/>
              <a:gd name="connsiteX44" fmla="*/ 654844 w 2543175"/>
              <a:gd name="connsiteY44" fmla="*/ 488156 h 1890712"/>
              <a:gd name="connsiteX45" fmla="*/ 661988 w 2543175"/>
              <a:gd name="connsiteY45" fmla="*/ 497681 h 1890712"/>
              <a:gd name="connsiteX46" fmla="*/ 683419 w 2543175"/>
              <a:gd name="connsiteY46" fmla="*/ 514350 h 1890712"/>
              <a:gd name="connsiteX47" fmla="*/ 700088 w 2543175"/>
              <a:gd name="connsiteY47" fmla="*/ 526256 h 1890712"/>
              <a:gd name="connsiteX48" fmla="*/ 709613 w 2543175"/>
              <a:gd name="connsiteY48" fmla="*/ 535781 h 1890712"/>
              <a:gd name="connsiteX49" fmla="*/ 719138 w 2543175"/>
              <a:gd name="connsiteY49" fmla="*/ 542925 h 1890712"/>
              <a:gd name="connsiteX50" fmla="*/ 733425 w 2543175"/>
              <a:gd name="connsiteY50" fmla="*/ 557212 h 1890712"/>
              <a:gd name="connsiteX51" fmla="*/ 750094 w 2543175"/>
              <a:gd name="connsiteY51" fmla="*/ 569119 h 1890712"/>
              <a:gd name="connsiteX52" fmla="*/ 769144 w 2543175"/>
              <a:gd name="connsiteY52" fmla="*/ 581025 h 1890712"/>
              <a:gd name="connsiteX53" fmla="*/ 785813 w 2543175"/>
              <a:gd name="connsiteY53" fmla="*/ 590550 h 1890712"/>
              <a:gd name="connsiteX54" fmla="*/ 792957 w 2543175"/>
              <a:gd name="connsiteY54" fmla="*/ 600075 h 1890712"/>
              <a:gd name="connsiteX55" fmla="*/ 809625 w 2543175"/>
              <a:gd name="connsiteY55" fmla="*/ 611981 h 1890712"/>
              <a:gd name="connsiteX56" fmla="*/ 816769 w 2543175"/>
              <a:gd name="connsiteY56" fmla="*/ 619125 h 1890712"/>
              <a:gd name="connsiteX57" fmla="*/ 826294 w 2543175"/>
              <a:gd name="connsiteY57" fmla="*/ 626269 h 1890712"/>
              <a:gd name="connsiteX58" fmla="*/ 840582 w 2543175"/>
              <a:gd name="connsiteY58" fmla="*/ 638175 h 1890712"/>
              <a:gd name="connsiteX59" fmla="*/ 847725 w 2543175"/>
              <a:gd name="connsiteY59" fmla="*/ 645319 h 1890712"/>
              <a:gd name="connsiteX60" fmla="*/ 857250 w 2543175"/>
              <a:gd name="connsiteY60" fmla="*/ 652462 h 1890712"/>
              <a:gd name="connsiteX61" fmla="*/ 888207 w 2543175"/>
              <a:gd name="connsiteY61" fmla="*/ 676275 h 1890712"/>
              <a:gd name="connsiteX62" fmla="*/ 907257 w 2543175"/>
              <a:gd name="connsiteY62" fmla="*/ 683419 h 1890712"/>
              <a:gd name="connsiteX63" fmla="*/ 928688 w 2543175"/>
              <a:gd name="connsiteY63" fmla="*/ 695325 h 1890712"/>
              <a:gd name="connsiteX64" fmla="*/ 942975 w 2543175"/>
              <a:gd name="connsiteY64" fmla="*/ 700087 h 1890712"/>
              <a:gd name="connsiteX65" fmla="*/ 964407 w 2543175"/>
              <a:gd name="connsiteY65" fmla="*/ 716756 h 1890712"/>
              <a:gd name="connsiteX66" fmla="*/ 971550 w 2543175"/>
              <a:gd name="connsiteY66" fmla="*/ 723900 h 1890712"/>
              <a:gd name="connsiteX67" fmla="*/ 983457 w 2543175"/>
              <a:gd name="connsiteY67" fmla="*/ 733425 h 1890712"/>
              <a:gd name="connsiteX68" fmla="*/ 990600 w 2543175"/>
              <a:gd name="connsiteY68" fmla="*/ 738187 h 1890712"/>
              <a:gd name="connsiteX69" fmla="*/ 1007269 w 2543175"/>
              <a:gd name="connsiteY69" fmla="*/ 752475 h 1890712"/>
              <a:gd name="connsiteX70" fmla="*/ 1031082 w 2543175"/>
              <a:gd name="connsiteY70" fmla="*/ 766762 h 1890712"/>
              <a:gd name="connsiteX71" fmla="*/ 1042988 w 2543175"/>
              <a:gd name="connsiteY71" fmla="*/ 773906 h 1890712"/>
              <a:gd name="connsiteX72" fmla="*/ 1071563 w 2543175"/>
              <a:gd name="connsiteY72" fmla="*/ 785812 h 1890712"/>
              <a:gd name="connsiteX73" fmla="*/ 1097757 w 2543175"/>
              <a:gd name="connsiteY73" fmla="*/ 807244 h 1890712"/>
              <a:gd name="connsiteX74" fmla="*/ 1104900 w 2543175"/>
              <a:gd name="connsiteY74" fmla="*/ 814387 h 1890712"/>
              <a:gd name="connsiteX75" fmla="*/ 1121569 w 2543175"/>
              <a:gd name="connsiteY75" fmla="*/ 823912 h 1890712"/>
              <a:gd name="connsiteX76" fmla="*/ 1138238 w 2543175"/>
              <a:gd name="connsiteY76" fmla="*/ 835819 h 1890712"/>
              <a:gd name="connsiteX77" fmla="*/ 1147763 w 2543175"/>
              <a:gd name="connsiteY77" fmla="*/ 842962 h 1890712"/>
              <a:gd name="connsiteX78" fmla="*/ 1157288 w 2543175"/>
              <a:gd name="connsiteY78" fmla="*/ 847725 h 1890712"/>
              <a:gd name="connsiteX79" fmla="*/ 1178719 w 2543175"/>
              <a:gd name="connsiteY79" fmla="*/ 859631 h 1890712"/>
              <a:gd name="connsiteX80" fmla="*/ 1188244 w 2543175"/>
              <a:gd name="connsiteY80" fmla="*/ 866775 h 1890712"/>
              <a:gd name="connsiteX81" fmla="*/ 1195388 w 2543175"/>
              <a:gd name="connsiteY81" fmla="*/ 871537 h 1890712"/>
              <a:gd name="connsiteX82" fmla="*/ 1212057 w 2543175"/>
              <a:gd name="connsiteY82" fmla="*/ 883444 h 1890712"/>
              <a:gd name="connsiteX83" fmla="*/ 1226344 w 2543175"/>
              <a:gd name="connsiteY83" fmla="*/ 895350 h 1890712"/>
              <a:gd name="connsiteX84" fmla="*/ 1245394 w 2543175"/>
              <a:gd name="connsiteY84" fmla="*/ 907256 h 1890712"/>
              <a:gd name="connsiteX85" fmla="*/ 1254919 w 2543175"/>
              <a:gd name="connsiteY85" fmla="*/ 914400 h 1890712"/>
              <a:gd name="connsiteX86" fmla="*/ 1269207 w 2543175"/>
              <a:gd name="connsiteY86" fmla="*/ 921544 h 1890712"/>
              <a:gd name="connsiteX87" fmla="*/ 1290638 w 2543175"/>
              <a:gd name="connsiteY87" fmla="*/ 935831 h 1890712"/>
              <a:gd name="connsiteX88" fmla="*/ 1307307 w 2543175"/>
              <a:gd name="connsiteY88" fmla="*/ 952500 h 1890712"/>
              <a:gd name="connsiteX89" fmla="*/ 1333500 w 2543175"/>
              <a:gd name="connsiteY89" fmla="*/ 971550 h 1890712"/>
              <a:gd name="connsiteX90" fmla="*/ 1359694 w 2543175"/>
              <a:gd name="connsiteY90" fmla="*/ 990600 h 1890712"/>
              <a:gd name="connsiteX91" fmla="*/ 1385888 w 2543175"/>
              <a:gd name="connsiteY91" fmla="*/ 1021557 h 1890712"/>
              <a:gd name="connsiteX92" fmla="*/ 1435894 w 2543175"/>
              <a:gd name="connsiteY92" fmla="*/ 1054894 h 1890712"/>
              <a:gd name="connsiteX93" fmla="*/ 1497806 w 2543175"/>
              <a:gd name="connsiteY93" fmla="*/ 1104900 h 1890712"/>
              <a:gd name="connsiteX94" fmla="*/ 1559718 w 2543175"/>
              <a:gd name="connsiteY94" fmla="*/ 1154906 h 1890712"/>
              <a:gd name="connsiteX95" fmla="*/ 1595438 w 2543175"/>
              <a:gd name="connsiteY95" fmla="*/ 1181100 h 1890712"/>
              <a:gd name="connsiteX96" fmla="*/ 1628775 w 2543175"/>
              <a:gd name="connsiteY96" fmla="*/ 1207294 h 1890712"/>
              <a:gd name="connsiteX97" fmla="*/ 1662113 w 2543175"/>
              <a:gd name="connsiteY97" fmla="*/ 1231107 h 1890712"/>
              <a:gd name="connsiteX98" fmla="*/ 1700213 w 2543175"/>
              <a:gd name="connsiteY98" fmla="*/ 1247775 h 1890712"/>
              <a:gd name="connsiteX99" fmla="*/ 1712119 w 2543175"/>
              <a:gd name="connsiteY99" fmla="*/ 1259681 h 1890712"/>
              <a:gd name="connsiteX100" fmla="*/ 1733550 w 2543175"/>
              <a:gd name="connsiteY100" fmla="*/ 1273969 h 1890712"/>
              <a:gd name="connsiteX101" fmla="*/ 1743075 w 2543175"/>
              <a:gd name="connsiteY101" fmla="*/ 1283494 h 1890712"/>
              <a:gd name="connsiteX102" fmla="*/ 1754982 w 2543175"/>
              <a:gd name="connsiteY102" fmla="*/ 1290637 h 1890712"/>
              <a:gd name="connsiteX103" fmla="*/ 1766888 w 2543175"/>
              <a:gd name="connsiteY103" fmla="*/ 1300162 h 1890712"/>
              <a:gd name="connsiteX104" fmla="*/ 1783557 w 2543175"/>
              <a:gd name="connsiteY104" fmla="*/ 1307306 h 1890712"/>
              <a:gd name="connsiteX105" fmla="*/ 1790700 w 2543175"/>
              <a:gd name="connsiteY105" fmla="*/ 1312069 h 1890712"/>
              <a:gd name="connsiteX106" fmla="*/ 1800225 w 2543175"/>
              <a:gd name="connsiteY106" fmla="*/ 1319212 h 1890712"/>
              <a:gd name="connsiteX107" fmla="*/ 1807369 w 2543175"/>
              <a:gd name="connsiteY107" fmla="*/ 1321594 h 1890712"/>
              <a:gd name="connsiteX108" fmla="*/ 1824038 w 2543175"/>
              <a:gd name="connsiteY108" fmla="*/ 1333500 h 1890712"/>
              <a:gd name="connsiteX109" fmla="*/ 1843088 w 2543175"/>
              <a:gd name="connsiteY109" fmla="*/ 1352550 h 1890712"/>
              <a:gd name="connsiteX110" fmla="*/ 1852613 w 2543175"/>
              <a:gd name="connsiteY110" fmla="*/ 1359694 h 1890712"/>
              <a:gd name="connsiteX111" fmla="*/ 1859757 w 2543175"/>
              <a:gd name="connsiteY111" fmla="*/ 1366837 h 1890712"/>
              <a:gd name="connsiteX112" fmla="*/ 1869282 w 2543175"/>
              <a:gd name="connsiteY112" fmla="*/ 1371600 h 1890712"/>
              <a:gd name="connsiteX113" fmla="*/ 1883569 w 2543175"/>
              <a:gd name="connsiteY113" fmla="*/ 1388269 h 1890712"/>
              <a:gd name="connsiteX114" fmla="*/ 1893094 w 2543175"/>
              <a:gd name="connsiteY114" fmla="*/ 1395412 h 1890712"/>
              <a:gd name="connsiteX115" fmla="*/ 1902619 w 2543175"/>
              <a:gd name="connsiteY115" fmla="*/ 1404937 h 1890712"/>
              <a:gd name="connsiteX116" fmla="*/ 1912144 w 2543175"/>
              <a:gd name="connsiteY116" fmla="*/ 1409700 h 1890712"/>
              <a:gd name="connsiteX117" fmla="*/ 1931194 w 2543175"/>
              <a:gd name="connsiteY117" fmla="*/ 1421606 h 1890712"/>
              <a:gd name="connsiteX118" fmla="*/ 1935957 w 2543175"/>
              <a:gd name="connsiteY118" fmla="*/ 1428750 h 1890712"/>
              <a:gd name="connsiteX119" fmla="*/ 1952625 w 2543175"/>
              <a:gd name="connsiteY119" fmla="*/ 1438275 h 1890712"/>
              <a:gd name="connsiteX120" fmla="*/ 1971675 w 2543175"/>
              <a:gd name="connsiteY120" fmla="*/ 1450181 h 1890712"/>
              <a:gd name="connsiteX121" fmla="*/ 1981200 w 2543175"/>
              <a:gd name="connsiteY121" fmla="*/ 1454944 h 1890712"/>
              <a:gd name="connsiteX122" fmla="*/ 1997869 w 2543175"/>
              <a:gd name="connsiteY122" fmla="*/ 1471612 h 1890712"/>
              <a:gd name="connsiteX123" fmla="*/ 2007394 w 2543175"/>
              <a:gd name="connsiteY123" fmla="*/ 1478756 h 1890712"/>
              <a:gd name="connsiteX124" fmla="*/ 2016919 w 2543175"/>
              <a:gd name="connsiteY124" fmla="*/ 1483519 h 1890712"/>
              <a:gd name="connsiteX125" fmla="*/ 2024063 w 2543175"/>
              <a:gd name="connsiteY125" fmla="*/ 1490662 h 1890712"/>
              <a:gd name="connsiteX126" fmla="*/ 2033588 w 2543175"/>
              <a:gd name="connsiteY126" fmla="*/ 1495425 h 1890712"/>
              <a:gd name="connsiteX127" fmla="*/ 2040732 w 2543175"/>
              <a:gd name="connsiteY127" fmla="*/ 1502569 h 1890712"/>
              <a:gd name="connsiteX128" fmla="*/ 2047875 w 2543175"/>
              <a:gd name="connsiteY128" fmla="*/ 1507331 h 1890712"/>
              <a:gd name="connsiteX129" fmla="*/ 2057400 w 2543175"/>
              <a:gd name="connsiteY129" fmla="*/ 1514475 h 1890712"/>
              <a:gd name="connsiteX130" fmla="*/ 2064544 w 2543175"/>
              <a:gd name="connsiteY130" fmla="*/ 1519237 h 1890712"/>
              <a:gd name="connsiteX131" fmla="*/ 2071688 w 2543175"/>
              <a:gd name="connsiteY131" fmla="*/ 1526381 h 1890712"/>
              <a:gd name="connsiteX132" fmla="*/ 2081213 w 2543175"/>
              <a:gd name="connsiteY132" fmla="*/ 1531144 h 1890712"/>
              <a:gd name="connsiteX133" fmla="*/ 2090738 w 2543175"/>
              <a:gd name="connsiteY133" fmla="*/ 1538287 h 1890712"/>
              <a:gd name="connsiteX134" fmla="*/ 2109788 w 2543175"/>
              <a:gd name="connsiteY134" fmla="*/ 1547812 h 1890712"/>
              <a:gd name="connsiteX135" fmla="*/ 2131219 w 2543175"/>
              <a:gd name="connsiteY135" fmla="*/ 1562100 h 1890712"/>
              <a:gd name="connsiteX136" fmla="*/ 2140744 w 2543175"/>
              <a:gd name="connsiteY136" fmla="*/ 1566862 h 1890712"/>
              <a:gd name="connsiteX137" fmla="*/ 2152650 w 2543175"/>
              <a:gd name="connsiteY137" fmla="*/ 1576387 h 1890712"/>
              <a:gd name="connsiteX138" fmla="*/ 2181225 w 2543175"/>
              <a:gd name="connsiteY138" fmla="*/ 1590675 h 1890712"/>
              <a:gd name="connsiteX139" fmla="*/ 2200275 w 2543175"/>
              <a:gd name="connsiteY139" fmla="*/ 1607344 h 1890712"/>
              <a:gd name="connsiteX140" fmla="*/ 2207419 w 2543175"/>
              <a:gd name="connsiteY140" fmla="*/ 1612106 h 1890712"/>
              <a:gd name="connsiteX141" fmla="*/ 2216944 w 2543175"/>
              <a:gd name="connsiteY141" fmla="*/ 1619250 h 1890712"/>
              <a:gd name="connsiteX142" fmla="*/ 2247900 w 2543175"/>
              <a:gd name="connsiteY142" fmla="*/ 1643062 h 1890712"/>
              <a:gd name="connsiteX143" fmla="*/ 2281238 w 2543175"/>
              <a:gd name="connsiteY143" fmla="*/ 1674019 h 1890712"/>
              <a:gd name="connsiteX144" fmla="*/ 2312194 w 2543175"/>
              <a:gd name="connsiteY144" fmla="*/ 1702594 h 1890712"/>
              <a:gd name="connsiteX145" fmla="*/ 2369344 w 2543175"/>
              <a:gd name="connsiteY145" fmla="*/ 1757363 h 1890712"/>
              <a:gd name="connsiteX146" fmla="*/ 2428876 w 2543175"/>
              <a:gd name="connsiteY146" fmla="*/ 1785938 h 1890712"/>
              <a:gd name="connsiteX147" fmla="*/ 2469356 w 2543175"/>
              <a:gd name="connsiteY147" fmla="*/ 1816894 h 1890712"/>
              <a:gd name="connsiteX148" fmla="*/ 2514600 w 2543175"/>
              <a:gd name="connsiteY148" fmla="*/ 1850231 h 1890712"/>
              <a:gd name="connsiteX149" fmla="*/ 2519363 w 2543175"/>
              <a:gd name="connsiteY149" fmla="*/ 1857375 h 1890712"/>
              <a:gd name="connsiteX150" fmla="*/ 2540794 w 2543175"/>
              <a:gd name="connsiteY150" fmla="*/ 1883569 h 1890712"/>
              <a:gd name="connsiteX151" fmla="*/ 2543175 w 2543175"/>
              <a:gd name="connsiteY151"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47650 w 2543175"/>
              <a:gd name="connsiteY22" fmla="*/ 185737 h 1890712"/>
              <a:gd name="connsiteX23" fmla="*/ 300038 w 2543175"/>
              <a:gd name="connsiteY23" fmla="*/ 219075 h 1890712"/>
              <a:gd name="connsiteX24" fmla="*/ 342900 w 2543175"/>
              <a:gd name="connsiteY24" fmla="*/ 254794 h 1890712"/>
              <a:gd name="connsiteX25" fmla="*/ 385763 w 2543175"/>
              <a:gd name="connsiteY25" fmla="*/ 283369 h 1890712"/>
              <a:gd name="connsiteX26" fmla="*/ 404813 w 2543175"/>
              <a:gd name="connsiteY26" fmla="*/ 295275 h 1890712"/>
              <a:gd name="connsiteX27" fmla="*/ 411957 w 2543175"/>
              <a:gd name="connsiteY27" fmla="*/ 297656 h 1890712"/>
              <a:gd name="connsiteX28" fmla="*/ 466725 w 2543175"/>
              <a:gd name="connsiteY28" fmla="*/ 328612 h 1890712"/>
              <a:gd name="connsiteX29" fmla="*/ 476250 w 2543175"/>
              <a:gd name="connsiteY29" fmla="*/ 335756 h 1890712"/>
              <a:gd name="connsiteX30" fmla="*/ 481013 w 2543175"/>
              <a:gd name="connsiteY30" fmla="*/ 342900 h 1890712"/>
              <a:gd name="connsiteX31" fmla="*/ 495300 w 2543175"/>
              <a:gd name="connsiteY31" fmla="*/ 359569 h 1890712"/>
              <a:gd name="connsiteX32" fmla="*/ 509588 w 2543175"/>
              <a:gd name="connsiteY32" fmla="*/ 376237 h 1890712"/>
              <a:gd name="connsiteX33" fmla="*/ 514350 w 2543175"/>
              <a:gd name="connsiteY33" fmla="*/ 383381 h 1890712"/>
              <a:gd name="connsiteX34" fmla="*/ 531019 w 2543175"/>
              <a:gd name="connsiteY34" fmla="*/ 397669 h 1890712"/>
              <a:gd name="connsiteX35" fmla="*/ 538163 w 2543175"/>
              <a:gd name="connsiteY35" fmla="*/ 407194 h 1890712"/>
              <a:gd name="connsiteX36" fmla="*/ 554832 w 2543175"/>
              <a:gd name="connsiteY36" fmla="*/ 421481 h 1890712"/>
              <a:gd name="connsiteX37" fmla="*/ 564357 w 2543175"/>
              <a:gd name="connsiteY37" fmla="*/ 431006 h 1890712"/>
              <a:gd name="connsiteX38" fmla="*/ 573882 w 2543175"/>
              <a:gd name="connsiteY38" fmla="*/ 438150 h 1890712"/>
              <a:gd name="connsiteX39" fmla="*/ 595313 w 2543175"/>
              <a:gd name="connsiteY39" fmla="*/ 454819 h 1890712"/>
              <a:gd name="connsiteX40" fmla="*/ 602457 w 2543175"/>
              <a:gd name="connsiteY40" fmla="*/ 457200 h 1890712"/>
              <a:gd name="connsiteX41" fmla="*/ 628650 w 2543175"/>
              <a:gd name="connsiteY41" fmla="*/ 469106 h 1890712"/>
              <a:gd name="connsiteX42" fmla="*/ 645319 w 2543175"/>
              <a:gd name="connsiteY42" fmla="*/ 483394 h 1890712"/>
              <a:gd name="connsiteX43" fmla="*/ 654844 w 2543175"/>
              <a:gd name="connsiteY43" fmla="*/ 488156 h 1890712"/>
              <a:gd name="connsiteX44" fmla="*/ 661988 w 2543175"/>
              <a:gd name="connsiteY44" fmla="*/ 497681 h 1890712"/>
              <a:gd name="connsiteX45" fmla="*/ 683419 w 2543175"/>
              <a:gd name="connsiteY45" fmla="*/ 514350 h 1890712"/>
              <a:gd name="connsiteX46" fmla="*/ 700088 w 2543175"/>
              <a:gd name="connsiteY46" fmla="*/ 526256 h 1890712"/>
              <a:gd name="connsiteX47" fmla="*/ 709613 w 2543175"/>
              <a:gd name="connsiteY47" fmla="*/ 535781 h 1890712"/>
              <a:gd name="connsiteX48" fmla="*/ 719138 w 2543175"/>
              <a:gd name="connsiteY48" fmla="*/ 542925 h 1890712"/>
              <a:gd name="connsiteX49" fmla="*/ 733425 w 2543175"/>
              <a:gd name="connsiteY49" fmla="*/ 557212 h 1890712"/>
              <a:gd name="connsiteX50" fmla="*/ 750094 w 2543175"/>
              <a:gd name="connsiteY50" fmla="*/ 569119 h 1890712"/>
              <a:gd name="connsiteX51" fmla="*/ 769144 w 2543175"/>
              <a:gd name="connsiteY51" fmla="*/ 581025 h 1890712"/>
              <a:gd name="connsiteX52" fmla="*/ 785813 w 2543175"/>
              <a:gd name="connsiteY52" fmla="*/ 590550 h 1890712"/>
              <a:gd name="connsiteX53" fmla="*/ 792957 w 2543175"/>
              <a:gd name="connsiteY53" fmla="*/ 600075 h 1890712"/>
              <a:gd name="connsiteX54" fmla="*/ 809625 w 2543175"/>
              <a:gd name="connsiteY54" fmla="*/ 611981 h 1890712"/>
              <a:gd name="connsiteX55" fmla="*/ 816769 w 2543175"/>
              <a:gd name="connsiteY55" fmla="*/ 619125 h 1890712"/>
              <a:gd name="connsiteX56" fmla="*/ 826294 w 2543175"/>
              <a:gd name="connsiteY56" fmla="*/ 626269 h 1890712"/>
              <a:gd name="connsiteX57" fmla="*/ 840582 w 2543175"/>
              <a:gd name="connsiteY57" fmla="*/ 638175 h 1890712"/>
              <a:gd name="connsiteX58" fmla="*/ 847725 w 2543175"/>
              <a:gd name="connsiteY58" fmla="*/ 645319 h 1890712"/>
              <a:gd name="connsiteX59" fmla="*/ 857250 w 2543175"/>
              <a:gd name="connsiteY59" fmla="*/ 652462 h 1890712"/>
              <a:gd name="connsiteX60" fmla="*/ 888207 w 2543175"/>
              <a:gd name="connsiteY60" fmla="*/ 676275 h 1890712"/>
              <a:gd name="connsiteX61" fmla="*/ 907257 w 2543175"/>
              <a:gd name="connsiteY61" fmla="*/ 683419 h 1890712"/>
              <a:gd name="connsiteX62" fmla="*/ 928688 w 2543175"/>
              <a:gd name="connsiteY62" fmla="*/ 695325 h 1890712"/>
              <a:gd name="connsiteX63" fmla="*/ 942975 w 2543175"/>
              <a:gd name="connsiteY63" fmla="*/ 700087 h 1890712"/>
              <a:gd name="connsiteX64" fmla="*/ 964407 w 2543175"/>
              <a:gd name="connsiteY64" fmla="*/ 716756 h 1890712"/>
              <a:gd name="connsiteX65" fmla="*/ 971550 w 2543175"/>
              <a:gd name="connsiteY65" fmla="*/ 723900 h 1890712"/>
              <a:gd name="connsiteX66" fmla="*/ 983457 w 2543175"/>
              <a:gd name="connsiteY66" fmla="*/ 733425 h 1890712"/>
              <a:gd name="connsiteX67" fmla="*/ 990600 w 2543175"/>
              <a:gd name="connsiteY67" fmla="*/ 738187 h 1890712"/>
              <a:gd name="connsiteX68" fmla="*/ 1007269 w 2543175"/>
              <a:gd name="connsiteY68" fmla="*/ 752475 h 1890712"/>
              <a:gd name="connsiteX69" fmla="*/ 1031082 w 2543175"/>
              <a:gd name="connsiteY69" fmla="*/ 766762 h 1890712"/>
              <a:gd name="connsiteX70" fmla="*/ 1042988 w 2543175"/>
              <a:gd name="connsiteY70" fmla="*/ 773906 h 1890712"/>
              <a:gd name="connsiteX71" fmla="*/ 1071563 w 2543175"/>
              <a:gd name="connsiteY71" fmla="*/ 785812 h 1890712"/>
              <a:gd name="connsiteX72" fmla="*/ 1097757 w 2543175"/>
              <a:gd name="connsiteY72" fmla="*/ 807244 h 1890712"/>
              <a:gd name="connsiteX73" fmla="*/ 1104900 w 2543175"/>
              <a:gd name="connsiteY73" fmla="*/ 814387 h 1890712"/>
              <a:gd name="connsiteX74" fmla="*/ 1121569 w 2543175"/>
              <a:gd name="connsiteY74" fmla="*/ 823912 h 1890712"/>
              <a:gd name="connsiteX75" fmla="*/ 1138238 w 2543175"/>
              <a:gd name="connsiteY75" fmla="*/ 835819 h 1890712"/>
              <a:gd name="connsiteX76" fmla="*/ 1147763 w 2543175"/>
              <a:gd name="connsiteY76" fmla="*/ 842962 h 1890712"/>
              <a:gd name="connsiteX77" fmla="*/ 1157288 w 2543175"/>
              <a:gd name="connsiteY77" fmla="*/ 847725 h 1890712"/>
              <a:gd name="connsiteX78" fmla="*/ 1178719 w 2543175"/>
              <a:gd name="connsiteY78" fmla="*/ 859631 h 1890712"/>
              <a:gd name="connsiteX79" fmla="*/ 1188244 w 2543175"/>
              <a:gd name="connsiteY79" fmla="*/ 866775 h 1890712"/>
              <a:gd name="connsiteX80" fmla="*/ 1195388 w 2543175"/>
              <a:gd name="connsiteY80" fmla="*/ 871537 h 1890712"/>
              <a:gd name="connsiteX81" fmla="*/ 1212057 w 2543175"/>
              <a:gd name="connsiteY81" fmla="*/ 883444 h 1890712"/>
              <a:gd name="connsiteX82" fmla="*/ 1226344 w 2543175"/>
              <a:gd name="connsiteY82" fmla="*/ 895350 h 1890712"/>
              <a:gd name="connsiteX83" fmla="*/ 1245394 w 2543175"/>
              <a:gd name="connsiteY83" fmla="*/ 907256 h 1890712"/>
              <a:gd name="connsiteX84" fmla="*/ 1254919 w 2543175"/>
              <a:gd name="connsiteY84" fmla="*/ 914400 h 1890712"/>
              <a:gd name="connsiteX85" fmla="*/ 1269207 w 2543175"/>
              <a:gd name="connsiteY85" fmla="*/ 921544 h 1890712"/>
              <a:gd name="connsiteX86" fmla="*/ 1290638 w 2543175"/>
              <a:gd name="connsiteY86" fmla="*/ 935831 h 1890712"/>
              <a:gd name="connsiteX87" fmla="*/ 1307307 w 2543175"/>
              <a:gd name="connsiteY87" fmla="*/ 952500 h 1890712"/>
              <a:gd name="connsiteX88" fmla="*/ 1333500 w 2543175"/>
              <a:gd name="connsiteY88" fmla="*/ 971550 h 1890712"/>
              <a:gd name="connsiteX89" fmla="*/ 1359694 w 2543175"/>
              <a:gd name="connsiteY89" fmla="*/ 990600 h 1890712"/>
              <a:gd name="connsiteX90" fmla="*/ 1385888 w 2543175"/>
              <a:gd name="connsiteY90" fmla="*/ 1021557 h 1890712"/>
              <a:gd name="connsiteX91" fmla="*/ 1435894 w 2543175"/>
              <a:gd name="connsiteY91" fmla="*/ 1054894 h 1890712"/>
              <a:gd name="connsiteX92" fmla="*/ 1497806 w 2543175"/>
              <a:gd name="connsiteY92" fmla="*/ 1104900 h 1890712"/>
              <a:gd name="connsiteX93" fmla="*/ 1559718 w 2543175"/>
              <a:gd name="connsiteY93" fmla="*/ 1154906 h 1890712"/>
              <a:gd name="connsiteX94" fmla="*/ 1595438 w 2543175"/>
              <a:gd name="connsiteY94" fmla="*/ 1181100 h 1890712"/>
              <a:gd name="connsiteX95" fmla="*/ 1628775 w 2543175"/>
              <a:gd name="connsiteY95" fmla="*/ 1207294 h 1890712"/>
              <a:gd name="connsiteX96" fmla="*/ 1662113 w 2543175"/>
              <a:gd name="connsiteY96" fmla="*/ 1231107 h 1890712"/>
              <a:gd name="connsiteX97" fmla="*/ 1700213 w 2543175"/>
              <a:gd name="connsiteY97" fmla="*/ 1247775 h 1890712"/>
              <a:gd name="connsiteX98" fmla="*/ 1712119 w 2543175"/>
              <a:gd name="connsiteY98" fmla="*/ 1259681 h 1890712"/>
              <a:gd name="connsiteX99" fmla="*/ 1733550 w 2543175"/>
              <a:gd name="connsiteY99" fmla="*/ 1273969 h 1890712"/>
              <a:gd name="connsiteX100" fmla="*/ 1743075 w 2543175"/>
              <a:gd name="connsiteY100" fmla="*/ 1283494 h 1890712"/>
              <a:gd name="connsiteX101" fmla="*/ 1754982 w 2543175"/>
              <a:gd name="connsiteY101" fmla="*/ 1290637 h 1890712"/>
              <a:gd name="connsiteX102" fmla="*/ 1766888 w 2543175"/>
              <a:gd name="connsiteY102" fmla="*/ 1300162 h 1890712"/>
              <a:gd name="connsiteX103" fmla="*/ 1783557 w 2543175"/>
              <a:gd name="connsiteY103" fmla="*/ 1307306 h 1890712"/>
              <a:gd name="connsiteX104" fmla="*/ 1790700 w 2543175"/>
              <a:gd name="connsiteY104" fmla="*/ 1312069 h 1890712"/>
              <a:gd name="connsiteX105" fmla="*/ 1800225 w 2543175"/>
              <a:gd name="connsiteY105" fmla="*/ 1319212 h 1890712"/>
              <a:gd name="connsiteX106" fmla="*/ 1807369 w 2543175"/>
              <a:gd name="connsiteY106" fmla="*/ 1321594 h 1890712"/>
              <a:gd name="connsiteX107" fmla="*/ 1824038 w 2543175"/>
              <a:gd name="connsiteY107" fmla="*/ 1333500 h 1890712"/>
              <a:gd name="connsiteX108" fmla="*/ 1843088 w 2543175"/>
              <a:gd name="connsiteY108" fmla="*/ 1352550 h 1890712"/>
              <a:gd name="connsiteX109" fmla="*/ 1852613 w 2543175"/>
              <a:gd name="connsiteY109" fmla="*/ 1359694 h 1890712"/>
              <a:gd name="connsiteX110" fmla="*/ 1859757 w 2543175"/>
              <a:gd name="connsiteY110" fmla="*/ 1366837 h 1890712"/>
              <a:gd name="connsiteX111" fmla="*/ 1869282 w 2543175"/>
              <a:gd name="connsiteY111" fmla="*/ 1371600 h 1890712"/>
              <a:gd name="connsiteX112" fmla="*/ 1883569 w 2543175"/>
              <a:gd name="connsiteY112" fmla="*/ 1388269 h 1890712"/>
              <a:gd name="connsiteX113" fmla="*/ 1893094 w 2543175"/>
              <a:gd name="connsiteY113" fmla="*/ 1395412 h 1890712"/>
              <a:gd name="connsiteX114" fmla="*/ 1902619 w 2543175"/>
              <a:gd name="connsiteY114" fmla="*/ 1404937 h 1890712"/>
              <a:gd name="connsiteX115" fmla="*/ 1912144 w 2543175"/>
              <a:gd name="connsiteY115" fmla="*/ 1409700 h 1890712"/>
              <a:gd name="connsiteX116" fmla="*/ 1931194 w 2543175"/>
              <a:gd name="connsiteY116" fmla="*/ 1421606 h 1890712"/>
              <a:gd name="connsiteX117" fmla="*/ 1935957 w 2543175"/>
              <a:gd name="connsiteY117" fmla="*/ 1428750 h 1890712"/>
              <a:gd name="connsiteX118" fmla="*/ 1952625 w 2543175"/>
              <a:gd name="connsiteY118" fmla="*/ 1438275 h 1890712"/>
              <a:gd name="connsiteX119" fmla="*/ 1971675 w 2543175"/>
              <a:gd name="connsiteY119" fmla="*/ 1450181 h 1890712"/>
              <a:gd name="connsiteX120" fmla="*/ 1981200 w 2543175"/>
              <a:gd name="connsiteY120" fmla="*/ 1454944 h 1890712"/>
              <a:gd name="connsiteX121" fmla="*/ 1997869 w 2543175"/>
              <a:gd name="connsiteY121" fmla="*/ 1471612 h 1890712"/>
              <a:gd name="connsiteX122" fmla="*/ 2007394 w 2543175"/>
              <a:gd name="connsiteY122" fmla="*/ 1478756 h 1890712"/>
              <a:gd name="connsiteX123" fmla="*/ 2016919 w 2543175"/>
              <a:gd name="connsiteY123" fmla="*/ 1483519 h 1890712"/>
              <a:gd name="connsiteX124" fmla="*/ 2024063 w 2543175"/>
              <a:gd name="connsiteY124" fmla="*/ 1490662 h 1890712"/>
              <a:gd name="connsiteX125" fmla="*/ 2033588 w 2543175"/>
              <a:gd name="connsiteY125" fmla="*/ 1495425 h 1890712"/>
              <a:gd name="connsiteX126" fmla="*/ 2040732 w 2543175"/>
              <a:gd name="connsiteY126" fmla="*/ 1502569 h 1890712"/>
              <a:gd name="connsiteX127" fmla="*/ 2047875 w 2543175"/>
              <a:gd name="connsiteY127" fmla="*/ 1507331 h 1890712"/>
              <a:gd name="connsiteX128" fmla="*/ 2057400 w 2543175"/>
              <a:gd name="connsiteY128" fmla="*/ 1514475 h 1890712"/>
              <a:gd name="connsiteX129" fmla="*/ 2064544 w 2543175"/>
              <a:gd name="connsiteY129" fmla="*/ 1519237 h 1890712"/>
              <a:gd name="connsiteX130" fmla="*/ 2071688 w 2543175"/>
              <a:gd name="connsiteY130" fmla="*/ 1526381 h 1890712"/>
              <a:gd name="connsiteX131" fmla="*/ 2081213 w 2543175"/>
              <a:gd name="connsiteY131" fmla="*/ 1531144 h 1890712"/>
              <a:gd name="connsiteX132" fmla="*/ 2090738 w 2543175"/>
              <a:gd name="connsiteY132" fmla="*/ 1538287 h 1890712"/>
              <a:gd name="connsiteX133" fmla="*/ 2109788 w 2543175"/>
              <a:gd name="connsiteY133" fmla="*/ 1547812 h 1890712"/>
              <a:gd name="connsiteX134" fmla="*/ 2131219 w 2543175"/>
              <a:gd name="connsiteY134" fmla="*/ 1562100 h 1890712"/>
              <a:gd name="connsiteX135" fmla="*/ 2140744 w 2543175"/>
              <a:gd name="connsiteY135" fmla="*/ 1566862 h 1890712"/>
              <a:gd name="connsiteX136" fmla="*/ 2152650 w 2543175"/>
              <a:gd name="connsiteY136" fmla="*/ 1576387 h 1890712"/>
              <a:gd name="connsiteX137" fmla="*/ 2181225 w 2543175"/>
              <a:gd name="connsiteY137" fmla="*/ 1590675 h 1890712"/>
              <a:gd name="connsiteX138" fmla="*/ 2200275 w 2543175"/>
              <a:gd name="connsiteY138" fmla="*/ 1607344 h 1890712"/>
              <a:gd name="connsiteX139" fmla="*/ 2207419 w 2543175"/>
              <a:gd name="connsiteY139" fmla="*/ 1612106 h 1890712"/>
              <a:gd name="connsiteX140" fmla="*/ 2216944 w 2543175"/>
              <a:gd name="connsiteY140" fmla="*/ 1619250 h 1890712"/>
              <a:gd name="connsiteX141" fmla="*/ 2247900 w 2543175"/>
              <a:gd name="connsiteY141" fmla="*/ 1643062 h 1890712"/>
              <a:gd name="connsiteX142" fmla="*/ 2281238 w 2543175"/>
              <a:gd name="connsiteY142" fmla="*/ 1674019 h 1890712"/>
              <a:gd name="connsiteX143" fmla="*/ 2312194 w 2543175"/>
              <a:gd name="connsiteY143" fmla="*/ 1702594 h 1890712"/>
              <a:gd name="connsiteX144" fmla="*/ 2369344 w 2543175"/>
              <a:gd name="connsiteY144" fmla="*/ 1757363 h 1890712"/>
              <a:gd name="connsiteX145" fmla="*/ 2428876 w 2543175"/>
              <a:gd name="connsiteY145" fmla="*/ 1785938 h 1890712"/>
              <a:gd name="connsiteX146" fmla="*/ 2469356 w 2543175"/>
              <a:gd name="connsiteY146" fmla="*/ 1816894 h 1890712"/>
              <a:gd name="connsiteX147" fmla="*/ 2514600 w 2543175"/>
              <a:gd name="connsiteY147" fmla="*/ 1850231 h 1890712"/>
              <a:gd name="connsiteX148" fmla="*/ 2519363 w 2543175"/>
              <a:gd name="connsiteY148" fmla="*/ 1857375 h 1890712"/>
              <a:gd name="connsiteX149" fmla="*/ 2540794 w 2543175"/>
              <a:gd name="connsiteY149" fmla="*/ 1883569 h 1890712"/>
              <a:gd name="connsiteX150" fmla="*/ 2543175 w 2543175"/>
              <a:gd name="connsiteY150"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47650 w 2543175"/>
              <a:gd name="connsiteY22" fmla="*/ 185737 h 1890712"/>
              <a:gd name="connsiteX23" fmla="*/ 300038 w 2543175"/>
              <a:gd name="connsiteY23" fmla="*/ 219075 h 1890712"/>
              <a:gd name="connsiteX24" fmla="*/ 342900 w 2543175"/>
              <a:gd name="connsiteY24" fmla="*/ 254794 h 1890712"/>
              <a:gd name="connsiteX25" fmla="*/ 385763 w 2543175"/>
              <a:gd name="connsiteY25" fmla="*/ 283369 h 1890712"/>
              <a:gd name="connsiteX26" fmla="*/ 404813 w 2543175"/>
              <a:gd name="connsiteY26" fmla="*/ 295275 h 1890712"/>
              <a:gd name="connsiteX27" fmla="*/ 411957 w 2543175"/>
              <a:gd name="connsiteY27" fmla="*/ 297656 h 1890712"/>
              <a:gd name="connsiteX28" fmla="*/ 466725 w 2543175"/>
              <a:gd name="connsiteY28" fmla="*/ 328612 h 1890712"/>
              <a:gd name="connsiteX29" fmla="*/ 476250 w 2543175"/>
              <a:gd name="connsiteY29" fmla="*/ 335756 h 1890712"/>
              <a:gd name="connsiteX30" fmla="*/ 495300 w 2543175"/>
              <a:gd name="connsiteY30" fmla="*/ 359569 h 1890712"/>
              <a:gd name="connsiteX31" fmla="*/ 509588 w 2543175"/>
              <a:gd name="connsiteY31" fmla="*/ 376237 h 1890712"/>
              <a:gd name="connsiteX32" fmla="*/ 514350 w 2543175"/>
              <a:gd name="connsiteY32" fmla="*/ 383381 h 1890712"/>
              <a:gd name="connsiteX33" fmla="*/ 531019 w 2543175"/>
              <a:gd name="connsiteY33" fmla="*/ 397669 h 1890712"/>
              <a:gd name="connsiteX34" fmla="*/ 538163 w 2543175"/>
              <a:gd name="connsiteY34" fmla="*/ 407194 h 1890712"/>
              <a:gd name="connsiteX35" fmla="*/ 554832 w 2543175"/>
              <a:gd name="connsiteY35" fmla="*/ 421481 h 1890712"/>
              <a:gd name="connsiteX36" fmla="*/ 564357 w 2543175"/>
              <a:gd name="connsiteY36" fmla="*/ 431006 h 1890712"/>
              <a:gd name="connsiteX37" fmla="*/ 573882 w 2543175"/>
              <a:gd name="connsiteY37" fmla="*/ 438150 h 1890712"/>
              <a:gd name="connsiteX38" fmla="*/ 595313 w 2543175"/>
              <a:gd name="connsiteY38" fmla="*/ 454819 h 1890712"/>
              <a:gd name="connsiteX39" fmla="*/ 602457 w 2543175"/>
              <a:gd name="connsiteY39" fmla="*/ 457200 h 1890712"/>
              <a:gd name="connsiteX40" fmla="*/ 628650 w 2543175"/>
              <a:gd name="connsiteY40" fmla="*/ 469106 h 1890712"/>
              <a:gd name="connsiteX41" fmla="*/ 645319 w 2543175"/>
              <a:gd name="connsiteY41" fmla="*/ 483394 h 1890712"/>
              <a:gd name="connsiteX42" fmla="*/ 654844 w 2543175"/>
              <a:gd name="connsiteY42" fmla="*/ 488156 h 1890712"/>
              <a:gd name="connsiteX43" fmla="*/ 661988 w 2543175"/>
              <a:gd name="connsiteY43" fmla="*/ 497681 h 1890712"/>
              <a:gd name="connsiteX44" fmla="*/ 683419 w 2543175"/>
              <a:gd name="connsiteY44" fmla="*/ 514350 h 1890712"/>
              <a:gd name="connsiteX45" fmla="*/ 700088 w 2543175"/>
              <a:gd name="connsiteY45" fmla="*/ 526256 h 1890712"/>
              <a:gd name="connsiteX46" fmla="*/ 709613 w 2543175"/>
              <a:gd name="connsiteY46" fmla="*/ 535781 h 1890712"/>
              <a:gd name="connsiteX47" fmla="*/ 719138 w 2543175"/>
              <a:gd name="connsiteY47" fmla="*/ 542925 h 1890712"/>
              <a:gd name="connsiteX48" fmla="*/ 733425 w 2543175"/>
              <a:gd name="connsiteY48" fmla="*/ 557212 h 1890712"/>
              <a:gd name="connsiteX49" fmla="*/ 750094 w 2543175"/>
              <a:gd name="connsiteY49" fmla="*/ 569119 h 1890712"/>
              <a:gd name="connsiteX50" fmla="*/ 769144 w 2543175"/>
              <a:gd name="connsiteY50" fmla="*/ 581025 h 1890712"/>
              <a:gd name="connsiteX51" fmla="*/ 785813 w 2543175"/>
              <a:gd name="connsiteY51" fmla="*/ 590550 h 1890712"/>
              <a:gd name="connsiteX52" fmla="*/ 792957 w 2543175"/>
              <a:gd name="connsiteY52" fmla="*/ 600075 h 1890712"/>
              <a:gd name="connsiteX53" fmla="*/ 809625 w 2543175"/>
              <a:gd name="connsiteY53" fmla="*/ 611981 h 1890712"/>
              <a:gd name="connsiteX54" fmla="*/ 816769 w 2543175"/>
              <a:gd name="connsiteY54" fmla="*/ 619125 h 1890712"/>
              <a:gd name="connsiteX55" fmla="*/ 826294 w 2543175"/>
              <a:gd name="connsiteY55" fmla="*/ 626269 h 1890712"/>
              <a:gd name="connsiteX56" fmla="*/ 840582 w 2543175"/>
              <a:gd name="connsiteY56" fmla="*/ 638175 h 1890712"/>
              <a:gd name="connsiteX57" fmla="*/ 847725 w 2543175"/>
              <a:gd name="connsiteY57" fmla="*/ 645319 h 1890712"/>
              <a:gd name="connsiteX58" fmla="*/ 857250 w 2543175"/>
              <a:gd name="connsiteY58" fmla="*/ 652462 h 1890712"/>
              <a:gd name="connsiteX59" fmla="*/ 888207 w 2543175"/>
              <a:gd name="connsiteY59" fmla="*/ 676275 h 1890712"/>
              <a:gd name="connsiteX60" fmla="*/ 907257 w 2543175"/>
              <a:gd name="connsiteY60" fmla="*/ 683419 h 1890712"/>
              <a:gd name="connsiteX61" fmla="*/ 928688 w 2543175"/>
              <a:gd name="connsiteY61" fmla="*/ 695325 h 1890712"/>
              <a:gd name="connsiteX62" fmla="*/ 942975 w 2543175"/>
              <a:gd name="connsiteY62" fmla="*/ 700087 h 1890712"/>
              <a:gd name="connsiteX63" fmla="*/ 964407 w 2543175"/>
              <a:gd name="connsiteY63" fmla="*/ 716756 h 1890712"/>
              <a:gd name="connsiteX64" fmla="*/ 971550 w 2543175"/>
              <a:gd name="connsiteY64" fmla="*/ 723900 h 1890712"/>
              <a:gd name="connsiteX65" fmla="*/ 983457 w 2543175"/>
              <a:gd name="connsiteY65" fmla="*/ 733425 h 1890712"/>
              <a:gd name="connsiteX66" fmla="*/ 990600 w 2543175"/>
              <a:gd name="connsiteY66" fmla="*/ 738187 h 1890712"/>
              <a:gd name="connsiteX67" fmla="*/ 1007269 w 2543175"/>
              <a:gd name="connsiteY67" fmla="*/ 752475 h 1890712"/>
              <a:gd name="connsiteX68" fmla="*/ 1031082 w 2543175"/>
              <a:gd name="connsiteY68" fmla="*/ 766762 h 1890712"/>
              <a:gd name="connsiteX69" fmla="*/ 1042988 w 2543175"/>
              <a:gd name="connsiteY69" fmla="*/ 773906 h 1890712"/>
              <a:gd name="connsiteX70" fmla="*/ 1071563 w 2543175"/>
              <a:gd name="connsiteY70" fmla="*/ 785812 h 1890712"/>
              <a:gd name="connsiteX71" fmla="*/ 1097757 w 2543175"/>
              <a:gd name="connsiteY71" fmla="*/ 807244 h 1890712"/>
              <a:gd name="connsiteX72" fmla="*/ 1104900 w 2543175"/>
              <a:gd name="connsiteY72" fmla="*/ 814387 h 1890712"/>
              <a:gd name="connsiteX73" fmla="*/ 1121569 w 2543175"/>
              <a:gd name="connsiteY73" fmla="*/ 823912 h 1890712"/>
              <a:gd name="connsiteX74" fmla="*/ 1138238 w 2543175"/>
              <a:gd name="connsiteY74" fmla="*/ 835819 h 1890712"/>
              <a:gd name="connsiteX75" fmla="*/ 1147763 w 2543175"/>
              <a:gd name="connsiteY75" fmla="*/ 842962 h 1890712"/>
              <a:gd name="connsiteX76" fmla="*/ 1157288 w 2543175"/>
              <a:gd name="connsiteY76" fmla="*/ 847725 h 1890712"/>
              <a:gd name="connsiteX77" fmla="*/ 1178719 w 2543175"/>
              <a:gd name="connsiteY77" fmla="*/ 859631 h 1890712"/>
              <a:gd name="connsiteX78" fmla="*/ 1188244 w 2543175"/>
              <a:gd name="connsiteY78" fmla="*/ 866775 h 1890712"/>
              <a:gd name="connsiteX79" fmla="*/ 1195388 w 2543175"/>
              <a:gd name="connsiteY79" fmla="*/ 871537 h 1890712"/>
              <a:gd name="connsiteX80" fmla="*/ 1212057 w 2543175"/>
              <a:gd name="connsiteY80" fmla="*/ 883444 h 1890712"/>
              <a:gd name="connsiteX81" fmla="*/ 1226344 w 2543175"/>
              <a:gd name="connsiteY81" fmla="*/ 895350 h 1890712"/>
              <a:gd name="connsiteX82" fmla="*/ 1245394 w 2543175"/>
              <a:gd name="connsiteY82" fmla="*/ 907256 h 1890712"/>
              <a:gd name="connsiteX83" fmla="*/ 1254919 w 2543175"/>
              <a:gd name="connsiteY83" fmla="*/ 914400 h 1890712"/>
              <a:gd name="connsiteX84" fmla="*/ 1269207 w 2543175"/>
              <a:gd name="connsiteY84" fmla="*/ 921544 h 1890712"/>
              <a:gd name="connsiteX85" fmla="*/ 1290638 w 2543175"/>
              <a:gd name="connsiteY85" fmla="*/ 935831 h 1890712"/>
              <a:gd name="connsiteX86" fmla="*/ 1307307 w 2543175"/>
              <a:gd name="connsiteY86" fmla="*/ 952500 h 1890712"/>
              <a:gd name="connsiteX87" fmla="*/ 1333500 w 2543175"/>
              <a:gd name="connsiteY87" fmla="*/ 971550 h 1890712"/>
              <a:gd name="connsiteX88" fmla="*/ 1359694 w 2543175"/>
              <a:gd name="connsiteY88" fmla="*/ 990600 h 1890712"/>
              <a:gd name="connsiteX89" fmla="*/ 1385888 w 2543175"/>
              <a:gd name="connsiteY89" fmla="*/ 1021557 h 1890712"/>
              <a:gd name="connsiteX90" fmla="*/ 1435894 w 2543175"/>
              <a:gd name="connsiteY90" fmla="*/ 1054894 h 1890712"/>
              <a:gd name="connsiteX91" fmla="*/ 1497806 w 2543175"/>
              <a:gd name="connsiteY91" fmla="*/ 1104900 h 1890712"/>
              <a:gd name="connsiteX92" fmla="*/ 1559718 w 2543175"/>
              <a:gd name="connsiteY92" fmla="*/ 1154906 h 1890712"/>
              <a:gd name="connsiteX93" fmla="*/ 1595438 w 2543175"/>
              <a:gd name="connsiteY93" fmla="*/ 1181100 h 1890712"/>
              <a:gd name="connsiteX94" fmla="*/ 1628775 w 2543175"/>
              <a:gd name="connsiteY94" fmla="*/ 1207294 h 1890712"/>
              <a:gd name="connsiteX95" fmla="*/ 1662113 w 2543175"/>
              <a:gd name="connsiteY95" fmla="*/ 1231107 h 1890712"/>
              <a:gd name="connsiteX96" fmla="*/ 1700213 w 2543175"/>
              <a:gd name="connsiteY96" fmla="*/ 1247775 h 1890712"/>
              <a:gd name="connsiteX97" fmla="*/ 1712119 w 2543175"/>
              <a:gd name="connsiteY97" fmla="*/ 1259681 h 1890712"/>
              <a:gd name="connsiteX98" fmla="*/ 1733550 w 2543175"/>
              <a:gd name="connsiteY98" fmla="*/ 1273969 h 1890712"/>
              <a:gd name="connsiteX99" fmla="*/ 1743075 w 2543175"/>
              <a:gd name="connsiteY99" fmla="*/ 1283494 h 1890712"/>
              <a:gd name="connsiteX100" fmla="*/ 1754982 w 2543175"/>
              <a:gd name="connsiteY100" fmla="*/ 1290637 h 1890712"/>
              <a:gd name="connsiteX101" fmla="*/ 1766888 w 2543175"/>
              <a:gd name="connsiteY101" fmla="*/ 1300162 h 1890712"/>
              <a:gd name="connsiteX102" fmla="*/ 1783557 w 2543175"/>
              <a:gd name="connsiteY102" fmla="*/ 1307306 h 1890712"/>
              <a:gd name="connsiteX103" fmla="*/ 1790700 w 2543175"/>
              <a:gd name="connsiteY103" fmla="*/ 1312069 h 1890712"/>
              <a:gd name="connsiteX104" fmla="*/ 1800225 w 2543175"/>
              <a:gd name="connsiteY104" fmla="*/ 1319212 h 1890712"/>
              <a:gd name="connsiteX105" fmla="*/ 1807369 w 2543175"/>
              <a:gd name="connsiteY105" fmla="*/ 1321594 h 1890712"/>
              <a:gd name="connsiteX106" fmla="*/ 1824038 w 2543175"/>
              <a:gd name="connsiteY106" fmla="*/ 1333500 h 1890712"/>
              <a:gd name="connsiteX107" fmla="*/ 1843088 w 2543175"/>
              <a:gd name="connsiteY107" fmla="*/ 1352550 h 1890712"/>
              <a:gd name="connsiteX108" fmla="*/ 1852613 w 2543175"/>
              <a:gd name="connsiteY108" fmla="*/ 1359694 h 1890712"/>
              <a:gd name="connsiteX109" fmla="*/ 1859757 w 2543175"/>
              <a:gd name="connsiteY109" fmla="*/ 1366837 h 1890712"/>
              <a:gd name="connsiteX110" fmla="*/ 1869282 w 2543175"/>
              <a:gd name="connsiteY110" fmla="*/ 1371600 h 1890712"/>
              <a:gd name="connsiteX111" fmla="*/ 1883569 w 2543175"/>
              <a:gd name="connsiteY111" fmla="*/ 1388269 h 1890712"/>
              <a:gd name="connsiteX112" fmla="*/ 1893094 w 2543175"/>
              <a:gd name="connsiteY112" fmla="*/ 1395412 h 1890712"/>
              <a:gd name="connsiteX113" fmla="*/ 1902619 w 2543175"/>
              <a:gd name="connsiteY113" fmla="*/ 1404937 h 1890712"/>
              <a:gd name="connsiteX114" fmla="*/ 1912144 w 2543175"/>
              <a:gd name="connsiteY114" fmla="*/ 1409700 h 1890712"/>
              <a:gd name="connsiteX115" fmla="*/ 1931194 w 2543175"/>
              <a:gd name="connsiteY115" fmla="*/ 1421606 h 1890712"/>
              <a:gd name="connsiteX116" fmla="*/ 1935957 w 2543175"/>
              <a:gd name="connsiteY116" fmla="*/ 1428750 h 1890712"/>
              <a:gd name="connsiteX117" fmla="*/ 1952625 w 2543175"/>
              <a:gd name="connsiteY117" fmla="*/ 1438275 h 1890712"/>
              <a:gd name="connsiteX118" fmla="*/ 1971675 w 2543175"/>
              <a:gd name="connsiteY118" fmla="*/ 1450181 h 1890712"/>
              <a:gd name="connsiteX119" fmla="*/ 1981200 w 2543175"/>
              <a:gd name="connsiteY119" fmla="*/ 1454944 h 1890712"/>
              <a:gd name="connsiteX120" fmla="*/ 1997869 w 2543175"/>
              <a:gd name="connsiteY120" fmla="*/ 1471612 h 1890712"/>
              <a:gd name="connsiteX121" fmla="*/ 2007394 w 2543175"/>
              <a:gd name="connsiteY121" fmla="*/ 1478756 h 1890712"/>
              <a:gd name="connsiteX122" fmla="*/ 2016919 w 2543175"/>
              <a:gd name="connsiteY122" fmla="*/ 1483519 h 1890712"/>
              <a:gd name="connsiteX123" fmla="*/ 2024063 w 2543175"/>
              <a:gd name="connsiteY123" fmla="*/ 1490662 h 1890712"/>
              <a:gd name="connsiteX124" fmla="*/ 2033588 w 2543175"/>
              <a:gd name="connsiteY124" fmla="*/ 1495425 h 1890712"/>
              <a:gd name="connsiteX125" fmla="*/ 2040732 w 2543175"/>
              <a:gd name="connsiteY125" fmla="*/ 1502569 h 1890712"/>
              <a:gd name="connsiteX126" fmla="*/ 2047875 w 2543175"/>
              <a:gd name="connsiteY126" fmla="*/ 1507331 h 1890712"/>
              <a:gd name="connsiteX127" fmla="*/ 2057400 w 2543175"/>
              <a:gd name="connsiteY127" fmla="*/ 1514475 h 1890712"/>
              <a:gd name="connsiteX128" fmla="*/ 2064544 w 2543175"/>
              <a:gd name="connsiteY128" fmla="*/ 1519237 h 1890712"/>
              <a:gd name="connsiteX129" fmla="*/ 2071688 w 2543175"/>
              <a:gd name="connsiteY129" fmla="*/ 1526381 h 1890712"/>
              <a:gd name="connsiteX130" fmla="*/ 2081213 w 2543175"/>
              <a:gd name="connsiteY130" fmla="*/ 1531144 h 1890712"/>
              <a:gd name="connsiteX131" fmla="*/ 2090738 w 2543175"/>
              <a:gd name="connsiteY131" fmla="*/ 1538287 h 1890712"/>
              <a:gd name="connsiteX132" fmla="*/ 2109788 w 2543175"/>
              <a:gd name="connsiteY132" fmla="*/ 1547812 h 1890712"/>
              <a:gd name="connsiteX133" fmla="*/ 2131219 w 2543175"/>
              <a:gd name="connsiteY133" fmla="*/ 1562100 h 1890712"/>
              <a:gd name="connsiteX134" fmla="*/ 2140744 w 2543175"/>
              <a:gd name="connsiteY134" fmla="*/ 1566862 h 1890712"/>
              <a:gd name="connsiteX135" fmla="*/ 2152650 w 2543175"/>
              <a:gd name="connsiteY135" fmla="*/ 1576387 h 1890712"/>
              <a:gd name="connsiteX136" fmla="*/ 2181225 w 2543175"/>
              <a:gd name="connsiteY136" fmla="*/ 1590675 h 1890712"/>
              <a:gd name="connsiteX137" fmla="*/ 2200275 w 2543175"/>
              <a:gd name="connsiteY137" fmla="*/ 1607344 h 1890712"/>
              <a:gd name="connsiteX138" fmla="*/ 2207419 w 2543175"/>
              <a:gd name="connsiteY138" fmla="*/ 1612106 h 1890712"/>
              <a:gd name="connsiteX139" fmla="*/ 2216944 w 2543175"/>
              <a:gd name="connsiteY139" fmla="*/ 1619250 h 1890712"/>
              <a:gd name="connsiteX140" fmla="*/ 2247900 w 2543175"/>
              <a:gd name="connsiteY140" fmla="*/ 1643062 h 1890712"/>
              <a:gd name="connsiteX141" fmla="*/ 2281238 w 2543175"/>
              <a:gd name="connsiteY141" fmla="*/ 1674019 h 1890712"/>
              <a:gd name="connsiteX142" fmla="*/ 2312194 w 2543175"/>
              <a:gd name="connsiteY142" fmla="*/ 1702594 h 1890712"/>
              <a:gd name="connsiteX143" fmla="*/ 2369344 w 2543175"/>
              <a:gd name="connsiteY143" fmla="*/ 1757363 h 1890712"/>
              <a:gd name="connsiteX144" fmla="*/ 2428876 w 2543175"/>
              <a:gd name="connsiteY144" fmla="*/ 1785938 h 1890712"/>
              <a:gd name="connsiteX145" fmla="*/ 2469356 w 2543175"/>
              <a:gd name="connsiteY145" fmla="*/ 1816894 h 1890712"/>
              <a:gd name="connsiteX146" fmla="*/ 2514600 w 2543175"/>
              <a:gd name="connsiteY146" fmla="*/ 1850231 h 1890712"/>
              <a:gd name="connsiteX147" fmla="*/ 2519363 w 2543175"/>
              <a:gd name="connsiteY147" fmla="*/ 1857375 h 1890712"/>
              <a:gd name="connsiteX148" fmla="*/ 2540794 w 2543175"/>
              <a:gd name="connsiteY148" fmla="*/ 1883569 h 1890712"/>
              <a:gd name="connsiteX149" fmla="*/ 2543175 w 2543175"/>
              <a:gd name="connsiteY149"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47650 w 2543175"/>
              <a:gd name="connsiteY22" fmla="*/ 185737 h 1890712"/>
              <a:gd name="connsiteX23" fmla="*/ 300038 w 2543175"/>
              <a:gd name="connsiteY23" fmla="*/ 219075 h 1890712"/>
              <a:gd name="connsiteX24" fmla="*/ 342900 w 2543175"/>
              <a:gd name="connsiteY24" fmla="*/ 254794 h 1890712"/>
              <a:gd name="connsiteX25" fmla="*/ 385763 w 2543175"/>
              <a:gd name="connsiteY25" fmla="*/ 283369 h 1890712"/>
              <a:gd name="connsiteX26" fmla="*/ 404813 w 2543175"/>
              <a:gd name="connsiteY26" fmla="*/ 295275 h 1890712"/>
              <a:gd name="connsiteX27" fmla="*/ 411957 w 2543175"/>
              <a:gd name="connsiteY27" fmla="*/ 297656 h 1890712"/>
              <a:gd name="connsiteX28" fmla="*/ 466725 w 2543175"/>
              <a:gd name="connsiteY28" fmla="*/ 328612 h 1890712"/>
              <a:gd name="connsiteX29" fmla="*/ 495300 w 2543175"/>
              <a:gd name="connsiteY29" fmla="*/ 359569 h 1890712"/>
              <a:gd name="connsiteX30" fmla="*/ 509588 w 2543175"/>
              <a:gd name="connsiteY30" fmla="*/ 376237 h 1890712"/>
              <a:gd name="connsiteX31" fmla="*/ 514350 w 2543175"/>
              <a:gd name="connsiteY31" fmla="*/ 383381 h 1890712"/>
              <a:gd name="connsiteX32" fmla="*/ 531019 w 2543175"/>
              <a:gd name="connsiteY32" fmla="*/ 397669 h 1890712"/>
              <a:gd name="connsiteX33" fmla="*/ 538163 w 2543175"/>
              <a:gd name="connsiteY33" fmla="*/ 407194 h 1890712"/>
              <a:gd name="connsiteX34" fmla="*/ 554832 w 2543175"/>
              <a:gd name="connsiteY34" fmla="*/ 421481 h 1890712"/>
              <a:gd name="connsiteX35" fmla="*/ 564357 w 2543175"/>
              <a:gd name="connsiteY35" fmla="*/ 431006 h 1890712"/>
              <a:gd name="connsiteX36" fmla="*/ 573882 w 2543175"/>
              <a:gd name="connsiteY36" fmla="*/ 438150 h 1890712"/>
              <a:gd name="connsiteX37" fmla="*/ 595313 w 2543175"/>
              <a:gd name="connsiteY37" fmla="*/ 454819 h 1890712"/>
              <a:gd name="connsiteX38" fmla="*/ 602457 w 2543175"/>
              <a:gd name="connsiteY38" fmla="*/ 457200 h 1890712"/>
              <a:gd name="connsiteX39" fmla="*/ 628650 w 2543175"/>
              <a:gd name="connsiteY39" fmla="*/ 469106 h 1890712"/>
              <a:gd name="connsiteX40" fmla="*/ 645319 w 2543175"/>
              <a:gd name="connsiteY40" fmla="*/ 483394 h 1890712"/>
              <a:gd name="connsiteX41" fmla="*/ 654844 w 2543175"/>
              <a:gd name="connsiteY41" fmla="*/ 488156 h 1890712"/>
              <a:gd name="connsiteX42" fmla="*/ 661988 w 2543175"/>
              <a:gd name="connsiteY42" fmla="*/ 497681 h 1890712"/>
              <a:gd name="connsiteX43" fmla="*/ 683419 w 2543175"/>
              <a:gd name="connsiteY43" fmla="*/ 514350 h 1890712"/>
              <a:gd name="connsiteX44" fmla="*/ 700088 w 2543175"/>
              <a:gd name="connsiteY44" fmla="*/ 526256 h 1890712"/>
              <a:gd name="connsiteX45" fmla="*/ 709613 w 2543175"/>
              <a:gd name="connsiteY45" fmla="*/ 535781 h 1890712"/>
              <a:gd name="connsiteX46" fmla="*/ 719138 w 2543175"/>
              <a:gd name="connsiteY46" fmla="*/ 542925 h 1890712"/>
              <a:gd name="connsiteX47" fmla="*/ 733425 w 2543175"/>
              <a:gd name="connsiteY47" fmla="*/ 557212 h 1890712"/>
              <a:gd name="connsiteX48" fmla="*/ 750094 w 2543175"/>
              <a:gd name="connsiteY48" fmla="*/ 569119 h 1890712"/>
              <a:gd name="connsiteX49" fmla="*/ 769144 w 2543175"/>
              <a:gd name="connsiteY49" fmla="*/ 581025 h 1890712"/>
              <a:gd name="connsiteX50" fmla="*/ 785813 w 2543175"/>
              <a:gd name="connsiteY50" fmla="*/ 590550 h 1890712"/>
              <a:gd name="connsiteX51" fmla="*/ 792957 w 2543175"/>
              <a:gd name="connsiteY51" fmla="*/ 600075 h 1890712"/>
              <a:gd name="connsiteX52" fmla="*/ 809625 w 2543175"/>
              <a:gd name="connsiteY52" fmla="*/ 611981 h 1890712"/>
              <a:gd name="connsiteX53" fmla="*/ 816769 w 2543175"/>
              <a:gd name="connsiteY53" fmla="*/ 619125 h 1890712"/>
              <a:gd name="connsiteX54" fmla="*/ 826294 w 2543175"/>
              <a:gd name="connsiteY54" fmla="*/ 626269 h 1890712"/>
              <a:gd name="connsiteX55" fmla="*/ 840582 w 2543175"/>
              <a:gd name="connsiteY55" fmla="*/ 638175 h 1890712"/>
              <a:gd name="connsiteX56" fmla="*/ 847725 w 2543175"/>
              <a:gd name="connsiteY56" fmla="*/ 645319 h 1890712"/>
              <a:gd name="connsiteX57" fmla="*/ 857250 w 2543175"/>
              <a:gd name="connsiteY57" fmla="*/ 652462 h 1890712"/>
              <a:gd name="connsiteX58" fmla="*/ 888207 w 2543175"/>
              <a:gd name="connsiteY58" fmla="*/ 676275 h 1890712"/>
              <a:gd name="connsiteX59" fmla="*/ 907257 w 2543175"/>
              <a:gd name="connsiteY59" fmla="*/ 683419 h 1890712"/>
              <a:gd name="connsiteX60" fmla="*/ 928688 w 2543175"/>
              <a:gd name="connsiteY60" fmla="*/ 695325 h 1890712"/>
              <a:gd name="connsiteX61" fmla="*/ 942975 w 2543175"/>
              <a:gd name="connsiteY61" fmla="*/ 700087 h 1890712"/>
              <a:gd name="connsiteX62" fmla="*/ 964407 w 2543175"/>
              <a:gd name="connsiteY62" fmla="*/ 716756 h 1890712"/>
              <a:gd name="connsiteX63" fmla="*/ 971550 w 2543175"/>
              <a:gd name="connsiteY63" fmla="*/ 723900 h 1890712"/>
              <a:gd name="connsiteX64" fmla="*/ 983457 w 2543175"/>
              <a:gd name="connsiteY64" fmla="*/ 733425 h 1890712"/>
              <a:gd name="connsiteX65" fmla="*/ 990600 w 2543175"/>
              <a:gd name="connsiteY65" fmla="*/ 738187 h 1890712"/>
              <a:gd name="connsiteX66" fmla="*/ 1007269 w 2543175"/>
              <a:gd name="connsiteY66" fmla="*/ 752475 h 1890712"/>
              <a:gd name="connsiteX67" fmla="*/ 1031082 w 2543175"/>
              <a:gd name="connsiteY67" fmla="*/ 766762 h 1890712"/>
              <a:gd name="connsiteX68" fmla="*/ 1042988 w 2543175"/>
              <a:gd name="connsiteY68" fmla="*/ 773906 h 1890712"/>
              <a:gd name="connsiteX69" fmla="*/ 1071563 w 2543175"/>
              <a:gd name="connsiteY69" fmla="*/ 785812 h 1890712"/>
              <a:gd name="connsiteX70" fmla="*/ 1097757 w 2543175"/>
              <a:gd name="connsiteY70" fmla="*/ 807244 h 1890712"/>
              <a:gd name="connsiteX71" fmla="*/ 1104900 w 2543175"/>
              <a:gd name="connsiteY71" fmla="*/ 814387 h 1890712"/>
              <a:gd name="connsiteX72" fmla="*/ 1121569 w 2543175"/>
              <a:gd name="connsiteY72" fmla="*/ 823912 h 1890712"/>
              <a:gd name="connsiteX73" fmla="*/ 1138238 w 2543175"/>
              <a:gd name="connsiteY73" fmla="*/ 835819 h 1890712"/>
              <a:gd name="connsiteX74" fmla="*/ 1147763 w 2543175"/>
              <a:gd name="connsiteY74" fmla="*/ 842962 h 1890712"/>
              <a:gd name="connsiteX75" fmla="*/ 1157288 w 2543175"/>
              <a:gd name="connsiteY75" fmla="*/ 847725 h 1890712"/>
              <a:gd name="connsiteX76" fmla="*/ 1178719 w 2543175"/>
              <a:gd name="connsiteY76" fmla="*/ 859631 h 1890712"/>
              <a:gd name="connsiteX77" fmla="*/ 1188244 w 2543175"/>
              <a:gd name="connsiteY77" fmla="*/ 866775 h 1890712"/>
              <a:gd name="connsiteX78" fmla="*/ 1195388 w 2543175"/>
              <a:gd name="connsiteY78" fmla="*/ 871537 h 1890712"/>
              <a:gd name="connsiteX79" fmla="*/ 1212057 w 2543175"/>
              <a:gd name="connsiteY79" fmla="*/ 883444 h 1890712"/>
              <a:gd name="connsiteX80" fmla="*/ 1226344 w 2543175"/>
              <a:gd name="connsiteY80" fmla="*/ 895350 h 1890712"/>
              <a:gd name="connsiteX81" fmla="*/ 1245394 w 2543175"/>
              <a:gd name="connsiteY81" fmla="*/ 907256 h 1890712"/>
              <a:gd name="connsiteX82" fmla="*/ 1254919 w 2543175"/>
              <a:gd name="connsiteY82" fmla="*/ 914400 h 1890712"/>
              <a:gd name="connsiteX83" fmla="*/ 1269207 w 2543175"/>
              <a:gd name="connsiteY83" fmla="*/ 921544 h 1890712"/>
              <a:gd name="connsiteX84" fmla="*/ 1290638 w 2543175"/>
              <a:gd name="connsiteY84" fmla="*/ 935831 h 1890712"/>
              <a:gd name="connsiteX85" fmla="*/ 1307307 w 2543175"/>
              <a:gd name="connsiteY85" fmla="*/ 952500 h 1890712"/>
              <a:gd name="connsiteX86" fmla="*/ 1333500 w 2543175"/>
              <a:gd name="connsiteY86" fmla="*/ 971550 h 1890712"/>
              <a:gd name="connsiteX87" fmla="*/ 1359694 w 2543175"/>
              <a:gd name="connsiteY87" fmla="*/ 990600 h 1890712"/>
              <a:gd name="connsiteX88" fmla="*/ 1385888 w 2543175"/>
              <a:gd name="connsiteY88" fmla="*/ 1021557 h 1890712"/>
              <a:gd name="connsiteX89" fmla="*/ 1435894 w 2543175"/>
              <a:gd name="connsiteY89" fmla="*/ 1054894 h 1890712"/>
              <a:gd name="connsiteX90" fmla="*/ 1497806 w 2543175"/>
              <a:gd name="connsiteY90" fmla="*/ 1104900 h 1890712"/>
              <a:gd name="connsiteX91" fmla="*/ 1559718 w 2543175"/>
              <a:gd name="connsiteY91" fmla="*/ 1154906 h 1890712"/>
              <a:gd name="connsiteX92" fmla="*/ 1595438 w 2543175"/>
              <a:gd name="connsiteY92" fmla="*/ 1181100 h 1890712"/>
              <a:gd name="connsiteX93" fmla="*/ 1628775 w 2543175"/>
              <a:gd name="connsiteY93" fmla="*/ 1207294 h 1890712"/>
              <a:gd name="connsiteX94" fmla="*/ 1662113 w 2543175"/>
              <a:gd name="connsiteY94" fmla="*/ 1231107 h 1890712"/>
              <a:gd name="connsiteX95" fmla="*/ 1700213 w 2543175"/>
              <a:gd name="connsiteY95" fmla="*/ 1247775 h 1890712"/>
              <a:gd name="connsiteX96" fmla="*/ 1712119 w 2543175"/>
              <a:gd name="connsiteY96" fmla="*/ 1259681 h 1890712"/>
              <a:gd name="connsiteX97" fmla="*/ 1733550 w 2543175"/>
              <a:gd name="connsiteY97" fmla="*/ 1273969 h 1890712"/>
              <a:gd name="connsiteX98" fmla="*/ 1743075 w 2543175"/>
              <a:gd name="connsiteY98" fmla="*/ 1283494 h 1890712"/>
              <a:gd name="connsiteX99" fmla="*/ 1754982 w 2543175"/>
              <a:gd name="connsiteY99" fmla="*/ 1290637 h 1890712"/>
              <a:gd name="connsiteX100" fmla="*/ 1766888 w 2543175"/>
              <a:gd name="connsiteY100" fmla="*/ 1300162 h 1890712"/>
              <a:gd name="connsiteX101" fmla="*/ 1783557 w 2543175"/>
              <a:gd name="connsiteY101" fmla="*/ 1307306 h 1890712"/>
              <a:gd name="connsiteX102" fmla="*/ 1790700 w 2543175"/>
              <a:gd name="connsiteY102" fmla="*/ 1312069 h 1890712"/>
              <a:gd name="connsiteX103" fmla="*/ 1800225 w 2543175"/>
              <a:gd name="connsiteY103" fmla="*/ 1319212 h 1890712"/>
              <a:gd name="connsiteX104" fmla="*/ 1807369 w 2543175"/>
              <a:gd name="connsiteY104" fmla="*/ 1321594 h 1890712"/>
              <a:gd name="connsiteX105" fmla="*/ 1824038 w 2543175"/>
              <a:gd name="connsiteY105" fmla="*/ 1333500 h 1890712"/>
              <a:gd name="connsiteX106" fmla="*/ 1843088 w 2543175"/>
              <a:gd name="connsiteY106" fmla="*/ 1352550 h 1890712"/>
              <a:gd name="connsiteX107" fmla="*/ 1852613 w 2543175"/>
              <a:gd name="connsiteY107" fmla="*/ 1359694 h 1890712"/>
              <a:gd name="connsiteX108" fmla="*/ 1859757 w 2543175"/>
              <a:gd name="connsiteY108" fmla="*/ 1366837 h 1890712"/>
              <a:gd name="connsiteX109" fmla="*/ 1869282 w 2543175"/>
              <a:gd name="connsiteY109" fmla="*/ 1371600 h 1890712"/>
              <a:gd name="connsiteX110" fmla="*/ 1883569 w 2543175"/>
              <a:gd name="connsiteY110" fmla="*/ 1388269 h 1890712"/>
              <a:gd name="connsiteX111" fmla="*/ 1893094 w 2543175"/>
              <a:gd name="connsiteY111" fmla="*/ 1395412 h 1890712"/>
              <a:gd name="connsiteX112" fmla="*/ 1902619 w 2543175"/>
              <a:gd name="connsiteY112" fmla="*/ 1404937 h 1890712"/>
              <a:gd name="connsiteX113" fmla="*/ 1912144 w 2543175"/>
              <a:gd name="connsiteY113" fmla="*/ 1409700 h 1890712"/>
              <a:gd name="connsiteX114" fmla="*/ 1931194 w 2543175"/>
              <a:gd name="connsiteY114" fmla="*/ 1421606 h 1890712"/>
              <a:gd name="connsiteX115" fmla="*/ 1935957 w 2543175"/>
              <a:gd name="connsiteY115" fmla="*/ 1428750 h 1890712"/>
              <a:gd name="connsiteX116" fmla="*/ 1952625 w 2543175"/>
              <a:gd name="connsiteY116" fmla="*/ 1438275 h 1890712"/>
              <a:gd name="connsiteX117" fmla="*/ 1971675 w 2543175"/>
              <a:gd name="connsiteY117" fmla="*/ 1450181 h 1890712"/>
              <a:gd name="connsiteX118" fmla="*/ 1981200 w 2543175"/>
              <a:gd name="connsiteY118" fmla="*/ 1454944 h 1890712"/>
              <a:gd name="connsiteX119" fmla="*/ 1997869 w 2543175"/>
              <a:gd name="connsiteY119" fmla="*/ 1471612 h 1890712"/>
              <a:gd name="connsiteX120" fmla="*/ 2007394 w 2543175"/>
              <a:gd name="connsiteY120" fmla="*/ 1478756 h 1890712"/>
              <a:gd name="connsiteX121" fmla="*/ 2016919 w 2543175"/>
              <a:gd name="connsiteY121" fmla="*/ 1483519 h 1890712"/>
              <a:gd name="connsiteX122" fmla="*/ 2024063 w 2543175"/>
              <a:gd name="connsiteY122" fmla="*/ 1490662 h 1890712"/>
              <a:gd name="connsiteX123" fmla="*/ 2033588 w 2543175"/>
              <a:gd name="connsiteY123" fmla="*/ 1495425 h 1890712"/>
              <a:gd name="connsiteX124" fmla="*/ 2040732 w 2543175"/>
              <a:gd name="connsiteY124" fmla="*/ 1502569 h 1890712"/>
              <a:gd name="connsiteX125" fmla="*/ 2047875 w 2543175"/>
              <a:gd name="connsiteY125" fmla="*/ 1507331 h 1890712"/>
              <a:gd name="connsiteX126" fmla="*/ 2057400 w 2543175"/>
              <a:gd name="connsiteY126" fmla="*/ 1514475 h 1890712"/>
              <a:gd name="connsiteX127" fmla="*/ 2064544 w 2543175"/>
              <a:gd name="connsiteY127" fmla="*/ 1519237 h 1890712"/>
              <a:gd name="connsiteX128" fmla="*/ 2071688 w 2543175"/>
              <a:gd name="connsiteY128" fmla="*/ 1526381 h 1890712"/>
              <a:gd name="connsiteX129" fmla="*/ 2081213 w 2543175"/>
              <a:gd name="connsiteY129" fmla="*/ 1531144 h 1890712"/>
              <a:gd name="connsiteX130" fmla="*/ 2090738 w 2543175"/>
              <a:gd name="connsiteY130" fmla="*/ 1538287 h 1890712"/>
              <a:gd name="connsiteX131" fmla="*/ 2109788 w 2543175"/>
              <a:gd name="connsiteY131" fmla="*/ 1547812 h 1890712"/>
              <a:gd name="connsiteX132" fmla="*/ 2131219 w 2543175"/>
              <a:gd name="connsiteY132" fmla="*/ 1562100 h 1890712"/>
              <a:gd name="connsiteX133" fmla="*/ 2140744 w 2543175"/>
              <a:gd name="connsiteY133" fmla="*/ 1566862 h 1890712"/>
              <a:gd name="connsiteX134" fmla="*/ 2152650 w 2543175"/>
              <a:gd name="connsiteY134" fmla="*/ 1576387 h 1890712"/>
              <a:gd name="connsiteX135" fmla="*/ 2181225 w 2543175"/>
              <a:gd name="connsiteY135" fmla="*/ 1590675 h 1890712"/>
              <a:gd name="connsiteX136" fmla="*/ 2200275 w 2543175"/>
              <a:gd name="connsiteY136" fmla="*/ 1607344 h 1890712"/>
              <a:gd name="connsiteX137" fmla="*/ 2207419 w 2543175"/>
              <a:gd name="connsiteY137" fmla="*/ 1612106 h 1890712"/>
              <a:gd name="connsiteX138" fmla="*/ 2216944 w 2543175"/>
              <a:gd name="connsiteY138" fmla="*/ 1619250 h 1890712"/>
              <a:gd name="connsiteX139" fmla="*/ 2247900 w 2543175"/>
              <a:gd name="connsiteY139" fmla="*/ 1643062 h 1890712"/>
              <a:gd name="connsiteX140" fmla="*/ 2281238 w 2543175"/>
              <a:gd name="connsiteY140" fmla="*/ 1674019 h 1890712"/>
              <a:gd name="connsiteX141" fmla="*/ 2312194 w 2543175"/>
              <a:gd name="connsiteY141" fmla="*/ 1702594 h 1890712"/>
              <a:gd name="connsiteX142" fmla="*/ 2369344 w 2543175"/>
              <a:gd name="connsiteY142" fmla="*/ 1757363 h 1890712"/>
              <a:gd name="connsiteX143" fmla="*/ 2428876 w 2543175"/>
              <a:gd name="connsiteY143" fmla="*/ 1785938 h 1890712"/>
              <a:gd name="connsiteX144" fmla="*/ 2469356 w 2543175"/>
              <a:gd name="connsiteY144" fmla="*/ 1816894 h 1890712"/>
              <a:gd name="connsiteX145" fmla="*/ 2514600 w 2543175"/>
              <a:gd name="connsiteY145" fmla="*/ 1850231 h 1890712"/>
              <a:gd name="connsiteX146" fmla="*/ 2519363 w 2543175"/>
              <a:gd name="connsiteY146" fmla="*/ 1857375 h 1890712"/>
              <a:gd name="connsiteX147" fmla="*/ 2540794 w 2543175"/>
              <a:gd name="connsiteY147" fmla="*/ 1883569 h 1890712"/>
              <a:gd name="connsiteX148" fmla="*/ 2543175 w 2543175"/>
              <a:gd name="connsiteY148" fmla="*/ 1890712 h 1890712"/>
              <a:gd name="connsiteX0" fmla="*/ 0 w 2543175"/>
              <a:gd name="connsiteY0" fmla="*/ 0 h 1890712"/>
              <a:gd name="connsiteX1" fmla="*/ 11907 w 2543175"/>
              <a:gd name="connsiteY1" fmla="*/ 11906 h 1890712"/>
              <a:gd name="connsiteX2" fmla="*/ 21432 w 2543175"/>
              <a:gd name="connsiteY2" fmla="*/ 16669 h 1890712"/>
              <a:gd name="connsiteX3" fmla="*/ 23813 w 2543175"/>
              <a:gd name="connsiteY3" fmla="*/ 23812 h 1890712"/>
              <a:gd name="connsiteX4" fmla="*/ 33338 w 2543175"/>
              <a:gd name="connsiteY4" fmla="*/ 33337 h 1890712"/>
              <a:gd name="connsiteX5" fmla="*/ 40482 w 2543175"/>
              <a:gd name="connsiteY5" fmla="*/ 42862 h 1890712"/>
              <a:gd name="connsiteX6" fmla="*/ 47625 w 2543175"/>
              <a:gd name="connsiteY6" fmla="*/ 47625 h 1890712"/>
              <a:gd name="connsiteX7" fmla="*/ 57150 w 2543175"/>
              <a:gd name="connsiteY7" fmla="*/ 54769 h 1890712"/>
              <a:gd name="connsiteX8" fmla="*/ 64294 w 2543175"/>
              <a:gd name="connsiteY8" fmla="*/ 59531 h 1890712"/>
              <a:gd name="connsiteX9" fmla="*/ 83344 w 2543175"/>
              <a:gd name="connsiteY9" fmla="*/ 73819 h 1890712"/>
              <a:gd name="connsiteX10" fmla="*/ 97632 w 2543175"/>
              <a:gd name="connsiteY10" fmla="*/ 80962 h 1890712"/>
              <a:gd name="connsiteX11" fmla="*/ 104775 w 2543175"/>
              <a:gd name="connsiteY11" fmla="*/ 85725 h 1890712"/>
              <a:gd name="connsiteX12" fmla="*/ 114300 w 2543175"/>
              <a:gd name="connsiteY12" fmla="*/ 95250 h 1890712"/>
              <a:gd name="connsiteX13" fmla="*/ 123825 w 2543175"/>
              <a:gd name="connsiteY13" fmla="*/ 97631 h 1890712"/>
              <a:gd name="connsiteX14" fmla="*/ 130969 w 2543175"/>
              <a:gd name="connsiteY14" fmla="*/ 104775 h 1890712"/>
              <a:gd name="connsiteX15" fmla="*/ 140494 w 2543175"/>
              <a:gd name="connsiteY15" fmla="*/ 111919 h 1890712"/>
              <a:gd name="connsiteX16" fmla="*/ 147638 w 2543175"/>
              <a:gd name="connsiteY16" fmla="*/ 116681 h 1890712"/>
              <a:gd name="connsiteX17" fmla="*/ 164307 w 2543175"/>
              <a:gd name="connsiteY17" fmla="*/ 128587 h 1890712"/>
              <a:gd name="connsiteX18" fmla="*/ 180975 w 2543175"/>
              <a:gd name="connsiteY18" fmla="*/ 140494 h 1890712"/>
              <a:gd name="connsiteX19" fmla="*/ 197644 w 2543175"/>
              <a:gd name="connsiteY19" fmla="*/ 152400 h 1890712"/>
              <a:gd name="connsiteX20" fmla="*/ 204788 w 2543175"/>
              <a:gd name="connsiteY20" fmla="*/ 157162 h 1890712"/>
              <a:gd name="connsiteX21" fmla="*/ 214313 w 2543175"/>
              <a:gd name="connsiteY21" fmla="*/ 164306 h 1890712"/>
              <a:gd name="connsiteX22" fmla="*/ 247650 w 2543175"/>
              <a:gd name="connsiteY22" fmla="*/ 185737 h 1890712"/>
              <a:gd name="connsiteX23" fmla="*/ 300038 w 2543175"/>
              <a:gd name="connsiteY23" fmla="*/ 219075 h 1890712"/>
              <a:gd name="connsiteX24" fmla="*/ 342900 w 2543175"/>
              <a:gd name="connsiteY24" fmla="*/ 254794 h 1890712"/>
              <a:gd name="connsiteX25" fmla="*/ 385763 w 2543175"/>
              <a:gd name="connsiteY25" fmla="*/ 283369 h 1890712"/>
              <a:gd name="connsiteX26" fmla="*/ 404813 w 2543175"/>
              <a:gd name="connsiteY26" fmla="*/ 295275 h 1890712"/>
              <a:gd name="connsiteX27" fmla="*/ 411957 w 2543175"/>
              <a:gd name="connsiteY27" fmla="*/ 297656 h 1890712"/>
              <a:gd name="connsiteX28" fmla="*/ 458211 w 2543175"/>
              <a:gd name="connsiteY28" fmla="*/ 332420 h 1890712"/>
              <a:gd name="connsiteX29" fmla="*/ 495300 w 2543175"/>
              <a:gd name="connsiteY29" fmla="*/ 359569 h 1890712"/>
              <a:gd name="connsiteX30" fmla="*/ 509588 w 2543175"/>
              <a:gd name="connsiteY30" fmla="*/ 376237 h 1890712"/>
              <a:gd name="connsiteX31" fmla="*/ 514350 w 2543175"/>
              <a:gd name="connsiteY31" fmla="*/ 383381 h 1890712"/>
              <a:gd name="connsiteX32" fmla="*/ 531019 w 2543175"/>
              <a:gd name="connsiteY32" fmla="*/ 397669 h 1890712"/>
              <a:gd name="connsiteX33" fmla="*/ 538163 w 2543175"/>
              <a:gd name="connsiteY33" fmla="*/ 407194 h 1890712"/>
              <a:gd name="connsiteX34" fmla="*/ 554832 w 2543175"/>
              <a:gd name="connsiteY34" fmla="*/ 421481 h 1890712"/>
              <a:gd name="connsiteX35" fmla="*/ 564357 w 2543175"/>
              <a:gd name="connsiteY35" fmla="*/ 431006 h 1890712"/>
              <a:gd name="connsiteX36" fmla="*/ 573882 w 2543175"/>
              <a:gd name="connsiteY36" fmla="*/ 438150 h 1890712"/>
              <a:gd name="connsiteX37" fmla="*/ 595313 w 2543175"/>
              <a:gd name="connsiteY37" fmla="*/ 454819 h 1890712"/>
              <a:gd name="connsiteX38" fmla="*/ 602457 w 2543175"/>
              <a:gd name="connsiteY38" fmla="*/ 457200 h 1890712"/>
              <a:gd name="connsiteX39" fmla="*/ 628650 w 2543175"/>
              <a:gd name="connsiteY39" fmla="*/ 469106 h 1890712"/>
              <a:gd name="connsiteX40" fmla="*/ 645319 w 2543175"/>
              <a:gd name="connsiteY40" fmla="*/ 483394 h 1890712"/>
              <a:gd name="connsiteX41" fmla="*/ 654844 w 2543175"/>
              <a:gd name="connsiteY41" fmla="*/ 488156 h 1890712"/>
              <a:gd name="connsiteX42" fmla="*/ 661988 w 2543175"/>
              <a:gd name="connsiteY42" fmla="*/ 497681 h 1890712"/>
              <a:gd name="connsiteX43" fmla="*/ 683419 w 2543175"/>
              <a:gd name="connsiteY43" fmla="*/ 514350 h 1890712"/>
              <a:gd name="connsiteX44" fmla="*/ 700088 w 2543175"/>
              <a:gd name="connsiteY44" fmla="*/ 526256 h 1890712"/>
              <a:gd name="connsiteX45" fmla="*/ 709613 w 2543175"/>
              <a:gd name="connsiteY45" fmla="*/ 535781 h 1890712"/>
              <a:gd name="connsiteX46" fmla="*/ 719138 w 2543175"/>
              <a:gd name="connsiteY46" fmla="*/ 542925 h 1890712"/>
              <a:gd name="connsiteX47" fmla="*/ 733425 w 2543175"/>
              <a:gd name="connsiteY47" fmla="*/ 557212 h 1890712"/>
              <a:gd name="connsiteX48" fmla="*/ 750094 w 2543175"/>
              <a:gd name="connsiteY48" fmla="*/ 569119 h 1890712"/>
              <a:gd name="connsiteX49" fmla="*/ 769144 w 2543175"/>
              <a:gd name="connsiteY49" fmla="*/ 581025 h 1890712"/>
              <a:gd name="connsiteX50" fmla="*/ 785813 w 2543175"/>
              <a:gd name="connsiteY50" fmla="*/ 590550 h 1890712"/>
              <a:gd name="connsiteX51" fmla="*/ 792957 w 2543175"/>
              <a:gd name="connsiteY51" fmla="*/ 600075 h 1890712"/>
              <a:gd name="connsiteX52" fmla="*/ 809625 w 2543175"/>
              <a:gd name="connsiteY52" fmla="*/ 611981 h 1890712"/>
              <a:gd name="connsiteX53" fmla="*/ 816769 w 2543175"/>
              <a:gd name="connsiteY53" fmla="*/ 619125 h 1890712"/>
              <a:gd name="connsiteX54" fmla="*/ 826294 w 2543175"/>
              <a:gd name="connsiteY54" fmla="*/ 626269 h 1890712"/>
              <a:gd name="connsiteX55" fmla="*/ 840582 w 2543175"/>
              <a:gd name="connsiteY55" fmla="*/ 638175 h 1890712"/>
              <a:gd name="connsiteX56" fmla="*/ 847725 w 2543175"/>
              <a:gd name="connsiteY56" fmla="*/ 645319 h 1890712"/>
              <a:gd name="connsiteX57" fmla="*/ 857250 w 2543175"/>
              <a:gd name="connsiteY57" fmla="*/ 652462 h 1890712"/>
              <a:gd name="connsiteX58" fmla="*/ 888207 w 2543175"/>
              <a:gd name="connsiteY58" fmla="*/ 676275 h 1890712"/>
              <a:gd name="connsiteX59" fmla="*/ 907257 w 2543175"/>
              <a:gd name="connsiteY59" fmla="*/ 683419 h 1890712"/>
              <a:gd name="connsiteX60" fmla="*/ 928688 w 2543175"/>
              <a:gd name="connsiteY60" fmla="*/ 695325 h 1890712"/>
              <a:gd name="connsiteX61" fmla="*/ 942975 w 2543175"/>
              <a:gd name="connsiteY61" fmla="*/ 700087 h 1890712"/>
              <a:gd name="connsiteX62" fmla="*/ 964407 w 2543175"/>
              <a:gd name="connsiteY62" fmla="*/ 716756 h 1890712"/>
              <a:gd name="connsiteX63" fmla="*/ 971550 w 2543175"/>
              <a:gd name="connsiteY63" fmla="*/ 723900 h 1890712"/>
              <a:gd name="connsiteX64" fmla="*/ 983457 w 2543175"/>
              <a:gd name="connsiteY64" fmla="*/ 733425 h 1890712"/>
              <a:gd name="connsiteX65" fmla="*/ 990600 w 2543175"/>
              <a:gd name="connsiteY65" fmla="*/ 738187 h 1890712"/>
              <a:gd name="connsiteX66" fmla="*/ 1007269 w 2543175"/>
              <a:gd name="connsiteY66" fmla="*/ 752475 h 1890712"/>
              <a:gd name="connsiteX67" fmla="*/ 1031082 w 2543175"/>
              <a:gd name="connsiteY67" fmla="*/ 766762 h 1890712"/>
              <a:gd name="connsiteX68" fmla="*/ 1042988 w 2543175"/>
              <a:gd name="connsiteY68" fmla="*/ 773906 h 1890712"/>
              <a:gd name="connsiteX69" fmla="*/ 1071563 w 2543175"/>
              <a:gd name="connsiteY69" fmla="*/ 785812 h 1890712"/>
              <a:gd name="connsiteX70" fmla="*/ 1097757 w 2543175"/>
              <a:gd name="connsiteY70" fmla="*/ 807244 h 1890712"/>
              <a:gd name="connsiteX71" fmla="*/ 1104900 w 2543175"/>
              <a:gd name="connsiteY71" fmla="*/ 814387 h 1890712"/>
              <a:gd name="connsiteX72" fmla="*/ 1121569 w 2543175"/>
              <a:gd name="connsiteY72" fmla="*/ 823912 h 1890712"/>
              <a:gd name="connsiteX73" fmla="*/ 1138238 w 2543175"/>
              <a:gd name="connsiteY73" fmla="*/ 835819 h 1890712"/>
              <a:gd name="connsiteX74" fmla="*/ 1147763 w 2543175"/>
              <a:gd name="connsiteY74" fmla="*/ 842962 h 1890712"/>
              <a:gd name="connsiteX75" fmla="*/ 1157288 w 2543175"/>
              <a:gd name="connsiteY75" fmla="*/ 847725 h 1890712"/>
              <a:gd name="connsiteX76" fmla="*/ 1178719 w 2543175"/>
              <a:gd name="connsiteY76" fmla="*/ 859631 h 1890712"/>
              <a:gd name="connsiteX77" fmla="*/ 1188244 w 2543175"/>
              <a:gd name="connsiteY77" fmla="*/ 866775 h 1890712"/>
              <a:gd name="connsiteX78" fmla="*/ 1195388 w 2543175"/>
              <a:gd name="connsiteY78" fmla="*/ 871537 h 1890712"/>
              <a:gd name="connsiteX79" fmla="*/ 1212057 w 2543175"/>
              <a:gd name="connsiteY79" fmla="*/ 883444 h 1890712"/>
              <a:gd name="connsiteX80" fmla="*/ 1226344 w 2543175"/>
              <a:gd name="connsiteY80" fmla="*/ 895350 h 1890712"/>
              <a:gd name="connsiteX81" fmla="*/ 1245394 w 2543175"/>
              <a:gd name="connsiteY81" fmla="*/ 907256 h 1890712"/>
              <a:gd name="connsiteX82" fmla="*/ 1254919 w 2543175"/>
              <a:gd name="connsiteY82" fmla="*/ 914400 h 1890712"/>
              <a:gd name="connsiteX83" fmla="*/ 1269207 w 2543175"/>
              <a:gd name="connsiteY83" fmla="*/ 921544 h 1890712"/>
              <a:gd name="connsiteX84" fmla="*/ 1290638 w 2543175"/>
              <a:gd name="connsiteY84" fmla="*/ 935831 h 1890712"/>
              <a:gd name="connsiteX85" fmla="*/ 1307307 w 2543175"/>
              <a:gd name="connsiteY85" fmla="*/ 952500 h 1890712"/>
              <a:gd name="connsiteX86" fmla="*/ 1333500 w 2543175"/>
              <a:gd name="connsiteY86" fmla="*/ 971550 h 1890712"/>
              <a:gd name="connsiteX87" fmla="*/ 1359694 w 2543175"/>
              <a:gd name="connsiteY87" fmla="*/ 990600 h 1890712"/>
              <a:gd name="connsiteX88" fmla="*/ 1385888 w 2543175"/>
              <a:gd name="connsiteY88" fmla="*/ 1021557 h 1890712"/>
              <a:gd name="connsiteX89" fmla="*/ 1435894 w 2543175"/>
              <a:gd name="connsiteY89" fmla="*/ 1054894 h 1890712"/>
              <a:gd name="connsiteX90" fmla="*/ 1497806 w 2543175"/>
              <a:gd name="connsiteY90" fmla="*/ 1104900 h 1890712"/>
              <a:gd name="connsiteX91" fmla="*/ 1559718 w 2543175"/>
              <a:gd name="connsiteY91" fmla="*/ 1154906 h 1890712"/>
              <a:gd name="connsiteX92" fmla="*/ 1595438 w 2543175"/>
              <a:gd name="connsiteY92" fmla="*/ 1181100 h 1890712"/>
              <a:gd name="connsiteX93" fmla="*/ 1628775 w 2543175"/>
              <a:gd name="connsiteY93" fmla="*/ 1207294 h 1890712"/>
              <a:gd name="connsiteX94" fmla="*/ 1662113 w 2543175"/>
              <a:gd name="connsiteY94" fmla="*/ 1231107 h 1890712"/>
              <a:gd name="connsiteX95" fmla="*/ 1700213 w 2543175"/>
              <a:gd name="connsiteY95" fmla="*/ 1247775 h 1890712"/>
              <a:gd name="connsiteX96" fmla="*/ 1712119 w 2543175"/>
              <a:gd name="connsiteY96" fmla="*/ 1259681 h 1890712"/>
              <a:gd name="connsiteX97" fmla="*/ 1733550 w 2543175"/>
              <a:gd name="connsiteY97" fmla="*/ 1273969 h 1890712"/>
              <a:gd name="connsiteX98" fmla="*/ 1743075 w 2543175"/>
              <a:gd name="connsiteY98" fmla="*/ 1283494 h 1890712"/>
              <a:gd name="connsiteX99" fmla="*/ 1754982 w 2543175"/>
              <a:gd name="connsiteY99" fmla="*/ 1290637 h 1890712"/>
              <a:gd name="connsiteX100" fmla="*/ 1766888 w 2543175"/>
              <a:gd name="connsiteY100" fmla="*/ 1300162 h 1890712"/>
              <a:gd name="connsiteX101" fmla="*/ 1783557 w 2543175"/>
              <a:gd name="connsiteY101" fmla="*/ 1307306 h 1890712"/>
              <a:gd name="connsiteX102" fmla="*/ 1790700 w 2543175"/>
              <a:gd name="connsiteY102" fmla="*/ 1312069 h 1890712"/>
              <a:gd name="connsiteX103" fmla="*/ 1800225 w 2543175"/>
              <a:gd name="connsiteY103" fmla="*/ 1319212 h 1890712"/>
              <a:gd name="connsiteX104" fmla="*/ 1807369 w 2543175"/>
              <a:gd name="connsiteY104" fmla="*/ 1321594 h 1890712"/>
              <a:gd name="connsiteX105" fmla="*/ 1824038 w 2543175"/>
              <a:gd name="connsiteY105" fmla="*/ 1333500 h 1890712"/>
              <a:gd name="connsiteX106" fmla="*/ 1843088 w 2543175"/>
              <a:gd name="connsiteY106" fmla="*/ 1352550 h 1890712"/>
              <a:gd name="connsiteX107" fmla="*/ 1852613 w 2543175"/>
              <a:gd name="connsiteY107" fmla="*/ 1359694 h 1890712"/>
              <a:gd name="connsiteX108" fmla="*/ 1859757 w 2543175"/>
              <a:gd name="connsiteY108" fmla="*/ 1366837 h 1890712"/>
              <a:gd name="connsiteX109" fmla="*/ 1869282 w 2543175"/>
              <a:gd name="connsiteY109" fmla="*/ 1371600 h 1890712"/>
              <a:gd name="connsiteX110" fmla="*/ 1883569 w 2543175"/>
              <a:gd name="connsiteY110" fmla="*/ 1388269 h 1890712"/>
              <a:gd name="connsiteX111" fmla="*/ 1893094 w 2543175"/>
              <a:gd name="connsiteY111" fmla="*/ 1395412 h 1890712"/>
              <a:gd name="connsiteX112" fmla="*/ 1902619 w 2543175"/>
              <a:gd name="connsiteY112" fmla="*/ 1404937 h 1890712"/>
              <a:gd name="connsiteX113" fmla="*/ 1912144 w 2543175"/>
              <a:gd name="connsiteY113" fmla="*/ 1409700 h 1890712"/>
              <a:gd name="connsiteX114" fmla="*/ 1931194 w 2543175"/>
              <a:gd name="connsiteY114" fmla="*/ 1421606 h 1890712"/>
              <a:gd name="connsiteX115" fmla="*/ 1935957 w 2543175"/>
              <a:gd name="connsiteY115" fmla="*/ 1428750 h 1890712"/>
              <a:gd name="connsiteX116" fmla="*/ 1952625 w 2543175"/>
              <a:gd name="connsiteY116" fmla="*/ 1438275 h 1890712"/>
              <a:gd name="connsiteX117" fmla="*/ 1971675 w 2543175"/>
              <a:gd name="connsiteY117" fmla="*/ 1450181 h 1890712"/>
              <a:gd name="connsiteX118" fmla="*/ 1981200 w 2543175"/>
              <a:gd name="connsiteY118" fmla="*/ 1454944 h 1890712"/>
              <a:gd name="connsiteX119" fmla="*/ 1997869 w 2543175"/>
              <a:gd name="connsiteY119" fmla="*/ 1471612 h 1890712"/>
              <a:gd name="connsiteX120" fmla="*/ 2007394 w 2543175"/>
              <a:gd name="connsiteY120" fmla="*/ 1478756 h 1890712"/>
              <a:gd name="connsiteX121" fmla="*/ 2016919 w 2543175"/>
              <a:gd name="connsiteY121" fmla="*/ 1483519 h 1890712"/>
              <a:gd name="connsiteX122" fmla="*/ 2024063 w 2543175"/>
              <a:gd name="connsiteY122" fmla="*/ 1490662 h 1890712"/>
              <a:gd name="connsiteX123" fmla="*/ 2033588 w 2543175"/>
              <a:gd name="connsiteY123" fmla="*/ 1495425 h 1890712"/>
              <a:gd name="connsiteX124" fmla="*/ 2040732 w 2543175"/>
              <a:gd name="connsiteY124" fmla="*/ 1502569 h 1890712"/>
              <a:gd name="connsiteX125" fmla="*/ 2047875 w 2543175"/>
              <a:gd name="connsiteY125" fmla="*/ 1507331 h 1890712"/>
              <a:gd name="connsiteX126" fmla="*/ 2057400 w 2543175"/>
              <a:gd name="connsiteY126" fmla="*/ 1514475 h 1890712"/>
              <a:gd name="connsiteX127" fmla="*/ 2064544 w 2543175"/>
              <a:gd name="connsiteY127" fmla="*/ 1519237 h 1890712"/>
              <a:gd name="connsiteX128" fmla="*/ 2071688 w 2543175"/>
              <a:gd name="connsiteY128" fmla="*/ 1526381 h 1890712"/>
              <a:gd name="connsiteX129" fmla="*/ 2081213 w 2543175"/>
              <a:gd name="connsiteY129" fmla="*/ 1531144 h 1890712"/>
              <a:gd name="connsiteX130" fmla="*/ 2090738 w 2543175"/>
              <a:gd name="connsiteY130" fmla="*/ 1538287 h 1890712"/>
              <a:gd name="connsiteX131" fmla="*/ 2109788 w 2543175"/>
              <a:gd name="connsiteY131" fmla="*/ 1547812 h 1890712"/>
              <a:gd name="connsiteX132" fmla="*/ 2131219 w 2543175"/>
              <a:gd name="connsiteY132" fmla="*/ 1562100 h 1890712"/>
              <a:gd name="connsiteX133" fmla="*/ 2140744 w 2543175"/>
              <a:gd name="connsiteY133" fmla="*/ 1566862 h 1890712"/>
              <a:gd name="connsiteX134" fmla="*/ 2152650 w 2543175"/>
              <a:gd name="connsiteY134" fmla="*/ 1576387 h 1890712"/>
              <a:gd name="connsiteX135" fmla="*/ 2181225 w 2543175"/>
              <a:gd name="connsiteY135" fmla="*/ 1590675 h 1890712"/>
              <a:gd name="connsiteX136" fmla="*/ 2200275 w 2543175"/>
              <a:gd name="connsiteY136" fmla="*/ 1607344 h 1890712"/>
              <a:gd name="connsiteX137" fmla="*/ 2207419 w 2543175"/>
              <a:gd name="connsiteY137" fmla="*/ 1612106 h 1890712"/>
              <a:gd name="connsiteX138" fmla="*/ 2216944 w 2543175"/>
              <a:gd name="connsiteY138" fmla="*/ 1619250 h 1890712"/>
              <a:gd name="connsiteX139" fmla="*/ 2247900 w 2543175"/>
              <a:gd name="connsiteY139" fmla="*/ 1643062 h 1890712"/>
              <a:gd name="connsiteX140" fmla="*/ 2281238 w 2543175"/>
              <a:gd name="connsiteY140" fmla="*/ 1674019 h 1890712"/>
              <a:gd name="connsiteX141" fmla="*/ 2312194 w 2543175"/>
              <a:gd name="connsiteY141" fmla="*/ 1702594 h 1890712"/>
              <a:gd name="connsiteX142" fmla="*/ 2369344 w 2543175"/>
              <a:gd name="connsiteY142" fmla="*/ 1757363 h 1890712"/>
              <a:gd name="connsiteX143" fmla="*/ 2428876 w 2543175"/>
              <a:gd name="connsiteY143" fmla="*/ 1785938 h 1890712"/>
              <a:gd name="connsiteX144" fmla="*/ 2469356 w 2543175"/>
              <a:gd name="connsiteY144" fmla="*/ 1816894 h 1890712"/>
              <a:gd name="connsiteX145" fmla="*/ 2514600 w 2543175"/>
              <a:gd name="connsiteY145" fmla="*/ 1850231 h 1890712"/>
              <a:gd name="connsiteX146" fmla="*/ 2519363 w 2543175"/>
              <a:gd name="connsiteY146" fmla="*/ 1857375 h 1890712"/>
              <a:gd name="connsiteX147" fmla="*/ 2540794 w 2543175"/>
              <a:gd name="connsiteY147" fmla="*/ 1883569 h 1890712"/>
              <a:gd name="connsiteX148" fmla="*/ 2543175 w 2543175"/>
              <a:gd name="connsiteY148" fmla="*/ 1890712 h 1890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Lst>
            <a:rect l="l" t="t" r="r" b="b"/>
            <a:pathLst>
              <a:path w="2543175" h="1890712">
                <a:moveTo>
                  <a:pt x="0" y="0"/>
                </a:moveTo>
                <a:cubicBezTo>
                  <a:pt x="3969" y="3969"/>
                  <a:pt x="7477" y="8460"/>
                  <a:pt x="11907" y="11906"/>
                </a:cubicBezTo>
                <a:cubicBezTo>
                  <a:pt x="14709" y="14085"/>
                  <a:pt x="18922" y="14159"/>
                  <a:pt x="21432" y="16669"/>
                </a:cubicBezTo>
                <a:cubicBezTo>
                  <a:pt x="23207" y="18444"/>
                  <a:pt x="22354" y="21770"/>
                  <a:pt x="23813" y="23812"/>
                </a:cubicBezTo>
                <a:cubicBezTo>
                  <a:pt x="26423" y="27466"/>
                  <a:pt x="30381" y="29958"/>
                  <a:pt x="33338" y="33337"/>
                </a:cubicBezTo>
                <a:cubicBezTo>
                  <a:pt x="35951" y="36324"/>
                  <a:pt x="37676" y="40056"/>
                  <a:pt x="40482" y="42862"/>
                </a:cubicBezTo>
                <a:cubicBezTo>
                  <a:pt x="42506" y="44886"/>
                  <a:pt x="45296" y="45961"/>
                  <a:pt x="47625" y="47625"/>
                </a:cubicBezTo>
                <a:cubicBezTo>
                  <a:pt x="50854" y="49932"/>
                  <a:pt x="53920" y="52462"/>
                  <a:pt x="57150" y="54769"/>
                </a:cubicBezTo>
                <a:cubicBezTo>
                  <a:pt x="59479" y="56432"/>
                  <a:pt x="62004" y="57814"/>
                  <a:pt x="64294" y="59531"/>
                </a:cubicBezTo>
                <a:cubicBezTo>
                  <a:pt x="70526" y="64205"/>
                  <a:pt x="76425" y="69975"/>
                  <a:pt x="83344" y="73819"/>
                </a:cubicBezTo>
                <a:cubicBezTo>
                  <a:pt x="87999" y="76405"/>
                  <a:pt x="92977" y="78376"/>
                  <a:pt x="97632" y="80962"/>
                </a:cubicBezTo>
                <a:cubicBezTo>
                  <a:pt x="100134" y="82352"/>
                  <a:pt x="102602" y="83862"/>
                  <a:pt x="104775" y="85725"/>
                </a:cubicBezTo>
                <a:cubicBezTo>
                  <a:pt x="108184" y="88647"/>
                  <a:pt x="110492" y="92870"/>
                  <a:pt x="114300" y="95250"/>
                </a:cubicBezTo>
                <a:cubicBezTo>
                  <a:pt x="117075" y="96984"/>
                  <a:pt x="120650" y="96837"/>
                  <a:pt x="123825" y="97631"/>
                </a:cubicBezTo>
                <a:cubicBezTo>
                  <a:pt x="126206" y="100012"/>
                  <a:pt x="128412" y="102583"/>
                  <a:pt x="130969" y="104775"/>
                </a:cubicBezTo>
                <a:cubicBezTo>
                  <a:pt x="133982" y="107358"/>
                  <a:pt x="137264" y="109612"/>
                  <a:pt x="140494" y="111919"/>
                </a:cubicBezTo>
                <a:cubicBezTo>
                  <a:pt x="142823" y="113582"/>
                  <a:pt x="145439" y="114849"/>
                  <a:pt x="147638" y="116681"/>
                </a:cubicBezTo>
                <a:cubicBezTo>
                  <a:pt x="162120" y="128749"/>
                  <a:pt x="146681" y="119775"/>
                  <a:pt x="164307" y="128587"/>
                </a:cubicBezTo>
                <a:cubicBezTo>
                  <a:pt x="175940" y="140221"/>
                  <a:pt x="166351" y="132138"/>
                  <a:pt x="180975" y="140494"/>
                </a:cubicBezTo>
                <a:cubicBezTo>
                  <a:pt x="186596" y="143706"/>
                  <a:pt x="192522" y="148741"/>
                  <a:pt x="197644" y="152400"/>
                </a:cubicBezTo>
                <a:cubicBezTo>
                  <a:pt x="199973" y="154063"/>
                  <a:pt x="202459" y="155499"/>
                  <a:pt x="204788" y="157162"/>
                </a:cubicBezTo>
                <a:cubicBezTo>
                  <a:pt x="208018" y="159469"/>
                  <a:pt x="207169" y="159544"/>
                  <a:pt x="214313" y="164306"/>
                </a:cubicBezTo>
                <a:cubicBezTo>
                  <a:pt x="221457" y="169068"/>
                  <a:pt x="233363" y="176609"/>
                  <a:pt x="247650" y="185737"/>
                </a:cubicBezTo>
                <a:cubicBezTo>
                  <a:pt x="261937" y="194865"/>
                  <a:pt x="284163" y="207566"/>
                  <a:pt x="300038" y="219075"/>
                </a:cubicBezTo>
                <a:cubicBezTo>
                  <a:pt x="315913" y="230584"/>
                  <a:pt x="331788" y="247253"/>
                  <a:pt x="342900" y="254794"/>
                </a:cubicBezTo>
                <a:cubicBezTo>
                  <a:pt x="357188" y="265510"/>
                  <a:pt x="375444" y="276622"/>
                  <a:pt x="385763" y="283369"/>
                </a:cubicBezTo>
                <a:cubicBezTo>
                  <a:pt x="396082" y="290116"/>
                  <a:pt x="400447" y="292894"/>
                  <a:pt x="404813" y="295275"/>
                </a:cubicBezTo>
                <a:cubicBezTo>
                  <a:pt x="409179" y="297656"/>
                  <a:pt x="403057" y="291465"/>
                  <a:pt x="411957" y="297656"/>
                </a:cubicBezTo>
                <a:cubicBezTo>
                  <a:pt x="420857" y="303847"/>
                  <a:pt x="444320" y="322101"/>
                  <a:pt x="458211" y="332420"/>
                </a:cubicBezTo>
                <a:cubicBezTo>
                  <a:pt x="472102" y="342739"/>
                  <a:pt x="486737" y="352266"/>
                  <a:pt x="495300" y="359569"/>
                </a:cubicBezTo>
                <a:cubicBezTo>
                  <a:pt x="503863" y="366872"/>
                  <a:pt x="492279" y="355466"/>
                  <a:pt x="509588" y="376237"/>
                </a:cubicBezTo>
                <a:cubicBezTo>
                  <a:pt x="511420" y="378436"/>
                  <a:pt x="512518" y="381182"/>
                  <a:pt x="514350" y="383381"/>
                </a:cubicBezTo>
                <a:cubicBezTo>
                  <a:pt x="527305" y="398928"/>
                  <a:pt x="515259" y="381909"/>
                  <a:pt x="531019" y="397669"/>
                </a:cubicBezTo>
                <a:cubicBezTo>
                  <a:pt x="533825" y="400475"/>
                  <a:pt x="535550" y="404207"/>
                  <a:pt x="538163" y="407194"/>
                </a:cubicBezTo>
                <a:cubicBezTo>
                  <a:pt x="555321" y="426803"/>
                  <a:pt x="540377" y="409091"/>
                  <a:pt x="554832" y="421481"/>
                </a:cubicBezTo>
                <a:cubicBezTo>
                  <a:pt x="558241" y="424403"/>
                  <a:pt x="560978" y="428049"/>
                  <a:pt x="564357" y="431006"/>
                </a:cubicBezTo>
                <a:cubicBezTo>
                  <a:pt x="567344" y="433619"/>
                  <a:pt x="570783" y="435671"/>
                  <a:pt x="573882" y="438150"/>
                </a:cubicBezTo>
                <a:cubicBezTo>
                  <a:pt x="577392" y="440958"/>
                  <a:pt x="589001" y="451663"/>
                  <a:pt x="595313" y="454819"/>
                </a:cubicBezTo>
                <a:cubicBezTo>
                  <a:pt x="597558" y="455942"/>
                  <a:pt x="600212" y="456077"/>
                  <a:pt x="602457" y="457200"/>
                </a:cubicBezTo>
                <a:cubicBezTo>
                  <a:pt x="627542" y="469743"/>
                  <a:pt x="610065" y="464460"/>
                  <a:pt x="628650" y="469106"/>
                </a:cubicBezTo>
                <a:cubicBezTo>
                  <a:pt x="634206" y="473869"/>
                  <a:pt x="639401" y="479090"/>
                  <a:pt x="645319" y="483394"/>
                </a:cubicBezTo>
                <a:cubicBezTo>
                  <a:pt x="648190" y="485482"/>
                  <a:pt x="652149" y="485846"/>
                  <a:pt x="654844" y="488156"/>
                </a:cubicBezTo>
                <a:cubicBezTo>
                  <a:pt x="657857" y="490739"/>
                  <a:pt x="659062" y="494999"/>
                  <a:pt x="661988" y="497681"/>
                </a:cubicBezTo>
                <a:cubicBezTo>
                  <a:pt x="668659" y="503796"/>
                  <a:pt x="675889" y="509330"/>
                  <a:pt x="683419" y="514350"/>
                </a:cubicBezTo>
                <a:cubicBezTo>
                  <a:pt x="688757" y="517908"/>
                  <a:pt x="695358" y="522117"/>
                  <a:pt x="700088" y="526256"/>
                </a:cubicBezTo>
                <a:cubicBezTo>
                  <a:pt x="703467" y="529213"/>
                  <a:pt x="706234" y="532824"/>
                  <a:pt x="709613" y="535781"/>
                </a:cubicBezTo>
                <a:cubicBezTo>
                  <a:pt x="712600" y="538394"/>
                  <a:pt x="716188" y="540270"/>
                  <a:pt x="719138" y="542925"/>
                </a:cubicBezTo>
                <a:cubicBezTo>
                  <a:pt x="724144" y="547430"/>
                  <a:pt x="727401" y="554200"/>
                  <a:pt x="733425" y="557212"/>
                </a:cubicBezTo>
                <a:cubicBezTo>
                  <a:pt x="758177" y="569589"/>
                  <a:pt x="728852" y="553670"/>
                  <a:pt x="750094" y="569119"/>
                </a:cubicBezTo>
                <a:cubicBezTo>
                  <a:pt x="756150" y="573523"/>
                  <a:pt x="762723" y="577172"/>
                  <a:pt x="769144" y="581025"/>
                </a:cubicBezTo>
                <a:cubicBezTo>
                  <a:pt x="774632" y="584317"/>
                  <a:pt x="785813" y="590550"/>
                  <a:pt x="785813" y="590550"/>
                </a:cubicBezTo>
                <a:cubicBezTo>
                  <a:pt x="788194" y="593725"/>
                  <a:pt x="790151" y="597269"/>
                  <a:pt x="792957" y="600075"/>
                </a:cubicBezTo>
                <a:cubicBezTo>
                  <a:pt x="801539" y="608657"/>
                  <a:pt x="801510" y="605219"/>
                  <a:pt x="809625" y="611981"/>
                </a:cubicBezTo>
                <a:cubicBezTo>
                  <a:pt x="812212" y="614137"/>
                  <a:pt x="814212" y="616933"/>
                  <a:pt x="816769" y="619125"/>
                </a:cubicBezTo>
                <a:cubicBezTo>
                  <a:pt x="819782" y="621708"/>
                  <a:pt x="823195" y="623790"/>
                  <a:pt x="826294" y="626269"/>
                </a:cubicBezTo>
                <a:cubicBezTo>
                  <a:pt x="831135" y="630142"/>
                  <a:pt x="835948" y="634056"/>
                  <a:pt x="840582" y="638175"/>
                </a:cubicBezTo>
                <a:cubicBezTo>
                  <a:pt x="843099" y="640412"/>
                  <a:pt x="845168" y="643127"/>
                  <a:pt x="847725" y="645319"/>
                </a:cubicBezTo>
                <a:cubicBezTo>
                  <a:pt x="850738" y="647902"/>
                  <a:pt x="850503" y="647303"/>
                  <a:pt x="857250" y="652462"/>
                </a:cubicBezTo>
                <a:cubicBezTo>
                  <a:pt x="863997" y="657621"/>
                  <a:pt x="879873" y="671116"/>
                  <a:pt x="888207" y="676275"/>
                </a:cubicBezTo>
                <a:cubicBezTo>
                  <a:pt x="896541" y="681434"/>
                  <a:pt x="900510" y="680244"/>
                  <a:pt x="907257" y="683419"/>
                </a:cubicBezTo>
                <a:cubicBezTo>
                  <a:pt x="913293" y="687040"/>
                  <a:pt x="921861" y="692594"/>
                  <a:pt x="928688" y="695325"/>
                </a:cubicBezTo>
                <a:cubicBezTo>
                  <a:pt x="933349" y="697189"/>
                  <a:pt x="938213" y="698500"/>
                  <a:pt x="942975" y="700087"/>
                </a:cubicBezTo>
                <a:cubicBezTo>
                  <a:pt x="950119" y="705643"/>
                  <a:pt x="958008" y="710356"/>
                  <a:pt x="964407" y="716756"/>
                </a:cubicBezTo>
                <a:cubicBezTo>
                  <a:pt x="966788" y="719137"/>
                  <a:pt x="969016" y="721682"/>
                  <a:pt x="971550" y="723900"/>
                </a:cubicBezTo>
                <a:cubicBezTo>
                  <a:pt x="975375" y="727247"/>
                  <a:pt x="979391" y="730375"/>
                  <a:pt x="983457" y="733425"/>
                </a:cubicBezTo>
                <a:cubicBezTo>
                  <a:pt x="985746" y="735142"/>
                  <a:pt x="988402" y="736355"/>
                  <a:pt x="990600" y="738187"/>
                </a:cubicBezTo>
                <a:cubicBezTo>
                  <a:pt x="1003421" y="748872"/>
                  <a:pt x="991667" y="742445"/>
                  <a:pt x="1007269" y="752475"/>
                </a:cubicBezTo>
                <a:cubicBezTo>
                  <a:pt x="1015056" y="757481"/>
                  <a:pt x="1023144" y="762000"/>
                  <a:pt x="1031082" y="766762"/>
                </a:cubicBezTo>
                <a:cubicBezTo>
                  <a:pt x="1035051" y="769143"/>
                  <a:pt x="1038597" y="772442"/>
                  <a:pt x="1042988" y="773906"/>
                </a:cubicBezTo>
                <a:cubicBezTo>
                  <a:pt x="1062326" y="780353"/>
                  <a:pt x="1052785" y="776424"/>
                  <a:pt x="1071563" y="785812"/>
                </a:cubicBezTo>
                <a:cubicBezTo>
                  <a:pt x="1104554" y="818805"/>
                  <a:pt x="1069470" y="786029"/>
                  <a:pt x="1097757" y="807244"/>
                </a:cubicBezTo>
                <a:cubicBezTo>
                  <a:pt x="1100451" y="809264"/>
                  <a:pt x="1102343" y="812196"/>
                  <a:pt x="1104900" y="814387"/>
                </a:cubicBezTo>
                <a:cubicBezTo>
                  <a:pt x="1114075" y="822251"/>
                  <a:pt x="1112151" y="820773"/>
                  <a:pt x="1121569" y="823912"/>
                </a:cubicBezTo>
                <a:cubicBezTo>
                  <a:pt x="1135186" y="837529"/>
                  <a:pt x="1121524" y="825373"/>
                  <a:pt x="1138238" y="835819"/>
                </a:cubicBezTo>
                <a:cubicBezTo>
                  <a:pt x="1141603" y="837922"/>
                  <a:pt x="1144398" y="840859"/>
                  <a:pt x="1147763" y="842962"/>
                </a:cubicBezTo>
                <a:cubicBezTo>
                  <a:pt x="1150773" y="844843"/>
                  <a:pt x="1154334" y="845756"/>
                  <a:pt x="1157288" y="847725"/>
                </a:cubicBezTo>
                <a:cubicBezTo>
                  <a:pt x="1176376" y="860451"/>
                  <a:pt x="1161284" y="855273"/>
                  <a:pt x="1178719" y="859631"/>
                </a:cubicBezTo>
                <a:cubicBezTo>
                  <a:pt x="1181894" y="862012"/>
                  <a:pt x="1185014" y="864468"/>
                  <a:pt x="1188244" y="866775"/>
                </a:cubicBezTo>
                <a:cubicBezTo>
                  <a:pt x="1190573" y="868438"/>
                  <a:pt x="1193364" y="869513"/>
                  <a:pt x="1195388" y="871537"/>
                </a:cubicBezTo>
                <a:cubicBezTo>
                  <a:pt x="1208545" y="884693"/>
                  <a:pt x="1195343" y="879264"/>
                  <a:pt x="1212057" y="883444"/>
                </a:cubicBezTo>
                <a:cubicBezTo>
                  <a:pt x="1227843" y="893968"/>
                  <a:pt x="1210302" y="881600"/>
                  <a:pt x="1226344" y="895350"/>
                </a:cubicBezTo>
                <a:cubicBezTo>
                  <a:pt x="1240876" y="907806"/>
                  <a:pt x="1230381" y="897873"/>
                  <a:pt x="1245394" y="907256"/>
                </a:cubicBezTo>
                <a:cubicBezTo>
                  <a:pt x="1248760" y="909359"/>
                  <a:pt x="1251516" y="912358"/>
                  <a:pt x="1254919" y="914400"/>
                </a:cubicBezTo>
                <a:cubicBezTo>
                  <a:pt x="1259485" y="917140"/>
                  <a:pt x="1264532" y="918994"/>
                  <a:pt x="1269207" y="921544"/>
                </a:cubicBezTo>
                <a:cubicBezTo>
                  <a:pt x="1275474" y="924962"/>
                  <a:pt x="1285165" y="930855"/>
                  <a:pt x="1290638" y="935831"/>
                </a:cubicBezTo>
                <a:cubicBezTo>
                  <a:pt x="1296452" y="941117"/>
                  <a:pt x="1300769" y="948141"/>
                  <a:pt x="1307307" y="952500"/>
                </a:cubicBezTo>
                <a:cubicBezTo>
                  <a:pt x="1319614" y="960705"/>
                  <a:pt x="1316156" y="958208"/>
                  <a:pt x="1333500" y="971550"/>
                </a:cubicBezTo>
                <a:cubicBezTo>
                  <a:pt x="1345211" y="980558"/>
                  <a:pt x="1350963" y="982266"/>
                  <a:pt x="1359694" y="990600"/>
                </a:cubicBezTo>
                <a:cubicBezTo>
                  <a:pt x="1368425" y="998934"/>
                  <a:pt x="1373188" y="1010841"/>
                  <a:pt x="1385888" y="1021557"/>
                </a:cubicBezTo>
                <a:cubicBezTo>
                  <a:pt x="1398588" y="1032273"/>
                  <a:pt x="1417241" y="1041004"/>
                  <a:pt x="1435894" y="1054894"/>
                </a:cubicBezTo>
                <a:cubicBezTo>
                  <a:pt x="1454547" y="1068784"/>
                  <a:pt x="1477169" y="1088231"/>
                  <a:pt x="1497806" y="1104900"/>
                </a:cubicBezTo>
                <a:lnTo>
                  <a:pt x="1559718" y="1154906"/>
                </a:lnTo>
                <a:cubicBezTo>
                  <a:pt x="1575990" y="1167606"/>
                  <a:pt x="1583929" y="1172369"/>
                  <a:pt x="1595438" y="1181100"/>
                </a:cubicBezTo>
                <a:cubicBezTo>
                  <a:pt x="1606947" y="1189831"/>
                  <a:pt x="1617663" y="1198960"/>
                  <a:pt x="1628775" y="1207294"/>
                </a:cubicBezTo>
                <a:cubicBezTo>
                  <a:pt x="1639887" y="1215628"/>
                  <a:pt x="1650207" y="1224360"/>
                  <a:pt x="1662113" y="1231107"/>
                </a:cubicBezTo>
                <a:cubicBezTo>
                  <a:pt x="1674019" y="1237854"/>
                  <a:pt x="1691879" y="1243013"/>
                  <a:pt x="1700213" y="1247775"/>
                </a:cubicBezTo>
                <a:cubicBezTo>
                  <a:pt x="1704182" y="1251744"/>
                  <a:pt x="1707306" y="1256793"/>
                  <a:pt x="1712119" y="1259681"/>
                </a:cubicBezTo>
                <a:cubicBezTo>
                  <a:pt x="1720417" y="1264660"/>
                  <a:pt x="1726335" y="1267656"/>
                  <a:pt x="1733550" y="1273969"/>
                </a:cubicBezTo>
                <a:cubicBezTo>
                  <a:pt x="1736929" y="1276926"/>
                  <a:pt x="1739531" y="1280737"/>
                  <a:pt x="1743075" y="1283494"/>
                </a:cubicBezTo>
                <a:cubicBezTo>
                  <a:pt x="1746729" y="1286335"/>
                  <a:pt x="1751190" y="1287983"/>
                  <a:pt x="1754982" y="1290637"/>
                </a:cubicBezTo>
                <a:cubicBezTo>
                  <a:pt x="1759146" y="1293551"/>
                  <a:pt x="1762659" y="1297343"/>
                  <a:pt x="1766888" y="1300162"/>
                </a:cubicBezTo>
                <a:cubicBezTo>
                  <a:pt x="1772775" y="1304087"/>
                  <a:pt x="1777205" y="1305189"/>
                  <a:pt x="1783557" y="1307306"/>
                </a:cubicBezTo>
                <a:cubicBezTo>
                  <a:pt x="1785938" y="1308894"/>
                  <a:pt x="1788371" y="1310406"/>
                  <a:pt x="1790700" y="1312069"/>
                </a:cubicBezTo>
                <a:cubicBezTo>
                  <a:pt x="1793929" y="1314376"/>
                  <a:pt x="1796779" y="1317243"/>
                  <a:pt x="1800225" y="1319212"/>
                </a:cubicBezTo>
                <a:cubicBezTo>
                  <a:pt x="1802404" y="1320457"/>
                  <a:pt x="1804988" y="1320800"/>
                  <a:pt x="1807369" y="1321594"/>
                </a:cubicBezTo>
                <a:cubicBezTo>
                  <a:pt x="1812925" y="1325563"/>
                  <a:pt x="1818878" y="1329028"/>
                  <a:pt x="1824038" y="1333500"/>
                </a:cubicBezTo>
                <a:cubicBezTo>
                  <a:pt x="1830824" y="1339381"/>
                  <a:pt x="1835904" y="1347162"/>
                  <a:pt x="1843088" y="1352550"/>
                </a:cubicBezTo>
                <a:cubicBezTo>
                  <a:pt x="1846263" y="1354931"/>
                  <a:pt x="1849600" y="1357111"/>
                  <a:pt x="1852613" y="1359694"/>
                </a:cubicBezTo>
                <a:cubicBezTo>
                  <a:pt x="1855170" y="1361885"/>
                  <a:pt x="1857017" y="1364880"/>
                  <a:pt x="1859757" y="1366837"/>
                </a:cubicBezTo>
                <a:cubicBezTo>
                  <a:pt x="1862646" y="1368900"/>
                  <a:pt x="1866107" y="1370012"/>
                  <a:pt x="1869282" y="1371600"/>
                </a:cubicBezTo>
                <a:cubicBezTo>
                  <a:pt x="1874928" y="1379129"/>
                  <a:pt x="1876604" y="1382299"/>
                  <a:pt x="1883569" y="1388269"/>
                </a:cubicBezTo>
                <a:cubicBezTo>
                  <a:pt x="1886582" y="1390852"/>
                  <a:pt x="1890107" y="1392799"/>
                  <a:pt x="1893094" y="1395412"/>
                </a:cubicBezTo>
                <a:cubicBezTo>
                  <a:pt x="1896473" y="1398369"/>
                  <a:pt x="1899027" y="1402243"/>
                  <a:pt x="1902619" y="1404937"/>
                </a:cubicBezTo>
                <a:cubicBezTo>
                  <a:pt x="1905459" y="1407067"/>
                  <a:pt x="1909078" y="1407911"/>
                  <a:pt x="1912144" y="1409700"/>
                </a:cubicBezTo>
                <a:cubicBezTo>
                  <a:pt x="1918612" y="1413473"/>
                  <a:pt x="1931194" y="1421606"/>
                  <a:pt x="1931194" y="1421606"/>
                </a:cubicBezTo>
                <a:cubicBezTo>
                  <a:pt x="1932782" y="1423987"/>
                  <a:pt x="1933933" y="1426726"/>
                  <a:pt x="1935957" y="1428750"/>
                </a:cubicBezTo>
                <a:cubicBezTo>
                  <a:pt x="1939923" y="1432716"/>
                  <a:pt x="1948145" y="1435662"/>
                  <a:pt x="1952625" y="1438275"/>
                </a:cubicBezTo>
                <a:cubicBezTo>
                  <a:pt x="1959093" y="1442048"/>
                  <a:pt x="1964978" y="1446832"/>
                  <a:pt x="1971675" y="1450181"/>
                </a:cubicBezTo>
                <a:cubicBezTo>
                  <a:pt x="1974850" y="1451769"/>
                  <a:pt x="1978453" y="1452696"/>
                  <a:pt x="1981200" y="1454944"/>
                </a:cubicBezTo>
                <a:cubicBezTo>
                  <a:pt x="1987282" y="1459920"/>
                  <a:pt x="1991583" y="1466897"/>
                  <a:pt x="1997869" y="1471612"/>
                </a:cubicBezTo>
                <a:cubicBezTo>
                  <a:pt x="2001044" y="1473993"/>
                  <a:pt x="2004029" y="1476652"/>
                  <a:pt x="2007394" y="1478756"/>
                </a:cubicBezTo>
                <a:cubicBezTo>
                  <a:pt x="2010404" y="1480637"/>
                  <a:pt x="2014030" y="1481456"/>
                  <a:pt x="2016919" y="1483519"/>
                </a:cubicBezTo>
                <a:cubicBezTo>
                  <a:pt x="2019659" y="1485476"/>
                  <a:pt x="2021323" y="1488705"/>
                  <a:pt x="2024063" y="1490662"/>
                </a:cubicBezTo>
                <a:cubicBezTo>
                  <a:pt x="2026952" y="1492725"/>
                  <a:pt x="2030699" y="1493362"/>
                  <a:pt x="2033588" y="1495425"/>
                </a:cubicBezTo>
                <a:cubicBezTo>
                  <a:pt x="2036328" y="1497383"/>
                  <a:pt x="2038145" y="1500413"/>
                  <a:pt x="2040732" y="1502569"/>
                </a:cubicBezTo>
                <a:cubicBezTo>
                  <a:pt x="2042930" y="1504401"/>
                  <a:pt x="2045546" y="1505668"/>
                  <a:pt x="2047875" y="1507331"/>
                </a:cubicBezTo>
                <a:cubicBezTo>
                  <a:pt x="2051105" y="1509638"/>
                  <a:pt x="2054170" y="1512168"/>
                  <a:pt x="2057400" y="1514475"/>
                </a:cubicBezTo>
                <a:cubicBezTo>
                  <a:pt x="2059729" y="1516138"/>
                  <a:pt x="2062345" y="1517405"/>
                  <a:pt x="2064544" y="1519237"/>
                </a:cubicBezTo>
                <a:cubicBezTo>
                  <a:pt x="2067131" y="1521393"/>
                  <a:pt x="2068948" y="1524423"/>
                  <a:pt x="2071688" y="1526381"/>
                </a:cubicBezTo>
                <a:cubicBezTo>
                  <a:pt x="2074577" y="1528444"/>
                  <a:pt x="2078203" y="1529263"/>
                  <a:pt x="2081213" y="1531144"/>
                </a:cubicBezTo>
                <a:cubicBezTo>
                  <a:pt x="2084578" y="1533247"/>
                  <a:pt x="2087310" y="1536287"/>
                  <a:pt x="2090738" y="1538287"/>
                </a:cubicBezTo>
                <a:cubicBezTo>
                  <a:pt x="2096870" y="1541864"/>
                  <a:pt x="2103537" y="1544446"/>
                  <a:pt x="2109788" y="1547812"/>
                </a:cubicBezTo>
                <a:cubicBezTo>
                  <a:pt x="2136499" y="1562195"/>
                  <a:pt x="2108214" y="1547722"/>
                  <a:pt x="2131219" y="1562100"/>
                </a:cubicBezTo>
                <a:cubicBezTo>
                  <a:pt x="2134229" y="1563981"/>
                  <a:pt x="2137790" y="1564893"/>
                  <a:pt x="2140744" y="1566862"/>
                </a:cubicBezTo>
                <a:cubicBezTo>
                  <a:pt x="2144973" y="1569681"/>
                  <a:pt x="2148188" y="1573953"/>
                  <a:pt x="2152650" y="1576387"/>
                </a:cubicBezTo>
                <a:cubicBezTo>
                  <a:pt x="2180316" y="1591478"/>
                  <a:pt x="2153699" y="1568654"/>
                  <a:pt x="2181225" y="1590675"/>
                </a:cubicBezTo>
                <a:cubicBezTo>
                  <a:pt x="2216124" y="1618594"/>
                  <a:pt x="2167211" y="1583728"/>
                  <a:pt x="2200275" y="1607344"/>
                </a:cubicBezTo>
                <a:cubicBezTo>
                  <a:pt x="2202604" y="1609007"/>
                  <a:pt x="2205090" y="1610443"/>
                  <a:pt x="2207419" y="1612106"/>
                </a:cubicBezTo>
                <a:cubicBezTo>
                  <a:pt x="2210649" y="1614413"/>
                  <a:pt x="2210197" y="1614091"/>
                  <a:pt x="2216944" y="1619250"/>
                </a:cubicBezTo>
                <a:cubicBezTo>
                  <a:pt x="2223691" y="1624409"/>
                  <a:pt x="2241550" y="1637903"/>
                  <a:pt x="2247900" y="1643062"/>
                </a:cubicBezTo>
                <a:cubicBezTo>
                  <a:pt x="2258616" y="1650603"/>
                  <a:pt x="2270522" y="1664097"/>
                  <a:pt x="2281238" y="1674019"/>
                </a:cubicBezTo>
                <a:cubicBezTo>
                  <a:pt x="2291954" y="1683941"/>
                  <a:pt x="2297510" y="1688703"/>
                  <a:pt x="2312194" y="1702594"/>
                </a:cubicBezTo>
                <a:cubicBezTo>
                  <a:pt x="2326878" y="1716485"/>
                  <a:pt x="2349897" y="1743472"/>
                  <a:pt x="2369344" y="1757363"/>
                </a:cubicBezTo>
                <a:cubicBezTo>
                  <a:pt x="2388791" y="1771254"/>
                  <a:pt x="2412207" y="1776016"/>
                  <a:pt x="2428876" y="1785938"/>
                </a:cubicBezTo>
                <a:cubicBezTo>
                  <a:pt x="2445545" y="1795860"/>
                  <a:pt x="2459831" y="1814116"/>
                  <a:pt x="2469356" y="1816894"/>
                </a:cubicBezTo>
                <a:cubicBezTo>
                  <a:pt x="2484437" y="1828006"/>
                  <a:pt x="2506266" y="1843484"/>
                  <a:pt x="2514600" y="1850231"/>
                </a:cubicBezTo>
                <a:cubicBezTo>
                  <a:pt x="2522934" y="1856978"/>
                  <a:pt x="2517478" y="1855221"/>
                  <a:pt x="2519363" y="1857375"/>
                </a:cubicBezTo>
                <a:cubicBezTo>
                  <a:pt x="2526535" y="1865571"/>
                  <a:pt x="2537112" y="1872522"/>
                  <a:pt x="2540794" y="1883569"/>
                </a:cubicBezTo>
                <a:lnTo>
                  <a:pt x="2543175" y="1890712"/>
                </a:lnTo>
              </a:path>
            </a:pathLst>
          </a:cu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3" name="Freeform: Shape 52">
            <a:extLst>
              <a:ext uri="{FF2B5EF4-FFF2-40B4-BE49-F238E27FC236}">
                <a16:creationId xmlns:a16="http://schemas.microsoft.com/office/drawing/2014/main" id="{EBFC55A1-EAB2-47A7-2687-0007AA8E8C35}"/>
              </a:ext>
            </a:extLst>
          </p:cNvPr>
          <p:cNvSpPr/>
          <p:nvPr/>
        </p:nvSpPr>
        <p:spPr>
          <a:xfrm flipH="1">
            <a:off x="628642" y="4149740"/>
            <a:ext cx="1359156" cy="198874"/>
          </a:xfrm>
          <a:custGeom>
            <a:avLst/>
            <a:gdLst>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297657 w 1716882"/>
              <a:gd name="connsiteY11" fmla="*/ 211931 h 252412"/>
              <a:gd name="connsiteX12" fmla="*/ 402432 w 1716882"/>
              <a:gd name="connsiteY12" fmla="*/ 200025 h 252412"/>
              <a:gd name="connsiteX13" fmla="*/ 514350 w 1716882"/>
              <a:gd name="connsiteY13" fmla="*/ 192881 h 252412"/>
              <a:gd name="connsiteX14" fmla="*/ 552450 w 1716882"/>
              <a:gd name="connsiteY14" fmla="*/ 178593 h 252412"/>
              <a:gd name="connsiteX15" fmla="*/ 566738 w 1716882"/>
              <a:gd name="connsiteY15" fmla="*/ 171450 h 252412"/>
              <a:gd name="connsiteX16" fmla="*/ 592932 w 1716882"/>
              <a:gd name="connsiteY16" fmla="*/ 166687 h 252412"/>
              <a:gd name="connsiteX17" fmla="*/ 633413 w 1716882"/>
              <a:gd name="connsiteY17" fmla="*/ 157162 h 252412"/>
              <a:gd name="connsiteX18" fmla="*/ 661988 w 1716882"/>
              <a:gd name="connsiteY18" fmla="*/ 154781 h 252412"/>
              <a:gd name="connsiteX19" fmla="*/ 683419 w 1716882"/>
              <a:gd name="connsiteY19" fmla="*/ 152400 h 252412"/>
              <a:gd name="connsiteX20" fmla="*/ 697707 w 1716882"/>
              <a:gd name="connsiteY20" fmla="*/ 147637 h 252412"/>
              <a:gd name="connsiteX21" fmla="*/ 733425 w 1716882"/>
              <a:gd name="connsiteY21" fmla="*/ 133350 h 252412"/>
              <a:gd name="connsiteX22" fmla="*/ 776288 w 1716882"/>
              <a:gd name="connsiteY22" fmla="*/ 126206 h 252412"/>
              <a:gd name="connsiteX23" fmla="*/ 871538 w 1716882"/>
              <a:gd name="connsiteY23" fmla="*/ 128587 h 252412"/>
              <a:gd name="connsiteX24" fmla="*/ 916782 w 1716882"/>
              <a:gd name="connsiteY24" fmla="*/ 130968 h 252412"/>
              <a:gd name="connsiteX25" fmla="*/ 966788 w 1716882"/>
              <a:gd name="connsiteY25" fmla="*/ 128587 h 252412"/>
              <a:gd name="connsiteX26" fmla="*/ 995363 w 1716882"/>
              <a:gd name="connsiteY26" fmla="*/ 114300 h 252412"/>
              <a:gd name="connsiteX27" fmla="*/ 1004888 w 1716882"/>
              <a:gd name="connsiteY27" fmla="*/ 111918 h 252412"/>
              <a:gd name="connsiteX28" fmla="*/ 1050132 w 1716882"/>
              <a:gd name="connsiteY28" fmla="*/ 107156 h 252412"/>
              <a:gd name="connsiteX29" fmla="*/ 1071563 w 1716882"/>
              <a:gd name="connsiteY29" fmla="*/ 102393 h 252412"/>
              <a:gd name="connsiteX30" fmla="*/ 1083469 w 1716882"/>
              <a:gd name="connsiteY30" fmla="*/ 97631 h 252412"/>
              <a:gd name="connsiteX31" fmla="*/ 1121569 w 1716882"/>
              <a:gd name="connsiteY31" fmla="*/ 90487 h 252412"/>
              <a:gd name="connsiteX32" fmla="*/ 1143000 w 1716882"/>
              <a:gd name="connsiteY32" fmla="*/ 80962 h 252412"/>
              <a:gd name="connsiteX33" fmla="*/ 1169194 w 1716882"/>
              <a:gd name="connsiteY33" fmla="*/ 76200 h 252412"/>
              <a:gd name="connsiteX34" fmla="*/ 1193007 w 1716882"/>
              <a:gd name="connsiteY34" fmla="*/ 69056 h 252412"/>
              <a:gd name="connsiteX35" fmla="*/ 1204913 w 1716882"/>
              <a:gd name="connsiteY35" fmla="*/ 64293 h 252412"/>
              <a:gd name="connsiteX36" fmla="*/ 1245394 w 1716882"/>
              <a:gd name="connsiteY36" fmla="*/ 59531 h 252412"/>
              <a:gd name="connsiteX37" fmla="*/ 1273969 w 1716882"/>
              <a:gd name="connsiteY37" fmla="*/ 52387 h 252412"/>
              <a:gd name="connsiteX38" fmla="*/ 1378744 w 1716882"/>
              <a:gd name="connsiteY38" fmla="*/ 54768 h 252412"/>
              <a:gd name="connsiteX39" fmla="*/ 1443038 w 1716882"/>
              <a:gd name="connsiteY39" fmla="*/ 52387 h 252412"/>
              <a:gd name="connsiteX40" fmla="*/ 1459707 w 1716882"/>
              <a:gd name="connsiteY40" fmla="*/ 54768 h 252412"/>
              <a:gd name="connsiteX41" fmla="*/ 1514475 w 1716882"/>
              <a:gd name="connsiteY41" fmla="*/ 52387 h 252412"/>
              <a:gd name="connsiteX42" fmla="*/ 1535907 w 1716882"/>
              <a:gd name="connsiteY42" fmla="*/ 45243 h 252412"/>
              <a:gd name="connsiteX43" fmla="*/ 1552575 w 1716882"/>
              <a:gd name="connsiteY43" fmla="*/ 38100 h 252412"/>
              <a:gd name="connsiteX44" fmla="*/ 1571625 w 1716882"/>
              <a:gd name="connsiteY44" fmla="*/ 30956 h 252412"/>
              <a:gd name="connsiteX45" fmla="*/ 1624013 w 1716882"/>
              <a:gd name="connsiteY45" fmla="*/ 14287 h 252412"/>
              <a:gd name="connsiteX46" fmla="*/ 1702594 w 1716882"/>
              <a:gd name="connsiteY46" fmla="*/ 11906 h 252412"/>
              <a:gd name="connsiteX47" fmla="*/ 1709738 w 1716882"/>
              <a:gd name="connsiteY47" fmla="*/ 7143 h 252412"/>
              <a:gd name="connsiteX48" fmla="*/ 1716882 w 1716882"/>
              <a:gd name="connsiteY48"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514350 w 1716882"/>
              <a:gd name="connsiteY13" fmla="*/ 192881 h 252412"/>
              <a:gd name="connsiteX14" fmla="*/ 552450 w 1716882"/>
              <a:gd name="connsiteY14" fmla="*/ 178593 h 252412"/>
              <a:gd name="connsiteX15" fmla="*/ 566738 w 1716882"/>
              <a:gd name="connsiteY15" fmla="*/ 171450 h 252412"/>
              <a:gd name="connsiteX16" fmla="*/ 592932 w 1716882"/>
              <a:gd name="connsiteY16" fmla="*/ 166687 h 252412"/>
              <a:gd name="connsiteX17" fmla="*/ 633413 w 1716882"/>
              <a:gd name="connsiteY17" fmla="*/ 157162 h 252412"/>
              <a:gd name="connsiteX18" fmla="*/ 661988 w 1716882"/>
              <a:gd name="connsiteY18" fmla="*/ 154781 h 252412"/>
              <a:gd name="connsiteX19" fmla="*/ 683419 w 1716882"/>
              <a:gd name="connsiteY19" fmla="*/ 152400 h 252412"/>
              <a:gd name="connsiteX20" fmla="*/ 697707 w 1716882"/>
              <a:gd name="connsiteY20" fmla="*/ 147637 h 252412"/>
              <a:gd name="connsiteX21" fmla="*/ 733425 w 1716882"/>
              <a:gd name="connsiteY21" fmla="*/ 133350 h 252412"/>
              <a:gd name="connsiteX22" fmla="*/ 776288 w 1716882"/>
              <a:gd name="connsiteY22" fmla="*/ 126206 h 252412"/>
              <a:gd name="connsiteX23" fmla="*/ 871538 w 1716882"/>
              <a:gd name="connsiteY23" fmla="*/ 128587 h 252412"/>
              <a:gd name="connsiteX24" fmla="*/ 916782 w 1716882"/>
              <a:gd name="connsiteY24" fmla="*/ 130968 h 252412"/>
              <a:gd name="connsiteX25" fmla="*/ 966788 w 1716882"/>
              <a:gd name="connsiteY25" fmla="*/ 128587 h 252412"/>
              <a:gd name="connsiteX26" fmla="*/ 995363 w 1716882"/>
              <a:gd name="connsiteY26" fmla="*/ 114300 h 252412"/>
              <a:gd name="connsiteX27" fmla="*/ 1004888 w 1716882"/>
              <a:gd name="connsiteY27" fmla="*/ 111918 h 252412"/>
              <a:gd name="connsiteX28" fmla="*/ 1050132 w 1716882"/>
              <a:gd name="connsiteY28" fmla="*/ 107156 h 252412"/>
              <a:gd name="connsiteX29" fmla="*/ 1071563 w 1716882"/>
              <a:gd name="connsiteY29" fmla="*/ 102393 h 252412"/>
              <a:gd name="connsiteX30" fmla="*/ 1083469 w 1716882"/>
              <a:gd name="connsiteY30" fmla="*/ 97631 h 252412"/>
              <a:gd name="connsiteX31" fmla="*/ 1121569 w 1716882"/>
              <a:gd name="connsiteY31" fmla="*/ 90487 h 252412"/>
              <a:gd name="connsiteX32" fmla="*/ 1143000 w 1716882"/>
              <a:gd name="connsiteY32" fmla="*/ 80962 h 252412"/>
              <a:gd name="connsiteX33" fmla="*/ 1169194 w 1716882"/>
              <a:gd name="connsiteY33" fmla="*/ 76200 h 252412"/>
              <a:gd name="connsiteX34" fmla="*/ 1193007 w 1716882"/>
              <a:gd name="connsiteY34" fmla="*/ 69056 h 252412"/>
              <a:gd name="connsiteX35" fmla="*/ 1204913 w 1716882"/>
              <a:gd name="connsiteY35" fmla="*/ 64293 h 252412"/>
              <a:gd name="connsiteX36" fmla="*/ 1245394 w 1716882"/>
              <a:gd name="connsiteY36" fmla="*/ 59531 h 252412"/>
              <a:gd name="connsiteX37" fmla="*/ 1273969 w 1716882"/>
              <a:gd name="connsiteY37" fmla="*/ 52387 h 252412"/>
              <a:gd name="connsiteX38" fmla="*/ 1378744 w 1716882"/>
              <a:gd name="connsiteY38" fmla="*/ 54768 h 252412"/>
              <a:gd name="connsiteX39" fmla="*/ 1443038 w 1716882"/>
              <a:gd name="connsiteY39" fmla="*/ 52387 h 252412"/>
              <a:gd name="connsiteX40" fmla="*/ 1459707 w 1716882"/>
              <a:gd name="connsiteY40" fmla="*/ 54768 h 252412"/>
              <a:gd name="connsiteX41" fmla="*/ 1514475 w 1716882"/>
              <a:gd name="connsiteY41" fmla="*/ 52387 h 252412"/>
              <a:gd name="connsiteX42" fmla="*/ 1535907 w 1716882"/>
              <a:gd name="connsiteY42" fmla="*/ 45243 h 252412"/>
              <a:gd name="connsiteX43" fmla="*/ 1552575 w 1716882"/>
              <a:gd name="connsiteY43" fmla="*/ 38100 h 252412"/>
              <a:gd name="connsiteX44" fmla="*/ 1571625 w 1716882"/>
              <a:gd name="connsiteY44" fmla="*/ 30956 h 252412"/>
              <a:gd name="connsiteX45" fmla="*/ 1624013 w 1716882"/>
              <a:gd name="connsiteY45" fmla="*/ 14287 h 252412"/>
              <a:gd name="connsiteX46" fmla="*/ 1702594 w 1716882"/>
              <a:gd name="connsiteY46" fmla="*/ 11906 h 252412"/>
              <a:gd name="connsiteX47" fmla="*/ 1709738 w 1716882"/>
              <a:gd name="connsiteY47" fmla="*/ 7143 h 252412"/>
              <a:gd name="connsiteX48" fmla="*/ 1716882 w 1716882"/>
              <a:gd name="connsiteY48"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514350 w 1716882"/>
              <a:gd name="connsiteY13" fmla="*/ 192881 h 252412"/>
              <a:gd name="connsiteX14" fmla="*/ 552450 w 1716882"/>
              <a:gd name="connsiteY14" fmla="*/ 178593 h 252412"/>
              <a:gd name="connsiteX15" fmla="*/ 566738 w 1716882"/>
              <a:gd name="connsiteY15" fmla="*/ 171450 h 252412"/>
              <a:gd name="connsiteX16" fmla="*/ 592932 w 1716882"/>
              <a:gd name="connsiteY16" fmla="*/ 166687 h 252412"/>
              <a:gd name="connsiteX17" fmla="*/ 633413 w 1716882"/>
              <a:gd name="connsiteY17" fmla="*/ 157162 h 252412"/>
              <a:gd name="connsiteX18" fmla="*/ 661988 w 1716882"/>
              <a:gd name="connsiteY18" fmla="*/ 154781 h 252412"/>
              <a:gd name="connsiteX19" fmla="*/ 683419 w 1716882"/>
              <a:gd name="connsiteY19" fmla="*/ 152400 h 252412"/>
              <a:gd name="connsiteX20" fmla="*/ 697707 w 1716882"/>
              <a:gd name="connsiteY20" fmla="*/ 147637 h 252412"/>
              <a:gd name="connsiteX21" fmla="*/ 733425 w 1716882"/>
              <a:gd name="connsiteY21" fmla="*/ 133350 h 252412"/>
              <a:gd name="connsiteX22" fmla="*/ 776288 w 1716882"/>
              <a:gd name="connsiteY22" fmla="*/ 126206 h 252412"/>
              <a:gd name="connsiteX23" fmla="*/ 871538 w 1716882"/>
              <a:gd name="connsiteY23" fmla="*/ 128587 h 252412"/>
              <a:gd name="connsiteX24" fmla="*/ 916782 w 1716882"/>
              <a:gd name="connsiteY24" fmla="*/ 130968 h 252412"/>
              <a:gd name="connsiteX25" fmla="*/ 966788 w 1716882"/>
              <a:gd name="connsiteY25" fmla="*/ 128587 h 252412"/>
              <a:gd name="connsiteX26" fmla="*/ 995363 w 1716882"/>
              <a:gd name="connsiteY26" fmla="*/ 114300 h 252412"/>
              <a:gd name="connsiteX27" fmla="*/ 1004888 w 1716882"/>
              <a:gd name="connsiteY27" fmla="*/ 111918 h 252412"/>
              <a:gd name="connsiteX28" fmla="*/ 1050132 w 1716882"/>
              <a:gd name="connsiteY28" fmla="*/ 107156 h 252412"/>
              <a:gd name="connsiteX29" fmla="*/ 1071563 w 1716882"/>
              <a:gd name="connsiteY29" fmla="*/ 102393 h 252412"/>
              <a:gd name="connsiteX30" fmla="*/ 1083469 w 1716882"/>
              <a:gd name="connsiteY30" fmla="*/ 97631 h 252412"/>
              <a:gd name="connsiteX31" fmla="*/ 1121569 w 1716882"/>
              <a:gd name="connsiteY31" fmla="*/ 90487 h 252412"/>
              <a:gd name="connsiteX32" fmla="*/ 1143000 w 1716882"/>
              <a:gd name="connsiteY32" fmla="*/ 80962 h 252412"/>
              <a:gd name="connsiteX33" fmla="*/ 1169194 w 1716882"/>
              <a:gd name="connsiteY33" fmla="*/ 76200 h 252412"/>
              <a:gd name="connsiteX34" fmla="*/ 1193007 w 1716882"/>
              <a:gd name="connsiteY34" fmla="*/ 69056 h 252412"/>
              <a:gd name="connsiteX35" fmla="*/ 1204913 w 1716882"/>
              <a:gd name="connsiteY35" fmla="*/ 64293 h 252412"/>
              <a:gd name="connsiteX36" fmla="*/ 1245394 w 1716882"/>
              <a:gd name="connsiteY36" fmla="*/ 59531 h 252412"/>
              <a:gd name="connsiteX37" fmla="*/ 1273969 w 1716882"/>
              <a:gd name="connsiteY37" fmla="*/ 52387 h 252412"/>
              <a:gd name="connsiteX38" fmla="*/ 1378744 w 1716882"/>
              <a:gd name="connsiteY38" fmla="*/ 54768 h 252412"/>
              <a:gd name="connsiteX39" fmla="*/ 1443038 w 1716882"/>
              <a:gd name="connsiteY39" fmla="*/ 52387 h 252412"/>
              <a:gd name="connsiteX40" fmla="*/ 1459707 w 1716882"/>
              <a:gd name="connsiteY40" fmla="*/ 54768 h 252412"/>
              <a:gd name="connsiteX41" fmla="*/ 1514475 w 1716882"/>
              <a:gd name="connsiteY41" fmla="*/ 52387 h 252412"/>
              <a:gd name="connsiteX42" fmla="*/ 1535907 w 1716882"/>
              <a:gd name="connsiteY42" fmla="*/ 45243 h 252412"/>
              <a:gd name="connsiteX43" fmla="*/ 1552575 w 1716882"/>
              <a:gd name="connsiteY43" fmla="*/ 38100 h 252412"/>
              <a:gd name="connsiteX44" fmla="*/ 1571625 w 1716882"/>
              <a:gd name="connsiteY44" fmla="*/ 30956 h 252412"/>
              <a:gd name="connsiteX45" fmla="*/ 1624013 w 1716882"/>
              <a:gd name="connsiteY45" fmla="*/ 14287 h 252412"/>
              <a:gd name="connsiteX46" fmla="*/ 1702594 w 1716882"/>
              <a:gd name="connsiteY46" fmla="*/ 11906 h 252412"/>
              <a:gd name="connsiteX47" fmla="*/ 1709738 w 1716882"/>
              <a:gd name="connsiteY47" fmla="*/ 7143 h 252412"/>
              <a:gd name="connsiteX48" fmla="*/ 1716882 w 1716882"/>
              <a:gd name="connsiteY48"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514350 w 1716882"/>
              <a:gd name="connsiteY13" fmla="*/ 192881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83419 w 1716882"/>
              <a:gd name="connsiteY18" fmla="*/ 152400 h 252412"/>
              <a:gd name="connsiteX19" fmla="*/ 697707 w 1716882"/>
              <a:gd name="connsiteY19" fmla="*/ 147637 h 252412"/>
              <a:gd name="connsiteX20" fmla="*/ 733425 w 1716882"/>
              <a:gd name="connsiteY20" fmla="*/ 133350 h 252412"/>
              <a:gd name="connsiteX21" fmla="*/ 776288 w 1716882"/>
              <a:gd name="connsiteY21" fmla="*/ 126206 h 252412"/>
              <a:gd name="connsiteX22" fmla="*/ 871538 w 1716882"/>
              <a:gd name="connsiteY22" fmla="*/ 128587 h 252412"/>
              <a:gd name="connsiteX23" fmla="*/ 916782 w 1716882"/>
              <a:gd name="connsiteY23" fmla="*/ 130968 h 252412"/>
              <a:gd name="connsiteX24" fmla="*/ 966788 w 1716882"/>
              <a:gd name="connsiteY24" fmla="*/ 128587 h 252412"/>
              <a:gd name="connsiteX25" fmla="*/ 995363 w 1716882"/>
              <a:gd name="connsiteY25" fmla="*/ 114300 h 252412"/>
              <a:gd name="connsiteX26" fmla="*/ 1004888 w 1716882"/>
              <a:gd name="connsiteY26" fmla="*/ 111918 h 252412"/>
              <a:gd name="connsiteX27" fmla="*/ 1050132 w 1716882"/>
              <a:gd name="connsiteY27" fmla="*/ 107156 h 252412"/>
              <a:gd name="connsiteX28" fmla="*/ 1071563 w 1716882"/>
              <a:gd name="connsiteY28" fmla="*/ 102393 h 252412"/>
              <a:gd name="connsiteX29" fmla="*/ 1083469 w 1716882"/>
              <a:gd name="connsiteY29" fmla="*/ 97631 h 252412"/>
              <a:gd name="connsiteX30" fmla="*/ 1121569 w 1716882"/>
              <a:gd name="connsiteY30" fmla="*/ 90487 h 252412"/>
              <a:gd name="connsiteX31" fmla="*/ 1143000 w 1716882"/>
              <a:gd name="connsiteY31" fmla="*/ 80962 h 252412"/>
              <a:gd name="connsiteX32" fmla="*/ 1169194 w 1716882"/>
              <a:gd name="connsiteY32" fmla="*/ 76200 h 252412"/>
              <a:gd name="connsiteX33" fmla="*/ 1193007 w 1716882"/>
              <a:gd name="connsiteY33" fmla="*/ 69056 h 252412"/>
              <a:gd name="connsiteX34" fmla="*/ 1204913 w 1716882"/>
              <a:gd name="connsiteY34" fmla="*/ 64293 h 252412"/>
              <a:gd name="connsiteX35" fmla="*/ 1245394 w 1716882"/>
              <a:gd name="connsiteY35" fmla="*/ 59531 h 252412"/>
              <a:gd name="connsiteX36" fmla="*/ 1273969 w 1716882"/>
              <a:gd name="connsiteY36" fmla="*/ 52387 h 252412"/>
              <a:gd name="connsiteX37" fmla="*/ 1378744 w 1716882"/>
              <a:gd name="connsiteY37" fmla="*/ 54768 h 252412"/>
              <a:gd name="connsiteX38" fmla="*/ 1443038 w 1716882"/>
              <a:gd name="connsiteY38" fmla="*/ 52387 h 252412"/>
              <a:gd name="connsiteX39" fmla="*/ 1459707 w 1716882"/>
              <a:gd name="connsiteY39" fmla="*/ 54768 h 252412"/>
              <a:gd name="connsiteX40" fmla="*/ 1514475 w 1716882"/>
              <a:gd name="connsiteY40" fmla="*/ 52387 h 252412"/>
              <a:gd name="connsiteX41" fmla="*/ 1535907 w 1716882"/>
              <a:gd name="connsiteY41" fmla="*/ 45243 h 252412"/>
              <a:gd name="connsiteX42" fmla="*/ 1552575 w 1716882"/>
              <a:gd name="connsiteY42" fmla="*/ 38100 h 252412"/>
              <a:gd name="connsiteX43" fmla="*/ 1571625 w 1716882"/>
              <a:gd name="connsiteY43" fmla="*/ 30956 h 252412"/>
              <a:gd name="connsiteX44" fmla="*/ 1624013 w 1716882"/>
              <a:gd name="connsiteY44" fmla="*/ 14287 h 252412"/>
              <a:gd name="connsiteX45" fmla="*/ 1702594 w 1716882"/>
              <a:gd name="connsiteY45" fmla="*/ 11906 h 252412"/>
              <a:gd name="connsiteX46" fmla="*/ 1709738 w 1716882"/>
              <a:gd name="connsiteY46" fmla="*/ 7143 h 252412"/>
              <a:gd name="connsiteX47" fmla="*/ 1716882 w 1716882"/>
              <a:gd name="connsiteY47"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514350 w 1716882"/>
              <a:gd name="connsiteY13" fmla="*/ 192881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733425 w 1716882"/>
              <a:gd name="connsiteY19" fmla="*/ 133350 h 252412"/>
              <a:gd name="connsiteX20" fmla="*/ 776288 w 1716882"/>
              <a:gd name="connsiteY20" fmla="*/ 126206 h 252412"/>
              <a:gd name="connsiteX21" fmla="*/ 871538 w 1716882"/>
              <a:gd name="connsiteY21" fmla="*/ 128587 h 252412"/>
              <a:gd name="connsiteX22" fmla="*/ 916782 w 1716882"/>
              <a:gd name="connsiteY22" fmla="*/ 130968 h 252412"/>
              <a:gd name="connsiteX23" fmla="*/ 966788 w 1716882"/>
              <a:gd name="connsiteY23" fmla="*/ 128587 h 252412"/>
              <a:gd name="connsiteX24" fmla="*/ 995363 w 1716882"/>
              <a:gd name="connsiteY24" fmla="*/ 114300 h 252412"/>
              <a:gd name="connsiteX25" fmla="*/ 1004888 w 1716882"/>
              <a:gd name="connsiteY25" fmla="*/ 111918 h 252412"/>
              <a:gd name="connsiteX26" fmla="*/ 1050132 w 1716882"/>
              <a:gd name="connsiteY26" fmla="*/ 107156 h 252412"/>
              <a:gd name="connsiteX27" fmla="*/ 1071563 w 1716882"/>
              <a:gd name="connsiteY27" fmla="*/ 102393 h 252412"/>
              <a:gd name="connsiteX28" fmla="*/ 1083469 w 1716882"/>
              <a:gd name="connsiteY28" fmla="*/ 97631 h 252412"/>
              <a:gd name="connsiteX29" fmla="*/ 1121569 w 1716882"/>
              <a:gd name="connsiteY29" fmla="*/ 90487 h 252412"/>
              <a:gd name="connsiteX30" fmla="*/ 1143000 w 1716882"/>
              <a:gd name="connsiteY30" fmla="*/ 80962 h 252412"/>
              <a:gd name="connsiteX31" fmla="*/ 1169194 w 1716882"/>
              <a:gd name="connsiteY31" fmla="*/ 76200 h 252412"/>
              <a:gd name="connsiteX32" fmla="*/ 1193007 w 1716882"/>
              <a:gd name="connsiteY32" fmla="*/ 69056 h 252412"/>
              <a:gd name="connsiteX33" fmla="*/ 1204913 w 1716882"/>
              <a:gd name="connsiteY33" fmla="*/ 64293 h 252412"/>
              <a:gd name="connsiteX34" fmla="*/ 1245394 w 1716882"/>
              <a:gd name="connsiteY34" fmla="*/ 59531 h 252412"/>
              <a:gd name="connsiteX35" fmla="*/ 1273969 w 1716882"/>
              <a:gd name="connsiteY35" fmla="*/ 52387 h 252412"/>
              <a:gd name="connsiteX36" fmla="*/ 1378744 w 1716882"/>
              <a:gd name="connsiteY36" fmla="*/ 54768 h 252412"/>
              <a:gd name="connsiteX37" fmla="*/ 1443038 w 1716882"/>
              <a:gd name="connsiteY37" fmla="*/ 52387 h 252412"/>
              <a:gd name="connsiteX38" fmla="*/ 1459707 w 1716882"/>
              <a:gd name="connsiteY38" fmla="*/ 54768 h 252412"/>
              <a:gd name="connsiteX39" fmla="*/ 1514475 w 1716882"/>
              <a:gd name="connsiteY39" fmla="*/ 52387 h 252412"/>
              <a:gd name="connsiteX40" fmla="*/ 1535907 w 1716882"/>
              <a:gd name="connsiteY40" fmla="*/ 45243 h 252412"/>
              <a:gd name="connsiteX41" fmla="*/ 1552575 w 1716882"/>
              <a:gd name="connsiteY41" fmla="*/ 38100 h 252412"/>
              <a:gd name="connsiteX42" fmla="*/ 1571625 w 1716882"/>
              <a:gd name="connsiteY42" fmla="*/ 30956 h 252412"/>
              <a:gd name="connsiteX43" fmla="*/ 1624013 w 1716882"/>
              <a:gd name="connsiteY43" fmla="*/ 14287 h 252412"/>
              <a:gd name="connsiteX44" fmla="*/ 1702594 w 1716882"/>
              <a:gd name="connsiteY44" fmla="*/ 11906 h 252412"/>
              <a:gd name="connsiteX45" fmla="*/ 1709738 w 1716882"/>
              <a:gd name="connsiteY45" fmla="*/ 7143 h 252412"/>
              <a:gd name="connsiteX46" fmla="*/ 1716882 w 1716882"/>
              <a:gd name="connsiteY46"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514350 w 1716882"/>
              <a:gd name="connsiteY13" fmla="*/ 192881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733425 w 1716882"/>
              <a:gd name="connsiteY19" fmla="*/ 133350 h 252412"/>
              <a:gd name="connsiteX20" fmla="*/ 800100 w 1716882"/>
              <a:gd name="connsiteY20" fmla="*/ 130969 h 252412"/>
              <a:gd name="connsiteX21" fmla="*/ 871538 w 1716882"/>
              <a:gd name="connsiteY21" fmla="*/ 128587 h 252412"/>
              <a:gd name="connsiteX22" fmla="*/ 916782 w 1716882"/>
              <a:gd name="connsiteY22" fmla="*/ 130968 h 252412"/>
              <a:gd name="connsiteX23" fmla="*/ 966788 w 1716882"/>
              <a:gd name="connsiteY23" fmla="*/ 128587 h 252412"/>
              <a:gd name="connsiteX24" fmla="*/ 995363 w 1716882"/>
              <a:gd name="connsiteY24" fmla="*/ 114300 h 252412"/>
              <a:gd name="connsiteX25" fmla="*/ 1004888 w 1716882"/>
              <a:gd name="connsiteY25" fmla="*/ 111918 h 252412"/>
              <a:gd name="connsiteX26" fmla="*/ 1050132 w 1716882"/>
              <a:gd name="connsiteY26" fmla="*/ 107156 h 252412"/>
              <a:gd name="connsiteX27" fmla="*/ 1071563 w 1716882"/>
              <a:gd name="connsiteY27" fmla="*/ 102393 h 252412"/>
              <a:gd name="connsiteX28" fmla="*/ 1083469 w 1716882"/>
              <a:gd name="connsiteY28" fmla="*/ 97631 h 252412"/>
              <a:gd name="connsiteX29" fmla="*/ 1121569 w 1716882"/>
              <a:gd name="connsiteY29" fmla="*/ 90487 h 252412"/>
              <a:gd name="connsiteX30" fmla="*/ 1143000 w 1716882"/>
              <a:gd name="connsiteY30" fmla="*/ 80962 h 252412"/>
              <a:gd name="connsiteX31" fmla="*/ 1169194 w 1716882"/>
              <a:gd name="connsiteY31" fmla="*/ 76200 h 252412"/>
              <a:gd name="connsiteX32" fmla="*/ 1193007 w 1716882"/>
              <a:gd name="connsiteY32" fmla="*/ 69056 h 252412"/>
              <a:gd name="connsiteX33" fmla="*/ 1204913 w 1716882"/>
              <a:gd name="connsiteY33" fmla="*/ 64293 h 252412"/>
              <a:gd name="connsiteX34" fmla="*/ 1245394 w 1716882"/>
              <a:gd name="connsiteY34" fmla="*/ 59531 h 252412"/>
              <a:gd name="connsiteX35" fmla="*/ 1273969 w 1716882"/>
              <a:gd name="connsiteY35" fmla="*/ 52387 h 252412"/>
              <a:gd name="connsiteX36" fmla="*/ 1378744 w 1716882"/>
              <a:gd name="connsiteY36" fmla="*/ 54768 h 252412"/>
              <a:gd name="connsiteX37" fmla="*/ 1443038 w 1716882"/>
              <a:gd name="connsiteY37" fmla="*/ 52387 h 252412"/>
              <a:gd name="connsiteX38" fmla="*/ 1459707 w 1716882"/>
              <a:gd name="connsiteY38" fmla="*/ 54768 h 252412"/>
              <a:gd name="connsiteX39" fmla="*/ 1514475 w 1716882"/>
              <a:gd name="connsiteY39" fmla="*/ 52387 h 252412"/>
              <a:gd name="connsiteX40" fmla="*/ 1535907 w 1716882"/>
              <a:gd name="connsiteY40" fmla="*/ 45243 h 252412"/>
              <a:gd name="connsiteX41" fmla="*/ 1552575 w 1716882"/>
              <a:gd name="connsiteY41" fmla="*/ 38100 h 252412"/>
              <a:gd name="connsiteX42" fmla="*/ 1571625 w 1716882"/>
              <a:gd name="connsiteY42" fmla="*/ 30956 h 252412"/>
              <a:gd name="connsiteX43" fmla="*/ 1624013 w 1716882"/>
              <a:gd name="connsiteY43" fmla="*/ 14287 h 252412"/>
              <a:gd name="connsiteX44" fmla="*/ 1702594 w 1716882"/>
              <a:gd name="connsiteY44" fmla="*/ 11906 h 252412"/>
              <a:gd name="connsiteX45" fmla="*/ 1709738 w 1716882"/>
              <a:gd name="connsiteY45" fmla="*/ 7143 h 252412"/>
              <a:gd name="connsiteX46" fmla="*/ 1716882 w 1716882"/>
              <a:gd name="connsiteY46"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514350 w 1716882"/>
              <a:gd name="connsiteY13" fmla="*/ 192881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16782 w 1716882"/>
              <a:gd name="connsiteY21" fmla="*/ 130968 h 252412"/>
              <a:gd name="connsiteX22" fmla="*/ 966788 w 1716882"/>
              <a:gd name="connsiteY22" fmla="*/ 128587 h 252412"/>
              <a:gd name="connsiteX23" fmla="*/ 995363 w 1716882"/>
              <a:gd name="connsiteY23" fmla="*/ 114300 h 252412"/>
              <a:gd name="connsiteX24" fmla="*/ 1004888 w 1716882"/>
              <a:gd name="connsiteY24" fmla="*/ 111918 h 252412"/>
              <a:gd name="connsiteX25" fmla="*/ 1050132 w 1716882"/>
              <a:gd name="connsiteY25" fmla="*/ 107156 h 252412"/>
              <a:gd name="connsiteX26" fmla="*/ 1071563 w 1716882"/>
              <a:gd name="connsiteY26" fmla="*/ 102393 h 252412"/>
              <a:gd name="connsiteX27" fmla="*/ 1083469 w 1716882"/>
              <a:gd name="connsiteY27" fmla="*/ 97631 h 252412"/>
              <a:gd name="connsiteX28" fmla="*/ 1121569 w 1716882"/>
              <a:gd name="connsiteY28" fmla="*/ 90487 h 252412"/>
              <a:gd name="connsiteX29" fmla="*/ 1143000 w 1716882"/>
              <a:gd name="connsiteY29" fmla="*/ 80962 h 252412"/>
              <a:gd name="connsiteX30" fmla="*/ 1169194 w 1716882"/>
              <a:gd name="connsiteY30" fmla="*/ 76200 h 252412"/>
              <a:gd name="connsiteX31" fmla="*/ 1193007 w 1716882"/>
              <a:gd name="connsiteY31" fmla="*/ 69056 h 252412"/>
              <a:gd name="connsiteX32" fmla="*/ 1204913 w 1716882"/>
              <a:gd name="connsiteY32" fmla="*/ 64293 h 252412"/>
              <a:gd name="connsiteX33" fmla="*/ 1245394 w 1716882"/>
              <a:gd name="connsiteY33" fmla="*/ 59531 h 252412"/>
              <a:gd name="connsiteX34" fmla="*/ 1273969 w 1716882"/>
              <a:gd name="connsiteY34" fmla="*/ 52387 h 252412"/>
              <a:gd name="connsiteX35" fmla="*/ 1378744 w 1716882"/>
              <a:gd name="connsiteY35" fmla="*/ 54768 h 252412"/>
              <a:gd name="connsiteX36" fmla="*/ 1443038 w 1716882"/>
              <a:gd name="connsiteY36" fmla="*/ 52387 h 252412"/>
              <a:gd name="connsiteX37" fmla="*/ 1459707 w 1716882"/>
              <a:gd name="connsiteY37" fmla="*/ 54768 h 252412"/>
              <a:gd name="connsiteX38" fmla="*/ 1514475 w 1716882"/>
              <a:gd name="connsiteY38" fmla="*/ 52387 h 252412"/>
              <a:gd name="connsiteX39" fmla="*/ 1535907 w 1716882"/>
              <a:gd name="connsiteY39" fmla="*/ 45243 h 252412"/>
              <a:gd name="connsiteX40" fmla="*/ 1552575 w 1716882"/>
              <a:gd name="connsiteY40" fmla="*/ 38100 h 252412"/>
              <a:gd name="connsiteX41" fmla="*/ 1571625 w 1716882"/>
              <a:gd name="connsiteY41" fmla="*/ 30956 h 252412"/>
              <a:gd name="connsiteX42" fmla="*/ 1624013 w 1716882"/>
              <a:gd name="connsiteY42" fmla="*/ 14287 h 252412"/>
              <a:gd name="connsiteX43" fmla="*/ 1702594 w 1716882"/>
              <a:gd name="connsiteY43" fmla="*/ 11906 h 252412"/>
              <a:gd name="connsiteX44" fmla="*/ 1709738 w 1716882"/>
              <a:gd name="connsiteY44" fmla="*/ 7143 h 252412"/>
              <a:gd name="connsiteX45" fmla="*/ 1716882 w 1716882"/>
              <a:gd name="connsiteY45"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16782 w 1716882"/>
              <a:gd name="connsiteY21" fmla="*/ 130968 h 252412"/>
              <a:gd name="connsiteX22" fmla="*/ 966788 w 1716882"/>
              <a:gd name="connsiteY22" fmla="*/ 128587 h 252412"/>
              <a:gd name="connsiteX23" fmla="*/ 995363 w 1716882"/>
              <a:gd name="connsiteY23" fmla="*/ 114300 h 252412"/>
              <a:gd name="connsiteX24" fmla="*/ 1004888 w 1716882"/>
              <a:gd name="connsiteY24" fmla="*/ 111918 h 252412"/>
              <a:gd name="connsiteX25" fmla="*/ 1050132 w 1716882"/>
              <a:gd name="connsiteY25" fmla="*/ 107156 h 252412"/>
              <a:gd name="connsiteX26" fmla="*/ 1071563 w 1716882"/>
              <a:gd name="connsiteY26" fmla="*/ 102393 h 252412"/>
              <a:gd name="connsiteX27" fmla="*/ 1083469 w 1716882"/>
              <a:gd name="connsiteY27" fmla="*/ 97631 h 252412"/>
              <a:gd name="connsiteX28" fmla="*/ 1121569 w 1716882"/>
              <a:gd name="connsiteY28" fmla="*/ 90487 h 252412"/>
              <a:gd name="connsiteX29" fmla="*/ 1143000 w 1716882"/>
              <a:gd name="connsiteY29" fmla="*/ 80962 h 252412"/>
              <a:gd name="connsiteX30" fmla="*/ 1169194 w 1716882"/>
              <a:gd name="connsiteY30" fmla="*/ 76200 h 252412"/>
              <a:gd name="connsiteX31" fmla="*/ 1193007 w 1716882"/>
              <a:gd name="connsiteY31" fmla="*/ 69056 h 252412"/>
              <a:gd name="connsiteX32" fmla="*/ 1204913 w 1716882"/>
              <a:gd name="connsiteY32" fmla="*/ 64293 h 252412"/>
              <a:gd name="connsiteX33" fmla="*/ 1245394 w 1716882"/>
              <a:gd name="connsiteY33" fmla="*/ 59531 h 252412"/>
              <a:gd name="connsiteX34" fmla="*/ 1273969 w 1716882"/>
              <a:gd name="connsiteY34" fmla="*/ 52387 h 252412"/>
              <a:gd name="connsiteX35" fmla="*/ 1378744 w 1716882"/>
              <a:gd name="connsiteY35" fmla="*/ 54768 h 252412"/>
              <a:gd name="connsiteX36" fmla="*/ 1443038 w 1716882"/>
              <a:gd name="connsiteY36" fmla="*/ 52387 h 252412"/>
              <a:gd name="connsiteX37" fmla="*/ 1459707 w 1716882"/>
              <a:gd name="connsiteY37" fmla="*/ 54768 h 252412"/>
              <a:gd name="connsiteX38" fmla="*/ 1514475 w 1716882"/>
              <a:gd name="connsiteY38" fmla="*/ 52387 h 252412"/>
              <a:gd name="connsiteX39" fmla="*/ 1535907 w 1716882"/>
              <a:gd name="connsiteY39" fmla="*/ 45243 h 252412"/>
              <a:gd name="connsiteX40" fmla="*/ 1552575 w 1716882"/>
              <a:gd name="connsiteY40" fmla="*/ 38100 h 252412"/>
              <a:gd name="connsiteX41" fmla="*/ 1571625 w 1716882"/>
              <a:gd name="connsiteY41" fmla="*/ 30956 h 252412"/>
              <a:gd name="connsiteX42" fmla="*/ 1624013 w 1716882"/>
              <a:gd name="connsiteY42" fmla="*/ 14287 h 252412"/>
              <a:gd name="connsiteX43" fmla="*/ 1702594 w 1716882"/>
              <a:gd name="connsiteY43" fmla="*/ 11906 h 252412"/>
              <a:gd name="connsiteX44" fmla="*/ 1709738 w 1716882"/>
              <a:gd name="connsiteY44" fmla="*/ 7143 h 252412"/>
              <a:gd name="connsiteX45" fmla="*/ 1716882 w 1716882"/>
              <a:gd name="connsiteY45"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16782 w 1716882"/>
              <a:gd name="connsiteY21" fmla="*/ 130968 h 252412"/>
              <a:gd name="connsiteX22" fmla="*/ 966788 w 1716882"/>
              <a:gd name="connsiteY22" fmla="*/ 128587 h 252412"/>
              <a:gd name="connsiteX23" fmla="*/ 995363 w 1716882"/>
              <a:gd name="connsiteY23" fmla="*/ 114300 h 252412"/>
              <a:gd name="connsiteX24" fmla="*/ 1004888 w 1716882"/>
              <a:gd name="connsiteY24" fmla="*/ 111918 h 252412"/>
              <a:gd name="connsiteX25" fmla="*/ 1050132 w 1716882"/>
              <a:gd name="connsiteY25" fmla="*/ 107156 h 252412"/>
              <a:gd name="connsiteX26" fmla="*/ 1071563 w 1716882"/>
              <a:gd name="connsiteY26" fmla="*/ 102393 h 252412"/>
              <a:gd name="connsiteX27" fmla="*/ 1083469 w 1716882"/>
              <a:gd name="connsiteY27" fmla="*/ 97631 h 252412"/>
              <a:gd name="connsiteX28" fmla="*/ 1121569 w 1716882"/>
              <a:gd name="connsiteY28" fmla="*/ 90487 h 252412"/>
              <a:gd name="connsiteX29" fmla="*/ 1143000 w 1716882"/>
              <a:gd name="connsiteY29" fmla="*/ 80962 h 252412"/>
              <a:gd name="connsiteX30" fmla="*/ 1169194 w 1716882"/>
              <a:gd name="connsiteY30" fmla="*/ 76200 h 252412"/>
              <a:gd name="connsiteX31" fmla="*/ 1204913 w 1716882"/>
              <a:gd name="connsiteY31" fmla="*/ 64293 h 252412"/>
              <a:gd name="connsiteX32" fmla="*/ 1245394 w 1716882"/>
              <a:gd name="connsiteY32" fmla="*/ 59531 h 252412"/>
              <a:gd name="connsiteX33" fmla="*/ 1273969 w 1716882"/>
              <a:gd name="connsiteY33" fmla="*/ 52387 h 252412"/>
              <a:gd name="connsiteX34" fmla="*/ 1378744 w 1716882"/>
              <a:gd name="connsiteY34" fmla="*/ 54768 h 252412"/>
              <a:gd name="connsiteX35" fmla="*/ 1443038 w 1716882"/>
              <a:gd name="connsiteY35" fmla="*/ 52387 h 252412"/>
              <a:gd name="connsiteX36" fmla="*/ 1459707 w 1716882"/>
              <a:gd name="connsiteY36" fmla="*/ 54768 h 252412"/>
              <a:gd name="connsiteX37" fmla="*/ 1514475 w 1716882"/>
              <a:gd name="connsiteY37" fmla="*/ 52387 h 252412"/>
              <a:gd name="connsiteX38" fmla="*/ 1535907 w 1716882"/>
              <a:gd name="connsiteY38" fmla="*/ 45243 h 252412"/>
              <a:gd name="connsiteX39" fmla="*/ 1552575 w 1716882"/>
              <a:gd name="connsiteY39" fmla="*/ 38100 h 252412"/>
              <a:gd name="connsiteX40" fmla="*/ 1571625 w 1716882"/>
              <a:gd name="connsiteY40" fmla="*/ 30956 h 252412"/>
              <a:gd name="connsiteX41" fmla="*/ 1624013 w 1716882"/>
              <a:gd name="connsiteY41" fmla="*/ 14287 h 252412"/>
              <a:gd name="connsiteX42" fmla="*/ 1702594 w 1716882"/>
              <a:gd name="connsiteY42" fmla="*/ 11906 h 252412"/>
              <a:gd name="connsiteX43" fmla="*/ 1709738 w 1716882"/>
              <a:gd name="connsiteY43" fmla="*/ 7143 h 252412"/>
              <a:gd name="connsiteX44" fmla="*/ 1716882 w 1716882"/>
              <a:gd name="connsiteY44"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16782 w 1716882"/>
              <a:gd name="connsiteY21" fmla="*/ 130968 h 252412"/>
              <a:gd name="connsiteX22" fmla="*/ 966788 w 1716882"/>
              <a:gd name="connsiteY22" fmla="*/ 128587 h 252412"/>
              <a:gd name="connsiteX23" fmla="*/ 995363 w 1716882"/>
              <a:gd name="connsiteY23" fmla="*/ 114300 h 252412"/>
              <a:gd name="connsiteX24" fmla="*/ 1004888 w 1716882"/>
              <a:gd name="connsiteY24" fmla="*/ 111918 h 252412"/>
              <a:gd name="connsiteX25" fmla="*/ 1050132 w 1716882"/>
              <a:gd name="connsiteY25" fmla="*/ 107156 h 252412"/>
              <a:gd name="connsiteX26" fmla="*/ 1071563 w 1716882"/>
              <a:gd name="connsiteY26" fmla="*/ 102393 h 252412"/>
              <a:gd name="connsiteX27" fmla="*/ 1083469 w 1716882"/>
              <a:gd name="connsiteY27" fmla="*/ 97631 h 252412"/>
              <a:gd name="connsiteX28" fmla="*/ 1121569 w 1716882"/>
              <a:gd name="connsiteY28" fmla="*/ 90487 h 252412"/>
              <a:gd name="connsiteX29" fmla="*/ 1169194 w 1716882"/>
              <a:gd name="connsiteY29" fmla="*/ 76200 h 252412"/>
              <a:gd name="connsiteX30" fmla="*/ 1204913 w 1716882"/>
              <a:gd name="connsiteY30" fmla="*/ 64293 h 252412"/>
              <a:gd name="connsiteX31" fmla="*/ 1245394 w 1716882"/>
              <a:gd name="connsiteY31" fmla="*/ 59531 h 252412"/>
              <a:gd name="connsiteX32" fmla="*/ 1273969 w 1716882"/>
              <a:gd name="connsiteY32" fmla="*/ 52387 h 252412"/>
              <a:gd name="connsiteX33" fmla="*/ 1378744 w 1716882"/>
              <a:gd name="connsiteY33" fmla="*/ 54768 h 252412"/>
              <a:gd name="connsiteX34" fmla="*/ 1443038 w 1716882"/>
              <a:gd name="connsiteY34" fmla="*/ 52387 h 252412"/>
              <a:gd name="connsiteX35" fmla="*/ 1459707 w 1716882"/>
              <a:gd name="connsiteY35" fmla="*/ 54768 h 252412"/>
              <a:gd name="connsiteX36" fmla="*/ 1514475 w 1716882"/>
              <a:gd name="connsiteY36" fmla="*/ 52387 h 252412"/>
              <a:gd name="connsiteX37" fmla="*/ 1535907 w 1716882"/>
              <a:gd name="connsiteY37" fmla="*/ 45243 h 252412"/>
              <a:gd name="connsiteX38" fmla="*/ 1552575 w 1716882"/>
              <a:gd name="connsiteY38" fmla="*/ 38100 h 252412"/>
              <a:gd name="connsiteX39" fmla="*/ 1571625 w 1716882"/>
              <a:gd name="connsiteY39" fmla="*/ 30956 h 252412"/>
              <a:gd name="connsiteX40" fmla="*/ 1624013 w 1716882"/>
              <a:gd name="connsiteY40" fmla="*/ 14287 h 252412"/>
              <a:gd name="connsiteX41" fmla="*/ 1702594 w 1716882"/>
              <a:gd name="connsiteY41" fmla="*/ 11906 h 252412"/>
              <a:gd name="connsiteX42" fmla="*/ 1709738 w 1716882"/>
              <a:gd name="connsiteY42" fmla="*/ 7143 h 252412"/>
              <a:gd name="connsiteX43" fmla="*/ 1716882 w 1716882"/>
              <a:gd name="connsiteY43"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16782 w 1716882"/>
              <a:gd name="connsiteY21" fmla="*/ 130968 h 252412"/>
              <a:gd name="connsiteX22" fmla="*/ 995363 w 1716882"/>
              <a:gd name="connsiteY22" fmla="*/ 114300 h 252412"/>
              <a:gd name="connsiteX23" fmla="*/ 1004888 w 1716882"/>
              <a:gd name="connsiteY23" fmla="*/ 111918 h 252412"/>
              <a:gd name="connsiteX24" fmla="*/ 1050132 w 1716882"/>
              <a:gd name="connsiteY24" fmla="*/ 107156 h 252412"/>
              <a:gd name="connsiteX25" fmla="*/ 1071563 w 1716882"/>
              <a:gd name="connsiteY25" fmla="*/ 102393 h 252412"/>
              <a:gd name="connsiteX26" fmla="*/ 1083469 w 1716882"/>
              <a:gd name="connsiteY26" fmla="*/ 97631 h 252412"/>
              <a:gd name="connsiteX27" fmla="*/ 1121569 w 1716882"/>
              <a:gd name="connsiteY27" fmla="*/ 90487 h 252412"/>
              <a:gd name="connsiteX28" fmla="*/ 1169194 w 1716882"/>
              <a:gd name="connsiteY28" fmla="*/ 76200 h 252412"/>
              <a:gd name="connsiteX29" fmla="*/ 1204913 w 1716882"/>
              <a:gd name="connsiteY29" fmla="*/ 64293 h 252412"/>
              <a:gd name="connsiteX30" fmla="*/ 1245394 w 1716882"/>
              <a:gd name="connsiteY30" fmla="*/ 59531 h 252412"/>
              <a:gd name="connsiteX31" fmla="*/ 1273969 w 1716882"/>
              <a:gd name="connsiteY31" fmla="*/ 52387 h 252412"/>
              <a:gd name="connsiteX32" fmla="*/ 1378744 w 1716882"/>
              <a:gd name="connsiteY32" fmla="*/ 54768 h 252412"/>
              <a:gd name="connsiteX33" fmla="*/ 1443038 w 1716882"/>
              <a:gd name="connsiteY33" fmla="*/ 52387 h 252412"/>
              <a:gd name="connsiteX34" fmla="*/ 1459707 w 1716882"/>
              <a:gd name="connsiteY34" fmla="*/ 54768 h 252412"/>
              <a:gd name="connsiteX35" fmla="*/ 1514475 w 1716882"/>
              <a:gd name="connsiteY35" fmla="*/ 52387 h 252412"/>
              <a:gd name="connsiteX36" fmla="*/ 1535907 w 1716882"/>
              <a:gd name="connsiteY36" fmla="*/ 45243 h 252412"/>
              <a:gd name="connsiteX37" fmla="*/ 1552575 w 1716882"/>
              <a:gd name="connsiteY37" fmla="*/ 38100 h 252412"/>
              <a:gd name="connsiteX38" fmla="*/ 1571625 w 1716882"/>
              <a:gd name="connsiteY38" fmla="*/ 30956 h 252412"/>
              <a:gd name="connsiteX39" fmla="*/ 1624013 w 1716882"/>
              <a:gd name="connsiteY39" fmla="*/ 14287 h 252412"/>
              <a:gd name="connsiteX40" fmla="*/ 1702594 w 1716882"/>
              <a:gd name="connsiteY40" fmla="*/ 11906 h 252412"/>
              <a:gd name="connsiteX41" fmla="*/ 1709738 w 1716882"/>
              <a:gd name="connsiteY41" fmla="*/ 7143 h 252412"/>
              <a:gd name="connsiteX42" fmla="*/ 1716882 w 1716882"/>
              <a:gd name="connsiteY42"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16782 w 1716882"/>
              <a:gd name="connsiteY21" fmla="*/ 130968 h 252412"/>
              <a:gd name="connsiteX22" fmla="*/ 995363 w 1716882"/>
              <a:gd name="connsiteY22" fmla="*/ 114300 h 252412"/>
              <a:gd name="connsiteX23" fmla="*/ 1050132 w 1716882"/>
              <a:gd name="connsiteY23" fmla="*/ 107156 h 252412"/>
              <a:gd name="connsiteX24" fmla="*/ 1071563 w 1716882"/>
              <a:gd name="connsiteY24" fmla="*/ 102393 h 252412"/>
              <a:gd name="connsiteX25" fmla="*/ 1083469 w 1716882"/>
              <a:gd name="connsiteY25" fmla="*/ 97631 h 252412"/>
              <a:gd name="connsiteX26" fmla="*/ 1121569 w 1716882"/>
              <a:gd name="connsiteY26" fmla="*/ 90487 h 252412"/>
              <a:gd name="connsiteX27" fmla="*/ 1169194 w 1716882"/>
              <a:gd name="connsiteY27" fmla="*/ 76200 h 252412"/>
              <a:gd name="connsiteX28" fmla="*/ 1204913 w 1716882"/>
              <a:gd name="connsiteY28" fmla="*/ 64293 h 252412"/>
              <a:gd name="connsiteX29" fmla="*/ 1245394 w 1716882"/>
              <a:gd name="connsiteY29" fmla="*/ 59531 h 252412"/>
              <a:gd name="connsiteX30" fmla="*/ 1273969 w 1716882"/>
              <a:gd name="connsiteY30" fmla="*/ 52387 h 252412"/>
              <a:gd name="connsiteX31" fmla="*/ 1378744 w 1716882"/>
              <a:gd name="connsiteY31" fmla="*/ 54768 h 252412"/>
              <a:gd name="connsiteX32" fmla="*/ 1443038 w 1716882"/>
              <a:gd name="connsiteY32" fmla="*/ 52387 h 252412"/>
              <a:gd name="connsiteX33" fmla="*/ 1459707 w 1716882"/>
              <a:gd name="connsiteY33" fmla="*/ 54768 h 252412"/>
              <a:gd name="connsiteX34" fmla="*/ 1514475 w 1716882"/>
              <a:gd name="connsiteY34" fmla="*/ 52387 h 252412"/>
              <a:gd name="connsiteX35" fmla="*/ 1535907 w 1716882"/>
              <a:gd name="connsiteY35" fmla="*/ 45243 h 252412"/>
              <a:gd name="connsiteX36" fmla="*/ 1552575 w 1716882"/>
              <a:gd name="connsiteY36" fmla="*/ 38100 h 252412"/>
              <a:gd name="connsiteX37" fmla="*/ 1571625 w 1716882"/>
              <a:gd name="connsiteY37" fmla="*/ 30956 h 252412"/>
              <a:gd name="connsiteX38" fmla="*/ 1624013 w 1716882"/>
              <a:gd name="connsiteY38" fmla="*/ 14287 h 252412"/>
              <a:gd name="connsiteX39" fmla="*/ 1702594 w 1716882"/>
              <a:gd name="connsiteY39" fmla="*/ 11906 h 252412"/>
              <a:gd name="connsiteX40" fmla="*/ 1709738 w 1716882"/>
              <a:gd name="connsiteY40" fmla="*/ 7143 h 252412"/>
              <a:gd name="connsiteX41" fmla="*/ 1716882 w 1716882"/>
              <a:gd name="connsiteY41"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16782 w 1716882"/>
              <a:gd name="connsiteY21" fmla="*/ 130968 h 252412"/>
              <a:gd name="connsiteX22" fmla="*/ 995363 w 1716882"/>
              <a:gd name="connsiteY22" fmla="*/ 114300 h 252412"/>
              <a:gd name="connsiteX23" fmla="*/ 1050132 w 1716882"/>
              <a:gd name="connsiteY23" fmla="*/ 107156 h 252412"/>
              <a:gd name="connsiteX24" fmla="*/ 1071563 w 1716882"/>
              <a:gd name="connsiteY24" fmla="*/ 102393 h 252412"/>
              <a:gd name="connsiteX25" fmla="*/ 1121569 w 1716882"/>
              <a:gd name="connsiteY25" fmla="*/ 90487 h 252412"/>
              <a:gd name="connsiteX26" fmla="*/ 1169194 w 1716882"/>
              <a:gd name="connsiteY26" fmla="*/ 76200 h 252412"/>
              <a:gd name="connsiteX27" fmla="*/ 1204913 w 1716882"/>
              <a:gd name="connsiteY27" fmla="*/ 64293 h 252412"/>
              <a:gd name="connsiteX28" fmla="*/ 1245394 w 1716882"/>
              <a:gd name="connsiteY28" fmla="*/ 59531 h 252412"/>
              <a:gd name="connsiteX29" fmla="*/ 1273969 w 1716882"/>
              <a:gd name="connsiteY29" fmla="*/ 52387 h 252412"/>
              <a:gd name="connsiteX30" fmla="*/ 1378744 w 1716882"/>
              <a:gd name="connsiteY30" fmla="*/ 54768 h 252412"/>
              <a:gd name="connsiteX31" fmla="*/ 1443038 w 1716882"/>
              <a:gd name="connsiteY31" fmla="*/ 52387 h 252412"/>
              <a:gd name="connsiteX32" fmla="*/ 1459707 w 1716882"/>
              <a:gd name="connsiteY32" fmla="*/ 54768 h 252412"/>
              <a:gd name="connsiteX33" fmla="*/ 1514475 w 1716882"/>
              <a:gd name="connsiteY33" fmla="*/ 52387 h 252412"/>
              <a:gd name="connsiteX34" fmla="*/ 1535907 w 1716882"/>
              <a:gd name="connsiteY34" fmla="*/ 45243 h 252412"/>
              <a:gd name="connsiteX35" fmla="*/ 1552575 w 1716882"/>
              <a:gd name="connsiteY35" fmla="*/ 38100 h 252412"/>
              <a:gd name="connsiteX36" fmla="*/ 1571625 w 1716882"/>
              <a:gd name="connsiteY36" fmla="*/ 30956 h 252412"/>
              <a:gd name="connsiteX37" fmla="*/ 1624013 w 1716882"/>
              <a:gd name="connsiteY37" fmla="*/ 14287 h 252412"/>
              <a:gd name="connsiteX38" fmla="*/ 1702594 w 1716882"/>
              <a:gd name="connsiteY38" fmla="*/ 11906 h 252412"/>
              <a:gd name="connsiteX39" fmla="*/ 1709738 w 1716882"/>
              <a:gd name="connsiteY39" fmla="*/ 7143 h 252412"/>
              <a:gd name="connsiteX40" fmla="*/ 1716882 w 1716882"/>
              <a:gd name="connsiteY40"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16782 w 1716882"/>
              <a:gd name="connsiteY21" fmla="*/ 130968 h 252412"/>
              <a:gd name="connsiteX22" fmla="*/ 995363 w 1716882"/>
              <a:gd name="connsiteY22" fmla="*/ 114300 h 252412"/>
              <a:gd name="connsiteX23" fmla="*/ 1050132 w 1716882"/>
              <a:gd name="connsiteY23" fmla="*/ 107156 h 252412"/>
              <a:gd name="connsiteX24" fmla="*/ 1071563 w 1716882"/>
              <a:gd name="connsiteY24" fmla="*/ 102393 h 252412"/>
              <a:gd name="connsiteX25" fmla="*/ 1121569 w 1716882"/>
              <a:gd name="connsiteY25" fmla="*/ 90487 h 252412"/>
              <a:gd name="connsiteX26" fmla="*/ 1169194 w 1716882"/>
              <a:gd name="connsiteY26" fmla="*/ 76200 h 252412"/>
              <a:gd name="connsiteX27" fmla="*/ 1204913 w 1716882"/>
              <a:gd name="connsiteY27" fmla="*/ 64293 h 252412"/>
              <a:gd name="connsiteX28" fmla="*/ 1245394 w 1716882"/>
              <a:gd name="connsiteY28" fmla="*/ 59531 h 252412"/>
              <a:gd name="connsiteX29" fmla="*/ 1302544 w 1716882"/>
              <a:gd name="connsiteY29" fmla="*/ 57149 h 252412"/>
              <a:gd name="connsiteX30" fmla="*/ 1378744 w 1716882"/>
              <a:gd name="connsiteY30" fmla="*/ 54768 h 252412"/>
              <a:gd name="connsiteX31" fmla="*/ 1443038 w 1716882"/>
              <a:gd name="connsiteY31" fmla="*/ 52387 h 252412"/>
              <a:gd name="connsiteX32" fmla="*/ 1459707 w 1716882"/>
              <a:gd name="connsiteY32" fmla="*/ 54768 h 252412"/>
              <a:gd name="connsiteX33" fmla="*/ 1514475 w 1716882"/>
              <a:gd name="connsiteY33" fmla="*/ 52387 h 252412"/>
              <a:gd name="connsiteX34" fmla="*/ 1535907 w 1716882"/>
              <a:gd name="connsiteY34" fmla="*/ 45243 h 252412"/>
              <a:gd name="connsiteX35" fmla="*/ 1552575 w 1716882"/>
              <a:gd name="connsiteY35" fmla="*/ 38100 h 252412"/>
              <a:gd name="connsiteX36" fmla="*/ 1571625 w 1716882"/>
              <a:gd name="connsiteY36" fmla="*/ 30956 h 252412"/>
              <a:gd name="connsiteX37" fmla="*/ 1624013 w 1716882"/>
              <a:gd name="connsiteY37" fmla="*/ 14287 h 252412"/>
              <a:gd name="connsiteX38" fmla="*/ 1702594 w 1716882"/>
              <a:gd name="connsiteY38" fmla="*/ 11906 h 252412"/>
              <a:gd name="connsiteX39" fmla="*/ 1709738 w 1716882"/>
              <a:gd name="connsiteY39" fmla="*/ 7143 h 252412"/>
              <a:gd name="connsiteX40" fmla="*/ 1716882 w 1716882"/>
              <a:gd name="connsiteY40"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16782 w 1716882"/>
              <a:gd name="connsiteY21" fmla="*/ 130968 h 252412"/>
              <a:gd name="connsiteX22" fmla="*/ 995363 w 1716882"/>
              <a:gd name="connsiteY22" fmla="*/ 114300 h 252412"/>
              <a:gd name="connsiteX23" fmla="*/ 1050132 w 1716882"/>
              <a:gd name="connsiteY23" fmla="*/ 107156 h 252412"/>
              <a:gd name="connsiteX24" fmla="*/ 1071563 w 1716882"/>
              <a:gd name="connsiteY24" fmla="*/ 102393 h 252412"/>
              <a:gd name="connsiteX25" fmla="*/ 1121569 w 1716882"/>
              <a:gd name="connsiteY25" fmla="*/ 90487 h 252412"/>
              <a:gd name="connsiteX26" fmla="*/ 1169194 w 1716882"/>
              <a:gd name="connsiteY26" fmla="*/ 76200 h 252412"/>
              <a:gd name="connsiteX27" fmla="*/ 1204913 w 1716882"/>
              <a:gd name="connsiteY27" fmla="*/ 64293 h 252412"/>
              <a:gd name="connsiteX28" fmla="*/ 1302544 w 1716882"/>
              <a:gd name="connsiteY28" fmla="*/ 57149 h 252412"/>
              <a:gd name="connsiteX29" fmla="*/ 1378744 w 1716882"/>
              <a:gd name="connsiteY29" fmla="*/ 54768 h 252412"/>
              <a:gd name="connsiteX30" fmla="*/ 1443038 w 1716882"/>
              <a:gd name="connsiteY30" fmla="*/ 52387 h 252412"/>
              <a:gd name="connsiteX31" fmla="*/ 1459707 w 1716882"/>
              <a:gd name="connsiteY31" fmla="*/ 54768 h 252412"/>
              <a:gd name="connsiteX32" fmla="*/ 1514475 w 1716882"/>
              <a:gd name="connsiteY32" fmla="*/ 52387 h 252412"/>
              <a:gd name="connsiteX33" fmla="*/ 1535907 w 1716882"/>
              <a:gd name="connsiteY33" fmla="*/ 45243 h 252412"/>
              <a:gd name="connsiteX34" fmla="*/ 1552575 w 1716882"/>
              <a:gd name="connsiteY34" fmla="*/ 38100 h 252412"/>
              <a:gd name="connsiteX35" fmla="*/ 1571625 w 1716882"/>
              <a:gd name="connsiteY35" fmla="*/ 30956 h 252412"/>
              <a:gd name="connsiteX36" fmla="*/ 1624013 w 1716882"/>
              <a:gd name="connsiteY36" fmla="*/ 14287 h 252412"/>
              <a:gd name="connsiteX37" fmla="*/ 1702594 w 1716882"/>
              <a:gd name="connsiteY37" fmla="*/ 11906 h 252412"/>
              <a:gd name="connsiteX38" fmla="*/ 1709738 w 1716882"/>
              <a:gd name="connsiteY38" fmla="*/ 7143 h 252412"/>
              <a:gd name="connsiteX39" fmla="*/ 1716882 w 1716882"/>
              <a:gd name="connsiteY39"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16782 w 1716882"/>
              <a:gd name="connsiteY21" fmla="*/ 130968 h 252412"/>
              <a:gd name="connsiteX22" fmla="*/ 995363 w 1716882"/>
              <a:gd name="connsiteY22" fmla="*/ 114300 h 252412"/>
              <a:gd name="connsiteX23" fmla="*/ 1050132 w 1716882"/>
              <a:gd name="connsiteY23" fmla="*/ 107156 h 252412"/>
              <a:gd name="connsiteX24" fmla="*/ 1071563 w 1716882"/>
              <a:gd name="connsiteY24" fmla="*/ 102393 h 252412"/>
              <a:gd name="connsiteX25" fmla="*/ 1121569 w 1716882"/>
              <a:gd name="connsiteY25" fmla="*/ 90487 h 252412"/>
              <a:gd name="connsiteX26" fmla="*/ 1169194 w 1716882"/>
              <a:gd name="connsiteY26" fmla="*/ 76200 h 252412"/>
              <a:gd name="connsiteX27" fmla="*/ 1226344 w 1716882"/>
              <a:gd name="connsiteY27" fmla="*/ 66674 h 252412"/>
              <a:gd name="connsiteX28" fmla="*/ 1302544 w 1716882"/>
              <a:gd name="connsiteY28" fmla="*/ 57149 h 252412"/>
              <a:gd name="connsiteX29" fmla="*/ 1378744 w 1716882"/>
              <a:gd name="connsiteY29" fmla="*/ 54768 h 252412"/>
              <a:gd name="connsiteX30" fmla="*/ 1443038 w 1716882"/>
              <a:gd name="connsiteY30" fmla="*/ 52387 h 252412"/>
              <a:gd name="connsiteX31" fmla="*/ 1459707 w 1716882"/>
              <a:gd name="connsiteY31" fmla="*/ 54768 h 252412"/>
              <a:gd name="connsiteX32" fmla="*/ 1514475 w 1716882"/>
              <a:gd name="connsiteY32" fmla="*/ 52387 h 252412"/>
              <a:gd name="connsiteX33" fmla="*/ 1535907 w 1716882"/>
              <a:gd name="connsiteY33" fmla="*/ 45243 h 252412"/>
              <a:gd name="connsiteX34" fmla="*/ 1552575 w 1716882"/>
              <a:gd name="connsiteY34" fmla="*/ 38100 h 252412"/>
              <a:gd name="connsiteX35" fmla="*/ 1571625 w 1716882"/>
              <a:gd name="connsiteY35" fmla="*/ 30956 h 252412"/>
              <a:gd name="connsiteX36" fmla="*/ 1624013 w 1716882"/>
              <a:gd name="connsiteY36" fmla="*/ 14287 h 252412"/>
              <a:gd name="connsiteX37" fmla="*/ 1702594 w 1716882"/>
              <a:gd name="connsiteY37" fmla="*/ 11906 h 252412"/>
              <a:gd name="connsiteX38" fmla="*/ 1709738 w 1716882"/>
              <a:gd name="connsiteY38" fmla="*/ 7143 h 252412"/>
              <a:gd name="connsiteX39" fmla="*/ 1716882 w 1716882"/>
              <a:gd name="connsiteY39"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33451 w 1716882"/>
              <a:gd name="connsiteY21" fmla="*/ 123824 h 252412"/>
              <a:gd name="connsiteX22" fmla="*/ 995363 w 1716882"/>
              <a:gd name="connsiteY22" fmla="*/ 114300 h 252412"/>
              <a:gd name="connsiteX23" fmla="*/ 1050132 w 1716882"/>
              <a:gd name="connsiteY23" fmla="*/ 107156 h 252412"/>
              <a:gd name="connsiteX24" fmla="*/ 1071563 w 1716882"/>
              <a:gd name="connsiteY24" fmla="*/ 102393 h 252412"/>
              <a:gd name="connsiteX25" fmla="*/ 1121569 w 1716882"/>
              <a:gd name="connsiteY25" fmla="*/ 90487 h 252412"/>
              <a:gd name="connsiteX26" fmla="*/ 1169194 w 1716882"/>
              <a:gd name="connsiteY26" fmla="*/ 76200 h 252412"/>
              <a:gd name="connsiteX27" fmla="*/ 1226344 w 1716882"/>
              <a:gd name="connsiteY27" fmla="*/ 66674 h 252412"/>
              <a:gd name="connsiteX28" fmla="*/ 1302544 w 1716882"/>
              <a:gd name="connsiteY28" fmla="*/ 57149 h 252412"/>
              <a:gd name="connsiteX29" fmla="*/ 1378744 w 1716882"/>
              <a:gd name="connsiteY29" fmla="*/ 54768 h 252412"/>
              <a:gd name="connsiteX30" fmla="*/ 1443038 w 1716882"/>
              <a:gd name="connsiteY30" fmla="*/ 52387 h 252412"/>
              <a:gd name="connsiteX31" fmla="*/ 1459707 w 1716882"/>
              <a:gd name="connsiteY31" fmla="*/ 54768 h 252412"/>
              <a:gd name="connsiteX32" fmla="*/ 1514475 w 1716882"/>
              <a:gd name="connsiteY32" fmla="*/ 52387 h 252412"/>
              <a:gd name="connsiteX33" fmla="*/ 1535907 w 1716882"/>
              <a:gd name="connsiteY33" fmla="*/ 45243 h 252412"/>
              <a:gd name="connsiteX34" fmla="*/ 1552575 w 1716882"/>
              <a:gd name="connsiteY34" fmla="*/ 38100 h 252412"/>
              <a:gd name="connsiteX35" fmla="*/ 1571625 w 1716882"/>
              <a:gd name="connsiteY35" fmla="*/ 30956 h 252412"/>
              <a:gd name="connsiteX36" fmla="*/ 1624013 w 1716882"/>
              <a:gd name="connsiteY36" fmla="*/ 14287 h 252412"/>
              <a:gd name="connsiteX37" fmla="*/ 1702594 w 1716882"/>
              <a:gd name="connsiteY37" fmla="*/ 11906 h 252412"/>
              <a:gd name="connsiteX38" fmla="*/ 1709738 w 1716882"/>
              <a:gd name="connsiteY38" fmla="*/ 7143 h 252412"/>
              <a:gd name="connsiteX39" fmla="*/ 1716882 w 1716882"/>
              <a:gd name="connsiteY39"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33451 w 1716882"/>
              <a:gd name="connsiteY21" fmla="*/ 123824 h 252412"/>
              <a:gd name="connsiteX22" fmla="*/ 995363 w 1716882"/>
              <a:gd name="connsiteY22" fmla="*/ 114300 h 252412"/>
              <a:gd name="connsiteX23" fmla="*/ 1050132 w 1716882"/>
              <a:gd name="connsiteY23" fmla="*/ 107156 h 252412"/>
              <a:gd name="connsiteX24" fmla="*/ 1071563 w 1716882"/>
              <a:gd name="connsiteY24" fmla="*/ 102393 h 252412"/>
              <a:gd name="connsiteX25" fmla="*/ 1121569 w 1716882"/>
              <a:gd name="connsiteY25" fmla="*/ 90487 h 252412"/>
              <a:gd name="connsiteX26" fmla="*/ 1169194 w 1716882"/>
              <a:gd name="connsiteY26" fmla="*/ 76200 h 252412"/>
              <a:gd name="connsiteX27" fmla="*/ 1226344 w 1716882"/>
              <a:gd name="connsiteY27" fmla="*/ 66674 h 252412"/>
              <a:gd name="connsiteX28" fmla="*/ 1302544 w 1716882"/>
              <a:gd name="connsiteY28" fmla="*/ 57149 h 252412"/>
              <a:gd name="connsiteX29" fmla="*/ 1378744 w 1716882"/>
              <a:gd name="connsiteY29" fmla="*/ 54768 h 252412"/>
              <a:gd name="connsiteX30" fmla="*/ 1443038 w 1716882"/>
              <a:gd name="connsiteY30" fmla="*/ 52387 h 252412"/>
              <a:gd name="connsiteX31" fmla="*/ 1459707 w 1716882"/>
              <a:gd name="connsiteY31" fmla="*/ 54768 h 252412"/>
              <a:gd name="connsiteX32" fmla="*/ 1514475 w 1716882"/>
              <a:gd name="connsiteY32" fmla="*/ 52387 h 252412"/>
              <a:gd name="connsiteX33" fmla="*/ 1552575 w 1716882"/>
              <a:gd name="connsiteY33" fmla="*/ 38100 h 252412"/>
              <a:gd name="connsiteX34" fmla="*/ 1571625 w 1716882"/>
              <a:gd name="connsiteY34" fmla="*/ 30956 h 252412"/>
              <a:gd name="connsiteX35" fmla="*/ 1624013 w 1716882"/>
              <a:gd name="connsiteY35" fmla="*/ 14287 h 252412"/>
              <a:gd name="connsiteX36" fmla="*/ 1702594 w 1716882"/>
              <a:gd name="connsiteY36" fmla="*/ 11906 h 252412"/>
              <a:gd name="connsiteX37" fmla="*/ 1709738 w 1716882"/>
              <a:gd name="connsiteY37" fmla="*/ 7143 h 252412"/>
              <a:gd name="connsiteX38" fmla="*/ 1716882 w 1716882"/>
              <a:gd name="connsiteY38"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33451 w 1716882"/>
              <a:gd name="connsiteY21" fmla="*/ 123824 h 252412"/>
              <a:gd name="connsiteX22" fmla="*/ 995363 w 1716882"/>
              <a:gd name="connsiteY22" fmla="*/ 114300 h 252412"/>
              <a:gd name="connsiteX23" fmla="*/ 1050132 w 1716882"/>
              <a:gd name="connsiteY23" fmla="*/ 107156 h 252412"/>
              <a:gd name="connsiteX24" fmla="*/ 1071563 w 1716882"/>
              <a:gd name="connsiteY24" fmla="*/ 102393 h 252412"/>
              <a:gd name="connsiteX25" fmla="*/ 1121569 w 1716882"/>
              <a:gd name="connsiteY25" fmla="*/ 90487 h 252412"/>
              <a:gd name="connsiteX26" fmla="*/ 1169194 w 1716882"/>
              <a:gd name="connsiteY26" fmla="*/ 76200 h 252412"/>
              <a:gd name="connsiteX27" fmla="*/ 1226344 w 1716882"/>
              <a:gd name="connsiteY27" fmla="*/ 66674 h 252412"/>
              <a:gd name="connsiteX28" fmla="*/ 1302544 w 1716882"/>
              <a:gd name="connsiteY28" fmla="*/ 57149 h 252412"/>
              <a:gd name="connsiteX29" fmla="*/ 1378744 w 1716882"/>
              <a:gd name="connsiteY29" fmla="*/ 54768 h 252412"/>
              <a:gd name="connsiteX30" fmla="*/ 1443038 w 1716882"/>
              <a:gd name="connsiteY30" fmla="*/ 52387 h 252412"/>
              <a:gd name="connsiteX31" fmla="*/ 1459707 w 1716882"/>
              <a:gd name="connsiteY31" fmla="*/ 54768 h 252412"/>
              <a:gd name="connsiteX32" fmla="*/ 1516856 w 1716882"/>
              <a:gd name="connsiteY32" fmla="*/ 45244 h 252412"/>
              <a:gd name="connsiteX33" fmla="*/ 1552575 w 1716882"/>
              <a:gd name="connsiteY33" fmla="*/ 38100 h 252412"/>
              <a:gd name="connsiteX34" fmla="*/ 1571625 w 1716882"/>
              <a:gd name="connsiteY34" fmla="*/ 30956 h 252412"/>
              <a:gd name="connsiteX35" fmla="*/ 1624013 w 1716882"/>
              <a:gd name="connsiteY35" fmla="*/ 14287 h 252412"/>
              <a:gd name="connsiteX36" fmla="*/ 1702594 w 1716882"/>
              <a:gd name="connsiteY36" fmla="*/ 11906 h 252412"/>
              <a:gd name="connsiteX37" fmla="*/ 1709738 w 1716882"/>
              <a:gd name="connsiteY37" fmla="*/ 7143 h 252412"/>
              <a:gd name="connsiteX38" fmla="*/ 1716882 w 1716882"/>
              <a:gd name="connsiteY38" fmla="*/ 0 h 252412"/>
              <a:gd name="connsiteX0" fmla="*/ 0 w 1716882"/>
              <a:gd name="connsiteY0" fmla="*/ 252412 h 252412"/>
              <a:gd name="connsiteX1" fmla="*/ 30957 w 1716882"/>
              <a:gd name="connsiteY1" fmla="*/ 247650 h 252412"/>
              <a:gd name="connsiteX2" fmla="*/ 50007 w 1716882"/>
              <a:gd name="connsiteY2" fmla="*/ 242887 h 252412"/>
              <a:gd name="connsiteX3" fmla="*/ 57150 w 1716882"/>
              <a:gd name="connsiteY3" fmla="*/ 240506 h 252412"/>
              <a:gd name="connsiteX4" fmla="*/ 85725 w 1716882"/>
              <a:gd name="connsiteY4" fmla="*/ 238125 h 252412"/>
              <a:gd name="connsiteX5" fmla="*/ 92869 w 1716882"/>
              <a:gd name="connsiteY5" fmla="*/ 235743 h 252412"/>
              <a:gd name="connsiteX6" fmla="*/ 116682 w 1716882"/>
              <a:gd name="connsiteY6" fmla="*/ 230981 h 252412"/>
              <a:gd name="connsiteX7" fmla="*/ 126207 w 1716882"/>
              <a:gd name="connsiteY7" fmla="*/ 226218 h 252412"/>
              <a:gd name="connsiteX8" fmla="*/ 135732 w 1716882"/>
              <a:gd name="connsiteY8" fmla="*/ 223837 h 252412"/>
              <a:gd name="connsiteX9" fmla="*/ 197644 w 1716882"/>
              <a:gd name="connsiteY9" fmla="*/ 216693 h 252412"/>
              <a:gd name="connsiteX10" fmla="*/ 221457 w 1716882"/>
              <a:gd name="connsiteY10" fmla="*/ 219075 h 252412"/>
              <a:gd name="connsiteX11" fmla="*/ 309564 w 1716882"/>
              <a:gd name="connsiteY11" fmla="*/ 209550 h 252412"/>
              <a:gd name="connsiteX12" fmla="*/ 402432 w 1716882"/>
              <a:gd name="connsiteY12" fmla="*/ 200025 h 252412"/>
              <a:gd name="connsiteX13" fmla="*/ 492919 w 1716882"/>
              <a:gd name="connsiteY13" fmla="*/ 188119 h 252412"/>
              <a:gd name="connsiteX14" fmla="*/ 552450 w 1716882"/>
              <a:gd name="connsiteY14" fmla="*/ 178593 h 252412"/>
              <a:gd name="connsiteX15" fmla="*/ 592932 w 1716882"/>
              <a:gd name="connsiteY15" fmla="*/ 166687 h 252412"/>
              <a:gd name="connsiteX16" fmla="*/ 633413 w 1716882"/>
              <a:gd name="connsiteY16" fmla="*/ 157162 h 252412"/>
              <a:gd name="connsiteX17" fmla="*/ 661988 w 1716882"/>
              <a:gd name="connsiteY17" fmla="*/ 154781 h 252412"/>
              <a:gd name="connsiteX18" fmla="*/ 697707 w 1716882"/>
              <a:gd name="connsiteY18" fmla="*/ 147637 h 252412"/>
              <a:gd name="connsiteX19" fmla="*/ 800100 w 1716882"/>
              <a:gd name="connsiteY19" fmla="*/ 130969 h 252412"/>
              <a:gd name="connsiteX20" fmla="*/ 871538 w 1716882"/>
              <a:gd name="connsiteY20" fmla="*/ 128587 h 252412"/>
              <a:gd name="connsiteX21" fmla="*/ 933451 w 1716882"/>
              <a:gd name="connsiteY21" fmla="*/ 123824 h 252412"/>
              <a:gd name="connsiteX22" fmla="*/ 995363 w 1716882"/>
              <a:gd name="connsiteY22" fmla="*/ 114300 h 252412"/>
              <a:gd name="connsiteX23" fmla="*/ 1050132 w 1716882"/>
              <a:gd name="connsiteY23" fmla="*/ 107156 h 252412"/>
              <a:gd name="connsiteX24" fmla="*/ 1071563 w 1716882"/>
              <a:gd name="connsiteY24" fmla="*/ 102393 h 252412"/>
              <a:gd name="connsiteX25" fmla="*/ 1121569 w 1716882"/>
              <a:gd name="connsiteY25" fmla="*/ 90487 h 252412"/>
              <a:gd name="connsiteX26" fmla="*/ 1169194 w 1716882"/>
              <a:gd name="connsiteY26" fmla="*/ 76200 h 252412"/>
              <a:gd name="connsiteX27" fmla="*/ 1226344 w 1716882"/>
              <a:gd name="connsiteY27" fmla="*/ 66674 h 252412"/>
              <a:gd name="connsiteX28" fmla="*/ 1302544 w 1716882"/>
              <a:gd name="connsiteY28" fmla="*/ 57149 h 252412"/>
              <a:gd name="connsiteX29" fmla="*/ 1378744 w 1716882"/>
              <a:gd name="connsiteY29" fmla="*/ 54768 h 252412"/>
              <a:gd name="connsiteX30" fmla="*/ 1443038 w 1716882"/>
              <a:gd name="connsiteY30" fmla="*/ 52387 h 252412"/>
              <a:gd name="connsiteX31" fmla="*/ 1459707 w 1716882"/>
              <a:gd name="connsiteY31" fmla="*/ 54768 h 252412"/>
              <a:gd name="connsiteX32" fmla="*/ 1516856 w 1716882"/>
              <a:gd name="connsiteY32" fmla="*/ 45244 h 252412"/>
              <a:gd name="connsiteX33" fmla="*/ 1552575 w 1716882"/>
              <a:gd name="connsiteY33" fmla="*/ 38100 h 252412"/>
              <a:gd name="connsiteX34" fmla="*/ 1571625 w 1716882"/>
              <a:gd name="connsiteY34" fmla="*/ 30956 h 252412"/>
              <a:gd name="connsiteX35" fmla="*/ 1631157 w 1716882"/>
              <a:gd name="connsiteY35" fmla="*/ 19050 h 252412"/>
              <a:gd name="connsiteX36" fmla="*/ 1702594 w 1716882"/>
              <a:gd name="connsiteY36" fmla="*/ 11906 h 252412"/>
              <a:gd name="connsiteX37" fmla="*/ 1709738 w 1716882"/>
              <a:gd name="connsiteY37" fmla="*/ 7143 h 252412"/>
              <a:gd name="connsiteX38" fmla="*/ 1716882 w 1716882"/>
              <a:gd name="connsiteY38" fmla="*/ 0 h 252412"/>
              <a:gd name="connsiteX0" fmla="*/ 0 w 1709738"/>
              <a:gd name="connsiteY0" fmla="*/ 245269 h 245269"/>
              <a:gd name="connsiteX1" fmla="*/ 30957 w 1709738"/>
              <a:gd name="connsiteY1" fmla="*/ 240507 h 245269"/>
              <a:gd name="connsiteX2" fmla="*/ 50007 w 1709738"/>
              <a:gd name="connsiteY2" fmla="*/ 235744 h 245269"/>
              <a:gd name="connsiteX3" fmla="*/ 57150 w 1709738"/>
              <a:gd name="connsiteY3" fmla="*/ 233363 h 245269"/>
              <a:gd name="connsiteX4" fmla="*/ 85725 w 1709738"/>
              <a:gd name="connsiteY4" fmla="*/ 230982 h 245269"/>
              <a:gd name="connsiteX5" fmla="*/ 92869 w 1709738"/>
              <a:gd name="connsiteY5" fmla="*/ 228600 h 245269"/>
              <a:gd name="connsiteX6" fmla="*/ 116682 w 1709738"/>
              <a:gd name="connsiteY6" fmla="*/ 223838 h 245269"/>
              <a:gd name="connsiteX7" fmla="*/ 126207 w 1709738"/>
              <a:gd name="connsiteY7" fmla="*/ 219075 h 245269"/>
              <a:gd name="connsiteX8" fmla="*/ 135732 w 1709738"/>
              <a:gd name="connsiteY8" fmla="*/ 216694 h 245269"/>
              <a:gd name="connsiteX9" fmla="*/ 197644 w 1709738"/>
              <a:gd name="connsiteY9" fmla="*/ 209550 h 245269"/>
              <a:gd name="connsiteX10" fmla="*/ 221457 w 1709738"/>
              <a:gd name="connsiteY10" fmla="*/ 211932 h 245269"/>
              <a:gd name="connsiteX11" fmla="*/ 309564 w 1709738"/>
              <a:gd name="connsiteY11" fmla="*/ 202407 h 245269"/>
              <a:gd name="connsiteX12" fmla="*/ 402432 w 1709738"/>
              <a:gd name="connsiteY12" fmla="*/ 192882 h 245269"/>
              <a:gd name="connsiteX13" fmla="*/ 492919 w 1709738"/>
              <a:gd name="connsiteY13" fmla="*/ 180976 h 245269"/>
              <a:gd name="connsiteX14" fmla="*/ 552450 w 1709738"/>
              <a:gd name="connsiteY14" fmla="*/ 171450 h 245269"/>
              <a:gd name="connsiteX15" fmla="*/ 592932 w 1709738"/>
              <a:gd name="connsiteY15" fmla="*/ 159544 h 245269"/>
              <a:gd name="connsiteX16" fmla="*/ 633413 w 1709738"/>
              <a:gd name="connsiteY16" fmla="*/ 150019 h 245269"/>
              <a:gd name="connsiteX17" fmla="*/ 661988 w 1709738"/>
              <a:gd name="connsiteY17" fmla="*/ 147638 h 245269"/>
              <a:gd name="connsiteX18" fmla="*/ 697707 w 1709738"/>
              <a:gd name="connsiteY18" fmla="*/ 140494 h 245269"/>
              <a:gd name="connsiteX19" fmla="*/ 800100 w 1709738"/>
              <a:gd name="connsiteY19" fmla="*/ 123826 h 245269"/>
              <a:gd name="connsiteX20" fmla="*/ 871538 w 1709738"/>
              <a:gd name="connsiteY20" fmla="*/ 121444 h 245269"/>
              <a:gd name="connsiteX21" fmla="*/ 933451 w 1709738"/>
              <a:gd name="connsiteY21" fmla="*/ 116681 h 245269"/>
              <a:gd name="connsiteX22" fmla="*/ 995363 w 1709738"/>
              <a:gd name="connsiteY22" fmla="*/ 107157 h 245269"/>
              <a:gd name="connsiteX23" fmla="*/ 1050132 w 1709738"/>
              <a:gd name="connsiteY23" fmla="*/ 100013 h 245269"/>
              <a:gd name="connsiteX24" fmla="*/ 1071563 w 1709738"/>
              <a:gd name="connsiteY24" fmla="*/ 95250 h 245269"/>
              <a:gd name="connsiteX25" fmla="*/ 1121569 w 1709738"/>
              <a:gd name="connsiteY25" fmla="*/ 83344 h 245269"/>
              <a:gd name="connsiteX26" fmla="*/ 1169194 w 1709738"/>
              <a:gd name="connsiteY26" fmla="*/ 69057 h 245269"/>
              <a:gd name="connsiteX27" fmla="*/ 1226344 w 1709738"/>
              <a:gd name="connsiteY27" fmla="*/ 59531 h 245269"/>
              <a:gd name="connsiteX28" fmla="*/ 1302544 w 1709738"/>
              <a:gd name="connsiteY28" fmla="*/ 50006 h 245269"/>
              <a:gd name="connsiteX29" fmla="*/ 1378744 w 1709738"/>
              <a:gd name="connsiteY29" fmla="*/ 47625 h 245269"/>
              <a:gd name="connsiteX30" fmla="*/ 1443038 w 1709738"/>
              <a:gd name="connsiteY30" fmla="*/ 45244 h 245269"/>
              <a:gd name="connsiteX31" fmla="*/ 1459707 w 1709738"/>
              <a:gd name="connsiteY31" fmla="*/ 47625 h 245269"/>
              <a:gd name="connsiteX32" fmla="*/ 1516856 w 1709738"/>
              <a:gd name="connsiteY32" fmla="*/ 38101 h 245269"/>
              <a:gd name="connsiteX33" fmla="*/ 1552575 w 1709738"/>
              <a:gd name="connsiteY33" fmla="*/ 30957 h 245269"/>
              <a:gd name="connsiteX34" fmla="*/ 1571625 w 1709738"/>
              <a:gd name="connsiteY34" fmla="*/ 23813 h 245269"/>
              <a:gd name="connsiteX35" fmla="*/ 1631157 w 1709738"/>
              <a:gd name="connsiteY35" fmla="*/ 11907 h 245269"/>
              <a:gd name="connsiteX36" fmla="*/ 1702594 w 1709738"/>
              <a:gd name="connsiteY36" fmla="*/ 4763 h 245269"/>
              <a:gd name="connsiteX37" fmla="*/ 1709738 w 1709738"/>
              <a:gd name="connsiteY37" fmla="*/ 0 h 245269"/>
              <a:gd name="connsiteX0" fmla="*/ 0 w 1733551"/>
              <a:gd name="connsiteY0" fmla="*/ 247650 h 247650"/>
              <a:gd name="connsiteX1" fmla="*/ 30957 w 1733551"/>
              <a:gd name="connsiteY1" fmla="*/ 242888 h 247650"/>
              <a:gd name="connsiteX2" fmla="*/ 50007 w 1733551"/>
              <a:gd name="connsiteY2" fmla="*/ 238125 h 247650"/>
              <a:gd name="connsiteX3" fmla="*/ 57150 w 1733551"/>
              <a:gd name="connsiteY3" fmla="*/ 235744 h 247650"/>
              <a:gd name="connsiteX4" fmla="*/ 85725 w 1733551"/>
              <a:gd name="connsiteY4" fmla="*/ 233363 h 247650"/>
              <a:gd name="connsiteX5" fmla="*/ 92869 w 1733551"/>
              <a:gd name="connsiteY5" fmla="*/ 230981 h 247650"/>
              <a:gd name="connsiteX6" fmla="*/ 116682 w 1733551"/>
              <a:gd name="connsiteY6" fmla="*/ 226219 h 247650"/>
              <a:gd name="connsiteX7" fmla="*/ 126207 w 1733551"/>
              <a:gd name="connsiteY7" fmla="*/ 221456 h 247650"/>
              <a:gd name="connsiteX8" fmla="*/ 135732 w 1733551"/>
              <a:gd name="connsiteY8" fmla="*/ 219075 h 247650"/>
              <a:gd name="connsiteX9" fmla="*/ 197644 w 1733551"/>
              <a:gd name="connsiteY9" fmla="*/ 211931 h 247650"/>
              <a:gd name="connsiteX10" fmla="*/ 221457 w 1733551"/>
              <a:gd name="connsiteY10" fmla="*/ 214313 h 247650"/>
              <a:gd name="connsiteX11" fmla="*/ 309564 w 1733551"/>
              <a:gd name="connsiteY11" fmla="*/ 204788 h 247650"/>
              <a:gd name="connsiteX12" fmla="*/ 402432 w 1733551"/>
              <a:gd name="connsiteY12" fmla="*/ 195263 h 247650"/>
              <a:gd name="connsiteX13" fmla="*/ 492919 w 1733551"/>
              <a:gd name="connsiteY13" fmla="*/ 183357 h 247650"/>
              <a:gd name="connsiteX14" fmla="*/ 552450 w 1733551"/>
              <a:gd name="connsiteY14" fmla="*/ 173831 h 247650"/>
              <a:gd name="connsiteX15" fmla="*/ 592932 w 1733551"/>
              <a:gd name="connsiteY15" fmla="*/ 161925 h 247650"/>
              <a:gd name="connsiteX16" fmla="*/ 633413 w 1733551"/>
              <a:gd name="connsiteY16" fmla="*/ 152400 h 247650"/>
              <a:gd name="connsiteX17" fmla="*/ 661988 w 1733551"/>
              <a:gd name="connsiteY17" fmla="*/ 150019 h 247650"/>
              <a:gd name="connsiteX18" fmla="*/ 697707 w 1733551"/>
              <a:gd name="connsiteY18" fmla="*/ 142875 h 247650"/>
              <a:gd name="connsiteX19" fmla="*/ 800100 w 1733551"/>
              <a:gd name="connsiteY19" fmla="*/ 126207 h 247650"/>
              <a:gd name="connsiteX20" fmla="*/ 871538 w 1733551"/>
              <a:gd name="connsiteY20" fmla="*/ 123825 h 247650"/>
              <a:gd name="connsiteX21" fmla="*/ 933451 w 1733551"/>
              <a:gd name="connsiteY21" fmla="*/ 119062 h 247650"/>
              <a:gd name="connsiteX22" fmla="*/ 995363 w 1733551"/>
              <a:gd name="connsiteY22" fmla="*/ 109538 h 247650"/>
              <a:gd name="connsiteX23" fmla="*/ 1050132 w 1733551"/>
              <a:gd name="connsiteY23" fmla="*/ 102394 h 247650"/>
              <a:gd name="connsiteX24" fmla="*/ 1071563 w 1733551"/>
              <a:gd name="connsiteY24" fmla="*/ 97631 h 247650"/>
              <a:gd name="connsiteX25" fmla="*/ 1121569 w 1733551"/>
              <a:gd name="connsiteY25" fmla="*/ 85725 h 247650"/>
              <a:gd name="connsiteX26" fmla="*/ 1169194 w 1733551"/>
              <a:gd name="connsiteY26" fmla="*/ 71438 h 247650"/>
              <a:gd name="connsiteX27" fmla="*/ 1226344 w 1733551"/>
              <a:gd name="connsiteY27" fmla="*/ 61912 h 247650"/>
              <a:gd name="connsiteX28" fmla="*/ 1302544 w 1733551"/>
              <a:gd name="connsiteY28" fmla="*/ 52387 h 247650"/>
              <a:gd name="connsiteX29" fmla="*/ 1378744 w 1733551"/>
              <a:gd name="connsiteY29" fmla="*/ 50006 h 247650"/>
              <a:gd name="connsiteX30" fmla="*/ 1443038 w 1733551"/>
              <a:gd name="connsiteY30" fmla="*/ 47625 h 247650"/>
              <a:gd name="connsiteX31" fmla="*/ 1459707 w 1733551"/>
              <a:gd name="connsiteY31" fmla="*/ 50006 h 247650"/>
              <a:gd name="connsiteX32" fmla="*/ 1516856 w 1733551"/>
              <a:gd name="connsiteY32" fmla="*/ 40482 h 247650"/>
              <a:gd name="connsiteX33" fmla="*/ 1552575 w 1733551"/>
              <a:gd name="connsiteY33" fmla="*/ 33338 h 247650"/>
              <a:gd name="connsiteX34" fmla="*/ 1571625 w 1733551"/>
              <a:gd name="connsiteY34" fmla="*/ 26194 h 247650"/>
              <a:gd name="connsiteX35" fmla="*/ 1631157 w 1733551"/>
              <a:gd name="connsiteY35" fmla="*/ 14288 h 247650"/>
              <a:gd name="connsiteX36" fmla="*/ 1702594 w 1733551"/>
              <a:gd name="connsiteY36" fmla="*/ 7144 h 247650"/>
              <a:gd name="connsiteX37" fmla="*/ 1733551 w 1733551"/>
              <a:gd name="connsiteY37" fmla="*/ 0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733551" h="247650">
                <a:moveTo>
                  <a:pt x="0" y="247650"/>
                </a:moveTo>
                <a:cubicBezTo>
                  <a:pt x="10319" y="246063"/>
                  <a:pt x="20701" y="244841"/>
                  <a:pt x="30957" y="242888"/>
                </a:cubicBezTo>
                <a:cubicBezTo>
                  <a:pt x="37387" y="241663"/>
                  <a:pt x="43692" y="239847"/>
                  <a:pt x="50007" y="238125"/>
                </a:cubicBezTo>
                <a:cubicBezTo>
                  <a:pt x="52428" y="237465"/>
                  <a:pt x="54662" y="236076"/>
                  <a:pt x="57150" y="235744"/>
                </a:cubicBezTo>
                <a:cubicBezTo>
                  <a:pt x="66624" y="234481"/>
                  <a:pt x="76200" y="234157"/>
                  <a:pt x="85725" y="233363"/>
                </a:cubicBezTo>
                <a:cubicBezTo>
                  <a:pt x="88106" y="232569"/>
                  <a:pt x="90423" y="231545"/>
                  <a:pt x="92869" y="230981"/>
                </a:cubicBezTo>
                <a:cubicBezTo>
                  <a:pt x="100757" y="229161"/>
                  <a:pt x="116682" y="226219"/>
                  <a:pt x="116682" y="226219"/>
                </a:cubicBezTo>
                <a:cubicBezTo>
                  <a:pt x="119857" y="224631"/>
                  <a:pt x="122883" y="222702"/>
                  <a:pt x="126207" y="221456"/>
                </a:cubicBezTo>
                <a:cubicBezTo>
                  <a:pt x="129271" y="220307"/>
                  <a:pt x="132509" y="219644"/>
                  <a:pt x="135732" y="219075"/>
                </a:cubicBezTo>
                <a:cubicBezTo>
                  <a:pt x="167554" y="213460"/>
                  <a:pt x="165560" y="214400"/>
                  <a:pt x="197644" y="211931"/>
                </a:cubicBezTo>
                <a:cubicBezTo>
                  <a:pt x="205582" y="212725"/>
                  <a:pt x="202804" y="215503"/>
                  <a:pt x="221457" y="214313"/>
                </a:cubicBezTo>
                <a:cubicBezTo>
                  <a:pt x="240110" y="213123"/>
                  <a:pt x="275155" y="211044"/>
                  <a:pt x="309564" y="204788"/>
                </a:cubicBezTo>
                <a:cubicBezTo>
                  <a:pt x="355655" y="196282"/>
                  <a:pt x="371873" y="198835"/>
                  <a:pt x="402432" y="195263"/>
                </a:cubicBezTo>
                <a:cubicBezTo>
                  <a:pt x="432991" y="191691"/>
                  <a:pt x="420897" y="189358"/>
                  <a:pt x="492919" y="183357"/>
                </a:cubicBezTo>
                <a:cubicBezTo>
                  <a:pt x="517065" y="171283"/>
                  <a:pt x="535781" y="177403"/>
                  <a:pt x="552450" y="173831"/>
                </a:cubicBezTo>
                <a:cubicBezTo>
                  <a:pt x="569119" y="170259"/>
                  <a:pt x="579438" y="165497"/>
                  <a:pt x="592932" y="161925"/>
                </a:cubicBezTo>
                <a:cubicBezTo>
                  <a:pt x="606426" y="158353"/>
                  <a:pt x="621188" y="154147"/>
                  <a:pt x="633413" y="152400"/>
                </a:cubicBezTo>
                <a:cubicBezTo>
                  <a:pt x="642875" y="151048"/>
                  <a:pt x="651272" y="151606"/>
                  <a:pt x="661988" y="150019"/>
                </a:cubicBezTo>
                <a:cubicBezTo>
                  <a:pt x="672704" y="148432"/>
                  <a:pt x="674688" y="146844"/>
                  <a:pt x="697707" y="142875"/>
                </a:cubicBezTo>
                <a:cubicBezTo>
                  <a:pt x="720726" y="138906"/>
                  <a:pt x="771128" y="129382"/>
                  <a:pt x="800100" y="126207"/>
                </a:cubicBezTo>
                <a:lnTo>
                  <a:pt x="871538" y="123825"/>
                </a:lnTo>
                <a:cubicBezTo>
                  <a:pt x="886632" y="124337"/>
                  <a:pt x="912814" y="121443"/>
                  <a:pt x="933451" y="119062"/>
                </a:cubicBezTo>
                <a:cubicBezTo>
                  <a:pt x="954089" y="116681"/>
                  <a:pt x="975916" y="112316"/>
                  <a:pt x="995363" y="109538"/>
                </a:cubicBezTo>
                <a:cubicBezTo>
                  <a:pt x="1014810" y="106760"/>
                  <a:pt x="1037432" y="104378"/>
                  <a:pt x="1050132" y="102394"/>
                </a:cubicBezTo>
                <a:cubicBezTo>
                  <a:pt x="1062832" y="100410"/>
                  <a:pt x="1059657" y="100409"/>
                  <a:pt x="1071563" y="97631"/>
                </a:cubicBezTo>
                <a:cubicBezTo>
                  <a:pt x="1083469" y="94853"/>
                  <a:pt x="1105297" y="90090"/>
                  <a:pt x="1121569" y="85725"/>
                </a:cubicBezTo>
                <a:cubicBezTo>
                  <a:pt x="1137841" y="81360"/>
                  <a:pt x="1155303" y="75804"/>
                  <a:pt x="1169194" y="71438"/>
                </a:cubicBezTo>
                <a:cubicBezTo>
                  <a:pt x="1183085" y="67072"/>
                  <a:pt x="1204119" y="65087"/>
                  <a:pt x="1226344" y="61912"/>
                </a:cubicBezTo>
                <a:cubicBezTo>
                  <a:pt x="1248569" y="58737"/>
                  <a:pt x="1277144" y="54371"/>
                  <a:pt x="1302544" y="52387"/>
                </a:cubicBezTo>
                <a:cubicBezTo>
                  <a:pt x="1327944" y="50403"/>
                  <a:pt x="1332689" y="45620"/>
                  <a:pt x="1378744" y="50006"/>
                </a:cubicBezTo>
                <a:cubicBezTo>
                  <a:pt x="1400175" y="49212"/>
                  <a:pt x="1421592" y="47625"/>
                  <a:pt x="1443038" y="47625"/>
                </a:cubicBezTo>
                <a:cubicBezTo>
                  <a:pt x="1448651" y="47625"/>
                  <a:pt x="1447404" y="51196"/>
                  <a:pt x="1459707" y="50006"/>
                </a:cubicBezTo>
                <a:cubicBezTo>
                  <a:pt x="1472010" y="48816"/>
                  <a:pt x="1498600" y="41276"/>
                  <a:pt x="1516856" y="40482"/>
                </a:cubicBezTo>
                <a:cubicBezTo>
                  <a:pt x="1532334" y="37704"/>
                  <a:pt x="1543050" y="36910"/>
                  <a:pt x="1552575" y="33338"/>
                </a:cubicBezTo>
                <a:cubicBezTo>
                  <a:pt x="1581430" y="18909"/>
                  <a:pt x="1558528" y="29369"/>
                  <a:pt x="1571625" y="26194"/>
                </a:cubicBezTo>
                <a:cubicBezTo>
                  <a:pt x="1584722" y="23019"/>
                  <a:pt x="1602752" y="16758"/>
                  <a:pt x="1631157" y="14288"/>
                </a:cubicBezTo>
                <a:cubicBezTo>
                  <a:pt x="1657264" y="12018"/>
                  <a:pt x="1676400" y="7938"/>
                  <a:pt x="1702594" y="7144"/>
                </a:cubicBezTo>
                <a:cubicBezTo>
                  <a:pt x="1704975" y="5556"/>
                  <a:pt x="1731352" y="1832"/>
                  <a:pt x="1733551" y="0"/>
                </a:cubicBezTo>
              </a:path>
            </a:pathLst>
          </a:cu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4" name="TextBox 53">
            <a:extLst>
              <a:ext uri="{FF2B5EF4-FFF2-40B4-BE49-F238E27FC236}">
                <a16:creationId xmlns:a16="http://schemas.microsoft.com/office/drawing/2014/main" id="{1C2C346A-D96C-177C-11A0-46B6A4E7A215}"/>
              </a:ext>
            </a:extLst>
          </p:cNvPr>
          <p:cNvSpPr txBox="1"/>
          <p:nvPr/>
        </p:nvSpPr>
        <p:spPr>
          <a:xfrm flipH="1">
            <a:off x="2718997" y="1796919"/>
            <a:ext cx="445827" cy="297517"/>
          </a:xfrm>
          <a:prstGeom prst="rect">
            <a:avLst/>
          </a:prstGeom>
          <a:noFill/>
          <a:effectLst>
            <a:softEdge rad="31750"/>
          </a:effectLst>
        </p:spPr>
        <p:txBody>
          <a:bodyPr wrap="square" rtlCol="0">
            <a:spAutoFit/>
          </a:bodyPr>
          <a:lstStyle/>
          <a:p>
            <a:pPr>
              <a:lnSpc>
                <a:spcPts val="1500"/>
              </a:lnSpc>
            </a:pPr>
            <a:r>
              <a:rPr lang="en-US" sz="18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①</a:t>
            </a:r>
            <a:endParaRPr lang="en-US" sz="1800" dirty="0">
              <a:solidFill>
                <a:schemeClr val="bg1">
                  <a:lumMod val="75000"/>
                </a:schemeClr>
              </a:solidFill>
              <a:latin typeface="Univers 57 Condensed" pitchFamily="50" charset="0"/>
            </a:endParaRPr>
          </a:p>
        </p:txBody>
      </p:sp>
      <p:cxnSp>
        <p:nvCxnSpPr>
          <p:cNvPr id="55" name="Straight Arrow Connector 54">
            <a:extLst>
              <a:ext uri="{FF2B5EF4-FFF2-40B4-BE49-F238E27FC236}">
                <a16:creationId xmlns:a16="http://schemas.microsoft.com/office/drawing/2014/main" id="{49E6A6C1-F891-4B8C-B2C0-1A07891C5F20}"/>
              </a:ext>
            </a:extLst>
          </p:cNvPr>
          <p:cNvCxnSpPr>
            <a:cxnSpLocks/>
          </p:cNvCxnSpPr>
          <p:nvPr/>
        </p:nvCxnSpPr>
        <p:spPr>
          <a:xfrm>
            <a:off x="3342037" y="2129573"/>
            <a:ext cx="0" cy="787779"/>
          </a:xfrm>
          <a:prstGeom prst="straightConnector1">
            <a:avLst/>
          </a:prstGeom>
          <a:ln w="25400">
            <a:solidFill>
              <a:schemeClr val="accent1">
                <a:alpha val="39000"/>
              </a:schemeClr>
            </a:solidFill>
            <a:tailEnd type="stealth" w="lg" len="lg"/>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0E4B6D56-02CD-146A-4560-444CE9E0FC41}"/>
              </a:ext>
            </a:extLst>
          </p:cNvPr>
          <p:cNvSpPr txBox="1"/>
          <p:nvPr/>
        </p:nvSpPr>
        <p:spPr>
          <a:xfrm flipH="1">
            <a:off x="3103818" y="1797936"/>
            <a:ext cx="445826" cy="297517"/>
          </a:xfrm>
          <a:prstGeom prst="rect">
            <a:avLst/>
          </a:prstGeom>
          <a:noFill/>
          <a:effectLst>
            <a:softEdge rad="31750"/>
          </a:effectLst>
        </p:spPr>
        <p:txBody>
          <a:bodyPr wrap="square" rtlCol="0">
            <a:spAutoFit/>
          </a:bodyPr>
          <a:lstStyle/>
          <a:p>
            <a:pPr>
              <a:lnSpc>
                <a:spcPts val="1500"/>
              </a:lnSpc>
            </a:pPr>
            <a:r>
              <a:rPr lang="en-US" sz="18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②</a:t>
            </a:r>
            <a:endParaRPr lang="en-US" sz="1800" dirty="0">
              <a:solidFill>
                <a:schemeClr val="bg1">
                  <a:lumMod val="75000"/>
                </a:schemeClr>
              </a:solidFill>
              <a:latin typeface="Univers 57 Condensed" pitchFamily="50" charset="0"/>
            </a:endParaRPr>
          </a:p>
        </p:txBody>
      </p:sp>
      <p:cxnSp>
        <p:nvCxnSpPr>
          <p:cNvPr id="57" name="Straight Arrow Connector 56">
            <a:extLst>
              <a:ext uri="{FF2B5EF4-FFF2-40B4-BE49-F238E27FC236}">
                <a16:creationId xmlns:a16="http://schemas.microsoft.com/office/drawing/2014/main" id="{20CCFDFD-2EDD-2EC5-773F-2D324F52CE9E}"/>
              </a:ext>
            </a:extLst>
          </p:cNvPr>
          <p:cNvCxnSpPr>
            <a:cxnSpLocks/>
          </p:cNvCxnSpPr>
          <p:nvPr/>
        </p:nvCxnSpPr>
        <p:spPr>
          <a:xfrm flipV="1">
            <a:off x="2968886" y="2101254"/>
            <a:ext cx="0" cy="840569"/>
          </a:xfrm>
          <a:prstGeom prst="straightConnector1">
            <a:avLst/>
          </a:prstGeom>
          <a:ln w="25400">
            <a:solidFill>
              <a:schemeClr val="accent1">
                <a:alpha val="39000"/>
              </a:schemeClr>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1AEF157C-D20B-07BF-B301-4491720E5589}"/>
              </a:ext>
            </a:extLst>
          </p:cNvPr>
          <p:cNvCxnSpPr/>
          <p:nvPr/>
        </p:nvCxnSpPr>
        <p:spPr>
          <a:xfrm>
            <a:off x="361118" y="4009272"/>
            <a:ext cx="4085016" cy="519391"/>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D043935B-5665-62F5-831A-6173128D35C0}"/>
              </a:ext>
            </a:extLst>
          </p:cNvPr>
          <p:cNvCxnSpPr>
            <a:cxnSpLocks/>
          </p:cNvCxnSpPr>
          <p:nvPr/>
        </p:nvCxnSpPr>
        <p:spPr>
          <a:xfrm flipH="1" flipV="1">
            <a:off x="2051331" y="4311217"/>
            <a:ext cx="2521378" cy="319615"/>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sp>
        <p:nvSpPr>
          <p:cNvPr id="60" name="Isosceles Triangle 59">
            <a:extLst>
              <a:ext uri="{FF2B5EF4-FFF2-40B4-BE49-F238E27FC236}">
                <a16:creationId xmlns:a16="http://schemas.microsoft.com/office/drawing/2014/main" id="{DCDBF4B3-31C7-8BAD-9680-39C1DBC28860}"/>
              </a:ext>
            </a:extLst>
          </p:cNvPr>
          <p:cNvSpPr/>
          <p:nvPr/>
        </p:nvSpPr>
        <p:spPr>
          <a:xfrm rot="578766" flipH="1" flipV="1">
            <a:off x="3161823" y="4333488"/>
            <a:ext cx="133012" cy="112376"/>
          </a:xfrm>
          <a:prstGeom prst="triangle">
            <a:avLst>
              <a:gd name="adj" fmla="val 38678"/>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1" name="Freeform: Shape 60">
            <a:extLst>
              <a:ext uri="{FF2B5EF4-FFF2-40B4-BE49-F238E27FC236}">
                <a16:creationId xmlns:a16="http://schemas.microsoft.com/office/drawing/2014/main" id="{5FDFBBB5-3F10-99B3-9044-AE77C2FF4D70}"/>
              </a:ext>
            </a:extLst>
          </p:cNvPr>
          <p:cNvSpPr/>
          <p:nvPr/>
        </p:nvSpPr>
        <p:spPr>
          <a:xfrm rot="356134">
            <a:off x="918062" y="3555699"/>
            <a:ext cx="518019" cy="139776"/>
          </a:xfrm>
          <a:custGeom>
            <a:avLst/>
            <a:gdLst>
              <a:gd name="connsiteX0" fmla="*/ 0 w 264584"/>
              <a:gd name="connsiteY0" fmla="*/ 10275 h 46258"/>
              <a:gd name="connsiteX1" fmla="*/ 136525 w 264584"/>
              <a:gd name="connsiteY1" fmla="*/ 750 h 46258"/>
              <a:gd name="connsiteX2" fmla="*/ 190500 w 264584"/>
              <a:gd name="connsiteY2" fmla="*/ 1808 h 46258"/>
              <a:gd name="connsiteX3" fmla="*/ 232834 w 264584"/>
              <a:gd name="connsiteY3" fmla="*/ 11333 h 46258"/>
              <a:gd name="connsiteX4" fmla="*/ 264584 w 264584"/>
              <a:gd name="connsiteY4" fmla="*/ 46258 h 462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584" h="46258">
                <a:moveTo>
                  <a:pt x="0" y="10275"/>
                </a:moveTo>
                <a:lnTo>
                  <a:pt x="136525" y="750"/>
                </a:lnTo>
                <a:cubicBezTo>
                  <a:pt x="168275" y="-661"/>
                  <a:pt x="174449" y="44"/>
                  <a:pt x="190500" y="1808"/>
                </a:cubicBezTo>
                <a:cubicBezTo>
                  <a:pt x="206551" y="3572"/>
                  <a:pt x="220487" y="3925"/>
                  <a:pt x="232834" y="11333"/>
                </a:cubicBezTo>
                <a:cubicBezTo>
                  <a:pt x="245181" y="18741"/>
                  <a:pt x="254882" y="32499"/>
                  <a:pt x="264584" y="46258"/>
                </a:cubicBezTo>
              </a:path>
            </a:pathLst>
          </a:custGeom>
          <a:noFill/>
          <a:ln w="38100">
            <a:solidFill>
              <a:schemeClr val="accent1">
                <a:alpha val="39000"/>
              </a:schemeClr>
            </a:solidFill>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2" name="TextBox 61">
            <a:extLst>
              <a:ext uri="{FF2B5EF4-FFF2-40B4-BE49-F238E27FC236}">
                <a16:creationId xmlns:a16="http://schemas.microsoft.com/office/drawing/2014/main" id="{AAB40593-893B-6248-C68E-1CAB854F0F23}"/>
              </a:ext>
            </a:extLst>
          </p:cNvPr>
          <p:cNvSpPr txBox="1"/>
          <p:nvPr/>
        </p:nvSpPr>
        <p:spPr>
          <a:xfrm flipH="1">
            <a:off x="502950" y="3451487"/>
            <a:ext cx="478685" cy="297517"/>
          </a:xfrm>
          <a:prstGeom prst="rect">
            <a:avLst/>
          </a:prstGeom>
          <a:solidFill>
            <a:srgbClr val="CAD7EE">
              <a:alpha val="0"/>
            </a:srgbClr>
          </a:solidFill>
          <a:effectLst/>
        </p:spPr>
        <p:txBody>
          <a:bodyPr wrap="square" rtlCol="0">
            <a:spAutoFit/>
          </a:bodyPr>
          <a:lstStyle/>
          <a:p>
            <a:pPr>
              <a:lnSpc>
                <a:spcPts val="1500"/>
              </a:lnSpc>
            </a:pPr>
            <a:r>
              <a:rPr lang="en-US" sz="18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④</a:t>
            </a:r>
            <a:endParaRPr lang="en-US" sz="1800" dirty="0">
              <a:solidFill>
                <a:schemeClr val="bg1">
                  <a:lumMod val="75000"/>
                </a:schemeClr>
              </a:solidFill>
              <a:latin typeface="Univers 57 Condensed" pitchFamily="50" charset="0"/>
            </a:endParaRPr>
          </a:p>
        </p:txBody>
      </p:sp>
      <p:pic>
        <p:nvPicPr>
          <p:cNvPr id="63" name="Picture 62" descr="A group of trees&#10;&#10;Description automatically generated with low confidence">
            <a:extLst>
              <a:ext uri="{FF2B5EF4-FFF2-40B4-BE49-F238E27FC236}">
                <a16:creationId xmlns:a16="http://schemas.microsoft.com/office/drawing/2014/main" id="{69E3DD94-D5F3-8BBD-8EB3-CDBD1FC126E0}"/>
              </a:ext>
            </a:extLst>
          </p:cNvPr>
          <p:cNvPicPr>
            <a:picLocks noChangeAspect="1"/>
          </p:cNvPicPr>
          <p:nvPr/>
        </p:nvPicPr>
        <p:blipFill rotWithShape="1">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l="35998" r="29090"/>
          <a:stretch/>
        </p:blipFill>
        <p:spPr>
          <a:xfrm>
            <a:off x="3733898" y="2816885"/>
            <a:ext cx="712908" cy="1299356"/>
          </a:xfrm>
          <a:prstGeom prst="rect">
            <a:avLst/>
          </a:prstGeom>
        </p:spPr>
      </p:pic>
      <p:sp>
        <p:nvSpPr>
          <p:cNvPr id="64" name="Freeform: Shape 63">
            <a:extLst>
              <a:ext uri="{FF2B5EF4-FFF2-40B4-BE49-F238E27FC236}">
                <a16:creationId xmlns:a16="http://schemas.microsoft.com/office/drawing/2014/main" id="{5C1C0D94-8128-802A-A186-C2E670A30A2F}"/>
              </a:ext>
            </a:extLst>
          </p:cNvPr>
          <p:cNvSpPr/>
          <p:nvPr/>
        </p:nvSpPr>
        <p:spPr>
          <a:xfrm>
            <a:off x="1270620" y="4559821"/>
            <a:ext cx="171149" cy="472021"/>
          </a:xfrm>
          <a:custGeom>
            <a:avLst/>
            <a:gdLst>
              <a:gd name="connsiteX0" fmla="*/ 1392865 w 1392865"/>
              <a:gd name="connsiteY0" fmla="*/ 1073150 h 1073150"/>
              <a:gd name="connsiteX1" fmla="*/ 713415 w 1392865"/>
              <a:gd name="connsiteY1" fmla="*/ 946150 h 1073150"/>
              <a:gd name="connsiteX2" fmla="*/ 192715 w 1392865"/>
              <a:gd name="connsiteY2" fmla="*/ 641350 h 1073150"/>
              <a:gd name="connsiteX3" fmla="*/ 21265 w 1392865"/>
              <a:gd name="connsiteY3" fmla="*/ 311150 h 1073150"/>
              <a:gd name="connsiteX4" fmla="*/ 8565 w 1392865"/>
              <a:gd name="connsiteY4" fmla="*/ 0 h 1073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2865" h="1073150">
                <a:moveTo>
                  <a:pt x="1392865" y="1073150"/>
                </a:moveTo>
                <a:cubicBezTo>
                  <a:pt x="1153152" y="1045633"/>
                  <a:pt x="913440" y="1018117"/>
                  <a:pt x="713415" y="946150"/>
                </a:cubicBezTo>
                <a:cubicBezTo>
                  <a:pt x="513390" y="874183"/>
                  <a:pt x="308073" y="747183"/>
                  <a:pt x="192715" y="641350"/>
                </a:cubicBezTo>
                <a:cubicBezTo>
                  <a:pt x="77357" y="535517"/>
                  <a:pt x="51957" y="418042"/>
                  <a:pt x="21265" y="311150"/>
                </a:cubicBezTo>
                <a:cubicBezTo>
                  <a:pt x="-9427" y="204258"/>
                  <a:pt x="-431" y="102129"/>
                  <a:pt x="8565" y="0"/>
                </a:cubicBezTo>
              </a:path>
            </a:pathLst>
          </a:custGeom>
          <a:ln w="28575">
            <a:solidFill>
              <a:schemeClr val="accent1">
                <a:alpha val="39000"/>
              </a:schemeClr>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0"/>
          </a:p>
        </p:txBody>
      </p:sp>
      <p:sp>
        <p:nvSpPr>
          <p:cNvPr id="65" name="TextBox 64">
            <a:extLst>
              <a:ext uri="{FF2B5EF4-FFF2-40B4-BE49-F238E27FC236}">
                <a16:creationId xmlns:a16="http://schemas.microsoft.com/office/drawing/2014/main" id="{406F3BB2-3D5B-D81A-5D4D-6F5CA92B27D3}"/>
              </a:ext>
            </a:extLst>
          </p:cNvPr>
          <p:cNvSpPr txBox="1"/>
          <p:nvPr/>
        </p:nvSpPr>
        <p:spPr>
          <a:xfrm flipH="1">
            <a:off x="1354404" y="4942833"/>
            <a:ext cx="467158" cy="307135"/>
          </a:xfrm>
          <a:prstGeom prst="rect">
            <a:avLst/>
          </a:prstGeom>
          <a:noFill/>
          <a:effectLst>
            <a:softEdge rad="31750"/>
          </a:effectLst>
        </p:spPr>
        <p:txBody>
          <a:bodyPr wrap="square" rtlCol="0">
            <a:spAutoFit/>
          </a:bodyPr>
          <a:lstStyle/>
          <a:p>
            <a:pPr>
              <a:lnSpc>
                <a:spcPts val="1600"/>
              </a:lnSpc>
            </a:pPr>
            <a:r>
              <a:rPr lang="en-US" sz="18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⑤</a:t>
            </a:r>
            <a:endParaRPr lang="en-US" sz="1800" dirty="0">
              <a:solidFill>
                <a:schemeClr val="bg1">
                  <a:lumMod val="75000"/>
                </a:schemeClr>
              </a:solidFill>
              <a:latin typeface="Univers 57 Condensed" pitchFamily="50" charset="0"/>
            </a:endParaRPr>
          </a:p>
        </p:txBody>
      </p:sp>
      <p:pic>
        <p:nvPicPr>
          <p:cNvPr id="66" name="Picture 65" descr="A group of trees&#10;&#10;Description automatically generated with low confidence">
            <a:extLst>
              <a:ext uri="{FF2B5EF4-FFF2-40B4-BE49-F238E27FC236}">
                <a16:creationId xmlns:a16="http://schemas.microsoft.com/office/drawing/2014/main" id="{19E75065-7F63-5D08-3AEB-B72BA7E1D713}"/>
              </a:ext>
            </a:extLst>
          </p:cNvPr>
          <p:cNvPicPr>
            <a:picLocks noChangeAspect="1"/>
          </p:cNvPicPr>
          <p:nvPr/>
        </p:nvPicPr>
        <p:blipFill rotWithShape="1">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rcRect l="1138" r="63816"/>
          <a:stretch/>
        </p:blipFill>
        <p:spPr>
          <a:xfrm flipH="1">
            <a:off x="3512447" y="3141479"/>
            <a:ext cx="560870" cy="1018366"/>
          </a:xfrm>
          <a:prstGeom prst="rect">
            <a:avLst/>
          </a:prstGeom>
        </p:spPr>
      </p:pic>
      <p:pic>
        <p:nvPicPr>
          <p:cNvPr id="67" name="Picture 66" descr="A group of trees&#10;&#10;Description automatically generated with low confidence">
            <a:extLst>
              <a:ext uri="{FF2B5EF4-FFF2-40B4-BE49-F238E27FC236}">
                <a16:creationId xmlns:a16="http://schemas.microsoft.com/office/drawing/2014/main" id="{D9672E06-3D96-E2AC-97C0-CA5518D38799}"/>
              </a:ext>
            </a:extLst>
          </p:cNvPr>
          <p:cNvPicPr>
            <a:picLocks noChangeAspect="1"/>
          </p:cNvPicPr>
          <p:nvPr/>
        </p:nvPicPr>
        <p:blipFill rotWithShape="1">
          <a:blip r:embed="rId8" cstate="print">
            <a:clrChange>
              <a:clrFrom>
                <a:srgbClr val="FFFFFF"/>
              </a:clrFrom>
              <a:clrTo>
                <a:srgbClr val="FFFFFF">
                  <a:alpha val="0"/>
                </a:srgbClr>
              </a:clrTo>
            </a:clrChange>
            <a:extLst>
              <a:ext uri="{28A0092B-C50C-407E-A947-70E740481C1C}">
                <a14:useLocalDpi xmlns:a14="http://schemas.microsoft.com/office/drawing/2010/main" val="0"/>
              </a:ext>
            </a:extLst>
          </a:blip>
          <a:srcRect l="35998" r="29090"/>
          <a:stretch/>
        </p:blipFill>
        <p:spPr>
          <a:xfrm>
            <a:off x="1422682" y="1687354"/>
            <a:ext cx="830563" cy="1513796"/>
          </a:xfrm>
          <a:prstGeom prst="rect">
            <a:avLst/>
          </a:prstGeom>
        </p:spPr>
      </p:pic>
      <p:pic>
        <p:nvPicPr>
          <p:cNvPr id="68" name="Picture 67" descr="A group of trees&#10;&#10;Description automatically generated with low confidence">
            <a:extLst>
              <a:ext uri="{FF2B5EF4-FFF2-40B4-BE49-F238E27FC236}">
                <a16:creationId xmlns:a16="http://schemas.microsoft.com/office/drawing/2014/main" id="{4F674C1B-9044-CE38-F817-D8FED472D104}"/>
              </a:ext>
            </a:extLst>
          </p:cNvPr>
          <p:cNvPicPr>
            <a:picLocks noChangeAspect="1"/>
          </p:cNvPicPr>
          <p:nvPr/>
        </p:nvPicPr>
        <p:blipFill rotWithShape="1">
          <a:blip r:embed="rId9" cstate="print">
            <a:clrChange>
              <a:clrFrom>
                <a:srgbClr val="FFFFFF"/>
              </a:clrFrom>
              <a:clrTo>
                <a:srgbClr val="FFFFFF">
                  <a:alpha val="0"/>
                </a:srgbClr>
              </a:clrTo>
            </a:clrChange>
            <a:extLst>
              <a:ext uri="{28A0092B-C50C-407E-A947-70E740481C1C}">
                <a14:useLocalDpi xmlns:a14="http://schemas.microsoft.com/office/drawing/2010/main" val="0"/>
              </a:ext>
            </a:extLst>
          </a:blip>
          <a:srcRect l="70350"/>
          <a:stretch/>
        </p:blipFill>
        <p:spPr>
          <a:xfrm flipH="1">
            <a:off x="828537" y="1331259"/>
            <a:ext cx="951036" cy="2040955"/>
          </a:xfrm>
          <a:prstGeom prst="rect">
            <a:avLst/>
          </a:prstGeom>
        </p:spPr>
      </p:pic>
      <p:cxnSp>
        <p:nvCxnSpPr>
          <p:cNvPr id="69" name="Straight Arrow Connector 68">
            <a:extLst>
              <a:ext uri="{FF2B5EF4-FFF2-40B4-BE49-F238E27FC236}">
                <a16:creationId xmlns:a16="http://schemas.microsoft.com/office/drawing/2014/main" id="{DF6183AE-3809-B878-C699-9A071036F479}"/>
              </a:ext>
            </a:extLst>
          </p:cNvPr>
          <p:cNvCxnSpPr>
            <a:cxnSpLocks/>
          </p:cNvCxnSpPr>
          <p:nvPr/>
        </p:nvCxnSpPr>
        <p:spPr>
          <a:xfrm flipH="1">
            <a:off x="3468202" y="2561796"/>
            <a:ext cx="512795" cy="362052"/>
          </a:xfrm>
          <a:prstGeom prst="straightConnector1">
            <a:avLst/>
          </a:prstGeom>
          <a:ln w="25400">
            <a:solidFill>
              <a:schemeClr val="accent1">
                <a:alpha val="39000"/>
              </a:schemeClr>
            </a:solidFill>
            <a:tailEnd type="stealth" w="lg" len="lg"/>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91AE2B2E-D906-6572-41BE-9455E79895A2}"/>
              </a:ext>
            </a:extLst>
          </p:cNvPr>
          <p:cNvSpPr txBox="1"/>
          <p:nvPr/>
        </p:nvSpPr>
        <p:spPr>
          <a:xfrm flipH="1">
            <a:off x="3897270" y="2341989"/>
            <a:ext cx="514306" cy="297517"/>
          </a:xfrm>
          <a:prstGeom prst="rect">
            <a:avLst/>
          </a:prstGeom>
          <a:noFill/>
        </p:spPr>
        <p:txBody>
          <a:bodyPr wrap="square" rtlCol="0">
            <a:spAutoFit/>
          </a:bodyPr>
          <a:lstStyle/>
          <a:p>
            <a:pPr>
              <a:lnSpc>
                <a:spcPts val="1500"/>
              </a:lnSpc>
            </a:pPr>
            <a:r>
              <a:rPr lang="en-US" sz="18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③</a:t>
            </a:r>
            <a:endParaRPr lang="en-US" sz="1800" dirty="0">
              <a:solidFill>
                <a:schemeClr val="bg1">
                  <a:lumMod val="75000"/>
                </a:schemeClr>
              </a:solidFill>
              <a:latin typeface="Univers 57 Condensed" pitchFamily="50" charset="0"/>
            </a:endParaRPr>
          </a:p>
        </p:txBody>
      </p:sp>
      <p:cxnSp>
        <p:nvCxnSpPr>
          <p:cNvPr id="71" name="Straight Arrow Connector 70">
            <a:extLst>
              <a:ext uri="{FF2B5EF4-FFF2-40B4-BE49-F238E27FC236}">
                <a16:creationId xmlns:a16="http://schemas.microsoft.com/office/drawing/2014/main" id="{CE8647DC-9DA1-5991-71AB-DE990C4897C1}"/>
              </a:ext>
            </a:extLst>
          </p:cNvPr>
          <p:cNvCxnSpPr>
            <a:cxnSpLocks/>
          </p:cNvCxnSpPr>
          <p:nvPr/>
        </p:nvCxnSpPr>
        <p:spPr>
          <a:xfrm flipV="1">
            <a:off x="636684" y="4208032"/>
            <a:ext cx="242840" cy="169785"/>
          </a:xfrm>
          <a:prstGeom prst="straightConnector1">
            <a:avLst/>
          </a:prstGeom>
          <a:ln w="25400">
            <a:solidFill>
              <a:schemeClr val="accent2">
                <a:alpha val="53000"/>
              </a:schemeClr>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92A7B65D-3417-296B-892D-45513E7A1114}"/>
              </a:ext>
            </a:extLst>
          </p:cNvPr>
          <p:cNvCxnSpPr>
            <a:cxnSpLocks/>
          </p:cNvCxnSpPr>
          <p:nvPr/>
        </p:nvCxnSpPr>
        <p:spPr>
          <a:xfrm flipH="1">
            <a:off x="654609" y="4313368"/>
            <a:ext cx="242840" cy="169785"/>
          </a:xfrm>
          <a:prstGeom prst="straightConnector1">
            <a:avLst/>
          </a:prstGeom>
          <a:ln w="25400">
            <a:solidFill>
              <a:schemeClr val="accent2">
                <a:alpha val="53000"/>
              </a:schemeClr>
            </a:solidFill>
            <a:tailEnd type="stealth" w="lg" len="lg"/>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57463A49-D340-9E16-89C7-535E29B1CAC2}"/>
              </a:ext>
            </a:extLst>
          </p:cNvPr>
          <p:cNvSpPr txBox="1"/>
          <p:nvPr/>
        </p:nvSpPr>
        <p:spPr>
          <a:xfrm flipH="1">
            <a:off x="234160" y="4387843"/>
            <a:ext cx="412135" cy="297517"/>
          </a:xfrm>
          <a:prstGeom prst="rect">
            <a:avLst/>
          </a:prstGeom>
          <a:solidFill>
            <a:srgbClr val="CAD7EE">
              <a:alpha val="0"/>
            </a:srgbClr>
          </a:solidFill>
          <a:effectLst/>
        </p:spPr>
        <p:txBody>
          <a:bodyPr wrap="square" rtlCol="0">
            <a:spAutoFit/>
          </a:bodyPr>
          <a:lstStyle>
            <a:defPPr>
              <a:defRPr lang="en-US"/>
            </a:defPPr>
            <a:lvl1pPr>
              <a:lnSpc>
                <a:spcPts val="1500"/>
              </a:lnSpc>
              <a:defRPr sz="180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defRPr>
            </a:lvl1pPr>
          </a:lstStyle>
          <a:p>
            <a:r>
              <a:rPr lang="en-US" dirty="0"/>
              <a:t>⑦</a:t>
            </a:r>
          </a:p>
        </p:txBody>
      </p:sp>
      <p:pic>
        <p:nvPicPr>
          <p:cNvPr id="74" name="Picture 73">
            <a:extLst>
              <a:ext uri="{FF2B5EF4-FFF2-40B4-BE49-F238E27FC236}">
                <a16:creationId xmlns:a16="http://schemas.microsoft.com/office/drawing/2014/main" id="{009D895A-2EB3-0B4B-A112-A49E0C3C011F}"/>
              </a:ext>
            </a:extLst>
          </p:cNvPr>
          <p:cNvPicPr>
            <a:picLocks noChangeAspect="1"/>
          </p:cNvPicPr>
          <p:nvPr/>
        </p:nvPicPr>
        <p:blipFill>
          <a:blip r:embed="rId10" cstate="print">
            <a:extLst>
              <a:ext uri="{28A0092B-C50C-407E-A947-70E740481C1C}">
                <a14:useLocalDpi xmlns:a14="http://schemas.microsoft.com/office/drawing/2010/main" val="0"/>
              </a:ext>
              <a:ext uri="{837473B0-CC2E-450A-ABE3-18F120FF3D39}">
                <a1611:picAttrSrcUrl xmlns:a1611="http://schemas.microsoft.com/office/drawing/2016/11/main" r:id="rId11"/>
              </a:ext>
            </a:extLst>
          </a:blip>
          <a:stretch>
            <a:fillRect/>
          </a:stretch>
        </p:blipFill>
        <p:spPr>
          <a:xfrm>
            <a:off x="155800" y="835242"/>
            <a:ext cx="541502" cy="541502"/>
          </a:xfrm>
          <a:prstGeom prst="rect">
            <a:avLst/>
          </a:prstGeom>
        </p:spPr>
      </p:pic>
      <p:sp>
        <p:nvSpPr>
          <p:cNvPr id="7" name="Arrow: Right 6">
            <a:extLst>
              <a:ext uri="{FF2B5EF4-FFF2-40B4-BE49-F238E27FC236}">
                <a16:creationId xmlns:a16="http://schemas.microsoft.com/office/drawing/2014/main" id="{9BA8DF88-9A98-C41E-6E02-B49D8790FEC1}"/>
              </a:ext>
            </a:extLst>
          </p:cNvPr>
          <p:cNvSpPr/>
          <p:nvPr/>
        </p:nvSpPr>
        <p:spPr>
          <a:xfrm rot="5400000">
            <a:off x="1688074" y="3562865"/>
            <a:ext cx="522714" cy="263765"/>
          </a:xfrm>
          <a:prstGeom prst="rightArrow">
            <a:avLst>
              <a:gd name="adj1" fmla="val 50000"/>
              <a:gd name="adj2" fmla="val 115576"/>
            </a:avLst>
          </a:prstGeom>
          <a:solidFill>
            <a:srgbClr val="EB7321">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rrow: Right 7">
            <a:extLst>
              <a:ext uri="{FF2B5EF4-FFF2-40B4-BE49-F238E27FC236}">
                <a16:creationId xmlns:a16="http://schemas.microsoft.com/office/drawing/2014/main" id="{07D3526D-590A-CA5C-8B27-DF2FA7F17704}"/>
              </a:ext>
            </a:extLst>
          </p:cNvPr>
          <p:cNvSpPr/>
          <p:nvPr/>
        </p:nvSpPr>
        <p:spPr>
          <a:xfrm rot="16200000">
            <a:off x="1955520" y="3606571"/>
            <a:ext cx="522714" cy="163654"/>
          </a:xfrm>
          <a:prstGeom prst="rightArrow">
            <a:avLst>
              <a:gd name="adj1" fmla="val 50000"/>
              <a:gd name="adj2" fmla="val 115576"/>
            </a:avLst>
          </a:prstGeom>
          <a:solidFill>
            <a:srgbClr val="EB7321">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82D56D29-5BB6-7093-2805-8CB34E9BE7E8}"/>
              </a:ext>
            </a:extLst>
          </p:cNvPr>
          <p:cNvSpPr txBox="1"/>
          <p:nvPr/>
        </p:nvSpPr>
        <p:spPr>
          <a:xfrm flipH="1">
            <a:off x="1828389" y="3927010"/>
            <a:ext cx="478685" cy="297517"/>
          </a:xfrm>
          <a:prstGeom prst="rect">
            <a:avLst/>
          </a:prstGeom>
          <a:noFill/>
          <a:effectLst>
            <a:softEdge rad="31750"/>
          </a:effectLst>
        </p:spPr>
        <p:txBody>
          <a:bodyPr wrap="square" rtlCol="0">
            <a:spAutoFit/>
          </a:bodyPr>
          <a:lstStyle>
            <a:defPPr>
              <a:defRPr lang="en-US"/>
            </a:defPPr>
            <a:lvl1pPr>
              <a:lnSpc>
                <a:spcPts val="1500"/>
              </a:lnSpc>
              <a:defRPr sz="180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defRPr>
            </a:lvl1pPr>
          </a:lstStyle>
          <a:p>
            <a:r>
              <a:rPr lang="en-US" dirty="0"/>
              <a:t>⑨</a:t>
            </a:r>
          </a:p>
        </p:txBody>
      </p:sp>
      <p:grpSp>
        <p:nvGrpSpPr>
          <p:cNvPr id="16" name="Group 15">
            <a:extLst>
              <a:ext uri="{FF2B5EF4-FFF2-40B4-BE49-F238E27FC236}">
                <a16:creationId xmlns:a16="http://schemas.microsoft.com/office/drawing/2014/main" id="{8985F168-4847-E879-8A86-164B02052B1E}"/>
              </a:ext>
            </a:extLst>
          </p:cNvPr>
          <p:cNvGrpSpPr/>
          <p:nvPr/>
        </p:nvGrpSpPr>
        <p:grpSpPr>
          <a:xfrm>
            <a:off x="2514507" y="2443117"/>
            <a:ext cx="298632" cy="942380"/>
            <a:chOff x="2600240" y="2290717"/>
            <a:chExt cx="298632" cy="942380"/>
          </a:xfrm>
        </p:grpSpPr>
        <p:sp>
          <p:nvSpPr>
            <p:cNvPr id="12" name="Freeform: Shape 11">
              <a:extLst>
                <a:ext uri="{FF2B5EF4-FFF2-40B4-BE49-F238E27FC236}">
                  <a16:creationId xmlns:a16="http://schemas.microsoft.com/office/drawing/2014/main" id="{D42E7A36-15DC-E2E9-B0FB-F3A4CC1B2F03}"/>
                </a:ext>
              </a:extLst>
            </p:cNvPr>
            <p:cNvSpPr/>
            <p:nvPr/>
          </p:nvSpPr>
          <p:spPr>
            <a:xfrm>
              <a:off x="2600240" y="2290717"/>
              <a:ext cx="105750" cy="935231"/>
            </a:xfrm>
            <a:custGeom>
              <a:avLst/>
              <a:gdLst>
                <a:gd name="csX0" fmla="*/ 878 w 173650"/>
                <a:gd name="csY0" fmla="*/ 1845469 h 1845469"/>
                <a:gd name="csX1" fmla="*/ 12784 w 173650"/>
                <a:gd name="csY1" fmla="*/ 1766887 h 1845469"/>
                <a:gd name="csX2" fmla="*/ 48503 w 173650"/>
                <a:gd name="csY2" fmla="*/ 1700212 h 1845469"/>
                <a:gd name="csX3" fmla="*/ 105653 w 173650"/>
                <a:gd name="csY3" fmla="*/ 1650206 h 1845469"/>
                <a:gd name="csX4" fmla="*/ 141372 w 173650"/>
                <a:gd name="csY4" fmla="*/ 1619250 h 1845469"/>
                <a:gd name="csX5" fmla="*/ 167565 w 173650"/>
                <a:gd name="csY5" fmla="*/ 1566862 h 1845469"/>
                <a:gd name="csX6" fmla="*/ 162803 w 173650"/>
                <a:gd name="csY6" fmla="*/ 1512094 h 1845469"/>
                <a:gd name="csX7" fmla="*/ 129465 w 173650"/>
                <a:gd name="csY7" fmla="*/ 1464469 h 1845469"/>
                <a:gd name="csX8" fmla="*/ 74697 w 173650"/>
                <a:gd name="csY8" fmla="*/ 1423987 h 1845469"/>
                <a:gd name="csX9" fmla="*/ 36597 w 173650"/>
                <a:gd name="csY9" fmla="*/ 1383506 h 1845469"/>
                <a:gd name="csX10" fmla="*/ 8022 w 173650"/>
                <a:gd name="csY10" fmla="*/ 1326356 h 1845469"/>
                <a:gd name="csX11" fmla="*/ 3259 w 173650"/>
                <a:gd name="csY11" fmla="*/ 1254919 h 1845469"/>
                <a:gd name="csX12" fmla="*/ 17547 w 173650"/>
                <a:gd name="csY12" fmla="*/ 1190625 h 1845469"/>
                <a:gd name="csX13" fmla="*/ 55647 w 173650"/>
                <a:gd name="csY13" fmla="*/ 1140619 h 1845469"/>
                <a:gd name="csX14" fmla="*/ 108034 w 173650"/>
                <a:gd name="csY14" fmla="*/ 1097756 h 1845469"/>
                <a:gd name="csX15" fmla="*/ 153278 w 173650"/>
                <a:gd name="csY15" fmla="*/ 1057275 h 1845469"/>
                <a:gd name="csX16" fmla="*/ 169947 w 173650"/>
                <a:gd name="csY16" fmla="*/ 1002506 h 1845469"/>
                <a:gd name="csX17" fmla="*/ 160422 w 173650"/>
                <a:gd name="csY17" fmla="*/ 942975 h 1845469"/>
                <a:gd name="csX18" fmla="*/ 74697 w 173650"/>
                <a:gd name="csY18" fmla="*/ 859631 h 1845469"/>
                <a:gd name="csX19" fmla="*/ 12784 w 173650"/>
                <a:gd name="csY19" fmla="*/ 790575 h 1845469"/>
                <a:gd name="csX20" fmla="*/ 878 w 173650"/>
                <a:gd name="csY20" fmla="*/ 704850 h 1845469"/>
                <a:gd name="csX21" fmla="*/ 27072 w 173650"/>
                <a:gd name="csY21" fmla="*/ 611981 h 1845469"/>
                <a:gd name="csX22" fmla="*/ 100890 w 173650"/>
                <a:gd name="csY22" fmla="*/ 538162 h 1845469"/>
                <a:gd name="csX23" fmla="*/ 153278 w 173650"/>
                <a:gd name="csY23" fmla="*/ 492919 h 1845469"/>
                <a:gd name="csX24" fmla="*/ 169947 w 173650"/>
                <a:gd name="csY24" fmla="*/ 454819 h 1845469"/>
                <a:gd name="csX25" fmla="*/ 172328 w 173650"/>
                <a:gd name="csY25" fmla="*/ 402431 h 1845469"/>
                <a:gd name="csX26" fmla="*/ 153278 w 173650"/>
                <a:gd name="csY26" fmla="*/ 350044 h 1845469"/>
                <a:gd name="csX27" fmla="*/ 117559 w 173650"/>
                <a:gd name="csY27" fmla="*/ 285750 h 1845469"/>
                <a:gd name="csX28" fmla="*/ 96128 w 173650"/>
                <a:gd name="csY28" fmla="*/ 238125 h 1845469"/>
                <a:gd name="csX29" fmla="*/ 88984 w 173650"/>
                <a:gd name="csY29" fmla="*/ 140494 h 1845469"/>
                <a:gd name="csX30" fmla="*/ 91365 w 173650"/>
                <a:gd name="csY30" fmla="*/ 0 h 1845469"/>
                <a:gd name="csX0" fmla="*/ 878 w 173650"/>
                <a:gd name="csY0" fmla="*/ 2069431 h 2069431"/>
                <a:gd name="csX1" fmla="*/ 12784 w 173650"/>
                <a:gd name="csY1" fmla="*/ 1990849 h 2069431"/>
                <a:gd name="csX2" fmla="*/ 48503 w 173650"/>
                <a:gd name="csY2" fmla="*/ 1924174 h 2069431"/>
                <a:gd name="csX3" fmla="*/ 105653 w 173650"/>
                <a:gd name="csY3" fmla="*/ 1874168 h 2069431"/>
                <a:gd name="csX4" fmla="*/ 141372 w 173650"/>
                <a:gd name="csY4" fmla="*/ 1843212 h 2069431"/>
                <a:gd name="csX5" fmla="*/ 167565 w 173650"/>
                <a:gd name="csY5" fmla="*/ 1790824 h 2069431"/>
                <a:gd name="csX6" fmla="*/ 162803 w 173650"/>
                <a:gd name="csY6" fmla="*/ 1736056 h 2069431"/>
                <a:gd name="csX7" fmla="*/ 129465 w 173650"/>
                <a:gd name="csY7" fmla="*/ 1688431 h 2069431"/>
                <a:gd name="csX8" fmla="*/ 74697 w 173650"/>
                <a:gd name="csY8" fmla="*/ 1647949 h 2069431"/>
                <a:gd name="csX9" fmla="*/ 36597 w 173650"/>
                <a:gd name="csY9" fmla="*/ 1607468 h 2069431"/>
                <a:gd name="csX10" fmla="*/ 8022 w 173650"/>
                <a:gd name="csY10" fmla="*/ 1550318 h 2069431"/>
                <a:gd name="csX11" fmla="*/ 3259 w 173650"/>
                <a:gd name="csY11" fmla="*/ 1478881 h 2069431"/>
                <a:gd name="csX12" fmla="*/ 17547 w 173650"/>
                <a:gd name="csY12" fmla="*/ 1414587 h 2069431"/>
                <a:gd name="csX13" fmla="*/ 55647 w 173650"/>
                <a:gd name="csY13" fmla="*/ 1364581 h 2069431"/>
                <a:gd name="csX14" fmla="*/ 108034 w 173650"/>
                <a:gd name="csY14" fmla="*/ 1321718 h 2069431"/>
                <a:gd name="csX15" fmla="*/ 153278 w 173650"/>
                <a:gd name="csY15" fmla="*/ 1281237 h 2069431"/>
                <a:gd name="csX16" fmla="*/ 169947 w 173650"/>
                <a:gd name="csY16" fmla="*/ 1226468 h 2069431"/>
                <a:gd name="csX17" fmla="*/ 160422 w 173650"/>
                <a:gd name="csY17" fmla="*/ 1166937 h 2069431"/>
                <a:gd name="csX18" fmla="*/ 74697 w 173650"/>
                <a:gd name="csY18" fmla="*/ 1083593 h 2069431"/>
                <a:gd name="csX19" fmla="*/ 12784 w 173650"/>
                <a:gd name="csY19" fmla="*/ 1014537 h 2069431"/>
                <a:gd name="csX20" fmla="*/ 878 w 173650"/>
                <a:gd name="csY20" fmla="*/ 928812 h 2069431"/>
                <a:gd name="csX21" fmla="*/ 27072 w 173650"/>
                <a:gd name="csY21" fmla="*/ 835943 h 2069431"/>
                <a:gd name="csX22" fmla="*/ 100890 w 173650"/>
                <a:gd name="csY22" fmla="*/ 762124 h 2069431"/>
                <a:gd name="csX23" fmla="*/ 153278 w 173650"/>
                <a:gd name="csY23" fmla="*/ 716881 h 2069431"/>
                <a:gd name="csX24" fmla="*/ 169947 w 173650"/>
                <a:gd name="csY24" fmla="*/ 678781 h 2069431"/>
                <a:gd name="csX25" fmla="*/ 172328 w 173650"/>
                <a:gd name="csY25" fmla="*/ 626393 h 2069431"/>
                <a:gd name="csX26" fmla="*/ 153278 w 173650"/>
                <a:gd name="csY26" fmla="*/ 574006 h 2069431"/>
                <a:gd name="csX27" fmla="*/ 117559 w 173650"/>
                <a:gd name="csY27" fmla="*/ 509712 h 2069431"/>
                <a:gd name="csX28" fmla="*/ 96128 w 173650"/>
                <a:gd name="csY28" fmla="*/ 462087 h 2069431"/>
                <a:gd name="csX29" fmla="*/ 88984 w 173650"/>
                <a:gd name="csY29" fmla="*/ 364456 h 2069431"/>
                <a:gd name="csX30" fmla="*/ 95276 w 173650"/>
                <a:gd name="csY30" fmla="*/ 0 h 2069431"/>
                <a:gd name="csX0" fmla="*/ 878 w 173650"/>
                <a:gd name="csY0" fmla="*/ 2017042 h 2017042"/>
                <a:gd name="csX1" fmla="*/ 12784 w 173650"/>
                <a:gd name="csY1" fmla="*/ 1938460 h 2017042"/>
                <a:gd name="csX2" fmla="*/ 48503 w 173650"/>
                <a:gd name="csY2" fmla="*/ 1871785 h 2017042"/>
                <a:gd name="csX3" fmla="*/ 105653 w 173650"/>
                <a:gd name="csY3" fmla="*/ 1821779 h 2017042"/>
                <a:gd name="csX4" fmla="*/ 141372 w 173650"/>
                <a:gd name="csY4" fmla="*/ 1790823 h 2017042"/>
                <a:gd name="csX5" fmla="*/ 167565 w 173650"/>
                <a:gd name="csY5" fmla="*/ 1738435 h 2017042"/>
                <a:gd name="csX6" fmla="*/ 162803 w 173650"/>
                <a:gd name="csY6" fmla="*/ 1683667 h 2017042"/>
                <a:gd name="csX7" fmla="*/ 129465 w 173650"/>
                <a:gd name="csY7" fmla="*/ 1636042 h 2017042"/>
                <a:gd name="csX8" fmla="*/ 74697 w 173650"/>
                <a:gd name="csY8" fmla="*/ 1595560 h 2017042"/>
                <a:gd name="csX9" fmla="*/ 36597 w 173650"/>
                <a:gd name="csY9" fmla="*/ 1555079 h 2017042"/>
                <a:gd name="csX10" fmla="*/ 8022 w 173650"/>
                <a:gd name="csY10" fmla="*/ 1497929 h 2017042"/>
                <a:gd name="csX11" fmla="*/ 3259 w 173650"/>
                <a:gd name="csY11" fmla="*/ 1426492 h 2017042"/>
                <a:gd name="csX12" fmla="*/ 17547 w 173650"/>
                <a:gd name="csY12" fmla="*/ 1362198 h 2017042"/>
                <a:gd name="csX13" fmla="*/ 55647 w 173650"/>
                <a:gd name="csY13" fmla="*/ 1312192 h 2017042"/>
                <a:gd name="csX14" fmla="*/ 108034 w 173650"/>
                <a:gd name="csY14" fmla="*/ 1269329 h 2017042"/>
                <a:gd name="csX15" fmla="*/ 153278 w 173650"/>
                <a:gd name="csY15" fmla="*/ 1228848 h 2017042"/>
                <a:gd name="csX16" fmla="*/ 169947 w 173650"/>
                <a:gd name="csY16" fmla="*/ 1174079 h 2017042"/>
                <a:gd name="csX17" fmla="*/ 160422 w 173650"/>
                <a:gd name="csY17" fmla="*/ 1114548 h 2017042"/>
                <a:gd name="csX18" fmla="*/ 74697 w 173650"/>
                <a:gd name="csY18" fmla="*/ 1031204 h 2017042"/>
                <a:gd name="csX19" fmla="*/ 12784 w 173650"/>
                <a:gd name="csY19" fmla="*/ 962148 h 2017042"/>
                <a:gd name="csX20" fmla="*/ 878 w 173650"/>
                <a:gd name="csY20" fmla="*/ 876423 h 2017042"/>
                <a:gd name="csX21" fmla="*/ 27072 w 173650"/>
                <a:gd name="csY21" fmla="*/ 783554 h 2017042"/>
                <a:gd name="csX22" fmla="*/ 100890 w 173650"/>
                <a:gd name="csY22" fmla="*/ 709735 h 2017042"/>
                <a:gd name="csX23" fmla="*/ 153278 w 173650"/>
                <a:gd name="csY23" fmla="*/ 664492 h 2017042"/>
                <a:gd name="csX24" fmla="*/ 169947 w 173650"/>
                <a:gd name="csY24" fmla="*/ 626392 h 2017042"/>
                <a:gd name="csX25" fmla="*/ 172328 w 173650"/>
                <a:gd name="csY25" fmla="*/ 574004 h 2017042"/>
                <a:gd name="csX26" fmla="*/ 153278 w 173650"/>
                <a:gd name="csY26" fmla="*/ 521617 h 2017042"/>
                <a:gd name="csX27" fmla="*/ 117559 w 173650"/>
                <a:gd name="csY27" fmla="*/ 457323 h 2017042"/>
                <a:gd name="csX28" fmla="*/ 96128 w 173650"/>
                <a:gd name="csY28" fmla="*/ 409698 h 2017042"/>
                <a:gd name="csX29" fmla="*/ 88984 w 173650"/>
                <a:gd name="csY29" fmla="*/ 312067 h 2017042"/>
                <a:gd name="csX30" fmla="*/ 95276 w 173650"/>
                <a:gd name="csY30" fmla="*/ 0 h 2017042"/>
                <a:gd name="csX0" fmla="*/ 878 w 173650"/>
                <a:gd name="csY0" fmla="*/ 1964653 h 1964653"/>
                <a:gd name="csX1" fmla="*/ 12784 w 173650"/>
                <a:gd name="csY1" fmla="*/ 1886071 h 1964653"/>
                <a:gd name="csX2" fmla="*/ 48503 w 173650"/>
                <a:gd name="csY2" fmla="*/ 1819396 h 1964653"/>
                <a:gd name="csX3" fmla="*/ 105653 w 173650"/>
                <a:gd name="csY3" fmla="*/ 1769390 h 1964653"/>
                <a:gd name="csX4" fmla="*/ 141372 w 173650"/>
                <a:gd name="csY4" fmla="*/ 1738434 h 1964653"/>
                <a:gd name="csX5" fmla="*/ 167565 w 173650"/>
                <a:gd name="csY5" fmla="*/ 1686046 h 1964653"/>
                <a:gd name="csX6" fmla="*/ 162803 w 173650"/>
                <a:gd name="csY6" fmla="*/ 1631278 h 1964653"/>
                <a:gd name="csX7" fmla="*/ 129465 w 173650"/>
                <a:gd name="csY7" fmla="*/ 1583653 h 1964653"/>
                <a:gd name="csX8" fmla="*/ 74697 w 173650"/>
                <a:gd name="csY8" fmla="*/ 1543171 h 1964653"/>
                <a:gd name="csX9" fmla="*/ 36597 w 173650"/>
                <a:gd name="csY9" fmla="*/ 1502690 h 1964653"/>
                <a:gd name="csX10" fmla="*/ 8022 w 173650"/>
                <a:gd name="csY10" fmla="*/ 1445540 h 1964653"/>
                <a:gd name="csX11" fmla="*/ 3259 w 173650"/>
                <a:gd name="csY11" fmla="*/ 1374103 h 1964653"/>
                <a:gd name="csX12" fmla="*/ 17547 w 173650"/>
                <a:gd name="csY12" fmla="*/ 1309809 h 1964653"/>
                <a:gd name="csX13" fmla="*/ 55647 w 173650"/>
                <a:gd name="csY13" fmla="*/ 1259803 h 1964653"/>
                <a:gd name="csX14" fmla="*/ 108034 w 173650"/>
                <a:gd name="csY14" fmla="*/ 1216940 h 1964653"/>
                <a:gd name="csX15" fmla="*/ 153278 w 173650"/>
                <a:gd name="csY15" fmla="*/ 1176459 h 1964653"/>
                <a:gd name="csX16" fmla="*/ 169947 w 173650"/>
                <a:gd name="csY16" fmla="*/ 1121690 h 1964653"/>
                <a:gd name="csX17" fmla="*/ 160422 w 173650"/>
                <a:gd name="csY17" fmla="*/ 1062159 h 1964653"/>
                <a:gd name="csX18" fmla="*/ 74697 w 173650"/>
                <a:gd name="csY18" fmla="*/ 978815 h 1964653"/>
                <a:gd name="csX19" fmla="*/ 12784 w 173650"/>
                <a:gd name="csY19" fmla="*/ 909759 h 1964653"/>
                <a:gd name="csX20" fmla="*/ 878 w 173650"/>
                <a:gd name="csY20" fmla="*/ 824034 h 1964653"/>
                <a:gd name="csX21" fmla="*/ 27072 w 173650"/>
                <a:gd name="csY21" fmla="*/ 731165 h 1964653"/>
                <a:gd name="csX22" fmla="*/ 100890 w 173650"/>
                <a:gd name="csY22" fmla="*/ 657346 h 1964653"/>
                <a:gd name="csX23" fmla="*/ 153278 w 173650"/>
                <a:gd name="csY23" fmla="*/ 612103 h 1964653"/>
                <a:gd name="csX24" fmla="*/ 169947 w 173650"/>
                <a:gd name="csY24" fmla="*/ 574003 h 1964653"/>
                <a:gd name="csX25" fmla="*/ 172328 w 173650"/>
                <a:gd name="csY25" fmla="*/ 521615 h 1964653"/>
                <a:gd name="csX26" fmla="*/ 153278 w 173650"/>
                <a:gd name="csY26" fmla="*/ 469228 h 1964653"/>
                <a:gd name="csX27" fmla="*/ 117559 w 173650"/>
                <a:gd name="csY27" fmla="*/ 404934 h 1964653"/>
                <a:gd name="csX28" fmla="*/ 96128 w 173650"/>
                <a:gd name="csY28" fmla="*/ 357309 h 1964653"/>
                <a:gd name="csX29" fmla="*/ 88984 w 173650"/>
                <a:gd name="csY29" fmla="*/ 259678 h 1964653"/>
                <a:gd name="csX30" fmla="*/ 95276 w 173650"/>
                <a:gd name="csY30" fmla="*/ 0 h 1964653"/>
                <a:gd name="csX0" fmla="*/ 878 w 173650"/>
                <a:gd name="csY0" fmla="*/ 1964653 h 1964653"/>
                <a:gd name="csX1" fmla="*/ 12784 w 173650"/>
                <a:gd name="csY1" fmla="*/ 1886071 h 1964653"/>
                <a:gd name="csX2" fmla="*/ 48503 w 173650"/>
                <a:gd name="csY2" fmla="*/ 1819396 h 1964653"/>
                <a:gd name="csX3" fmla="*/ 105653 w 173650"/>
                <a:gd name="csY3" fmla="*/ 1769390 h 1964653"/>
                <a:gd name="csX4" fmla="*/ 141372 w 173650"/>
                <a:gd name="csY4" fmla="*/ 1738434 h 1964653"/>
                <a:gd name="csX5" fmla="*/ 167565 w 173650"/>
                <a:gd name="csY5" fmla="*/ 1686046 h 1964653"/>
                <a:gd name="csX6" fmla="*/ 129465 w 173650"/>
                <a:gd name="csY6" fmla="*/ 1583653 h 1964653"/>
                <a:gd name="csX7" fmla="*/ 74697 w 173650"/>
                <a:gd name="csY7" fmla="*/ 1543171 h 1964653"/>
                <a:gd name="csX8" fmla="*/ 36597 w 173650"/>
                <a:gd name="csY8" fmla="*/ 1502690 h 1964653"/>
                <a:gd name="csX9" fmla="*/ 8022 w 173650"/>
                <a:gd name="csY9" fmla="*/ 1445540 h 1964653"/>
                <a:gd name="csX10" fmla="*/ 3259 w 173650"/>
                <a:gd name="csY10" fmla="*/ 1374103 h 1964653"/>
                <a:gd name="csX11" fmla="*/ 17547 w 173650"/>
                <a:gd name="csY11" fmla="*/ 1309809 h 1964653"/>
                <a:gd name="csX12" fmla="*/ 55647 w 173650"/>
                <a:gd name="csY12" fmla="*/ 1259803 h 1964653"/>
                <a:gd name="csX13" fmla="*/ 108034 w 173650"/>
                <a:gd name="csY13" fmla="*/ 1216940 h 1964653"/>
                <a:gd name="csX14" fmla="*/ 153278 w 173650"/>
                <a:gd name="csY14" fmla="*/ 1176459 h 1964653"/>
                <a:gd name="csX15" fmla="*/ 169947 w 173650"/>
                <a:gd name="csY15" fmla="*/ 1121690 h 1964653"/>
                <a:gd name="csX16" fmla="*/ 160422 w 173650"/>
                <a:gd name="csY16" fmla="*/ 1062159 h 1964653"/>
                <a:gd name="csX17" fmla="*/ 74697 w 173650"/>
                <a:gd name="csY17" fmla="*/ 978815 h 1964653"/>
                <a:gd name="csX18" fmla="*/ 12784 w 173650"/>
                <a:gd name="csY18" fmla="*/ 909759 h 1964653"/>
                <a:gd name="csX19" fmla="*/ 878 w 173650"/>
                <a:gd name="csY19" fmla="*/ 824034 h 1964653"/>
                <a:gd name="csX20" fmla="*/ 27072 w 173650"/>
                <a:gd name="csY20" fmla="*/ 731165 h 1964653"/>
                <a:gd name="csX21" fmla="*/ 100890 w 173650"/>
                <a:gd name="csY21" fmla="*/ 657346 h 1964653"/>
                <a:gd name="csX22" fmla="*/ 153278 w 173650"/>
                <a:gd name="csY22" fmla="*/ 612103 h 1964653"/>
                <a:gd name="csX23" fmla="*/ 169947 w 173650"/>
                <a:gd name="csY23" fmla="*/ 574003 h 1964653"/>
                <a:gd name="csX24" fmla="*/ 172328 w 173650"/>
                <a:gd name="csY24" fmla="*/ 521615 h 1964653"/>
                <a:gd name="csX25" fmla="*/ 153278 w 173650"/>
                <a:gd name="csY25" fmla="*/ 469228 h 1964653"/>
                <a:gd name="csX26" fmla="*/ 117559 w 173650"/>
                <a:gd name="csY26" fmla="*/ 404934 h 1964653"/>
                <a:gd name="csX27" fmla="*/ 96128 w 173650"/>
                <a:gd name="csY27" fmla="*/ 357309 h 1964653"/>
                <a:gd name="csX28" fmla="*/ 88984 w 173650"/>
                <a:gd name="csY28" fmla="*/ 259678 h 1964653"/>
                <a:gd name="csX29" fmla="*/ 95276 w 173650"/>
                <a:gd name="csY29" fmla="*/ 0 h 1964653"/>
                <a:gd name="csX0" fmla="*/ 878 w 173650"/>
                <a:gd name="csY0" fmla="*/ 1964653 h 1964653"/>
                <a:gd name="csX1" fmla="*/ 12784 w 173650"/>
                <a:gd name="csY1" fmla="*/ 1886071 h 1964653"/>
                <a:gd name="csX2" fmla="*/ 48503 w 173650"/>
                <a:gd name="csY2" fmla="*/ 1819396 h 1964653"/>
                <a:gd name="csX3" fmla="*/ 105653 w 173650"/>
                <a:gd name="csY3" fmla="*/ 1769390 h 1964653"/>
                <a:gd name="csX4" fmla="*/ 141372 w 173650"/>
                <a:gd name="csY4" fmla="*/ 1738434 h 1964653"/>
                <a:gd name="csX5" fmla="*/ 129465 w 173650"/>
                <a:gd name="csY5" fmla="*/ 1583653 h 1964653"/>
                <a:gd name="csX6" fmla="*/ 74697 w 173650"/>
                <a:gd name="csY6" fmla="*/ 1543171 h 1964653"/>
                <a:gd name="csX7" fmla="*/ 36597 w 173650"/>
                <a:gd name="csY7" fmla="*/ 1502690 h 1964653"/>
                <a:gd name="csX8" fmla="*/ 8022 w 173650"/>
                <a:gd name="csY8" fmla="*/ 1445540 h 1964653"/>
                <a:gd name="csX9" fmla="*/ 3259 w 173650"/>
                <a:gd name="csY9" fmla="*/ 1374103 h 1964653"/>
                <a:gd name="csX10" fmla="*/ 17547 w 173650"/>
                <a:gd name="csY10" fmla="*/ 1309809 h 1964653"/>
                <a:gd name="csX11" fmla="*/ 55647 w 173650"/>
                <a:gd name="csY11" fmla="*/ 1259803 h 1964653"/>
                <a:gd name="csX12" fmla="*/ 108034 w 173650"/>
                <a:gd name="csY12" fmla="*/ 1216940 h 1964653"/>
                <a:gd name="csX13" fmla="*/ 153278 w 173650"/>
                <a:gd name="csY13" fmla="*/ 1176459 h 1964653"/>
                <a:gd name="csX14" fmla="*/ 169947 w 173650"/>
                <a:gd name="csY14" fmla="*/ 1121690 h 1964653"/>
                <a:gd name="csX15" fmla="*/ 160422 w 173650"/>
                <a:gd name="csY15" fmla="*/ 1062159 h 1964653"/>
                <a:gd name="csX16" fmla="*/ 74697 w 173650"/>
                <a:gd name="csY16" fmla="*/ 978815 h 1964653"/>
                <a:gd name="csX17" fmla="*/ 12784 w 173650"/>
                <a:gd name="csY17" fmla="*/ 909759 h 1964653"/>
                <a:gd name="csX18" fmla="*/ 878 w 173650"/>
                <a:gd name="csY18" fmla="*/ 824034 h 1964653"/>
                <a:gd name="csX19" fmla="*/ 27072 w 173650"/>
                <a:gd name="csY19" fmla="*/ 731165 h 1964653"/>
                <a:gd name="csX20" fmla="*/ 100890 w 173650"/>
                <a:gd name="csY20" fmla="*/ 657346 h 1964653"/>
                <a:gd name="csX21" fmla="*/ 153278 w 173650"/>
                <a:gd name="csY21" fmla="*/ 612103 h 1964653"/>
                <a:gd name="csX22" fmla="*/ 169947 w 173650"/>
                <a:gd name="csY22" fmla="*/ 574003 h 1964653"/>
                <a:gd name="csX23" fmla="*/ 172328 w 173650"/>
                <a:gd name="csY23" fmla="*/ 521615 h 1964653"/>
                <a:gd name="csX24" fmla="*/ 153278 w 173650"/>
                <a:gd name="csY24" fmla="*/ 469228 h 1964653"/>
                <a:gd name="csX25" fmla="*/ 117559 w 173650"/>
                <a:gd name="csY25" fmla="*/ 404934 h 1964653"/>
                <a:gd name="csX26" fmla="*/ 96128 w 173650"/>
                <a:gd name="csY26" fmla="*/ 357309 h 1964653"/>
                <a:gd name="csX27" fmla="*/ 88984 w 173650"/>
                <a:gd name="csY27" fmla="*/ 259678 h 1964653"/>
                <a:gd name="csX28" fmla="*/ 95276 w 173650"/>
                <a:gd name="csY28" fmla="*/ 0 h 1964653"/>
                <a:gd name="csX0" fmla="*/ 878 w 173650"/>
                <a:gd name="csY0" fmla="*/ 1964653 h 1964653"/>
                <a:gd name="csX1" fmla="*/ 12784 w 173650"/>
                <a:gd name="csY1" fmla="*/ 1886071 h 1964653"/>
                <a:gd name="csX2" fmla="*/ 48503 w 173650"/>
                <a:gd name="csY2" fmla="*/ 1819396 h 1964653"/>
                <a:gd name="csX3" fmla="*/ 105653 w 173650"/>
                <a:gd name="csY3" fmla="*/ 1769390 h 1964653"/>
                <a:gd name="csX4" fmla="*/ 129465 w 173650"/>
                <a:gd name="csY4" fmla="*/ 1583653 h 1964653"/>
                <a:gd name="csX5" fmla="*/ 74697 w 173650"/>
                <a:gd name="csY5" fmla="*/ 1543171 h 1964653"/>
                <a:gd name="csX6" fmla="*/ 36597 w 173650"/>
                <a:gd name="csY6" fmla="*/ 1502690 h 1964653"/>
                <a:gd name="csX7" fmla="*/ 8022 w 173650"/>
                <a:gd name="csY7" fmla="*/ 1445540 h 1964653"/>
                <a:gd name="csX8" fmla="*/ 3259 w 173650"/>
                <a:gd name="csY8" fmla="*/ 1374103 h 1964653"/>
                <a:gd name="csX9" fmla="*/ 17547 w 173650"/>
                <a:gd name="csY9" fmla="*/ 1309809 h 1964653"/>
                <a:gd name="csX10" fmla="*/ 55647 w 173650"/>
                <a:gd name="csY10" fmla="*/ 1259803 h 1964653"/>
                <a:gd name="csX11" fmla="*/ 108034 w 173650"/>
                <a:gd name="csY11" fmla="*/ 1216940 h 1964653"/>
                <a:gd name="csX12" fmla="*/ 153278 w 173650"/>
                <a:gd name="csY12" fmla="*/ 1176459 h 1964653"/>
                <a:gd name="csX13" fmla="*/ 169947 w 173650"/>
                <a:gd name="csY13" fmla="*/ 1121690 h 1964653"/>
                <a:gd name="csX14" fmla="*/ 160422 w 173650"/>
                <a:gd name="csY14" fmla="*/ 1062159 h 1964653"/>
                <a:gd name="csX15" fmla="*/ 74697 w 173650"/>
                <a:gd name="csY15" fmla="*/ 978815 h 1964653"/>
                <a:gd name="csX16" fmla="*/ 12784 w 173650"/>
                <a:gd name="csY16" fmla="*/ 909759 h 1964653"/>
                <a:gd name="csX17" fmla="*/ 878 w 173650"/>
                <a:gd name="csY17" fmla="*/ 824034 h 1964653"/>
                <a:gd name="csX18" fmla="*/ 27072 w 173650"/>
                <a:gd name="csY18" fmla="*/ 731165 h 1964653"/>
                <a:gd name="csX19" fmla="*/ 100890 w 173650"/>
                <a:gd name="csY19" fmla="*/ 657346 h 1964653"/>
                <a:gd name="csX20" fmla="*/ 153278 w 173650"/>
                <a:gd name="csY20" fmla="*/ 612103 h 1964653"/>
                <a:gd name="csX21" fmla="*/ 169947 w 173650"/>
                <a:gd name="csY21" fmla="*/ 574003 h 1964653"/>
                <a:gd name="csX22" fmla="*/ 172328 w 173650"/>
                <a:gd name="csY22" fmla="*/ 521615 h 1964653"/>
                <a:gd name="csX23" fmla="*/ 153278 w 173650"/>
                <a:gd name="csY23" fmla="*/ 469228 h 1964653"/>
                <a:gd name="csX24" fmla="*/ 117559 w 173650"/>
                <a:gd name="csY24" fmla="*/ 404934 h 1964653"/>
                <a:gd name="csX25" fmla="*/ 96128 w 173650"/>
                <a:gd name="csY25" fmla="*/ 357309 h 1964653"/>
                <a:gd name="csX26" fmla="*/ 88984 w 173650"/>
                <a:gd name="csY26" fmla="*/ 259678 h 1964653"/>
                <a:gd name="csX27" fmla="*/ 95276 w 173650"/>
                <a:gd name="csY27" fmla="*/ 0 h 1964653"/>
                <a:gd name="csX0" fmla="*/ 878 w 173650"/>
                <a:gd name="csY0" fmla="*/ 1964653 h 1964653"/>
                <a:gd name="csX1" fmla="*/ 12784 w 173650"/>
                <a:gd name="csY1" fmla="*/ 1886071 h 1964653"/>
                <a:gd name="csX2" fmla="*/ 48503 w 173650"/>
                <a:gd name="csY2" fmla="*/ 1819396 h 1964653"/>
                <a:gd name="csX3" fmla="*/ 129465 w 173650"/>
                <a:gd name="csY3" fmla="*/ 1583653 h 1964653"/>
                <a:gd name="csX4" fmla="*/ 74697 w 173650"/>
                <a:gd name="csY4" fmla="*/ 1543171 h 1964653"/>
                <a:gd name="csX5" fmla="*/ 36597 w 173650"/>
                <a:gd name="csY5" fmla="*/ 1502690 h 1964653"/>
                <a:gd name="csX6" fmla="*/ 8022 w 173650"/>
                <a:gd name="csY6" fmla="*/ 1445540 h 1964653"/>
                <a:gd name="csX7" fmla="*/ 3259 w 173650"/>
                <a:gd name="csY7" fmla="*/ 1374103 h 1964653"/>
                <a:gd name="csX8" fmla="*/ 17547 w 173650"/>
                <a:gd name="csY8" fmla="*/ 1309809 h 1964653"/>
                <a:gd name="csX9" fmla="*/ 55647 w 173650"/>
                <a:gd name="csY9" fmla="*/ 1259803 h 1964653"/>
                <a:gd name="csX10" fmla="*/ 108034 w 173650"/>
                <a:gd name="csY10" fmla="*/ 1216940 h 1964653"/>
                <a:gd name="csX11" fmla="*/ 153278 w 173650"/>
                <a:gd name="csY11" fmla="*/ 1176459 h 1964653"/>
                <a:gd name="csX12" fmla="*/ 169947 w 173650"/>
                <a:gd name="csY12" fmla="*/ 1121690 h 1964653"/>
                <a:gd name="csX13" fmla="*/ 160422 w 173650"/>
                <a:gd name="csY13" fmla="*/ 1062159 h 1964653"/>
                <a:gd name="csX14" fmla="*/ 74697 w 173650"/>
                <a:gd name="csY14" fmla="*/ 978815 h 1964653"/>
                <a:gd name="csX15" fmla="*/ 12784 w 173650"/>
                <a:gd name="csY15" fmla="*/ 909759 h 1964653"/>
                <a:gd name="csX16" fmla="*/ 878 w 173650"/>
                <a:gd name="csY16" fmla="*/ 824034 h 1964653"/>
                <a:gd name="csX17" fmla="*/ 27072 w 173650"/>
                <a:gd name="csY17" fmla="*/ 731165 h 1964653"/>
                <a:gd name="csX18" fmla="*/ 100890 w 173650"/>
                <a:gd name="csY18" fmla="*/ 657346 h 1964653"/>
                <a:gd name="csX19" fmla="*/ 153278 w 173650"/>
                <a:gd name="csY19" fmla="*/ 612103 h 1964653"/>
                <a:gd name="csX20" fmla="*/ 169947 w 173650"/>
                <a:gd name="csY20" fmla="*/ 574003 h 1964653"/>
                <a:gd name="csX21" fmla="*/ 172328 w 173650"/>
                <a:gd name="csY21" fmla="*/ 521615 h 1964653"/>
                <a:gd name="csX22" fmla="*/ 153278 w 173650"/>
                <a:gd name="csY22" fmla="*/ 469228 h 1964653"/>
                <a:gd name="csX23" fmla="*/ 117559 w 173650"/>
                <a:gd name="csY23" fmla="*/ 404934 h 1964653"/>
                <a:gd name="csX24" fmla="*/ 96128 w 173650"/>
                <a:gd name="csY24" fmla="*/ 357309 h 1964653"/>
                <a:gd name="csX25" fmla="*/ 88984 w 173650"/>
                <a:gd name="csY25" fmla="*/ 259678 h 1964653"/>
                <a:gd name="csX26" fmla="*/ 95276 w 173650"/>
                <a:gd name="csY26" fmla="*/ 0 h 1964653"/>
                <a:gd name="csX0" fmla="*/ 1339 w 174111"/>
                <a:gd name="csY0" fmla="*/ 1964653 h 1964653"/>
                <a:gd name="csX1" fmla="*/ 13245 w 174111"/>
                <a:gd name="csY1" fmla="*/ 1886071 h 1964653"/>
                <a:gd name="csX2" fmla="*/ 129926 w 174111"/>
                <a:gd name="csY2" fmla="*/ 1583653 h 1964653"/>
                <a:gd name="csX3" fmla="*/ 75158 w 174111"/>
                <a:gd name="csY3" fmla="*/ 1543171 h 1964653"/>
                <a:gd name="csX4" fmla="*/ 37058 w 174111"/>
                <a:gd name="csY4" fmla="*/ 1502690 h 1964653"/>
                <a:gd name="csX5" fmla="*/ 8483 w 174111"/>
                <a:gd name="csY5" fmla="*/ 1445540 h 1964653"/>
                <a:gd name="csX6" fmla="*/ 3720 w 174111"/>
                <a:gd name="csY6" fmla="*/ 1374103 h 1964653"/>
                <a:gd name="csX7" fmla="*/ 18008 w 174111"/>
                <a:gd name="csY7" fmla="*/ 1309809 h 1964653"/>
                <a:gd name="csX8" fmla="*/ 56108 w 174111"/>
                <a:gd name="csY8" fmla="*/ 1259803 h 1964653"/>
                <a:gd name="csX9" fmla="*/ 108495 w 174111"/>
                <a:gd name="csY9" fmla="*/ 1216940 h 1964653"/>
                <a:gd name="csX10" fmla="*/ 153739 w 174111"/>
                <a:gd name="csY10" fmla="*/ 1176459 h 1964653"/>
                <a:gd name="csX11" fmla="*/ 170408 w 174111"/>
                <a:gd name="csY11" fmla="*/ 1121690 h 1964653"/>
                <a:gd name="csX12" fmla="*/ 160883 w 174111"/>
                <a:gd name="csY12" fmla="*/ 1062159 h 1964653"/>
                <a:gd name="csX13" fmla="*/ 75158 w 174111"/>
                <a:gd name="csY13" fmla="*/ 978815 h 1964653"/>
                <a:gd name="csX14" fmla="*/ 13245 w 174111"/>
                <a:gd name="csY14" fmla="*/ 909759 h 1964653"/>
                <a:gd name="csX15" fmla="*/ 1339 w 174111"/>
                <a:gd name="csY15" fmla="*/ 824034 h 1964653"/>
                <a:gd name="csX16" fmla="*/ 27533 w 174111"/>
                <a:gd name="csY16" fmla="*/ 731165 h 1964653"/>
                <a:gd name="csX17" fmla="*/ 101351 w 174111"/>
                <a:gd name="csY17" fmla="*/ 657346 h 1964653"/>
                <a:gd name="csX18" fmla="*/ 153739 w 174111"/>
                <a:gd name="csY18" fmla="*/ 612103 h 1964653"/>
                <a:gd name="csX19" fmla="*/ 170408 w 174111"/>
                <a:gd name="csY19" fmla="*/ 574003 h 1964653"/>
                <a:gd name="csX20" fmla="*/ 172789 w 174111"/>
                <a:gd name="csY20" fmla="*/ 521615 h 1964653"/>
                <a:gd name="csX21" fmla="*/ 153739 w 174111"/>
                <a:gd name="csY21" fmla="*/ 469228 h 1964653"/>
                <a:gd name="csX22" fmla="*/ 118020 w 174111"/>
                <a:gd name="csY22" fmla="*/ 404934 h 1964653"/>
                <a:gd name="csX23" fmla="*/ 96589 w 174111"/>
                <a:gd name="csY23" fmla="*/ 357309 h 1964653"/>
                <a:gd name="csX24" fmla="*/ 89445 w 174111"/>
                <a:gd name="csY24" fmla="*/ 259678 h 1964653"/>
                <a:gd name="csX25" fmla="*/ 95737 w 174111"/>
                <a:gd name="csY25" fmla="*/ 0 h 1964653"/>
                <a:gd name="csX0" fmla="*/ 879 w 173651"/>
                <a:gd name="csY0" fmla="*/ 1964653 h 1964653"/>
                <a:gd name="csX1" fmla="*/ 129466 w 173651"/>
                <a:gd name="csY1" fmla="*/ 1583653 h 1964653"/>
                <a:gd name="csX2" fmla="*/ 74698 w 173651"/>
                <a:gd name="csY2" fmla="*/ 1543171 h 1964653"/>
                <a:gd name="csX3" fmla="*/ 36598 w 173651"/>
                <a:gd name="csY3" fmla="*/ 1502690 h 1964653"/>
                <a:gd name="csX4" fmla="*/ 8023 w 173651"/>
                <a:gd name="csY4" fmla="*/ 1445540 h 1964653"/>
                <a:gd name="csX5" fmla="*/ 3260 w 173651"/>
                <a:gd name="csY5" fmla="*/ 1374103 h 1964653"/>
                <a:gd name="csX6" fmla="*/ 17548 w 173651"/>
                <a:gd name="csY6" fmla="*/ 1309809 h 1964653"/>
                <a:gd name="csX7" fmla="*/ 55648 w 173651"/>
                <a:gd name="csY7" fmla="*/ 1259803 h 1964653"/>
                <a:gd name="csX8" fmla="*/ 108035 w 173651"/>
                <a:gd name="csY8" fmla="*/ 1216940 h 1964653"/>
                <a:gd name="csX9" fmla="*/ 153279 w 173651"/>
                <a:gd name="csY9" fmla="*/ 1176459 h 1964653"/>
                <a:gd name="csX10" fmla="*/ 169948 w 173651"/>
                <a:gd name="csY10" fmla="*/ 1121690 h 1964653"/>
                <a:gd name="csX11" fmla="*/ 160423 w 173651"/>
                <a:gd name="csY11" fmla="*/ 1062159 h 1964653"/>
                <a:gd name="csX12" fmla="*/ 74698 w 173651"/>
                <a:gd name="csY12" fmla="*/ 978815 h 1964653"/>
                <a:gd name="csX13" fmla="*/ 12785 w 173651"/>
                <a:gd name="csY13" fmla="*/ 909759 h 1964653"/>
                <a:gd name="csX14" fmla="*/ 879 w 173651"/>
                <a:gd name="csY14" fmla="*/ 824034 h 1964653"/>
                <a:gd name="csX15" fmla="*/ 27073 w 173651"/>
                <a:gd name="csY15" fmla="*/ 731165 h 1964653"/>
                <a:gd name="csX16" fmla="*/ 100891 w 173651"/>
                <a:gd name="csY16" fmla="*/ 657346 h 1964653"/>
                <a:gd name="csX17" fmla="*/ 153279 w 173651"/>
                <a:gd name="csY17" fmla="*/ 612103 h 1964653"/>
                <a:gd name="csX18" fmla="*/ 169948 w 173651"/>
                <a:gd name="csY18" fmla="*/ 574003 h 1964653"/>
                <a:gd name="csX19" fmla="*/ 172329 w 173651"/>
                <a:gd name="csY19" fmla="*/ 521615 h 1964653"/>
                <a:gd name="csX20" fmla="*/ 153279 w 173651"/>
                <a:gd name="csY20" fmla="*/ 469228 h 1964653"/>
                <a:gd name="csX21" fmla="*/ 117560 w 173651"/>
                <a:gd name="csY21" fmla="*/ 404934 h 1964653"/>
                <a:gd name="csX22" fmla="*/ 96129 w 173651"/>
                <a:gd name="csY22" fmla="*/ 357309 h 1964653"/>
                <a:gd name="csX23" fmla="*/ 88985 w 173651"/>
                <a:gd name="csY23" fmla="*/ 259678 h 1964653"/>
                <a:gd name="csX24" fmla="*/ 95277 w 173651"/>
                <a:gd name="csY24" fmla="*/ 0 h 1964653"/>
                <a:gd name="csX0" fmla="*/ 129466 w 173651"/>
                <a:gd name="csY0" fmla="*/ 1583653 h 1583654"/>
                <a:gd name="csX1" fmla="*/ 74698 w 173651"/>
                <a:gd name="csY1" fmla="*/ 1543171 h 1583654"/>
                <a:gd name="csX2" fmla="*/ 36598 w 173651"/>
                <a:gd name="csY2" fmla="*/ 1502690 h 1583654"/>
                <a:gd name="csX3" fmla="*/ 8023 w 173651"/>
                <a:gd name="csY3" fmla="*/ 1445540 h 1583654"/>
                <a:gd name="csX4" fmla="*/ 3260 w 173651"/>
                <a:gd name="csY4" fmla="*/ 1374103 h 1583654"/>
                <a:gd name="csX5" fmla="*/ 17548 w 173651"/>
                <a:gd name="csY5" fmla="*/ 1309809 h 1583654"/>
                <a:gd name="csX6" fmla="*/ 55648 w 173651"/>
                <a:gd name="csY6" fmla="*/ 1259803 h 1583654"/>
                <a:gd name="csX7" fmla="*/ 108035 w 173651"/>
                <a:gd name="csY7" fmla="*/ 1216940 h 1583654"/>
                <a:gd name="csX8" fmla="*/ 153279 w 173651"/>
                <a:gd name="csY8" fmla="*/ 1176459 h 1583654"/>
                <a:gd name="csX9" fmla="*/ 169948 w 173651"/>
                <a:gd name="csY9" fmla="*/ 1121690 h 1583654"/>
                <a:gd name="csX10" fmla="*/ 160423 w 173651"/>
                <a:gd name="csY10" fmla="*/ 1062159 h 1583654"/>
                <a:gd name="csX11" fmla="*/ 74698 w 173651"/>
                <a:gd name="csY11" fmla="*/ 978815 h 1583654"/>
                <a:gd name="csX12" fmla="*/ 12785 w 173651"/>
                <a:gd name="csY12" fmla="*/ 909759 h 1583654"/>
                <a:gd name="csX13" fmla="*/ 879 w 173651"/>
                <a:gd name="csY13" fmla="*/ 824034 h 1583654"/>
                <a:gd name="csX14" fmla="*/ 27073 w 173651"/>
                <a:gd name="csY14" fmla="*/ 731165 h 1583654"/>
                <a:gd name="csX15" fmla="*/ 100891 w 173651"/>
                <a:gd name="csY15" fmla="*/ 657346 h 1583654"/>
                <a:gd name="csX16" fmla="*/ 153279 w 173651"/>
                <a:gd name="csY16" fmla="*/ 612103 h 1583654"/>
                <a:gd name="csX17" fmla="*/ 169948 w 173651"/>
                <a:gd name="csY17" fmla="*/ 574003 h 1583654"/>
                <a:gd name="csX18" fmla="*/ 172329 w 173651"/>
                <a:gd name="csY18" fmla="*/ 521615 h 1583654"/>
                <a:gd name="csX19" fmla="*/ 153279 w 173651"/>
                <a:gd name="csY19" fmla="*/ 469228 h 1583654"/>
                <a:gd name="csX20" fmla="*/ 117560 w 173651"/>
                <a:gd name="csY20" fmla="*/ 404934 h 1583654"/>
                <a:gd name="csX21" fmla="*/ 96129 w 173651"/>
                <a:gd name="csY21" fmla="*/ 357309 h 1583654"/>
                <a:gd name="csX22" fmla="*/ 88985 w 173651"/>
                <a:gd name="csY22" fmla="*/ 259678 h 1583654"/>
                <a:gd name="csX23" fmla="*/ 95277 w 173651"/>
                <a:gd name="csY23" fmla="*/ 0 h 1583654"/>
                <a:gd name="csX0" fmla="*/ 74698 w 173651"/>
                <a:gd name="csY0" fmla="*/ 1543171 h 1543170"/>
                <a:gd name="csX1" fmla="*/ 36598 w 173651"/>
                <a:gd name="csY1" fmla="*/ 1502690 h 1543170"/>
                <a:gd name="csX2" fmla="*/ 8023 w 173651"/>
                <a:gd name="csY2" fmla="*/ 1445540 h 1543170"/>
                <a:gd name="csX3" fmla="*/ 3260 w 173651"/>
                <a:gd name="csY3" fmla="*/ 1374103 h 1543170"/>
                <a:gd name="csX4" fmla="*/ 17548 w 173651"/>
                <a:gd name="csY4" fmla="*/ 1309809 h 1543170"/>
                <a:gd name="csX5" fmla="*/ 55648 w 173651"/>
                <a:gd name="csY5" fmla="*/ 1259803 h 1543170"/>
                <a:gd name="csX6" fmla="*/ 108035 w 173651"/>
                <a:gd name="csY6" fmla="*/ 1216940 h 1543170"/>
                <a:gd name="csX7" fmla="*/ 153279 w 173651"/>
                <a:gd name="csY7" fmla="*/ 1176459 h 1543170"/>
                <a:gd name="csX8" fmla="*/ 169948 w 173651"/>
                <a:gd name="csY8" fmla="*/ 1121690 h 1543170"/>
                <a:gd name="csX9" fmla="*/ 160423 w 173651"/>
                <a:gd name="csY9" fmla="*/ 1062159 h 1543170"/>
                <a:gd name="csX10" fmla="*/ 74698 w 173651"/>
                <a:gd name="csY10" fmla="*/ 978815 h 1543170"/>
                <a:gd name="csX11" fmla="*/ 12785 w 173651"/>
                <a:gd name="csY11" fmla="*/ 909759 h 1543170"/>
                <a:gd name="csX12" fmla="*/ 879 w 173651"/>
                <a:gd name="csY12" fmla="*/ 824034 h 1543170"/>
                <a:gd name="csX13" fmla="*/ 27073 w 173651"/>
                <a:gd name="csY13" fmla="*/ 731165 h 1543170"/>
                <a:gd name="csX14" fmla="*/ 100891 w 173651"/>
                <a:gd name="csY14" fmla="*/ 657346 h 1543170"/>
                <a:gd name="csX15" fmla="*/ 153279 w 173651"/>
                <a:gd name="csY15" fmla="*/ 612103 h 1543170"/>
                <a:gd name="csX16" fmla="*/ 169948 w 173651"/>
                <a:gd name="csY16" fmla="*/ 574003 h 1543170"/>
                <a:gd name="csX17" fmla="*/ 172329 w 173651"/>
                <a:gd name="csY17" fmla="*/ 521615 h 1543170"/>
                <a:gd name="csX18" fmla="*/ 153279 w 173651"/>
                <a:gd name="csY18" fmla="*/ 469228 h 1543170"/>
                <a:gd name="csX19" fmla="*/ 117560 w 173651"/>
                <a:gd name="csY19" fmla="*/ 404934 h 1543170"/>
                <a:gd name="csX20" fmla="*/ 96129 w 173651"/>
                <a:gd name="csY20" fmla="*/ 357309 h 1543170"/>
                <a:gd name="csX21" fmla="*/ 88985 w 173651"/>
                <a:gd name="csY21" fmla="*/ 259678 h 1543170"/>
                <a:gd name="csX22" fmla="*/ 95277 w 173651"/>
                <a:gd name="csY22" fmla="*/ 0 h 15431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173651" h="1543170">
                  <a:moveTo>
                    <a:pt x="74698" y="1543171"/>
                  </a:moveTo>
                  <a:cubicBezTo>
                    <a:pt x="59220" y="1529677"/>
                    <a:pt x="47710" y="1518962"/>
                    <a:pt x="36598" y="1502690"/>
                  </a:cubicBezTo>
                  <a:cubicBezTo>
                    <a:pt x="25486" y="1486418"/>
                    <a:pt x="13579" y="1466971"/>
                    <a:pt x="8023" y="1445540"/>
                  </a:cubicBezTo>
                  <a:cubicBezTo>
                    <a:pt x="2467" y="1424109"/>
                    <a:pt x="1673" y="1396725"/>
                    <a:pt x="3260" y="1374103"/>
                  </a:cubicBezTo>
                  <a:cubicBezTo>
                    <a:pt x="4847" y="1351481"/>
                    <a:pt x="8817" y="1328859"/>
                    <a:pt x="17548" y="1309809"/>
                  </a:cubicBezTo>
                  <a:cubicBezTo>
                    <a:pt x="26279" y="1290759"/>
                    <a:pt x="40567" y="1275281"/>
                    <a:pt x="55648" y="1259803"/>
                  </a:cubicBezTo>
                  <a:cubicBezTo>
                    <a:pt x="70729" y="1244325"/>
                    <a:pt x="91763" y="1230831"/>
                    <a:pt x="108035" y="1216940"/>
                  </a:cubicBezTo>
                  <a:cubicBezTo>
                    <a:pt x="124307" y="1203049"/>
                    <a:pt x="142960" y="1192334"/>
                    <a:pt x="153279" y="1176459"/>
                  </a:cubicBezTo>
                  <a:cubicBezTo>
                    <a:pt x="163598" y="1160584"/>
                    <a:pt x="168757" y="1140740"/>
                    <a:pt x="169948" y="1121690"/>
                  </a:cubicBezTo>
                  <a:cubicBezTo>
                    <a:pt x="171139" y="1102640"/>
                    <a:pt x="176298" y="1085971"/>
                    <a:pt x="160423" y="1062159"/>
                  </a:cubicBezTo>
                  <a:cubicBezTo>
                    <a:pt x="144548" y="1038346"/>
                    <a:pt x="99304" y="1004215"/>
                    <a:pt x="74698" y="978815"/>
                  </a:cubicBezTo>
                  <a:cubicBezTo>
                    <a:pt x="50092" y="953415"/>
                    <a:pt x="25088" y="935556"/>
                    <a:pt x="12785" y="909759"/>
                  </a:cubicBezTo>
                  <a:cubicBezTo>
                    <a:pt x="482" y="883962"/>
                    <a:pt x="-1502" y="853800"/>
                    <a:pt x="879" y="824034"/>
                  </a:cubicBezTo>
                  <a:cubicBezTo>
                    <a:pt x="3260" y="794268"/>
                    <a:pt x="10404" y="758946"/>
                    <a:pt x="27073" y="731165"/>
                  </a:cubicBezTo>
                  <a:cubicBezTo>
                    <a:pt x="43742" y="703384"/>
                    <a:pt x="79857" y="677190"/>
                    <a:pt x="100891" y="657346"/>
                  </a:cubicBezTo>
                  <a:cubicBezTo>
                    <a:pt x="121925" y="637502"/>
                    <a:pt x="141770" y="625993"/>
                    <a:pt x="153279" y="612103"/>
                  </a:cubicBezTo>
                  <a:cubicBezTo>
                    <a:pt x="164788" y="598213"/>
                    <a:pt x="166773" y="589084"/>
                    <a:pt x="169948" y="574003"/>
                  </a:cubicBezTo>
                  <a:cubicBezTo>
                    <a:pt x="173123" y="558922"/>
                    <a:pt x="175107" y="539077"/>
                    <a:pt x="172329" y="521615"/>
                  </a:cubicBezTo>
                  <a:cubicBezTo>
                    <a:pt x="169551" y="504153"/>
                    <a:pt x="162407" y="488675"/>
                    <a:pt x="153279" y="469228"/>
                  </a:cubicBezTo>
                  <a:cubicBezTo>
                    <a:pt x="144151" y="449781"/>
                    <a:pt x="127085" y="423587"/>
                    <a:pt x="117560" y="404934"/>
                  </a:cubicBezTo>
                  <a:cubicBezTo>
                    <a:pt x="108035" y="386281"/>
                    <a:pt x="100891" y="381518"/>
                    <a:pt x="96129" y="357309"/>
                  </a:cubicBezTo>
                  <a:cubicBezTo>
                    <a:pt x="91367" y="333100"/>
                    <a:pt x="89779" y="299365"/>
                    <a:pt x="88985" y="259678"/>
                  </a:cubicBezTo>
                  <a:cubicBezTo>
                    <a:pt x="88191" y="219991"/>
                    <a:pt x="93689" y="50403"/>
                    <a:pt x="95277" y="0"/>
                  </a:cubicBezTo>
                </a:path>
              </a:pathLst>
            </a:custGeom>
            <a:noFill/>
            <a:ln w="50800">
              <a:solidFill>
                <a:srgbClr val="2098F3">
                  <a:alpha val="18000"/>
                </a:srgbClr>
              </a:solidFill>
              <a:tailEnd type="arrow"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36DF9A8F-86ED-663E-E30A-E956E9739F5A}"/>
                </a:ext>
              </a:extLst>
            </p:cNvPr>
            <p:cNvSpPr/>
            <p:nvPr/>
          </p:nvSpPr>
          <p:spPr>
            <a:xfrm>
              <a:off x="2793122" y="2297866"/>
              <a:ext cx="105750" cy="935231"/>
            </a:xfrm>
            <a:custGeom>
              <a:avLst/>
              <a:gdLst>
                <a:gd name="csX0" fmla="*/ 878 w 173650"/>
                <a:gd name="csY0" fmla="*/ 1845469 h 1845469"/>
                <a:gd name="csX1" fmla="*/ 12784 w 173650"/>
                <a:gd name="csY1" fmla="*/ 1766887 h 1845469"/>
                <a:gd name="csX2" fmla="*/ 48503 w 173650"/>
                <a:gd name="csY2" fmla="*/ 1700212 h 1845469"/>
                <a:gd name="csX3" fmla="*/ 105653 w 173650"/>
                <a:gd name="csY3" fmla="*/ 1650206 h 1845469"/>
                <a:gd name="csX4" fmla="*/ 141372 w 173650"/>
                <a:gd name="csY4" fmla="*/ 1619250 h 1845469"/>
                <a:gd name="csX5" fmla="*/ 167565 w 173650"/>
                <a:gd name="csY5" fmla="*/ 1566862 h 1845469"/>
                <a:gd name="csX6" fmla="*/ 162803 w 173650"/>
                <a:gd name="csY6" fmla="*/ 1512094 h 1845469"/>
                <a:gd name="csX7" fmla="*/ 129465 w 173650"/>
                <a:gd name="csY7" fmla="*/ 1464469 h 1845469"/>
                <a:gd name="csX8" fmla="*/ 74697 w 173650"/>
                <a:gd name="csY8" fmla="*/ 1423987 h 1845469"/>
                <a:gd name="csX9" fmla="*/ 36597 w 173650"/>
                <a:gd name="csY9" fmla="*/ 1383506 h 1845469"/>
                <a:gd name="csX10" fmla="*/ 8022 w 173650"/>
                <a:gd name="csY10" fmla="*/ 1326356 h 1845469"/>
                <a:gd name="csX11" fmla="*/ 3259 w 173650"/>
                <a:gd name="csY11" fmla="*/ 1254919 h 1845469"/>
                <a:gd name="csX12" fmla="*/ 17547 w 173650"/>
                <a:gd name="csY12" fmla="*/ 1190625 h 1845469"/>
                <a:gd name="csX13" fmla="*/ 55647 w 173650"/>
                <a:gd name="csY13" fmla="*/ 1140619 h 1845469"/>
                <a:gd name="csX14" fmla="*/ 108034 w 173650"/>
                <a:gd name="csY14" fmla="*/ 1097756 h 1845469"/>
                <a:gd name="csX15" fmla="*/ 153278 w 173650"/>
                <a:gd name="csY15" fmla="*/ 1057275 h 1845469"/>
                <a:gd name="csX16" fmla="*/ 169947 w 173650"/>
                <a:gd name="csY16" fmla="*/ 1002506 h 1845469"/>
                <a:gd name="csX17" fmla="*/ 160422 w 173650"/>
                <a:gd name="csY17" fmla="*/ 942975 h 1845469"/>
                <a:gd name="csX18" fmla="*/ 74697 w 173650"/>
                <a:gd name="csY18" fmla="*/ 859631 h 1845469"/>
                <a:gd name="csX19" fmla="*/ 12784 w 173650"/>
                <a:gd name="csY19" fmla="*/ 790575 h 1845469"/>
                <a:gd name="csX20" fmla="*/ 878 w 173650"/>
                <a:gd name="csY20" fmla="*/ 704850 h 1845469"/>
                <a:gd name="csX21" fmla="*/ 27072 w 173650"/>
                <a:gd name="csY21" fmla="*/ 611981 h 1845469"/>
                <a:gd name="csX22" fmla="*/ 100890 w 173650"/>
                <a:gd name="csY22" fmla="*/ 538162 h 1845469"/>
                <a:gd name="csX23" fmla="*/ 153278 w 173650"/>
                <a:gd name="csY23" fmla="*/ 492919 h 1845469"/>
                <a:gd name="csX24" fmla="*/ 169947 w 173650"/>
                <a:gd name="csY24" fmla="*/ 454819 h 1845469"/>
                <a:gd name="csX25" fmla="*/ 172328 w 173650"/>
                <a:gd name="csY25" fmla="*/ 402431 h 1845469"/>
                <a:gd name="csX26" fmla="*/ 153278 w 173650"/>
                <a:gd name="csY26" fmla="*/ 350044 h 1845469"/>
                <a:gd name="csX27" fmla="*/ 117559 w 173650"/>
                <a:gd name="csY27" fmla="*/ 285750 h 1845469"/>
                <a:gd name="csX28" fmla="*/ 96128 w 173650"/>
                <a:gd name="csY28" fmla="*/ 238125 h 1845469"/>
                <a:gd name="csX29" fmla="*/ 88984 w 173650"/>
                <a:gd name="csY29" fmla="*/ 140494 h 1845469"/>
                <a:gd name="csX30" fmla="*/ 91365 w 173650"/>
                <a:gd name="csY30" fmla="*/ 0 h 1845469"/>
                <a:gd name="csX0" fmla="*/ 878 w 173650"/>
                <a:gd name="csY0" fmla="*/ 2069431 h 2069431"/>
                <a:gd name="csX1" fmla="*/ 12784 w 173650"/>
                <a:gd name="csY1" fmla="*/ 1990849 h 2069431"/>
                <a:gd name="csX2" fmla="*/ 48503 w 173650"/>
                <a:gd name="csY2" fmla="*/ 1924174 h 2069431"/>
                <a:gd name="csX3" fmla="*/ 105653 w 173650"/>
                <a:gd name="csY3" fmla="*/ 1874168 h 2069431"/>
                <a:gd name="csX4" fmla="*/ 141372 w 173650"/>
                <a:gd name="csY4" fmla="*/ 1843212 h 2069431"/>
                <a:gd name="csX5" fmla="*/ 167565 w 173650"/>
                <a:gd name="csY5" fmla="*/ 1790824 h 2069431"/>
                <a:gd name="csX6" fmla="*/ 162803 w 173650"/>
                <a:gd name="csY6" fmla="*/ 1736056 h 2069431"/>
                <a:gd name="csX7" fmla="*/ 129465 w 173650"/>
                <a:gd name="csY7" fmla="*/ 1688431 h 2069431"/>
                <a:gd name="csX8" fmla="*/ 74697 w 173650"/>
                <a:gd name="csY8" fmla="*/ 1647949 h 2069431"/>
                <a:gd name="csX9" fmla="*/ 36597 w 173650"/>
                <a:gd name="csY9" fmla="*/ 1607468 h 2069431"/>
                <a:gd name="csX10" fmla="*/ 8022 w 173650"/>
                <a:gd name="csY10" fmla="*/ 1550318 h 2069431"/>
                <a:gd name="csX11" fmla="*/ 3259 w 173650"/>
                <a:gd name="csY11" fmla="*/ 1478881 h 2069431"/>
                <a:gd name="csX12" fmla="*/ 17547 w 173650"/>
                <a:gd name="csY12" fmla="*/ 1414587 h 2069431"/>
                <a:gd name="csX13" fmla="*/ 55647 w 173650"/>
                <a:gd name="csY13" fmla="*/ 1364581 h 2069431"/>
                <a:gd name="csX14" fmla="*/ 108034 w 173650"/>
                <a:gd name="csY14" fmla="*/ 1321718 h 2069431"/>
                <a:gd name="csX15" fmla="*/ 153278 w 173650"/>
                <a:gd name="csY15" fmla="*/ 1281237 h 2069431"/>
                <a:gd name="csX16" fmla="*/ 169947 w 173650"/>
                <a:gd name="csY16" fmla="*/ 1226468 h 2069431"/>
                <a:gd name="csX17" fmla="*/ 160422 w 173650"/>
                <a:gd name="csY17" fmla="*/ 1166937 h 2069431"/>
                <a:gd name="csX18" fmla="*/ 74697 w 173650"/>
                <a:gd name="csY18" fmla="*/ 1083593 h 2069431"/>
                <a:gd name="csX19" fmla="*/ 12784 w 173650"/>
                <a:gd name="csY19" fmla="*/ 1014537 h 2069431"/>
                <a:gd name="csX20" fmla="*/ 878 w 173650"/>
                <a:gd name="csY20" fmla="*/ 928812 h 2069431"/>
                <a:gd name="csX21" fmla="*/ 27072 w 173650"/>
                <a:gd name="csY21" fmla="*/ 835943 h 2069431"/>
                <a:gd name="csX22" fmla="*/ 100890 w 173650"/>
                <a:gd name="csY22" fmla="*/ 762124 h 2069431"/>
                <a:gd name="csX23" fmla="*/ 153278 w 173650"/>
                <a:gd name="csY23" fmla="*/ 716881 h 2069431"/>
                <a:gd name="csX24" fmla="*/ 169947 w 173650"/>
                <a:gd name="csY24" fmla="*/ 678781 h 2069431"/>
                <a:gd name="csX25" fmla="*/ 172328 w 173650"/>
                <a:gd name="csY25" fmla="*/ 626393 h 2069431"/>
                <a:gd name="csX26" fmla="*/ 153278 w 173650"/>
                <a:gd name="csY26" fmla="*/ 574006 h 2069431"/>
                <a:gd name="csX27" fmla="*/ 117559 w 173650"/>
                <a:gd name="csY27" fmla="*/ 509712 h 2069431"/>
                <a:gd name="csX28" fmla="*/ 96128 w 173650"/>
                <a:gd name="csY28" fmla="*/ 462087 h 2069431"/>
                <a:gd name="csX29" fmla="*/ 88984 w 173650"/>
                <a:gd name="csY29" fmla="*/ 364456 h 2069431"/>
                <a:gd name="csX30" fmla="*/ 95276 w 173650"/>
                <a:gd name="csY30" fmla="*/ 0 h 2069431"/>
                <a:gd name="csX0" fmla="*/ 878 w 173650"/>
                <a:gd name="csY0" fmla="*/ 2017042 h 2017042"/>
                <a:gd name="csX1" fmla="*/ 12784 w 173650"/>
                <a:gd name="csY1" fmla="*/ 1938460 h 2017042"/>
                <a:gd name="csX2" fmla="*/ 48503 w 173650"/>
                <a:gd name="csY2" fmla="*/ 1871785 h 2017042"/>
                <a:gd name="csX3" fmla="*/ 105653 w 173650"/>
                <a:gd name="csY3" fmla="*/ 1821779 h 2017042"/>
                <a:gd name="csX4" fmla="*/ 141372 w 173650"/>
                <a:gd name="csY4" fmla="*/ 1790823 h 2017042"/>
                <a:gd name="csX5" fmla="*/ 167565 w 173650"/>
                <a:gd name="csY5" fmla="*/ 1738435 h 2017042"/>
                <a:gd name="csX6" fmla="*/ 162803 w 173650"/>
                <a:gd name="csY6" fmla="*/ 1683667 h 2017042"/>
                <a:gd name="csX7" fmla="*/ 129465 w 173650"/>
                <a:gd name="csY7" fmla="*/ 1636042 h 2017042"/>
                <a:gd name="csX8" fmla="*/ 74697 w 173650"/>
                <a:gd name="csY8" fmla="*/ 1595560 h 2017042"/>
                <a:gd name="csX9" fmla="*/ 36597 w 173650"/>
                <a:gd name="csY9" fmla="*/ 1555079 h 2017042"/>
                <a:gd name="csX10" fmla="*/ 8022 w 173650"/>
                <a:gd name="csY10" fmla="*/ 1497929 h 2017042"/>
                <a:gd name="csX11" fmla="*/ 3259 w 173650"/>
                <a:gd name="csY11" fmla="*/ 1426492 h 2017042"/>
                <a:gd name="csX12" fmla="*/ 17547 w 173650"/>
                <a:gd name="csY12" fmla="*/ 1362198 h 2017042"/>
                <a:gd name="csX13" fmla="*/ 55647 w 173650"/>
                <a:gd name="csY13" fmla="*/ 1312192 h 2017042"/>
                <a:gd name="csX14" fmla="*/ 108034 w 173650"/>
                <a:gd name="csY14" fmla="*/ 1269329 h 2017042"/>
                <a:gd name="csX15" fmla="*/ 153278 w 173650"/>
                <a:gd name="csY15" fmla="*/ 1228848 h 2017042"/>
                <a:gd name="csX16" fmla="*/ 169947 w 173650"/>
                <a:gd name="csY16" fmla="*/ 1174079 h 2017042"/>
                <a:gd name="csX17" fmla="*/ 160422 w 173650"/>
                <a:gd name="csY17" fmla="*/ 1114548 h 2017042"/>
                <a:gd name="csX18" fmla="*/ 74697 w 173650"/>
                <a:gd name="csY18" fmla="*/ 1031204 h 2017042"/>
                <a:gd name="csX19" fmla="*/ 12784 w 173650"/>
                <a:gd name="csY19" fmla="*/ 962148 h 2017042"/>
                <a:gd name="csX20" fmla="*/ 878 w 173650"/>
                <a:gd name="csY20" fmla="*/ 876423 h 2017042"/>
                <a:gd name="csX21" fmla="*/ 27072 w 173650"/>
                <a:gd name="csY21" fmla="*/ 783554 h 2017042"/>
                <a:gd name="csX22" fmla="*/ 100890 w 173650"/>
                <a:gd name="csY22" fmla="*/ 709735 h 2017042"/>
                <a:gd name="csX23" fmla="*/ 153278 w 173650"/>
                <a:gd name="csY23" fmla="*/ 664492 h 2017042"/>
                <a:gd name="csX24" fmla="*/ 169947 w 173650"/>
                <a:gd name="csY24" fmla="*/ 626392 h 2017042"/>
                <a:gd name="csX25" fmla="*/ 172328 w 173650"/>
                <a:gd name="csY25" fmla="*/ 574004 h 2017042"/>
                <a:gd name="csX26" fmla="*/ 153278 w 173650"/>
                <a:gd name="csY26" fmla="*/ 521617 h 2017042"/>
                <a:gd name="csX27" fmla="*/ 117559 w 173650"/>
                <a:gd name="csY27" fmla="*/ 457323 h 2017042"/>
                <a:gd name="csX28" fmla="*/ 96128 w 173650"/>
                <a:gd name="csY28" fmla="*/ 409698 h 2017042"/>
                <a:gd name="csX29" fmla="*/ 88984 w 173650"/>
                <a:gd name="csY29" fmla="*/ 312067 h 2017042"/>
                <a:gd name="csX30" fmla="*/ 95276 w 173650"/>
                <a:gd name="csY30" fmla="*/ 0 h 2017042"/>
                <a:gd name="csX0" fmla="*/ 878 w 173650"/>
                <a:gd name="csY0" fmla="*/ 1964653 h 1964653"/>
                <a:gd name="csX1" fmla="*/ 12784 w 173650"/>
                <a:gd name="csY1" fmla="*/ 1886071 h 1964653"/>
                <a:gd name="csX2" fmla="*/ 48503 w 173650"/>
                <a:gd name="csY2" fmla="*/ 1819396 h 1964653"/>
                <a:gd name="csX3" fmla="*/ 105653 w 173650"/>
                <a:gd name="csY3" fmla="*/ 1769390 h 1964653"/>
                <a:gd name="csX4" fmla="*/ 141372 w 173650"/>
                <a:gd name="csY4" fmla="*/ 1738434 h 1964653"/>
                <a:gd name="csX5" fmla="*/ 167565 w 173650"/>
                <a:gd name="csY5" fmla="*/ 1686046 h 1964653"/>
                <a:gd name="csX6" fmla="*/ 162803 w 173650"/>
                <a:gd name="csY6" fmla="*/ 1631278 h 1964653"/>
                <a:gd name="csX7" fmla="*/ 129465 w 173650"/>
                <a:gd name="csY7" fmla="*/ 1583653 h 1964653"/>
                <a:gd name="csX8" fmla="*/ 74697 w 173650"/>
                <a:gd name="csY8" fmla="*/ 1543171 h 1964653"/>
                <a:gd name="csX9" fmla="*/ 36597 w 173650"/>
                <a:gd name="csY9" fmla="*/ 1502690 h 1964653"/>
                <a:gd name="csX10" fmla="*/ 8022 w 173650"/>
                <a:gd name="csY10" fmla="*/ 1445540 h 1964653"/>
                <a:gd name="csX11" fmla="*/ 3259 w 173650"/>
                <a:gd name="csY11" fmla="*/ 1374103 h 1964653"/>
                <a:gd name="csX12" fmla="*/ 17547 w 173650"/>
                <a:gd name="csY12" fmla="*/ 1309809 h 1964653"/>
                <a:gd name="csX13" fmla="*/ 55647 w 173650"/>
                <a:gd name="csY13" fmla="*/ 1259803 h 1964653"/>
                <a:gd name="csX14" fmla="*/ 108034 w 173650"/>
                <a:gd name="csY14" fmla="*/ 1216940 h 1964653"/>
                <a:gd name="csX15" fmla="*/ 153278 w 173650"/>
                <a:gd name="csY15" fmla="*/ 1176459 h 1964653"/>
                <a:gd name="csX16" fmla="*/ 169947 w 173650"/>
                <a:gd name="csY16" fmla="*/ 1121690 h 1964653"/>
                <a:gd name="csX17" fmla="*/ 160422 w 173650"/>
                <a:gd name="csY17" fmla="*/ 1062159 h 1964653"/>
                <a:gd name="csX18" fmla="*/ 74697 w 173650"/>
                <a:gd name="csY18" fmla="*/ 978815 h 1964653"/>
                <a:gd name="csX19" fmla="*/ 12784 w 173650"/>
                <a:gd name="csY19" fmla="*/ 909759 h 1964653"/>
                <a:gd name="csX20" fmla="*/ 878 w 173650"/>
                <a:gd name="csY20" fmla="*/ 824034 h 1964653"/>
                <a:gd name="csX21" fmla="*/ 27072 w 173650"/>
                <a:gd name="csY21" fmla="*/ 731165 h 1964653"/>
                <a:gd name="csX22" fmla="*/ 100890 w 173650"/>
                <a:gd name="csY22" fmla="*/ 657346 h 1964653"/>
                <a:gd name="csX23" fmla="*/ 153278 w 173650"/>
                <a:gd name="csY23" fmla="*/ 612103 h 1964653"/>
                <a:gd name="csX24" fmla="*/ 169947 w 173650"/>
                <a:gd name="csY24" fmla="*/ 574003 h 1964653"/>
                <a:gd name="csX25" fmla="*/ 172328 w 173650"/>
                <a:gd name="csY25" fmla="*/ 521615 h 1964653"/>
                <a:gd name="csX26" fmla="*/ 153278 w 173650"/>
                <a:gd name="csY26" fmla="*/ 469228 h 1964653"/>
                <a:gd name="csX27" fmla="*/ 117559 w 173650"/>
                <a:gd name="csY27" fmla="*/ 404934 h 1964653"/>
                <a:gd name="csX28" fmla="*/ 96128 w 173650"/>
                <a:gd name="csY28" fmla="*/ 357309 h 1964653"/>
                <a:gd name="csX29" fmla="*/ 88984 w 173650"/>
                <a:gd name="csY29" fmla="*/ 259678 h 1964653"/>
                <a:gd name="csX30" fmla="*/ 95276 w 173650"/>
                <a:gd name="csY30" fmla="*/ 0 h 1964653"/>
                <a:gd name="csX0" fmla="*/ 878 w 173650"/>
                <a:gd name="csY0" fmla="*/ 1964653 h 1964653"/>
                <a:gd name="csX1" fmla="*/ 12784 w 173650"/>
                <a:gd name="csY1" fmla="*/ 1886071 h 1964653"/>
                <a:gd name="csX2" fmla="*/ 48503 w 173650"/>
                <a:gd name="csY2" fmla="*/ 1819396 h 1964653"/>
                <a:gd name="csX3" fmla="*/ 105653 w 173650"/>
                <a:gd name="csY3" fmla="*/ 1769390 h 1964653"/>
                <a:gd name="csX4" fmla="*/ 141372 w 173650"/>
                <a:gd name="csY4" fmla="*/ 1738434 h 1964653"/>
                <a:gd name="csX5" fmla="*/ 167565 w 173650"/>
                <a:gd name="csY5" fmla="*/ 1686046 h 1964653"/>
                <a:gd name="csX6" fmla="*/ 129465 w 173650"/>
                <a:gd name="csY6" fmla="*/ 1583653 h 1964653"/>
                <a:gd name="csX7" fmla="*/ 74697 w 173650"/>
                <a:gd name="csY7" fmla="*/ 1543171 h 1964653"/>
                <a:gd name="csX8" fmla="*/ 36597 w 173650"/>
                <a:gd name="csY8" fmla="*/ 1502690 h 1964653"/>
                <a:gd name="csX9" fmla="*/ 8022 w 173650"/>
                <a:gd name="csY9" fmla="*/ 1445540 h 1964653"/>
                <a:gd name="csX10" fmla="*/ 3259 w 173650"/>
                <a:gd name="csY10" fmla="*/ 1374103 h 1964653"/>
                <a:gd name="csX11" fmla="*/ 17547 w 173650"/>
                <a:gd name="csY11" fmla="*/ 1309809 h 1964653"/>
                <a:gd name="csX12" fmla="*/ 55647 w 173650"/>
                <a:gd name="csY12" fmla="*/ 1259803 h 1964653"/>
                <a:gd name="csX13" fmla="*/ 108034 w 173650"/>
                <a:gd name="csY13" fmla="*/ 1216940 h 1964653"/>
                <a:gd name="csX14" fmla="*/ 153278 w 173650"/>
                <a:gd name="csY14" fmla="*/ 1176459 h 1964653"/>
                <a:gd name="csX15" fmla="*/ 169947 w 173650"/>
                <a:gd name="csY15" fmla="*/ 1121690 h 1964653"/>
                <a:gd name="csX16" fmla="*/ 160422 w 173650"/>
                <a:gd name="csY16" fmla="*/ 1062159 h 1964653"/>
                <a:gd name="csX17" fmla="*/ 74697 w 173650"/>
                <a:gd name="csY17" fmla="*/ 978815 h 1964653"/>
                <a:gd name="csX18" fmla="*/ 12784 w 173650"/>
                <a:gd name="csY18" fmla="*/ 909759 h 1964653"/>
                <a:gd name="csX19" fmla="*/ 878 w 173650"/>
                <a:gd name="csY19" fmla="*/ 824034 h 1964653"/>
                <a:gd name="csX20" fmla="*/ 27072 w 173650"/>
                <a:gd name="csY20" fmla="*/ 731165 h 1964653"/>
                <a:gd name="csX21" fmla="*/ 100890 w 173650"/>
                <a:gd name="csY21" fmla="*/ 657346 h 1964653"/>
                <a:gd name="csX22" fmla="*/ 153278 w 173650"/>
                <a:gd name="csY22" fmla="*/ 612103 h 1964653"/>
                <a:gd name="csX23" fmla="*/ 169947 w 173650"/>
                <a:gd name="csY23" fmla="*/ 574003 h 1964653"/>
                <a:gd name="csX24" fmla="*/ 172328 w 173650"/>
                <a:gd name="csY24" fmla="*/ 521615 h 1964653"/>
                <a:gd name="csX25" fmla="*/ 153278 w 173650"/>
                <a:gd name="csY25" fmla="*/ 469228 h 1964653"/>
                <a:gd name="csX26" fmla="*/ 117559 w 173650"/>
                <a:gd name="csY26" fmla="*/ 404934 h 1964653"/>
                <a:gd name="csX27" fmla="*/ 96128 w 173650"/>
                <a:gd name="csY27" fmla="*/ 357309 h 1964653"/>
                <a:gd name="csX28" fmla="*/ 88984 w 173650"/>
                <a:gd name="csY28" fmla="*/ 259678 h 1964653"/>
                <a:gd name="csX29" fmla="*/ 95276 w 173650"/>
                <a:gd name="csY29" fmla="*/ 0 h 1964653"/>
                <a:gd name="csX0" fmla="*/ 878 w 173650"/>
                <a:gd name="csY0" fmla="*/ 1964653 h 1964653"/>
                <a:gd name="csX1" fmla="*/ 12784 w 173650"/>
                <a:gd name="csY1" fmla="*/ 1886071 h 1964653"/>
                <a:gd name="csX2" fmla="*/ 48503 w 173650"/>
                <a:gd name="csY2" fmla="*/ 1819396 h 1964653"/>
                <a:gd name="csX3" fmla="*/ 105653 w 173650"/>
                <a:gd name="csY3" fmla="*/ 1769390 h 1964653"/>
                <a:gd name="csX4" fmla="*/ 141372 w 173650"/>
                <a:gd name="csY4" fmla="*/ 1738434 h 1964653"/>
                <a:gd name="csX5" fmla="*/ 129465 w 173650"/>
                <a:gd name="csY5" fmla="*/ 1583653 h 1964653"/>
                <a:gd name="csX6" fmla="*/ 74697 w 173650"/>
                <a:gd name="csY6" fmla="*/ 1543171 h 1964653"/>
                <a:gd name="csX7" fmla="*/ 36597 w 173650"/>
                <a:gd name="csY7" fmla="*/ 1502690 h 1964653"/>
                <a:gd name="csX8" fmla="*/ 8022 w 173650"/>
                <a:gd name="csY8" fmla="*/ 1445540 h 1964653"/>
                <a:gd name="csX9" fmla="*/ 3259 w 173650"/>
                <a:gd name="csY9" fmla="*/ 1374103 h 1964653"/>
                <a:gd name="csX10" fmla="*/ 17547 w 173650"/>
                <a:gd name="csY10" fmla="*/ 1309809 h 1964653"/>
                <a:gd name="csX11" fmla="*/ 55647 w 173650"/>
                <a:gd name="csY11" fmla="*/ 1259803 h 1964653"/>
                <a:gd name="csX12" fmla="*/ 108034 w 173650"/>
                <a:gd name="csY12" fmla="*/ 1216940 h 1964653"/>
                <a:gd name="csX13" fmla="*/ 153278 w 173650"/>
                <a:gd name="csY13" fmla="*/ 1176459 h 1964653"/>
                <a:gd name="csX14" fmla="*/ 169947 w 173650"/>
                <a:gd name="csY14" fmla="*/ 1121690 h 1964653"/>
                <a:gd name="csX15" fmla="*/ 160422 w 173650"/>
                <a:gd name="csY15" fmla="*/ 1062159 h 1964653"/>
                <a:gd name="csX16" fmla="*/ 74697 w 173650"/>
                <a:gd name="csY16" fmla="*/ 978815 h 1964653"/>
                <a:gd name="csX17" fmla="*/ 12784 w 173650"/>
                <a:gd name="csY17" fmla="*/ 909759 h 1964653"/>
                <a:gd name="csX18" fmla="*/ 878 w 173650"/>
                <a:gd name="csY18" fmla="*/ 824034 h 1964653"/>
                <a:gd name="csX19" fmla="*/ 27072 w 173650"/>
                <a:gd name="csY19" fmla="*/ 731165 h 1964653"/>
                <a:gd name="csX20" fmla="*/ 100890 w 173650"/>
                <a:gd name="csY20" fmla="*/ 657346 h 1964653"/>
                <a:gd name="csX21" fmla="*/ 153278 w 173650"/>
                <a:gd name="csY21" fmla="*/ 612103 h 1964653"/>
                <a:gd name="csX22" fmla="*/ 169947 w 173650"/>
                <a:gd name="csY22" fmla="*/ 574003 h 1964653"/>
                <a:gd name="csX23" fmla="*/ 172328 w 173650"/>
                <a:gd name="csY23" fmla="*/ 521615 h 1964653"/>
                <a:gd name="csX24" fmla="*/ 153278 w 173650"/>
                <a:gd name="csY24" fmla="*/ 469228 h 1964653"/>
                <a:gd name="csX25" fmla="*/ 117559 w 173650"/>
                <a:gd name="csY25" fmla="*/ 404934 h 1964653"/>
                <a:gd name="csX26" fmla="*/ 96128 w 173650"/>
                <a:gd name="csY26" fmla="*/ 357309 h 1964653"/>
                <a:gd name="csX27" fmla="*/ 88984 w 173650"/>
                <a:gd name="csY27" fmla="*/ 259678 h 1964653"/>
                <a:gd name="csX28" fmla="*/ 95276 w 173650"/>
                <a:gd name="csY28" fmla="*/ 0 h 1964653"/>
                <a:gd name="csX0" fmla="*/ 878 w 173650"/>
                <a:gd name="csY0" fmla="*/ 1964653 h 1964653"/>
                <a:gd name="csX1" fmla="*/ 12784 w 173650"/>
                <a:gd name="csY1" fmla="*/ 1886071 h 1964653"/>
                <a:gd name="csX2" fmla="*/ 48503 w 173650"/>
                <a:gd name="csY2" fmla="*/ 1819396 h 1964653"/>
                <a:gd name="csX3" fmla="*/ 105653 w 173650"/>
                <a:gd name="csY3" fmla="*/ 1769390 h 1964653"/>
                <a:gd name="csX4" fmla="*/ 129465 w 173650"/>
                <a:gd name="csY4" fmla="*/ 1583653 h 1964653"/>
                <a:gd name="csX5" fmla="*/ 74697 w 173650"/>
                <a:gd name="csY5" fmla="*/ 1543171 h 1964653"/>
                <a:gd name="csX6" fmla="*/ 36597 w 173650"/>
                <a:gd name="csY6" fmla="*/ 1502690 h 1964653"/>
                <a:gd name="csX7" fmla="*/ 8022 w 173650"/>
                <a:gd name="csY7" fmla="*/ 1445540 h 1964653"/>
                <a:gd name="csX8" fmla="*/ 3259 w 173650"/>
                <a:gd name="csY8" fmla="*/ 1374103 h 1964653"/>
                <a:gd name="csX9" fmla="*/ 17547 w 173650"/>
                <a:gd name="csY9" fmla="*/ 1309809 h 1964653"/>
                <a:gd name="csX10" fmla="*/ 55647 w 173650"/>
                <a:gd name="csY10" fmla="*/ 1259803 h 1964653"/>
                <a:gd name="csX11" fmla="*/ 108034 w 173650"/>
                <a:gd name="csY11" fmla="*/ 1216940 h 1964653"/>
                <a:gd name="csX12" fmla="*/ 153278 w 173650"/>
                <a:gd name="csY12" fmla="*/ 1176459 h 1964653"/>
                <a:gd name="csX13" fmla="*/ 169947 w 173650"/>
                <a:gd name="csY13" fmla="*/ 1121690 h 1964653"/>
                <a:gd name="csX14" fmla="*/ 160422 w 173650"/>
                <a:gd name="csY14" fmla="*/ 1062159 h 1964653"/>
                <a:gd name="csX15" fmla="*/ 74697 w 173650"/>
                <a:gd name="csY15" fmla="*/ 978815 h 1964653"/>
                <a:gd name="csX16" fmla="*/ 12784 w 173650"/>
                <a:gd name="csY16" fmla="*/ 909759 h 1964653"/>
                <a:gd name="csX17" fmla="*/ 878 w 173650"/>
                <a:gd name="csY17" fmla="*/ 824034 h 1964653"/>
                <a:gd name="csX18" fmla="*/ 27072 w 173650"/>
                <a:gd name="csY18" fmla="*/ 731165 h 1964653"/>
                <a:gd name="csX19" fmla="*/ 100890 w 173650"/>
                <a:gd name="csY19" fmla="*/ 657346 h 1964653"/>
                <a:gd name="csX20" fmla="*/ 153278 w 173650"/>
                <a:gd name="csY20" fmla="*/ 612103 h 1964653"/>
                <a:gd name="csX21" fmla="*/ 169947 w 173650"/>
                <a:gd name="csY21" fmla="*/ 574003 h 1964653"/>
                <a:gd name="csX22" fmla="*/ 172328 w 173650"/>
                <a:gd name="csY22" fmla="*/ 521615 h 1964653"/>
                <a:gd name="csX23" fmla="*/ 153278 w 173650"/>
                <a:gd name="csY23" fmla="*/ 469228 h 1964653"/>
                <a:gd name="csX24" fmla="*/ 117559 w 173650"/>
                <a:gd name="csY24" fmla="*/ 404934 h 1964653"/>
                <a:gd name="csX25" fmla="*/ 96128 w 173650"/>
                <a:gd name="csY25" fmla="*/ 357309 h 1964653"/>
                <a:gd name="csX26" fmla="*/ 88984 w 173650"/>
                <a:gd name="csY26" fmla="*/ 259678 h 1964653"/>
                <a:gd name="csX27" fmla="*/ 95276 w 173650"/>
                <a:gd name="csY27" fmla="*/ 0 h 1964653"/>
                <a:gd name="csX0" fmla="*/ 878 w 173650"/>
                <a:gd name="csY0" fmla="*/ 1964653 h 1964653"/>
                <a:gd name="csX1" fmla="*/ 12784 w 173650"/>
                <a:gd name="csY1" fmla="*/ 1886071 h 1964653"/>
                <a:gd name="csX2" fmla="*/ 48503 w 173650"/>
                <a:gd name="csY2" fmla="*/ 1819396 h 1964653"/>
                <a:gd name="csX3" fmla="*/ 129465 w 173650"/>
                <a:gd name="csY3" fmla="*/ 1583653 h 1964653"/>
                <a:gd name="csX4" fmla="*/ 74697 w 173650"/>
                <a:gd name="csY4" fmla="*/ 1543171 h 1964653"/>
                <a:gd name="csX5" fmla="*/ 36597 w 173650"/>
                <a:gd name="csY5" fmla="*/ 1502690 h 1964653"/>
                <a:gd name="csX6" fmla="*/ 8022 w 173650"/>
                <a:gd name="csY6" fmla="*/ 1445540 h 1964653"/>
                <a:gd name="csX7" fmla="*/ 3259 w 173650"/>
                <a:gd name="csY7" fmla="*/ 1374103 h 1964653"/>
                <a:gd name="csX8" fmla="*/ 17547 w 173650"/>
                <a:gd name="csY8" fmla="*/ 1309809 h 1964653"/>
                <a:gd name="csX9" fmla="*/ 55647 w 173650"/>
                <a:gd name="csY9" fmla="*/ 1259803 h 1964653"/>
                <a:gd name="csX10" fmla="*/ 108034 w 173650"/>
                <a:gd name="csY10" fmla="*/ 1216940 h 1964653"/>
                <a:gd name="csX11" fmla="*/ 153278 w 173650"/>
                <a:gd name="csY11" fmla="*/ 1176459 h 1964653"/>
                <a:gd name="csX12" fmla="*/ 169947 w 173650"/>
                <a:gd name="csY12" fmla="*/ 1121690 h 1964653"/>
                <a:gd name="csX13" fmla="*/ 160422 w 173650"/>
                <a:gd name="csY13" fmla="*/ 1062159 h 1964653"/>
                <a:gd name="csX14" fmla="*/ 74697 w 173650"/>
                <a:gd name="csY14" fmla="*/ 978815 h 1964653"/>
                <a:gd name="csX15" fmla="*/ 12784 w 173650"/>
                <a:gd name="csY15" fmla="*/ 909759 h 1964653"/>
                <a:gd name="csX16" fmla="*/ 878 w 173650"/>
                <a:gd name="csY16" fmla="*/ 824034 h 1964653"/>
                <a:gd name="csX17" fmla="*/ 27072 w 173650"/>
                <a:gd name="csY17" fmla="*/ 731165 h 1964653"/>
                <a:gd name="csX18" fmla="*/ 100890 w 173650"/>
                <a:gd name="csY18" fmla="*/ 657346 h 1964653"/>
                <a:gd name="csX19" fmla="*/ 153278 w 173650"/>
                <a:gd name="csY19" fmla="*/ 612103 h 1964653"/>
                <a:gd name="csX20" fmla="*/ 169947 w 173650"/>
                <a:gd name="csY20" fmla="*/ 574003 h 1964653"/>
                <a:gd name="csX21" fmla="*/ 172328 w 173650"/>
                <a:gd name="csY21" fmla="*/ 521615 h 1964653"/>
                <a:gd name="csX22" fmla="*/ 153278 w 173650"/>
                <a:gd name="csY22" fmla="*/ 469228 h 1964653"/>
                <a:gd name="csX23" fmla="*/ 117559 w 173650"/>
                <a:gd name="csY23" fmla="*/ 404934 h 1964653"/>
                <a:gd name="csX24" fmla="*/ 96128 w 173650"/>
                <a:gd name="csY24" fmla="*/ 357309 h 1964653"/>
                <a:gd name="csX25" fmla="*/ 88984 w 173650"/>
                <a:gd name="csY25" fmla="*/ 259678 h 1964653"/>
                <a:gd name="csX26" fmla="*/ 95276 w 173650"/>
                <a:gd name="csY26" fmla="*/ 0 h 1964653"/>
                <a:gd name="csX0" fmla="*/ 1339 w 174111"/>
                <a:gd name="csY0" fmla="*/ 1964653 h 1964653"/>
                <a:gd name="csX1" fmla="*/ 13245 w 174111"/>
                <a:gd name="csY1" fmla="*/ 1886071 h 1964653"/>
                <a:gd name="csX2" fmla="*/ 129926 w 174111"/>
                <a:gd name="csY2" fmla="*/ 1583653 h 1964653"/>
                <a:gd name="csX3" fmla="*/ 75158 w 174111"/>
                <a:gd name="csY3" fmla="*/ 1543171 h 1964653"/>
                <a:gd name="csX4" fmla="*/ 37058 w 174111"/>
                <a:gd name="csY4" fmla="*/ 1502690 h 1964653"/>
                <a:gd name="csX5" fmla="*/ 8483 w 174111"/>
                <a:gd name="csY5" fmla="*/ 1445540 h 1964653"/>
                <a:gd name="csX6" fmla="*/ 3720 w 174111"/>
                <a:gd name="csY6" fmla="*/ 1374103 h 1964653"/>
                <a:gd name="csX7" fmla="*/ 18008 w 174111"/>
                <a:gd name="csY7" fmla="*/ 1309809 h 1964653"/>
                <a:gd name="csX8" fmla="*/ 56108 w 174111"/>
                <a:gd name="csY8" fmla="*/ 1259803 h 1964653"/>
                <a:gd name="csX9" fmla="*/ 108495 w 174111"/>
                <a:gd name="csY9" fmla="*/ 1216940 h 1964653"/>
                <a:gd name="csX10" fmla="*/ 153739 w 174111"/>
                <a:gd name="csY10" fmla="*/ 1176459 h 1964653"/>
                <a:gd name="csX11" fmla="*/ 170408 w 174111"/>
                <a:gd name="csY11" fmla="*/ 1121690 h 1964653"/>
                <a:gd name="csX12" fmla="*/ 160883 w 174111"/>
                <a:gd name="csY12" fmla="*/ 1062159 h 1964653"/>
                <a:gd name="csX13" fmla="*/ 75158 w 174111"/>
                <a:gd name="csY13" fmla="*/ 978815 h 1964653"/>
                <a:gd name="csX14" fmla="*/ 13245 w 174111"/>
                <a:gd name="csY14" fmla="*/ 909759 h 1964653"/>
                <a:gd name="csX15" fmla="*/ 1339 w 174111"/>
                <a:gd name="csY15" fmla="*/ 824034 h 1964653"/>
                <a:gd name="csX16" fmla="*/ 27533 w 174111"/>
                <a:gd name="csY16" fmla="*/ 731165 h 1964653"/>
                <a:gd name="csX17" fmla="*/ 101351 w 174111"/>
                <a:gd name="csY17" fmla="*/ 657346 h 1964653"/>
                <a:gd name="csX18" fmla="*/ 153739 w 174111"/>
                <a:gd name="csY18" fmla="*/ 612103 h 1964653"/>
                <a:gd name="csX19" fmla="*/ 170408 w 174111"/>
                <a:gd name="csY19" fmla="*/ 574003 h 1964653"/>
                <a:gd name="csX20" fmla="*/ 172789 w 174111"/>
                <a:gd name="csY20" fmla="*/ 521615 h 1964653"/>
                <a:gd name="csX21" fmla="*/ 153739 w 174111"/>
                <a:gd name="csY21" fmla="*/ 469228 h 1964653"/>
                <a:gd name="csX22" fmla="*/ 118020 w 174111"/>
                <a:gd name="csY22" fmla="*/ 404934 h 1964653"/>
                <a:gd name="csX23" fmla="*/ 96589 w 174111"/>
                <a:gd name="csY23" fmla="*/ 357309 h 1964653"/>
                <a:gd name="csX24" fmla="*/ 89445 w 174111"/>
                <a:gd name="csY24" fmla="*/ 259678 h 1964653"/>
                <a:gd name="csX25" fmla="*/ 95737 w 174111"/>
                <a:gd name="csY25" fmla="*/ 0 h 1964653"/>
                <a:gd name="csX0" fmla="*/ 879 w 173651"/>
                <a:gd name="csY0" fmla="*/ 1964653 h 1964653"/>
                <a:gd name="csX1" fmla="*/ 129466 w 173651"/>
                <a:gd name="csY1" fmla="*/ 1583653 h 1964653"/>
                <a:gd name="csX2" fmla="*/ 74698 w 173651"/>
                <a:gd name="csY2" fmla="*/ 1543171 h 1964653"/>
                <a:gd name="csX3" fmla="*/ 36598 w 173651"/>
                <a:gd name="csY3" fmla="*/ 1502690 h 1964653"/>
                <a:gd name="csX4" fmla="*/ 8023 w 173651"/>
                <a:gd name="csY4" fmla="*/ 1445540 h 1964653"/>
                <a:gd name="csX5" fmla="*/ 3260 w 173651"/>
                <a:gd name="csY5" fmla="*/ 1374103 h 1964653"/>
                <a:gd name="csX6" fmla="*/ 17548 w 173651"/>
                <a:gd name="csY6" fmla="*/ 1309809 h 1964653"/>
                <a:gd name="csX7" fmla="*/ 55648 w 173651"/>
                <a:gd name="csY7" fmla="*/ 1259803 h 1964653"/>
                <a:gd name="csX8" fmla="*/ 108035 w 173651"/>
                <a:gd name="csY8" fmla="*/ 1216940 h 1964653"/>
                <a:gd name="csX9" fmla="*/ 153279 w 173651"/>
                <a:gd name="csY9" fmla="*/ 1176459 h 1964653"/>
                <a:gd name="csX10" fmla="*/ 169948 w 173651"/>
                <a:gd name="csY10" fmla="*/ 1121690 h 1964653"/>
                <a:gd name="csX11" fmla="*/ 160423 w 173651"/>
                <a:gd name="csY11" fmla="*/ 1062159 h 1964653"/>
                <a:gd name="csX12" fmla="*/ 74698 w 173651"/>
                <a:gd name="csY12" fmla="*/ 978815 h 1964653"/>
                <a:gd name="csX13" fmla="*/ 12785 w 173651"/>
                <a:gd name="csY13" fmla="*/ 909759 h 1964653"/>
                <a:gd name="csX14" fmla="*/ 879 w 173651"/>
                <a:gd name="csY14" fmla="*/ 824034 h 1964653"/>
                <a:gd name="csX15" fmla="*/ 27073 w 173651"/>
                <a:gd name="csY15" fmla="*/ 731165 h 1964653"/>
                <a:gd name="csX16" fmla="*/ 100891 w 173651"/>
                <a:gd name="csY16" fmla="*/ 657346 h 1964653"/>
                <a:gd name="csX17" fmla="*/ 153279 w 173651"/>
                <a:gd name="csY17" fmla="*/ 612103 h 1964653"/>
                <a:gd name="csX18" fmla="*/ 169948 w 173651"/>
                <a:gd name="csY18" fmla="*/ 574003 h 1964653"/>
                <a:gd name="csX19" fmla="*/ 172329 w 173651"/>
                <a:gd name="csY19" fmla="*/ 521615 h 1964653"/>
                <a:gd name="csX20" fmla="*/ 153279 w 173651"/>
                <a:gd name="csY20" fmla="*/ 469228 h 1964653"/>
                <a:gd name="csX21" fmla="*/ 117560 w 173651"/>
                <a:gd name="csY21" fmla="*/ 404934 h 1964653"/>
                <a:gd name="csX22" fmla="*/ 96129 w 173651"/>
                <a:gd name="csY22" fmla="*/ 357309 h 1964653"/>
                <a:gd name="csX23" fmla="*/ 88985 w 173651"/>
                <a:gd name="csY23" fmla="*/ 259678 h 1964653"/>
                <a:gd name="csX24" fmla="*/ 95277 w 173651"/>
                <a:gd name="csY24" fmla="*/ 0 h 1964653"/>
                <a:gd name="csX0" fmla="*/ 129466 w 173651"/>
                <a:gd name="csY0" fmla="*/ 1583653 h 1583654"/>
                <a:gd name="csX1" fmla="*/ 74698 w 173651"/>
                <a:gd name="csY1" fmla="*/ 1543171 h 1583654"/>
                <a:gd name="csX2" fmla="*/ 36598 w 173651"/>
                <a:gd name="csY2" fmla="*/ 1502690 h 1583654"/>
                <a:gd name="csX3" fmla="*/ 8023 w 173651"/>
                <a:gd name="csY3" fmla="*/ 1445540 h 1583654"/>
                <a:gd name="csX4" fmla="*/ 3260 w 173651"/>
                <a:gd name="csY4" fmla="*/ 1374103 h 1583654"/>
                <a:gd name="csX5" fmla="*/ 17548 w 173651"/>
                <a:gd name="csY5" fmla="*/ 1309809 h 1583654"/>
                <a:gd name="csX6" fmla="*/ 55648 w 173651"/>
                <a:gd name="csY6" fmla="*/ 1259803 h 1583654"/>
                <a:gd name="csX7" fmla="*/ 108035 w 173651"/>
                <a:gd name="csY7" fmla="*/ 1216940 h 1583654"/>
                <a:gd name="csX8" fmla="*/ 153279 w 173651"/>
                <a:gd name="csY8" fmla="*/ 1176459 h 1583654"/>
                <a:gd name="csX9" fmla="*/ 169948 w 173651"/>
                <a:gd name="csY9" fmla="*/ 1121690 h 1583654"/>
                <a:gd name="csX10" fmla="*/ 160423 w 173651"/>
                <a:gd name="csY10" fmla="*/ 1062159 h 1583654"/>
                <a:gd name="csX11" fmla="*/ 74698 w 173651"/>
                <a:gd name="csY11" fmla="*/ 978815 h 1583654"/>
                <a:gd name="csX12" fmla="*/ 12785 w 173651"/>
                <a:gd name="csY12" fmla="*/ 909759 h 1583654"/>
                <a:gd name="csX13" fmla="*/ 879 w 173651"/>
                <a:gd name="csY13" fmla="*/ 824034 h 1583654"/>
                <a:gd name="csX14" fmla="*/ 27073 w 173651"/>
                <a:gd name="csY14" fmla="*/ 731165 h 1583654"/>
                <a:gd name="csX15" fmla="*/ 100891 w 173651"/>
                <a:gd name="csY15" fmla="*/ 657346 h 1583654"/>
                <a:gd name="csX16" fmla="*/ 153279 w 173651"/>
                <a:gd name="csY16" fmla="*/ 612103 h 1583654"/>
                <a:gd name="csX17" fmla="*/ 169948 w 173651"/>
                <a:gd name="csY17" fmla="*/ 574003 h 1583654"/>
                <a:gd name="csX18" fmla="*/ 172329 w 173651"/>
                <a:gd name="csY18" fmla="*/ 521615 h 1583654"/>
                <a:gd name="csX19" fmla="*/ 153279 w 173651"/>
                <a:gd name="csY19" fmla="*/ 469228 h 1583654"/>
                <a:gd name="csX20" fmla="*/ 117560 w 173651"/>
                <a:gd name="csY20" fmla="*/ 404934 h 1583654"/>
                <a:gd name="csX21" fmla="*/ 96129 w 173651"/>
                <a:gd name="csY21" fmla="*/ 357309 h 1583654"/>
                <a:gd name="csX22" fmla="*/ 88985 w 173651"/>
                <a:gd name="csY22" fmla="*/ 259678 h 1583654"/>
                <a:gd name="csX23" fmla="*/ 95277 w 173651"/>
                <a:gd name="csY23" fmla="*/ 0 h 1583654"/>
                <a:gd name="csX0" fmla="*/ 74698 w 173651"/>
                <a:gd name="csY0" fmla="*/ 1543171 h 1543170"/>
                <a:gd name="csX1" fmla="*/ 36598 w 173651"/>
                <a:gd name="csY1" fmla="*/ 1502690 h 1543170"/>
                <a:gd name="csX2" fmla="*/ 8023 w 173651"/>
                <a:gd name="csY2" fmla="*/ 1445540 h 1543170"/>
                <a:gd name="csX3" fmla="*/ 3260 w 173651"/>
                <a:gd name="csY3" fmla="*/ 1374103 h 1543170"/>
                <a:gd name="csX4" fmla="*/ 17548 w 173651"/>
                <a:gd name="csY4" fmla="*/ 1309809 h 1543170"/>
                <a:gd name="csX5" fmla="*/ 55648 w 173651"/>
                <a:gd name="csY5" fmla="*/ 1259803 h 1543170"/>
                <a:gd name="csX6" fmla="*/ 108035 w 173651"/>
                <a:gd name="csY6" fmla="*/ 1216940 h 1543170"/>
                <a:gd name="csX7" fmla="*/ 153279 w 173651"/>
                <a:gd name="csY7" fmla="*/ 1176459 h 1543170"/>
                <a:gd name="csX8" fmla="*/ 169948 w 173651"/>
                <a:gd name="csY8" fmla="*/ 1121690 h 1543170"/>
                <a:gd name="csX9" fmla="*/ 160423 w 173651"/>
                <a:gd name="csY9" fmla="*/ 1062159 h 1543170"/>
                <a:gd name="csX10" fmla="*/ 74698 w 173651"/>
                <a:gd name="csY10" fmla="*/ 978815 h 1543170"/>
                <a:gd name="csX11" fmla="*/ 12785 w 173651"/>
                <a:gd name="csY11" fmla="*/ 909759 h 1543170"/>
                <a:gd name="csX12" fmla="*/ 879 w 173651"/>
                <a:gd name="csY12" fmla="*/ 824034 h 1543170"/>
                <a:gd name="csX13" fmla="*/ 27073 w 173651"/>
                <a:gd name="csY13" fmla="*/ 731165 h 1543170"/>
                <a:gd name="csX14" fmla="*/ 100891 w 173651"/>
                <a:gd name="csY14" fmla="*/ 657346 h 1543170"/>
                <a:gd name="csX15" fmla="*/ 153279 w 173651"/>
                <a:gd name="csY15" fmla="*/ 612103 h 1543170"/>
                <a:gd name="csX16" fmla="*/ 169948 w 173651"/>
                <a:gd name="csY16" fmla="*/ 574003 h 1543170"/>
                <a:gd name="csX17" fmla="*/ 172329 w 173651"/>
                <a:gd name="csY17" fmla="*/ 521615 h 1543170"/>
                <a:gd name="csX18" fmla="*/ 153279 w 173651"/>
                <a:gd name="csY18" fmla="*/ 469228 h 1543170"/>
                <a:gd name="csX19" fmla="*/ 117560 w 173651"/>
                <a:gd name="csY19" fmla="*/ 404934 h 1543170"/>
                <a:gd name="csX20" fmla="*/ 96129 w 173651"/>
                <a:gd name="csY20" fmla="*/ 357309 h 1543170"/>
                <a:gd name="csX21" fmla="*/ 88985 w 173651"/>
                <a:gd name="csY21" fmla="*/ 259678 h 1543170"/>
                <a:gd name="csX22" fmla="*/ 95277 w 173651"/>
                <a:gd name="csY22" fmla="*/ 0 h 15431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173651" h="1543170">
                  <a:moveTo>
                    <a:pt x="74698" y="1543171"/>
                  </a:moveTo>
                  <a:cubicBezTo>
                    <a:pt x="59220" y="1529677"/>
                    <a:pt x="47710" y="1518962"/>
                    <a:pt x="36598" y="1502690"/>
                  </a:cubicBezTo>
                  <a:cubicBezTo>
                    <a:pt x="25486" y="1486418"/>
                    <a:pt x="13579" y="1466971"/>
                    <a:pt x="8023" y="1445540"/>
                  </a:cubicBezTo>
                  <a:cubicBezTo>
                    <a:pt x="2467" y="1424109"/>
                    <a:pt x="1673" y="1396725"/>
                    <a:pt x="3260" y="1374103"/>
                  </a:cubicBezTo>
                  <a:cubicBezTo>
                    <a:pt x="4847" y="1351481"/>
                    <a:pt x="8817" y="1328859"/>
                    <a:pt x="17548" y="1309809"/>
                  </a:cubicBezTo>
                  <a:cubicBezTo>
                    <a:pt x="26279" y="1290759"/>
                    <a:pt x="40567" y="1275281"/>
                    <a:pt x="55648" y="1259803"/>
                  </a:cubicBezTo>
                  <a:cubicBezTo>
                    <a:pt x="70729" y="1244325"/>
                    <a:pt x="91763" y="1230831"/>
                    <a:pt x="108035" y="1216940"/>
                  </a:cubicBezTo>
                  <a:cubicBezTo>
                    <a:pt x="124307" y="1203049"/>
                    <a:pt x="142960" y="1192334"/>
                    <a:pt x="153279" y="1176459"/>
                  </a:cubicBezTo>
                  <a:cubicBezTo>
                    <a:pt x="163598" y="1160584"/>
                    <a:pt x="168757" y="1140740"/>
                    <a:pt x="169948" y="1121690"/>
                  </a:cubicBezTo>
                  <a:cubicBezTo>
                    <a:pt x="171139" y="1102640"/>
                    <a:pt x="176298" y="1085971"/>
                    <a:pt x="160423" y="1062159"/>
                  </a:cubicBezTo>
                  <a:cubicBezTo>
                    <a:pt x="144548" y="1038346"/>
                    <a:pt x="99304" y="1004215"/>
                    <a:pt x="74698" y="978815"/>
                  </a:cubicBezTo>
                  <a:cubicBezTo>
                    <a:pt x="50092" y="953415"/>
                    <a:pt x="25088" y="935556"/>
                    <a:pt x="12785" y="909759"/>
                  </a:cubicBezTo>
                  <a:cubicBezTo>
                    <a:pt x="482" y="883962"/>
                    <a:pt x="-1502" y="853800"/>
                    <a:pt x="879" y="824034"/>
                  </a:cubicBezTo>
                  <a:cubicBezTo>
                    <a:pt x="3260" y="794268"/>
                    <a:pt x="10404" y="758946"/>
                    <a:pt x="27073" y="731165"/>
                  </a:cubicBezTo>
                  <a:cubicBezTo>
                    <a:pt x="43742" y="703384"/>
                    <a:pt x="79857" y="677190"/>
                    <a:pt x="100891" y="657346"/>
                  </a:cubicBezTo>
                  <a:cubicBezTo>
                    <a:pt x="121925" y="637502"/>
                    <a:pt x="141770" y="625993"/>
                    <a:pt x="153279" y="612103"/>
                  </a:cubicBezTo>
                  <a:cubicBezTo>
                    <a:pt x="164788" y="598213"/>
                    <a:pt x="166773" y="589084"/>
                    <a:pt x="169948" y="574003"/>
                  </a:cubicBezTo>
                  <a:cubicBezTo>
                    <a:pt x="173123" y="558922"/>
                    <a:pt x="175107" y="539077"/>
                    <a:pt x="172329" y="521615"/>
                  </a:cubicBezTo>
                  <a:cubicBezTo>
                    <a:pt x="169551" y="504153"/>
                    <a:pt x="162407" y="488675"/>
                    <a:pt x="153279" y="469228"/>
                  </a:cubicBezTo>
                  <a:cubicBezTo>
                    <a:pt x="144151" y="449781"/>
                    <a:pt x="127085" y="423587"/>
                    <a:pt x="117560" y="404934"/>
                  </a:cubicBezTo>
                  <a:cubicBezTo>
                    <a:pt x="108035" y="386281"/>
                    <a:pt x="100891" y="381518"/>
                    <a:pt x="96129" y="357309"/>
                  </a:cubicBezTo>
                  <a:cubicBezTo>
                    <a:pt x="91367" y="333100"/>
                    <a:pt x="89779" y="299365"/>
                    <a:pt x="88985" y="259678"/>
                  </a:cubicBezTo>
                  <a:cubicBezTo>
                    <a:pt x="88191" y="219991"/>
                    <a:pt x="93689" y="50403"/>
                    <a:pt x="95277" y="0"/>
                  </a:cubicBezTo>
                </a:path>
              </a:pathLst>
            </a:custGeom>
            <a:noFill/>
            <a:ln w="50800">
              <a:solidFill>
                <a:srgbClr val="2098F3">
                  <a:alpha val="18000"/>
                </a:srgbClr>
              </a:solidFill>
              <a:tailEnd type="arrow"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TextBox 16">
            <a:extLst>
              <a:ext uri="{FF2B5EF4-FFF2-40B4-BE49-F238E27FC236}">
                <a16:creationId xmlns:a16="http://schemas.microsoft.com/office/drawing/2014/main" id="{94EDDCD0-3853-5DBA-1402-36C774286BB1}"/>
              </a:ext>
            </a:extLst>
          </p:cNvPr>
          <p:cNvSpPr txBox="1"/>
          <p:nvPr/>
        </p:nvSpPr>
        <p:spPr>
          <a:xfrm flipH="1">
            <a:off x="2369092" y="3423923"/>
            <a:ext cx="478685" cy="297517"/>
          </a:xfrm>
          <a:prstGeom prst="rect">
            <a:avLst/>
          </a:prstGeom>
          <a:noFill/>
          <a:effectLst>
            <a:softEdge rad="31750"/>
          </a:effectLst>
        </p:spPr>
        <p:txBody>
          <a:bodyPr wrap="square" rtlCol="0">
            <a:spAutoFit/>
          </a:bodyPr>
          <a:lstStyle>
            <a:defPPr>
              <a:defRPr lang="en-US"/>
            </a:defPPr>
            <a:lvl1pPr>
              <a:lnSpc>
                <a:spcPts val="1500"/>
              </a:lnSpc>
              <a:defRPr sz="180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defRPr>
            </a:lvl1pPr>
          </a:lstStyle>
          <a:p>
            <a:r>
              <a:rPr lang="en-US" dirty="0"/>
              <a:t>⑩</a:t>
            </a:r>
          </a:p>
        </p:txBody>
      </p:sp>
      <p:sp>
        <p:nvSpPr>
          <p:cNvPr id="18" name="Arrow: Up-Down 17">
            <a:extLst>
              <a:ext uri="{FF2B5EF4-FFF2-40B4-BE49-F238E27FC236}">
                <a16:creationId xmlns:a16="http://schemas.microsoft.com/office/drawing/2014/main" id="{FDA22617-4FEA-1166-5982-3B1D837008A2}"/>
              </a:ext>
            </a:extLst>
          </p:cNvPr>
          <p:cNvSpPr/>
          <p:nvPr/>
        </p:nvSpPr>
        <p:spPr>
          <a:xfrm>
            <a:off x="3019112" y="2450266"/>
            <a:ext cx="268052" cy="796162"/>
          </a:xfrm>
          <a:prstGeom prst="upDownArrow">
            <a:avLst/>
          </a:prstGeom>
          <a:solidFill>
            <a:srgbClr val="259FE3"/>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0B7FB18-0D3F-EC22-97C4-730504341DF4}"/>
              </a:ext>
            </a:extLst>
          </p:cNvPr>
          <p:cNvSpPr txBox="1"/>
          <p:nvPr/>
        </p:nvSpPr>
        <p:spPr>
          <a:xfrm flipH="1">
            <a:off x="2731417" y="3226844"/>
            <a:ext cx="478685" cy="297517"/>
          </a:xfrm>
          <a:prstGeom prst="rect">
            <a:avLst/>
          </a:prstGeom>
          <a:noFill/>
          <a:effectLst>
            <a:softEdge rad="31750"/>
          </a:effectLst>
        </p:spPr>
        <p:txBody>
          <a:bodyPr wrap="square" rtlCol="0">
            <a:spAutoFit/>
          </a:bodyPr>
          <a:lstStyle>
            <a:defPPr>
              <a:defRPr lang="en-US"/>
            </a:defPPr>
            <a:lvl1pPr>
              <a:lnSpc>
                <a:spcPts val="1500"/>
              </a:lnSpc>
              <a:defRPr sz="180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defRPr>
            </a:lvl1pPr>
          </a:lstStyle>
          <a:p>
            <a:r>
              <a:rPr lang="en-US" dirty="0">
                <a:solidFill>
                  <a:schemeClr val="tx1"/>
                </a:solidFill>
              </a:rPr>
              <a:t>⑪</a:t>
            </a:r>
          </a:p>
        </p:txBody>
      </p:sp>
      <p:sp>
        <p:nvSpPr>
          <p:cNvPr id="5" name="TextBox 4">
            <a:extLst>
              <a:ext uri="{FF2B5EF4-FFF2-40B4-BE49-F238E27FC236}">
                <a16:creationId xmlns:a16="http://schemas.microsoft.com/office/drawing/2014/main" id="{663F443D-BFC8-63B4-EA6B-94349D1E6C12}"/>
              </a:ext>
            </a:extLst>
          </p:cNvPr>
          <p:cNvSpPr txBox="1"/>
          <p:nvPr/>
        </p:nvSpPr>
        <p:spPr>
          <a:xfrm flipH="1">
            <a:off x="74763" y="1471044"/>
            <a:ext cx="478685" cy="297517"/>
          </a:xfrm>
          <a:prstGeom prst="rect">
            <a:avLst/>
          </a:prstGeom>
          <a:solidFill>
            <a:srgbClr val="CAD7EE">
              <a:alpha val="0"/>
            </a:srgbClr>
          </a:solidFill>
          <a:effectLst/>
        </p:spPr>
        <p:txBody>
          <a:bodyPr wrap="square" rtlCol="0">
            <a:spAutoFit/>
          </a:bodyPr>
          <a:lstStyle/>
          <a:p>
            <a:pPr>
              <a:lnSpc>
                <a:spcPts val="1500"/>
              </a:lnSpc>
            </a:pPr>
            <a:r>
              <a:rPr lang="en-US" sz="18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⑧</a:t>
            </a:r>
          </a:p>
        </p:txBody>
      </p:sp>
      <p:sp>
        <p:nvSpPr>
          <p:cNvPr id="6" name="TextBox 5">
            <a:extLst>
              <a:ext uri="{FF2B5EF4-FFF2-40B4-BE49-F238E27FC236}">
                <a16:creationId xmlns:a16="http://schemas.microsoft.com/office/drawing/2014/main" id="{E49E4FAA-207E-B9CA-670C-0A12B971CB67}"/>
              </a:ext>
            </a:extLst>
          </p:cNvPr>
          <p:cNvSpPr txBox="1"/>
          <p:nvPr/>
        </p:nvSpPr>
        <p:spPr>
          <a:xfrm>
            <a:off x="10752365" y="5661933"/>
            <a:ext cx="1710418" cy="276999"/>
          </a:xfrm>
          <a:prstGeom prst="rect">
            <a:avLst/>
          </a:prstGeom>
          <a:noFill/>
        </p:spPr>
        <p:txBody>
          <a:bodyPr wrap="square" rtlCol="0">
            <a:spAutoFit/>
          </a:bodyPr>
          <a:lstStyle/>
          <a:p>
            <a:r>
              <a:rPr lang="en-US" sz="1200" dirty="0"/>
              <a:t>(Bowen, 1926)</a:t>
            </a:r>
          </a:p>
        </p:txBody>
      </p:sp>
      <p:sp>
        <p:nvSpPr>
          <p:cNvPr id="10" name="TextBox 9">
            <a:extLst>
              <a:ext uri="{FF2B5EF4-FFF2-40B4-BE49-F238E27FC236}">
                <a16:creationId xmlns:a16="http://schemas.microsoft.com/office/drawing/2014/main" id="{BAEB73DF-DBE9-CE5E-677D-06EA04DAD428}"/>
              </a:ext>
            </a:extLst>
          </p:cNvPr>
          <p:cNvSpPr txBox="1"/>
          <p:nvPr/>
        </p:nvSpPr>
        <p:spPr>
          <a:xfrm>
            <a:off x="9013372" y="2032908"/>
            <a:ext cx="1710418" cy="276999"/>
          </a:xfrm>
          <a:prstGeom prst="rect">
            <a:avLst/>
          </a:prstGeom>
          <a:noFill/>
        </p:spPr>
        <p:txBody>
          <a:bodyPr wrap="square" rtlCol="0">
            <a:spAutoFit/>
          </a:bodyPr>
          <a:lstStyle/>
          <a:p>
            <a:r>
              <a:rPr lang="en-US" sz="1200" dirty="0"/>
              <a:t>(McCutcheon, 1989)</a:t>
            </a:r>
          </a:p>
        </p:txBody>
      </p:sp>
    </p:spTree>
    <p:extLst>
      <p:ext uri="{BB962C8B-B14F-4D97-AF65-F5344CB8AC3E}">
        <p14:creationId xmlns:p14="http://schemas.microsoft.com/office/powerpoint/2010/main" val="976048759"/>
      </p:ext>
    </p:extLst>
  </p:cSld>
  <p:clrMapOvr>
    <a:masterClrMapping/>
  </p:clrMapOvr>
  <mc:AlternateContent xmlns:mc="http://schemas.openxmlformats.org/markup-compatibility/2006" xmlns:p14="http://schemas.microsoft.com/office/powerpoint/2010/main">
    <mc:Choice Requires="p14">
      <p:transition spd="slow" p14:dur="2000" advTm="19809"/>
    </mc:Choice>
    <mc:Fallback xmlns="">
      <p:transition spd="slow" advTm="19809"/>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9B15D-B459-13DB-02CD-6F2BD4F4A0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BF6B1D-593C-63BE-E593-C96C990DDCDE}"/>
              </a:ext>
            </a:extLst>
          </p:cNvPr>
          <p:cNvSpPr>
            <a:spLocks noGrp="1"/>
          </p:cNvSpPr>
          <p:nvPr>
            <p:ph type="title"/>
          </p:nvPr>
        </p:nvSpPr>
        <p:spPr>
          <a:xfrm>
            <a:off x="508000" y="152400"/>
            <a:ext cx="11074400" cy="769620"/>
          </a:xfrm>
        </p:spPr>
        <p:txBody>
          <a:bodyPr/>
          <a:lstStyle/>
          <a:p>
            <a:r>
              <a:rPr lang="en-US" dirty="0"/>
              <a:t>Tested against published results</a:t>
            </a:r>
          </a:p>
        </p:txBody>
      </p:sp>
      <p:sp>
        <p:nvSpPr>
          <p:cNvPr id="5" name="Content Placeholder 2">
            <a:extLst>
              <a:ext uri="{FF2B5EF4-FFF2-40B4-BE49-F238E27FC236}">
                <a16:creationId xmlns:a16="http://schemas.microsoft.com/office/drawing/2014/main" id="{B81DC1B2-0691-53D1-EF57-139E3F29E73B}"/>
              </a:ext>
            </a:extLst>
          </p:cNvPr>
          <p:cNvSpPr txBox="1">
            <a:spLocks/>
          </p:cNvSpPr>
          <p:nvPr/>
        </p:nvSpPr>
        <p:spPr bwMode="auto">
          <a:xfrm>
            <a:off x="609601" y="1518920"/>
            <a:ext cx="7101839" cy="4505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t" anchorCtr="0" compatLnSpc="1">
            <a:prstTxWarp prst="textNoShape">
              <a:avLst/>
            </a:prstTxWarp>
          </a:bodyPr>
          <a:lstStyle>
            <a:lvl1pPr marL="342900" indent="-342900" algn="l" rtl="0" eaLnBrk="0" fontAlgn="base" hangingPunct="0">
              <a:spcBef>
                <a:spcPct val="20000"/>
              </a:spcBef>
              <a:spcAft>
                <a:spcPct val="0"/>
              </a:spcAft>
              <a:buClr>
                <a:srgbClr val="FFFF99"/>
              </a:buClr>
              <a:buSzPct val="125000"/>
              <a:buFont typeface="Wingdings" pitchFamily="2" charset="2"/>
              <a:buChar char="§"/>
              <a:defRPr sz="2800" b="1">
                <a:solidFill>
                  <a:schemeClr val="bg1"/>
                </a:solidFill>
                <a:latin typeface="+mn-lt"/>
                <a:ea typeface="+mn-ea"/>
                <a:cs typeface="+mn-cs"/>
              </a:defRPr>
            </a:lvl1pPr>
            <a:lvl2pPr marL="742950" indent="-285750" algn="l" rtl="0" eaLnBrk="0" fontAlgn="base" hangingPunct="0">
              <a:spcBef>
                <a:spcPct val="20000"/>
              </a:spcBef>
              <a:spcAft>
                <a:spcPct val="0"/>
              </a:spcAft>
              <a:buClr>
                <a:srgbClr val="FFFF99"/>
              </a:buClr>
              <a:buSzPct val="125000"/>
              <a:buFont typeface="Wingdings" pitchFamily="2" charset="2"/>
              <a:buChar char="§"/>
              <a:defRPr sz="2400" b="1">
                <a:solidFill>
                  <a:schemeClr val="bg1"/>
                </a:solidFill>
                <a:latin typeface="+mn-lt"/>
              </a:defRPr>
            </a:lvl2pPr>
            <a:lvl3pPr marL="1143000" indent="-228600" algn="l" rtl="0" eaLnBrk="0" fontAlgn="base" hangingPunct="0">
              <a:spcBef>
                <a:spcPct val="20000"/>
              </a:spcBef>
              <a:spcAft>
                <a:spcPct val="0"/>
              </a:spcAft>
              <a:buClr>
                <a:srgbClr val="FFFF99"/>
              </a:buClr>
              <a:buSzPct val="125000"/>
              <a:buFont typeface="Wingdings" pitchFamily="2" charset="2"/>
              <a:buChar char="§"/>
              <a:defRPr sz="2000" b="1">
                <a:solidFill>
                  <a:schemeClr val="bg1"/>
                </a:solidFill>
                <a:latin typeface="+mn-lt"/>
              </a:defRPr>
            </a:lvl3pPr>
            <a:lvl4pPr marL="1600200" indent="-228600" algn="l" rtl="0" eaLnBrk="0" fontAlgn="base" hangingPunct="0">
              <a:spcBef>
                <a:spcPct val="20000"/>
              </a:spcBef>
              <a:spcAft>
                <a:spcPct val="0"/>
              </a:spcAft>
              <a:buClr>
                <a:srgbClr val="FFFF99"/>
              </a:buClr>
              <a:buSzPct val="125000"/>
              <a:buFont typeface="Wingdings" pitchFamily="2" charset="2"/>
              <a:buChar char="§"/>
              <a:defRPr b="1">
                <a:solidFill>
                  <a:schemeClr val="bg1"/>
                </a:solidFill>
                <a:latin typeface="+mn-lt"/>
              </a:defRPr>
            </a:lvl4pPr>
            <a:lvl5pPr marL="2057400" indent="-228600" algn="l" rtl="0" eaLnBrk="0" fontAlgn="base" hangingPunct="0">
              <a:spcBef>
                <a:spcPct val="20000"/>
              </a:spcBef>
              <a:spcAft>
                <a:spcPct val="0"/>
              </a:spcAft>
              <a:buClr>
                <a:srgbClr val="FFFF99"/>
              </a:buClr>
              <a:buSzPct val="125000"/>
              <a:buFont typeface="Wingdings" pitchFamily="2" charset="2"/>
              <a:buChar char="§"/>
              <a:defRPr b="1">
                <a:solidFill>
                  <a:schemeClr val="bg1"/>
                </a:solidFill>
                <a:latin typeface="+mn-lt"/>
              </a:defRPr>
            </a:lvl5pPr>
            <a:lvl6pPr marL="2514600" indent="-228600" algn="l" rtl="0" eaLnBrk="0" fontAlgn="base" hangingPunct="0">
              <a:spcBef>
                <a:spcPct val="20000"/>
              </a:spcBef>
              <a:spcAft>
                <a:spcPct val="0"/>
              </a:spcAft>
              <a:buClr>
                <a:srgbClr val="FFFF99"/>
              </a:buClr>
              <a:buSzPct val="125000"/>
              <a:buFont typeface="Wingdings" pitchFamily="2" charset="2"/>
              <a:buChar char="§"/>
              <a:defRPr b="1">
                <a:solidFill>
                  <a:schemeClr val="bg1"/>
                </a:solidFill>
                <a:latin typeface="+mn-lt"/>
              </a:defRPr>
            </a:lvl6pPr>
            <a:lvl7pPr marL="2971800" indent="-228600" algn="l" rtl="0" eaLnBrk="0" fontAlgn="base" hangingPunct="0">
              <a:spcBef>
                <a:spcPct val="20000"/>
              </a:spcBef>
              <a:spcAft>
                <a:spcPct val="0"/>
              </a:spcAft>
              <a:buClr>
                <a:srgbClr val="FFFF99"/>
              </a:buClr>
              <a:buSzPct val="125000"/>
              <a:buFont typeface="Wingdings" pitchFamily="2" charset="2"/>
              <a:buChar char="§"/>
              <a:defRPr b="1">
                <a:solidFill>
                  <a:schemeClr val="bg1"/>
                </a:solidFill>
                <a:latin typeface="+mn-lt"/>
              </a:defRPr>
            </a:lvl7pPr>
            <a:lvl8pPr marL="3429000" indent="-228600" algn="l" rtl="0" eaLnBrk="0" fontAlgn="base" hangingPunct="0">
              <a:spcBef>
                <a:spcPct val="20000"/>
              </a:spcBef>
              <a:spcAft>
                <a:spcPct val="0"/>
              </a:spcAft>
              <a:buClr>
                <a:srgbClr val="FFFF99"/>
              </a:buClr>
              <a:buSzPct val="125000"/>
              <a:buFont typeface="Wingdings" pitchFamily="2" charset="2"/>
              <a:buChar char="§"/>
              <a:defRPr b="1">
                <a:solidFill>
                  <a:schemeClr val="bg1"/>
                </a:solidFill>
                <a:latin typeface="+mn-lt"/>
              </a:defRPr>
            </a:lvl8pPr>
            <a:lvl9pPr marL="3886200" indent="-228600" algn="l" rtl="0" eaLnBrk="0" fontAlgn="base" hangingPunct="0">
              <a:spcBef>
                <a:spcPct val="20000"/>
              </a:spcBef>
              <a:spcAft>
                <a:spcPct val="0"/>
              </a:spcAft>
              <a:buClr>
                <a:srgbClr val="FFFF99"/>
              </a:buClr>
              <a:buSzPct val="125000"/>
              <a:buFont typeface="Wingdings" pitchFamily="2" charset="2"/>
              <a:buChar char="§"/>
              <a:defRPr b="1">
                <a:solidFill>
                  <a:schemeClr val="bg1"/>
                </a:solidFill>
                <a:latin typeface="+mn-lt"/>
              </a:defRPr>
            </a:lvl9pPr>
          </a:lstStyle>
          <a:p>
            <a:pPr>
              <a:spcBef>
                <a:spcPts val="600"/>
              </a:spcBef>
            </a:pPr>
            <a:endParaRPr lang="en-US" kern="0" dirty="0"/>
          </a:p>
        </p:txBody>
      </p:sp>
      <p:sp>
        <p:nvSpPr>
          <p:cNvPr id="3" name="Content Placeholder 2">
            <a:extLst>
              <a:ext uri="{FF2B5EF4-FFF2-40B4-BE49-F238E27FC236}">
                <a16:creationId xmlns:a16="http://schemas.microsoft.com/office/drawing/2014/main" id="{BC34F431-3173-2C37-A974-6042AA2358A9}"/>
              </a:ext>
            </a:extLst>
          </p:cNvPr>
          <p:cNvSpPr txBox="1">
            <a:spLocks/>
          </p:cNvSpPr>
          <p:nvPr/>
        </p:nvSpPr>
        <p:spPr bwMode="auto">
          <a:xfrm>
            <a:off x="403861" y="929640"/>
            <a:ext cx="7259981" cy="529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t" anchorCtr="0" compatLnSpc="1">
            <a:prstTxWarp prst="textNoShape">
              <a:avLst/>
            </a:prstTxWarp>
          </a:bodyPr>
          <a:lstStyle>
            <a:lvl1pPr marL="342900" indent="-342900" algn="l" rtl="0" eaLnBrk="0" fontAlgn="base" hangingPunct="0">
              <a:spcBef>
                <a:spcPct val="20000"/>
              </a:spcBef>
              <a:spcAft>
                <a:spcPct val="0"/>
              </a:spcAft>
              <a:buClr>
                <a:srgbClr val="FFFF99"/>
              </a:buClr>
              <a:buSzPct val="125000"/>
              <a:buFont typeface="Wingdings" pitchFamily="2" charset="2"/>
              <a:buChar char="§"/>
              <a:defRPr sz="2800" b="1">
                <a:solidFill>
                  <a:schemeClr val="bg1"/>
                </a:solidFill>
                <a:latin typeface="+mn-lt"/>
                <a:ea typeface="+mn-ea"/>
                <a:cs typeface="+mn-cs"/>
              </a:defRPr>
            </a:lvl1pPr>
            <a:lvl2pPr marL="742950" indent="-285750" algn="l" rtl="0" eaLnBrk="0" fontAlgn="base" hangingPunct="0">
              <a:spcBef>
                <a:spcPct val="20000"/>
              </a:spcBef>
              <a:spcAft>
                <a:spcPct val="0"/>
              </a:spcAft>
              <a:buClr>
                <a:srgbClr val="FFFF99"/>
              </a:buClr>
              <a:buSzPct val="125000"/>
              <a:buFont typeface="Wingdings" pitchFamily="2" charset="2"/>
              <a:buChar char="§"/>
              <a:defRPr sz="2400" b="1">
                <a:solidFill>
                  <a:schemeClr val="bg1"/>
                </a:solidFill>
                <a:latin typeface="+mn-lt"/>
              </a:defRPr>
            </a:lvl2pPr>
            <a:lvl3pPr marL="1143000" indent="-228600" algn="l" rtl="0" eaLnBrk="0" fontAlgn="base" hangingPunct="0">
              <a:spcBef>
                <a:spcPct val="20000"/>
              </a:spcBef>
              <a:spcAft>
                <a:spcPct val="0"/>
              </a:spcAft>
              <a:buClr>
                <a:srgbClr val="FFFF99"/>
              </a:buClr>
              <a:buSzPct val="125000"/>
              <a:buFont typeface="Wingdings" pitchFamily="2" charset="2"/>
              <a:buChar char="§"/>
              <a:defRPr sz="2000" b="1">
                <a:solidFill>
                  <a:schemeClr val="bg1"/>
                </a:solidFill>
                <a:latin typeface="+mn-lt"/>
              </a:defRPr>
            </a:lvl3pPr>
            <a:lvl4pPr marL="1600200" indent="-228600" algn="l" rtl="0" eaLnBrk="0" fontAlgn="base" hangingPunct="0">
              <a:spcBef>
                <a:spcPct val="20000"/>
              </a:spcBef>
              <a:spcAft>
                <a:spcPct val="0"/>
              </a:spcAft>
              <a:buClr>
                <a:srgbClr val="FFFF99"/>
              </a:buClr>
              <a:buSzPct val="125000"/>
              <a:buFont typeface="Wingdings" pitchFamily="2" charset="2"/>
              <a:buChar char="§"/>
              <a:defRPr b="1">
                <a:solidFill>
                  <a:schemeClr val="bg1"/>
                </a:solidFill>
                <a:latin typeface="+mn-lt"/>
              </a:defRPr>
            </a:lvl4pPr>
            <a:lvl5pPr marL="2057400" indent="-228600" algn="l" rtl="0" eaLnBrk="0" fontAlgn="base" hangingPunct="0">
              <a:spcBef>
                <a:spcPct val="20000"/>
              </a:spcBef>
              <a:spcAft>
                <a:spcPct val="0"/>
              </a:spcAft>
              <a:buClr>
                <a:srgbClr val="FFFF99"/>
              </a:buClr>
              <a:buSzPct val="125000"/>
              <a:buFont typeface="Wingdings" pitchFamily="2" charset="2"/>
              <a:buChar char="§"/>
              <a:defRPr b="1">
                <a:solidFill>
                  <a:schemeClr val="bg1"/>
                </a:solidFill>
                <a:latin typeface="+mn-lt"/>
              </a:defRPr>
            </a:lvl5pPr>
            <a:lvl6pPr marL="2514600" indent="-228600" algn="l" rtl="0" eaLnBrk="0" fontAlgn="base" hangingPunct="0">
              <a:spcBef>
                <a:spcPct val="20000"/>
              </a:spcBef>
              <a:spcAft>
                <a:spcPct val="0"/>
              </a:spcAft>
              <a:buClr>
                <a:srgbClr val="FFFF99"/>
              </a:buClr>
              <a:buSzPct val="125000"/>
              <a:buFont typeface="Wingdings" pitchFamily="2" charset="2"/>
              <a:buChar char="§"/>
              <a:defRPr b="1">
                <a:solidFill>
                  <a:schemeClr val="bg1"/>
                </a:solidFill>
                <a:latin typeface="+mn-lt"/>
              </a:defRPr>
            </a:lvl6pPr>
            <a:lvl7pPr marL="2971800" indent="-228600" algn="l" rtl="0" eaLnBrk="0" fontAlgn="base" hangingPunct="0">
              <a:spcBef>
                <a:spcPct val="20000"/>
              </a:spcBef>
              <a:spcAft>
                <a:spcPct val="0"/>
              </a:spcAft>
              <a:buClr>
                <a:srgbClr val="FFFF99"/>
              </a:buClr>
              <a:buSzPct val="125000"/>
              <a:buFont typeface="Wingdings" pitchFamily="2" charset="2"/>
              <a:buChar char="§"/>
              <a:defRPr b="1">
                <a:solidFill>
                  <a:schemeClr val="bg1"/>
                </a:solidFill>
                <a:latin typeface="+mn-lt"/>
              </a:defRPr>
            </a:lvl7pPr>
            <a:lvl8pPr marL="3429000" indent="-228600" algn="l" rtl="0" eaLnBrk="0" fontAlgn="base" hangingPunct="0">
              <a:spcBef>
                <a:spcPct val="20000"/>
              </a:spcBef>
              <a:spcAft>
                <a:spcPct val="0"/>
              </a:spcAft>
              <a:buClr>
                <a:srgbClr val="FFFF99"/>
              </a:buClr>
              <a:buSzPct val="125000"/>
              <a:buFont typeface="Wingdings" pitchFamily="2" charset="2"/>
              <a:buChar char="§"/>
              <a:defRPr b="1">
                <a:solidFill>
                  <a:schemeClr val="bg1"/>
                </a:solidFill>
                <a:latin typeface="+mn-lt"/>
              </a:defRPr>
            </a:lvl8pPr>
            <a:lvl9pPr marL="3886200" indent="-228600" algn="l" rtl="0" eaLnBrk="0" fontAlgn="base" hangingPunct="0">
              <a:spcBef>
                <a:spcPct val="20000"/>
              </a:spcBef>
              <a:spcAft>
                <a:spcPct val="0"/>
              </a:spcAft>
              <a:buClr>
                <a:srgbClr val="FFFF99"/>
              </a:buClr>
              <a:buSzPct val="125000"/>
              <a:buFont typeface="Wingdings" pitchFamily="2" charset="2"/>
              <a:buChar char="§"/>
              <a:defRPr b="1">
                <a:solidFill>
                  <a:schemeClr val="bg1"/>
                </a:solidFill>
                <a:latin typeface="+mn-lt"/>
              </a:defRPr>
            </a:lvl9pPr>
          </a:lstStyle>
          <a:p>
            <a:pPr>
              <a:spcBef>
                <a:spcPts val="600"/>
              </a:spcBef>
            </a:pPr>
            <a:r>
              <a:rPr lang="en-US" kern="0" dirty="0"/>
              <a:t>Leach et al. (2021)</a:t>
            </a:r>
          </a:p>
          <a:p>
            <a:pPr lvl="1">
              <a:spcBef>
                <a:spcPts val="600"/>
              </a:spcBef>
            </a:pPr>
            <a:r>
              <a:rPr lang="en-US" kern="0" dirty="0"/>
              <a:t>27 ~50m stream reaches</a:t>
            </a:r>
          </a:p>
          <a:p>
            <a:pPr lvl="1">
              <a:spcBef>
                <a:spcPts val="600"/>
              </a:spcBef>
            </a:pPr>
            <a:r>
              <a:rPr lang="en-US" kern="0" dirty="0"/>
              <a:t>Detailed input includes:</a:t>
            </a:r>
          </a:p>
          <a:p>
            <a:pPr lvl="2">
              <a:spcBef>
                <a:spcPts val="600"/>
              </a:spcBef>
            </a:pPr>
            <a:r>
              <a:rPr lang="en-US" kern="0" dirty="0"/>
              <a:t>Channel properties: width, length</a:t>
            </a:r>
          </a:p>
          <a:p>
            <a:pPr lvl="2">
              <a:spcBef>
                <a:spcPts val="600"/>
              </a:spcBef>
            </a:pPr>
            <a:r>
              <a:rPr lang="en-US" kern="0" dirty="0"/>
              <a:t>Inlet and outlet stream temperature</a:t>
            </a:r>
          </a:p>
          <a:p>
            <a:pPr lvl="2">
              <a:spcBef>
                <a:spcPts val="600"/>
              </a:spcBef>
            </a:pPr>
            <a:r>
              <a:rPr lang="en-US" kern="0" dirty="0"/>
              <a:t>Incoming solar radiation</a:t>
            </a:r>
          </a:p>
          <a:p>
            <a:pPr lvl="2">
              <a:spcBef>
                <a:spcPts val="600"/>
              </a:spcBef>
            </a:pPr>
            <a:r>
              <a:rPr lang="en-US" kern="0" dirty="0"/>
              <a:t>Wind speed</a:t>
            </a:r>
          </a:p>
          <a:p>
            <a:pPr lvl="2">
              <a:spcBef>
                <a:spcPts val="600"/>
              </a:spcBef>
            </a:pPr>
            <a:r>
              <a:rPr lang="en-US" kern="0" dirty="0"/>
              <a:t>Relative humidity</a:t>
            </a:r>
          </a:p>
          <a:p>
            <a:pPr lvl="2">
              <a:spcBef>
                <a:spcPts val="600"/>
              </a:spcBef>
            </a:pPr>
            <a:r>
              <a:rPr lang="en-US" kern="0" dirty="0"/>
              <a:t>Atmospheric temperature</a:t>
            </a:r>
          </a:p>
          <a:p>
            <a:pPr lvl="2">
              <a:spcBef>
                <a:spcPts val="600"/>
              </a:spcBef>
            </a:pPr>
            <a:r>
              <a:rPr lang="en-US" kern="0" dirty="0"/>
              <a:t>Spatially varying estimates of “lateral” inflow</a:t>
            </a:r>
          </a:p>
          <a:p>
            <a:pPr lvl="3">
              <a:spcBef>
                <a:spcPts val="600"/>
              </a:spcBef>
            </a:pPr>
            <a:r>
              <a:rPr lang="en-US" sz="1800" kern="0" dirty="0"/>
              <a:t>Groundwater returns</a:t>
            </a:r>
          </a:p>
          <a:p>
            <a:pPr lvl="3">
              <a:spcBef>
                <a:spcPts val="600"/>
              </a:spcBef>
            </a:pPr>
            <a:r>
              <a:rPr lang="en-US" sz="1800" kern="0" dirty="0"/>
              <a:t>Overland flow</a:t>
            </a:r>
          </a:p>
          <a:p>
            <a:pPr lvl="2">
              <a:spcBef>
                <a:spcPts val="600"/>
              </a:spcBef>
            </a:pPr>
            <a:r>
              <a:rPr lang="en-US" kern="0" dirty="0"/>
              <a:t>Temperature of lateral inflow</a:t>
            </a:r>
          </a:p>
          <a:p>
            <a:pPr lvl="2">
              <a:spcBef>
                <a:spcPts val="600"/>
              </a:spcBef>
            </a:pPr>
            <a:endParaRPr lang="en-US" kern="0" dirty="0"/>
          </a:p>
          <a:p>
            <a:pPr lvl="2">
              <a:spcBef>
                <a:spcPts val="600"/>
              </a:spcBef>
            </a:pPr>
            <a:endParaRPr lang="en-US" sz="1800" kern="0" dirty="0"/>
          </a:p>
        </p:txBody>
      </p:sp>
      <p:pic>
        <p:nvPicPr>
          <p:cNvPr id="6" name="Picture 5">
            <a:extLst>
              <a:ext uri="{FF2B5EF4-FFF2-40B4-BE49-F238E27FC236}">
                <a16:creationId xmlns:a16="http://schemas.microsoft.com/office/drawing/2014/main" id="{3D9B5A04-4D63-E2AC-D28D-2C4AC426C1A6}"/>
              </a:ext>
            </a:extLst>
          </p:cNvPr>
          <p:cNvPicPr>
            <a:picLocks noChangeAspect="1"/>
          </p:cNvPicPr>
          <p:nvPr/>
        </p:nvPicPr>
        <p:blipFill>
          <a:blip r:embed="rId3"/>
          <a:srcRect b="67364"/>
          <a:stretch>
            <a:fillRect/>
          </a:stretch>
        </p:blipFill>
        <p:spPr>
          <a:xfrm>
            <a:off x="7375248" y="1000760"/>
            <a:ext cx="4610390" cy="1951706"/>
          </a:xfrm>
          <a:prstGeom prst="rect">
            <a:avLst/>
          </a:prstGeom>
        </p:spPr>
      </p:pic>
      <p:pic>
        <p:nvPicPr>
          <p:cNvPr id="8" name="Picture 7">
            <a:extLst>
              <a:ext uri="{FF2B5EF4-FFF2-40B4-BE49-F238E27FC236}">
                <a16:creationId xmlns:a16="http://schemas.microsoft.com/office/drawing/2014/main" id="{1F1EA766-0463-B4BC-7065-D81CF8BD53B4}"/>
              </a:ext>
            </a:extLst>
          </p:cNvPr>
          <p:cNvPicPr>
            <a:picLocks noChangeAspect="1"/>
          </p:cNvPicPr>
          <p:nvPr/>
        </p:nvPicPr>
        <p:blipFill>
          <a:blip r:embed="rId4"/>
          <a:stretch>
            <a:fillRect/>
          </a:stretch>
        </p:blipFill>
        <p:spPr>
          <a:xfrm>
            <a:off x="7375247" y="3078480"/>
            <a:ext cx="4610390" cy="3627120"/>
          </a:xfrm>
          <a:prstGeom prst="rect">
            <a:avLst/>
          </a:prstGeom>
        </p:spPr>
      </p:pic>
      <p:cxnSp>
        <p:nvCxnSpPr>
          <p:cNvPr id="10" name="Straight Arrow Connector 9">
            <a:extLst>
              <a:ext uri="{FF2B5EF4-FFF2-40B4-BE49-F238E27FC236}">
                <a16:creationId xmlns:a16="http://schemas.microsoft.com/office/drawing/2014/main" id="{1FF5AAF0-3462-3E2B-4ACC-615D6904EB41}"/>
              </a:ext>
            </a:extLst>
          </p:cNvPr>
          <p:cNvCxnSpPr/>
          <p:nvPr/>
        </p:nvCxnSpPr>
        <p:spPr bwMode="auto">
          <a:xfrm>
            <a:off x="9296400" y="4991100"/>
            <a:ext cx="449580" cy="556260"/>
          </a:xfrm>
          <a:prstGeom prst="straightConnector1">
            <a:avLst/>
          </a:prstGeom>
          <a:solidFill>
            <a:schemeClr val="accent1"/>
          </a:solidFill>
          <a:ln w="127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880487927"/>
      </p:ext>
    </p:extLst>
  </p:cSld>
  <p:clrMapOvr>
    <a:masterClrMapping/>
  </p:clrMapOvr>
  <mc:AlternateContent xmlns:mc="http://schemas.openxmlformats.org/markup-compatibility/2006" xmlns:p14="http://schemas.microsoft.com/office/powerpoint/2010/main">
    <mc:Choice Requires="p14">
      <p:transition spd="slow" p14:dur="2000" advTm="39943"/>
    </mc:Choice>
    <mc:Fallback xmlns="">
      <p:transition spd="slow" advTm="39943"/>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A522C-91BC-18EB-3B63-7584ABB8D1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16BD6E-0FFE-3C82-36F8-29F1505065B0}"/>
              </a:ext>
            </a:extLst>
          </p:cNvPr>
          <p:cNvSpPr>
            <a:spLocks noGrp="1"/>
          </p:cNvSpPr>
          <p:nvPr>
            <p:ph type="title"/>
          </p:nvPr>
        </p:nvSpPr>
        <p:spPr/>
        <p:txBody>
          <a:bodyPr/>
          <a:lstStyle/>
          <a:p>
            <a:r>
              <a:rPr lang="en-US" dirty="0"/>
              <a:t>Comparison of output</a:t>
            </a:r>
          </a:p>
        </p:txBody>
      </p:sp>
      <p:sp>
        <p:nvSpPr>
          <p:cNvPr id="5" name="Content Placeholder 2">
            <a:extLst>
              <a:ext uri="{FF2B5EF4-FFF2-40B4-BE49-F238E27FC236}">
                <a16:creationId xmlns:a16="http://schemas.microsoft.com/office/drawing/2014/main" id="{6344E9EC-0658-191D-8413-FDD690154D1A}"/>
              </a:ext>
            </a:extLst>
          </p:cNvPr>
          <p:cNvSpPr txBox="1">
            <a:spLocks/>
          </p:cNvSpPr>
          <p:nvPr/>
        </p:nvSpPr>
        <p:spPr bwMode="auto">
          <a:xfrm>
            <a:off x="577111" y="1117600"/>
            <a:ext cx="8591760"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t" anchorCtr="0" compatLnSpc="1">
            <a:prstTxWarp prst="textNoShape">
              <a:avLst/>
            </a:prstTxWarp>
          </a:bodyPr>
          <a:lstStyle>
            <a:lvl1pPr marL="342900" indent="-342900" algn="l" rtl="0" eaLnBrk="0" fontAlgn="base" hangingPunct="0">
              <a:spcBef>
                <a:spcPct val="20000"/>
              </a:spcBef>
              <a:spcAft>
                <a:spcPct val="0"/>
              </a:spcAft>
              <a:buClr>
                <a:srgbClr val="FFFF99"/>
              </a:buClr>
              <a:buSzPct val="125000"/>
              <a:buFont typeface="Wingdings" pitchFamily="2" charset="2"/>
              <a:buChar char="§"/>
              <a:defRPr sz="2800" b="1">
                <a:solidFill>
                  <a:schemeClr val="bg1"/>
                </a:solidFill>
                <a:latin typeface="+mn-lt"/>
                <a:ea typeface="+mn-ea"/>
                <a:cs typeface="+mn-cs"/>
              </a:defRPr>
            </a:lvl1pPr>
            <a:lvl2pPr marL="742950" indent="-285750" algn="l" rtl="0" eaLnBrk="0" fontAlgn="base" hangingPunct="0">
              <a:spcBef>
                <a:spcPct val="20000"/>
              </a:spcBef>
              <a:spcAft>
                <a:spcPct val="0"/>
              </a:spcAft>
              <a:buClr>
                <a:srgbClr val="FFFF99"/>
              </a:buClr>
              <a:buSzPct val="125000"/>
              <a:buFont typeface="Wingdings" pitchFamily="2" charset="2"/>
              <a:buChar char="§"/>
              <a:defRPr sz="2400" b="1">
                <a:solidFill>
                  <a:schemeClr val="bg1"/>
                </a:solidFill>
                <a:latin typeface="+mn-lt"/>
              </a:defRPr>
            </a:lvl2pPr>
            <a:lvl3pPr marL="1143000" indent="-228600" algn="l" rtl="0" eaLnBrk="0" fontAlgn="base" hangingPunct="0">
              <a:spcBef>
                <a:spcPct val="20000"/>
              </a:spcBef>
              <a:spcAft>
                <a:spcPct val="0"/>
              </a:spcAft>
              <a:buClr>
                <a:srgbClr val="FFFF99"/>
              </a:buClr>
              <a:buSzPct val="125000"/>
              <a:buFont typeface="Wingdings" pitchFamily="2" charset="2"/>
              <a:buChar char="§"/>
              <a:defRPr sz="2000" b="1">
                <a:solidFill>
                  <a:schemeClr val="bg1"/>
                </a:solidFill>
                <a:latin typeface="+mn-lt"/>
              </a:defRPr>
            </a:lvl3pPr>
            <a:lvl4pPr marL="1600200" indent="-228600" algn="l" rtl="0" eaLnBrk="0" fontAlgn="base" hangingPunct="0">
              <a:spcBef>
                <a:spcPct val="20000"/>
              </a:spcBef>
              <a:spcAft>
                <a:spcPct val="0"/>
              </a:spcAft>
              <a:buClr>
                <a:srgbClr val="FFFF99"/>
              </a:buClr>
              <a:buSzPct val="125000"/>
              <a:buFont typeface="Wingdings" pitchFamily="2" charset="2"/>
              <a:buChar char="§"/>
              <a:defRPr b="1">
                <a:solidFill>
                  <a:schemeClr val="bg1"/>
                </a:solidFill>
                <a:latin typeface="+mn-lt"/>
              </a:defRPr>
            </a:lvl4pPr>
            <a:lvl5pPr marL="2057400" indent="-228600" algn="l" rtl="0" eaLnBrk="0" fontAlgn="base" hangingPunct="0">
              <a:spcBef>
                <a:spcPct val="20000"/>
              </a:spcBef>
              <a:spcAft>
                <a:spcPct val="0"/>
              </a:spcAft>
              <a:buClr>
                <a:srgbClr val="FFFF99"/>
              </a:buClr>
              <a:buSzPct val="125000"/>
              <a:buFont typeface="Wingdings" pitchFamily="2" charset="2"/>
              <a:buChar char="§"/>
              <a:defRPr b="1">
                <a:solidFill>
                  <a:schemeClr val="bg1"/>
                </a:solidFill>
                <a:latin typeface="+mn-lt"/>
              </a:defRPr>
            </a:lvl5pPr>
            <a:lvl6pPr marL="2514600" indent="-228600" algn="l" rtl="0" eaLnBrk="0" fontAlgn="base" hangingPunct="0">
              <a:spcBef>
                <a:spcPct val="20000"/>
              </a:spcBef>
              <a:spcAft>
                <a:spcPct val="0"/>
              </a:spcAft>
              <a:buClr>
                <a:srgbClr val="FFFF99"/>
              </a:buClr>
              <a:buSzPct val="125000"/>
              <a:buFont typeface="Wingdings" pitchFamily="2" charset="2"/>
              <a:buChar char="§"/>
              <a:defRPr b="1">
                <a:solidFill>
                  <a:schemeClr val="bg1"/>
                </a:solidFill>
                <a:latin typeface="+mn-lt"/>
              </a:defRPr>
            </a:lvl6pPr>
            <a:lvl7pPr marL="2971800" indent="-228600" algn="l" rtl="0" eaLnBrk="0" fontAlgn="base" hangingPunct="0">
              <a:spcBef>
                <a:spcPct val="20000"/>
              </a:spcBef>
              <a:spcAft>
                <a:spcPct val="0"/>
              </a:spcAft>
              <a:buClr>
                <a:srgbClr val="FFFF99"/>
              </a:buClr>
              <a:buSzPct val="125000"/>
              <a:buFont typeface="Wingdings" pitchFamily="2" charset="2"/>
              <a:buChar char="§"/>
              <a:defRPr b="1">
                <a:solidFill>
                  <a:schemeClr val="bg1"/>
                </a:solidFill>
                <a:latin typeface="+mn-lt"/>
              </a:defRPr>
            </a:lvl7pPr>
            <a:lvl8pPr marL="3429000" indent="-228600" algn="l" rtl="0" eaLnBrk="0" fontAlgn="base" hangingPunct="0">
              <a:spcBef>
                <a:spcPct val="20000"/>
              </a:spcBef>
              <a:spcAft>
                <a:spcPct val="0"/>
              </a:spcAft>
              <a:buClr>
                <a:srgbClr val="FFFF99"/>
              </a:buClr>
              <a:buSzPct val="125000"/>
              <a:buFont typeface="Wingdings" pitchFamily="2" charset="2"/>
              <a:buChar char="§"/>
              <a:defRPr b="1">
                <a:solidFill>
                  <a:schemeClr val="bg1"/>
                </a:solidFill>
                <a:latin typeface="+mn-lt"/>
              </a:defRPr>
            </a:lvl8pPr>
            <a:lvl9pPr marL="3886200" indent="-228600" algn="l" rtl="0" eaLnBrk="0" fontAlgn="base" hangingPunct="0">
              <a:spcBef>
                <a:spcPct val="20000"/>
              </a:spcBef>
              <a:spcAft>
                <a:spcPct val="0"/>
              </a:spcAft>
              <a:buClr>
                <a:srgbClr val="FFFF99"/>
              </a:buClr>
              <a:buSzPct val="125000"/>
              <a:buFont typeface="Wingdings" pitchFamily="2" charset="2"/>
              <a:buChar char="§"/>
              <a:defRPr b="1">
                <a:solidFill>
                  <a:schemeClr val="bg1"/>
                </a:solidFill>
                <a:latin typeface="+mn-lt"/>
              </a:defRPr>
            </a:lvl9pPr>
          </a:lstStyle>
          <a:p>
            <a:pPr>
              <a:spcBef>
                <a:spcPts val="600"/>
              </a:spcBef>
            </a:pPr>
            <a:r>
              <a:rPr lang="en-US" kern="0" dirty="0"/>
              <a:t>Model setup uses </a:t>
            </a:r>
            <a:r>
              <a:rPr lang="en-US" kern="0" dirty="0" err="1"/>
              <a:t>FloPy</a:t>
            </a:r>
            <a:endParaRPr lang="en-US" kern="0" dirty="0"/>
          </a:p>
          <a:p>
            <a:pPr>
              <a:spcBef>
                <a:spcPts val="600"/>
              </a:spcBef>
            </a:pPr>
            <a:r>
              <a:rPr lang="en-US" kern="0" dirty="0"/>
              <a:t>Extensive use of the Time Series utility</a:t>
            </a:r>
          </a:p>
          <a:p>
            <a:pPr>
              <a:spcBef>
                <a:spcPts val="600"/>
              </a:spcBef>
            </a:pPr>
            <a:r>
              <a:rPr lang="en-US" kern="0" dirty="0"/>
              <a:t>Initial results are encouraging:</a:t>
            </a:r>
          </a:p>
        </p:txBody>
      </p:sp>
      <p:pic>
        <p:nvPicPr>
          <p:cNvPr id="9" name="Picture 8">
            <a:extLst>
              <a:ext uri="{FF2B5EF4-FFF2-40B4-BE49-F238E27FC236}">
                <a16:creationId xmlns:a16="http://schemas.microsoft.com/office/drawing/2014/main" id="{FB8119E3-136C-0A4B-65F3-E88CD6A98E6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950713" y="89040"/>
            <a:ext cx="1892301" cy="2523068"/>
          </a:xfrm>
          <a:prstGeom prst="rect">
            <a:avLst/>
          </a:prstGeom>
        </p:spPr>
      </p:pic>
      <p:pic>
        <p:nvPicPr>
          <p:cNvPr id="6" name="Picture 5">
            <a:extLst>
              <a:ext uri="{FF2B5EF4-FFF2-40B4-BE49-F238E27FC236}">
                <a16:creationId xmlns:a16="http://schemas.microsoft.com/office/drawing/2014/main" id="{CCA37785-6E98-BAB9-0346-C9E8BB615AA0}"/>
              </a:ext>
            </a:extLst>
          </p:cNvPr>
          <p:cNvPicPr>
            <a:picLocks noChangeAspect="1"/>
          </p:cNvPicPr>
          <p:nvPr/>
        </p:nvPicPr>
        <p:blipFill>
          <a:blip r:embed="rId4">
            <a:extLst>
              <a:ext uri="{28A0092B-C50C-407E-A947-70E740481C1C}">
                <a14:useLocalDpi xmlns:a14="http://schemas.microsoft.com/office/drawing/2010/main" val="0"/>
              </a:ext>
            </a:extLst>
          </a:blip>
          <a:srcRect l="9323" t="9794" r="9167"/>
          <a:stretch>
            <a:fillRect/>
          </a:stretch>
        </p:blipFill>
        <p:spPr>
          <a:xfrm>
            <a:off x="310638" y="2881993"/>
            <a:ext cx="11570723" cy="3765047"/>
          </a:xfrm>
          <a:prstGeom prst="rect">
            <a:avLst/>
          </a:prstGeom>
        </p:spPr>
      </p:pic>
    </p:spTree>
    <p:extLst>
      <p:ext uri="{BB962C8B-B14F-4D97-AF65-F5344CB8AC3E}">
        <p14:creationId xmlns:p14="http://schemas.microsoft.com/office/powerpoint/2010/main" val="877102905"/>
      </p:ext>
    </p:extLst>
  </p:cSld>
  <p:clrMapOvr>
    <a:masterClrMapping/>
  </p:clrMapOvr>
  <mc:AlternateContent xmlns:mc="http://schemas.openxmlformats.org/markup-compatibility/2006" xmlns:p14="http://schemas.microsoft.com/office/powerpoint/2010/main">
    <mc:Choice Requires="p14">
      <p:transition spd="slow" p14:dur="2000" advTm="62493"/>
    </mc:Choice>
    <mc:Fallback xmlns="">
      <p:transition spd="slow" advTm="62493"/>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724A1600-B474-2844-3F94-66F5C4F7C750}"/>
                  </a:ext>
                </a:extLst>
              </p:cNvPr>
              <p:cNvSpPr txBox="1"/>
              <p:nvPr/>
            </p:nvSpPr>
            <p:spPr>
              <a:xfrm>
                <a:off x="425450" y="749300"/>
                <a:ext cx="5461000" cy="12020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b="0" i="1" smtClean="0">
                          <a:solidFill>
                            <a:schemeClr val="bg1"/>
                          </a:solidFill>
                          <a:latin typeface="Cambria Math" panose="02040503050406030204" pitchFamily="18" charset="0"/>
                        </a:rPr>
                        <m:t>𝑁𝑆𝐸</m:t>
                      </m:r>
                      <m:r>
                        <a:rPr lang="en-US" sz="2800" b="0" i="1" smtClean="0">
                          <a:solidFill>
                            <a:schemeClr val="bg1"/>
                          </a:solidFill>
                          <a:latin typeface="Cambria Math" panose="02040503050406030204" pitchFamily="18" charset="0"/>
                        </a:rPr>
                        <m:t>=1−</m:t>
                      </m:r>
                      <m:f>
                        <m:fPr>
                          <m:ctrlPr>
                            <a:rPr lang="en-US" sz="2800" b="0" i="1" smtClean="0">
                              <a:solidFill>
                                <a:schemeClr val="bg1"/>
                              </a:solidFill>
                              <a:latin typeface="Cambria Math" panose="02040503050406030204" pitchFamily="18" charset="0"/>
                            </a:rPr>
                          </m:ctrlPr>
                        </m:fPr>
                        <m:num>
                          <m:nary>
                            <m:naryPr>
                              <m:chr m:val="∑"/>
                              <m:ctrlPr>
                                <a:rPr lang="en-US" sz="2800" b="0" i="1" smtClean="0">
                                  <a:solidFill>
                                    <a:schemeClr val="bg1"/>
                                  </a:solidFill>
                                  <a:latin typeface="Cambria Math" panose="02040503050406030204" pitchFamily="18" charset="0"/>
                                </a:rPr>
                              </m:ctrlPr>
                            </m:naryPr>
                            <m:sub>
                              <m:r>
                                <m:rPr>
                                  <m:brk m:alnAt="23"/>
                                </m:rPr>
                                <a:rPr lang="en-US" sz="2800" b="0" i="1" smtClean="0">
                                  <a:solidFill>
                                    <a:schemeClr val="bg1"/>
                                  </a:solidFill>
                                  <a:latin typeface="Cambria Math" panose="02040503050406030204" pitchFamily="18" charset="0"/>
                                </a:rPr>
                                <m:t>𝑖</m:t>
                              </m:r>
                              <m:r>
                                <a:rPr lang="en-US" sz="2800" b="0" i="1" smtClean="0">
                                  <a:solidFill>
                                    <a:schemeClr val="bg1"/>
                                  </a:solidFill>
                                  <a:latin typeface="Cambria Math" panose="02040503050406030204" pitchFamily="18" charset="0"/>
                                </a:rPr>
                                <m:t>=1</m:t>
                              </m:r>
                            </m:sub>
                            <m:sup>
                              <m:r>
                                <a:rPr lang="en-US" sz="2800" b="0" i="1" smtClean="0">
                                  <a:solidFill>
                                    <a:schemeClr val="bg1"/>
                                  </a:solidFill>
                                  <a:latin typeface="Cambria Math" panose="02040503050406030204" pitchFamily="18" charset="0"/>
                                </a:rPr>
                                <m:t>𝑁</m:t>
                              </m:r>
                            </m:sup>
                            <m:e>
                              <m:sSup>
                                <m:sSupPr>
                                  <m:ctrlPr>
                                    <a:rPr lang="en-US" sz="2800" b="0" i="1" smtClean="0">
                                      <a:solidFill>
                                        <a:schemeClr val="bg1"/>
                                      </a:solidFill>
                                      <a:latin typeface="Cambria Math" panose="02040503050406030204" pitchFamily="18" charset="0"/>
                                    </a:rPr>
                                  </m:ctrlPr>
                                </m:sSupPr>
                                <m:e>
                                  <m:d>
                                    <m:dPr>
                                      <m:ctrlPr>
                                        <a:rPr lang="en-US" sz="2800" b="0" i="1" smtClean="0">
                                          <a:solidFill>
                                            <a:schemeClr val="bg1"/>
                                          </a:solidFill>
                                          <a:latin typeface="Cambria Math" panose="02040503050406030204" pitchFamily="18" charset="0"/>
                                        </a:rPr>
                                      </m:ctrlPr>
                                    </m:dPr>
                                    <m:e>
                                      <m:sSub>
                                        <m:sSubPr>
                                          <m:ctrlPr>
                                            <a:rPr lang="en-US" sz="2800" b="0" i="1" smtClean="0">
                                              <a:solidFill>
                                                <a:schemeClr val="bg1"/>
                                              </a:solidFill>
                                              <a:latin typeface="Cambria Math" panose="02040503050406030204" pitchFamily="18" charset="0"/>
                                            </a:rPr>
                                          </m:ctrlPr>
                                        </m:sSubPr>
                                        <m:e>
                                          <m:r>
                                            <a:rPr lang="en-US" sz="2800" b="0" i="1" smtClean="0">
                                              <a:solidFill>
                                                <a:schemeClr val="bg1"/>
                                              </a:solidFill>
                                              <a:latin typeface="Cambria Math" panose="02040503050406030204" pitchFamily="18" charset="0"/>
                                            </a:rPr>
                                            <m:t>𝑆</m:t>
                                          </m:r>
                                        </m:e>
                                        <m:sub>
                                          <m:r>
                                            <a:rPr lang="en-US" sz="2800" b="0" i="1" smtClean="0">
                                              <a:solidFill>
                                                <a:schemeClr val="bg1"/>
                                              </a:solidFill>
                                              <a:latin typeface="Cambria Math" panose="02040503050406030204" pitchFamily="18" charset="0"/>
                                            </a:rPr>
                                            <m:t>𝑖</m:t>
                                          </m:r>
                                        </m:sub>
                                      </m:sSub>
                                      <m:r>
                                        <a:rPr lang="en-US" sz="2800" b="0" i="1" smtClean="0">
                                          <a:solidFill>
                                            <a:schemeClr val="bg1"/>
                                          </a:solidFill>
                                          <a:latin typeface="Cambria Math" panose="02040503050406030204" pitchFamily="18" charset="0"/>
                                        </a:rPr>
                                        <m:t>−</m:t>
                                      </m:r>
                                      <m:sSub>
                                        <m:sSubPr>
                                          <m:ctrlPr>
                                            <a:rPr lang="en-US" sz="2800" b="0" i="1" smtClean="0">
                                              <a:solidFill>
                                                <a:schemeClr val="bg1"/>
                                              </a:solidFill>
                                              <a:latin typeface="Cambria Math" panose="02040503050406030204" pitchFamily="18" charset="0"/>
                                            </a:rPr>
                                          </m:ctrlPr>
                                        </m:sSubPr>
                                        <m:e>
                                          <m:r>
                                            <a:rPr lang="en-US" sz="2800" b="0" i="1" smtClean="0">
                                              <a:solidFill>
                                                <a:schemeClr val="bg1"/>
                                              </a:solidFill>
                                              <a:latin typeface="Cambria Math" panose="02040503050406030204" pitchFamily="18" charset="0"/>
                                            </a:rPr>
                                            <m:t>𝑂</m:t>
                                          </m:r>
                                        </m:e>
                                        <m:sub>
                                          <m:r>
                                            <a:rPr lang="en-US" sz="2800" b="0" i="1" smtClean="0">
                                              <a:solidFill>
                                                <a:schemeClr val="bg1"/>
                                              </a:solidFill>
                                              <a:latin typeface="Cambria Math" panose="02040503050406030204" pitchFamily="18" charset="0"/>
                                            </a:rPr>
                                            <m:t>𝑖</m:t>
                                          </m:r>
                                        </m:sub>
                                      </m:sSub>
                                    </m:e>
                                  </m:d>
                                </m:e>
                                <m:sup>
                                  <m:r>
                                    <a:rPr lang="en-US" sz="2800" b="0" i="1" smtClean="0">
                                      <a:solidFill>
                                        <a:schemeClr val="bg1"/>
                                      </a:solidFill>
                                      <a:latin typeface="Cambria Math" panose="02040503050406030204" pitchFamily="18" charset="0"/>
                                    </a:rPr>
                                    <m:t>2</m:t>
                                  </m:r>
                                </m:sup>
                              </m:sSup>
                            </m:e>
                          </m:nary>
                        </m:num>
                        <m:den>
                          <m:nary>
                            <m:naryPr>
                              <m:chr m:val="∑"/>
                              <m:ctrlPr>
                                <a:rPr lang="en-US" sz="2800" b="0" i="1" smtClean="0">
                                  <a:solidFill>
                                    <a:schemeClr val="bg1"/>
                                  </a:solidFill>
                                  <a:latin typeface="Cambria Math" panose="02040503050406030204" pitchFamily="18" charset="0"/>
                                </a:rPr>
                              </m:ctrlPr>
                            </m:naryPr>
                            <m:sub>
                              <m:r>
                                <m:rPr>
                                  <m:brk m:alnAt="23"/>
                                </m:rPr>
                                <a:rPr lang="en-US" sz="2800" b="0" i="1" smtClean="0">
                                  <a:solidFill>
                                    <a:schemeClr val="bg1"/>
                                  </a:solidFill>
                                  <a:latin typeface="Cambria Math" panose="02040503050406030204" pitchFamily="18" charset="0"/>
                                </a:rPr>
                                <m:t>𝑖</m:t>
                              </m:r>
                              <m:r>
                                <a:rPr lang="en-US" sz="2800" b="0" i="1" smtClean="0">
                                  <a:solidFill>
                                    <a:schemeClr val="bg1"/>
                                  </a:solidFill>
                                  <a:latin typeface="Cambria Math" panose="02040503050406030204" pitchFamily="18" charset="0"/>
                                </a:rPr>
                                <m:t>=1</m:t>
                              </m:r>
                            </m:sub>
                            <m:sup>
                              <m:r>
                                <a:rPr lang="en-US" sz="2800" b="0" i="1" smtClean="0">
                                  <a:solidFill>
                                    <a:schemeClr val="bg1"/>
                                  </a:solidFill>
                                  <a:latin typeface="Cambria Math" panose="02040503050406030204" pitchFamily="18" charset="0"/>
                                </a:rPr>
                                <m:t>𝑁</m:t>
                              </m:r>
                            </m:sup>
                            <m:e>
                              <m:sSup>
                                <m:sSupPr>
                                  <m:ctrlPr>
                                    <a:rPr lang="en-US" sz="2800" i="1">
                                      <a:solidFill>
                                        <a:schemeClr val="bg1"/>
                                      </a:solidFill>
                                      <a:latin typeface="Cambria Math" panose="02040503050406030204" pitchFamily="18" charset="0"/>
                                    </a:rPr>
                                  </m:ctrlPr>
                                </m:sSupPr>
                                <m:e>
                                  <m:d>
                                    <m:dPr>
                                      <m:ctrlPr>
                                        <a:rPr lang="en-US" sz="2800" i="1">
                                          <a:solidFill>
                                            <a:schemeClr val="bg1"/>
                                          </a:solidFill>
                                          <a:latin typeface="Cambria Math" panose="02040503050406030204" pitchFamily="18" charset="0"/>
                                        </a:rPr>
                                      </m:ctrlPr>
                                    </m:dPr>
                                    <m:e>
                                      <m:sSub>
                                        <m:sSubPr>
                                          <m:ctrlPr>
                                            <a:rPr lang="en-US" sz="2800" i="1">
                                              <a:solidFill>
                                                <a:schemeClr val="bg1"/>
                                              </a:solidFill>
                                              <a:latin typeface="Cambria Math" panose="02040503050406030204" pitchFamily="18" charset="0"/>
                                            </a:rPr>
                                          </m:ctrlPr>
                                        </m:sSubPr>
                                        <m:e>
                                          <m:r>
                                            <a:rPr lang="en-US" sz="2800" b="0" i="1" smtClean="0">
                                              <a:solidFill>
                                                <a:schemeClr val="bg1"/>
                                              </a:solidFill>
                                              <a:latin typeface="Cambria Math" panose="02040503050406030204" pitchFamily="18" charset="0"/>
                                            </a:rPr>
                                            <m:t>𝑂</m:t>
                                          </m:r>
                                        </m:e>
                                        <m:sub>
                                          <m:r>
                                            <a:rPr lang="en-US" sz="2800" i="1">
                                              <a:solidFill>
                                                <a:schemeClr val="bg1"/>
                                              </a:solidFill>
                                              <a:latin typeface="Cambria Math" panose="02040503050406030204" pitchFamily="18" charset="0"/>
                                            </a:rPr>
                                            <m:t>𝑖</m:t>
                                          </m:r>
                                        </m:sub>
                                      </m:sSub>
                                      <m:r>
                                        <a:rPr lang="en-US" sz="2800" i="1">
                                          <a:solidFill>
                                            <a:schemeClr val="bg1"/>
                                          </a:solidFill>
                                          <a:latin typeface="Cambria Math" panose="02040503050406030204" pitchFamily="18" charset="0"/>
                                        </a:rPr>
                                        <m:t>−</m:t>
                                      </m:r>
                                      <m:acc>
                                        <m:accPr>
                                          <m:chr m:val="̅"/>
                                          <m:ctrlPr>
                                            <a:rPr lang="en-US" sz="2800" b="0" i="1" smtClean="0">
                                              <a:solidFill>
                                                <a:schemeClr val="bg1"/>
                                              </a:solidFill>
                                              <a:latin typeface="Cambria Math" panose="02040503050406030204" pitchFamily="18" charset="0"/>
                                            </a:rPr>
                                          </m:ctrlPr>
                                        </m:accPr>
                                        <m:e>
                                          <m:r>
                                            <a:rPr lang="en-US" sz="2800" b="0" i="1" smtClean="0">
                                              <a:solidFill>
                                                <a:schemeClr val="bg1"/>
                                              </a:solidFill>
                                              <a:latin typeface="Cambria Math" panose="02040503050406030204" pitchFamily="18" charset="0"/>
                                            </a:rPr>
                                            <m:t>𝑂</m:t>
                                          </m:r>
                                        </m:e>
                                      </m:acc>
                                    </m:e>
                                  </m:d>
                                </m:e>
                                <m:sup>
                                  <m:r>
                                    <a:rPr lang="en-US" sz="2800" i="1">
                                      <a:solidFill>
                                        <a:schemeClr val="bg1"/>
                                      </a:solidFill>
                                      <a:latin typeface="Cambria Math" panose="02040503050406030204" pitchFamily="18" charset="0"/>
                                    </a:rPr>
                                    <m:t>2</m:t>
                                  </m:r>
                                </m:sup>
                              </m:sSup>
                            </m:e>
                          </m:nary>
                        </m:den>
                      </m:f>
                    </m:oMath>
                  </m:oMathPara>
                </a14:m>
                <a:endParaRPr lang="en-US" sz="2800" dirty="0">
                  <a:solidFill>
                    <a:schemeClr val="bg1"/>
                  </a:solidFill>
                </a:endParaRPr>
              </a:p>
            </p:txBody>
          </p:sp>
        </mc:Choice>
        <mc:Fallback xmlns="">
          <p:sp>
            <p:nvSpPr>
              <p:cNvPr id="2" name="TextBox 1">
                <a:extLst>
                  <a:ext uri="{FF2B5EF4-FFF2-40B4-BE49-F238E27FC236}">
                    <a16:creationId xmlns:a16="http://schemas.microsoft.com/office/drawing/2014/main" id="{724A1600-B474-2844-3F94-66F5C4F7C750}"/>
                  </a:ext>
                </a:extLst>
              </p:cNvPr>
              <p:cNvSpPr txBox="1">
                <a:spLocks noRot="1" noChangeAspect="1" noMove="1" noResize="1" noEditPoints="1" noAdjustHandles="1" noChangeArrowheads="1" noChangeShapeType="1" noTextEdit="1"/>
              </p:cNvSpPr>
              <p:nvPr/>
            </p:nvSpPr>
            <p:spPr>
              <a:xfrm>
                <a:off x="425450" y="749300"/>
                <a:ext cx="5461000" cy="1202060"/>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A095AA4-836E-6B0B-AFA3-F6C5F9CAFF7B}"/>
                  </a:ext>
                </a:extLst>
              </p:cNvPr>
              <p:cNvSpPr txBox="1"/>
              <p:nvPr/>
            </p:nvSpPr>
            <p:spPr>
              <a:xfrm>
                <a:off x="444500" y="2084435"/>
                <a:ext cx="5461000" cy="108516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b="0" i="1" smtClean="0">
                          <a:solidFill>
                            <a:schemeClr val="bg1"/>
                          </a:solidFill>
                          <a:latin typeface="Cambria Math" panose="02040503050406030204" pitchFamily="18" charset="0"/>
                        </a:rPr>
                        <m:t>𝑉𝐸</m:t>
                      </m:r>
                      <m:r>
                        <a:rPr lang="en-US" sz="2800" b="0" i="1" smtClean="0">
                          <a:solidFill>
                            <a:schemeClr val="bg1"/>
                          </a:solidFill>
                          <a:latin typeface="Cambria Math" panose="02040503050406030204" pitchFamily="18" charset="0"/>
                        </a:rPr>
                        <m:t>=1−</m:t>
                      </m:r>
                      <m:f>
                        <m:fPr>
                          <m:ctrlPr>
                            <a:rPr lang="en-US" sz="2800" b="0" i="1" smtClean="0">
                              <a:solidFill>
                                <a:schemeClr val="bg1"/>
                              </a:solidFill>
                              <a:latin typeface="Cambria Math" panose="02040503050406030204" pitchFamily="18" charset="0"/>
                            </a:rPr>
                          </m:ctrlPr>
                        </m:fPr>
                        <m:num>
                          <m:nary>
                            <m:naryPr>
                              <m:chr m:val="∑"/>
                              <m:ctrlPr>
                                <a:rPr lang="en-US" sz="2800" b="0" i="1" smtClean="0">
                                  <a:solidFill>
                                    <a:schemeClr val="bg1"/>
                                  </a:solidFill>
                                  <a:latin typeface="Cambria Math" panose="02040503050406030204" pitchFamily="18" charset="0"/>
                                </a:rPr>
                              </m:ctrlPr>
                            </m:naryPr>
                            <m:sub>
                              <m:r>
                                <m:rPr>
                                  <m:brk m:alnAt="23"/>
                                </m:rPr>
                                <a:rPr lang="en-US" sz="2800" b="0" i="1" smtClean="0">
                                  <a:solidFill>
                                    <a:schemeClr val="bg1"/>
                                  </a:solidFill>
                                  <a:latin typeface="Cambria Math" panose="02040503050406030204" pitchFamily="18" charset="0"/>
                                </a:rPr>
                                <m:t>𝑖</m:t>
                              </m:r>
                              <m:r>
                                <a:rPr lang="en-US" sz="2800" b="0" i="1" smtClean="0">
                                  <a:solidFill>
                                    <a:schemeClr val="bg1"/>
                                  </a:solidFill>
                                  <a:latin typeface="Cambria Math" panose="02040503050406030204" pitchFamily="18" charset="0"/>
                                </a:rPr>
                                <m:t>=1</m:t>
                              </m:r>
                            </m:sub>
                            <m:sup>
                              <m:r>
                                <a:rPr lang="en-US" sz="2800" b="0" i="1" smtClean="0">
                                  <a:solidFill>
                                    <a:schemeClr val="bg1"/>
                                  </a:solidFill>
                                  <a:latin typeface="Cambria Math" panose="02040503050406030204" pitchFamily="18" charset="0"/>
                                </a:rPr>
                                <m:t>𝑁</m:t>
                              </m:r>
                            </m:sup>
                            <m:e>
                              <m:d>
                                <m:dPr>
                                  <m:begChr m:val="|"/>
                                  <m:endChr m:val="|"/>
                                  <m:ctrlPr>
                                    <a:rPr lang="en-US" sz="2800" b="0" i="1" smtClean="0">
                                      <a:solidFill>
                                        <a:schemeClr val="bg1"/>
                                      </a:solidFill>
                                      <a:latin typeface="Cambria Math" panose="02040503050406030204" pitchFamily="18" charset="0"/>
                                    </a:rPr>
                                  </m:ctrlPr>
                                </m:dPr>
                                <m:e>
                                  <m:sSub>
                                    <m:sSubPr>
                                      <m:ctrlPr>
                                        <a:rPr lang="en-US" sz="2800" b="0" i="1" smtClean="0">
                                          <a:solidFill>
                                            <a:schemeClr val="bg1"/>
                                          </a:solidFill>
                                          <a:latin typeface="Cambria Math" panose="02040503050406030204" pitchFamily="18" charset="0"/>
                                        </a:rPr>
                                      </m:ctrlPr>
                                    </m:sSubPr>
                                    <m:e>
                                      <m:r>
                                        <a:rPr lang="en-US" sz="2800" b="0" i="1" smtClean="0">
                                          <a:solidFill>
                                            <a:schemeClr val="bg1"/>
                                          </a:solidFill>
                                          <a:latin typeface="Cambria Math" panose="02040503050406030204" pitchFamily="18" charset="0"/>
                                        </a:rPr>
                                        <m:t>𝑆</m:t>
                                      </m:r>
                                    </m:e>
                                    <m:sub>
                                      <m:r>
                                        <a:rPr lang="en-US" sz="2800" b="0" i="1" smtClean="0">
                                          <a:solidFill>
                                            <a:schemeClr val="bg1"/>
                                          </a:solidFill>
                                          <a:latin typeface="Cambria Math" panose="02040503050406030204" pitchFamily="18" charset="0"/>
                                        </a:rPr>
                                        <m:t>𝑖</m:t>
                                      </m:r>
                                    </m:sub>
                                  </m:sSub>
                                  <m:r>
                                    <a:rPr lang="en-US" sz="2800" b="0" i="1" smtClean="0">
                                      <a:solidFill>
                                        <a:schemeClr val="bg1"/>
                                      </a:solidFill>
                                      <a:latin typeface="Cambria Math" panose="02040503050406030204" pitchFamily="18" charset="0"/>
                                    </a:rPr>
                                    <m:t>−</m:t>
                                  </m:r>
                                  <m:sSub>
                                    <m:sSubPr>
                                      <m:ctrlPr>
                                        <a:rPr lang="en-US" sz="2800" b="0" i="1" smtClean="0">
                                          <a:solidFill>
                                            <a:schemeClr val="bg1"/>
                                          </a:solidFill>
                                          <a:latin typeface="Cambria Math" panose="02040503050406030204" pitchFamily="18" charset="0"/>
                                        </a:rPr>
                                      </m:ctrlPr>
                                    </m:sSubPr>
                                    <m:e>
                                      <m:r>
                                        <a:rPr lang="en-US" sz="2800" b="0" i="1" smtClean="0">
                                          <a:solidFill>
                                            <a:schemeClr val="bg1"/>
                                          </a:solidFill>
                                          <a:latin typeface="Cambria Math" panose="02040503050406030204" pitchFamily="18" charset="0"/>
                                        </a:rPr>
                                        <m:t>𝑂</m:t>
                                      </m:r>
                                    </m:e>
                                    <m:sub>
                                      <m:r>
                                        <a:rPr lang="en-US" sz="2800" b="0" i="1" smtClean="0">
                                          <a:solidFill>
                                            <a:schemeClr val="bg1"/>
                                          </a:solidFill>
                                          <a:latin typeface="Cambria Math" panose="02040503050406030204" pitchFamily="18" charset="0"/>
                                        </a:rPr>
                                        <m:t>𝑖</m:t>
                                      </m:r>
                                    </m:sub>
                                  </m:sSub>
                                </m:e>
                              </m:d>
                            </m:e>
                          </m:nary>
                        </m:num>
                        <m:den>
                          <m:nary>
                            <m:naryPr>
                              <m:chr m:val="∑"/>
                              <m:ctrlPr>
                                <a:rPr lang="en-US" sz="2800" b="0" i="1" smtClean="0">
                                  <a:solidFill>
                                    <a:schemeClr val="bg1"/>
                                  </a:solidFill>
                                  <a:latin typeface="Cambria Math" panose="02040503050406030204" pitchFamily="18" charset="0"/>
                                </a:rPr>
                              </m:ctrlPr>
                            </m:naryPr>
                            <m:sub>
                              <m:r>
                                <m:rPr>
                                  <m:brk m:alnAt="23"/>
                                </m:rPr>
                                <a:rPr lang="en-US" sz="2800" b="0" i="1" smtClean="0">
                                  <a:solidFill>
                                    <a:schemeClr val="bg1"/>
                                  </a:solidFill>
                                  <a:latin typeface="Cambria Math" panose="02040503050406030204" pitchFamily="18" charset="0"/>
                                </a:rPr>
                                <m:t>𝑖</m:t>
                              </m:r>
                              <m:r>
                                <a:rPr lang="en-US" sz="2800" b="0" i="1" smtClean="0">
                                  <a:solidFill>
                                    <a:schemeClr val="bg1"/>
                                  </a:solidFill>
                                  <a:latin typeface="Cambria Math" panose="02040503050406030204" pitchFamily="18" charset="0"/>
                                </a:rPr>
                                <m:t>=1</m:t>
                              </m:r>
                            </m:sub>
                            <m:sup>
                              <m:r>
                                <a:rPr lang="en-US" sz="2800" b="0" i="1" smtClean="0">
                                  <a:solidFill>
                                    <a:schemeClr val="bg1"/>
                                  </a:solidFill>
                                  <a:latin typeface="Cambria Math" panose="02040503050406030204" pitchFamily="18" charset="0"/>
                                </a:rPr>
                                <m:t>𝑁</m:t>
                              </m:r>
                            </m:sup>
                            <m:e>
                              <m:sSub>
                                <m:sSubPr>
                                  <m:ctrlPr>
                                    <a:rPr lang="en-US" sz="2800" i="1">
                                      <a:solidFill>
                                        <a:schemeClr val="bg1"/>
                                      </a:solidFill>
                                      <a:latin typeface="Cambria Math" panose="02040503050406030204" pitchFamily="18" charset="0"/>
                                    </a:rPr>
                                  </m:ctrlPr>
                                </m:sSubPr>
                                <m:e>
                                  <m:r>
                                    <a:rPr lang="en-US" sz="2800" i="1">
                                      <a:solidFill>
                                        <a:schemeClr val="bg1"/>
                                      </a:solidFill>
                                      <a:latin typeface="Cambria Math" panose="02040503050406030204" pitchFamily="18" charset="0"/>
                                    </a:rPr>
                                    <m:t>𝑂</m:t>
                                  </m:r>
                                </m:e>
                                <m:sub>
                                  <m:r>
                                    <a:rPr lang="en-US" sz="2800" i="1">
                                      <a:solidFill>
                                        <a:schemeClr val="bg1"/>
                                      </a:solidFill>
                                      <a:latin typeface="Cambria Math" panose="02040503050406030204" pitchFamily="18" charset="0"/>
                                    </a:rPr>
                                    <m:t>𝑖</m:t>
                                  </m:r>
                                </m:sub>
                              </m:sSub>
                            </m:e>
                          </m:nary>
                        </m:den>
                      </m:f>
                    </m:oMath>
                  </m:oMathPara>
                </a14:m>
                <a:endParaRPr lang="en-US" sz="2800" dirty="0">
                  <a:solidFill>
                    <a:schemeClr val="bg1"/>
                  </a:solidFill>
                </a:endParaRPr>
              </a:p>
            </p:txBody>
          </p:sp>
        </mc:Choice>
        <mc:Fallback xmlns="">
          <p:sp>
            <p:nvSpPr>
              <p:cNvPr id="3" name="TextBox 2">
                <a:extLst>
                  <a:ext uri="{FF2B5EF4-FFF2-40B4-BE49-F238E27FC236}">
                    <a16:creationId xmlns:a16="http://schemas.microsoft.com/office/drawing/2014/main" id="{BA095AA4-836E-6B0B-AFA3-F6C5F9CAFF7B}"/>
                  </a:ext>
                </a:extLst>
              </p:cNvPr>
              <p:cNvSpPr txBox="1">
                <a:spLocks noRot="1" noChangeAspect="1" noMove="1" noResize="1" noEditPoints="1" noAdjustHandles="1" noChangeArrowheads="1" noChangeShapeType="1" noTextEdit="1"/>
              </p:cNvSpPr>
              <p:nvPr/>
            </p:nvSpPr>
            <p:spPr>
              <a:xfrm>
                <a:off x="444500" y="2084435"/>
                <a:ext cx="5461000" cy="1085169"/>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6E91676-B43B-137B-47E3-31ECF125ED52}"/>
                  </a:ext>
                </a:extLst>
              </p:cNvPr>
              <p:cNvSpPr txBox="1"/>
              <p:nvPr/>
            </p:nvSpPr>
            <p:spPr>
              <a:xfrm>
                <a:off x="5930902" y="742971"/>
                <a:ext cx="5581648" cy="13653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b="0" i="1" smtClean="0">
                          <a:solidFill>
                            <a:schemeClr val="bg1"/>
                          </a:solidFill>
                          <a:latin typeface="Cambria Math" panose="02040503050406030204" pitchFamily="18" charset="0"/>
                        </a:rPr>
                        <m:t>𝑅𝑀𝑆𝐸</m:t>
                      </m:r>
                      <m:r>
                        <a:rPr lang="en-US" sz="2800" b="0" i="1" smtClean="0">
                          <a:solidFill>
                            <a:schemeClr val="bg1"/>
                          </a:solidFill>
                          <a:latin typeface="Cambria Math" panose="02040503050406030204" pitchFamily="18" charset="0"/>
                        </a:rPr>
                        <m:t>=</m:t>
                      </m:r>
                      <m:rad>
                        <m:radPr>
                          <m:degHide m:val="on"/>
                          <m:ctrlPr>
                            <a:rPr lang="en-US" sz="2800" b="0" i="1" smtClean="0">
                              <a:solidFill>
                                <a:schemeClr val="bg1"/>
                              </a:solidFill>
                              <a:latin typeface="Cambria Math" panose="02040503050406030204" pitchFamily="18" charset="0"/>
                            </a:rPr>
                          </m:ctrlPr>
                        </m:radPr>
                        <m:deg/>
                        <m:e>
                          <m:f>
                            <m:fPr>
                              <m:ctrlPr>
                                <a:rPr lang="en-US" sz="2800" b="0" i="1" smtClean="0">
                                  <a:solidFill>
                                    <a:schemeClr val="bg1"/>
                                  </a:solidFill>
                                  <a:latin typeface="Cambria Math" panose="02040503050406030204" pitchFamily="18" charset="0"/>
                                </a:rPr>
                              </m:ctrlPr>
                            </m:fPr>
                            <m:num>
                              <m:r>
                                <a:rPr lang="en-US" sz="2800" b="0" i="1" smtClean="0">
                                  <a:solidFill>
                                    <a:schemeClr val="bg1"/>
                                  </a:solidFill>
                                  <a:latin typeface="Cambria Math" panose="02040503050406030204" pitchFamily="18" charset="0"/>
                                </a:rPr>
                                <m:t>1</m:t>
                              </m:r>
                            </m:num>
                            <m:den>
                              <m:r>
                                <a:rPr lang="en-US" sz="2800" b="0" i="1" smtClean="0">
                                  <a:solidFill>
                                    <a:schemeClr val="bg1"/>
                                  </a:solidFill>
                                  <a:latin typeface="Cambria Math" panose="02040503050406030204" pitchFamily="18" charset="0"/>
                                </a:rPr>
                                <m:t>𝑁</m:t>
                              </m:r>
                            </m:den>
                          </m:f>
                          <m:sSup>
                            <m:sSupPr>
                              <m:ctrlPr>
                                <a:rPr lang="en-US" sz="2800" b="0" i="1" smtClean="0">
                                  <a:solidFill>
                                    <a:schemeClr val="bg1"/>
                                  </a:solidFill>
                                  <a:latin typeface="Cambria Math" panose="02040503050406030204" pitchFamily="18" charset="0"/>
                                </a:rPr>
                              </m:ctrlPr>
                            </m:sSupPr>
                            <m:e>
                              <m:d>
                                <m:dPr>
                                  <m:ctrlPr>
                                    <a:rPr lang="en-US" sz="2800" b="0" i="1" smtClean="0">
                                      <a:solidFill>
                                        <a:schemeClr val="bg1"/>
                                      </a:solidFill>
                                      <a:latin typeface="Cambria Math" panose="02040503050406030204" pitchFamily="18" charset="0"/>
                                    </a:rPr>
                                  </m:ctrlPr>
                                </m:dPr>
                                <m:e>
                                  <m:sSub>
                                    <m:sSubPr>
                                      <m:ctrlPr>
                                        <a:rPr lang="en-US" sz="2800" b="0" i="1" smtClean="0">
                                          <a:solidFill>
                                            <a:schemeClr val="bg1"/>
                                          </a:solidFill>
                                          <a:latin typeface="Cambria Math" panose="02040503050406030204" pitchFamily="18" charset="0"/>
                                        </a:rPr>
                                      </m:ctrlPr>
                                    </m:sSubPr>
                                    <m:e>
                                      <m:r>
                                        <a:rPr lang="en-US" sz="2800" b="0" i="1" smtClean="0">
                                          <a:solidFill>
                                            <a:schemeClr val="bg1"/>
                                          </a:solidFill>
                                          <a:latin typeface="Cambria Math" panose="02040503050406030204" pitchFamily="18" charset="0"/>
                                        </a:rPr>
                                        <m:t>𝑆</m:t>
                                      </m:r>
                                    </m:e>
                                    <m:sub>
                                      <m:r>
                                        <a:rPr lang="en-US" sz="2800" b="0" i="1" smtClean="0">
                                          <a:solidFill>
                                            <a:schemeClr val="bg1"/>
                                          </a:solidFill>
                                          <a:latin typeface="Cambria Math" panose="02040503050406030204" pitchFamily="18" charset="0"/>
                                        </a:rPr>
                                        <m:t>𝑖</m:t>
                                      </m:r>
                                    </m:sub>
                                  </m:sSub>
                                  <m:r>
                                    <a:rPr lang="en-US" sz="2800" b="0" i="1" smtClean="0">
                                      <a:solidFill>
                                        <a:schemeClr val="bg1"/>
                                      </a:solidFill>
                                      <a:latin typeface="Cambria Math" panose="02040503050406030204" pitchFamily="18" charset="0"/>
                                    </a:rPr>
                                    <m:t>−</m:t>
                                  </m:r>
                                  <m:sSub>
                                    <m:sSubPr>
                                      <m:ctrlPr>
                                        <a:rPr lang="en-US" sz="2800" b="0" i="1" smtClean="0">
                                          <a:solidFill>
                                            <a:schemeClr val="bg1"/>
                                          </a:solidFill>
                                          <a:latin typeface="Cambria Math" panose="02040503050406030204" pitchFamily="18" charset="0"/>
                                        </a:rPr>
                                      </m:ctrlPr>
                                    </m:sSubPr>
                                    <m:e>
                                      <m:r>
                                        <a:rPr lang="en-US" sz="2800" b="0" i="1" smtClean="0">
                                          <a:solidFill>
                                            <a:schemeClr val="bg1"/>
                                          </a:solidFill>
                                          <a:latin typeface="Cambria Math" panose="02040503050406030204" pitchFamily="18" charset="0"/>
                                        </a:rPr>
                                        <m:t>𝑂</m:t>
                                      </m:r>
                                    </m:e>
                                    <m:sub>
                                      <m:r>
                                        <a:rPr lang="en-US" sz="2800" b="0" i="1" smtClean="0">
                                          <a:solidFill>
                                            <a:schemeClr val="bg1"/>
                                          </a:solidFill>
                                          <a:latin typeface="Cambria Math" panose="02040503050406030204" pitchFamily="18" charset="0"/>
                                        </a:rPr>
                                        <m:t>𝑖</m:t>
                                      </m:r>
                                    </m:sub>
                                  </m:sSub>
                                </m:e>
                              </m:d>
                            </m:e>
                            <m:sup>
                              <m:r>
                                <a:rPr lang="en-US" sz="2800" b="0" i="1" smtClean="0">
                                  <a:solidFill>
                                    <a:schemeClr val="bg1"/>
                                  </a:solidFill>
                                  <a:latin typeface="Cambria Math" panose="02040503050406030204" pitchFamily="18" charset="0"/>
                                </a:rPr>
                                <m:t>2</m:t>
                              </m:r>
                            </m:sup>
                          </m:sSup>
                        </m:e>
                      </m:rad>
                    </m:oMath>
                  </m:oMathPara>
                </a14:m>
                <a:endParaRPr lang="en-US" sz="2800" dirty="0">
                  <a:solidFill>
                    <a:schemeClr val="bg1"/>
                  </a:solidFill>
                </a:endParaRPr>
              </a:p>
            </p:txBody>
          </p:sp>
        </mc:Choice>
        <mc:Fallback xmlns="">
          <p:sp>
            <p:nvSpPr>
              <p:cNvPr id="5" name="TextBox 4">
                <a:extLst>
                  <a:ext uri="{FF2B5EF4-FFF2-40B4-BE49-F238E27FC236}">
                    <a16:creationId xmlns:a16="http://schemas.microsoft.com/office/drawing/2014/main" id="{66E91676-B43B-137B-47E3-31ECF125ED52}"/>
                  </a:ext>
                </a:extLst>
              </p:cNvPr>
              <p:cNvSpPr txBox="1">
                <a:spLocks noRot="1" noChangeAspect="1" noMove="1" noResize="1" noEditPoints="1" noAdjustHandles="1" noChangeArrowheads="1" noChangeShapeType="1" noTextEdit="1"/>
              </p:cNvSpPr>
              <p:nvPr/>
            </p:nvSpPr>
            <p:spPr>
              <a:xfrm>
                <a:off x="5930902" y="742971"/>
                <a:ext cx="5581648" cy="1365374"/>
              </a:xfrm>
              <a:prstGeom prst="rect">
                <a:avLst/>
              </a:prstGeom>
              <a:blipFill>
                <a:blip r:embed="rId4"/>
                <a:stretch>
                  <a:fillRect/>
                </a:stretch>
              </a:blipFill>
            </p:spPr>
            <p:txBody>
              <a:bodyPr/>
              <a:lstStyle/>
              <a:p>
                <a:r>
                  <a:rPr lang="en-US">
                    <a:noFill/>
                  </a:rPr>
                  <a:t> </a:t>
                </a:r>
              </a:p>
            </p:txBody>
          </p:sp>
        </mc:Fallback>
      </mc:AlternateContent>
      <p:sp>
        <p:nvSpPr>
          <p:cNvPr id="7" name="Title 1">
            <a:extLst>
              <a:ext uri="{FF2B5EF4-FFF2-40B4-BE49-F238E27FC236}">
                <a16:creationId xmlns:a16="http://schemas.microsoft.com/office/drawing/2014/main" id="{BFDB7FD8-D7DB-E18F-9305-5F2B02E3B718}"/>
              </a:ext>
            </a:extLst>
          </p:cNvPr>
          <p:cNvSpPr txBox="1">
            <a:spLocks/>
          </p:cNvSpPr>
          <p:nvPr/>
        </p:nvSpPr>
        <p:spPr>
          <a:xfrm>
            <a:off x="508000" y="152400"/>
            <a:ext cx="11074400" cy="838200"/>
          </a:xfrm>
          <a:prstGeom prst="rect">
            <a:avLst/>
          </a:prstGeom>
        </p:spPr>
        <p:txBody>
          <a:bodyPr/>
          <a:lstStyle>
            <a:lvl1pPr algn="l" rtl="0" eaLnBrk="0" fontAlgn="base" hangingPunct="0">
              <a:spcBef>
                <a:spcPct val="0"/>
              </a:spcBef>
              <a:spcAft>
                <a:spcPct val="0"/>
              </a:spcAft>
              <a:defRPr sz="3600" b="1">
                <a:solidFill>
                  <a:srgbClr val="FFFF99"/>
                </a:solidFill>
                <a:latin typeface="+mj-lt"/>
                <a:ea typeface="+mj-ea"/>
                <a:cs typeface="+mj-cs"/>
              </a:defRPr>
            </a:lvl1pPr>
            <a:lvl2pPr algn="l" rtl="0" eaLnBrk="0" fontAlgn="base" hangingPunct="0">
              <a:spcBef>
                <a:spcPct val="0"/>
              </a:spcBef>
              <a:spcAft>
                <a:spcPct val="0"/>
              </a:spcAft>
              <a:defRPr sz="3600" b="1">
                <a:solidFill>
                  <a:srgbClr val="FFFF99"/>
                </a:solidFill>
                <a:latin typeface="Arial" charset="0"/>
              </a:defRPr>
            </a:lvl2pPr>
            <a:lvl3pPr algn="l" rtl="0" eaLnBrk="0" fontAlgn="base" hangingPunct="0">
              <a:spcBef>
                <a:spcPct val="0"/>
              </a:spcBef>
              <a:spcAft>
                <a:spcPct val="0"/>
              </a:spcAft>
              <a:defRPr sz="3600" b="1">
                <a:solidFill>
                  <a:srgbClr val="FFFF99"/>
                </a:solidFill>
                <a:latin typeface="Arial" charset="0"/>
              </a:defRPr>
            </a:lvl3pPr>
            <a:lvl4pPr algn="l" rtl="0" eaLnBrk="0" fontAlgn="base" hangingPunct="0">
              <a:spcBef>
                <a:spcPct val="0"/>
              </a:spcBef>
              <a:spcAft>
                <a:spcPct val="0"/>
              </a:spcAft>
              <a:defRPr sz="3600" b="1">
                <a:solidFill>
                  <a:srgbClr val="FFFF99"/>
                </a:solidFill>
                <a:latin typeface="Arial" charset="0"/>
              </a:defRPr>
            </a:lvl4pPr>
            <a:lvl5pPr algn="l" rtl="0" eaLnBrk="0" fontAlgn="base" hangingPunct="0">
              <a:spcBef>
                <a:spcPct val="0"/>
              </a:spcBef>
              <a:spcAft>
                <a:spcPct val="0"/>
              </a:spcAft>
              <a:defRPr sz="3600" b="1">
                <a:solidFill>
                  <a:srgbClr val="FFFF99"/>
                </a:solidFill>
                <a:latin typeface="Arial" charset="0"/>
              </a:defRPr>
            </a:lvl5pPr>
            <a:lvl6pPr marL="457200" algn="l" rtl="0" eaLnBrk="0" fontAlgn="base" hangingPunct="0">
              <a:spcBef>
                <a:spcPct val="0"/>
              </a:spcBef>
              <a:spcAft>
                <a:spcPct val="0"/>
              </a:spcAft>
              <a:defRPr sz="3600" b="1">
                <a:solidFill>
                  <a:srgbClr val="FFFF99"/>
                </a:solidFill>
                <a:latin typeface="Arial" charset="0"/>
              </a:defRPr>
            </a:lvl6pPr>
            <a:lvl7pPr marL="914400" algn="l" rtl="0" eaLnBrk="0" fontAlgn="base" hangingPunct="0">
              <a:spcBef>
                <a:spcPct val="0"/>
              </a:spcBef>
              <a:spcAft>
                <a:spcPct val="0"/>
              </a:spcAft>
              <a:defRPr sz="3600" b="1">
                <a:solidFill>
                  <a:srgbClr val="FFFF99"/>
                </a:solidFill>
                <a:latin typeface="Arial" charset="0"/>
              </a:defRPr>
            </a:lvl7pPr>
            <a:lvl8pPr marL="1371600" algn="l" rtl="0" eaLnBrk="0" fontAlgn="base" hangingPunct="0">
              <a:spcBef>
                <a:spcPct val="0"/>
              </a:spcBef>
              <a:spcAft>
                <a:spcPct val="0"/>
              </a:spcAft>
              <a:defRPr sz="3600" b="1">
                <a:solidFill>
                  <a:srgbClr val="FFFF99"/>
                </a:solidFill>
                <a:latin typeface="Arial" charset="0"/>
              </a:defRPr>
            </a:lvl8pPr>
            <a:lvl9pPr marL="1828800" algn="l" rtl="0" eaLnBrk="0" fontAlgn="base" hangingPunct="0">
              <a:spcBef>
                <a:spcPct val="0"/>
              </a:spcBef>
              <a:spcAft>
                <a:spcPct val="0"/>
              </a:spcAft>
              <a:defRPr sz="3600" b="1">
                <a:solidFill>
                  <a:srgbClr val="FFFF99"/>
                </a:solidFill>
                <a:latin typeface="Arial" charset="0"/>
              </a:defRPr>
            </a:lvl9pPr>
          </a:lstStyle>
          <a:p>
            <a:pPr algn="ctr"/>
            <a:r>
              <a:rPr lang="en-US" kern="0" dirty="0"/>
              <a:t>Summary Statistics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C79A16C-8629-52FA-3872-7D2C026505A7}"/>
                  </a:ext>
                </a:extLst>
              </p:cNvPr>
              <p:cNvSpPr txBox="1"/>
              <p:nvPr/>
            </p:nvSpPr>
            <p:spPr>
              <a:xfrm>
                <a:off x="6184902" y="2109835"/>
                <a:ext cx="5581648" cy="108516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b="0" i="1" smtClean="0">
                          <a:solidFill>
                            <a:schemeClr val="bg1"/>
                          </a:solidFill>
                          <a:latin typeface="Cambria Math" panose="02040503050406030204" pitchFamily="18" charset="0"/>
                        </a:rPr>
                        <m:t>𝑃𝐵𝐼𝐴𝑆</m:t>
                      </m:r>
                      <m:r>
                        <a:rPr lang="en-US" sz="2800" b="0" i="1" smtClean="0">
                          <a:solidFill>
                            <a:schemeClr val="bg1"/>
                          </a:solidFill>
                          <a:latin typeface="Cambria Math" panose="02040503050406030204" pitchFamily="18" charset="0"/>
                        </a:rPr>
                        <m:t>=100∙</m:t>
                      </m:r>
                      <m:f>
                        <m:fPr>
                          <m:ctrlPr>
                            <a:rPr lang="en-US" sz="2800" b="0" i="1" smtClean="0">
                              <a:solidFill>
                                <a:schemeClr val="bg1"/>
                              </a:solidFill>
                              <a:latin typeface="Cambria Math" panose="02040503050406030204" pitchFamily="18" charset="0"/>
                            </a:rPr>
                          </m:ctrlPr>
                        </m:fPr>
                        <m:num>
                          <m:nary>
                            <m:naryPr>
                              <m:chr m:val="∑"/>
                              <m:ctrlPr>
                                <a:rPr lang="en-US" sz="2800" b="0" i="1" smtClean="0">
                                  <a:solidFill>
                                    <a:schemeClr val="bg1"/>
                                  </a:solidFill>
                                  <a:latin typeface="Cambria Math" panose="02040503050406030204" pitchFamily="18" charset="0"/>
                                </a:rPr>
                              </m:ctrlPr>
                            </m:naryPr>
                            <m:sub>
                              <m:r>
                                <m:rPr>
                                  <m:brk m:alnAt="23"/>
                                </m:rPr>
                                <a:rPr lang="en-US" sz="2800" b="0" i="1" smtClean="0">
                                  <a:solidFill>
                                    <a:schemeClr val="bg1"/>
                                  </a:solidFill>
                                  <a:latin typeface="Cambria Math" panose="02040503050406030204" pitchFamily="18" charset="0"/>
                                </a:rPr>
                                <m:t>𝑖</m:t>
                              </m:r>
                              <m:r>
                                <a:rPr lang="en-US" sz="2800" b="0" i="1" smtClean="0">
                                  <a:solidFill>
                                    <a:schemeClr val="bg1"/>
                                  </a:solidFill>
                                  <a:latin typeface="Cambria Math" panose="02040503050406030204" pitchFamily="18" charset="0"/>
                                </a:rPr>
                                <m:t>=1</m:t>
                              </m:r>
                            </m:sub>
                            <m:sup>
                              <m:r>
                                <a:rPr lang="en-US" sz="2800" b="0" i="1" smtClean="0">
                                  <a:solidFill>
                                    <a:schemeClr val="bg1"/>
                                  </a:solidFill>
                                  <a:latin typeface="Cambria Math" panose="02040503050406030204" pitchFamily="18" charset="0"/>
                                </a:rPr>
                                <m:t>𝑁</m:t>
                              </m:r>
                            </m:sup>
                            <m:e>
                              <m:sSub>
                                <m:sSubPr>
                                  <m:ctrlPr>
                                    <a:rPr lang="en-US" sz="2800" i="1">
                                      <a:solidFill>
                                        <a:schemeClr val="bg1"/>
                                      </a:solidFill>
                                      <a:latin typeface="Cambria Math" panose="02040503050406030204" pitchFamily="18" charset="0"/>
                                    </a:rPr>
                                  </m:ctrlPr>
                                </m:sSubPr>
                                <m:e>
                                  <m:r>
                                    <a:rPr lang="en-US" sz="2800" i="1">
                                      <a:solidFill>
                                        <a:schemeClr val="bg1"/>
                                      </a:solidFill>
                                      <a:latin typeface="Cambria Math" panose="02040503050406030204" pitchFamily="18" charset="0"/>
                                    </a:rPr>
                                    <m:t>𝑆</m:t>
                                  </m:r>
                                </m:e>
                                <m:sub>
                                  <m:r>
                                    <a:rPr lang="en-US" sz="2800" i="1">
                                      <a:solidFill>
                                        <a:schemeClr val="bg1"/>
                                      </a:solidFill>
                                      <a:latin typeface="Cambria Math" panose="02040503050406030204" pitchFamily="18" charset="0"/>
                                    </a:rPr>
                                    <m:t>𝑖</m:t>
                                  </m:r>
                                </m:sub>
                              </m:sSub>
                              <m:r>
                                <a:rPr lang="en-US" sz="2800" i="1">
                                  <a:solidFill>
                                    <a:schemeClr val="bg1"/>
                                  </a:solidFill>
                                  <a:latin typeface="Cambria Math" panose="02040503050406030204" pitchFamily="18" charset="0"/>
                                </a:rPr>
                                <m:t>−</m:t>
                              </m:r>
                              <m:sSub>
                                <m:sSubPr>
                                  <m:ctrlPr>
                                    <a:rPr lang="en-US" sz="2800" i="1">
                                      <a:solidFill>
                                        <a:schemeClr val="bg1"/>
                                      </a:solidFill>
                                      <a:latin typeface="Cambria Math" panose="02040503050406030204" pitchFamily="18" charset="0"/>
                                    </a:rPr>
                                  </m:ctrlPr>
                                </m:sSubPr>
                                <m:e>
                                  <m:r>
                                    <a:rPr lang="en-US" sz="2800" i="1">
                                      <a:solidFill>
                                        <a:schemeClr val="bg1"/>
                                      </a:solidFill>
                                      <a:latin typeface="Cambria Math" panose="02040503050406030204" pitchFamily="18" charset="0"/>
                                    </a:rPr>
                                    <m:t>𝑂</m:t>
                                  </m:r>
                                </m:e>
                                <m:sub>
                                  <m:r>
                                    <a:rPr lang="en-US" sz="2800" i="1">
                                      <a:solidFill>
                                        <a:schemeClr val="bg1"/>
                                      </a:solidFill>
                                      <a:latin typeface="Cambria Math" panose="02040503050406030204" pitchFamily="18" charset="0"/>
                                    </a:rPr>
                                    <m:t>𝑖</m:t>
                                  </m:r>
                                </m:sub>
                              </m:sSub>
                            </m:e>
                          </m:nary>
                        </m:num>
                        <m:den>
                          <m:nary>
                            <m:naryPr>
                              <m:chr m:val="∑"/>
                              <m:ctrlPr>
                                <a:rPr lang="en-US" sz="2800" b="0" i="1" smtClean="0">
                                  <a:solidFill>
                                    <a:schemeClr val="bg1"/>
                                  </a:solidFill>
                                  <a:latin typeface="Cambria Math" panose="02040503050406030204" pitchFamily="18" charset="0"/>
                                </a:rPr>
                              </m:ctrlPr>
                            </m:naryPr>
                            <m:sub>
                              <m:r>
                                <m:rPr>
                                  <m:brk m:alnAt="23"/>
                                </m:rPr>
                                <a:rPr lang="en-US" sz="2800" b="0" i="1" smtClean="0">
                                  <a:solidFill>
                                    <a:schemeClr val="bg1"/>
                                  </a:solidFill>
                                  <a:latin typeface="Cambria Math" panose="02040503050406030204" pitchFamily="18" charset="0"/>
                                </a:rPr>
                                <m:t>𝑖</m:t>
                              </m:r>
                              <m:r>
                                <a:rPr lang="en-US" sz="2800" b="0" i="1" smtClean="0">
                                  <a:solidFill>
                                    <a:schemeClr val="bg1"/>
                                  </a:solidFill>
                                  <a:latin typeface="Cambria Math" panose="02040503050406030204" pitchFamily="18" charset="0"/>
                                </a:rPr>
                                <m:t>=1</m:t>
                              </m:r>
                            </m:sub>
                            <m:sup>
                              <m:r>
                                <a:rPr lang="en-US" sz="2800" b="0" i="1" smtClean="0">
                                  <a:solidFill>
                                    <a:schemeClr val="bg1"/>
                                  </a:solidFill>
                                  <a:latin typeface="Cambria Math" panose="02040503050406030204" pitchFamily="18" charset="0"/>
                                </a:rPr>
                                <m:t>𝑁</m:t>
                              </m:r>
                            </m:sup>
                            <m:e>
                              <m:sSub>
                                <m:sSubPr>
                                  <m:ctrlPr>
                                    <a:rPr lang="en-US" sz="2800" i="1">
                                      <a:solidFill>
                                        <a:schemeClr val="bg1"/>
                                      </a:solidFill>
                                      <a:latin typeface="Cambria Math" panose="02040503050406030204" pitchFamily="18" charset="0"/>
                                    </a:rPr>
                                  </m:ctrlPr>
                                </m:sSubPr>
                                <m:e>
                                  <m:r>
                                    <a:rPr lang="en-US" sz="2800" i="1">
                                      <a:solidFill>
                                        <a:schemeClr val="bg1"/>
                                      </a:solidFill>
                                      <a:latin typeface="Cambria Math" panose="02040503050406030204" pitchFamily="18" charset="0"/>
                                    </a:rPr>
                                    <m:t>𝑂</m:t>
                                  </m:r>
                                </m:e>
                                <m:sub>
                                  <m:r>
                                    <a:rPr lang="en-US" sz="2800" i="1">
                                      <a:solidFill>
                                        <a:schemeClr val="bg1"/>
                                      </a:solidFill>
                                      <a:latin typeface="Cambria Math" panose="02040503050406030204" pitchFamily="18" charset="0"/>
                                    </a:rPr>
                                    <m:t>𝑖</m:t>
                                  </m:r>
                                </m:sub>
                              </m:sSub>
                            </m:e>
                          </m:nary>
                        </m:den>
                      </m:f>
                    </m:oMath>
                  </m:oMathPara>
                </a14:m>
                <a:endParaRPr lang="en-US" sz="2800" dirty="0">
                  <a:solidFill>
                    <a:schemeClr val="bg1"/>
                  </a:solidFill>
                </a:endParaRPr>
              </a:p>
            </p:txBody>
          </p:sp>
        </mc:Choice>
        <mc:Fallback xmlns="">
          <p:sp>
            <p:nvSpPr>
              <p:cNvPr id="8" name="TextBox 7">
                <a:extLst>
                  <a:ext uri="{FF2B5EF4-FFF2-40B4-BE49-F238E27FC236}">
                    <a16:creationId xmlns:a16="http://schemas.microsoft.com/office/drawing/2014/main" id="{FC79A16C-8629-52FA-3872-7D2C026505A7}"/>
                  </a:ext>
                </a:extLst>
              </p:cNvPr>
              <p:cNvSpPr txBox="1">
                <a:spLocks noRot="1" noChangeAspect="1" noMove="1" noResize="1" noEditPoints="1" noAdjustHandles="1" noChangeArrowheads="1" noChangeShapeType="1" noTextEdit="1"/>
              </p:cNvSpPr>
              <p:nvPr/>
            </p:nvSpPr>
            <p:spPr>
              <a:xfrm>
                <a:off x="6184902" y="2109835"/>
                <a:ext cx="5581648" cy="108516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A28C9E6-DEA6-A54C-C3AA-CE1C179A3919}"/>
                  </a:ext>
                </a:extLst>
              </p:cNvPr>
              <p:cNvSpPr txBox="1"/>
              <p:nvPr/>
            </p:nvSpPr>
            <p:spPr>
              <a:xfrm>
                <a:off x="444500" y="3120575"/>
                <a:ext cx="10985500" cy="2046714"/>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sz="1600" dirty="0">
                    <a:solidFill>
                      <a:schemeClr val="bg1"/>
                    </a:solidFill>
                  </a:rPr>
                  <a:t>RMSE: Root Mean Square Error; optimal value is 0.0</a:t>
                </a:r>
              </a:p>
              <a:p>
                <a:pPr marL="285750" indent="-285750">
                  <a:spcAft>
                    <a:spcPts val="600"/>
                  </a:spcAft>
                  <a:buFont typeface="Arial" panose="020B0604020202020204" pitchFamily="34" charset="0"/>
                  <a:buChar char="•"/>
                </a:pPr>
                <a:r>
                  <a:rPr lang="en-US" sz="1600" dirty="0">
                    <a:solidFill>
                      <a:schemeClr val="bg1"/>
                    </a:solidFill>
                  </a:rPr>
                  <a:t>NSE: Nash-Sutcliffe Efficiency is a normalized statistic that determines the relative magnitude of the residual variance ("noise") compared to the measured data variance ("information"); varies between -</a:t>
                </a:r>
                <a14:m>
                  <m:oMath xmlns:m="http://schemas.openxmlformats.org/officeDocument/2006/math">
                    <m:r>
                      <a:rPr lang="en-US" sz="1600" i="1" smtClean="0">
                        <a:solidFill>
                          <a:schemeClr val="bg1"/>
                        </a:solidFill>
                        <a:latin typeface="Cambria Math" panose="02040503050406030204" pitchFamily="18" charset="0"/>
                        <a:ea typeface="Cambria Math" panose="02040503050406030204" pitchFamily="18" charset="0"/>
                      </a:rPr>
                      <m:t>∞</m:t>
                    </m:r>
                  </m:oMath>
                </a14:m>
                <a:r>
                  <a:rPr lang="en-US" sz="1600" dirty="0">
                    <a:solidFill>
                      <a:schemeClr val="bg1"/>
                    </a:solidFill>
                  </a:rPr>
                  <a:t> and 1; optimal value is 1.0</a:t>
                </a:r>
              </a:p>
              <a:p>
                <a:pPr marL="285750" indent="-285750">
                  <a:spcAft>
                    <a:spcPts val="600"/>
                  </a:spcAft>
                  <a:buFont typeface="Arial" panose="020B0604020202020204" pitchFamily="34" charset="0"/>
                  <a:buChar char="•"/>
                </a:pPr>
                <a:r>
                  <a:rPr lang="en-US" sz="1600" dirty="0">
                    <a:solidFill>
                      <a:schemeClr val="bg1"/>
                    </a:solidFill>
                  </a:rPr>
                  <a:t>VE: Volumetric Efficiency was proposed in order to circumvent some problems associated with the Nash Sutcliffe efficiency. It ranges from 0 to 1; optimal value is 1.0</a:t>
                </a:r>
              </a:p>
              <a:p>
                <a:pPr marL="285750" indent="-285750">
                  <a:spcAft>
                    <a:spcPts val="600"/>
                  </a:spcAft>
                  <a:buFont typeface="Arial" panose="020B0604020202020204" pitchFamily="34" charset="0"/>
                  <a:buChar char="•"/>
                </a:pPr>
                <a:r>
                  <a:rPr lang="en-US" sz="1600" dirty="0">
                    <a:solidFill>
                      <a:schemeClr val="bg1"/>
                    </a:solidFill>
                  </a:rPr>
                  <a:t>PBIAS: Percent bias; optimal value is 0.0</a:t>
                </a:r>
              </a:p>
            </p:txBody>
          </p:sp>
        </mc:Choice>
        <mc:Fallback xmlns="">
          <p:sp>
            <p:nvSpPr>
              <p:cNvPr id="9" name="TextBox 8">
                <a:extLst>
                  <a:ext uri="{FF2B5EF4-FFF2-40B4-BE49-F238E27FC236}">
                    <a16:creationId xmlns:a16="http://schemas.microsoft.com/office/drawing/2014/main" id="{6A28C9E6-DEA6-A54C-C3AA-CE1C179A3919}"/>
                  </a:ext>
                </a:extLst>
              </p:cNvPr>
              <p:cNvSpPr txBox="1">
                <a:spLocks noRot="1" noChangeAspect="1" noMove="1" noResize="1" noEditPoints="1" noAdjustHandles="1" noChangeArrowheads="1" noChangeShapeType="1" noTextEdit="1"/>
              </p:cNvSpPr>
              <p:nvPr/>
            </p:nvSpPr>
            <p:spPr>
              <a:xfrm>
                <a:off x="444500" y="3120575"/>
                <a:ext cx="10985500" cy="2046714"/>
              </a:xfrm>
              <a:prstGeom prst="rect">
                <a:avLst/>
              </a:prstGeom>
              <a:blipFill>
                <a:blip r:embed="rId7"/>
                <a:stretch>
                  <a:fillRect l="-222" t="-893" b="-2976"/>
                </a:stretch>
              </a:blipFill>
            </p:spPr>
            <p:txBody>
              <a:bodyPr/>
              <a:lstStyle/>
              <a:p>
                <a:r>
                  <a:rPr lang="en-US">
                    <a:noFill/>
                  </a:rPr>
                  <a:t> </a:t>
                </a:r>
              </a:p>
            </p:txBody>
          </p:sp>
        </mc:Fallback>
      </mc:AlternateContent>
    </p:spTree>
    <p:extLst>
      <p:ext uri="{BB962C8B-B14F-4D97-AF65-F5344CB8AC3E}">
        <p14:creationId xmlns:p14="http://schemas.microsoft.com/office/powerpoint/2010/main" val="35314959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9487F-75BC-AEFB-18BB-7326C9D71D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878812-A590-A513-87E5-3839337FEF94}"/>
              </a:ext>
            </a:extLst>
          </p:cNvPr>
          <p:cNvSpPr>
            <a:spLocks noGrp="1"/>
          </p:cNvSpPr>
          <p:nvPr>
            <p:ph type="title"/>
          </p:nvPr>
        </p:nvSpPr>
        <p:spPr/>
        <p:txBody>
          <a:bodyPr/>
          <a:lstStyle/>
          <a:p>
            <a:r>
              <a:rPr lang="en-US" dirty="0"/>
              <a:t>Comparison of output</a:t>
            </a:r>
          </a:p>
        </p:txBody>
      </p:sp>
      <p:sp>
        <p:nvSpPr>
          <p:cNvPr id="5" name="Content Placeholder 2">
            <a:extLst>
              <a:ext uri="{FF2B5EF4-FFF2-40B4-BE49-F238E27FC236}">
                <a16:creationId xmlns:a16="http://schemas.microsoft.com/office/drawing/2014/main" id="{5745B834-A1C3-D753-D256-2587E01679AE}"/>
              </a:ext>
            </a:extLst>
          </p:cNvPr>
          <p:cNvSpPr txBox="1">
            <a:spLocks/>
          </p:cNvSpPr>
          <p:nvPr/>
        </p:nvSpPr>
        <p:spPr bwMode="auto">
          <a:xfrm>
            <a:off x="577111" y="1117600"/>
            <a:ext cx="8591760"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t" anchorCtr="0" compatLnSpc="1">
            <a:prstTxWarp prst="textNoShape">
              <a:avLst/>
            </a:prstTxWarp>
          </a:bodyPr>
          <a:lstStyle>
            <a:lvl1pPr marL="342900" indent="-342900" algn="l" rtl="0" eaLnBrk="0" fontAlgn="base" hangingPunct="0">
              <a:spcBef>
                <a:spcPct val="20000"/>
              </a:spcBef>
              <a:spcAft>
                <a:spcPct val="0"/>
              </a:spcAft>
              <a:buClr>
                <a:srgbClr val="FFFF99"/>
              </a:buClr>
              <a:buSzPct val="125000"/>
              <a:buFont typeface="Wingdings" pitchFamily="2" charset="2"/>
              <a:buChar char="§"/>
              <a:defRPr sz="2800" b="1">
                <a:solidFill>
                  <a:schemeClr val="bg1"/>
                </a:solidFill>
                <a:latin typeface="+mn-lt"/>
                <a:ea typeface="+mn-ea"/>
                <a:cs typeface="+mn-cs"/>
              </a:defRPr>
            </a:lvl1pPr>
            <a:lvl2pPr marL="742950" indent="-285750" algn="l" rtl="0" eaLnBrk="0" fontAlgn="base" hangingPunct="0">
              <a:spcBef>
                <a:spcPct val="20000"/>
              </a:spcBef>
              <a:spcAft>
                <a:spcPct val="0"/>
              </a:spcAft>
              <a:buClr>
                <a:srgbClr val="FFFF99"/>
              </a:buClr>
              <a:buSzPct val="125000"/>
              <a:buFont typeface="Wingdings" pitchFamily="2" charset="2"/>
              <a:buChar char="§"/>
              <a:defRPr sz="2400" b="1">
                <a:solidFill>
                  <a:schemeClr val="bg1"/>
                </a:solidFill>
                <a:latin typeface="+mn-lt"/>
              </a:defRPr>
            </a:lvl2pPr>
            <a:lvl3pPr marL="1143000" indent="-228600" algn="l" rtl="0" eaLnBrk="0" fontAlgn="base" hangingPunct="0">
              <a:spcBef>
                <a:spcPct val="20000"/>
              </a:spcBef>
              <a:spcAft>
                <a:spcPct val="0"/>
              </a:spcAft>
              <a:buClr>
                <a:srgbClr val="FFFF99"/>
              </a:buClr>
              <a:buSzPct val="125000"/>
              <a:buFont typeface="Wingdings" pitchFamily="2" charset="2"/>
              <a:buChar char="§"/>
              <a:defRPr sz="2000" b="1">
                <a:solidFill>
                  <a:schemeClr val="bg1"/>
                </a:solidFill>
                <a:latin typeface="+mn-lt"/>
              </a:defRPr>
            </a:lvl3pPr>
            <a:lvl4pPr marL="1600200" indent="-228600" algn="l" rtl="0" eaLnBrk="0" fontAlgn="base" hangingPunct="0">
              <a:spcBef>
                <a:spcPct val="20000"/>
              </a:spcBef>
              <a:spcAft>
                <a:spcPct val="0"/>
              </a:spcAft>
              <a:buClr>
                <a:srgbClr val="FFFF99"/>
              </a:buClr>
              <a:buSzPct val="125000"/>
              <a:buFont typeface="Wingdings" pitchFamily="2" charset="2"/>
              <a:buChar char="§"/>
              <a:defRPr b="1">
                <a:solidFill>
                  <a:schemeClr val="bg1"/>
                </a:solidFill>
                <a:latin typeface="+mn-lt"/>
              </a:defRPr>
            </a:lvl4pPr>
            <a:lvl5pPr marL="2057400" indent="-228600" algn="l" rtl="0" eaLnBrk="0" fontAlgn="base" hangingPunct="0">
              <a:spcBef>
                <a:spcPct val="20000"/>
              </a:spcBef>
              <a:spcAft>
                <a:spcPct val="0"/>
              </a:spcAft>
              <a:buClr>
                <a:srgbClr val="FFFF99"/>
              </a:buClr>
              <a:buSzPct val="125000"/>
              <a:buFont typeface="Wingdings" pitchFamily="2" charset="2"/>
              <a:buChar char="§"/>
              <a:defRPr b="1">
                <a:solidFill>
                  <a:schemeClr val="bg1"/>
                </a:solidFill>
                <a:latin typeface="+mn-lt"/>
              </a:defRPr>
            </a:lvl5pPr>
            <a:lvl6pPr marL="2514600" indent="-228600" algn="l" rtl="0" eaLnBrk="0" fontAlgn="base" hangingPunct="0">
              <a:spcBef>
                <a:spcPct val="20000"/>
              </a:spcBef>
              <a:spcAft>
                <a:spcPct val="0"/>
              </a:spcAft>
              <a:buClr>
                <a:srgbClr val="FFFF99"/>
              </a:buClr>
              <a:buSzPct val="125000"/>
              <a:buFont typeface="Wingdings" pitchFamily="2" charset="2"/>
              <a:buChar char="§"/>
              <a:defRPr b="1">
                <a:solidFill>
                  <a:schemeClr val="bg1"/>
                </a:solidFill>
                <a:latin typeface="+mn-lt"/>
              </a:defRPr>
            </a:lvl6pPr>
            <a:lvl7pPr marL="2971800" indent="-228600" algn="l" rtl="0" eaLnBrk="0" fontAlgn="base" hangingPunct="0">
              <a:spcBef>
                <a:spcPct val="20000"/>
              </a:spcBef>
              <a:spcAft>
                <a:spcPct val="0"/>
              </a:spcAft>
              <a:buClr>
                <a:srgbClr val="FFFF99"/>
              </a:buClr>
              <a:buSzPct val="125000"/>
              <a:buFont typeface="Wingdings" pitchFamily="2" charset="2"/>
              <a:buChar char="§"/>
              <a:defRPr b="1">
                <a:solidFill>
                  <a:schemeClr val="bg1"/>
                </a:solidFill>
                <a:latin typeface="+mn-lt"/>
              </a:defRPr>
            </a:lvl7pPr>
            <a:lvl8pPr marL="3429000" indent="-228600" algn="l" rtl="0" eaLnBrk="0" fontAlgn="base" hangingPunct="0">
              <a:spcBef>
                <a:spcPct val="20000"/>
              </a:spcBef>
              <a:spcAft>
                <a:spcPct val="0"/>
              </a:spcAft>
              <a:buClr>
                <a:srgbClr val="FFFF99"/>
              </a:buClr>
              <a:buSzPct val="125000"/>
              <a:buFont typeface="Wingdings" pitchFamily="2" charset="2"/>
              <a:buChar char="§"/>
              <a:defRPr b="1">
                <a:solidFill>
                  <a:schemeClr val="bg1"/>
                </a:solidFill>
                <a:latin typeface="+mn-lt"/>
              </a:defRPr>
            </a:lvl8pPr>
            <a:lvl9pPr marL="3886200" indent="-228600" algn="l" rtl="0" eaLnBrk="0" fontAlgn="base" hangingPunct="0">
              <a:spcBef>
                <a:spcPct val="20000"/>
              </a:spcBef>
              <a:spcAft>
                <a:spcPct val="0"/>
              </a:spcAft>
              <a:buClr>
                <a:srgbClr val="FFFF99"/>
              </a:buClr>
              <a:buSzPct val="125000"/>
              <a:buFont typeface="Wingdings" pitchFamily="2" charset="2"/>
              <a:buChar char="§"/>
              <a:defRPr b="1">
                <a:solidFill>
                  <a:schemeClr val="bg1"/>
                </a:solidFill>
                <a:latin typeface="+mn-lt"/>
              </a:defRPr>
            </a:lvl9pPr>
          </a:lstStyle>
          <a:p>
            <a:pPr>
              <a:spcBef>
                <a:spcPts val="600"/>
              </a:spcBef>
            </a:pPr>
            <a:r>
              <a:rPr lang="en-US" kern="0" dirty="0"/>
              <a:t>Model setup uses </a:t>
            </a:r>
            <a:r>
              <a:rPr lang="en-US" kern="0" dirty="0" err="1"/>
              <a:t>FloPy</a:t>
            </a:r>
            <a:endParaRPr lang="en-US" kern="0" dirty="0"/>
          </a:p>
          <a:p>
            <a:pPr>
              <a:spcBef>
                <a:spcPts val="600"/>
              </a:spcBef>
            </a:pPr>
            <a:r>
              <a:rPr lang="en-US" kern="0" dirty="0"/>
              <a:t>Extensive use of the Time Series utility</a:t>
            </a:r>
          </a:p>
          <a:p>
            <a:pPr>
              <a:spcBef>
                <a:spcPts val="600"/>
              </a:spcBef>
            </a:pPr>
            <a:r>
              <a:rPr lang="en-US" kern="0" dirty="0"/>
              <a:t>Initial results are encouraging:</a:t>
            </a:r>
          </a:p>
        </p:txBody>
      </p:sp>
      <p:pic>
        <p:nvPicPr>
          <p:cNvPr id="4" name="Picture 3">
            <a:extLst>
              <a:ext uri="{FF2B5EF4-FFF2-40B4-BE49-F238E27FC236}">
                <a16:creationId xmlns:a16="http://schemas.microsoft.com/office/drawing/2014/main" id="{712C4E37-06D9-327F-9898-218DBEC71DB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5960" y="210960"/>
            <a:ext cx="2413530" cy="3218040"/>
          </a:xfrm>
          <a:prstGeom prst="rect">
            <a:avLst/>
          </a:prstGeom>
        </p:spPr>
      </p:pic>
      <p:pic>
        <p:nvPicPr>
          <p:cNvPr id="6" name="Picture 5">
            <a:extLst>
              <a:ext uri="{FF2B5EF4-FFF2-40B4-BE49-F238E27FC236}">
                <a16:creationId xmlns:a16="http://schemas.microsoft.com/office/drawing/2014/main" id="{289EB95C-6730-09EF-B7FD-AF1E48D0CBF9}"/>
              </a:ext>
            </a:extLst>
          </p:cNvPr>
          <p:cNvPicPr>
            <a:picLocks noChangeAspect="1"/>
          </p:cNvPicPr>
          <p:nvPr/>
        </p:nvPicPr>
        <p:blipFill>
          <a:blip r:embed="rId4">
            <a:extLst>
              <a:ext uri="{28A0092B-C50C-407E-A947-70E740481C1C}">
                <a14:useLocalDpi xmlns:a14="http://schemas.microsoft.com/office/drawing/2010/main" val="0"/>
              </a:ext>
            </a:extLst>
          </a:blip>
          <a:srcRect l="4875" t="11349" r="9352" b="3810"/>
          <a:stretch>
            <a:fillRect/>
          </a:stretch>
        </p:blipFill>
        <p:spPr>
          <a:xfrm>
            <a:off x="3436566" y="2822162"/>
            <a:ext cx="4748584" cy="3883438"/>
          </a:xfrm>
          <a:prstGeom prst="rect">
            <a:avLst/>
          </a:prstGeom>
        </p:spPr>
      </p:pic>
    </p:spTree>
    <p:extLst>
      <p:ext uri="{BB962C8B-B14F-4D97-AF65-F5344CB8AC3E}">
        <p14:creationId xmlns:p14="http://schemas.microsoft.com/office/powerpoint/2010/main" val="2274884987"/>
      </p:ext>
    </p:extLst>
  </p:cSld>
  <p:clrMapOvr>
    <a:masterClrMapping/>
  </p:clrMapOvr>
  <mc:AlternateContent xmlns:mc="http://schemas.openxmlformats.org/markup-compatibility/2006" xmlns:p14="http://schemas.microsoft.com/office/powerpoint/2010/main">
    <mc:Choice Requires="p14">
      <p:transition spd="slow" p14:dur="2000" advTm="34081"/>
    </mc:Choice>
    <mc:Fallback xmlns="">
      <p:transition spd="slow" advTm="34081"/>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9487F-75BC-AEFB-18BB-7326C9D71D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878812-A590-A513-87E5-3839337FEF94}"/>
              </a:ext>
            </a:extLst>
          </p:cNvPr>
          <p:cNvSpPr>
            <a:spLocks noGrp="1"/>
          </p:cNvSpPr>
          <p:nvPr>
            <p:ph type="title"/>
          </p:nvPr>
        </p:nvSpPr>
        <p:spPr/>
        <p:txBody>
          <a:bodyPr/>
          <a:lstStyle/>
          <a:p>
            <a:r>
              <a:rPr lang="en-US" dirty="0"/>
              <a:t>Comparison of output</a:t>
            </a:r>
          </a:p>
        </p:txBody>
      </p:sp>
      <p:sp>
        <p:nvSpPr>
          <p:cNvPr id="5" name="Content Placeholder 2">
            <a:extLst>
              <a:ext uri="{FF2B5EF4-FFF2-40B4-BE49-F238E27FC236}">
                <a16:creationId xmlns:a16="http://schemas.microsoft.com/office/drawing/2014/main" id="{5745B834-A1C3-D753-D256-2587E01679AE}"/>
              </a:ext>
            </a:extLst>
          </p:cNvPr>
          <p:cNvSpPr txBox="1">
            <a:spLocks/>
          </p:cNvSpPr>
          <p:nvPr/>
        </p:nvSpPr>
        <p:spPr bwMode="auto">
          <a:xfrm>
            <a:off x="1103707" y="4220029"/>
            <a:ext cx="8591760"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t" anchorCtr="0" compatLnSpc="1">
            <a:prstTxWarp prst="textNoShape">
              <a:avLst/>
            </a:prstTxWarp>
          </a:bodyPr>
          <a:lstStyle>
            <a:lvl1pPr marL="342900" indent="-342900" algn="l" rtl="0" eaLnBrk="0" fontAlgn="base" hangingPunct="0">
              <a:spcBef>
                <a:spcPct val="20000"/>
              </a:spcBef>
              <a:spcAft>
                <a:spcPct val="0"/>
              </a:spcAft>
              <a:buClr>
                <a:srgbClr val="FFFF99"/>
              </a:buClr>
              <a:buSzPct val="125000"/>
              <a:buFont typeface="Wingdings" pitchFamily="2" charset="2"/>
              <a:buChar char="§"/>
              <a:defRPr sz="2800" b="1">
                <a:solidFill>
                  <a:schemeClr val="bg1"/>
                </a:solidFill>
                <a:latin typeface="+mn-lt"/>
                <a:ea typeface="+mn-ea"/>
                <a:cs typeface="+mn-cs"/>
              </a:defRPr>
            </a:lvl1pPr>
            <a:lvl2pPr marL="742950" indent="-285750" algn="l" rtl="0" eaLnBrk="0" fontAlgn="base" hangingPunct="0">
              <a:spcBef>
                <a:spcPct val="20000"/>
              </a:spcBef>
              <a:spcAft>
                <a:spcPct val="0"/>
              </a:spcAft>
              <a:buClr>
                <a:srgbClr val="FFFF99"/>
              </a:buClr>
              <a:buSzPct val="125000"/>
              <a:buFont typeface="Wingdings" pitchFamily="2" charset="2"/>
              <a:buChar char="§"/>
              <a:defRPr sz="2400" b="1">
                <a:solidFill>
                  <a:schemeClr val="bg1"/>
                </a:solidFill>
                <a:latin typeface="+mn-lt"/>
              </a:defRPr>
            </a:lvl2pPr>
            <a:lvl3pPr marL="1143000" indent="-228600" algn="l" rtl="0" eaLnBrk="0" fontAlgn="base" hangingPunct="0">
              <a:spcBef>
                <a:spcPct val="20000"/>
              </a:spcBef>
              <a:spcAft>
                <a:spcPct val="0"/>
              </a:spcAft>
              <a:buClr>
                <a:srgbClr val="FFFF99"/>
              </a:buClr>
              <a:buSzPct val="125000"/>
              <a:buFont typeface="Wingdings" pitchFamily="2" charset="2"/>
              <a:buChar char="§"/>
              <a:defRPr sz="2000" b="1">
                <a:solidFill>
                  <a:schemeClr val="bg1"/>
                </a:solidFill>
                <a:latin typeface="+mn-lt"/>
              </a:defRPr>
            </a:lvl3pPr>
            <a:lvl4pPr marL="1600200" indent="-228600" algn="l" rtl="0" eaLnBrk="0" fontAlgn="base" hangingPunct="0">
              <a:spcBef>
                <a:spcPct val="20000"/>
              </a:spcBef>
              <a:spcAft>
                <a:spcPct val="0"/>
              </a:spcAft>
              <a:buClr>
                <a:srgbClr val="FFFF99"/>
              </a:buClr>
              <a:buSzPct val="125000"/>
              <a:buFont typeface="Wingdings" pitchFamily="2" charset="2"/>
              <a:buChar char="§"/>
              <a:defRPr b="1">
                <a:solidFill>
                  <a:schemeClr val="bg1"/>
                </a:solidFill>
                <a:latin typeface="+mn-lt"/>
              </a:defRPr>
            </a:lvl4pPr>
            <a:lvl5pPr marL="2057400" indent="-228600" algn="l" rtl="0" eaLnBrk="0" fontAlgn="base" hangingPunct="0">
              <a:spcBef>
                <a:spcPct val="20000"/>
              </a:spcBef>
              <a:spcAft>
                <a:spcPct val="0"/>
              </a:spcAft>
              <a:buClr>
                <a:srgbClr val="FFFF99"/>
              </a:buClr>
              <a:buSzPct val="125000"/>
              <a:buFont typeface="Wingdings" pitchFamily="2" charset="2"/>
              <a:buChar char="§"/>
              <a:defRPr b="1">
                <a:solidFill>
                  <a:schemeClr val="bg1"/>
                </a:solidFill>
                <a:latin typeface="+mn-lt"/>
              </a:defRPr>
            </a:lvl5pPr>
            <a:lvl6pPr marL="2514600" indent="-228600" algn="l" rtl="0" eaLnBrk="0" fontAlgn="base" hangingPunct="0">
              <a:spcBef>
                <a:spcPct val="20000"/>
              </a:spcBef>
              <a:spcAft>
                <a:spcPct val="0"/>
              </a:spcAft>
              <a:buClr>
                <a:srgbClr val="FFFF99"/>
              </a:buClr>
              <a:buSzPct val="125000"/>
              <a:buFont typeface="Wingdings" pitchFamily="2" charset="2"/>
              <a:buChar char="§"/>
              <a:defRPr b="1">
                <a:solidFill>
                  <a:schemeClr val="bg1"/>
                </a:solidFill>
                <a:latin typeface="+mn-lt"/>
              </a:defRPr>
            </a:lvl6pPr>
            <a:lvl7pPr marL="2971800" indent="-228600" algn="l" rtl="0" eaLnBrk="0" fontAlgn="base" hangingPunct="0">
              <a:spcBef>
                <a:spcPct val="20000"/>
              </a:spcBef>
              <a:spcAft>
                <a:spcPct val="0"/>
              </a:spcAft>
              <a:buClr>
                <a:srgbClr val="FFFF99"/>
              </a:buClr>
              <a:buSzPct val="125000"/>
              <a:buFont typeface="Wingdings" pitchFamily="2" charset="2"/>
              <a:buChar char="§"/>
              <a:defRPr b="1">
                <a:solidFill>
                  <a:schemeClr val="bg1"/>
                </a:solidFill>
                <a:latin typeface="+mn-lt"/>
              </a:defRPr>
            </a:lvl7pPr>
            <a:lvl8pPr marL="3429000" indent="-228600" algn="l" rtl="0" eaLnBrk="0" fontAlgn="base" hangingPunct="0">
              <a:spcBef>
                <a:spcPct val="20000"/>
              </a:spcBef>
              <a:spcAft>
                <a:spcPct val="0"/>
              </a:spcAft>
              <a:buClr>
                <a:srgbClr val="FFFF99"/>
              </a:buClr>
              <a:buSzPct val="125000"/>
              <a:buFont typeface="Wingdings" pitchFamily="2" charset="2"/>
              <a:buChar char="§"/>
              <a:defRPr b="1">
                <a:solidFill>
                  <a:schemeClr val="bg1"/>
                </a:solidFill>
                <a:latin typeface="+mn-lt"/>
              </a:defRPr>
            </a:lvl8pPr>
            <a:lvl9pPr marL="3886200" indent="-228600" algn="l" rtl="0" eaLnBrk="0" fontAlgn="base" hangingPunct="0">
              <a:spcBef>
                <a:spcPct val="20000"/>
              </a:spcBef>
              <a:spcAft>
                <a:spcPct val="0"/>
              </a:spcAft>
              <a:buClr>
                <a:srgbClr val="FFFF99"/>
              </a:buClr>
              <a:buSzPct val="125000"/>
              <a:buFont typeface="Wingdings" pitchFamily="2" charset="2"/>
              <a:buChar char="§"/>
              <a:defRPr b="1">
                <a:solidFill>
                  <a:schemeClr val="bg1"/>
                </a:solidFill>
                <a:latin typeface="+mn-lt"/>
              </a:defRPr>
            </a:lvl9pPr>
          </a:lstStyle>
          <a:p>
            <a:pPr marL="0" indent="0">
              <a:spcBef>
                <a:spcPts val="600"/>
              </a:spcBef>
              <a:buNone/>
            </a:pPr>
            <a:r>
              <a:rPr lang="en-US" sz="1800" kern="0" dirty="0"/>
              <a:t>(constant shade factor value was 0.98)</a:t>
            </a: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8D680F36-158B-73A8-C516-8475B0D9BCC9}"/>
                  </a:ext>
                </a:extLst>
              </p:cNvPr>
              <p:cNvGraphicFramePr>
                <a:graphicFrameLocks noGrp="1"/>
              </p:cNvGraphicFramePr>
              <p:nvPr>
                <p:extLst>
                  <p:ext uri="{D42A27DB-BD31-4B8C-83A1-F6EECF244321}">
                    <p14:modId xmlns:p14="http://schemas.microsoft.com/office/powerpoint/2010/main" val="1153708938"/>
                  </p:ext>
                </p:extLst>
              </p:nvPr>
            </p:nvGraphicFramePr>
            <p:xfrm>
              <a:off x="1204232" y="1498156"/>
              <a:ext cx="9637940" cy="2453368"/>
            </p:xfrm>
            <a:graphic>
              <a:graphicData uri="http://schemas.openxmlformats.org/drawingml/2006/table">
                <a:tbl>
                  <a:tblPr firstRow="1" bandRow="1">
                    <a:tableStyleId>{5C22544A-7EE6-4342-B048-85BDC9FD1C3A}</a:tableStyleId>
                  </a:tblPr>
                  <a:tblGrid>
                    <a:gridCol w="4100303">
                      <a:extLst>
                        <a:ext uri="{9D8B030D-6E8A-4147-A177-3AD203B41FA5}">
                          <a16:colId xmlns:a16="http://schemas.microsoft.com/office/drawing/2014/main" val="3330889204"/>
                        </a:ext>
                      </a:extLst>
                    </a:gridCol>
                    <a:gridCol w="1158781">
                      <a:extLst>
                        <a:ext uri="{9D8B030D-6E8A-4147-A177-3AD203B41FA5}">
                          <a16:colId xmlns:a16="http://schemas.microsoft.com/office/drawing/2014/main" val="1712828328"/>
                        </a:ext>
                      </a:extLst>
                    </a:gridCol>
                    <a:gridCol w="1753028">
                      <a:extLst>
                        <a:ext uri="{9D8B030D-6E8A-4147-A177-3AD203B41FA5}">
                          <a16:colId xmlns:a16="http://schemas.microsoft.com/office/drawing/2014/main" val="71121892"/>
                        </a:ext>
                      </a:extLst>
                    </a:gridCol>
                    <a:gridCol w="1255347">
                      <a:extLst>
                        <a:ext uri="{9D8B030D-6E8A-4147-A177-3AD203B41FA5}">
                          <a16:colId xmlns:a16="http://schemas.microsoft.com/office/drawing/2014/main" val="1293864682"/>
                        </a:ext>
                      </a:extLst>
                    </a:gridCol>
                    <a:gridCol w="1370481">
                      <a:extLst>
                        <a:ext uri="{9D8B030D-6E8A-4147-A177-3AD203B41FA5}">
                          <a16:colId xmlns:a16="http://schemas.microsoft.com/office/drawing/2014/main" val="2494813364"/>
                        </a:ext>
                      </a:extLst>
                    </a:gridCol>
                  </a:tblGrid>
                  <a:tr h="613342">
                    <a:tc>
                      <a:txBody>
                        <a:bodyPr/>
                        <a:lstStyle/>
                        <a:p>
                          <a:endParaRPr lang="en-US" dirty="0"/>
                        </a:p>
                      </a:txBody>
                      <a:tcPr/>
                    </a:tc>
                    <a:tc>
                      <a:txBody>
                        <a:bodyPr/>
                        <a:lstStyle/>
                        <a:p>
                          <a:r>
                            <a:rPr lang="en-US" dirty="0"/>
                            <a:t>RMSE</a:t>
                          </a:r>
                        </a:p>
                      </a:txBody>
                      <a:tcPr/>
                    </a:tc>
                    <a:tc>
                      <a:txBody>
                        <a:bodyPr/>
                        <a:lstStyle/>
                        <a:p>
                          <a:r>
                            <a:rPr lang="en-US" dirty="0"/>
                            <a:t>NSE (</a:t>
                          </a:r>
                          <a:r>
                            <a:rPr lang="en-US" sz="1800" dirty="0">
                              <a:solidFill>
                                <a:schemeClr val="bg1"/>
                              </a:solidFill>
                            </a:rPr>
                            <a:t>-</a:t>
                          </a:r>
                          <a14:m>
                            <m:oMath xmlns:m="http://schemas.openxmlformats.org/officeDocument/2006/math">
                              <m:r>
                                <a:rPr lang="en-US" sz="1800" i="1" smtClean="0">
                                  <a:solidFill>
                                    <a:schemeClr val="bg1"/>
                                  </a:solidFill>
                                  <a:latin typeface="Cambria Math" panose="02040503050406030204" pitchFamily="18" charset="0"/>
                                  <a:ea typeface="Cambria Math" panose="02040503050406030204" pitchFamily="18" charset="0"/>
                                </a:rPr>
                                <m:t>∞</m:t>
                              </m:r>
                            </m:oMath>
                          </a14:m>
                          <a:r>
                            <a:rPr lang="en-US" dirty="0"/>
                            <a:t> - 1)</a:t>
                          </a:r>
                        </a:p>
                      </a:txBody>
                      <a:tcPr/>
                    </a:tc>
                    <a:tc>
                      <a:txBody>
                        <a:bodyPr/>
                        <a:lstStyle/>
                        <a:p>
                          <a:r>
                            <a:rPr lang="en-US" dirty="0"/>
                            <a:t>VE (0-1)</a:t>
                          </a:r>
                        </a:p>
                      </a:txBody>
                      <a:tcPr/>
                    </a:tc>
                    <a:tc>
                      <a:txBody>
                        <a:bodyPr/>
                        <a:lstStyle/>
                        <a:p>
                          <a:r>
                            <a:rPr lang="en-US" dirty="0"/>
                            <a:t>PBIAS</a:t>
                          </a:r>
                        </a:p>
                      </a:txBody>
                      <a:tcPr/>
                    </a:tc>
                    <a:extLst>
                      <a:ext uri="{0D108BD9-81ED-4DB2-BD59-A6C34878D82A}">
                        <a16:rowId xmlns:a16="http://schemas.microsoft.com/office/drawing/2014/main" val="2407146343"/>
                      </a:ext>
                    </a:extLst>
                  </a:tr>
                  <a:tr h="613342">
                    <a:tc>
                      <a:txBody>
                        <a:bodyPr/>
                        <a:lstStyle/>
                        <a:p>
                          <a:r>
                            <a:rPr lang="en-US" dirty="0"/>
                            <a:t>Leach et al. (2021)</a:t>
                          </a:r>
                        </a:p>
                      </a:txBody>
                      <a:tcPr/>
                    </a:tc>
                    <a:tc>
                      <a:txBody>
                        <a:bodyPr/>
                        <a:lstStyle/>
                        <a:p>
                          <a:r>
                            <a:rPr lang="en-US" dirty="0"/>
                            <a:t>0.84</a:t>
                          </a:r>
                          <a:r>
                            <a:rPr lang="en-US" dirty="0">
                              <a:latin typeface="Calibri" panose="020F0502020204030204" pitchFamily="34" charset="0"/>
                              <a:ea typeface="Calibri" panose="020F0502020204030204" pitchFamily="34" charset="0"/>
                              <a:cs typeface="Calibri" panose="020F0502020204030204" pitchFamily="34" charset="0"/>
                            </a:rPr>
                            <a:t>˚C</a:t>
                          </a:r>
                          <a:endParaRPr lang="en-US" dirty="0"/>
                        </a:p>
                      </a:txBody>
                      <a:tcPr/>
                    </a:tc>
                    <a:tc>
                      <a:txBody>
                        <a:bodyPr/>
                        <a:lstStyle/>
                        <a:p>
                          <a:r>
                            <a:rPr lang="en-US" dirty="0"/>
                            <a:t>0.87</a:t>
                          </a:r>
                        </a:p>
                      </a:txBody>
                      <a:tcPr/>
                    </a:tc>
                    <a:tc>
                      <a:txBody>
                        <a:bodyPr/>
                        <a:lstStyle/>
                        <a:p>
                          <a:r>
                            <a:rPr lang="en-US" dirty="0"/>
                            <a:t>0.94</a:t>
                          </a:r>
                        </a:p>
                      </a:txBody>
                      <a:tcPr/>
                    </a:tc>
                    <a:tc>
                      <a:txBody>
                        <a:bodyPr/>
                        <a:lstStyle/>
                        <a:p>
                          <a:r>
                            <a:rPr lang="en-US" dirty="0"/>
                            <a:t>-0.31%</a:t>
                          </a:r>
                        </a:p>
                      </a:txBody>
                      <a:tcPr/>
                    </a:tc>
                    <a:extLst>
                      <a:ext uri="{0D108BD9-81ED-4DB2-BD59-A6C34878D82A}">
                        <a16:rowId xmlns:a16="http://schemas.microsoft.com/office/drawing/2014/main" val="1743681657"/>
                      </a:ext>
                    </a:extLst>
                  </a:tr>
                  <a:tr h="613342">
                    <a:tc>
                      <a:txBody>
                        <a:bodyPr/>
                        <a:lstStyle/>
                        <a:p>
                          <a:r>
                            <a:rPr lang="en-US" dirty="0"/>
                            <a:t>MODFLOW 6</a:t>
                          </a:r>
                        </a:p>
                      </a:txBody>
                      <a:tcPr/>
                    </a:tc>
                    <a:tc>
                      <a:txBody>
                        <a:bodyPr/>
                        <a:lstStyle/>
                        <a:p>
                          <a:r>
                            <a:rPr lang="en-US" dirty="0"/>
                            <a:t>0.90</a:t>
                          </a:r>
                          <a:r>
                            <a:rPr lang="en-US" dirty="0">
                              <a:latin typeface="Calibri" panose="020F0502020204030204" pitchFamily="34" charset="0"/>
                              <a:ea typeface="Calibri" panose="020F0502020204030204" pitchFamily="34" charset="0"/>
                              <a:cs typeface="Calibri" panose="020F0502020204030204" pitchFamily="34" charset="0"/>
                            </a:rPr>
                            <a:t>˚C</a:t>
                          </a:r>
                          <a:endParaRPr lang="en-US" dirty="0"/>
                        </a:p>
                      </a:txBody>
                      <a:tcPr/>
                    </a:tc>
                    <a:tc>
                      <a:txBody>
                        <a:bodyPr/>
                        <a:lstStyle/>
                        <a:p>
                          <a:r>
                            <a:rPr lang="en-US" dirty="0"/>
                            <a:t>0.85</a:t>
                          </a:r>
                        </a:p>
                      </a:txBody>
                      <a:tcPr/>
                    </a:tc>
                    <a:tc>
                      <a:txBody>
                        <a:bodyPr/>
                        <a:lstStyle/>
                        <a:p>
                          <a:r>
                            <a:rPr lang="en-US" dirty="0"/>
                            <a:t>0.94</a:t>
                          </a:r>
                        </a:p>
                      </a:txBody>
                      <a:tcPr/>
                    </a:tc>
                    <a:tc>
                      <a:txBody>
                        <a:bodyPr/>
                        <a:lstStyle/>
                        <a:p>
                          <a:r>
                            <a:rPr lang="en-US" dirty="0"/>
                            <a:t>3.7%</a:t>
                          </a:r>
                        </a:p>
                      </a:txBody>
                      <a:tcPr/>
                    </a:tc>
                    <a:extLst>
                      <a:ext uri="{0D108BD9-81ED-4DB2-BD59-A6C34878D82A}">
                        <a16:rowId xmlns:a16="http://schemas.microsoft.com/office/drawing/2014/main" val="3243944108"/>
                      </a:ext>
                    </a:extLst>
                  </a:tr>
                  <a:tr h="613342">
                    <a:tc>
                      <a:txBody>
                        <a:bodyPr/>
                        <a:lstStyle/>
                        <a:p>
                          <a:r>
                            <a:rPr lang="en-US" dirty="0"/>
                            <a:t>MODFLOW 6 - Constant Shade</a:t>
                          </a:r>
                        </a:p>
                      </a:txBody>
                      <a:tcPr/>
                    </a:tc>
                    <a:tc>
                      <a:txBody>
                        <a:bodyPr/>
                        <a:lstStyle/>
                        <a:p>
                          <a:r>
                            <a:rPr lang="en-US" dirty="0"/>
                            <a:t>0.68</a:t>
                          </a:r>
                          <a:r>
                            <a:rPr lang="en-US" dirty="0">
                              <a:latin typeface="Calibri" panose="020F0502020204030204" pitchFamily="34" charset="0"/>
                              <a:ea typeface="Calibri" panose="020F0502020204030204" pitchFamily="34" charset="0"/>
                              <a:cs typeface="Calibri" panose="020F0502020204030204" pitchFamily="34" charset="0"/>
                            </a:rPr>
                            <a:t>˚C</a:t>
                          </a:r>
                          <a:endParaRPr lang="en-US" dirty="0"/>
                        </a:p>
                      </a:txBody>
                      <a:tcPr/>
                    </a:tc>
                    <a:tc>
                      <a:txBody>
                        <a:bodyPr/>
                        <a:lstStyle/>
                        <a:p>
                          <a:r>
                            <a:rPr lang="en-US" dirty="0"/>
                            <a:t>0.91</a:t>
                          </a:r>
                        </a:p>
                      </a:txBody>
                      <a:tcPr/>
                    </a:tc>
                    <a:tc>
                      <a:txBody>
                        <a:bodyPr/>
                        <a:lstStyle/>
                        <a:p>
                          <a:r>
                            <a:rPr lang="en-US" dirty="0"/>
                            <a:t>0.95</a:t>
                          </a:r>
                        </a:p>
                      </a:txBody>
                      <a:tcPr/>
                    </a:tc>
                    <a:tc>
                      <a:txBody>
                        <a:bodyPr/>
                        <a:lstStyle/>
                        <a:p>
                          <a:r>
                            <a:rPr lang="en-US" dirty="0"/>
                            <a:t>2.8%</a:t>
                          </a:r>
                        </a:p>
                      </a:txBody>
                      <a:tcPr/>
                    </a:tc>
                    <a:extLst>
                      <a:ext uri="{0D108BD9-81ED-4DB2-BD59-A6C34878D82A}">
                        <a16:rowId xmlns:a16="http://schemas.microsoft.com/office/drawing/2014/main" val="1844699161"/>
                      </a:ext>
                    </a:extLst>
                  </a:tr>
                </a:tbl>
              </a:graphicData>
            </a:graphic>
          </p:graphicFrame>
        </mc:Choice>
        <mc:Fallback xmlns="">
          <p:graphicFrame>
            <p:nvGraphicFramePr>
              <p:cNvPr id="3" name="Table 2">
                <a:extLst>
                  <a:ext uri="{FF2B5EF4-FFF2-40B4-BE49-F238E27FC236}">
                    <a16:creationId xmlns:a16="http://schemas.microsoft.com/office/drawing/2014/main" id="{8D680F36-158B-73A8-C516-8475B0D9BCC9}"/>
                  </a:ext>
                </a:extLst>
              </p:cNvPr>
              <p:cNvGraphicFramePr>
                <a:graphicFrameLocks noGrp="1"/>
              </p:cNvGraphicFramePr>
              <p:nvPr>
                <p:extLst>
                  <p:ext uri="{D42A27DB-BD31-4B8C-83A1-F6EECF244321}">
                    <p14:modId xmlns:p14="http://schemas.microsoft.com/office/powerpoint/2010/main" val="1153708938"/>
                  </p:ext>
                </p:extLst>
              </p:nvPr>
            </p:nvGraphicFramePr>
            <p:xfrm>
              <a:off x="1204232" y="1498156"/>
              <a:ext cx="9637940" cy="2453368"/>
            </p:xfrm>
            <a:graphic>
              <a:graphicData uri="http://schemas.openxmlformats.org/drawingml/2006/table">
                <a:tbl>
                  <a:tblPr firstRow="1" bandRow="1">
                    <a:tableStyleId>{5C22544A-7EE6-4342-B048-85BDC9FD1C3A}</a:tableStyleId>
                  </a:tblPr>
                  <a:tblGrid>
                    <a:gridCol w="4100303">
                      <a:extLst>
                        <a:ext uri="{9D8B030D-6E8A-4147-A177-3AD203B41FA5}">
                          <a16:colId xmlns:a16="http://schemas.microsoft.com/office/drawing/2014/main" val="3330889204"/>
                        </a:ext>
                      </a:extLst>
                    </a:gridCol>
                    <a:gridCol w="1158781">
                      <a:extLst>
                        <a:ext uri="{9D8B030D-6E8A-4147-A177-3AD203B41FA5}">
                          <a16:colId xmlns:a16="http://schemas.microsoft.com/office/drawing/2014/main" val="1712828328"/>
                        </a:ext>
                      </a:extLst>
                    </a:gridCol>
                    <a:gridCol w="1753028">
                      <a:extLst>
                        <a:ext uri="{9D8B030D-6E8A-4147-A177-3AD203B41FA5}">
                          <a16:colId xmlns:a16="http://schemas.microsoft.com/office/drawing/2014/main" val="71121892"/>
                        </a:ext>
                      </a:extLst>
                    </a:gridCol>
                    <a:gridCol w="1255347">
                      <a:extLst>
                        <a:ext uri="{9D8B030D-6E8A-4147-A177-3AD203B41FA5}">
                          <a16:colId xmlns:a16="http://schemas.microsoft.com/office/drawing/2014/main" val="1293864682"/>
                        </a:ext>
                      </a:extLst>
                    </a:gridCol>
                    <a:gridCol w="1370481">
                      <a:extLst>
                        <a:ext uri="{9D8B030D-6E8A-4147-A177-3AD203B41FA5}">
                          <a16:colId xmlns:a16="http://schemas.microsoft.com/office/drawing/2014/main" val="2494813364"/>
                        </a:ext>
                      </a:extLst>
                    </a:gridCol>
                  </a:tblGrid>
                  <a:tr h="613342">
                    <a:tc>
                      <a:txBody>
                        <a:bodyPr/>
                        <a:lstStyle/>
                        <a:p>
                          <a:endParaRPr lang="en-US" dirty="0"/>
                        </a:p>
                      </a:txBody>
                      <a:tcPr/>
                    </a:tc>
                    <a:tc>
                      <a:txBody>
                        <a:bodyPr/>
                        <a:lstStyle/>
                        <a:p>
                          <a:r>
                            <a:rPr lang="en-US" dirty="0"/>
                            <a:t>RMSE</a:t>
                          </a:r>
                        </a:p>
                      </a:txBody>
                      <a:tcPr/>
                    </a:tc>
                    <a:tc>
                      <a:txBody>
                        <a:bodyPr/>
                        <a:lstStyle/>
                        <a:p>
                          <a:endParaRPr lang="en-US"/>
                        </a:p>
                      </a:txBody>
                      <a:tcPr>
                        <a:blipFill>
                          <a:blip r:embed="rId3"/>
                          <a:stretch>
                            <a:fillRect l="-300000" t="-4950" r="-151042" b="-301980"/>
                          </a:stretch>
                        </a:blipFill>
                      </a:tcPr>
                    </a:tc>
                    <a:tc>
                      <a:txBody>
                        <a:bodyPr/>
                        <a:lstStyle/>
                        <a:p>
                          <a:r>
                            <a:rPr lang="en-US" dirty="0"/>
                            <a:t>VE (0-1)</a:t>
                          </a:r>
                        </a:p>
                      </a:txBody>
                      <a:tcPr/>
                    </a:tc>
                    <a:tc>
                      <a:txBody>
                        <a:bodyPr/>
                        <a:lstStyle/>
                        <a:p>
                          <a:r>
                            <a:rPr lang="en-US" dirty="0"/>
                            <a:t>PBIAS</a:t>
                          </a:r>
                        </a:p>
                      </a:txBody>
                      <a:tcPr/>
                    </a:tc>
                    <a:extLst>
                      <a:ext uri="{0D108BD9-81ED-4DB2-BD59-A6C34878D82A}">
                        <a16:rowId xmlns:a16="http://schemas.microsoft.com/office/drawing/2014/main" val="2407146343"/>
                      </a:ext>
                    </a:extLst>
                  </a:tr>
                  <a:tr h="613342">
                    <a:tc>
                      <a:txBody>
                        <a:bodyPr/>
                        <a:lstStyle/>
                        <a:p>
                          <a:r>
                            <a:rPr lang="en-US" dirty="0"/>
                            <a:t>Leach et al. (2021)</a:t>
                          </a:r>
                        </a:p>
                      </a:txBody>
                      <a:tcPr/>
                    </a:tc>
                    <a:tc>
                      <a:txBody>
                        <a:bodyPr/>
                        <a:lstStyle/>
                        <a:p>
                          <a:r>
                            <a:rPr lang="en-US" dirty="0"/>
                            <a:t>0.84</a:t>
                          </a:r>
                          <a:r>
                            <a:rPr lang="en-US" dirty="0">
                              <a:latin typeface="Calibri" panose="020F0502020204030204" pitchFamily="34" charset="0"/>
                              <a:ea typeface="Calibri" panose="020F0502020204030204" pitchFamily="34" charset="0"/>
                              <a:cs typeface="Calibri" panose="020F0502020204030204" pitchFamily="34" charset="0"/>
                            </a:rPr>
                            <a:t>˚C</a:t>
                          </a:r>
                          <a:endParaRPr lang="en-US" dirty="0"/>
                        </a:p>
                      </a:txBody>
                      <a:tcPr/>
                    </a:tc>
                    <a:tc>
                      <a:txBody>
                        <a:bodyPr/>
                        <a:lstStyle/>
                        <a:p>
                          <a:r>
                            <a:rPr lang="en-US" dirty="0"/>
                            <a:t>0.87</a:t>
                          </a:r>
                        </a:p>
                      </a:txBody>
                      <a:tcPr/>
                    </a:tc>
                    <a:tc>
                      <a:txBody>
                        <a:bodyPr/>
                        <a:lstStyle/>
                        <a:p>
                          <a:r>
                            <a:rPr lang="en-US" dirty="0"/>
                            <a:t>0.94</a:t>
                          </a:r>
                        </a:p>
                      </a:txBody>
                      <a:tcPr/>
                    </a:tc>
                    <a:tc>
                      <a:txBody>
                        <a:bodyPr/>
                        <a:lstStyle/>
                        <a:p>
                          <a:r>
                            <a:rPr lang="en-US" dirty="0"/>
                            <a:t>-0.31%</a:t>
                          </a:r>
                        </a:p>
                      </a:txBody>
                      <a:tcPr/>
                    </a:tc>
                    <a:extLst>
                      <a:ext uri="{0D108BD9-81ED-4DB2-BD59-A6C34878D82A}">
                        <a16:rowId xmlns:a16="http://schemas.microsoft.com/office/drawing/2014/main" val="1743681657"/>
                      </a:ext>
                    </a:extLst>
                  </a:tr>
                  <a:tr h="613342">
                    <a:tc>
                      <a:txBody>
                        <a:bodyPr/>
                        <a:lstStyle/>
                        <a:p>
                          <a:r>
                            <a:rPr lang="en-US" dirty="0"/>
                            <a:t>MODFLOW 6</a:t>
                          </a:r>
                        </a:p>
                      </a:txBody>
                      <a:tcPr/>
                    </a:tc>
                    <a:tc>
                      <a:txBody>
                        <a:bodyPr/>
                        <a:lstStyle/>
                        <a:p>
                          <a:r>
                            <a:rPr lang="en-US" dirty="0"/>
                            <a:t>0.90</a:t>
                          </a:r>
                          <a:r>
                            <a:rPr lang="en-US" dirty="0">
                              <a:latin typeface="Calibri" panose="020F0502020204030204" pitchFamily="34" charset="0"/>
                              <a:ea typeface="Calibri" panose="020F0502020204030204" pitchFamily="34" charset="0"/>
                              <a:cs typeface="Calibri" panose="020F0502020204030204" pitchFamily="34" charset="0"/>
                            </a:rPr>
                            <a:t>˚C</a:t>
                          </a:r>
                          <a:endParaRPr lang="en-US" dirty="0"/>
                        </a:p>
                      </a:txBody>
                      <a:tcPr/>
                    </a:tc>
                    <a:tc>
                      <a:txBody>
                        <a:bodyPr/>
                        <a:lstStyle/>
                        <a:p>
                          <a:r>
                            <a:rPr lang="en-US" dirty="0"/>
                            <a:t>0.85</a:t>
                          </a:r>
                        </a:p>
                      </a:txBody>
                      <a:tcPr/>
                    </a:tc>
                    <a:tc>
                      <a:txBody>
                        <a:bodyPr/>
                        <a:lstStyle/>
                        <a:p>
                          <a:r>
                            <a:rPr lang="en-US" dirty="0"/>
                            <a:t>0.94</a:t>
                          </a:r>
                        </a:p>
                      </a:txBody>
                      <a:tcPr/>
                    </a:tc>
                    <a:tc>
                      <a:txBody>
                        <a:bodyPr/>
                        <a:lstStyle/>
                        <a:p>
                          <a:r>
                            <a:rPr lang="en-US" dirty="0"/>
                            <a:t>3.7%</a:t>
                          </a:r>
                        </a:p>
                      </a:txBody>
                      <a:tcPr/>
                    </a:tc>
                    <a:extLst>
                      <a:ext uri="{0D108BD9-81ED-4DB2-BD59-A6C34878D82A}">
                        <a16:rowId xmlns:a16="http://schemas.microsoft.com/office/drawing/2014/main" val="3243944108"/>
                      </a:ext>
                    </a:extLst>
                  </a:tr>
                  <a:tr h="613342">
                    <a:tc>
                      <a:txBody>
                        <a:bodyPr/>
                        <a:lstStyle/>
                        <a:p>
                          <a:r>
                            <a:rPr lang="en-US" dirty="0"/>
                            <a:t>MODFLOW 6 - Constant Shade</a:t>
                          </a:r>
                        </a:p>
                      </a:txBody>
                      <a:tcPr/>
                    </a:tc>
                    <a:tc>
                      <a:txBody>
                        <a:bodyPr/>
                        <a:lstStyle/>
                        <a:p>
                          <a:r>
                            <a:rPr lang="en-US" dirty="0"/>
                            <a:t>0.68</a:t>
                          </a:r>
                          <a:r>
                            <a:rPr lang="en-US" dirty="0">
                              <a:latin typeface="Calibri" panose="020F0502020204030204" pitchFamily="34" charset="0"/>
                              <a:ea typeface="Calibri" panose="020F0502020204030204" pitchFamily="34" charset="0"/>
                              <a:cs typeface="Calibri" panose="020F0502020204030204" pitchFamily="34" charset="0"/>
                            </a:rPr>
                            <a:t>˚C</a:t>
                          </a:r>
                          <a:endParaRPr lang="en-US" dirty="0"/>
                        </a:p>
                      </a:txBody>
                      <a:tcPr/>
                    </a:tc>
                    <a:tc>
                      <a:txBody>
                        <a:bodyPr/>
                        <a:lstStyle/>
                        <a:p>
                          <a:r>
                            <a:rPr lang="en-US" dirty="0"/>
                            <a:t>0.91</a:t>
                          </a:r>
                        </a:p>
                      </a:txBody>
                      <a:tcPr/>
                    </a:tc>
                    <a:tc>
                      <a:txBody>
                        <a:bodyPr/>
                        <a:lstStyle/>
                        <a:p>
                          <a:r>
                            <a:rPr lang="en-US" dirty="0"/>
                            <a:t>0.95</a:t>
                          </a:r>
                        </a:p>
                      </a:txBody>
                      <a:tcPr/>
                    </a:tc>
                    <a:tc>
                      <a:txBody>
                        <a:bodyPr/>
                        <a:lstStyle/>
                        <a:p>
                          <a:r>
                            <a:rPr lang="en-US" dirty="0"/>
                            <a:t>2.8%</a:t>
                          </a:r>
                        </a:p>
                      </a:txBody>
                      <a:tcPr/>
                    </a:tc>
                    <a:extLst>
                      <a:ext uri="{0D108BD9-81ED-4DB2-BD59-A6C34878D82A}">
                        <a16:rowId xmlns:a16="http://schemas.microsoft.com/office/drawing/2014/main" val="1844699161"/>
                      </a:ext>
                    </a:extLst>
                  </a:tr>
                </a:tbl>
              </a:graphicData>
            </a:graphic>
          </p:graphicFrame>
        </mc:Fallback>
      </mc:AlternateContent>
    </p:spTree>
    <p:extLst>
      <p:ext uri="{BB962C8B-B14F-4D97-AF65-F5344CB8AC3E}">
        <p14:creationId xmlns:p14="http://schemas.microsoft.com/office/powerpoint/2010/main" val="2886855664"/>
      </p:ext>
    </p:extLst>
  </p:cSld>
  <p:clrMapOvr>
    <a:masterClrMapping/>
  </p:clrMapOvr>
  <mc:AlternateContent xmlns:mc="http://schemas.openxmlformats.org/markup-compatibility/2006" xmlns:p14="http://schemas.microsoft.com/office/powerpoint/2010/main">
    <mc:Choice Requires="p14">
      <p:transition spd="slow" p14:dur="2000" advTm="34081"/>
    </mc:Choice>
    <mc:Fallback xmlns="">
      <p:transition spd="slow" advTm="34081"/>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p:nvPr>
        </p:nvSpPr>
        <p:spPr/>
        <p:txBody>
          <a:bodyPr/>
          <a:lstStyle/>
          <a:p>
            <a:r>
              <a:rPr lang="en-US" altLang="en-US" dirty="0"/>
              <a:t>Summary</a:t>
            </a:r>
          </a:p>
        </p:txBody>
      </p:sp>
      <p:sp>
        <p:nvSpPr>
          <p:cNvPr id="52227" name="Content Placeholder 2"/>
          <p:cNvSpPr>
            <a:spLocks noGrp="1"/>
          </p:cNvSpPr>
          <p:nvPr>
            <p:ph idx="1"/>
          </p:nvPr>
        </p:nvSpPr>
        <p:spPr>
          <a:xfrm>
            <a:off x="508000" y="1299682"/>
            <a:ext cx="11074400" cy="4495800"/>
          </a:xfrm>
        </p:spPr>
        <p:txBody>
          <a:bodyPr/>
          <a:lstStyle/>
          <a:p>
            <a:r>
              <a:rPr lang="en-US" altLang="en-US" dirty="0"/>
              <a:t>Process-based approach for improved stream temperature modeling readily fits within the object-oriented design of the     MODFLOW 6 framework </a:t>
            </a:r>
          </a:p>
          <a:p>
            <a:r>
              <a:rPr lang="en-US" altLang="en-US" dirty="0"/>
              <a:t>The ABC Package maintains familiar look &amp; feel of MODFLOW packages</a:t>
            </a:r>
          </a:p>
          <a:p>
            <a:r>
              <a:rPr lang="en-US" dirty="0"/>
              <a:t>Compatible with advanced MODFLOW 6 capabilities:</a:t>
            </a:r>
          </a:p>
          <a:p>
            <a:pPr lvl="1"/>
            <a:r>
              <a:rPr lang="en-US" dirty="0"/>
              <a:t>Parallel-enabled</a:t>
            </a:r>
          </a:p>
          <a:p>
            <a:pPr lvl="1"/>
            <a:r>
              <a:rPr lang="en-US" dirty="0"/>
              <a:t>Alternative input format: </a:t>
            </a:r>
            <a:r>
              <a:rPr lang="en-US" dirty="0" err="1"/>
              <a:t>NetCDF</a:t>
            </a:r>
            <a:endParaRPr lang="en-US" dirty="0"/>
          </a:p>
          <a:p>
            <a:pPr lvl="1"/>
            <a:r>
              <a:rPr lang="en-US" dirty="0"/>
              <a:t>Supported in the MODFLOW API</a:t>
            </a:r>
          </a:p>
          <a:p>
            <a:r>
              <a:rPr lang="en-US" altLang="en-US" dirty="0"/>
              <a:t>Supported in </a:t>
            </a:r>
            <a:r>
              <a:rPr lang="en-US" altLang="en-US" dirty="0" err="1"/>
              <a:t>FloPy</a:t>
            </a:r>
            <a:endParaRPr lang="en-US" altLang="en-US" dirty="0"/>
          </a:p>
        </p:txBody>
      </p:sp>
    </p:spTree>
    <p:extLst>
      <p:ext uri="{BB962C8B-B14F-4D97-AF65-F5344CB8AC3E}">
        <p14:creationId xmlns:p14="http://schemas.microsoft.com/office/powerpoint/2010/main" val="1306874999"/>
      </p:ext>
    </p:extLst>
  </p:cSld>
  <p:clrMapOvr>
    <a:masterClrMapping/>
  </p:clrMapOvr>
  <mc:AlternateContent xmlns:mc="http://schemas.openxmlformats.org/markup-compatibility/2006" xmlns:p14="http://schemas.microsoft.com/office/powerpoint/2010/main">
    <mc:Choice Requires="p14">
      <p:transition spd="slow" p14:dur="2000" advTm="50520"/>
    </mc:Choice>
    <mc:Fallback xmlns="">
      <p:transition spd="slow" advTm="5052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body of water with trees around it&#10;&#10;Description automatically generated">
            <a:extLst>
              <a:ext uri="{FF2B5EF4-FFF2-40B4-BE49-F238E27FC236}">
                <a16:creationId xmlns:a16="http://schemas.microsoft.com/office/drawing/2014/main" id="{27790316-6416-ED15-ADDE-A43A9D7ED0C1}"/>
              </a:ext>
            </a:extLst>
          </p:cNvPr>
          <p:cNvPicPr>
            <a:picLocks noChangeAspect="1"/>
          </p:cNvPicPr>
          <p:nvPr/>
        </p:nvPicPr>
        <p:blipFill rotWithShape="1">
          <a:blip r:embed="rId2">
            <a:extLst>
              <a:ext uri="{28A0092B-C50C-407E-A947-70E740481C1C}">
                <a14:useLocalDpi xmlns:a14="http://schemas.microsoft.com/office/drawing/2010/main" val="0"/>
              </a:ext>
            </a:extLst>
          </a:blip>
          <a:srcRect b="14596"/>
          <a:stretch/>
        </p:blipFill>
        <p:spPr>
          <a:xfrm>
            <a:off x="0" y="0"/>
            <a:ext cx="12192000" cy="6858000"/>
          </a:xfrm>
          <a:prstGeom prst="rect">
            <a:avLst/>
          </a:prstGeom>
        </p:spPr>
      </p:pic>
      <p:sp>
        <p:nvSpPr>
          <p:cNvPr id="3" name="Title 1">
            <a:extLst>
              <a:ext uri="{FF2B5EF4-FFF2-40B4-BE49-F238E27FC236}">
                <a16:creationId xmlns:a16="http://schemas.microsoft.com/office/drawing/2014/main" id="{8656AAF0-85E5-9EC1-4181-46EA13F89944}"/>
              </a:ext>
            </a:extLst>
          </p:cNvPr>
          <p:cNvSpPr txBox="1">
            <a:spLocks/>
          </p:cNvSpPr>
          <p:nvPr/>
        </p:nvSpPr>
        <p:spPr>
          <a:xfrm>
            <a:off x="1785951" y="357809"/>
            <a:ext cx="2627023" cy="781878"/>
          </a:xfrm>
          <a:prstGeom prst="rect">
            <a:avLst/>
          </a:prstGeom>
        </p:spPr>
        <p:txBody>
          <a:bodyPr/>
          <a:lstStyle>
            <a:lvl1pPr algn="l" rtl="0" eaLnBrk="0" fontAlgn="base" hangingPunct="0">
              <a:spcBef>
                <a:spcPct val="0"/>
              </a:spcBef>
              <a:spcAft>
                <a:spcPct val="0"/>
              </a:spcAft>
              <a:defRPr sz="3600" b="1">
                <a:solidFill>
                  <a:srgbClr val="FFFF99"/>
                </a:solidFill>
                <a:latin typeface="+mj-lt"/>
                <a:ea typeface="+mj-ea"/>
                <a:cs typeface="+mj-cs"/>
              </a:defRPr>
            </a:lvl1pPr>
            <a:lvl2pPr algn="l" rtl="0" eaLnBrk="0" fontAlgn="base" hangingPunct="0">
              <a:spcBef>
                <a:spcPct val="0"/>
              </a:spcBef>
              <a:spcAft>
                <a:spcPct val="0"/>
              </a:spcAft>
              <a:defRPr sz="3600" b="1">
                <a:solidFill>
                  <a:srgbClr val="FFFF99"/>
                </a:solidFill>
                <a:latin typeface="Arial" charset="0"/>
              </a:defRPr>
            </a:lvl2pPr>
            <a:lvl3pPr algn="l" rtl="0" eaLnBrk="0" fontAlgn="base" hangingPunct="0">
              <a:spcBef>
                <a:spcPct val="0"/>
              </a:spcBef>
              <a:spcAft>
                <a:spcPct val="0"/>
              </a:spcAft>
              <a:defRPr sz="3600" b="1">
                <a:solidFill>
                  <a:srgbClr val="FFFF99"/>
                </a:solidFill>
                <a:latin typeface="Arial" charset="0"/>
              </a:defRPr>
            </a:lvl3pPr>
            <a:lvl4pPr algn="l" rtl="0" eaLnBrk="0" fontAlgn="base" hangingPunct="0">
              <a:spcBef>
                <a:spcPct val="0"/>
              </a:spcBef>
              <a:spcAft>
                <a:spcPct val="0"/>
              </a:spcAft>
              <a:defRPr sz="3600" b="1">
                <a:solidFill>
                  <a:srgbClr val="FFFF99"/>
                </a:solidFill>
                <a:latin typeface="Arial" charset="0"/>
              </a:defRPr>
            </a:lvl4pPr>
            <a:lvl5pPr algn="l" rtl="0" eaLnBrk="0" fontAlgn="base" hangingPunct="0">
              <a:spcBef>
                <a:spcPct val="0"/>
              </a:spcBef>
              <a:spcAft>
                <a:spcPct val="0"/>
              </a:spcAft>
              <a:defRPr sz="3600" b="1">
                <a:solidFill>
                  <a:srgbClr val="FFFF99"/>
                </a:solidFill>
                <a:latin typeface="Arial" charset="0"/>
              </a:defRPr>
            </a:lvl5pPr>
            <a:lvl6pPr marL="457200" algn="l" rtl="0" eaLnBrk="0" fontAlgn="base" hangingPunct="0">
              <a:spcBef>
                <a:spcPct val="0"/>
              </a:spcBef>
              <a:spcAft>
                <a:spcPct val="0"/>
              </a:spcAft>
              <a:defRPr sz="3600" b="1">
                <a:solidFill>
                  <a:srgbClr val="FFFF99"/>
                </a:solidFill>
                <a:latin typeface="Arial" charset="0"/>
              </a:defRPr>
            </a:lvl6pPr>
            <a:lvl7pPr marL="914400" algn="l" rtl="0" eaLnBrk="0" fontAlgn="base" hangingPunct="0">
              <a:spcBef>
                <a:spcPct val="0"/>
              </a:spcBef>
              <a:spcAft>
                <a:spcPct val="0"/>
              </a:spcAft>
              <a:defRPr sz="3600" b="1">
                <a:solidFill>
                  <a:srgbClr val="FFFF99"/>
                </a:solidFill>
                <a:latin typeface="Arial" charset="0"/>
              </a:defRPr>
            </a:lvl7pPr>
            <a:lvl8pPr marL="1371600" algn="l" rtl="0" eaLnBrk="0" fontAlgn="base" hangingPunct="0">
              <a:spcBef>
                <a:spcPct val="0"/>
              </a:spcBef>
              <a:spcAft>
                <a:spcPct val="0"/>
              </a:spcAft>
              <a:defRPr sz="3600" b="1">
                <a:solidFill>
                  <a:srgbClr val="FFFF99"/>
                </a:solidFill>
                <a:latin typeface="Arial" charset="0"/>
              </a:defRPr>
            </a:lvl8pPr>
            <a:lvl9pPr marL="1828800" algn="l" rtl="0" eaLnBrk="0" fontAlgn="base" hangingPunct="0">
              <a:spcBef>
                <a:spcPct val="0"/>
              </a:spcBef>
              <a:spcAft>
                <a:spcPct val="0"/>
              </a:spcAft>
              <a:defRPr sz="3600" b="1">
                <a:solidFill>
                  <a:srgbClr val="FFFF99"/>
                </a:solidFill>
                <a:latin typeface="Arial" charset="0"/>
              </a:defRPr>
            </a:lvl9pPr>
          </a:lstStyle>
          <a:p>
            <a:r>
              <a:rPr lang="en-US" kern="0" dirty="0"/>
              <a:t>Thank you</a:t>
            </a:r>
          </a:p>
        </p:txBody>
      </p:sp>
    </p:spTree>
    <p:extLst>
      <p:ext uri="{BB962C8B-B14F-4D97-AF65-F5344CB8AC3E}">
        <p14:creationId xmlns:p14="http://schemas.microsoft.com/office/powerpoint/2010/main" val="2687403405"/>
      </p:ext>
    </p:extLst>
  </p:cSld>
  <p:clrMapOvr>
    <a:masterClrMapping/>
  </p:clrMapOvr>
  <mc:AlternateContent xmlns:mc="http://schemas.openxmlformats.org/markup-compatibility/2006" xmlns:p14="http://schemas.microsoft.com/office/powerpoint/2010/main">
    <mc:Choice Requires="p14">
      <p:transition spd="slow" p14:dur="2000" advTm="3261"/>
    </mc:Choice>
    <mc:Fallback xmlns="">
      <p:transition spd="slow" advTm="3261"/>
    </mc:Fallback>
  </mc:AlternateContent>
</p:sld>
</file>

<file path=ppt/theme/theme1.xml><?xml version="1.0" encoding="utf-8"?>
<a:theme xmlns:a="http://schemas.openxmlformats.org/drawingml/2006/main" name="Desktop">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Desktop">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40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4000" b="0" i="0" u="none" strike="noStrike" cap="none" normalizeH="0" baseline="0" smtClean="0">
            <a:ln>
              <a:noFill/>
            </a:ln>
            <a:solidFill>
              <a:schemeClr val="tx1"/>
            </a:solidFill>
            <a:effectLst/>
            <a:latin typeface="Arial" charset="0"/>
          </a:defRPr>
        </a:defPPr>
      </a:lstStyle>
    </a:lnDef>
  </a:objectDefaults>
  <a:extraClrSchemeLst>
    <a:extraClrScheme>
      <a:clrScheme name="Desktop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sktop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sktop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sktop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sktop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sktop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sktop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6dd02d64-b7f3-43f7-a145-cfd68d338edf}" enabled="1" method="Standard" siteId="{0693b5ba-4b18-4d7b-9341-f32f400a5494}" removed="0"/>
</clbl:labelList>
</file>

<file path=docProps/app.xml><?xml version="1.0" encoding="utf-8"?>
<Properties xmlns="http://schemas.openxmlformats.org/officeDocument/2006/extended-properties" xmlns:vt="http://schemas.openxmlformats.org/officeDocument/2006/docPropsVTypes">
  <Template/>
  <TotalTime>38245</TotalTime>
  <Pages>4</Pages>
  <Words>1058</Words>
  <Application>Microsoft Office PowerPoint</Application>
  <PresentationFormat>Widescreen</PresentationFormat>
  <Paragraphs>220</Paragraphs>
  <Slides>19</Slides>
  <Notes>16</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19</vt:i4>
      </vt:variant>
    </vt:vector>
  </HeadingPairs>
  <TitlesOfParts>
    <vt:vector size="31" baseType="lpstr">
      <vt:lpstr>Arial</vt:lpstr>
      <vt:lpstr>Calibri</vt:lpstr>
      <vt:lpstr>Calibri Light</vt:lpstr>
      <vt:lpstr>Cambria Math</vt:lpstr>
      <vt:lpstr>Lucida Fax</vt:lpstr>
      <vt:lpstr>Symbol</vt:lpstr>
      <vt:lpstr>Times New Roman</vt:lpstr>
      <vt:lpstr>Univers 57 Condensed</vt:lpstr>
      <vt:lpstr>Univers 67 Condensed</vt:lpstr>
      <vt:lpstr>Wingdings</vt:lpstr>
      <vt:lpstr>Desktop</vt:lpstr>
      <vt:lpstr>Office Theme</vt:lpstr>
      <vt:lpstr>PowerPoint Presentation</vt:lpstr>
      <vt:lpstr>Mass and Heat Transport in MODFLOW 6 </vt:lpstr>
      <vt:lpstr>Groundwater Energy (GWE) Transport Model</vt:lpstr>
      <vt:lpstr>Process-Based Stream Temperature (PBST) Simulation</vt:lpstr>
      <vt:lpstr>Atmospheric Boundary Condition (ABC) Utility</vt:lpstr>
      <vt:lpstr>Energy-transport processes included in ABC</vt:lpstr>
      <vt:lpstr>Energy Sources and Sinks with SFE only</vt:lpstr>
      <vt:lpstr>Conductive Heat Exchange (SFE only)</vt:lpstr>
      <vt:lpstr>Atmospheric Boundary Condition (ABC) Utility</vt:lpstr>
      <vt:lpstr>Atmospheric Boundary Condition (ABC) Utility</vt:lpstr>
      <vt:lpstr>Atmospheric Boundary Condition (ABC) Utility</vt:lpstr>
      <vt:lpstr>Atmospheric Boundary Condition (ABC) Utility</vt:lpstr>
      <vt:lpstr>Tested against published results</vt:lpstr>
      <vt:lpstr>Comparison of output</vt:lpstr>
      <vt:lpstr>PowerPoint Presentation</vt:lpstr>
      <vt:lpstr>Comparison of output</vt:lpstr>
      <vt:lpstr>Comparison of output</vt:lpstr>
      <vt:lpstr>Summary</vt:lpstr>
      <vt:lpstr>PowerPoint Presentation</vt:lpstr>
    </vt:vector>
  </TitlesOfParts>
  <Company>USGS</Company>
  <LinksUpToDate>false</LinksUpToDate>
  <SharedDoc>false</SharedDoc>
  <HyperlinkBase>http://www.usgs.gov/visual-id/specs/slides/slide.html</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Dark Blue Template for Slide Presentations</dc:title>
  <dc:subject>Presentation format with USGS Visual Identity</dc:subject>
  <dc:creator>VIScom</dc:creator>
  <dc:description>Updated to incorporate revised Visual Identity (VID)System guidelines on fonts.  An exception to using the VID fonts is allowed for presentation materials.   The font Arial should be substituted for the VID fonts Univers Condensed Bold and Times Roman</dc:description>
  <cp:lastModifiedBy>Morway, Eric</cp:lastModifiedBy>
  <cp:revision>751</cp:revision>
  <cp:lastPrinted>1998-03-23T17:09:44Z</cp:lastPrinted>
  <dcterms:created xsi:type="dcterms:W3CDTF">1998-01-16T15:44:57Z</dcterms:created>
  <dcterms:modified xsi:type="dcterms:W3CDTF">2026-09-14T17:27:40Z</dcterms:modified>
</cp:coreProperties>
</file>